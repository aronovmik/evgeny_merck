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theme/theme5.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media/image10.bin" ContentType="image/x-emf"/>
  <Override PartName="/ppt/tags/tag6.xml" ContentType="application/vnd.openxmlformats-officedocument.presentationml.tags+xml"/>
  <Override PartName="/ppt/media/image11.bin" ContentType="image/svg+xml"/>
  <Override PartName="/ppt/media/image12.bin" ContentType="image/svg+xml"/>
  <Override PartName="/ppt/tags/tag7.xml" ContentType="application/vnd.openxmlformats-officedocument.presentationml.tags+xml"/>
  <Override PartName="/ppt/media/image13.bin" ContentType="image/svg+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media/image14.bin" ContentType="image/x-emf"/>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media/image15.bin" ContentType="image/png"/>
  <Override PartName="/ppt/tags/tag24.xml" ContentType="application/vnd.openxmlformats-officedocument.presentationml.tags+xml"/>
  <Override PartName="/ppt/media/image16.bin" ContentType="image/svg+xml"/>
  <Override PartName="/ppt/media/image17.bin" ContentType="image/png"/>
  <Override PartName="/ppt/tags/tag25.xml" ContentType="application/vnd.openxmlformats-officedocument.presentationml.tags+xml"/>
  <Override PartName="/ppt/media/image18.bin" ContentType="image/png"/>
  <Override PartName="/ppt/media/image19.bin" ContentType="image/png"/>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theme/theme6.xml" ContentType="application/vnd.openxmlformats-officedocument.theme+xml"/>
  <Override PartName="/ppt/tags/tag76.xml" ContentType="application/vnd.openxmlformats-officedocument.presentationml.tags+xml"/>
  <Override PartName="/ppt/theme/theme7.xml" ContentType="application/vnd.openxmlformats-officedocument.theme+xml"/>
  <Override PartName="/ppt/tags/tag77.xml" ContentType="application/vnd.openxmlformats-officedocument.presentationml.tags+xml"/>
  <Override PartName="/ppt/notesSlides/notesSlide1.xml" ContentType="application/vnd.openxmlformats-officedocument.presentationml.notesSlide+xml"/>
  <Override PartName="/ppt/tags/tag78.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79.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80.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81.xml" ContentType="application/vnd.openxmlformats-officedocument.presentationml.tags+xml"/>
  <Override PartName="/ppt/notesSlides/notesSlide1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82.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83.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notesSlides/notesSlide18.xml" ContentType="application/vnd.openxmlformats-officedocument.presentationml.notesSlide+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174.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175.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ink/ink1.xml" ContentType="application/inkml+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1.xml" ContentType="application/vnd.openxmlformats-officedocument.drawingml.chartshapes+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2.xml" ContentType="application/vnd.openxmlformats-officedocument.drawingml.chartshapes+xml"/>
  <Override PartName="/ppt/notesSlides/notesSlide32.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33.xml" ContentType="application/vnd.openxmlformats-officedocument.presentationml.notesSlide+xml"/>
  <Override PartName="/ppt/tags/tag176.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36.xml" ContentType="application/vnd.openxmlformats-officedocument.presentationml.notesSlide+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rts/chart6.xml" ContentType="application/vnd.openxmlformats-officedocument.drawingml.chart+xml"/>
  <Override PartName="/ppt/theme/themeOverride1.xml" ContentType="application/vnd.openxmlformats-officedocument.themeOverride+xml"/>
  <Override PartName="/ppt/charts/chart7.xml" ContentType="application/vnd.openxmlformats-officedocument.drawingml.chart+xml"/>
  <Override PartName="/ppt/theme/themeOverride2.xml" ContentType="application/vnd.openxmlformats-officedocument.themeOverride+xml"/>
  <Override PartName="/ppt/charts/chart8.xml" ContentType="application/vnd.openxmlformats-officedocument.drawingml.chart+xml"/>
  <Override PartName="/ppt/theme/themeOverride3.xml" ContentType="application/vnd.openxmlformats-officedocument.themeOverride+xml"/>
  <Override PartName="/ppt/tags/tag249.xml" ContentType="application/vnd.openxmlformats-officedocument.presentationml.tags+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rts/chart9.xml" ContentType="application/vnd.openxmlformats-officedocument.drawingml.chart+xml"/>
  <Override PartName="/ppt/charts/style6.xml" ContentType="application/vnd.ms-office.chartstyle+xml"/>
  <Override PartName="/ppt/charts/colors6.xml" ContentType="application/vnd.ms-office.chartcolorstyle+xml"/>
  <Override PartName="/ppt/charts/chart10.xml" ContentType="application/vnd.openxmlformats-officedocument.drawingml.chart+xml"/>
  <Override PartName="/ppt/charts/style7.xml" ContentType="application/vnd.ms-office.chartstyle+xml"/>
  <Override PartName="/ppt/charts/colors7.xml" ContentType="application/vnd.ms-office.chartcolorstyle+xml"/>
  <Override PartName="/ppt/tags/tag250.xml" ContentType="application/vnd.openxmlformats-officedocument.presentationml.tags+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charts/chart11.xml" ContentType="application/vnd.openxmlformats-officedocument.drawingml.chart+xml"/>
  <Override PartName="/ppt/charts/style8.xml" ContentType="application/vnd.ms-office.chartstyle+xml"/>
  <Override PartName="/ppt/charts/colors8.xml" ContentType="application/vnd.ms-office.chartcolorstyle+xml"/>
  <Override PartName="/ppt/drawings/drawing3.xml" ContentType="application/vnd.openxmlformats-officedocument.drawingml.chartshapes+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rts/chart12.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charts/chart13.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4.xml" ContentType="application/vnd.openxmlformats-officedocument.themeOverride+xml"/>
  <Override PartName="/ppt/charts/chart14.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49.xml" ContentType="application/vnd.openxmlformats-officedocument.presentationml.notesSlide+xml"/>
  <Override PartName="/ppt/charts/chart15.xml" ContentType="application/vnd.openxmlformats-officedocument.drawingml.chart+xml"/>
  <Override PartName="/ppt/charts/style12.xml" ContentType="application/vnd.ms-office.chartstyle+xml"/>
  <Override PartName="/ppt/charts/colors12.xml" ContentType="application/vnd.ms-office.chartcolorstyle+xml"/>
  <Override PartName="/ppt/theme/themeOverride5.xml" ContentType="application/vnd.openxmlformats-officedocument.themeOverride+xml"/>
  <Override PartName="/ppt/tags/tag251.xml" ContentType="application/vnd.openxmlformats-officedocument.presentationml.tags+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tags/tag252.xml" ContentType="application/vnd.openxmlformats-officedocument.presentationml.tags+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 id="2147483665" r:id="rId3"/>
    <p:sldMasterId id="2147483685" r:id="rId4"/>
    <p:sldMasterId id="2147483697" r:id="rId5"/>
    <p:sldMasterId id="2147483753" r:id="rId6"/>
  </p:sldMasterIdLst>
  <p:notesMasterIdLst>
    <p:notesMasterId r:id="rId104"/>
  </p:notesMasterIdLst>
  <p:sldIdLst>
    <p:sldId id="258" r:id="rId7"/>
    <p:sldId id="2147483540" r:id="rId8"/>
    <p:sldId id="320" r:id="rId9"/>
    <p:sldId id="2144447641" r:id="rId10"/>
    <p:sldId id="436" r:id="rId11"/>
    <p:sldId id="2147483506" r:id="rId12"/>
    <p:sldId id="2147473270" r:id="rId13"/>
    <p:sldId id="2147473248" r:id="rId14"/>
    <p:sldId id="2147473171" r:id="rId15"/>
    <p:sldId id="2147483502" r:id="rId16"/>
    <p:sldId id="2147483496" r:id="rId17"/>
    <p:sldId id="2147483519" r:id="rId18"/>
    <p:sldId id="2147483524" r:id="rId19"/>
    <p:sldId id="2147483498" r:id="rId20"/>
    <p:sldId id="3512" r:id="rId21"/>
    <p:sldId id="2147483494" r:id="rId22"/>
    <p:sldId id="2147483520" r:id="rId23"/>
    <p:sldId id="2147483525" r:id="rId24"/>
    <p:sldId id="394" r:id="rId25"/>
    <p:sldId id="4173" r:id="rId26"/>
    <p:sldId id="2141411992" r:id="rId27"/>
    <p:sldId id="2147483497" r:id="rId28"/>
    <p:sldId id="2147483521" r:id="rId29"/>
    <p:sldId id="2147483526" r:id="rId30"/>
    <p:sldId id="2147483503" r:id="rId31"/>
    <p:sldId id="2147483505" r:id="rId32"/>
    <p:sldId id="2147483499" r:id="rId33"/>
    <p:sldId id="2147483500" r:id="rId34"/>
    <p:sldId id="2147483518" r:id="rId35"/>
    <p:sldId id="2147483523" r:id="rId36"/>
    <p:sldId id="259" r:id="rId37"/>
    <p:sldId id="642" r:id="rId38"/>
    <p:sldId id="2147483514" r:id="rId39"/>
    <p:sldId id="2147483495" r:id="rId40"/>
    <p:sldId id="2147483522" r:id="rId41"/>
    <p:sldId id="2144447645" r:id="rId42"/>
    <p:sldId id="2144447618" r:id="rId43"/>
    <p:sldId id="2141411536" r:id="rId44"/>
    <p:sldId id="2141411538" r:id="rId45"/>
    <p:sldId id="5578" r:id="rId46"/>
    <p:sldId id="2147483527" r:id="rId47"/>
    <p:sldId id="2147483528" r:id="rId48"/>
    <p:sldId id="271" r:id="rId49"/>
    <p:sldId id="263" r:id="rId50"/>
    <p:sldId id="264" r:id="rId51"/>
    <p:sldId id="265" r:id="rId52"/>
    <p:sldId id="2147483529" r:id="rId53"/>
    <p:sldId id="269" r:id="rId54"/>
    <p:sldId id="2147483530" r:id="rId55"/>
    <p:sldId id="2147483516" r:id="rId56"/>
    <p:sldId id="2147483509" r:id="rId57"/>
    <p:sldId id="2147483510" r:id="rId58"/>
    <p:sldId id="2147483511" r:id="rId59"/>
    <p:sldId id="2147483512" r:id="rId60"/>
    <p:sldId id="2147483531" r:id="rId61"/>
    <p:sldId id="2147483532" r:id="rId62"/>
    <p:sldId id="3515" r:id="rId63"/>
    <p:sldId id="2147483508" r:id="rId64"/>
    <p:sldId id="327" r:id="rId65"/>
    <p:sldId id="326" r:id="rId66"/>
    <p:sldId id="435" r:id="rId67"/>
    <p:sldId id="5579" r:id="rId68"/>
    <p:sldId id="2141411542" r:id="rId69"/>
    <p:sldId id="2147483534" r:id="rId70"/>
    <p:sldId id="2147483535" r:id="rId71"/>
    <p:sldId id="2141412022" r:id="rId72"/>
    <p:sldId id="2144447627" r:id="rId73"/>
    <p:sldId id="2141412010" r:id="rId74"/>
    <p:sldId id="2141411546" r:id="rId75"/>
    <p:sldId id="426" r:id="rId76"/>
    <p:sldId id="428" r:id="rId77"/>
    <p:sldId id="2144447631" r:id="rId78"/>
    <p:sldId id="2144447656" r:id="rId79"/>
    <p:sldId id="2141412011" r:id="rId80"/>
    <p:sldId id="2144447657" r:id="rId81"/>
    <p:sldId id="376" r:id="rId82"/>
    <p:sldId id="2147483533" r:id="rId83"/>
    <p:sldId id="2147483536" r:id="rId84"/>
    <p:sldId id="2141411554" r:id="rId85"/>
    <p:sldId id="2147483517" r:id="rId86"/>
    <p:sldId id="2147483537" r:id="rId87"/>
    <p:sldId id="1948345360" r:id="rId88"/>
    <p:sldId id="261" r:id="rId89"/>
    <p:sldId id="2147483513" r:id="rId90"/>
    <p:sldId id="260" r:id="rId91"/>
    <p:sldId id="1948345361" r:id="rId92"/>
    <p:sldId id="2147473335" r:id="rId93"/>
    <p:sldId id="2147483539" r:id="rId94"/>
    <p:sldId id="256" r:id="rId95"/>
    <p:sldId id="257" r:id="rId96"/>
    <p:sldId id="1948345362" r:id="rId97"/>
    <p:sldId id="2147474125" r:id="rId98"/>
    <p:sldId id="2147474126" r:id="rId99"/>
    <p:sldId id="2147474127" r:id="rId100"/>
    <p:sldId id="2147474128" r:id="rId101"/>
    <p:sldId id="2147483538" r:id="rId102"/>
    <p:sldId id="2147474080" r:id="rId10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Заголовок" id="{FE76098F-78CD-4F9E-BE53-DDF23F70DDC0}">
          <p14:sldIdLst>
            <p14:sldId id="258"/>
            <p14:sldId id="2147483540"/>
          </p14:sldIdLst>
        </p14:section>
        <p14:section name="Блок - ИБС (концепция)" id="{C80D95AD-CA08-447E-9010-2D8142857FD1}">
          <p14:sldIdLst>
            <p14:sldId id="320"/>
            <p14:sldId id="2144447641"/>
            <p14:sldId id="436"/>
            <p14:sldId id="2147483506"/>
            <p14:sldId id="2147473270"/>
            <p14:sldId id="2147473248"/>
            <p14:sldId id="2147473171"/>
            <p14:sldId id="2147483502"/>
            <p14:sldId id="2147483496"/>
            <p14:sldId id="2147483519"/>
          </p14:sldIdLst>
        </p14:section>
        <p14:section name="Блок - ОМТ как стратегия" id="{8FD40627-1A5A-4D42-9845-0EFB574629A7}">
          <p14:sldIdLst>
            <p14:sldId id="2147483524"/>
            <p14:sldId id="2147483498"/>
            <p14:sldId id="3512"/>
            <p14:sldId id="2147483494"/>
            <p14:sldId id="2147483520"/>
          </p14:sldIdLst>
        </p14:section>
        <p14:section name="Блок - β-блокаторы (молекулы)" id="{C5378B55-C40F-4CC0-BFF9-6324E5DF534E}">
          <p14:sldIdLst>
            <p14:sldId id="2147483525"/>
            <p14:sldId id="394"/>
            <p14:sldId id="4173"/>
            <p14:sldId id="2141411992"/>
            <p14:sldId id="2147483497"/>
            <p14:sldId id="2147483521"/>
          </p14:sldIdLst>
        </p14:section>
        <p14:section name="Блок - ОМТ vs реваскуляризация" id="{8F3B598F-0566-45D9-8837-D7FFFEB7C783}">
          <p14:sldIdLst>
            <p14:sldId id="2147483526"/>
            <p14:sldId id="2147483503"/>
            <p14:sldId id="2147483505"/>
            <p14:sldId id="2147483499"/>
            <p14:sldId id="2147483500"/>
            <p14:sldId id="2147483518"/>
          </p14:sldIdLst>
        </p14:section>
        <p14:section name="Блок - класс β-блокатор + БКК" id="{D5185E9A-74DA-460C-8005-A1ED59122532}">
          <p14:sldIdLst>
            <p14:sldId id="2147483523"/>
            <p14:sldId id="259"/>
            <p14:sldId id="642"/>
            <p14:sldId id="2147483514"/>
            <p14:sldId id="2147483495"/>
            <p14:sldId id="2147483522"/>
          </p14:sldIdLst>
        </p14:section>
        <p14:section name="Блок - таблетка Конкор АМ" id="{CF439AE0-E913-41AE-9590-A2C000221CE7}">
          <p14:sldIdLst>
            <p14:sldId id="2144447645"/>
            <p14:sldId id="2144447618"/>
            <p14:sldId id="2141411536"/>
            <p14:sldId id="2141411538"/>
            <p14:sldId id="5578"/>
            <p14:sldId id="2147483527"/>
          </p14:sldIdLst>
        </p14:section>
        <p14:section name="Блок - психология приверженности" id="{2B65EF70-466F-4EE2-BEF8-89EBF5BBE810}">
          <p14:sldIdLst>
            <p14:sldId id="2147483528"/>
            <p14:sldId id="271"/>
            <p14:sldId id="263"/>
            <p14:sldId id="264"/>
            <p14:sldId id="265"/>
            <p14:sldId id="2147483529"/>
          </p14:sldIdLst>
        </p14:section>
        <p14:section name="Блок - портрет пациента и ключевая цитата" id="{EDFB3620-7683-48B1-B728-59D17CEE72D1}">
          <p14:sldIdLst>
            <p14:sldId id="269"/>
          </p14:sldIdLst>
        </p14:section>
        <p14:section name="Блок - Конкор АМ при ИБС" id="{682CB142-F6A5-48D0-921B-34C98370B63F}">
          <p14:sldIdLst>
            <p14:sldId id="2147483530"/>
            <p14:sldId id="2147483516"/>
            <p14:sldId id="2147483509"/>
            <p14:sldId id="2147483510"/>
            <p14:sldId id="2147483511"/>
            <p14:sldId id="2147483512"/>
            <p14:sldId id="2147483531"/>
          </p14:sldIdLst>
        </p14:section>
        <p14:section name="Блок - приверженность FDC" id="{7A323BFA-82C3-4EF0-8544-F559D17A3C05}">
          <p14:sldIdLst>
            <p14:sldId id="2147483532"/>
            <p14:sldId id="3515"/>
            <p14:sldId id="2147483508"/>
            <p14:sldId id="327"/>
            <p14:sldId id="326"/>
            <p14:sldId id="435"/>
            <p14:sldId id="5579"/>
            <p14:sldId id="2141411542"/>
            <p14:sldId id="2147483534"/>
          </p14:sldIdLst>
        </p14:section>
        <p14:section name="Блок - Конкор АМ: эффективность и приверженность" id="{F2062F8B-9EAD-447F-9EB3-37296C8453BC}">
          <p14:sldIdLst>
            <p14:sldId id="2147483535"/>
            <p14:sldId id="2141412022"/>
            <p14:sldId id="2144447627"/>
            <p14:sldId id="2141412010"/>
            <p14:sldId id="2141411546"/>
            <p14:sldId id="426"/>
            <p14:sldId id="428"/>
            <p14:sldId id="2144447631"/>
            <p14:sldId id="2144447656"/>
            <p14:sldId id="2141412011"/>
            <p14:sldId id="2144447657"/>
            <p14:sldId id="376"/>
            <p14:sldId id="2147483533"/>
          </p14:sldIdLst>
        </p14:section>
        <p14:section name="Блок - Время назначения антигипертензивных препаратов" id="{79DFAE50-9726-4777-957A-BEF94970BD32}">
          <p14:sldIdLst>
            <p14:sldId id="2147483536"/>
            <p14:sldId id="2141411554"/>
            <p14:sldId id="2147483517"/>
          </p14:sldIdLst>
        </p14:section>
        <p14:section name="Блок - Безопасность" id="{84493958-C024-4467-91CE-4BB741E87225}">
          <p14:sldIdLst>
            <p14:sldId id="2147483537"/>
            <p14:sldId id="1948345360"/>
            <p14:sldId id="261"/>
            <p14:sldId id="2147483513"/>
            <p14:sldId id="260"/>
            <p14:sldId id="1948345361"/>
            <p14:sldId id="2147473335"/>
            <p14:sldId id="2147483539"/>
            <p14:sldId id="256"/>
            <p14:sldId id="257"/>
            <p14:sldId id="1948345362"/>
            <p14:sldId id="2147474125"/>
            <p14:sldId id="2147474126"/>
            <p14:sldId id="2147474127"/>
            <p14:sldId id="2147474128"/>
            <p14:sldId id="2147483538"/>
            <p14:sldId id="21474740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46D97"/>
    <a:srgbClr val="206A96"/>
    <a:srgbClr val="EBC7C9"/>
    <a:srgbClr val="E9E9EA"/>
    <a:srgbClr val="DCEDF8"/>
    <a:srgbClr val="DEEBF6"/>
    <a:srgbClr val="FFFFFF"/>
    <a:srgbClr val="EDE4F0"/>
    <a:srgbClr val="F9C2B1"/>
    <a:srgbClr val="DEEC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0F8169-ED14-44BE-AF95-46765DAE75C3}" v="43" dt="2026-05-14T10:45:08.7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735" autoAdjust="0"/>
    <p:restoredTop sz="95289" autoAdjust="0"/>
  </p:normalViewPr>
  <p:slideViewPr>
    <p:cSldViewPr snapToGrid="0" snapToObjects="1">
      <p:cViewPr varScale="1">
        <p:scale>
          <a:sx n="83" d="100"/>
          <a:sy n="83" d="100"/>
        </p:scale>
        <p:origin x="623" y="79"/>
      </p:cViewPr>
      <p:guideLst/>
    </p:cSldViewPr>
  </p:slideViewPr>
  <p:notesTextViewPr>
    <p:cViewPr>
      <p:scale>
        <a:sx n="1" d="1"/>
        <a:sy n="1" d="1"/>
      </p:scale>
      <p:origin x="0" y="0"/>
    </p:cViewPr>
  </p:notesTextViewPr>
  <p:sorterViewPr>
    <p:cViewPr>
      <p:scale>
        <a:sx n="110" d="100"/>
        <a:sy n="110" d="100"/>
      </p:scale>
      <p:origin x="0" y="-23956"/>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slide" Target="slides/slide78.xml"/><Relationship Id="rId89" Type="http://schemas.openxmlformats.org/officeDocument/2006/relationships/slide" Target="slides/slide83.xml"/><Relationship Id="rId16" Type="http://schemas.openxmlformats.org/officeDocument/2006/relationships/slide" Target="slides/slide10.xml"/><Relationship Id="rId107" Type="http://schemas.openxmlformats.org/officeDocument/2006/relationships/theme" Target="theme/theme1.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slide" Target="slides/slide73.xml"/><Relationship Id="rId102" Type="http://schemas.openxmlformats.org/officeDocument/2006/relationships/slide" Target="slides/slide96.xml"/><Relationship Id="rId5" Type="http://schemas.openxmlformats.org/officeDocument/2006/relationships/slideMaster" Target="slideMasters/slideMaster5.xml"/><Relationship Id="rId90" Type="http://schemas.openxmlformats.org/officeDocument/2006/relationships/slide" Target="slides/slide84.xml"/><Relationship Id="rId95" Type="http://schemas.openxmlformats.org/officeDocument/2006/relationships/slide" Target="slides/slide89.xml"/><Relationship Id="rId22" Type="http://schemas.openxmlformats.org/officeDocument/2006/relationships/slide" Target="slides/slide16.xml"/><Relationship Id="rId27" Type="http://schemas.openxmlformats.org/officeDocument/2006/relationships/slide" Target="slides/slide21.xml"/><Relationship Id="rId43" Type="http://schemas.openxmlformats.org/officeDocument/2006/relationships/slide" Target="slides/slide37.xml"/><Relationship Id="rId48" Type="http://schemas.openxmlformats.org/officeDocument/2006/relationships/slide" Target="slides/slide42.xml"/><Relationship Id="rId64" Type="http://schemas.openxmlformats.org/officeDocument/2006/relationships/slide" Target="slides/slide58.xml"/><Relationship Id="rId69" Type="http://schemas.openxmlformats.org/officeDocument/2006/relationships/slide" Target="slides/slide63.xml"/><Relationship Id="rId80" Type="http://schemas.openxmlformats.org/officeDocument/2006/relationships/slide" Target="slides/slide74.xml"/><Relationship Id="rId85" Type="http://schemas.openxmlformats.org/officeDocument/2006/relationships/slide" Target="slides/slide79.xml"/><Relationship Id="rId12" Type="http://schemas.openxmlformats.org/officeDocument/2006/relationships/slide" Target="slides/slide6.xml"/><Relationship Id="rId17" Type="http://schemas.openxmlformats.org/officeDocument/2006/relationships/slide" Target="slides/slide11.xml"/><Relationship Id="rId33" Type="http://schemas.openxmlformats.org/officeDocument/2006/relationships/slide" Target="slides/slide27.xml"/><Relationship Id="rId38" Type="http://schemas.openxmlformats.org/officeDocument/2006/relationships/slide" Target="slides/slide32.xml"/><Relationship Id="rId59" Type="http://schemas.openxmlformats.org/officeDocument/2006/relationships/slide" Target="slides/slide53.xml"/><Relationship Id="rId103" Type="http://schemas.openxmlformats.org/officeDocument/2006/relationships/slide" Target="slides/slide97.xml"/><Relationship Id="rId108" Type="http://schemas.openxmlformats.org/officeDocument/2006/relationships/tableStyles" Target="tableStyles.xml"/><Relationship Id="rId54" Type="http://schemas.openxmlformats.org/officeDocument/2006/relationships/slide" Target="slides/slide48.xml"/><Relationship Id="rId70" Type="http://schemas.openxmlformats.org/officeDocument/2006/relationships/slide" Target="slides/slide64.xml"/><Relationship Id="rId75" Type="http://schemas.openxmlformats.org/officeDocument/2006/relationships/slide" Target="slides/slide69.xml"/><Relationship Id="rId91" Type="http://schemas.openxmlformats.org/officeDocument/2006/relationships/slide" Target="slides/slide85.xml"/><Relationship Id="rId96" Type="http://schemas.openxmlformats.org/officeDocument/2006/relationships/slide" Target="slides/slide90.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6" Type="http://schemas.openxmlformats.org/officeDocument/2006/relationships/viewProps" Target="viewProps.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slide" Target="slides/slide72.xml"/><Relationship Id="rId81" Type="http://schemas.openxmlformats.org/officeDocument/2006/relationships/slide" Target="slides/slide75.xml"/><Relationship Id="rId86" Type="http://schemas.openxmlformats.org/officeDocument/2006/relationships/slide" Target="slides/slide80.xml"/><Relationship Id="rId94" Type="http://schemas.openxmlformats.org/officeDocument/2006/relationships/slide" Target="slides/slide88.xml"/><Relationship Id="rId99" Type="http://schemas.openxmlformats.org/officeDocument/2006/relationships/slide" Target="slides/slide93.xml"/><Relationship Id="rId101" Type="http://schemas.openxmlformats.org/officeDocument/2006/relationships/slide" Target="slides/slide95.xml"/><Relationship Id="rId4" Type="http://schemas.openxmlformats.org/officeDocument/2006/relationships/slideMaster" Target="slideMasters/slideMaster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109" Type="http://schemas.microsoft.com/office/2016/11/relationships/changesInfo" Target="changesInfos/changesInfo1.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97" Type="http://schemas.openxmlformats.org/officeDocument/2006/relationships/slide" Target="slides/slide91.xml"/><Relationship Id="rId104" Type="http://schemas.openxmlformats.org/officeDocument/2006/relationships/notesMaster" Target="notesMasters/notesMaster1.xml"/><Relationship Id="rId7" Type="http://schemas.openxmlformats.org/officeDocument/2006/relationships/slide" Target="slides/slide1.xml"/><Relationship Id="rId71" Type="http://schemas.openxmlformats.org/officeDocument/2006/relationships/slide" Target="slides/slide65.xml"/><Relationship Id="rId92" Type="http://schemas.openxmlformats.org/officeDocument/2006/relationships/slide" Target="slides/slide86.xml"/><Relationship Id="rId2" Type="http://schemas.openxmlformats.org/officeDocument/2006/relationships/slideMaster" Target="slideMasters/slideMaster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slide" Target="slides/slide81.xml"/><Relationship Id="rId110" Type="http://schemas.microsoft.com/office/2015/10/relationships/revisionInfo" Target="revisionInfo.xml"/><Relationship Id="rId61" Type="http://schemas.openxmlformats.org/officeDocument/2006/relationships/slide" Target="slides/slide55.xml"/><Relationship Id="rId82" Type="http://schemas.openxmlformats.org/officeDocument/2006/relationships/slide" Target="slides/slide76.xml"/><Relationship Id="rId19" Type="http://schemas.openxmlformats.org/officeDocument/2006/relationships/slide" Target="slides/slide13.xml"/><Relationship Id="rId14" Type="http://schemas.openxmlformats.org/officeDocument/2006/relationships/slide" Target="slides/slide8.xml"/><Relationship Id="rId30" Type="http://schemas.openxmlformats.org/officeDocument/2006/relationships/slide" Target="slides/slide24.xml"/><Relationship Id="rId35" Type="http://schemas.openxmlformats.org/officeDocument/2006/relationships/slide" Target="slides/slide29.xml"/><Relationship Id="rId56" Type="http://schemas.openxmlformats.org/officeDocument/2006/relationships/slide" Target="slides/slide50.xml"/><Relationship Id="rId77" Type="http://schemas.openxmlformats.org/officeDocument/2006/relationships/slide" Target="slides/slide71.xml"/><Relationship Id="rId100" Type="http://schemas.openxmlformats.org/officeDocument/2006/relationships/slide" Target="slides/slide94.xml"/><Relationship Id="rId105" Type="http://schemas.openxmlformats.org/officeDocument/2006/relationships/presProps" Target="presProps.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93" Type="http://schemas.openxmlformats.org/officeDocument/2006/relationships/slide" Target="slides/slide87.xml"/><Relationship Id="rId98" Type="http://schemas.openxmlformats.org/officeDocument/2006/relationships/slide" Target="slides/slide92.xml"/><Relationship Id="rId3" Type="http://schemas.openxmlformats.org/officeDocument/2006/relationships/slideMaster" Target="slideMasters/slideMaster3.xml"/><Relationship Id="rId25" Type="http://schemas.openxmlformats.org/officeDocument/2006/relationships/slide" Target="slides/slide19.xml"/><Relationship Id="rId46" Type="http://schemas.openxmlformats.org/officeDocument/2006/relationships/slide" Target="slides/slide40.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62" Type="http://schemas.openxmlformats.org/officeDocument/2006/relationships/slide" Target="slides/slide56.xml"/><Relationship Id="rId83" Type="http://schemas.openxmlformats.org/officeDocument/2006/relationships/slide" Target="slides/slide77.xml"/><Relationship Id="rId88" Type="http://schemas.openxmlformats.org/officeDocument/2006/relationships/slide" Target="slides/slide8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vgeny Aronov" userId="5a3f2c2d-7cb3-4639-98f6-49ea1b95a8be" providerId="ADAL" clId="{7A0B7755-50D3-447F-A517-839583F34A5D}"/>
    <pc:docChg chg="undo redo custSel addSld delSld modSld sldOrd addMainMaster delMainMaster modMainMaster addSection delSection modSection">
      <pc:chgData name="Evgeny Aronov" userId="5a3f2c2d-7cb3-4639-98f6-49ea1b95a8be" providerId="ADAL" clId="{7A0B7755-50D3-447F-A517-839583F34A5D}" dt="2026-05-14T10:45:08.767" v="7126"/>
      <pc:docMkLst>
        <pc:docMk/>
      </pc:docMkLst>
      <pc:sldChg chg="add">
        <pc:chgData name="Evgeny Aronov" userId="5a3f2c2d-7cb3-4639-98f6-49ea1b95a8be" providerId="ADAL" clId="{7A0B7755-50D3-447F-A517-839583F34A5D}" dt="2026-05-14T10:45:08.767" v="7126"/>
        <pc:sldMkLst>
          <pc:docMk/>
          <pc:sldMk cId="0" sldId="256"/>
        </pc:sldMkLst>
      </pc:sldChg>
      <pc:sldChg chg="add">
        <pc:chgData name="Evgeny Aronov" userId="5a3f2c2d-7cb3-4639-98f6-49ea1b95a8be" providerId="ADAL" clId="{7A0B7755-50D3-447F-A517-839583F34A5D}" dt="2026-05-14T10:45:08.767" v="7126"/>
        <pc:sldMkLst>
          <pc:docMk/>
          <pc:sldMk cId="0" sldId="257"/>
        </pc:sldMkLst>
      </pc:sldChg>
      <pc:sldChg chg="addSp delSp modSp add mod ord">
        <pc:chgData name="Evgeny Aronov" userId="5a3f2c2d-7cb3-4639-98f6-49ea1b95a8be" providerId="ADAL" clId="{7A0B7755-50D3-447F-A517-839583F34A5D}" dt="2026-05-13T07:27:43.161" v="6979" actId="403"/>
        <pc:sldMkLst>
          <pc:docMk/>
          <pc:sldMk cId="1152746219" sldId="258"/>
        </pc:sldMkLst>
        <pc:spChg chg="mod">
          <ac:chgData name="Evgeny Aronov" userId="5a3f2c2d-7cb3-4639-98f6-49ea1b95a8be" providerId="ADAL" clId="{7A0B7755-50D3-447F-A517-839583F34A5D}" dt="2026-05-13T07:27:43.161" v="6979" actId="403"/>
          <ac:spMkLst>
            <pc:docMk/>
            <pc:sldMk cId="1152746219" sldId="258"/>
            <ac:spMk id="3" creationId="{E2DC7324-9696-406F-BF16-9F8D7198B3C7}"/>
          </ac:spMkLst>
        </pc:spChg>
        <pc:spChg chg="mod">
          <ac:chgData name="Evgeny Aronov" userId="5a3f2c2d-7cb3-4639-98f6-49ea1b95a8be" providerId="ADAL" clId="{7A0B7755-50D3-447F-A517-839583F34A5D}" dt="2026-05-13T07:12:58.344" v="6941" actId="113"/>
          <ac:spMkLst>
            <pc:docMk/>
            <pc:sldMk cId="1152746219" sldId="258"/>
            <ac:spMk id="4" creationId="{A1BBF781-2A46-4E61-9879-9417A1CB86B5}"/>
          </ac:spMkLst>
        </pc:spChg>
      </pc:sldChg>
      <pc:sldChg chg="modSp mod">
        <pc:chgData name="Evgeny Aronov" userId="5a3f2c2d-7cb3-4639-98f6-49ea1b95a8be" providerId="ADAL" clId="{7A0B7755-50D3-447F-A517-839583F34A5D}" dt="2026-05-05T08:05:36.103" v="2969" actId="1076"/>
        <pc:sldMkLst>
          <pc:docMk/>
          <pc:sldMk cId="0" sldId="259"/>
        </pc:sldMkLst>
        <pc:spChg chg="mod">
          <ac:chgData name="Evgeny Aronov" userId="5a3f2c2d-7cb3-4639-98f6-49ea1b95a8be" providerId="ADAL" clId="{7A0B7755-50D3-447F-A517-839583F34A5D}" dt="2026-05-05T08:05:36.103" v="2969" actId="1076"/>
          <ac:spMkLst>
            <pc:docMk/>
            <pc:sldMk cId="0" sldId="259"/>
            <ac:spMk id="2" creationId="{00000000-0000-0000-0000-000000000000}"/>
          </ac:spMkLst>
        </pc:spChg>
        <pc:spChg chg="mod">
          <ac:chgData name="Evgeny Aronov" userId="5a3f2c2d-7cb3-4639-98f6-49ea1b95a8be" providerId="ADAL" clId="{7A0B7755-50D3-447F-A517-839583F34A5D}" dt="2026-05-05T07:59:20.232" v="2889" actId="403"/>
          <ac:spMkLst>
            <pc:docMk/>
            <pc:sldMk cId="0" sldId="259"/>
            <ac:spMk id="12" creationId="{00000000-0000-0000-0000-000000000000}"/>
          </ac:spMkLst>
        </pc:spChg>
        <pc:spChg chg="mod">
          <ac:chgData name="Evgeny Aronov" userId="5a3f2c2d-7cb3-4639-98f6-49ea1b95a8be" providerId="ADAL" clId="{7A0B7755-50D3-447F-A517-839583F34A5D}" dt="2026-05-05T07:59:39.675" v="2891" actId="404"/>
          <ac:spMkLst>
            <pc:docMk/>
            <pc:sldMk cId="0" sldId="259"/>
            <ac:spMk id="16" creationId="{00000000-0000-0000-0000-000000000000}"/>
          </ac:spMkLst>
        </pc:spChg>
      </pc:sldChg>
      <pc:sldChg chg="modSp add mod">
        <pc:chgData name="Evgeny Aronov" userId="5a3f2c2d-7cb3-4639-98f6-49ea1b95a8be" providerId="ADAL" clId="{7A0B7755-50D3-447F-A517-839583F34A5D}" dt="2026-05-06T05:59:45.489" v="4595" actId="313"/>
        <pc:sldMkLst>
          <pc:docMk/>
          <pc:sldMk cId="3932126503" sldId="260"/>
        </pc:sldMkLst>
        <pc:spChg chg="mod">
          <ac:chgData name="Evgeny Aronov" userId="5a3f2c2d-7cb3-4639-98f6-49ea1b95a8be" providerId="ADAL" clId="{7A0B7755-50D3-447F-A517-839583F34A5D}" dt="2026-04-30T08:53:55.776" v="157" actId="1076"/>
          <ac:spMkLst>
            <pc:docMk/>
            <pc:sldMk cId="3932126503" sldId="260"/>
            <ac:spMk id="4" creationId="{9C8C3568-8D33-D984-5C93-D40729DF64C5}"/>
          </ac:spMkLst>
        </pc:spChg>
        <pc:spChg chg="mod">
          <ac:chgData name="Evgeny Aronov" userId="5a3f2c2d-7cb3-4639-98f6-49ea1b95a8be" providerId="ADAL" clId="{7A0B7755-50D3-447F-A517-839583F34A5D}" dt="2026-04-30T08:54:08.150" v="171" actId="1035"/>
          <ac:spMkLst>
            <pc:docMk/>
            <pc:sldMk cId="3932126503" sldId="260"/>
            <ac:spMk id="6" creationId="{0A1C060F-1D16-4A9B-2564-FE2AEB0CBF3D}"/>
          </ac:spMkLst>
        </pc:spChg>
        <pc:spChg chg="mod">
          <ac:chgData name="Evgeny Aronov" userId="5a3f2c2d-7cb3-4639-98f6-49ea1b95a8be" providerId="ADAL" clId="{7A0B7755-50D3-447F-A517-839583F34A5D}" dt="2026-04-30T08:54:08.150" v="171" actId="1035"/>
          <ac:spMkLst>
            <pc:docMk/>
            <pc:sldMk cId="3932126503" sldId="260"/>
            <ac:spMk id="9" creationId="{06C926AC-9764-DBAA-1FAF-AB6E5974C7E3}"/>
          </ac:spMkLst>
        </pc:spChg>
        <pc:spChg chg="mod">
          <ac:chgData name="Evgeny Aronov" userId="5a3f2c2d-7cb3-4639-98f6-49ea1b95a8be" providerId="ADAL" clId="{7A0B7755-50D3-447F-A517-839583F34A5D}" dt="2026-04-30T08:54:08.150" v="171" actId="1035"/>
          <ac:spMkLst>
            <pc:docMk/>
            <pc:sldMk cId="3932126503" sldId="260"/>
            <ac:spMk id="12" creationId="{ED04D223-EF4A-ABE0-C1CB-0781A1FD2581}"/>
          </ac:spMkLst>
        </pc:spChg>
        <pc:spChg chg="mod">
          <ac:chgData name="Evgeny Aronov" userId="5a3f2c2d-7cb3-4639-98f6-49ea1b95a8be" providerId="ADAL" clId="{7A0B7755-50D3-447F-A517-839583F34A5D}" dt="2026-04-30T08:55:08.274" v="196" actId="57"/>
          <ac:spMkLst>
            <pc:docMk/>
            <pc:sldMk cId="3932126503" sldId="260"/>
            <ac:spMk id="14" creationId="{C9BB659B-D6CF-7199-0BCC-78B22C807190}"/>
          </ac:spMkLst>
        </pc:spChg>
        <pc:spChg chg="mod">
          <ac:chgData name="Evgeny Aronov" userId="5a3f2c2d-7cb3-4639-98f6-49ea1b95a8be" providerId="ADAL" clId="{7A0B7755-50D3-447F-A517-839583F34A5D}" dt="2026-04-30T08:54:08.150" v="171" actId="1035"/>
          <ac:spMkLst>
            <pc:docMk/>
            <pc:sldMk cId="3932126503" sldId="260"/>
            <ac:spMk id="15" creationId="{518A3668-28F9-0172-4754-06A29AA7FA09}"/>
          </ac:spMkLst>
        </pc:spChg>
        <pc:spChg chg="mod">
          <ac:chgData name="Evgeny Aronov" userId="5a3f2c2d-7cb3-4639-98f6-49ea1b95a8be" providerId="ADAL" clId="{7A0B7755-50D3-447F-A517-839583F34A5D}" dt="2026-04-30T08:57:55.925" v="270" actId="1035"/>
          <ac:spMkLst>
            <pc:docMk/>
            <pc:sldMk cId="3932126503" sldId="260"/>
            <ac:spMk id="37" creationId="{4411BF5C-B274-947B-71F9-256A2DDF0A39}"/>
          </ac:spMkLst>
        </pc:spChg>
        <pc:spChg chg="mod">
          <ac:chgData name="Evgeny Aronov" userId="5a3f2c2d-7cb3-4639-98f6-49ea1b95a8be" providerId="ADAL" clId="{7A0B7755-50D3-447F-A517-839583F34A5D}" dt="2026-04-30T08:57:55.925" v="270" actId="1035"/>
          <ac:spMkLst>
            <pc:docMk/>
            <pc:sldMk cId="3932126503" sldId="260"/>
            <ac:spMk id="38" creationId="{76FF7B5C-EB54-DF95-ED84-7A6363A87624}"/>
          </ac:spMkLst>
        </pc:spChg>
        <pc:spChg chg="mod">
          <ac:chgData name="Evgeny Aronov" userId="5a3f2c2d-7cb3-4639-98f6-49ea1b95a8be" providerId="ADAL" clId="{7A0B7755-50D3-447F-A517-839583F34A5D}" dt="2026-04-30T08:57:55.925" v="270" actId="1035"/>
          <ac:spMkLst>
            <pc:docMk/>
            <pc:sldMk cId="3932126503" sldId="260"/>
            <ac:spMk id="39" creationId="{04BF02DF-9540-8221-F218-DEEA91DFBC80}"/>
          </ac:spMkLst>
        </pc:spChg>
        <pc:spChg chg="mod">
          <ac:chgData name="Evgeny Aronov" userId="5a3f2c2d-7cb3-4639-98f6-49ea1b95a8be" providerId="ADAL" clId="{7A0B7755-50D3-447F-A517-839583F34A5D}" dt="2026-04-30T08:57:55.925" v="270" actId="1035"/>
          <ac:spMkLst>
            <pc:docMk/>
            <pc:sldMk cId="3932126503" sldId="260"/>
            <ac:spMk id="40" creationId="{5A6C4595-B39C-A86F-ADAA-F33A1A7E7CC4}"/>
          </ac:spMkLst>
        </pc:spChg>
        <pc:spChg chg="mod">
          <ac:chgData name="Evgeny Aronov" userId="5a3f2c2d-7cb3-4639-98f6-49ea1b95a8be" providerId="ADAL" clId="{7A0B7755-50D3-447F-A517-839583F34A5D}" dt="2026-05-06T05:59:45.489" v="4595" actId="313"/>
          <ac:spMkLst>
            <pc:docMk/>
            <pc:sldMk cId="3932126503" sldId="260"/>
            <ac:spMk id="41" creationId="{F7BA9A82-4F24-AC5E-F9D4-86CCA91D3FC5}"/>
          </ac:spMkLst>
        </pc:spChg>
        <pc:spChg chg="mod">
          <ac:chgData name="Evgeny Aronov" userId="5a3f2c2d-7cb3-4639-98f6-49ea1b95a8be" providerId="ADAL" clId="{7A0B7755-50D3-447F-A517-839583F34A5D}" dt="2026-04-30T08:57:55.925" v="270" actId="1035"/>
          <ac:spMkLst>
            <pc:docMk/>
            <pc:sldMk cId="3932126503" sldId="260"/>
            <ac:spMk id="42" creationId="{FA3AC458-A099-45C8-C2CD-638AD900F56F}"/>
          </ac:spMkLst>
        </pc:spChg>
        <pc:spChg chg="mod">
          <ac:chgData name="Evgeny Aronov" userId="5a3f2c2d-7cb3-4639-98f6-49ea1b95a8be" providerId="ADAL" clId="{7A0B7755-50D3-447F-A517-839583F34A5D}" dt="2026-04-30T08:57:47.679" v="258" actId="1036"/>
          <ac:spMkLst>
            <pc:docMk/>
            <pc:sldMk cId="3932126503" sldId="260"/>
            <ac:spMk id="47" creationId="{A3FB1064-BCDD-ECC8-E7DE-20A3EBB1BF65}"/>
          </ac:spMkLst>
        </pc:spChg>
      </pc:sldChg>
      <pc:sldChg chg="modSp add mod modAnim">
        <pc:chgData name="Evgeny Aronov" userId="5a3f2c2d-7cb3-4639-98f6-49ea1b95a8be" providerId="ADAL" clId="{7A0B7755-50D3-447F-A517-839583F34A5D}" dt="2026-05-06T12:09:21.464" v="6239"/>
        <pc:sldMkLst>
          <pc:docMk/>
          <pc:sldMk cId="0" sldId="261"/>
        </pc:sldMkLst>
        <pc:spChg chg="mod">
          <ac:chgData name="Evgeny Aronov" userId="5a3f2c2d-7cb3-4639-98f6-49ea1b95a8be" providerId="ADAL" clId="{7A0B7755-50D3-447F-A517-839583F34A5D}" dt="2026-05-06T06:03:55.583" v="4619" actId="20577"/>
          <ac:spMkLst>
            <pc:docMk/>
            <pc:sldMk cId="0" sldId="261"/>
            <ac:spMk id="367" creationId="{00000000-0000-0000-0000-000000000000}"/>
          </ac:spMkLst>
        </pc:spChg>
        <pc:spChg chg="mod">
          <ac:chgData name="Evgeny Aronov" userId="5a3f2c2d-7cb3-4639-98f6-49ea1b95a8be" providerId="ADAL" clId="{7A0B7755-50D3-447F-A517-839583F34A5D}" dt="2026-05-06T06:03:43.837" v="4614" actId="20577"/>
          <ac:spMkLst>
            <pc:docMk/>
            <pc:sldMk cId="0" sldId="261"/>
            <ac:spMk id="401" creationId="{00000000-0000-0000-0000-000000000000}"/>
          </ac:spMkLst>
        </pc:spChg>
        <pc:spChg chg="mod">
          <ac:chgData name="Evgeny Aronov" userId="5a3f2c2d-7cb3-4639-98f6-49ea1b95a8be" providerId="ADAL" clId="{7A0B7755-50D3-447F-A517-839583F34A5D}" dt="2026-05-06T06:03:47.044" v="4616" actId="20577"/>
          <ac:spMkLst>
            <pc:docMk/>
            <pc:sldMk cId="0" sldId="261"/>
            <ac:spMk id="402" creationId="{00000000-0000-0000-0000-000000000000}"/>
          </ac:spMkLst>
        </pc:spChg>
      </pc:sldChg>
      <pc:sldChg chg="delSp modSp mod">
        <pc:chgData name="Evgeny Aronov" userId="5a3f2c2d-7cb3-4639-98f6-49ea1b95a8be" providerId="ADAL" clId="{7A0B7755-50D3-447F-A517-839583F34A5D}" dt="2026-05-06T12:48:49.606" v="6451" actId="478"/>
        <pc:sldMkLst>
          <pc:docMk/>
          <pc:sldMk cId="0" sldId="263"/>
        </pc:sldMkLst>
        <pc:spChg chg="mod">
          <ac:chgData name="Evgeny Aronov" userId="5a3f2c2d-7cb3-4639-98f6-49ea1b95a8be" providerId="ADAL" clId="{7A0B7755-50D3-447F-A517-839583F34A5D}" dt="2026-05-05T08:10:31.071" v="3081" actId="255"/>
          <ac:spMkLst>
            <pc:docMk/>
            <pc:sldMk cId="0" sldId="263"/>
            <ac:spMk id="24" creationId="{00000000-0000-0000-0000-000000000000}"/>
          </ac:spMkLst>
        </pc:spChg>
      </pc:sldChg>
      <pc:sldChg chg="addSp delSp modSp mod ord">
        <pc:chgData name="Evgeny Aronov" userId="5a3f2c2d-7cb3-4639-98f6-49ea1b95a8be" providerId="ADAL" clId="{7A0B7755-50D3-447F-A517-839583F34A5D}" dt="2026-05-06T11:04:08.312" v="5746"/>
        <pc:sldMkLst>
          <pc:docMk/>
          <pc:sldMk cId="0" sldId="264"/>
        </pc:sldMkLst>
        <pc:spChg chg="mod">
          <ac:chgData name="Evgeny Aronov" userId="5a3f2c2d-7cb3-4639-98f6-49ea1b95a8be" providerId="ADAL" clId="{7A0B7755-50D3-447F-A517-839583F34A5D}" dt="2026-05-05T08:10:46.791" v="3083" actId="207"/>
          <ac:spMkLst>
            <pc:docMk/>
            <pc:sldMk cId="0" sldId="264"/>
            <ac:spMk id="3" creationId="{00000000-0000-0000-0000-000000000000}"/>
          </ac:spMkLst>
        </pc:spChg>
        <pc:spChg chg="mod">
          <ac:chgData name="Evgeny Aronov" userId="5a3f2c2d-7cb3-4639-98f6-49ea1b95a8be" providerId="ADAL" clId="{7A0B7755-50D3-447F-A517-839583F34A5D}" dt="2026-05-05T08:19:26.104" v="3127" actId="57"/>
          <ac:spMkLst>
            <pc:docMk/>
            <pc:sldMk cId="0" sldId="264"/>
            <ac:spMk id="21" creationId="{00000000-0000-0000-0000-000000000000}"/>
          </ac:spMkLst>
        </pc:spChg>
        <pc:spChg chg="add mod">
          <ac:chgData name="Evgeny Aronov" userId="5a3f2c2d-7cb3-4639-98f6-49ea1b95a8be" providerId="ADAL" clId="{7A0B7755-50D3-447F-A517-839583F34A5D}" dt="2026-05-05T08:55:45.072" v="3129" actId="20577"/>
          <ac:spMkLst>
            <pc:docMk/>
            <pc:sldMk cId="0" sldId="264"/>
            <ac:spMk id="23" creationId="{638FCB74-6F98-99B6-CD23-B784BA22BC34}"/>
          </ac:spMkLst>
        </pc:spChg>
      </pc:sldChg>
      <pc:sldChg chg="delSp modSp mod ord">
        <pc:chgData name="Evgeny Aronov" userId="5a3f2c2d-7cb3-4639-98f6-49ea1b95a8be" providerId="ADAL" clId="{7A0B7755-50D3-447F-A517-839583F34A5D}" dt="2026-05-05T08:55:54.573" v="3130" actId="207"/>
        <pc:sldMkLst>
          <pc:docMk/>
          <pc:sldMk cId="0" sldId="265"/>
        </pc:sldMkLst>
        <pc:spChg chg="mod">
          <ac:chgData name="Evgeny Aronov" userId="5a3f2c2d-7cb3-4639-98f6-49ea1b95a8be" providerId="ADAL" clId="{7A0B7755-50D3-447F-A517-839583F34A5D}" dt="2026-05-05T08:55:54.573" v="3130" actId="207"/>
          <ac:spMkLst>
            <pc:docMk/>
            <pc:sldMk cId="0" sldId="265"/>
            <ac:spMk id="12" creationId="{00000000-0000-0000-0000-000000000000}"/>
          </ac:spMkLst>
        </pc:spChg>
      </pc:sldChg>
      <pc:sldChg chg="addSp delSp modSp add mod">
        <pc:chgData name="Evgeny Aronov" userId="5a3f2c2d-7cb3-4639-98f6-49ea1b95a8be" providerId="ADAL" clId="{7A0B7755-50D3-447F-A517-839583F34A5D}" dt="2026-05-13T07:48:26.646" v="7041" actId="1076"/>
        <pc:sldMkLst>
          <pc:docMk/>
          <pc:sldMk cId="614708320" sldId="269"/>
        </pc:sldMkLst>
        <pc:spChg chg="mod">
          <ac:chgData name="Evgeny Aronov" userId="5a3f2c2d-7cb3-4639-98f6-49ea1b95a8be" providerId="ADAL" clId="{7A0B7755-50D3-447F-A517-839583F34A5D}" dt="2026-05-06T05:58:23.275" v="4540" actId="20577"/>
          <ac:spMkLst>
            <pc:docMk/>
            <pc:sldMk cId="614708320" sldId="269"/>
            <ac:spMk id="2" creationId="{00000000-0000-0000-0000-000000000000}"/>
          </ac:spMkLst>
        </pc:spChg>
        <pc:spChg chg="add mod">
          <ac:chgData name="Evgeny Aronov" userId="5a3f2c2d-7cb3-4639-98f6-49ea1b95a8be" providerId="ADAL" clId="{7A0B7755-50D3-447F-A517-839583F34A5D}" dt="2026-05-06T13:19:14.164" v="6657" actId="113"/>
          <ac:spMkLst>
            <pc:docMk/>
            <pc:sldMk cId="614708320" sldId="269"/>
            <ac:spMk id="3" creationId="{43DC6907-D771-6682-7808-1F61A904465C}"/>
          </ac:spMkLst>
        </pc:spChg>
        <pc:spChg chg="mod">
          <ac:chgData name="Evgeny Aronov" userId="5a3f2c2d-7cb3-4639-98f6-49ea1b95a8be" providerId="ADAL" clId="{7A0B7755-50D3-447F-A517-839583F34A5D}" dt="2026-05-04T10:53:56.173" v="2005" actId="1035"/>
          <ac:spMkLst>
            <pc:docMk/>
            <pc:sldMk cId="614708320" sldId="269"/>
            <ac:spMk id="4" creationId="{00000000-0000-0000-0000-000000000000}"/>
          </ac:spMkLst>
        </pc:spChg>
        <pc:spChg chg="mod">
          <ac:chgData name="Evgeny Aronov" userId="5a3f2c2d-7cb3-4639-98f6-49ea1b95a8be" providerId="ADAL" clId="{7A0B7755-50D3-447F-A517-839583F34A5D}" dt="2026-05-06T13:19:22.047" v="6660" actId="20577"/>
          <ac:spMkLst>
            <pc:docMk/>
            <pc:sldMk cId="614708320" sldId="269"/>
            <ac:spMk id="6" creationId="{00000000-0000-0000-0000-000000000000}"/>
          </ac:spMkLst>
        </pc:spChg>
        <pc:spChg chg="mod">
          <ac:chgData name="Evgeny Aronov" userId="5a3f2c2d-7cb3-4639-98f6-49ea1b95a8be" providerId="ADAL" clId="{7A0B7755-50D3-447F-A517-839583F34A5D}" dt="2026-05-05T09:44:20.603" v="3131"/>
          <ac:spMkLst>
            <pc:docMk/>
            <pc:sldMk cId="614708320" sldId="269"/>
            <ac:spMk id="7" creationId="{00000000-0000-0000-0000-000000000000}"/>
          </ac:spMkLst>
        </pc:spChg>
        <pc:spChg chg="mod">
          <ac:chgData name="Evgeny Aronov" userId="5a3f2c2d-7cb3-4639-98f6-49ea1b95a8be" providerId="ADAL" clId="{7A0B7755-50D3-447F-A517-839583F34A5D}" dt="2026-05-04T10:53:56.173" v="2005" actId="1035"/>
          <ac:spMkLst>
            <pc:docMk/>
            <pc:sldMk cId="614708320" sldId="269"/>
            <ac:spMk id="8" creationId="{00000000-0000-0000-0000-000000000000}"/>
          </ac:spMkLst>
        </pc:spChg>
        <pc:spChg chg="mod">
          <ac:chgData name="Evgeny Aronov" userId="5a3f2c2d-7cb3-4639-98f6-49ea1b95a8be" providerId="ADAL" clId="{7A0B7755-50D3-447F-A517-839583F34A5D}" dt="2026-05-04T10:53:56.173" v="2005" actId="1035"/>
          <ac:spMkLst>
            <pc:docMk/>
            <pc:sldMk cId="614708320" sldId="269"/>
            <ac:spMk id="9" creationId="{00000000-0000-0000-0000-000000000000}"/>
          </ac:spMkLst>
        </pc:spChg>
        <pc:spChg chg="mod">
          <ac:chgData name="Evgeny Aronov" userId="5a3f2c2d-7cb3-4639-98f6-49ea1b95a8be" providerId="ADAL" clId="{7A0B7755-50D3-447F-A517-839583F34A5D}" dt="2026-05-04T10:51:20.851" v="1920" actId="20577"/>
          <ac:spMkLst>
            <pc:docMk/>
            <pc:sldMk cId="614708320" sldId="269"/>
            <ac:spMk id="10" creationId="{00000000-0000-0000-0000-000000000000}"/>
          </ac:spMkLst>
        </pc:spChg>
        <pc:spChg chg="mod">
          <ac:chgData name="Evgeny Aronov" userId="5a3f2c2d-7cb3-4639-98f6-49ea1b95a8be" providerId="ADAL" clId="{7A0B7755-50D3-447F-A517-839583F34A5D}" dt="2026-05-06T13:18:55.132" v="6653" actId="20577"/>
          <ac:spMkLst>
            <pc:docMk/>
            <pc:sldMk cId="614708320" sldId="269"/>
            <ac:spMk id="11" creationId="{00000000-0000-0000-0000-000000000000}"/>
          </ac:spMkLst>
        </pc:spChg>
        <pc:spChg chg="mod">
          <ac:chgData name="Evgeny Aronov" userId="5a3f2c2d-7cb3-4639-98f6-49ea1b95a8be" providerId="ADAL" clId="{7A0B7755-50D3-447F-A517-839583F34A5D}" dt="2026-05-04T10:53:56.173" v="2005" actId="1035"/>
          <ac:spMkLst>
            <pc:docMk/>
            <pc:sldMk cId="614708320" sldId="269"/>
            <ac:spMk id="12" creationId="{00000000-0000-0000-0000-000000000000}"/>
          </ac:spMkLst>
        </pc:spChg>
        <pc:spChg chg="mod">
          <ac:chgData name="Evgeny Aronov" userId="5a3f2c2d-7cb3-4639-98f6-49ea1b95a8be" providerId="ADAL" clId="{7A0B7755-50D3-447F-A517-839583F34A5D}" dt="2026-05-04T10:51:33.688" v="1930" actId="20577"/>
          <ac:spMkLst>
            <pc:docMk/>
            <pc:sldMk cId="614708320" sldId="269"/>
            <ac:spMk id="14" creationId="{00000000-0000-0000-0000-000000000000}"/>
          </ac:spMkLst>
        </pc:spChg>
        <pc:spChg chg="mod">
          <ac:chgData name="Evgeny Aronov" userId="5a3f2c2d-7cb3-4639-98f6-49ea1b95a8be" providerId="ADAL" clId="{7A0B7755-50D3-447F-A517-839583F34A5D}" dt="2026-05-04T10:53:56.173" v="2005" actId="1035"/>
          <ac:spMkLst>
            <pc:docMk/>
            <pc:sldMk cId="614708320" sldId="269"/>
            <ac:spMk id="15" creationId="{00000000-0000-0000-0000-000000000000}"/>
          </ac:spMkLst>
        </pc:spChg>
        <pc:spChg chg="mod">
          <ac:chgData name="Evgeny Aronov" userId="5a3f2c2d-7cb3-4639-98f6-49ea1b95a8be" providerId="ADAL" clId="{7A0B7755-50D3-447F-A517-839583F34A5D}" dt="2026-05-04T10:53:56.173" v="2005" actId="1035"/>
          <ac:spMkLst>
            <pc:docMk/>
            <pc:sldMk cId="614708320" sldId="269"/>
            <ac:spMk id="16" creationId="{00000000-0000-0000-0000-000000000000}"/>
          </ac:spMkLst>
        </pc:spChg>
        <pc:spChg chg="mod">
          <ac:chgData name="Evgeny Aronov" userId="5a3f2c2d-7cb3-4639-98f6-49ea1b95a8be" providerId="ADAL" clId="{7A0B7755-50D3-447F-A517-839583F34A5D}" dt="2026-05-04T10:53:56.173" v="2005" actId="1035"/>
          <ac:spMkLst>
            <pc:docMk/>
            <pc:sldMk cId="614708320" sldId="269"/>
            <ac:spMk id="17" creationId="{00000000-0000-0000-0000-000000000000}"/>
          </ac:spMkLst>
        </pc:spChg>
        <pc:spChg chg="mod">
          <ac:chgData name="Evgeny Aronov" userId="5a3f2c2d-7cb3-4639-98f6-49ea1b95a8be" providerId="ADAL" clId="{7A0B7755-50D3-447F-A517-839583F34A5D}" dt="2026-05-04T10:52:01.998" v="1940" actId="20577"/>
          <ac:spMkLst>
            <pc:docMk/>
            <pc:sldMk cId="614708320" sldId="269"/>
            <ac:spMk id="18" creationId="{00000000-0000-0000-0000-000000000000}"/>
          </ac:spMkLst>
        </pc:spChg>
        <pc:spChg chg="mod">
          <ac:chgData name="Evgeny Aronov" userId="5a3f2c2d-7cb3-4639-98f6-49ea1b95a8be" providerId="ADAL" clId="{7A0B7755-50D3-447F-A517-839583F34A5D}" dt="2026-05-13T07:48:26.646" v="7041" actId="1076"/>
          <ac:spMkLst>
            <pc:docMk/>
            <pc:sldMk cId="614708320" sldId="269"/>
            <ac:spMk id="19" creationId="{00000000-0000-0000-0000-000000000000}"/>
          </ac:spMkLst>
        </pc:spChg>
        <pc:spChg chg="mod">
          <ac:chgData name="Evgeny Aronov" userId="5a3f2c2d-7cb3-4639-98f6-49ea1b95a8be" providerId="ADAL" clId="{7A0B7755-50D3-447F-A517-839583F34A5D}" dt="2026-05-05T09:48:51.020" v="3141" actId="20577"/>
          <ac:spMkLst>
            <pc:docMk/>
            <pc:sldMk cId="614708320" sldId="269"/>
            <ac:spMk id="22" creationId="{00000000-0000-0000-0000-000000000000}"/>
          </ac:spMkLst>
        </pc:spChg>
        <pc:spChg chg="mod">
          <ac:chgData name="Evgeny Aronov" userId="5a3f2c2d-7cb3-4639-98f6-49ea1b95a8be" providerId="ADAL" clId="{7A0B7755-50D3-447F-A517-839583F34A5D}" dt="2026-05-05T09:50:55.929" v="3145" actId="20577"/>
          <ac:spMkLst>
            <pc:docMk/>
            <pc:sldMk cId="614708320" sldId="269"/>
            <ac:spMk id="23" creationId="{00000000-0000-0000-0000-000000000000}"/>
          </ac:spMkLst>
        </pc:spChg>
        <pc:spChg chg="add mod">
          <ac:chgData name="Evgeny Aronov" userId="5a3f2c2d-7cb3-4639-98f6-49ea1b95a8be" providerId="ADAL" clId="{7A0B7755-50D3-447F-A517-839583F34A5D}" dt="2026-05-05T09:48:24.222" v="3140" actId="1076"/>
          <ac:spMkLst>
            <pc:docMk/>
            <pc:sldMk cId="614708320" sldId="269"/>
            <ac:spMk id="25" creationId="{F02FFB04-74FC-203A-DC0D-1C8A5AEE700B}"/>
          </ac:spMkLst>
        </pc:spChg>
        <pc:spChg chg="add mod">
          <ac:chgData name="Evgeny Aronov" userId="5a3f2c2d-7cb3-4639-98f6-49ea1b95a8be" providerId="ADAL" clId="{7A0B7755-50D3-447F-A517-839583F34A5D}" dt="2026-05-05T09:53:24.892" v="3147" actId="20577"/>
          <ac:spMkLst>
            <pc:docMk/>
            <pc:sldMk cId="614708320" sldId="269"/>
            <ac:spMk id="27" creationId="{3AC15AAC-E796-2A12-5FB9-58B562E6A5F7}"/>
          </ac:spMkLst>
        </pc:spChg>
      </pc:sldChg>
      <pc:sldChg chg="add ord">
        <pc:chgData name="Evgeny Aronov" userId="5a3f2c2d-7cb3-4639-98f6-49ea1b95a8be" providerId="ADAL" clId="{7A0B7755-50D3-447F-A517-839583F34A5D}" dt="2026-05-05T06:42:29.646" v="2745"/>
        <pc:sldMkLst>
          <pc:docMk/>
          <pc:sldMk cId="1527959329" sldId="271"/>
        </pc:sldMkLst>
      </pc:sldChg>
      <pc:sldChg chg="addSp delSp modSp add mod">
        <pc:chgData name="Evgeny Aronov" userId="5a3f2c2d-7cb3-4639-98f6-49ea1b95a8be" providerId="ADAL" clId="{7A0B7755-50D3-447F-A517-839583F34A5D}" dt="2026-05-13T07:13:20.985" v="6943" actId="108"/>
        <pc:sldMkLst>
          <pc:docMk/>
          <pc:sldMk cId="1543876855" sldId="320"/>
        </pc:sldMkLst>
        <pc:spChg chg="mod">
          <ac:chgData name="Evgeny Aronov" userId="5a3f2c2d-7cb3-4639-98f6-49ea1b95a8be" providerId="ADAL" clId="{7A0B7755-50D3-447F-A517-839583F34A5D}" dt="2026-05-13T07:13:20.985" v="6943" actId="108"/>
          <ac:spMkLst>
            <pc:docMk/>
            <pc:sldMk cId="1543876855" sldId="320"/>
            <ac:spMk id="4" creationId="{8ABE2867-B49C-43EB-BF7C-5FC65E408925}"/>
          </ac:spMkLst>
        </pc:spChg>
      </pc:sldChg>
      <pc:sldChg chg="modSp">
        <pc:chgData name="Evgeny Aronov" userId="5a3f2c2d-7cb3-4639-98f6-49ea1b95a8be" providerId="ADAL" clId="{7A0B7755-50D3-447F-A517-839583F34A5D}" dt="2026-05-06T06:11:47.484" v="4660"/>
        <pc:sldMkLst>
          <pc:docMk/>
          <pc:sldMk cId="2902903177" sldId="326"/>
        </pc:sldMkLst>
        <pc:spChg chg="mod">
          <ac:chgData name="Evgeny Aronov" userId="5a3f2c2d-7cb3-4639-98f6-49ea1b95a8be" providerId="ADAL" clId="{7A0B7755-50D3-447F-A517-839583F34A5D}" dt="2026-05-06T06:11:47.484" v="4660"/>
          <ac:spMkLst>
            <pc:docMk/>
            <pc:sldMk cId="2902903177" sldId="326"/>
            <ac:spMk id="4" creationId="{63E81AB5-3ABA-2EA8-5362-FF7D5310D54B}"/>
          </ac:spMkLst>
        </pc:spChg>
      </pc:sldChg>
      <pc:sldChg chg="modSp mod">
        <pc:chgData name="Evgeny Aronov" userId="5a3f2c2d-7cb3-4639-98f6-49ea1b95a8be" providerId="ADAL" clId="{7A0B7755-50D3-447F-A517-839583F34A5D}" dt="2026-05-06T06:11:30.754" v="4659" actId="6549"/>
        <pc:sldMkLst>
          <pc:docMk/>
          <pc:sldMk cId="2395240949" sldId="327"/>
        </pc:sldMkLst>
        <pc:spChg chg="mod">
          <ac:chgData name="Evgeny Aronov" userId="5a3f2c2d-7cb3-4639-98f6-49ea1b95a8be" providerId="ADAL" clId="{7A0B7755-50D3-447F-A517-839583F34A5D}" dt="2026-05-06T06:11:30.754" v="4659" actId="6549"/>
          <ac:spMkLst>
            <pc:docMk/>
            <pc:sldMk cId="2395240949" sldId="327"/>
            <ac:spMk id="4" creationId="{F9AAC227-7F59-8A37-2489-A88BAE011477}"/>
          </ac:spMkLst>
        </pc:spChg>
        <pc:spChg chg="mod">
          <ac:chgData name="Evgeny Aronov" userId="5a3f2c2d-7cb3-4639-98f6-49ea1b95a8be" providerId="ADAL" clId="{7A0B7755-50D3-447F-A517-839583F34A5D}" dt="2026-05-06T05:56:33.200" v="4456" actId="14100"/>
          <ac:spMkLst>
            <pc:docMk/>
            <pc:sldMk cId="2395240949" sldId="327"/>
            <ac:spMk id="9" creationId="{204BD7D2-765E-7F3A-7EFE-5E0C852063E2}"/>
          </ac:spMkLst>
        </pc:spChg>
      </pc:sldChg>
      <pc:sldChg chg="modSp mod ord">
        <pc:chgData name="Evgeny Aronov" userId="5a3f2c2d-7cb3-4639-98f6-49ea1b95a8be" providerId="ADAL" clId="{7A0B7755-50D3-447F-A517-839583F34A5D}" dt="2026-05-06T04:37:38.473" v="3995" actId="14100"/>
        <pc:sldMkLst>
          <pc:docMk/>
          <pc:sldMk cId="2985150689" sldId="376"/>
        </pc:sldMkLst>
        <pc:spChg chg="mod">
          <ac:chgData name="Evgeny Aronov" userId="5a3f2c2d-7cb3-4639-98f6-49ea1b95a8be" providerId="ADAL" clId="{7A0B7755-50D3-447F-A517-839583F34A5D}" dt="2026-05-06T04:37:38.473" v="3995" actId="14100"/>
          <ac:spMkLst>
            <pc:docMk/>
            <pc:sldMk cId="2985150689" sldId="376"/>
            <ac:spMk id="15" creationId="{53D58C65-00B6-06DB-96BC-8A9C19903B3D}"/>
          </ac:spMkLst>
        </pc:spChg>
      </pc:sldChg>
      <pc:sldChg chg="modSp mod ord">
        <pc:chgData name="Evgeny Aronov" userId="5a3f2c2d-7cb3-4639-98f6-49ea1b95a8be" providerId="ADAL" clId="{7A0B7755-50D3-447F-A517-839583F34A5D}" dt="2026-05-06T04:36:43.918" v="3989" actId="20577"/>
        <pc:sldMkLst>
          <pc:docMk/>
          <pc:sldMk cId="3324846720" sldId="426"/>
        </pc:sldMkLst>
        <pc:spChg chg="mod">
          <ac:chgData name="Evgeny Aronov" userId="5a3f2c2d-7cb3-4639-98f6-49ea1b95a8be" providerId="ADAL" clId="{7A0B7755-50D3-447F-A517-839583F34A5D}" dt="2026-05-06T04:36:43.918" v="3989" actId="20577"/>
          <ac:spMkLst>
            <pc:docMk/>
            <pc:sldMk cId="3324846720" sldId="426"/>
            <ac:spMk id="2" creationId="{FFC961C1-98E3-0803-7807-BCEB42065B57}"/>
          </ac:spMkLst>
        </pc:spChg>
      </pc:sldChg>
      <pc:sldChg chg="addSp delSp modSp mod ord">
        <pc:chgData name="Evgeny Aronov" userId="5a3f2c2d-7cb3-4639-98f6-49ea1b95a8be" providerId="ADAL" clId="{7A0B7755-50D3-447F-A517-839583F34A5D}" dt="2026-05-06T06:12:15.474" v="4663"/>
        <pc:sldMkLst>
          <pc:docMk/>
          <pc:sldMk cId="2746005780" sldId="428"/>
        </pc:sldMkLst>
        <pc:spChg chg="add mod">
          <ac:chgData name="Evgeny Aronov" userId="5a3f2c2d-7cb3-4639-98f6-49ea1b95a8be" providerId="ADAL" clId="{7A0B7755-50D3-447F-A517-839583F34A5D}" dt="2026-05-06T04:37:00.412" v="3992" actId="14100"/>
          <ac:spMkLst>
            <pc:docMk/>
            <pc:sldMk cId="2746005780" sldId="428"/>
            <ac:spMk id="2" creationId="{0F907613-B371-C6E4-6C78-295A924B1D7F}"/>
          </ac:spMkLst>
        </pc:spChg>
        <pc:spChg chg="mod">
          <ac:chgData name="Evgeny Aronov" userId="5a3f2c2d-7cb3-4639-98f6-49ea1b95a8be" providerId="ADAL" clId="{7A0B7755-50D3-447F-A517-839583F34A5D}" dt="2026-05-06T06:12:15.474" v="4663"/>
          <ac:spMkLst>
            <pc:docMk/>
            <pc:sldMk cId="2746005780" sldId="428"/>
            <ac:spMk id="6" creationId="{25EFD76E-9A78-EB75-D469-5C21262C0E9E}"/>
          </ac:spMkLst>
        </pc:spChg>
      </pc:sldChg>
      <pc:sldChg chg="addSp delSp modSp mod">
        <pc:chgData name="Evgeny Aronov" userId="5a3f2c2d-7cb3-4639-98f6-49ea1b95a8be" providerId="ADAL" clId="{7A0B7755-50D3-447F-A517-839583F34A5D}" dt="2026-05-13T07:50:10.352" v="7053" actId="1076"/>
        <pc:sldMkLst>
          <pc:docMk/>
          <pc:sldMk cId="3704900283" sldId="435"/>
        </pc:sldMkLst>
        <pc:spChg chg="add mod">
          <ac:chgData name="Evgeny Aronov" userId="5a3f2c2d-7cb3-4639-98f6-49ea1b95a8be" providerId="ADAL" clId="{7A0B7755-50D3-447F-A517-839583F34A5D}" dt="2026-05-13T07:50:10.352" v="7053" actId="1076"/>
          <ac:spMkLst>
            <pc:docMk/>
            <pc:sldMk cId="3704900283" sldId="435"/>
            <ac:spMk id="2" creationId="{5FE4016E-58BC-0839-1F62-BA5261053D1E}"/>
          </ac:spMkLst>
        </pc:spChg>
      </pc:sldChg>
      <pc:sldChg chg="add setBg">
        <pc:chgData name="Evgeny Aronov" userId="5a3f2c2d-7cb3-4639-98f6-49ea1b95a8be" providerId="ADAL" clId="{7A0B7755-50D3-447F-A517-839583F34A5D}" dt="2026-04-30T03:31:18.732" v="10"/>
        <pc:sldMkLst>
          <pc:docMk/>
          <pc:sldMk cId="2754418486" sldId="642"/>
        </pc:sldMkLst>
      </pc:sldChg>
      <pc:sldChg chg="add del">
        <pc:chgData name="Evgeny Aronov" userId="5a3f2c2d-7cb3-4639-98f6-49ea1b95a8be" providerId="ADAL" clId="{7A0B7755-50D3-447F-A517-839583F34A5D}" dt="2026-04-30T04:30:36.233" v="93" actId="2696"/>
        <pc:sldMkLst>
          <pc:docMk/>
          <pc:sldMk cId="0" sldId="3515"/>
        </pc:sldMkLst>
      </pc:sldChg>
      <pc:sldChg chg="addSp modSp add mod modClrScheme chgLayout">
        <pc:chgData name="Evgeny Aronov" userId="5a3f2c2d-7cb3-4639-98f6-49ea1b95a8be" providerId="ADAL" clId="{7A0B7755-50D3-447F-A517-839583F34A5D}" dt="2026-05-05T08:13:38.323" v="3087"/>
        <pc:sldMkLst>
          <pc:docMk/>
          <pc:sldMk cId="3326360604" sldId="5578"/>
        </pc:sldMkLst>
        <pc:spChg chg="add mod">
          <ac:chgData name="Evgeny Aronov" userId="5a3f2c2d-7cb3-4639-98f6-49ea1b95a8be" providerId="ADAL" clId="{7A0B7755-50D3-447F-A517-839583F34A5D}" dt="2026-05-05T08:08:41.048" v="3030" actId="1076"/>
          <ac:spMkLst>
            <pc:docMk/>
            <pc:sldMk cId="3326360604" sldId="5578"/>
            <ac:spMk id="11" creationId="{9EDC0DC4-5BBD-D0EF-0411-C35499B531DA}"/>
          </ac:spMkLst>
        </pc:spChg>
        <pc:spChg chg="mod">
          <ac:chgData name="Evgeny Aronov" userId="5a3f2c2d-7cb3-4639-98f6-49ea1b95a8be" providerId="ADAL" clId="{7A0B7755-50D3-447F-A517-839583F34A5D}" dt="2026-05-05T08:13:38.323" v="3087"/>
          <ac:spMkLst>
            <pc:docMk/>
            <pc:sldMk cId="3326360604" sldId="5578"/>
            <ac:spMk id="22" creationId="{20CD77F1-AB85-795B-6915-8C4DCCFDB230}"/>
          </ac:spMkLst>
        </pc:spChg>
        <pc:spChg chg="mod">
          <ac:chgData name="Evgeny Aronov" userId="5a3f2c2d-7cb3-4639-98f6-49ea1b95a8be" providerId="ADAL" clId="{7A0B7755-50D3-447F-A517-839583F34A5D}" dt="2026-05-05T08:09:24.353" v="3076" actId="404"/>
          <ac:spMkLst>
            <pc:docMk/>
            <pc:sldMk cId="3326360604" sldId="5578"/>
            <ac:spMk id="23" creationId="{D73EEBC3-5E32-A713-054D-1B8CC9AC1003}"/>
          </ac:spMkLst>
        </pc:spChg>
        <pc:spChg chg="mod">
          <ac:chgData name="Evgeny Aronov" userId="5a3f2c2d-7cb3-4639-98f6-49ea1b95a8be" providerId="ADAL" clId="{7A0B7755-50D3-447F-A517-839583F34A5D}" dt="2026-05-05T08:09:21.632" v="3075" actId="404"/>
          <ac:spMkLst>
            <pc:docMk/>
            <pc:sldMk cId="3326360604" sldId="5578"/>
            <ac:spMk id="24" creationId="{CE598758-E816-C070-F1E4-D1C9F2D01B16}"/>
          </ac:spMkLst>
        </pc:spChg>
      </pc:sldChg>
      <pc:sldChg chg="modSp add mod">
        <pc:chgData name="Evgeny Aronov" userId="5a3f2c2d-7cb3-4639-98f6-49ea1b95a8be" providerId="ADAL" clId="{7A0B7755-50D3-447F-A517-839583F34A5D}" dt="2026-05-06T06:03:37.641" v="4612" actId="20577"/>
        <pc:sldMkLst>
          <pc:docMk/>
          <pc:sldMk cId="0" sldId="1948345360"/>
        </pc:sldMkLst>
        <pc:spChg chg="mod">
          <ac:chgData name="Evgeny Aronov" userId="5a3f2c2d-7cb3-4639-98f6-49ea1b95a8be" providerId="ADAL" clId="{7A0B7755-50D3-447F-A517-839583F34A5D}" dt="2026-05-06T06:03:34.291" v="4610" actId="20577"/>
          <ac:spMkLst>
            <pc:docMk/>
            <pc:sldMk cId="0" sldId="1948345360"/>
            <ac:spMk id="342" creationId="{00000000-0000-0000-0000-000000000000}"/>
          </ac:spMkLst>
        </pc:spChg>
        <pc:spChg chg="mod">
          <ac:chgData name="Evgeny Aronov" userId="5a3f2c2d-7cb3-4639-98f6-49ea1b95a8be" providerId="ADAL" clId="{7A0B7755-50D3-447F-A517-839583F34A5D}" dt="2026-05-06T06:03:37.641" v="4612" actId="20577"/>
          <ac:spMkLst>
            <pc:docMk/>
            <pc:sldMk cId="0" sldId="1948345360"/>
            <ac:spMk id="343" creationId="{00000000-0000-0000-0000-000000000000}"/>
          </ac:spMkLst>
        </pc:spChg>
      </pc:sldChg>
      <pc:sldChg chg="modSp add mod modAnim">
        <pc:chgData name="Evgeny Aronov" userId="5a3f2c2d-7cb3-4639-98f6-49ea1b95a8be" providerId="ADAL" clId="{7A0B7755-50D3-447F-A517-839583F34A5D}" dt="2026-05-06T12:09:29.205" v="6240"/>
        <pc:sldMkLst>
          <pc:docMk/>
          <pc:sldMk cId="0" sldId="1948345361"/>
        </pc:sldMkLst>
        <pc:spChg chg="mod">
          <ac:chgData name="Evgeny Aronov" userId="5a3f2c2d-7cb3-4639-98f6-49ea1b95a8be" providerId="ADAL" clId="{7A0B7755-50D3-447F-A517-839583F34A5D}" dt="2026-05-06T06:00:34.533" v="4596" actId="20577"/>
          <ac:spMkLst>
            <pc:docMk/>
            <pc:sldMk cId="0" sldId="1948345361"/>
            <ac:spMk id="427" creationId="{00000000-0000-0000-0000-000000000000}"/>
          </ac:spMkLst>
        </pc:spChg>
        <pc:spChg chg="mod">
          <ac:chgData name="Evgeny Aronov" userId="5a3f2c2d-7cb3-4639-98f6-49ea1b95a8be" providerId="ADAL" clId="{7A0B7755-50D3-447F-A517-839583F34A5D}" dt="2026-05-06T06:02:18.596" v="4602" actId="20577"/>
          <ac:spMkLst>
            <pc:docMk/>
            <pc:sldMk cId="0" sldId="1948345361"/>
            <ac:spMk id="475" creationId="{00000000-0000-0000-0000-000000000000}"/>
          </ac:spMkLst>
        </pc:spChg>
        <pc:spChg chg="mod">
          <ac:chgData name="Evgeny Aronov" userId="5a3f2c2d-7cb3-4639-98f6-49ea1b95a8be" providerId="ADAL" clId="{7A0B7755-50D3-447F-A517-839583F34A5D}" dt="2026-05-06T06:02:21.710" v="4604" actId="20577"/>
          <ac:spMkLst>
            <pc:docMk/>
            <pc:sldMk cId="0" sldId="1948345361"/>
            <ac:spMk id="476" creationId="{00000000-0000-0000-0000-000000000000}"/>
          </ac:spMkLst>
        </pc:spChg>
      </pc:sldChg>
      <pc:sldChg chg="modSp add mod modAnim">
        <pc:chgData name="Evgeny Aronov" userId="5a3f2c2d-7cb3-4639-98f6-49ea1b95a8be" providerId="ADAL" clId="{7A0B7755-50D3-447F-A517-839583F34A5D}" dt="2026-05-06T12:08:14.456" v="6235"/>
        <pc:sldMkLst>
          <pc:docMk/>
          <pc:sldMk cId="0" sldId="1948345362"/>
        </pc:sldMkLst>
        <pc:spChg chg="mod">
          <ac:chgData name="Evgeny Aronov" userId="5a3f2c2d-7cb3-4639-98f6-49ea1b95a8be" providerId="ADAL" clId="{7A0B7755-50D3-447F-A517-839583F34A5D}" dt="2026-05-06T06:03:15.815" v="4606" actId="20577"/>
          <ac:spMkLst>
            <pc:docMk/>
            <pc:sldMk cId="0" sldId="1948345362"/>
            <ac:spMk id="541" creationId="{00000000-0000-0000-0000-000000000000}"/>
          </ac:spMkLst>
        </pc:spChg>
        <pc:spChg chg="mod">
          <ac:chgData name="Evgeny Aronov" userId="5a3f2c2d-7cb3-4639-98f6-49ea1b95a8be" providerId="ADAL" clId="{7A0B7755-50D3-447F-A517-839583F34A5D}" dt="2026-05-06T06:03:20.289" v="4608" actId="20577"/>
          <ac:spMkLst>
            <pc:docMk/>
            <pc:sldMk cId="0" sldId="1948345362"/>
            <ac:spMk id="542" creationId="{00000000-0000-0000-0000-000000000000}"/>
          </ac:spMkLst>
        </pc:spChg>
      </pc:sldChg>
      <pc:sldChg chg="modSp mod">
        <pc:chgData name="Evgeny Aronov" userId="5a3f2c2d-7cb3-4639-98f6-49ea1b95a8be" providerId="ADAL" clId="{7A0B7755-50D3-447F-A517-839583F34A5D}" dt="2026-05-06T05:42:14.526" v="4359" actId="6549"/>
        <pc:sldMkLst>
          <pc:docMk/>
          <pc:sldMk cId="1532640583" sldId="2141411538"/>
        </pc:sldMkLst>
        <pc:spChg chg="mod">
          <ac:chgData name="Evgeny Aronov" userId="5a3f2c2d-7cb3-4639-98f6-49ea1b95a8be" providerId="ADAL" clId="{7A0B7755-50D3-447F-A517-839583F34A5D}" dt="2026-05-06T05:42:14.526" v="4359" actId="6549"/>
          <ac:spMkLst>
            <pc:docMk/>
            <pc:sldMk cId="1532640583" sldId="2141411538"/>
            <ac:spMk id="16" creationId="{E6BD4392-40A4-94D4-42C9-F4ADA5A821CD}"/>
          </ac:spMkLst>
        </pc:spChg>
      </pc:sldChg>
      <pc:sldChg chg="modSp mod ord">
        <pc:chgData name="Evgeny Aronov" userId="5a3f2c2d-7cb3-4639-98f6-49ea1b95a8be" providerId="ADAL" clId="{7A0B7755-50D3-447F-A517-839583F34A5D}" dt="2026-05-06T06:08:08.321" v="4646"/>
        <pc:sldMkLst>
          <pc:docMk/>
          <pc:sldMk cId="576212208" sldId="2141411542"/>
        </pc:sldMkLst>
        <pc:spChg chg="mod">
          <ac:chgData name="Evgeny Aronov" userId="5a3f2c2d-7cb3-4639-98f6-49ea1b95a8be" providerId="ADAL" clId="{7A0B7755-50D3-447F-A517-839583F34A5D}" dt="2026-05-06T06:08:08.321" v="4646"/>
          <ac:spMkLst>
            <pc:docMk/>
            <pc:sldMk cId="576212208" sldId="2141411542"/>
            <ac:spMk id="19" creationId="{6877DF96-0B5F-AFBE-D88F-97871E0C1A7A}"/>
          </ac:spMkLst>
        </pc:spChg>
      </pc:sldChg>
      <pc:sldChg chg="addSp modSp add mod ord setBg">
        <pc:chgData name="Evgeny Aronov" userId="5a3f2c2d-7cb3-4639-98f6-49ea1b95a8be" providerId="ADAL" clId="{7A0B7755-50D3-447F-A517-839583F34A5D}" dt="2026-05-06T04:39:42.217" v="4014" actId="1076"/>
        <pc:sldMkLst>
          <pc:docMk/>
          <pc:sldMk cId="3931724863" sldId="2141411546"/>
        </pc:sldMkLst>
        <pc:spChg chg="add mod">
          <ac:chgData name="Evgeny Aronov" userId="5a3f2c2d-7cb3-4639-98f6-49ea1b95a8be" providerId="ADAL" clId="{7A0B7755-50D3-447F-A517-839583F34A5D}" dt="2026-05-06T04:39:42.217" v="4014" actId="1076"/>
          <ac:spMkLst>
            <pc:docMk/>
            <pc:sldMk cId="3931724863" sldId="2141411546"/>
            <ac:spMk id="5" creationId="{CA37C32A-7B69-E3A2-A166-552FDADC94E8}"/>
          </ac:spMkLst>
        </pc:spChg>
        <pc:spChg chg="mod">
          <ac:chgData name="Evgeny Aronov" userId="5a3f2c2d-7cb3-4639-98f6-49ea1b95a8be" providerId="ADAL" clId="{7A0B7755-50D3-447F-A517-839583F34A5D}" dt="2026-05-06T04:38:53.902" v="4004" actId="1076"/>
          <ac:spMkLst>
            <pc:docMk/>
            <pc:sldMk cId="3931724863" sldId="2141411546"/>
            <ac:spMk id="26" creationId="{E8A03CA6-035E-8FBF-ADF9-F3F892510269}"/>
          </ac:spMkLst>
        </pc:spChg>
        <pc:spChg chg="mod">
          <ac:chgData name="Evgeny Aronov" userId="5a3f2c2d-7cb3-4639-98f6-49ea1b95a8be" providerId="ADAL" clId="{7A0B7755-50D3-447F-A517-839583F34A5D}" dt="2026-05-06T04:39:37.049" v="4013" actId="20577"/>
          <ac:spMkLst>
            <pc:docMk/>
            <pc:sldMk cId="3931724863" sldId="2141411546"/>
            <ac:spMk id="27" creationId="{9F62860D-0A5F-0BEE-B4B4-1B72D9E95421}"/>
          </ac:spMkLst>
        </pc:spChg>
      </pc:sldChg>
      <pc:sldChg chg="addSp modSp mod ord">
        <pc:chgData name="Evgeny Aronov" userId="5a3f2c2d-7cb3-4639-98f6-49ea1b95a8be" providerId="ADAL" clId="{7A0B7755-50D3-447F-A517-839583F34A5D}" dt="2026-05-06T11:35:33.090" v="5936"/>
        <pc:sldMkLst>
          <pc:docMk/>
          <pc:sldMk cId="242601006" sldId="2141411554"/>
        </pc:sldMkLst>
        <pc:spChg chg="mod">
          <ac:chgData name="Evgeny Aronov" userId="5a3f2c2d-7cb3-4639-98f6-49ea1b95a8be" providerId="ADAL" clId="{7A0B7755-50D3-447F-A517-839583F34A5D}" dt="2026-05-06T06:13:39.480" v="4673" actId="20577"/>
          <ac:spMkLst>
            <pc:docMk/>
            <pc:sldMk cId="242601006" sldId="2141411554"/>
            <ac:spMk id="68" creationId="{E5102BE5-30D7-4D1A-BB61-4E069B31ED88}"/>
          </ac:spMkLst>
        </pc:spChg>
      </pc:sldChg>
      <pc:sldChg chg="modSp mod">
        <pc:chgData name="Evgeny Aronov" userId="5a3f2c2d-7cb3-4639-98f6-49ea1b95a8be" providerId="ADAL" clId="{7A0B7755-50D3-447F-A517-839583F34A5D}" dt="2026-05-06T13:39:31.455" v="6929" actId="20577"/>
        <pc:sldMkLst>
          <pc:docMk/>
          <pc:sldMk cId="3544832916" sldId="2141411992"/>
        </pc:sldMkLst>
        <pc:spChg chg="mod">
          <ac:chgData name="Evgeny Aronov" userId="5a3f2c2d-7cb3-4639-98f6-49ea1b95a8be" providerId="ADAL" clId="{7A0B7755-50D3-447F-A517-839583F34A5D}" dt="2026-05-06T13:39:31.455" v="6929" actId="20577"/>
          <ac:spMkLst>
            <pc:docMk/>
            <pc:sldMk cId="3544832916" sldId="2141411992"/>
            <ac:spMk id="8" creationId="{9D1519BC-04F5-5C3A-29F8-1A9D29473831}"/>
          </ac:spMkLst>
        </pc:spChg>
        <pc:spChg chg="mod">
          <ac:chgData name="Evgeny Aronov" userId="5a3f2c2d-7cb3-4639-98f6-49ea1b95a8be" providerId="ADAL" clId="{7A0B7755-50D3-447F-A517-839583F34A5D}" dt="2026-05-06T13:39:23.407" v="6926" actId="57"/>
          <ac:spMkLst>
            <pc:docMk/>
            <pc:sldMk cId="3544832916" sldId="2141411992"/>
            <ac:spMk id="9" creationId="{C2882A81-F00C-5019-0D84-7FEE749D7E0C}"/>
          </ac:spMkLst>
        </pc:spChg>
        <pc:graphicFrameChg chg="modGraphic">
          <ac:chgData name="Evgeny Aronov" userId="5a3f2c2d-7cb3-4639-98f6-49ea1b95a8be" providerId="ADAL" clId="{7A0B7755-50D3-447F-A517-839583F34A5D}" dt="2026-05-06T13:38:24.641" v="6919" actId="20577"/>
          <ac:graphicFrameMkLst>
            <pc:docMk/>
            <pc:sldMk cId="3544832916" sldId="2141411992"/>
            <ac:graphicFrameMk id="3" creationId="{36E7FF49-6318-BC8D-4B81-D3A58AE8057E}"/>
          </ac:graphicFrameMkLst>
        </pc:graphicFrameChg>
      </pc:sldChg>
      <pc:sldChg chg="addSp delSp modSp mod ord modClrScheme modAnim chgLayout">
        <pc:chgData name="Evgeny Aronov" userId="5a3f2c2d-7cb3-4639-98f6-49ea1b95a8be" providerId="ADAL" clId="{7A0B7755-50D3-447F-A517-839583F34A5D}" dt="2026-05-06T04:39:04.731" v="4007" actId="1076"/>
        <pc:sldMkLst>
          <pc:docMk/>
          <pc:sldMk cId="2248755173" sldId="2141412010"/>
        </pc:sldMkLst>
        <pc:spChg chg="mod">
          <ac:chgData name="Evgeny Aronov" userId="5a3f2c2d-7cb3-4639-98f6-49ea1b95a8be" providerId="ADAL" clId="{7A0B7755-50D3-447F-A517-839583F34A5D}" dt="2026-05-06T02:09:02.413" v="3478" actId="948"/>
          <ac:spMkLst>
            <pc:docMk/>
            <pc:sldMk cId="2248755173" sldId="2141412010"/>
            <ac:spMk id="5" creationId="{238D999D-048C-AB9F-7239-10C8A7C9E22C}"/>
          </ac:spMkLst>
        </pc:spChg>
        <pc:spChg chg="mod ord">
          <ac:chgData name="Evgeny Aronov" userId="5a3f2c2d-7cb3-4639-98f6-49ea1b95a8be" providerId="ADAL" clId="{7A0B7755-50D3-447F-A517-839583F34A5D}" dt="2026-05-06T02:21:58.309" v="3663" actId="700"/>
          <ac:spMkLst>
            <pc:docMk/>
            <pc:sldMk cId="2248755173" sldId="2141412010"/>
            <ac:spMk id="10" creationId="{569BC739-A190-316F-EE9C-FB5ED68D8E91}"/>
          </ac:spMkLst>
        </pc:spChg>
        <pc:spChg chg="add mod">
          <ac:chgData name="Evgeny Aronov" userId="5a3f2c2d-7cb3-4639-98f6-49ea1b95a8be" providerId="ADAL" clId="{7A0B7755-50D3-447F-A517-839583F34A5D}" dt="2026-05-06T01:06:34.594" v="3453" actId="1035"/>
          <ac:spMkLst>
            <pc:docMk/>
            <pc:sldMk cId="2248755173" sldId="2141412010"/>
            <ac:spMk id="13" creationId="{B7661F3D-7A76-CD40-490D-9217B1400652}"/>
          </ac:spMkLst>
        </pc:spChg>
        <pc:spChg chg="add mod">
          <ac:chgData name="Evgeny Aronov" userId="5a3f2c2d-7cb3-4639-98f6-49ea1b95a8be" providerId="ADAL" clId="{7A0B7755-50D3-447F-A517-839583F34A5D}" dt="2026-05-06T04:39:04.731" v="4007" actId="1076"/>
          <ac:spMkLst>
            <pc:docMk/>
            <pc:sldMk cId="2248755173" sldId="2141412010"/>
            <ac:spMk id="14" creationId="{53248A54-AA49-C732-94DA-708DA272D6B1}"/>
          </ac:spMkLst>
        </pc:spChg>
        <pc:spChg chg="add mod">
          <ac:chgData name="Evgeny Aronov" userId="5a3f2c2d-7cb3-4639-98f6-49ea1b95a8be" providerId="ADAL" clId="{7A0B7755-50D3-447F-A517-839583F34A5D}" dt="2026-05-06T02:18:57.643" v="3660" actId="1076"/>
          <ac:spMkLst>
            <pc:docMk/>
            <pc:sldMk cId="2248755173" sldId="2141412010"/>
            <ac:spMk id="16" creationId="{D6B5A26A-AD49-D6DB-1CA7-FBFC845A47BC}"/>
          </ac:spMkLst>
        </pc:spChg>
        <pc:spChg chg="mod ord">
          <ac:chgData name="Evgeny Aronov" userId="5a3f2c2d-7cb3-4639-98f6-49ea1b95a8be" providerId="ADAL" clId="{7A0B7755-50D3-447F-A517-839583F34A5D}" dt="2026-05-06T02:21:58.309" v="3663" actId="700"/>
          <ac:spMkLst>
            <pc:docMk/>
            <pc:sldMk cId="2248755173" sldId="2141412010"/>
            <ac:spMk id="17" creationId="{1F14B9AC-4480-5F55-3E2F-33FFADE67D9E}"/>
          </ac:spMkLst>
        </pc:spChg>
        <pc:spChg chg="mod">
          <ac:chgData name="Evgeny Aronov" userId="5a3f2c2d-7cb3-4639-98f6-49ea1b95a8be" providerId="ADAL" clId="{7A0B7755-50D3-447F-A517-839583F34A5D}" dt="2026-05-06T02:17:51.349" v="3580" actId="255"/>
          <ac:spMkLst>
            <pc:docMk/>
            <pc:sldMk cId="2248755173" sldId="2141412010"/>
            <ac:spMk id="23" creationId="{B2A083BC-5C61-C824-FDEE-B164CC513EEB}"/>
          </ac:spMkLst>
        </pc:spChg>
        <pc:graphicFrameChg chg="mod modGraphic">
          <ac:chgData name="Evgeny Aronov" userId="5a3f2c2d-7cb3-4639-98f6-49ea1b95a8be" providerId="ADAL" clId="{7A0B7755-50D3-447F-A517-839583F34A5D}" dt="2026-05-06T01:06:46.864" v="3454" actId="113"/>
          <ac:graphicFrameMkLst>
            <pc:docMk/>
            <pc:sldMk cId="2248755173" sldId="2141412010"/>
            <ac:graphicFrameMk id="3" creationId="{1287B6E5-D1E8-5CC6-019C-EC82B6663CA5}"/>
          </ac:graphicFrameMkLst>
        </pc:graphicFrameChg>
      </pc:sldChg>
      <pc:sldChg chg="addSp modSp add mod ord setBg">
        <pc:chgData name="Evgeny Aronov" userId="5a3f2c2d-7cb3-4639-98f6-49ea1b95a8be" providerId="ADAL" clId="{7A0B7755-50D3-447F-A517-839583F34A5D}" dt="2026-05-06T06:05:11.049" v="4637"/>
        <pc:sldMkLst>
          <pc:docMk/>
          <pc:sldMk cId="2669569177" sldId="2141412011"/>
        </pc:sldMkLst>
        <pc:spChg chg="mod">
          <ac:chgData name="Evgeny Aronov" userId="5a3f2c2d-7cb3-4639-98f6-49ea1b95a8be" providerId="ADAL" clId="{7A0B7755-50D3-447F-A517-839583F34A5D}" dt="2026-05-06T06:05:11.049" v="4637"/>
          <ac:spMkLst>
            <pc:docMk/>
            <pc:sldMk cId="2669569177" sldId="2141412011"/>
            <ac:spMk id="8" creationId="{53779B38-4E7C-E89D-5534-2B19A911A241}"/>
          </ac:spMkLst>
        </pc:spChg>
        <pc:spChg chg="mod">
          <ac:chgData name="Evgeny Aronov" userId="5a3f2c2d-7cb3-4639-98f6-49ea1b95a8be" providerId="ADAL" clId="{7A0B7755-50D3-447F-A517-839583F34A5D}" dt="2026-05-06T06:05:11.049" v="4637"/>
          <ac:spMkLst>
            <pc:docMk/>
            <pc:sldMk cId="2669569177" sldId="2141412011"/>
            <ac:spMk id="9" creationId="{46AAE20F-8C93-7288-0FB1-C47FCAC52E5D}"/>
          </ac:spMkLst>
        </pc:spChg>
        <pc:spChg chg="mod">
          <ac:chgData name="Evgeny Aronov" userId="5a3f2c2d-7cb3-4639-98f6-49ea1b95a8be" providerId="ADAL" clId="{7A0B7755-50D3-447F-A517-839583F34A5D}" dt="2026-05-06T04:40:48.189" v="4035" actId="1036"/>
          <ac:spMkLst>
            <pc:docMk/>
            <pc:sldMk cId="2669569177" sldId="2141412011"/>
            <ac:spMk id="13" creationId="{5EE30D56-ED93-99D1-7A93-C7EF7ADB54DC}"/>
          </ac:spMkLst>
        </pc:spChg>
        <pc:spChg chg="mod">
          <ac:chgData name="Evgeny Aronov" userId="5a3f2c2d-7cb3-4639-98f6-49ea1b95a8be" providerId="ADAL" clId="{7A0B7755-50D3-447F-A517-839583F34A5D}" dt="2026-05-06T06:05:11.049" v="4637"/>
          <ac:spMkLst>
            <pc:docMk/>
            <pc:sldMk cId="2669569177" sldId="2141412011"/>
            <ac:spMk id="15" creationId="{6E35CBCD-2EF9-B618-A078-7C23AE794A6C}"/>
          </ac:spMkLst>
        </pc:spChg>
        <pc:spChg chg="mod">
          <ac:chgData name="Evgeny Aronov" userId="5a3f2c2d-7cb3-4639-98f6-49ea1b95a8be" providerId="ADAL" clId="{7A0B7755-50D3-447F-A517-839583F34A5D}" dt="2026-05-06T06:05:11.049" v="4637"/>
          <ac:spMkLst>
            <pc:docMk/>
            <pc:sldMk cId="2669569177" sldId="2141412011"/>
            <ac:spMk id="17" creationId="{0B521DBB-6ADA-7BB8-5993-533DE0815521}"/>
          </ac:spMkLst>
        </pc:spChg>
        <pc:spChg chg="mod">
          <ac:chgData name="Evgeny Aronov" userId="5a3f2c2d-7cb3-4639-98f6-49ea1b95a8be" providerId="ADAL" clId="{7A0B7755-50D3-447F-A517-839583F34A5D}" dt="2026-05-06T06:04:59.015" v="4636" actId="20577"/>
          <ac:spMkLst>
            <pc:docMk/>
            <pc:sldMk cId="2669569177" sldId="2141412011"/>
            <ac:spMk id="30" creationId="{E018B835-0C83-4966-691D-AD013F14D517}"/>
          </ac:spMkLst>
        </pc:spChg>
        <pc:spChg chg="mod">
          <ac:chgData name="Evgeny Aronov" userId="5a3f2c2d-7cb3-4639-98f6-49ea1b95a8be" providerId="ADAL" clId="{7A0B7755-50D3-447F-A517-839583F34A5D}" dt="2026-05-06T06:05:11.049" v="4637"/>
          <ac:spMkLst>
            <pc:docMk/>
            <pc:sldMk cId="2669569177" sldId="2141412011"/>
            <ac:spMk id="51" creationId="{44B3079E-C564-5E8D-5FE8-2234A5FD107E}"/>
          </ac:spMkLst>
        </pc:spChg>
        <pc:spChg chg="mod">
          <ac:chgData name="Evgeny Aronov" userId="5a3f2c2d-7cb3-4639-98f6-49ea1b95a8be" providerId="ADAL" clId="{7A0B7755-50D3-447F-A517-839583F34A5D}" dt="2026-05-06T06:05:11.049" v="4637"/>
          <ac:spMkLst>
            <pc:docMk/>
            <pc:sldMk cId="2669569177" sldId="2141412011"/>
            <ac:spMk id="75" creationId="{50ABA5B3-46B2-25EA-88E2-4AB88B1771E7}"/>
          </ac:spMkLst>
        </pc:spChg>
        <pc:spChg chg="mod">
          <ac:chgData name="Evgeny Aronov" userId="5a3f2c2d-7cb3-4639-98f6-49ea1b95a8be" providerId="ADAL" clId="{7A0B7755-50D3-447F-A517-839583F34A5D}" dt="2026-05-06T06:05:11.049" v="4637"/>
          <ac:spMkLst>
            <pc:docMk/>
            <pc:sldMk cId="2669569177" sldId="2141412011"/>
            <ac:spMk id="81" creationId="{B03CF490-6701-8B5F-53CC-FE0E140D0348}"/>
          </ac:spMkLst>
        </pc:spChg>
        <pc:spChg chg="mod">
          <ac:chgData name="Evgeny Aronov" userId="5a3f2c2d-7cb3-4639-98f6-49ea1b95a8be" providerId="ADAL" clId="{7A0B7755-50D3-447F-A517-839583F34A5D}" dt="2026-05-06T06:05:11.049" v="4637"/>
          <ac:spMkLst>
            <pc:docMk/>
            <pc:sldMk cId="2669569177" sldId="2141412011"/>
            <ac:spMk id="116" creationId="{0970B382-DD2D-D373-FA26-EECF2797653E}"/>
          </ac:spMkLst>
        </pc:spChg>
        <pc:spChg chg="mod">
          <ac:chgData name="Evgeny Aronov" userId="5a3f2c2d-7cb3-4639-98f6-49ea1b95a8be" providerId="ADAL" clId="{7A0B7755-50D3-447F-A517-839583F34A5D}" dt="2026-05-06T06:05:11.049" v="4637"/>
          <ac:spMkLst>
            <pc:docMk/>
            <pc:sldMk cId="2669569177" sldId="2141412011"/>
            <ac:spMk id="134" creationId="{49BC9E1D-6BA7-3553-3E7A-416E47E3A6C0}"/>
          </ac:spMkLst>
        </pc:spChg>
        <pc:spChg chg="mod">
          <ac:chgData name="Evgeny Aronov" userId="5a3f2c2d-7cb3-4639-98f6-49ea1b95a8be" providerId="ADAL" clId="{7A0B7755-50D3-447F-A517-839583F34A5D}" dt="2026-05-06T06:05:11.049" v="4637"/>
          <ac:spMkLst>
            <pc:docMk/>
            <pc:sldMk cId="2669569177" sldId="2141412011"/>
            <ac:spMk id="136" creationId="{D55D6A23-C106-D5B8-910A-668613D2BB47}"/>
          </ac:spMkLst>
        </pc:spChg>
        <pc:spChg chg="mod">
          <ac:chgData name="Evgeny Aronov" userId="5a3f2c2d-7cb3-4639-98f6-49ea1b95a8be" providerId="ADAL" clId="{7A0B7755-50D3-447F-A517-839583F34A5D}" dt="2026-05-06T04:40:48.189" v="4035" actId="1036"/>
          <ac:spMkLst>
            <pc:docMk/>
            <pc:sldMk cId="2669569177" sldId="2141412011"/>
            <ac:spMk id="143" creationId="{CDF12644-8421-43EC-6D46-F877AE533640}"/>
          </ac:spMkLst>
        </pc:spChg>
        <pc:spChg chg="add mod">
          <ac:chgData name="Evgeny Aronov" userId="5a3f2c2d-7cb3-4639-98f6-49ea1b95a8be" providerId="ADAL" clId="{7A0B7755-50D3-447F-A517-839583F34A5D}" dt="2026-05-06T04:40:54.679" v="4036" actId="1076"/>
          <ac:spMkLst>
            <pc:docMk/>
            <pc:sldMk cId="2669569177" sldId="2141412011"/>
            <ac:spMk id="145" creationId="{46C13984-4FF3-8D0A-5B9F-2409F744118F}"/>
          </ac:spMkLst>
        </pc:spChg>
        <pc:grpChg chg="mod">
          <ac:chgData name="Evgeny Aronov" userId="5a3f2c2d-7cb3-4639-98f6-49ea1b95a8be" providerId="ADAL" clId="{7A0B7755-50D3-447F-A517-839583F34A5D}" dt="2026-05-06T04:40:48.189" v="4035" actId="1036"/>
          <ac:grpSpMkLst>
            <pc:docMk/>
            <pc:sldMk cId="2669569177" sldId="2141412011"/>
            <ac:grpSpMk id="2" creationId="{0C6782C0-375B-4084-A566-FDAD09C605F2}"/>
          </ac:grpSpMkLst>
        </pc:grpChg>
        <pc:grpChg chg="mod">
          <ac:chgData name="Evgeny Aronov" userId="5a3f2c2d-7cb3-4639-98f6-49ea1b95a8be" providerId="ADAL" clId="{7A0B7755-50D3-447F-A517-839583F34A5D}" dt="2026-05-06T04:40:48.189" v="4035" actId="1036"/>
          <ac:grpSpMkLst>
            <pc:docMk/>
            <pc:sldMk cId="2669569177" sldId="2141412011"/>
            <ac:grpSpMk id="18" creationId="{389817AE-52BD-3D78-FB9B-27ED1FB7B383}"/>
          </ac:grpSpMkLst>
        </pc:grpChg>
        <pc:grpChg chg="mod">
          <ac:chgData name="Evgeny Aronov" userId="5a3f2c2d-7cb3-4639-98f6-49ea1b95a8be" providerId="ADAL" clId="{7A0B7755-50D3-447F-A517-839583F34A5D}" dt="2026-05-06T04:40:48.189" v="4035" actId="1036"/>
          <ac:grpSpMkLst>
            <pc:docMk/>
            <pc:sldMk cId="2669569177" sldId="2141412011"/>
            <ac:grpSpMk id="19" creationId="{F34FBA3A-3ACF-F902-AFF7-8349B2A839DA}"/>
          </ac:grpSpMkLst>
        </pc:grpChg>
        <pc:grpChg chg="mod">
          <ac:chgData name="Evgeny Aronov" userId="5a3f2c2d-7cb3-4639-98f6-49ea1b95a8be" providerId="ADAL" clId="{7A0B7755-50D3-447F-A517-839583F34A5D}" dt="2026-05-06T04:40:48.189" v="4035" actId="1036"/>
          <ac:grpSpMkLst>
            <pc:docMk/>
            <pc:sldMk cId="2669569177" sldId="2141412011"/>
            <ac:grpSpMk id="24" creationId="{4748C371-42CE-6660-3B7D-E03122454C78}"/>
          </ac:grpSpMkLst>
        </pc:grpChg>
        <pc:grpChg chg="mod">
          <ac:chgData name="Evgeny Aronov" userId="5a3f2c2d-7cb3-4639-98f6-49ea1b95a8be" providerId="ADAL" clId="{7A0B7755-50D3-447F-A517-839583F34A5D}" dt="2026-05-06T04:40:48.189" v="4035" actId="1036"/>
          <ac:grpSpMkLst>
            <pc:docMk/>
            <pc:sldMk cId="2669569177" sldId="2141412011"/>
            <ac:grpSpMk id="119" creationId="{9F248A35-C55F-24E9-5F7F-D847AEB8898D}"/>
          </ac:grpSpMkLst>
        </pc:grpChg>
      </pc:sldChg>
      <pc:sldChg chg="addSp modSp mod ord">
        <pc:chgData name="Evgeny Aronov" userId="5a3f2c2d-7cb3-4639-98f6-49ea1b95a8be" providerId="ADAL" clId="{7A0B7755-50D3-447F-A517-839583F34A5D}" dt="2026-05-06T04:38:28.237" v="4002" actId="1076"/>
        <pc:sldMkLst>
          <pc:docMk/>
          <pc:sldMk cId="2536362635" sldId="2141412022"/>
        </pc:sldMkLst>
        <pc:spChg chg="add mod">
          <ac:chgData name="Evgeny Aronov" userId="5a3f2c2d-7cb3-4639-98f6-49ea1b95a8be" providerId="ADAL" clId="{7A0B7755-50D3-447F-A517-839583F34A5D}" dt="2026-05-06T04:38:28.237" v="4002" actId="1076"/>
          <ac:spMkLst>
            <pc:docMk/>
            <pc:sldMk cId="2536362635" sldId="2141412022"/>
            <ac:spMk id="4" creationId="{999ADCD2-0C6C-450B-D247-EE9A235B7640}"/>
          </ac:spMkLst>
        </pc:spChg>
        <pc:spChg chg="mod">
          <ac:chgData name="Evgeny Aronov" userId="5a3f2c2d-7cb3-4639-98f6-49ea1b95a8be" providerId="ADAL" clId="{7A0B7755-50D3-447F-A517-839583F34A5D}" dt="2026-05-06T04:38:25.458" v="4001" actId="14100"/>
          <ac:spMkLst>
            <pc:docMk/>
            <pc:sldMk cId="2536362635" sldId="2141412022"/>
            <ac:spMk id="15" creationId="{3B338CEA-B20C-C766-99D0-59749AF46E32}"/>
          </ac:spMkLst>
        </pc:spChg>
      </pc:sldChg>
      <pc:sldChg chg="addSp delSp modSp mod">
        <pc:chgData name="Evgeny Aronov" userId="5a3f2c2d-7cb3-4639-98f6-49ea1b95a8be" providerId="ADAL" clId="{7A0B7755-50D3-447F-A517-839583F34A5D}" dt="2026-05-13T07:45:52.987" v="7039" actId="478"/>
        <pc:sldMkLst>
          <pc:docMk/>
          <pc:sldMk cId="4294285206" sldId="2144447618"/>
        </pc:sldMkLst>
        <pc:spChg chg="add">
          <ac:chgData name="Evgeny Aronov" userId="5a3f2c2d-7cb3-4639-98f6-49ea1b95a8be" providerId="ADAL" clId="{7A0B7755-50D3-447F-A517-839583F34A5D}" dt="2026-05-13T07:45:03.443" v="7031"/>
          <ac:spMkLst>
            <pc:docMk/>
            <pc:sldMk cId="4294285206" sldId="2144447618"/>
            <ac:spMk id="3" creationId="{8B877D89-D83A-6B54-D825-74A136F2B019}"/>
          </ac:spMkLst>
        </pc:spChg>
        <pc:spChg chg="add del">
          <ac:chgData name="Evgeny Aronov" userId="5a3f2c2d-7cb3-4639-98f6-49ea1b95a8be" providerId="ADAL" clId="{7A0B7755-50D3-447F-A517-839583F34A5D}" dt="2026-05-13T07:45:36.799" v="7036" actId="22"/>
          <ac:spMkLst>
            <pc:docMk/>
            <pc:sldMk cId="4294285206" sldId="2144447618"/>
            <ac:spMk id="6" creationId="{CEE2551F-84CD-031A-0C58-A92BFC408471}"/>
          </ac:spMkLst>
        </pc:spChg>
        <pc:spChg chg="add del mod">
          <ac:chgData name="Evgeny Aronov" userId="5a3f2c2d-7cb3-4639-98f6-49ea1b95a8be" providerId="ADAL" clId="{7A0B7755-50D3-447F-A517-839583F34A5D}" dt="2026-05-13T07:45:52.987" v="7039" actId="478"/>
          <ac:spMkLst>
            <pc:docMk/>
            <pc:sldMk cId="4294285206" sldId="2144447618"/>
            <ac:spMk id="9" creationId="{41E743C5-D1AA-84CA-C2C2-8580196E5E49}"/>
          </ac:spMkLst>
        </pc:spChg>
        <pc:spChg chg="mod">
          <ac:chgData name="Evgeny Aronov" userId="5a3f2c2d-7cb3-4639-98f6-49ea1b95a8be" providerId="ADAL" clId="{7A0B7755-50D3-447F-A517-839583F34A5D}" dt="2026-05-13T07:45:25.051" v="7034"/>
          <ac:spMkLst>
            <pc:docMk/>
            <pc:sldMk cId="4294285206" sldId="2144447618"/>
            <ac:spMk id="24" creationId="{00000000-0000-0000-0000-000000000000}"/>
          </ac:spMkLst>
        </pc:spChg>
      </pc:sldChg>
      <pc:sldChg chg="addSp delSp modSp mod ord">
        <pc:chgData name="Evgeny Aronov" userId="5a3f2c2d-7cb3-4639-98f6-49ea1b95a8be" providerId="ADAL" clId="{7A0B7755-50D3-447F-A517-839583F34A5D}" dt="2026-05-06T05:57:29.807" v="4501" actId="20577"/>
        <pc:sldMkLst>
          <pc:docMk/>
          <pc:sldMk cId="1802394429" sldId="2144447627"/>
        </pc:sldMkLst>
        <pc:spChg chg="mod">
          <ac:chgData name="Evgeny Aronov" userId="5a3f2c2d-7cb3-4639-98f6-49ea1b95a8be" providerId="ADAL" clId="{7A0B7755-50D3-447F-A517-839583F34A5D}" dt="2026-05-06T05:57:29.807" v="4501" actId="20577"/>
          <ac:spMkLst>
            <pc:docMk/>
            <pc:sldMk cId="1802394429" sldId="2144447627"/>
            <ac:spMk id="2" creationId="{98988E93-FAE0-09E8-ED6A-975A9C8FD187}"/>
          </ac:spMkLst>
        </pc:spChg>
        <pc:spChg chg="add mod">
          <ac:chgData name="Evgeny Aronov" userId="5a3f2c2d-7cb3-4639-98f6-49ea1b95a8be" providerId="ADAL" clId="{7A0B7755-50D3-447F-A517-839583F34A5D}" dt="2026-05-06T04:37:57.690" v="3996" actId="14100"/>
          <ac:spMkLst>
            <pc:docMk/>
            <pc:sldMk cId="1802394429" sldId="2144447627"/>
            <ac:spMk id="3" creationId="{F2F693D6-B27D-3A19-D162-622B19714C1D}"/>
          </ac:spMkLst>
        </pc:spChg>
        <pc:spChg chg="add mod">
          <ac:chgData name="Evgeny Aronov" userId="5a3f2c2d-7cb3-4639-98f6-49ea1b95a8be" providerId="ADAL" clId="{7A0B7755-50D3-447F-A517-839583F34A5D}" dt="2026-05-06T04:38:00.494" v="3997" actId="14100"/>
          <ac:spMkLst>
            <pc:docMk/>
            <pc:sldMk cId="1802394429" sldId="2144447627"/>
            <ac:spMk id="4" creationId="{DBC1CFAE-C730-56F7-7258-E71F43CC0B28}"/>
          </ac:spMkLst>
        </pc:spChg>
      </pc:sldChg>
      <pc:sldChg chg="addSp delSp modSp mod delAnim">
        <pc:chgData name="Evgeny Aronov" userId="5a3f2c2d-7cb3-4639-98f6-49ea1b95a8be" providerId="ADAL" clId="{7A0B7755-50D3-447F-A517-839583F34A5D}" dt="2026-05-06T06:12:29.661" v="4664" actId="20577"/>
        <pc:sldMkLst>
          <pc:docMk/>
          <pc:sldMk cId="1684309089" sldId="2144447631"/>
        </pc:sldMkLst>
        <pc:spChg chg="add del mod">
          <ac:chgData name="Evgeny Aronov" userId="5a3f2c2d-7cb3-4639-98f6-49ea1b95a8be" providerId="ADAL" clId="{7A0B7755-50D3-447F-A517-839583F34A5D}" dt="2026-05-06T03:02:44.395" v="3858"/>
          <ac:spMkLst>
            <pc:docMk/>
            <pc:sldMk cId="1684309089" sldId="2144447631"/>
            <ac:spMk id="8" creationId="{EAF3924B-63C4-91D3-1B97-8A17747C76FB}"/>
          </ac:spMkLst>
        </pc:spChg>
        <pc:spChg chg="add mod">
          <ac:chgData name="Evgeny Aronov" userId="5a3f2c2d-7cb3-4639-98f6-49ea1b95a8be" providerId="ADAL" clId="{7A0B7755-50D3-447F-A517-839583F34A5D}" dt="2026-05-06T03:03:48.492" v="3863" actId="20577"/>
          <ac:spMkLst>
            <pc:docMk/>
            <pc:sldMk cId="1684309089" sldId="2144447631"/>
            <ac:spMk id="9" creationId="{D6D00748-058E-A317-5079-7996D6D689B1}"/>
          </ac:spMkLst>
        </pc:spChg>
        <pc:spChg chg="mod">
          <ac:chgData name="Evgeny Aronov" userId="5a3f2c2d-7cb3-4639-98f6-49ea1b95a8be" providerId="ADAL" clId="{7A0B7755-50D3-447F-A517-839583F34A5D}" dt="2026-05-06T02:57:45.305" v="3852"/>
          <ac:spMkLst>
            <pc:docMk/>
            <pc:sldMk cId="1684309089" sldId="2144447631"/>
            <ac:spMk id="11" creationId="{0A23B6A4-775A-4C38-AE62-D6F3B1F6E57A}"/>
          </ac:spMkLst>
        </pc:spChg>
        <pc:spChg chg="mod">
          <ac:chgData name="Evgeny Aronov" userId="5a3f2c2d-7cb3-4639-98f6-49ea1b95a8be" providerId="ADAL" clId="{7A0B7755-50D3-447F-A517-839583F34A5D}" dt="2026-05-06T06:12:29.661" v="4664" actId="20577"/>
          <ac:spMkLst>
            <pc:docMk/>
            <pc:sldMk cId="1684309089" sldId="2144447631"/>
            <ac:spMk id="24" creationId="{00000000-0000-0000-0000-000000000000}"/>
          </ac:spMkLst>
        </pc:spChg>
      </pc:sldChg>
      <pc:sldChg chg="modSp mod">
        <pc:chgData name="Evgeny Aronov" userId="5a3f2c2d-7cb3-4639-98f6-49ea1b95a8be" providerId="ADAL" clId="{7A0B7755-50D3-447F-A517-839583F34A5D}" dt="2026-05-06T13:28:13.498" v="6805" actId="20577"/>
        <pc:sldMkLst>
          <pc:docMk/>
          <pc:sldMk cId="1734512121" sldId="2144447641"/>
        </pc:sldMkLst>
        <pc:spChg chg="mod">
          <ac:chgData name="Evgeny Aronov" userId="5a3f2c2d-7cb3-4639-98f6-49ea1b95a8be" providerId="ADAL" clId="{7A0B7755-50D3-447F-A517-839583F34A5D}" dt="2026-05-06T13:28:13.498" v="6805" actId="20577"/>
          <ac:spMkLst>
            <pc:docMk/>
            <pc:sldMk cId="1734512121" sldId="2144447641"/>
            <ac:spMk id="6" creationId="{0C618467-FAC9-08C9-9FEA-D9CE3702D59B}"/>
          </ac:spMkLst>
        </pc:spChg>
        <pc:spChg chg="mod">
          <ac:chgData name="Evgeny Aronov" userId="5a3f2c2d-7cb3-4639-98f6-49ea1b95a8be" providerId="ADAL" clId="{7A0B7755-50D3-447F-A517-839583F34A5D}" dt="2026-05-05T07:24:28.349" v="2820" actId="14100"/>
          <ac:spMkLst>
            <pc:docMk/>
            <pc:sldMk cId="1734512121" sldId="2144447641"/>
            <ac:spMk id="190" creationId="{FDA92A96-AE38-ACFB-6AF7-0EC9DEACF5AC}"/>
          </ac:spMkLst>
        </pc:spChg>
      </pc:sldChg>
      <pc:sldChg chg="delSp mod ord">
        <pc:chgData name="Evgeny Aronov" userId="5a3f2c2d-7cb3-4639-98f6-49ea1b95a8be" providerId="ADAL" clId="{7A0B7755-50D3-447F-A517-839583F34A5D}" dt="2026-05-13T07:56:31.199" v="7123" actId="478"/>
        <pc:sldMkLst>
          <pc:docMk/>
          <pc:sldMk cId="1827262378" sldId="2144447645"/>
        </pc:sldMkLst>
        <pc:picChg chg="del">
          <ac:chgData name="Evgeny Aronov" userId="5a3f2c2d-7cb3-4639-98f6-49ea1b95a8be" providerId="ADAL" clId="{7A0B7755-50D3-447F-A517-839583F34A5D}" dt="2026-05-13T07:56:31.199" v="7123" actId="478"/>
          <ac:picMkLst>
            <pc:docMk/>
            <pc:sldMk cId="1827262378" sldId="2144447645"/>
            <ac:picMk id="17" creationId="{5246C393-3796-A78A-9036-F5F8B9FE6568}"/>
          </ac:picMkLst>
        </pc:picChg>
      </pc:sldChg>
      <pc:sldChg chg="addSp delSp modSp mod">
        <pc:chgData name="Evgeny Aronov" userId="5a3f2c2d-7cb3-4639-98f6-49ea1b95a8be" providerId="ADAL" clId="{7A0B7755-50D3-447F-A517-839583F34A5D}" dt="2026-05-13T07:51:16.882" v="7057" actId="57"/>
        <pc:sldMkLst>
          <pc:docMk/>
          <pc:sldMk cId="1051900510" sldId="2144447656"/>
        </pc:sldMkLst>
        <pc:spChg chg="add mod">
          <ac:chgData name="Evgeny Aronov" userId="5a3f2c2d-7cb3-4639-98f6-49ea1b95a8be" providerId="ADAL" clId="{7A0B7755-50D3-447F-A517-839583F34A5D}" dt="2026-05-06T03:06:07.563" v="3871" actId="403"/>
          <ac:spMkLst>
            <pc:docMk/>
            <pc:sldMk cId="1051900510" sldId="2144447656"/>
            <ac:spMk id="4" creationId="{D7E10517-8F6B-D28A-2381-E644BF5A9AF1}"/>
          </ac:spMkLst>
        </pc:spChg>
        <pc:spChg chg="add mod">
          <ac:chgData name="Evgeny Aronov" userId="5a3f2c2d-7cb3-4639-98f6-49ea1b95a8be" providerId="ADAL" clId="{7A0B7755-50D3-447F-A517-839583F34A5D}" dt="2026-05-06T02:49:45.938" v="3704"/>
          <ac:spMkLst>
            <pc:docMk/>
            <pc:sldMk cId="1051900510" sldId="2144447656"/>
            <ac:spMk id="5" creationId="{07DC41CA-1BFF-FC8D-F1EA-BF3D966C5B7F}"/>
          </ac:spMkLst>
        </pc:spChg>
        <pc:spChg chg="add mod">
          <ac:chgData name="Evgeny Aronov" userId="5a3f2c2d-7cb3-4639-98f6-49ea1b95a8be" providerId="ADAL" clId="{7A0B7755-50D3-447F-A517-839583F34A5D}" dt="2026-05-06T02:49:45.938" v="3704"/>
          <ac:spMkLst>
            <pc:docMk/>
            <pc:sldMk cId="1051900510" sldId="2144447656"/>
            <ac:spMk id="7" creationId="{B52C4B04-AA59-4563-B274-075BC6EA176E}"/>
          </ac:spMkLst>
        </pc:spChg>
        <pc:spChg chg="add mod">
          <ac:chgData name="Evgeny Aronov" userId="5a3f2c2d-7cb3-4639-98f6-49ea1b95a8be" providerId="ADAL" clId="{7A0B7755-50D3-447F-A517-839583F34A5D}" dt="2026-05-06T02:49:45.938" v="3704"/>
          <ac:spMkLst>
            <pc:docMk/>
            <pc:sldMk cId="1051900510" sldId="2144447656"/>
            <ac:spMk id="9" creationId="{145F671C-938D-22C0-5FB5-7F788322F16C}"/>
          </ac:spMkLst>
        </pc:spChg>
        <pc:spChg chg="add mod">
          <ac:chgData name="Evgeny Aronov" userId="5a3f2c2d-7cb3-4639-98f6-49ea1b95a8be" providerId="ADAL" clId="{7A0B7755-50D3-447F-A517-839583F34A5D}" dt="2026-05-06T02:55:21.763" v="3747" actId="1076"/>
          <ac:spMkLst>
            <pc:docMk/>
            <pc:sldMk cId="1051900510" sldId="2144447656"/>
            <ac:spMk id="13" creationId="{E8A7319C-DF95-CA4A-3969-7A56B3F32713}"/>
          </ac:spMkLst>
        </pc:spChg>
        <pc:spChg chg="mod">
          <ac:chgData name="Evgeny Aronov" userId="5a3f2c2d-7cb3-4639-98f6-49ea1b95a8be" providerId="ADAL" clId="{7A0B7755-50D3-447F-A517-839583F34A5D}" dt="2026-05-06T06:12:35.062" v="4665" actId="20577"/>
          <ac:spMkLst>
            <pc:docMk/>
            <pc:sldMk cId="1051900510" sldId="2144447656"/>
            <ac:spMk id="14" creationId="{ABFA2111-13B1-4BBB-B6C4-AF4B4FEF2A93}"/>
          </ac:spMkLst>
        </pc:spChg>
        <pc:spChg chg="add mod">
          <ac:chgData name="Evgeny Aronov" userId="5a3f2c2d-7cb3-4639-98f6-49ea1b95a8be" providerId="ADAL" clId="{7A0B7755-50D3-447F-A517-839583F34A5D}" dt="2026-05-06T03:05:57.012" v="3867" actId="403"/>
          <ac:spMkLst>
            <pc:docMk/>
            <pc:sldMk cId="1051900510" sldId="2144447656"/>
            <ac:spMk id="16" creationId="{F7453D19-22C8-1650-4FAE-C67035F63BB2}"/>
          </ac:spMkLst>
        </pc:spChg>
        <pc:spChg chg="add mod">
          <ac:chgData name="Evgeny Aronov" userId="5a3f2c2d-7cb3-4639-98f6-49ea1b95a8be" providerId="ADAL" clId="{7A0B7755-50D3-447F-A517-839583F34A5D}" dt="2026-05-06T03:06:12.274" v="3873" actId="403"/>
          <ac:spMkLst>
            <pc:docMk/>
            <pc:sldMk cId="1051900510" sldId="2144447656"/>
            <ac:spMk id="17" creationId="{5BD96CAD-4F27-B17A-003C-7218D822586D}"/>
          </ac:spMkLst>
        </pc:spChg>
        <pc:spChg chg="add mod">
          <ac:chgData name="Evgeny Aronov" userId="5a3f2c2d-7cb3-4639-98f6-49ea1b95a8be" providerId="ADAL" clId="{7A0B7755-50D3-447F-A517-839583F34A5D}" dt="2026-05-06T02:54:41.166" v="3729" actId="20577"/>
          <ac:spMkLst>
            <pc:docMk/>
            <pc:sldMk cId="1051900510" sldId="2144447656"/>
            <ac:spMk id="18" creationId="{EE6443D0-21E5-7FFF-12DF-52B2BA84207B}"/>
          </ac:spMkLst>
        </pc:spChg>
        <pc:spChg chg="add mod">
          <ac:chgData name="Evgeny Aronov" userId="5a3f2c2d-7cb3-4639-98f6-49ea1b95a8be" providerId="ADAL" clId="{7A0B7755-50D3-447F-A517-839583F34A5D}" dt="2026-05-06T02:55:40.393" v="3753" actId="12788"/>
          <ac:spMkLst>
            <pc:docMk/>
            <pc:sldMk cId="1051900510" sldId="2144447656"/>
            <ac:spMk id="19" creationId="{D2DE7874-4AA5-0AA3-9F60-22A562A4FDA4}"/>
          </ac:spMkLst>
        </pc:spChg>
        <pc:spChg chg="add mod">
          <ac:chgData name="Evgeny Aronov" userId="5a3f2c2d-7cb3-4639-98f6-49ea1b95a8be" providerId="ADAL" clId="{7A0B7755-50D3-447F-A517-839583F34A5D}" dt="2026-05-13T07:51:16.882" v="7057" actId="57"/>
          <ac:spMkLst>
            <pc:docMk/>
            <pc:sldMk cId="1051900510" sldId="2144447656"/>
            <ac:spMk id="20" creationId="{5F8020CA-28FF-6B97-27D1-6897898924BF}"/>
          </ac:spMkLst>
        </pc:spChg>
        <pc:spChg chg="add mod">
          <ac:chgData name="Evgeny Aronov" userId="5a3f2c2d-7cb3-4639-98f6-49ea1b95a8be" providerId="ADAL" clId="{7A0B7755-50D3-447F-A517-839583F34A5D}" dt="2026-05-06T03:03:17.453" v="3861"/>
          <ac:spMkLst>
            <pc:docMk/>
            <pc:sldMk cId="1051900510" sldId="2144447656"/>
            <ac:spMk id="22" creationId="{B8140417-71D4-8268-FFFB-49DF9492C507}"/>
          </ac:spMkLst>
        </pc:spChg>
        <pc:spChg chg="add mod">
          <ac:chgData name="Evgeny Aronov" userId="5a3f2c2d-7cb3-4639-98f6-49ea1b95a8be" providerId="ADAL" clId="{7A0B7755-50D3-447F-A517-839583F34A5D}" dt="2026-05-06T03:03:43.582" v="3862" actId="20577"/>
          <ac:spMkLst>
            <pc:docMk/>
            <pc:sldMk cId="1051900510" sldId="2144447656"/>
            <ac:spMk id="23" creationId="{263869C7-8063-1B25-5CBA-549DA62C3B3B}"/>
          </ac:spMkLst>
        </pc:spChg>
      </pc:sldChg>
      <pc:sldChg chg="addSp modSp mod">
        <pc:chgData name="Evgeny Aronov" userId="5a3f2c2d-7cb3-4639-98f6-49ea1b95a8be" providerId="ADAL" clId="{7A0B7755-50D3-447F-A517-839583F34A5D}" dt="2026-05-06T06:10:33.842" v="4655"/>
        <pc:sldMkLst>
          <pc:docMk/>
          <pc:sldMk cId="1178453227" sldId="2144447657"/>
        </pc:sldMkLst>
        <pc:spChg chg="add mod">
          <ac:chgData name="Evgeny Aronov" userId="5a3f2c2d-7cb3-4639-98f6-49ea1b95a8be" providerId="ADAL" clId="{7A0B7755-50D3-447F-A517-839583F34A5D}" dt="2026-05-06T04:41:20.978" v="4038" actId="1076"/>
          <ac:spMkLst>
            <pc:docMk/>
            <pc:sldMk cId="1178453227" sldId="2144447657"/>
            <ac:spMk id="5" creationId="{C90F6C00-153C-F5C5-9FE3-F229F3E1EBCE}"/>
          </ac:spMkLst>
        </pc:spChg>
        <pc:spChg chg="mod">
          <ac:chgData name="Evgeny Aronov" userId="5a3f2c2d-7cb3-4639-98f6-49ea1b95a8be" providerId="ADAL" clId="{7A0B7755-50D3-447F-A517-839583F34A5D}" dt="2026-05-06T06:10:33.842" v="4655"/>
          <ac:spMkLst>
            <pc:docMk/>
            <pc:sldMk cId="1178453227" sldId="2144447657"/>
            <ac:spMk id="9" creationId="{0557AA57-BD6F-4A30-A843-6A35A5D8A666}"/>
          </ac:spMkLst>
        </pc:spChg>
        <pc:spChg chg="mod">
          <ac:chgData name="Evgeny Aronov" userId="5a3f2c2d-7cb3-4639-98f6-49ea1b95a8be" providerId="ADAL" clId="{7A0B7755-50D3-447F-A517-839583F34A5D}" dt="2026-05-06T03:32:21.371" v="3905" actId="20577"/>
          <ac:spMkLst>
            <pc:docMk/>
            <pc:sldMk cId="1178453227" sldId="2144447657"/>
            <ac:spMk id="10" creationId="{D482863D-5AF6-F67B-8B6B-723D5840F5B3}"/>
          </ac:spMkLst>
        </pc:spChg>
      </pc:sldChg>
      <pc:sldChg chg="addSp delSp modSp mod">
        <pc:chgData name="Evgeny Aronov" userId="5a3f2c2d-7cb3-4639-98f6-49ea1b95a8be" providerId="ADAL" clId="{7A0B7755-50D3-447F-A517-839583F34A5D}" dt="2026-05-05T07:39:39.488" v="2825"/>
        <pc:sldMkLst>
          <pc:docMk/>
          <pc:sldMk cId="3355492350" sldId="2147473171"/>
        </pc:sldMkLst>
        <pc:spChg chg="add mod">
          <ac:chgData name="Evgeny Aronov" userId="5a3f2c2d-7cb3-4639-98f6-49ea1b95a8be" providerId="ADAL" clId="{7A0B7755-50D3-447F-A517-839583F34A5D}" dt="2026-05-04T07:24:44.919" v="1577" actId="164"/>
          <ac:spMkLst>
            <pc:docMk/>
            <pc:sldMk cId="3355492350" sldId="2147473171"/>
            <ac:spMk id="2" creationId="{50891E7D-77E0-7E7F-6631-88E70BA52F0D}"/>
          </ac:spMkLst>
        </pc:spChg>
        <pc:spChg chg="add mod">
          <ac:chgData name="Evgeny Aronov" userId="5a3f2c2d-7cb3-4639-98f6-49ea1b95a8be" providerId="ADAL" clId="{7A0B7755-50D3-447F-A517-839583F34A5D}" dt="2026-05-05T07:39:39.488" v="2825"/>
          <ac:spMkLst>
            <pc:docMk/>
            <pc:sldMk cId="3355492350" sldId="2147473171"/>
            <ac:spMk id="3" creationId="{06902AEB-666B-818F-822D-DDAC6FBC3EB4}"/>
          </ac:spMkLst>
        </pc:spChg>
        <pc:spChg chg="add mod">
          <ac:chgData name="Evgeny Aronov" userId="5a3f2c2d-7cb3-4639-98f6-49ea1b95a8be" providerId="ADAL" clId="{7A0B7755-50D3-447F-A517-839583F34A5D}" dt="2026-05-04T07:24:44.919" v="1577" actId="164"/>
          <ac:spMkLst>
            <pc:docMk/>
            <pc:sldMk cId="3355492350" sldId="2147473171"/>
            <ac:spMk id="4" creationId="{7C7D95EB-DEA8-36A3-A6AF-133F3BDAD6F3}"/>
          </ac:spMkLst>
        </pc:spChg>
        <pc:spChg chg="add mod">
          <ac:chgData name="Evgeny Aronov" userId="5a3f2c2d-7cb3-4639-98f6-49ea1b95a8be" providerId="ADAL" clId="{7A0B7755-50D3-447F-A517-839583F34A5D}" dt="2026-05-04T06:42:21.886" v="1043" actId="1038"/>
          <ac:spMkLst>
            <pc:docMk/>
            <pc:sldMk cId="3355492350" sldId="2147473171"/>
            <ac:spMk id="5" creationId="{60E97536-3EEF-B2D0-680B-2D3C618C37F0}"/>
          </ac:spMkLst>
        </pc:spChg>
        <pc:spChg chg="add mod">
          <ac:chgData name="Evgeny Aronov" userId="5a3f2c2d-7cb3-4639-98f6-49ea1b95a8be" providerId="ADAL" clId="{7A0B7755-50D3-447F-A517-839583F34A5D}" dt="2026-05-04T07:24:44.919" v="1577" actId="164"/>
          <ac:spMkLst>
            <pc:docMk/>
            <pc:sldMk cId="3355492350" sldId="2147473171"/>
            <ac:spMk id="6" creationId="{E1AC644F-D6EC-890C-CB08-308A9078445F}"/>
          </ac:spMkLst>
        </pc:spChg>
        <pc:spChg chg="add mod">
          <ac:chgData name="Evgeny Aronov" userId="5a3f2c2d-7cb3-4639-98f6-49ea1b95a8be" providerId="ADAL" clId="{7A0B7755-50D3-447F-A517-839583F34A5D}" dt="2026-05-04T07:24:44.919" v="1577" actId="164"/>
          <ac:spMkLst>
            <pc:docMk/>
            <pc:sldMk cId="3355492350" sldId="2147473171"/>
            <ac:spMk id="7" creationId="{327BEF3A-40D3-2918-1E81-2BBD03BF91FC}"/>
          </ac:spMkLst>
        </pc:spChg>
        <pc:spChg chg="add mod">
          <ac:chgData name="Evgeny Aronov" userId="5a3f2c2d-7cb3-4639-98f6-49ea1b95a8be" providerId="ADAL" clId="{7A0B7755-50D3-447F-A517-839583F34A5D}" dt="2026-05-04T06:40:39.134" v="987" actId="1076"/>
          <ac:spMkLst>
            <pc:docMk/>
            <pc:sldMk cId="3355492350" sldId="2147473171"/>
            <ac:spMk id="8" creationId="{1F3132A1-BBA9-0A4F-5087-142E289ECA2F}"/>
          </ac:spMkLst>
        </pc:spChg>
        <pc:spChg chg="add mod">
          <ac:chgData name="Evgeny Aronov" userId="5a3f2c2d-7cb3-4639-98f6-49ea1b95a8be" providerId="ADAL" clId="{7A0B7755-50D3-447F-A517-839583F34A5D}" dt="2026-05-04T06:40:34.557" v="986" actId="1076"/>
          <ac:spMkLst>
            <pc:docMk/>
            <pc:sldMk cId="3355492350" sldId="2147473171"/>
            <ac:spMk id="9" creationId="{A1043245-0A11-CF12-0F8C-5137CA474D85}"/>
          </ac:spMkLst>
        </pc:spChg>
        <pc:spChg chg="add mod">
          <ac:chgData name="Evgeny Aronov" userId="5a3f2c2d-7cb3-4639-98f6-49ea1b95a8be" providerId="ADAL" clId="{7A0B7755-50D3-447F-A517-839583F34A5D}" dt="2026-05-04T07:24:12.152" v="1574" actId="1076"/>
          <ac:spMkLst>
            <pc:docMk/>
            <pc:sldMk cId="3355492350" sldId="2147473171"/>
            <ac:spMk id="10" creationId="{863317E9-80E5-D525-BA47-8F3DD225447C}"/>
          </ac:spMkLst>
        </pc:spChg>
        <pc:spChg chg="add mod">
          <ac:chgData name="Evgeny Aronov" userId="5a3f2c2d-7cb3-4639-98f6-49ea1b95a8be" providerId="ADAL" clId="{7A0B7755-50D3-447F-A517-839583F34A5D}" dt="2026-05-04T06:43:48.895" v="1094" actId="1035"/>
          <ac:spMkLst>
            <pc:docMk/>
            <pc:sldMk cId="3355492350" sldId="2147473171"/>
            <ac:spMk id="11" creationId="{A7D221AF-6804-BF58-3D41-18DB2E9A8F2F}"/>
          </ac:spMkLst>
        </pc:spChg>
        <pc:spChg chg="add mod">
          <ac:chgData name="Evgeny Aronov" userId="5a3f2c2d-7cb3-4639-98f6-49ea1b95a8be" providerId="ADAL" clId="{7A0B7755-50D3-447F-A517-839583F34A5D}" dt="2026-05-04T07:24:44.919" v="1577" actId="164"/>
          <ac:spMkLst>
            <pc:docMk/>
            <pc:sldMk cId="3355492350" sldId="2147473171"/>
            <ac:spMk id="13" creationId="{692A9238-4400-4789-F135-0B48D2B96C31}"/>
          </ac:spMkLst>
        </pc:spChg>
        <pc:spChg chg="add mod">
          <ac:chgData name="Evgeny Aronov" userId="5a3f2c2d-7cb3-4639-98f6-49ea1b95a8be" providerId="ADAL" clId="{7A0B7755-50D3-447F-A517-839583F34A5D}" dt="2026-05-04T07:03:16.709" v="1291" actId="3064"/>
          <ac:spMkLst>
            <pc:docMk/>
            <pc:sldMk cId="3355492350" sldId="2147473171"/>
            <ac:spMk id="14" creationId="{B3E9F1CD-FB0C-B0EF-90E3-56A14C699968}"/>
          </ac:spMkLst>
        </pc:spChg>
        <pc:spChg chg="add mod">
          <ac:chgData name="Evgeny Aronov" userId="5a3f2c2d-7cb3-4639-98f6-49ea1b95a8be" providerId="ADAL" clId="{7A0B7755-50D3-447F-A517-839583F34A5D}" dt="2026-05-04T07:24:44.919" v="1577" actId="164"/>
          <ac:spMkLst>
            <pc:docMk/>
            <pc:sldMk cId="3355492350" sldId="2147473171"/>
            <ac:spMk id="15" creationId="{4FCFEA53-3DA6-21C9-19D3-0C593C40AB68}"/>
          </ac:spMkLst>
        </pc:spChg>
        <pc:spChg chg="add mod">
          <ac:chgData name="Evgeny Aronov" userId="5a3f2c2d-7cb3-4639-98f6-49ea1b95a8be" providerId="ADAL" clId="{7A0B7755-50D3-447F-A517-839583F34A5D}" dt="2026-05-04T07:03:16.709" v="1291" actId="3064"/>
          <ac:spMkLst>
            <pc:docMk/>
            <pc:sldMk cId="3355492350" sldId="2147473171"/>
            <ac:spMk id="17" creationId="{6535FD37-0651-B1A3-6C67-12EF56F1E5D2}"/>
          </ac:spMkLst>
        </pc:spChg>
        <pc:spChg chg="add mod">
          <ac:chgData name="Evgeny Aronov" userId="5a3f2c2d-7cb3-4639-98f6-49ea1b95a8be" providerId="ADAL" clId="{7A0B7755-50D3-447F-A517-839583F34A5D}" dt="2026-05-04T07:24:44.919" v="1577" actId="164"/>
          <ac:spMkLst>
            <pc:docMk/>
            <pc:sldMk cId="3355492350" sldId="2147473171"/>
            <ac:spMk id="18" creationId="{9908551D-E7BB-719E-A3FE-9B59F0C7C1AE}"/>
          </ac:spMkLst>
        </pc:spChg>
        <pc:spChg chg="add mod">
          <ac:chgData name="Evgeny Aronov" userId="5a3f2c2d-7cb3-4639-98f6-49ea1b95a8be" providerId="ADAL" clId="{7A0B7755-50D3-447F-A517-839583F34A5D}" dt="2026-05-04T07:03:16.709" v="1291" actId="3064"/>
          <ac:spMkLst>
            <pc:docMk/>
            <pc:sldMk cId="3355492350" sldId="2147473171"/>
            <ac:spMk id="19" creationId="{DC51D641-2C38-3B7C-7F27-C3F97685BE65}"/>
          </ac:spMkLst>
        </pc:spChg>
        <pc:spChg chg="add mod">
          <ac:chgData name="Evgeny Aronov" userId="5a3f2c2d-7cb3-4639-98f6-49ea1b95a8be" providerId="ADAL" clId="{7A0B7755-50D3-447F-A517-839583F34A5D}" dt="2026-05-04T07:03:16.709" v="1291" actId="3064"/>
          <ac:spMkLst>
            <pc:docMk/>
            <pc:sldMk cId="3355492350" sldId="2147473171"/>
            <ac:spMk id="20" creationId="{0EFC6C8C-179A-99B4-549D-792ADF46F558}"/>
          </ac:spMkLst>
        </pc:spChg>
        <pc:spChg chg="add mod">
          <ac:chgData name="Evgeny Aronov" userId="5a3f2c2d-7cb3-4639-98f6-49ea1b95a8be" providerId="ADAL" clId="{7A0B7755-50D3-447F-A517-839583F34A5D}" dt="2026-05-04T07:24:44.919" v="1577" actId="164"/>
          <ac:spMkLst>
            <pc:docMk/>
            <pc:sldMk cId="3355492350" sldId="2147473171"/>
            <ac:spMk id="21" creationId="{00932E5A-EF95-30E5-91FA-4F142775D28C}"/>
          </ac:spMkLst>
        </pc:spChg>
        <pc:spChg chg="add mod">
          <ac:chgData name="Evgeny Aronov" userId="5a3f2c2d-7cb3-4639-98f6-49ea1b95a8be" providerId="ADAL" clId="{7A0B7755-50D3-447F-A517-839583F34A5D}" dt="2026-05-04T07:24:44.919" v="1577" actId="164"/>
          <ac:spMkLst>
            <pc:docMk/>
            <pc:sldMk cId="3355492350" sldId="2147473171"/>
            <ac:spMk id="22" creationId="{8B9497E8-193C-0C94-264E-FF71EED95413}"/>
          </ac:spMkLst>
        </pc:spChg>
        <pc:spChg chg="add mod">
          <ac:chgData name="Evgeny Aronov" userId="5a3f2c2d-7cb3-4639-98f6-49ea1b95a8be" providerId="ADAL" clId="{7A0B7755-50D3-447F-A517-839583F34A5D}" dt="2026-05-04T07:15:53.189" v="1403" actId="1036"/>
          <ac:spMkLst>
            <pc:docMk/>
            <pc:sldMk cId="3355492350" sldId="2147473171"/>
            <ac:spMk id="23" creationId="{6405563A-28A1-7B93-0061-0BC24AEB05BD}"/>
          </ac:spMkLst>
        </pc:spChg>
        <pc:spChg chg="add mod">
          <ac:chgData name="Evgeny Aronov" userId="5a3f2c2d-7cb3-4639-98f6-49ea1b95a8be" providerId="ADAL" clId="{7A0B7755-50D3-447F-A517-839583F34A5D}" dt="2026-05-04T07:16:03.238" v="1414" actId="1035"/>
          <ac:spMkLst>
            <pc:docMk/>
            <pc:sldMk cId="3355492350" sldId="2147473171"/>
            <ac:spMk id="24" creationId="{8EC76FC3-1148-E0DE-8A59-A1BD8193B6D1}"/>
          </ac:spMkLst>
        </pc:spChg>
        <pc:spChg chg="add mod">
          <ac:chgData name="Evgeny Aronov" userId="5a3f2c2d-7cb3-4639-98f6-49ea1b95a8be" providerId="ADAL" clId="{7A0B7755-50D3-447F-A517-839583F34A5D}" dt="2026-05-04T07:19:33.054" v="1522" actId="208"/>
          <ac:spMkLst>
            <pc:docMk/>
            <pc:sldMk cId="3355492350" sldId="2147473171"/>
            <ac:spMk id="25" creationId="{A6AC62F4-6C54-8FAA-D4E0-6DC18FA96B2C}"/>
          </ac:spMkLst>
        </pc:spChg>
        <pc:spChg chg="add mod">
          <ac:chgData name="Evgeny Aronov" userId="5a3f2c2d-7cb3-4639-98f6-49ea1b95a8be" providerId="ADAL" clId="{7A0B7755-50D3-447F-A517-839583F34A5D}" dt="2026-05-04T07:19:27.442" v="1521" actId="208"/>
          <ac:spMkLst>
            <pc:docMk/>
            <pc:sldMk cId="3355492350" sldId="2147473171"/>
            <ac:spMk id="26" creationId="{6EF2CDE7-9E7C-44D8-1D71-224D81711581}"/>
          </ac:spMkLst>
        </pc:spChg>
        <pc:spChg chg="add mod">
          <ac:chgData name="Evgeny Aronov" userId="5a3f2c2d-7cb3-4639-98f6-49ea1b95a8be" providerId="ADAL" clId="{7A0B7755-50D3-447F-A517-839583F34A5D}" dt="2026-05-04T07:24:44.919" v="1577" actId="164"/>
          <ac:spMkLst>
            <pc:docMk/>
            <pc:sldMk cId="3355492350" sldId="2147473171"/>
            <ac:spMk id="27" creationId="{0FAABAA2-EEF5-62E6-9520-D6D155277E78}"/>
          </ac:spMkLst>
        </pc:spChg>
        <pc:spChg chg="add mod">
          <ac:chgData name="Evgeny Aronov" userId="5a3f2c2d-7cb3-4639-98f6-49ea1b95a8be" providerId="ADAL" clId="{7A0B7755-50D3-447F-A517-839583F34A5D}" dt="2026-05-04T07:20:20.762" v="1528" actId="1076"/>
          <ac:spMkLst>
            <pc:docMk/>
            <pc:sldMk cId="3355492350" sldId="2147473171"/>
            <ac:spMk id="28" creationId="{B533135D-95AF-BFB3-0740-2484E2850D7C}"/>
          </ac:spMkLst>
        </pc:spChg>
        <pc:spChg chg="add mod">
          <ac:chgData name="Evgeny Aronov" userId="5a3f2c2d-7cb3-4639-98f6-49ea1b95a8be" providerId="ADAL" clId="{7A0B7755-50D3-447F-A517-839583F34A5D}" dt="2026-05-04T07:20:59.108" v="1534"/>
          <ac:spMkLst>
            <pc:docMk/>
            <pc:sldMk cId="3355492350" sldId="2147473171"/>
            <ac:spMk id="29" creationId="{A9D7237D-D3FE-8D11-B9FC-FB33E75F3C6E}"/>
          </ac:spMkLst>
        </pc:spChg>
        <pc:spChg chg="add mod">
          <ac:chgData name="Evgeny Aronov" userId="5a3f2c2d-7cb3-4639-98f6-49ea1b95a8be" providerId="ADAL" clId="{7A0B7755-50D3-447F-A517-839583F34A5D}" dt="2026-05-04T07:21:23.226" v="1541" actId="1076"/>
          <ac:spMkLst>
            <pc:docMk/>
            <pc:sldMk cId="3355492350" sldId="2147473171"/>
            <ac:spMk id="30" creationId="{03386402-740A-E045-FE88-8738195CD6C7}"/>
          </ac:spMkLst>
        </pc:spChg>
        <pc:spChg chg="add mod">
          <ac:chgData name="Evgeny Aronov" userId="5a3f2c2d-7cb3-4639-98f6-49ea1b95a8be" providerId="ADAL" clId="{7A0B7755-50D3-447F-A517-839583F34A5D}" dt="2026-05-04T07:22:40.863" v="1557" actId="1076"/>
          <ac:spMkLst>
            <pc:docMk/>
            <pc:sldMk cId="3355492350" sldId="2147473171"/>
            <ac:spMk id="31" creationId="{75D948F1-F982-3165-6758-5BCC652CE43E}"/>
          </ac:spMkLst>
        </pc:spChg>
        <pc:spChg chg="add mod">
          <ac:chgData name="Evgeny Aronov" userId="5a3f2c2d-7cb3-4639-98f6-49ea1b95a8be" providerId="ADAL" clId="{7A0B7755-50D3-447F-A517-839583F34A5D}" dt="2026-05-04T07:23:31.150" v="1567" actId="1076"/>
          <ac:spMkLst>
            <pc:docMk/>
            <pc:sldMk cId="3355492350" sldId="2147473171"/>
            <ac:spMk id="32" creationId="{7B3FF93E-7A44-1892-6FC8-EE3637A0AC88}"/>
          </ac:spMkLst>
        </pc:spChg>
        <pc:spChg chg="add mod">
          <ac:chgData name="Evgeny Aronov" userId="5a3f2c2d-7cb3-4639-98f6-49ea1b95a8be" providerId="ADAL" clId="{7A0B7755-50D3-447F-A517-839583F34A5D}" dt="2026-05-04T07:22:47.993" v="1559" actId="1076"/>
          <ac:spMkLst>
            <pc:docMk/>
            <pc:sldMk cId="3355492350" sldId="2147473171"/>
            <ac:spMk id="33" creationId="{A4CD05F5-AA6B-D669-6DCC-A0C7280C7187}"/>
          </ac:spMkLst>
        </pc:spChg>
        <pc:spChg chg="add mod">
          <ac:chgData name="Evgeny Aronov" userId="5a3f2c2d-7cb3-4639-98f6-49ea1b95a8be" providerId="ADAL" clId="{7A0B7755-50D3-447F-A517-839583F34A5D}" dt="2026-05-04T07:23:08.032" v="1563" actId="1076"/>
          <ac:spMkLst>
            <pc:docMk/>
            <pc:sldMk cId="3355492350" sldId="2147473171"/>
            <ac:spMk id="34" creationId="{1E44D871-5406-414A-5F62-1DCDCD36D76B}"/>
          </ac:spMkLst>
        </pc:spChg>
        <pc:spChg chg="add mod">
          <ac:chgData name="Evgeny Aronov" userId="5a3f2c2d-7cb3-4639-98f6-49ea1b95a8be" providerId="ADAL" clId="{7A0B7755-50D3-447F-A517-839583F34A5D}" dt="2026-05-04T07:24:24.303" v="1576" actId="1076"/>
          <ac:spMkLst>
            <pc:docMk/>
            <pc:sldMk cId="3355492350" sldId="2147473171"/>
            <ac:spMk id="35" creationId="{CE069C16-A938-C247-2EEE-80AAFFCAC36D}"/>
          </ac:spMkLst>
        </pc:spChg>
        <pc:grpChg chg="mod">
          <ac:chgData name="Evgeny Aronov" userId="5a3f2c2d-7cb3-4639-98f6-49ea1b95a8be" providerId="ADAL" clId="{7A0B7755-50D3-447F-A517-839583F34A5D}" dt="2026-05-04T07:24:52.497" v="1579" actId="1076"/>
          <ac:grpSpMkLst>
            <pc:docMk/>
            <pc:sldMk cId="3355492350" sldId="2147473171"/>
            <ac:grpSpMk id="36" creationId="{31E6E460-E854-722E-5605-64998B00E6A4}"/>
          </ac:grpSpMkLst>
        </pc:grpChg>
        <pc:picChg chg="mod">
          <ac:chgData name="Evgeny Aronov" userId="5a3f2c2d-7cb3-4639-98f6-49ea1b95a8be" providerId="ADAL" clId="{7A0B7755-50D3-447F-A517-839583F34A5D}" dt="2026-05-04T07:24:01.902" v="1571" actId="1076"/>
          <ac:picMkLst>
            <pc:docMk/>
            <pc:sldMk cId="3355492350" sldId="2147473171"/>
            <ac:picMk id="16" creationId="{98CB3754-0A41-188A-85D6-F099BFDE3AB6}"/>
          </ac:picMkLst>
        </pc:picChg>
      </pc:sldChg>
      <pc:sldChg chg="addSp delSp modSp mod">
        <pc:chgData name="Evgeny Aronov" userId="5a3f2c2d-7cb3-4639-98f6-49ea1b95a8be" providerId="ADAL" clId="{7A0B7755-50D3-447F-A517-839583F34A5D}" dt="2026-05-04T06:09:46.992" v="937" actId="166"/>
        <pc:sldMkLst>
          <pc:docMk/>
          <pc:sldMk cId="1493109299" sldId="2147473248"/>
        </pc:sldMkLst>
        <pc:spChg chg="add mod ord">
          <ac:chgData name="Evgeny Aronov" userId="5a3f2c2d-7cb3-4639-98f6-49ea1b95a8be" providerId="ADAL" clId="{7A0B7755-50D3-447F-A517-839583F34A5D}" dt="2026-05-04T06:09:46.992" v="937" actId="166"/>
          <ac:spMkLst>
            <pc:docMk/>
            <pc:sldMk cId="1493109299" sldId="2147473248"/>
            <ac:spMk id="3" creationId="{BCF9D64A-E491-6141-C666-6587983DF760}"/>
          </ac:spMkLst>
        </pc:spChg>
        <pc:spChg chg="mod">
          <ac:chgData name="Evgeny Aronov" userId="5a3f2c2d-7cb3-4639-98f6-49ea1b95a8be" providerId="ADAL" clId="{7A0B7755-50D3-447F-A517-839583F34A5D}" dt="2026-05-04T04:55:58.537" v="324" actId="1076"/>
          <ac:spMkLst>
            <pc:docMk/>
            <pc:sldMk cId="1493109299" sldId="2147473248"/>
            <ac:spMk id="4" creationId="{1CC46CA1-E56D-45F0-A292-37B3EC5ADFB5}"/>
          </ac:spMkLst>
        </pc:spChg>
        <pc:spChg chg="add mod">
          <ac:chgData name="Evgeny Aronov" userId="5a3f2c2d-7cb3-4639-98f6-49ea1b95a8be" providerId="ADAL" clId="{7A0B7755-50D3-447F-A517-839583F34A5D}" dt="2026-05-04T04:58:52.262" v="389" actId="14100"/>
          <ac:spMkLst>
            <pc:docMk/>
            <pc:sldMk cId="1493109299" sldId="2147473248"/>
            <ac:spMk id="6" creationId="{A83E7B27-4F39-C05A-36BB-74F89C50F4CD}"/>
          </ac:spMkLst>
        </pc:spChg>
        <pc:spChg chg="add mod">
          <ac:chgData name="Evgeny Aronov" userId="5a3f2c2d-7cb3-4639-98f6-49ea1b95a8be" providerId="ADAL" clId="{7A0B7755-50D3-447F-A517-839583F34A5D}" dt="2026-05-04T06:09:37.693" v="936" actId="164"/>
          <ac:spMkLst>
            <pc:docMk/>
            <pc:sldMk cId="1493109299" sldId="2147473248"/>
            <ac:spMk id="7" creationId="{06F18C61-169D-4685-4EB8-5F57E81C8C6E}"/>
          </ac:spMkLst>
        </pc:spChg>
        <pc:spChg chg="add mod">
          <ac:chgData name="Evgeny Aronov" userId="5a3f2c2d-7cb3-4639-98f6-49ea1b95a8be" providerId="ADAL" clId="{7A0B7755-50D3-447F-A517-839583F34A5D}" dt="2026-05-04T05:04:27.936" v="443" actId="207"/>
          <ac:spMkLst>
            <pc:docMk/>
            <pc:sldMk cId="1493109299" sldId="2147473248"/>
            <ac:spMk id="8" creationId="{DB9EB36F-64AF-0D79-D029-DCE1CD9D55CF}"/>
          </ac:spMkLst>
        </pc:spChg>
        <pc:spChg chg="add mod">
          <ac:chgData name="Evgeny Aronov" userId="5a3f2c2d-7cb3-4639-98f6-49ea1b95a8be" providerId="ADAL" clId="{7A0B7755-50D3-447F-A517-839583F34A5D}" dt="2026-05-04T05:05:04.999" v="479" actId="1036"/>
          <ac:spMkLst>
            <pc:docMk/>
            <pc:sldMk cId="1493109299" sldId="2147473248"/>
            <ac:spMk id="9" creationId="{EDB6E813-111E-EEF3-3B89-2950E2E162C6}"/>
          </ac:spMkLst>
        </pc:spChg>
        <pc:spChg chg="add mod">
          <ac:chgData name="Evgeny Aronov" userId="5a3f2c2d-7cb3-4639-98f6-49ea1b95a8be" providerId="ADAL" clId="{7A0B7755-50D3-447F-A517-839583F34A5D}" dt="2026-05-04T06:09:37.693" v="936" actId="164"/>
          <ac:spMkLst>
            <pc:docMk/>
            <pc:sldMk cId="1493109299" sldId="2147473248"/>
            <ac:spMk id="11" creationId="{DEE22957-D98F-0E14-4C5D-2B1C39667F8C}"/>
          </ac:spMkLst>
        </pc:spChg>
        <pc:spChg chg="add mod">
          <ac:chgData name="Evgeny Aronov" userId="5a3f2c2d-7cb3-4639-98f6-49ea1b95a8be" providerId="ADAL" clId="{7A0B7755-50D3-447F-A517-839583F34A5D}" dt="2026-05-04T05:54:53.762" v="844" actId="14100"/>
          <ac:spMkLst>
            <pc:docMk/>
            <pc:sldMk cId="1493109299" sldId="2147473248"/>
            <ac:spMk id="12" creationId="{7082CBF0-ECB6-D342-DFD0-801F4D72C060}"/>
          </ac:spMkLst>
        </pc:spChg>
        <pc:spChg chg="add mod">
          <ac:chgData name="Evgeny Aronov" userId="5a3f2c2d-7cb3-4639-98f6-49ea1b95a8be" providerId="ADAL" clId="{7A0B7755-50D3-447F-A517-839583F34A5D}" dt="2026-05-04T05:54:38.706" v="837" actId="1038"/>
          <ac:spMkLst>
            <pc:docMk/>
            <pc:sldMk cId="1493109299" sldId="2147473248"/>
            <ac:spMk id="13" creationId="{4FF98FE0-54A9-C3AE-D0E0-629F31CADFB1}"/>
          </ac:spMkLst>
        </pc:spChg>
        <pc:spChg chg="add mod">
          <ac:chgData name="Evgeny Aronov" userId="5a3f2c2d-7cb3-4639-98f6-49ea1b95a8be" providerId="ADAL" clId="{7A0B7755-50D3-447F-A517-839583F34A5D}" dt="2026-05-04T05:54:38.706" v="837" actId="1038"/>
          <ac:spMkLst>
            <pc:docMk/>
            <pc:sldMk cId="1493109299" sldId="2147473248"/>
            <ac:spMk id="14" creationId="{6EA44BB7-0108-AD27-AAD0-D7B6CA0AFA03}"/>
          </ac:spMkLst>
        </pc:spChg>
        <pc:spChg chg="add mod">
          <ac:chgData name="Evgeny Aronov" userId="5a3f2c2d-7cb3-4639-98f6-49ea1b95a8be" providerId="ADAL" clId="{7A0B7755-50D3-447F-A517-839583F34A5D}" dt="2026-05-04T06:09:37.693" v="936" actId="164"/>
          <ac:spMkLst>
            <pc:docMk/>
            <pc:sldMk cId="1493109299" sldId="2147473248"/>
            <ac:spMk id="15" creationId="{B034A4B8-2EDB-D226-6FF0-135B9A50242D}"/>
          </ac:spMkLst>
        </pc:spChg>
        <pc:spChg chg="add mod">
          <ac:chgData name="Evgeny Aronov" userId="5a3f2c2d-7cb3-4639-98f6-49ea1b95a8be" providerId="ADAL" clId="{7A0B7755-50D3-447F-A517-839583F34A5D}" dt="2026-05-04T05:14:02.496" v="601" actId="1036"/>
          <ac:spMkLst>
            <pc:docMk/>
            <pc:sldMk cId="1493109299" sldId="2147473248"/>
            <ac:spMk id="16" creationId="{74B4F21F-C199-C203-E738-CE4414CBA49D}"/>
          </ac:spMkLst>
        </pc:spChg>
        <pc:spChg chg="add mod ord">
          <ac:chgData name="Evgeny Aronov" userId="5a3f2c2d-7cb3-4639-98f6-49ea1b95a8be" providerId="ADAL" clId="{7A0B7755-50D3-447F-A517-839583F34A5D}" dt="2026-05-04T05:23:16.885" v="644" actId="164"/>
          <ac:spMkLst>
            <pc:docMk/>
            <pc:sldMk cId="1493109299" sldId="2147473248"/>
            <ac:spMk id="17" creationId="{AE25B5FF-0F76-BBF3-6C21-7AE7508A93E1}"/>
          </ac:spMkLst>
        </pc:spChg>
        <pc:spChg chg="add mod">
          <ac:chgData name="Evgeny Aronov" userId="5a3f2c2d-7cb3-4639-98f6-49ea1b95a8be" providerId="ADAL" clId="{7A0B7755-50D3-447F-A517-839583F34A5D}" dt="2026-05-04T05:23:16.885" v="644" actId="164"/>
          <ac:spMkLst>
            <pc:docMk/>
            <pc:sldMk cId="1493109299" sldId="2147473248"/>
            <ac:spMk id="18" creationId="{F949927A-35B4-951D-5099-F7CCDE7BD539}"/>
          </ac:spMkLst>
        </pc:spChg>
        <pc:spChg chg="add mod">
          <ac:chgData name="Evgeny Aronov" userId="5a3f2c2d-7cb3-4639-98f6-49ea1b95a8be" providerId="ADAL" clId="{7A0B7755-50D3-447F-A517-839583F34A5D}" dt="2026-05-04T06:09:37.693" v="936" actId="164"/>
          <ac:spMkLst>
            <pc:docMk/>
            <pc:sldMk cId="1493109299" sldId="2147473248"/>
            <ac:spMk id="20" creationId="{AD6048A9-04D7-AC6D-81EA-7D30DD5880FF}"/>
          </ac:spMkLst>
        </pc:spChg>
        <pc:spChg chg="add mod">
          <ac:chgData name="Evgeny Aronov" userId="5a3f2c2d-7cb3-4639-98f6-49ea1b95a8be" providerId="ADAL" clId="{7A0B7755-50D3-447F-A517-839583F34A5D}" dt="2026-05-04T06:09:37.693" v="936" actId="164"/>
          <ac:spMkLst>
            <pc:docMk/>
            <pc:sldMk cId="1493109299" sldId="2147473248"/>
            <ac:spMk id="21" creationId="{0C39469D-DAA9-91C1-2494-884D3833075A}"/>
          </ac:spMkLst>
        </pc:spChg>
        <pc:spChg chg="add mod">
          <ac:chgData name="Evgeny Aronov" userId="5a3f2c2d-7cb3-4639-98f6-49ea1b95a8be" providerId="ADAL" clId="{7A0B7755-50D3-447F-A517-839583F34A5D}" dt="2026-05-04T06:09:37.693" v="936" actId="164"/>
          <ac:spMkLst>
            <pc:docMk/>
            <pc:sldMk cId="1493109299" sldId="2147473248"/>
            <ac:spMk id="22" creationId="{8FBB385C-816E-6316-F572-CE9A709DD665}"/>
          </ac:spMkLst>
        </pc:spChg>
        <pc:spChg chg="add mod">
          <ac:chgData name="Evgeny Aronov" userId="5a3f2c2d-7cb3-4639-98f6-49ea1b95a8be" providerId="ADAL" clId="{7A0B7755-50D3-447F-A517-839583F34A5D}" dt="2026-05-04T06:09:37.693" v="936" actId="164"/>
          <ac:spMkLst>
            <pc:docMk/>
            <pc:sldMk cId="1493109299" sldId="2147473248"/>
            <ac:spMk id="24" creationId="{B3CF0D63-FF6B-F1D6-2B48-4349E6CB776D}"/>
          </ac:spMkLst>
        </pc:spChg>
        <pc:spChg chg="add mod">
          <ac:chgData name="Evgeny Aronov" userId="5a3f2c2d-7cb3-4639-98f6-49ea1b95a8be" providerId="ADAL" clId="{7A0B7755-50D3-447F-A517-839583F34A5D}" dt="2026-05-04T06:09:37.693" v="936" actId="164"/>
          <ac:spMkLst>
            <pc:docMk/>
            <pc:sldMk cId="1493109299" sldId="2147473248"/>
            <ac:spMk id="25" creationId="{FF1DA4C2-11A4-2108-118B-C5A486824F39}"/>
          </ac:spMkLst>
        </pc:spChg>
        <pc:spChg chg="add mod">
          <ac:chgData name="Evgeny Aronov" userId="5a3f2c2d-7cb3-4639-98f6-49ea1b95a8be" providerId="ADAL" clId="{7A0B7755-50D3-447F-A517-839583F34A5D}" dt="2026-05-04T05:49:31.143" v="691" actId="14100"/>
          <ac:spMkLst>
            <pc:docMk/>
            <pc:sldMk cId="1493109299" sldId="2147473248"/>
            <ac:spMk id="26" creationId="{A9ACD946-FD79-4C4C-17B0-FB2DEC016810}"/>
          </ac:spMkLst>
        </pc:spChg>
        <pc:spChg chg="add mod">
          <ac:chgData name="Evgeny Aronov" userId="5a3f2c2d-7cb3-4639-98f6-49ea1b95a8be" providerId="ADAL" clId="{7A0B7755-50D3-447F-A517-839583F34A5D}" dt="2026-05-04T05:50:12.812" v="721" actId="1037"/>
          <ac:spMkLst>
            <pc:docMk/>
            <pc:sldMk cId="1493109299" sldId="2147473248"/>
            <ac:spMk id="27" creationId="{D3C840FE-3CD0-8BD7-47B9-98C2529677F4}"/>
          </ac:spMkLst>
        </pc:spChg>
        <pc:spChg chg="add mod">
          <ac:chgData name="Evgeny Aronov" userId="5a3f2c2d-7cb3-4639-98f6-49ea1b95a8be" providerId="ADAL" clId="{7A0B7755-50D3-447F-A517-839583F34A5D}" dt="2026-05-04T06:09:37.693" v="936" actId="164"/>
          <ac:spMkLst>
            <pc:docMk/>
            <pc:sldMk cId="1493109299" sldId="2147473248"/>
            <ac:spMk id="28" creationId="{D9834833-48BA-0FDC-68B0-4319B319A6B6}"/>
          </ac:spMkLst>
        </pc:spChg>
        <pc:spChg chg="mod">
          <ac:chgData name="Evgeny Aronov" userId="5a3f2c2d-7cb3-4639-98f6-49ea1b95a8be" providerId="ADAL" clId="{7A0B7755-50D3-447F-A517-839583F34A5D}" dt="2026-05-04T05:52:05.338" v="774" actId="208"/>
          <ac:spMkLst>
            <pc:docMk/>
            <pc:sldMk cId="1493109299" sldId="2147473248"/>
            <ac:spMk id="30" creationId="{9E4EEAD3-E938-A2FC-33B0-26CFE978758F}"/>
          </ac:spMkLst>
        </pc:spChg>
        <pc:spChg chg="mod">
          <ac:chgData name="Evgeny Aronov" userId="5a3f2c2d-7cb3-4639-98f6-49ea1b95a8be" providerId="ADAL" clId="{7A0B7755-50D3-447F-A517-839583F34A5D}" dt="2026-05-04T05:52:18.358" v="775" actId="947"/>
          <ac:spMkLst>
            <pc:docMk/>
            <pc:sldMk cId="1493109299" sldId="2147473248"/>
            <ac:spMk id="31" creationId="{5525FA77-9255-D6DF-5091-F1868EF95F3D}"/>
          </ac:spMkLst>
        </pc:spChg>
        <pc:spChg chg="add mod">
          <ac:chgData name="Evgeny Aronov" userId="5a3f2c2d-7cb3-4639-98f6-49ea1b95a8be" providerId="ADAL" clId="{7A0B7755-50D3-447F-A517-839583F34A5D}" dt="2026-05-04T06:09:37.693" v="936" actId="164"/>
          <ac:spMkLst>
            <pc:docMk/>
            <pc:sldMk cId="1493109299" sldId="2147473248"/>
            <ac:spMk id="33" creationId="{48BDF0FA-97A7-E999-CF08-C37D092D905F}"/>
          </ac:spMkLst>
        </pc:spChg>
        <pc:spChg chg="add mod">
          <ac:chgData name="Evgeny Aronov" userId="5a3f2c2d-7cb3-4639-98f6-49ea1b95a8be" providerId="ADAL" clId="{7A0B7755-50D3-447F-A517-839583F34A5D}" dt="2026-05-04T06:09:22.495" v="935" actId="1076"/>
          <ac:spMkLst>
            <pc:docMk/>
            <pc:sldMk cId="1493109299" sldId="2147473248"/>
            <ac:spMk id="35" creationId="{15916766-2483-DD2C-71F3-F097D2F38E79}"/>
          </ac:spMkLst>
        </pc:spChg>
        <pc:spChg chg="add mod">
          <ac:chgData name="Evgeny Aronov" userId="5a3f2c2d-7cb3-4639-98f6-49ea1b95a8be" providerId="ADAL" clId="{7A0B7755-50D3-447F-A517-839583F34A5D}" dt="2026-05-04T06:09:03.916" v="928" actId="1076"/>
          <ac:spMkLst>
            <pc:docMk/>
            <pc:sldMk cId="1493109299" sldId="2147473248"/>
            <ac:spMk id="36" creationId="{A0426AA5-7246-754A-4F9A-8F05F175C04B}"/>
          </ac:spMkLst>
        </pc:spChg>
        <pc:grpChg chg="add mod">
          <ac:chgData name="Evgeny Aronov" userId="5a3f2c2d-7cb3-4639-98f6-49ea1b95a8be" providerId="ADAL" clId="{7A0B7755-50D3-447F-A517-839583F34A5D}" dt="2026-05-04T05:23:23.161" v="647" actId="1076"/>
          <ac:grpSpMkLst>
            <pc:docMk/>
            <pc:sldMk cId="1493109299" sldId="2147473248"/>
            <ac:grpSpMk id="19" creationId="{957D9BD2-9924-E3BE-8BFA-601A34F5A933}"/>
          </ac:grpSpMkLst>
        </pc:grpChg>
        <pc:grpChg chg="add mod">
          <ac:chgData name="Evgeny Aronov" userId="5a3f2c2d-7cb3-4639-98f6-49ea1b95a8be" providerId="ADAL" clId="{7A0B7755-50D3-447F-A517-839583F34A5D}" dt="2026-05-04T05:52:01.146" v="773" actId="207"/>
          <ac:grpSpMkLst>
            <pc:docMk/>
            <pc:sldMk cId="1493109299" sldId="2147473248"/>
            <ac:grpSpMk id="29" creationId="{643E0EB3-DF17-FF47-778A-F56F11DC3E8B}"/>
          </ac:grpSpMkLst>
        </pc:grpChg>
        <pc:picChg chg="mod modCrop">
          <ac:chgData name="Evgeny Aronov" userId="5a3f2c2d-7cb3-4639-98f6-49ea1b95a8be" providerId="ADAL" clId="{7A0B7755-50D3-447F-A517-839583F34A5D}" dt="2026-05-04T05:54:02.710" v="824" actId="1076"/>
          <ac:picMkLst>
            <pc:docMk/>
            <pc:sldMk cId="1493109299" sldId="2147473248"/>
            <ac:picMk id="23" creationId="{0A32C5A8-7B54-C99C-31EA-C8F96CBD7886}"/>
          </ac:picMkLst>
        </pc:picChg>
      </pc:sldChg>
      <pc:sldChg chg="modSp mod">
        <pc:chgData name="Evgeny Aronov" userId="5a3f2c2d-7cb3-4639-98f6-49ea1b95a8be" providerId="ADAL" clId="{7A0B7755-50D3-447F-A517-839583F34A5D}" dt="2026-05-04T06:08:51.724" v="925" actId="20577"/>
        <pc:sldMkLst>
          <pc:docMk/>
          <pc:sldMk cId="2488715161" sldId="2147473270"/>
        </pc:sldMkLst>
        <pc:spChg chg="mod">
          <ac:chgData name="Evgeny Aronov" userId="5a3f2c2d-7cb3-4639-98f6-49ea1b95a8be" providerId="ADAL" clId="{7A0B7755-50D3-447F-A517-839583F34A5D}" dt="2026-05-04T06:08:51.724" v="925" actId="20577"/>
          <ac:spMkLst>
            <pc:docMk/>
            <pc:sldMk cId="2488715161" sldId="2147473270"/>
            <ac:spMk id="3" creationId="{929AAB51-B58E-29F5-4192-CE3C6E45496D}"/>
          </ac:spMkLst>
        </pc:spChg>
        <pc:spChg chg="mod">
          <ac:chgData name="Evgeny Aronov" userId="5a3f2c2d-7cb3-4639-98f6-49ea1b95a8be" providerId="ADAL" clId="{7A0B7755-50D3-447F-A517-839583F34A5D}" dt="2026-04-30T08:58:52.675" v="273" actId="207"/>
          <ac:spMkLst>
            <pc:docMk/>
            <pc:sldMk cId="2488715161" sldId="2147473270"/>
            <ac:spMk id="4" creationId="{9AC7CF16-4458-6D0D-C85C-5E060757B191}"/>
          </ac:spMkLst>
        </pc:spChg>
      </pc:sldChg>
      <pc:sldChg chg="add del mod modClrScheme chgLayout">
        <pc:chgData name="Evgeny Aronov" userId="5a3f2c2d-7cb3-4639-98f6-49ea1b95a8be" providerId="ADAL" clId="{7A0B7755-50D3-447F-A517-839583F34A5D}" dt="2026-05-06T11:44:29.575" v="5959" actId="700"/>
        <pc:sldMkLst>
          <pc:docMk/>
          <pc:sldMk cId="2763822162" sldId="2147473335"/>
        </pc:sldMkLst>
      </pc:sldChg>
      <pc:sldChg chg="delSp modSp add mod">
        <pc:chgData name="Evgeny Aronov" userId="5a3f2c2d-7cb3-4639-98f6-49ea1b95a8be" providerId="ADAL" clId="{7A0B7755-50D3-447F-A517-839583F34A5D}" dt="2026-05-13T07:55:13.874" v="7122" actId="20577"/>
        <pc:sldMkLst>
          <pc:docMk/>
          <pc:sldMk cId="1183710066" sldId="2147474080"/>
        </pc:sldMkLst>
        <pc:spChg chg="mod">
          <ac:chgData name="Evgeny Aronov" userId="5a3f2c2d-7cb3-4639-98f6-49ea1b95a8be" providerId="ADAL" clId="{7A0B7755-50D3-447F-A517-839583F34A5D}" dt="2026-05-07T10:42:35.880" v="6937" actId="120"/>
          <ac:spMkLst>
            <pc:docMk/>
            <pc:sldMk cId="1183710066" sldId="2147474080"/>
            <ac:spMk id="4" creationId="{4F222B98-D1B8-36DC-B2E6-3690A8406A98}"/>
          </ac:spMkLst>
        </pc:spChg>
        <pc:spChg chg="mod">
          <ac:chgData name="Evgeny Aronov" userId="5a3f2c2d-7cb3-4639-98f6-49ea1b95a8be" providerId="ADAL" clId="{7A0B7755-50D3-447F-A517-839583F34A5D}" dt="2026-05-13T07:54:03.854" v="7069" actId="14100"/>
          <ac:spMkLst>
            <pc:docMk/>
            <pc:sldMk cId="1183710066" sldId="2147474080"/>
            <ac:spMk id="7" creationId="{5C815AC9-FE16-1D18-402A-EB458C6BFCBE}"/>
          </ac:spMkLst>
        </pc:spChg>
        <pc:spChg chg="mod">
          <ac:chgData name="Evgeny Aronov" userId="5a3f2c2d-7cb3-4639-98f6-49ea1b95a8be" providerId="ADAL" clId="{7A0B7755-50D3-447F-A517-839583F34A5D}" dt="2026-05-13T07:55:13.874" v="7122" actId="20577"/>
          <ac:spMkLst>
            <pc:docMk/>
            <pc:sldMk cId="1183710066" sldId="2147474080"/>
            <ac:spMk id="9" creationId="{04ED82F8-641F-F22D-DA95-68A0EA391A52}"/>
          </ac:spMkLst>
        </pc:spChg>
        <pc:spChg chg="mod">
          <ac:chgData name="Evgeny Aronov" userId="5a3f2c2d-7cb3-4639-98f6-49ea1b95a8be" providerId="ADAL" clId="{7A0B7755-50D3-447F-A517-839583F34A5D}" dt="2026-05-13T07:54:28.596" v="7078" actId="20577"/>
          <ac:spMkLst>
            <pc:docMk/>
            <pc:sldMk cId="1183710066" sldId="2147474080"/>
            <ac:spMk id="12" creationId="{7A11E068-69FD-ED54-14EA-B421E78C70E3}"/>
          </ac:spMkLst>
        </pc:spChg>
        <pc:spChg chg="mod">
          <ac:chgData name="Evgeny Aronov" userId="5a3f2c2d-7cb3-4639-98f6-49ea1b95a8be" providerId="ADAL" clId="{7A0B7755-50D3-447F-A517-839583F34A5D}" dt="2026-05-13T07:54:58.369" v="7114" actId="20577"/>
          <ac:spMkLst>
            <pc:docMk/>
            <pc:sldMk cId="1183710066" sldId="2147474080"/>
            <ac:spMk id="13" creationId="{226B8991-842F-40E4-BF8D-E15887CC0333}"/>
          </ac:spMkLst>
        </pc:spChg>
        <pc:picChg chg="mod">
          <ac:chgData name="Evgeny Aronov" userId="5a3f2c2d-7cb3-4639-98f6-49ea1b95a8be" providerId="ADAL" clId="{7A0B7755-50D3-447F-A517-839583F34A5D}" dt="2026-05-13T07:54:43.253" v="7105" actId="1037"/>
          <ac:picMkLst>
            <pc:docMk/>
            <pc:sldMk cId="1183710066" sldId="2147474080"/>
            <ac:picMk id="1026" creationId="{C1FC5066-0D1C-3A61-A5F2-26ADD4B414E1}"/>
          </ac:picMkLst>
        </pc:picChg>
        <pc:picChg chg="mod">
          <ac:chgData name="Evgeny Aronov" userId="5a3f2c2d-7cb3-4639-98f6-49ea1b95a8be" providerId="ADAL" clId="{7A0B7755-50D3-447F-A517-839583F34A5D}" dt="2026-05-13T07:54:43.253" v="7105" actId="1037"/>
          <ac:picMkLst>
            <pc:docMk/>
            <pc:sldMk cId="1183710066" sldId="2147474080"/>
            <ac:picMk id="1034" creationId="{FD1FA759-B59D-CD71-6561-74B7225B5289}"/>
          </ac:picMkLst>
        </pc:picChg>
      </pc:sldChg>
      <pc:sldChg chg="add">
        <pc:chgData name="Evgeny Aronov" userId="5a3f2c2d-7cb3-4639-98f6-49ea1b95a8be" providerId="ADAL" clId="{7A0B7755-50D3-447F-A517-839583F34A5D}" dt="2026-04-30T06:44:40.792" v="119"/>
        <pc:sldMkLst>
          <pc:docMk/>
          <pc:sldMk cId="1851855007" sldId="2147474125"/>
        </pc:sldMkLst>
      </pc:sldChg>
      <pc:sldChg chg="add ord modAnim">
        <pc:chgData name="Evgeny Aronov" userId="5a3f2c2d-7cb3-4639-98f6-49ea1b95a8be" providerId="ADAL" clId="{7A0B7755-50D3-447F-A517-839583F34A5D}" dt="2026-05-06T12:08:32.053" v="6238"/>
        <pc:sldMkLst>
          <pc:docMk/>
          <pc:sldMk cId="2977891217" sldId="2147474126"/>
        </pc:sldMkLst>
      </pc:sldChg>
      <pc:sldChg chg="modSp add mod">
        <pc:chgData name="Evgeny Aronov" userId="5a3f2c2d-7cb3-4639-98f6-49ea1b95a8be" providerId="ADAL" clId="{7A0B7755-50D3-447F-A517-839583F34A5D}" dt="2026-05-04T09:10:13.376" v="1659" actId="1076"/>
        <pc:sldMkLst>
          <pc:docMk/>
          <pc:sldMk cId="143889885" sldId="2147474127"/>
        </pc:sldMkLst>
        <pc:spChg chg="mod">
          <ac:chgData name="Evgeny Aronov" userId="5a3f2c2d-7cb3-4639-98f6-49ea1b95a8be" providerId="ADAL" clId="{7A0B7755-50D3-447F-A517-839583F34A5D}" dt="2026-05-04T09:10:13.376" v="1659" actId="1076"/>
          <ac:spMkLst>
            <pc:docMk/>
            <pc:sldMk cId="143889885" sldId="2147474127"/>
            <ac:spMk id="1196" creationId="{00000000-0000-0000-0000-000000000000}"/>
          </ac:spMkLst>
        </pc:spChg>
      </pc:sldChg>
      <pc:sldChg chg="add">
        <pc:chgData name="Evgeny Aronov" userId="5a3f2c2d-7cb3-4639-98f6-49ea1b95a8be" providerId="ADAL" clId="{7A0B7755-50D3-447F-A517-839583F34A5D}" dt="2026-04-30T06:44:40.792" v="119"/>
        <pc:sldMkLst>
          <pc:docMk/>
          <pc:sldMk cId="1089801169" sldId="2147474128"/>
        </pc:sldMkLst>
      </pc:sldChg>
      <pc:sldChg chg="modSp mod">
        <pc:chgData name="Evgeny Aronov" userId="5a3f2c2d-7cb3-4639-98f6-49ea1b95a8be" providerId="ADAL" clId="{7A0B7755-50D3-447F-A517-839583F34A5D}" dt="2026-05-04T09:04:59.131" v="1656" actId="15"/>
        <pc:sldMkLst>
          <pc:docMk/>
          <pc:sldMk cId="1388018198" sldId="2147483494"/>
        </pc:sldMkLst>
        <pc:spChg chg="mod">
          <ac:chgData name="Evgeny Aronov" userId="5a3f2c2d-7cb3-4639-98f6-49ea1b95a8be" providerId="ADAL" clId="{7A0B7755-50D3-447F-A517-839583F34A5D}" dt="2026-05-04T09:04:59.131" v="1656" actId="15"/>
          <ac:spMkLst>
            <pc:docMk/>
            <pc:sldMk cId="1388018198" sldId="2147483494"/>
            <ac:spMk id="7" creationId="{501B6F92-3D98-F3CC-AE79-41A6CF3A5951}"/>
          </ac:spMkLst>
        </pc:spChg>
      </pc:sldChg>
      <pc:sldChg chg="addSp modSp add mod">
        <pc:chgData name="Evgeny Aronov" userId="5a3f2c2d-7cb3-4639-98f6-49ea1b95a8be" providerId="ADAL" clId="{7A0B7755-50D3-447F-A517-839583F34A5D}" dt="2026-05-05T08:07:13.030" v="3023" actId="1076"/>
        <pc:sldMkLst>
          <pc:docMk/>
          <pc:sldMk cId="686803536" sldId="2147483495"/>
        </pc:sldMkLst>
        <pc:spChg chg="add mod">
          <ac:chgData name="Evgeny Aronov" userId="5a3f2c2d-7cb3-4639-98f6-49ea1b95a8be" providerId="ADAL" clId="{7A0B7755-50D3-447F-A517-839583F34A5D}" dt="2026-05-05T08:07:13.030" v="3023" actId="1076"/>
          <ac:spMkLst>
            <pc:docMk/>
            <pc:sldMk cId="686803536" sldId="2147483495"/>
            <ac:spMk id="2" creationId="{5F2CBA57-F2F9-7A7F-389C-AF097C2AE6ED}"/>
          </ac:spMkLst>
        </pc:spChg>
        <pc:spChg chg="mod">
          <ac:chgData name="Evgeny Aronov" userId="5a3f2c2d-7cb3-4639-98f6-49ea1b95a8be" providerId="ADAL" clId="{7A0B7755-50D3-447F-A517-839583F34A5D}" dt="2026-05-05T08:07:08.138" v="3022" actId="20577"/>
          <ac:spMkLst>
            <pc:docMk/>
            <pc:sldMk cId="686803536" sldId="2147483495"/>
            <ac:spMk id="4" creationId="{85C7F0E6-7F7C-5E3F-8FE5-32D4A87F6988}"/>
          </ac:spMkLst>
        </pc:spChg>
        <pc:spChg chg="mod">
          <ac:chgData name="Evgeny Aronov" userId="5a3f2c2d-7cb3-4639-98f6-49ea1b95a8be" providerId="ADAL" clId="{7A0B7755-50D3-447F-A517-839583F34A5D}" dt="2026-05-05T08:06:55.676" v="3018" actId="20577"/>
          <ac:spMkLst>
            <pc:docMk/>
            <pc:sldMk cId="686803536" sldId="2147483495"/>
            <ac:spMk id="13" creationId="{40EB444E-CA6F-BD82-D228-2C0970569DBF}"/>
          </ac:spMkLst>
        </pc:spChg>
      </pc:sldChg>
      <pc:sldChg chg="addSp delSp modSp mod">
        <pc:chgData name="Evgeny Aronov" userId="5a3f2c2d-7cb3-4639-98f6-49ea1b95a8be" providerId="ADAL" clId="{7A0B7755-50D3-447F-A517-839583F34A5D}" dt="2026-05-04T09:02:46.420" v="1629" actId="1076"/>
        <pc:sldMkLst>
          <pc:docMk/>
          <pc:sldMk cId="0" sldId="2147483496"/>
        </pc:sldMkLst>
        <pc:spChg chg="mod">
          <ac:chgData name="Evgeny Aronov" userId="5a3f2c2d-7cb3-4639-98f6-49ea1b95a8be" providerId="ADAL" clId="{7A0B7755-50D3-447F-A517-839583F34A5D}" dt="2026-05-04T09:00:53.266" v="1605" actId="57"/>
          <ac:spMkLst>
            <pc:docMk/>
            <pc:sldMk cId="0" sldId="2147483496"/>
            <ac:spMk id="7" creationId="{00000000-0000-0000-0000-000000000000}"/>
          </ac:spMkLst>
        </pc:spChg>
        <pc:spChg chg="mod">
          <ac:chgData name="Evgeny Aronov" userId="5a3f2c2d-7cb3-4639-98f6-49ea1b95a8be" providerId="ADAL" clId="{7A0B7755-50D3-447F-A517-839583F34A5D}" dt="2026-05-04T09:00:57.991" v="1607" actId="57"/>
          <ac:spMkLst>
            <pc:docMk/>
            <pc:sldMk cId="0" sldId="2147483496"/>
            <ac:spMk id="9" creationId="{00000000-0000-0000-0000-000000000000}"/>
          </ac:spMkLst>
        </pc:spChg>
        <pc:spChg chg="mod">
          <ac:chgData name="Evgeny Aronov" userId="5a3f2c2d-7cb3-4639-98f6-49ea1b95a8be" providerId="ADAL" clId="{7A0B7755-50D3-447F-A517-839583F34A5D}" dt="2026-05-04T09:01:04.461" v="1609" actId="57"/>
          <ac:spMkLst>
            <pc:docMk/>
            <pc:sldMk cId="0" sldId="2147483496"/>
            <ac:spMk id="11" creationId="{00000000-0000-0000-0000-000000000000}"/>
          </ac:spMkLst>
        </pc:spChg>
        <pc:spChg chg="add mod">
          <ac:chgData name="Evgeny Aronov" userId="5a3f2c2d-7cb3-4639-98f6-49ea1b95a8be" providerId="ADAL" clId="{7A0B7755-50D3-447F-A517-839583F34A5D}" dt="2026-05-04T09:02:46.420" v="1629" actId="1076"/>
          <ac:spMkLst>
            <pc:docMk/>
            <pc:sldMk cId="0" sldId="2147483496"/>
            <ac:spMk id="70" creationId="{43757B5E-F4FB-BFB0-B501-BB6136307CDE}"/>
          </ac:spMkLst>
        </pc:spChg>
        <pc:spChg chg="mod">
          <ac:chgData name="Evgeny Aronov" userId="5a3f2c2d-7cb3-4639-98f6-49ea1b95a8be" providerId="ADAL" clId="{7A0B7755-50D3-447F-A517-839583F34A5D}" dt="2026-05-04T09:02:42.692" v="1628" actId="1076"/>
          <ac:spMkLst>
            <pc:docMk/>
            <pc:sldMk cId="0" sldId="2147483496"/>
            <ac:spMk id="74" creationId="{2A050D73-2436-319F-A6F7-BB7E71C0648C}"/>
          </ac:spMkLst>
        </pc:spChg>
      </pc:sldChg>
      <pc:sldChg chg="modSp mod">
        <pc:chgData name="Evgeny Aronov" userId="5a3f2c2d-7cb3-4639-98f6-49ea1b95a8be" providerId="ADAL" clId="{7A0B7755-50D3-447F-A517-839583F34A5D}" dt="2026-05-06T13:21:05.518" v="6760" actId="20577"/>
        <pc:sldMkLst>
          <pc:docMk/>
          <pc:sldMk cId="1856335096" sldId="2147483498"/>
        </pc:sldMkLst>
        <pc:spChg chg="mod">
          <ac:chgData name="Evgeny Aronov" userId="5a3f2c2d-7cb3-4639-98f6-49ea1b95a8be" providerId="ADAL" clId="{7A0B7755-50D3-447F-A517-839583F34A5D}" dt="2026-05-04T09:04:37.910" v="1655" actId="20577"/>
          <ac:spMkLst>
            <pc:docMk/>
            <pc:sldMk cId="1856335096" sldId="2147483498"/>
            <ac:spMk id="2" creationId="{39CAC733-7D00-F18D-205D-7A0B5DC28E74}"/>
          </ac:spMkLst>
        </pc:spChg>
        <pc:spChg chg="mod">
          <ac:chgData name="Evgeny Aronov" userId="5a3f2c2d-7cb3-4639-98f6-49ea1b95a8be" providerId="ADAL" clId="{7A0B7755-50D3-447F-A517-839583F34A5D}" dt="2026-05-06T13:21:05.518" v="6760" actId="20577"/>
          <ac:spMkLst>
            <pc:docMk/>
            <pc:sldMk cId="1856335096" sldId="2147483498"/>
            <ac:spMk id="12" creationId="{2E7F3555-A7C4-730E-3463-4FB442CBBDAF}"/>
          </ac:spMkLst>
        </pc:spChg>
        <pc:spChg chg="mod">
          <ac:chgData name="Evgeny Aronov" userId="5a3f2c2d-7cb3-4639-98f6-49ea1b95a8be" providerId="ADAL" clId="{7A0B7755-50D3-447F-A517-839583F34A5D}" dt="2026-05-05T07:41:08.933" v="2829" actId="57"/>
          <ac:spMkLst>
            <pc:docMk/>
            <pc:sldMk cId="1856335096" sldId="2147483498"/>
            <ac:spMk id="15" creationId="{C668589A-90F3-A102-5311-358B0DBAF844}"/>
          </ac:spMkLst>
        </pc:spChg>
        <pc:spChg chg="mod">
          <ac:chgData name="Evgeny Aronov" userId="5a3f2c2d-7cb3-4639-98f6-49ea1b95a8be" providerId="ADAL" clId="{7A0B7755-50D3-447F-A517-839583F34A5D}" dt="2026-05-04T09:03:52.315" v="1637" actId="1076"/>
          <ac:spMkLst>
            <pc:docMk/>
            <pc:sldMk cId="1856335096" sldId="2147483498"/>
            <ac:spMk id="17" creationId="{2B0AAAD8-7370-69A7-40CD-97333862AB46}"/>
          </ac:spMkLst>
        </pc:spChg>
      </pc:sldChg>
      <pc:sldChg chg="addSp modSp mod">
        <pc:chgData name="Evgeny Aronov" userId="5a3f2c2d-7cb3-4639-98f6-49ea1b95a8be" providerId="ADAL" clId="{7A0B7755-50D3-447F-A517-839583F34A5D}" dt="2026-05-13T07:36:10.613" v="7005" actId="20577"/>
        <pc:sldMkLst>
          <pc:docMk/>
          <pc:sldMk cId="2971376790" sldId="2147483500"/>
        </pc:sldMkLst>
        <pc:spChg chg="mod">
          <ac:chgData name="Evgeny Aronov" userId="5a3f2c2d-7cb3-4639-98f6-49ea1b95a8be" providerId="ADAL" clId="{7A0B7755-50D3-447F-A517-839583F34A5D}" dt="2026-05-04T10:24:19.057" v="1728" actId="20577"/>
          <ac:spMkLst>
            <pc:docMk/>
            <pc:sldMk cId="2971376790" sldId="2147483500"/>
            <ac:spMk id="2" creationId="{DB15FEC7-D379-7FD3-4F7B-539AA94D15F6}"/>
          </ac:spMkLst>
        </pc:spChg>
        <pc:spChg chg="add mod">
          <ac:chgData name="Evgeny Aronov" userId="5a3f2c2d-7cb3-4639-98f6-49ea1b95a8be" providerId="ADAL" clId="{7A0B7755-50D3-447F-A517-839583F34A5D}" dt="2026-05-06T13:20:30.744" v="6731" actId="20577"/>
          <ac:spMkLst>
            <pc:docMk/>
            <pc:sldMk cId="2971376790" sldId="2147483500"/>
            <ac:spMk id="8" creationId="{6B306562-15CE-053A-9109-1441DB6DB631}"/>
          </ac:spMkLst>
        </pc:spChg>
        <pc:spChg chg="mod">
          <ac:chgData name="Evgeny Aronov" userId="5a3f2c2d-7cb3-4639-98f6-49ea1b95a8be" providerId="ADAL" clId="{7A0B7755-50D3-447F-A517-839583F34A5D}" dt="2026-05-13T07:36:10.613" v="7005" actId="20577"/>
          <ac:spMkLst>
            <pc:docMk/>
            <pc:sldMk cId="2971376790" sldId="2147483500"/>
            <ac:spMk id="11" creationId="{72B50B1A-0A72-57AA-044E-0B54A44C7E81}"/>
          </ac:spMkLst>
        </pc:spChg>
        <pc:spChg chg="add mod">
          <ac:chgData name="Evgeny Aronov" userId="5a3f2c2d-7cb3-4639-98f6-49ea1b95a8be" providerId="ADAL" clId="{7A0B7755-50D3-447F-A517-839583F34A5D}" dt="2026-05-06T13:20:39.178" v="6733" actId="1076"/>
          <ac:spMkLst>
            <pc:docMk/>
            <pc:sldMk cId="2971376790" sldId="2147483500"/>
            <ac:spMk id="15" creationId="{54E92715-06B4-AF74-28E3-24AE948BD603}"/>
          </ac:spMkLst>
        </pc:spChg>
        <pc:spChg chg="mod">
          <ac:chgData name="Evgeny Aronov" userId="5a3f2c2d-7cb3-4639-98f6-49ea1b95a8be" providerId="ADAL" clId="{7A0B7755-50D3-447F-A517-839583F34A5D}" dt="2026-05-04T10:20:56.258" v="1710" actId="20577"/>
          <ac:spMkLst>
            <pc:docMk/>
            <pc:sldMk cId="2971376790" sldId="2147483500"/>
            <ac:spMk id="19" creationId="{616ED587-1414-4914-E04C-F273D2682D7D}"/>
          </ac:spMkLst>
        </pc:spChg>
        <pc:grpChg chg="add mod">
          <ac:chgData name="Evgeny Aronov" userId="5a3f2c2d-7cb3-4639-98f6-49ea1b95a8be" providerId="ADAL" clId="{7A0B7755-50D3-447F-A517-839583F34A5D}" dt="2026-05-04T10:20:51.247" v="1704" actId="1076"/>
          <ac:grpSpMkLst>
            <pc:docMk/>
            <pc:sldMk cId="2971376790" sldId="2147483500"/>
            <ac:grpSpMk id="10" creationId="{88E8945C-00E3-5B20-0F81-7959B963352B}"/>
          </ac:grpSpMkLst>
        </pc:grpChg>
        <pc:cxnChg chg="mod">
          <ac:chgData name="Evgeny Aronov" userId="5a3f2c2d-7cb3-4639-98f6-49ea1b95a8be" providerId="ADAL" clId="{7A0B7755-50D3-447F-A517-839583F34A5D}" dt="2026-05-04T10:20:46.373" v="1703" actId="164"/>
          <ac:cxnSpMkLst>
            <pc:docMk/>
            <pc:sldMk cId="2971376790" sldId="2147483500"/>
            <ac:cxnSpMk id="21" creationId="{551E79DF-BBA9-DAA5-C07A-8B2221260237}"/>
          </ac:cxnSpMkLst>
        </pc:cxnChg>
      </pc:sldChg>
      <pc:sldChg chg="addSp modSp mod">
        <pc:chgData name="Evgeny Aronov" userId="5a3f2c2d-7cb3-4639-98f6-49ea1b95a8be" providerId="ADAL" clId="{7A0B7755-50D3-447F-A517-839583F34A5D}" dt="2026-05-05T07:40:23.357" v="2828" actId="57"/>
        <pc:sldMkLst>
          <pc:docMk/>
          <pc:sldMk cId="2104709896" sldId="2147483502"/>
        </pc:sldMkLst>
        <pc:spChg chg="mod">
          <ac:chgData name="Evgeny Aronov" userId="5a3f2c2d-7cb3-4639-98f6-49ea1b95a8be" providerId="ADAL" clId="{7A0B7755-50D3-447F-A517-839583F34A5D}" dt="2026-05-04T08:09:36.778" v="1593" actId="57"/>
          <ac:spMkLst>
            <pc:docMk/>
            <pc:sldMk cId="2104709896" sldId="2147483502"/>
            <ac:spMk id="4" creationId="{5E8589F4-5DE6-3067-398E-8A38C6750F28}"/>
          </ac:spMkLst>
        </pc:spChg>
        <pc:spChg chg="mod">
          <ac:chgData name="Evgeny Aronov" userId="5a3f2c2d-7cb3-4639-98f6-49ea1b95a8be" providerId="ADAL" clId="{7A0B7755-50D3-447F-A517-839583F34A5D}" dt="2026-05-05T07:40:23.357" v="2828" actId="57"/>
          <ac:spMkLst>
            <pc:docMk/>
            <pc:sldMk cId="2104709896" sldId="2147483502"/>
            <ac:spMk id="5" creationId="{41C46174-2946-868E-C416-DAF4375630DB}"/>
          </ac:spMkLst>
        </pc:spChg>
        <pc:spChg chg="add mod">
          <ac:chgData name="Evgeny Aronov" userId="5a3f2c2d-7cb3-4639-98f6-49ea1b95a8be" providerId="ADAL" clId="{7A0B7755-50D3-447F-A517-839583F34A5D}" dt="2026-05-04T08:09:52.901" v="1599" actId="57"/>
          <ac:spMkLst>
            <pc:docMk/>
            <pc:sldMk cId="2104709896" sldId="2147483502"/>
            <ac:spMk id="7" creationId="{E1075FE8-0117-B669-6943-B6B26A7927FF}"/>
          </ac:spMkLst>
        </pc:spChg>
      </pc:sldChg>
      <pc:sldChg chg="modSp mod">
        <pc:chgData name="Evgeny Aronov" userId="5a3f2c2d-7cb3-4639-98f6-49ea1b95a8be" providerId="ADAL" clId="{7A0B7755-50D3-447F-A517-839583F34A5D}" dt="2026-05-06T05:59:07.471" v="4589" actId="20577"/>
        <pc:sldMkLst>
          <pc:docMk/>
          <pc:sldMk cId="1339270809" sldId="2147483503"/>
        </pc:sldMkLst>
        <pc:spChg chg="mod">
          <ac:chgData name="Evgeny Aronov" userId="5a3f2c2d-7cb3-4639-98f6-49ea1b95a8be" providerId="ADAL" clId="{7A0B7755-50D3-447F-A517-839583F34A5D}" dt="2026-05-06T05:59:03.001" v="4587" actId="20577"/>
          <ac:spMkLst>
            <pc:docMk/>
            <pc:sldMk cId="1339270809" sldId="2147483503"/>
            <ac:spMk id="34" creationId="{6BC12B09-F256-45F5-48BA-B9FE5E1A7985}"/>
          </ac:spMkLst>
        </pc:spChg>
        <pc:spChg chg="mod">
          <ac:chgData name="Evgeny Aronov" userId="5a3f2c2d-7cb3-4639-98f6-49ea1b95a8be" providerId="ADAL" clId="{7A0B7755-50D3-447F-A517-839583F34A5D}" dt="2026-05-06T05:59:07.471" v="4589" actId="20577"/>
          <ac:spMkLst>
            <pc:docMk/>
            <pc:sldMk cId="1339270809" sldId="2147483503"/>
            <ac:spMk id="35" creationId="{EC85D37A-C273-4FF9-930B-6578E277BE2B}"/>
          </ac:spMkLst>
        </pc:spChg>
        <pc:spChg chg="mod">
          <ac:chgData name="Evgeny Aronov" userId="5a3f2c2d-7cb3-4639-98f6-49ea1b95a8be" providerId="ADAL" clId="{7A0B7755-50D3-447F-A517-839583F34A5D}" dt="2026-05-05T07:50:48.706" v="2830" actId="20577"/>
          <ac:spMkLst>
            <pc:docMk/>
            <pc:sldMk cId="1339270809" sldId="2147483503"/>
            <ac:spMk id="37" creationId="{0488B0D3-1A3C-7634-E525-13BD924CB5DB}"/>
          </ac:spMkLst>
        </pc:spChg>
      </pc:sldChg>
      <pc:sldChg chg="modSp mod">
        <pc:chgData name="Evgeny Aronov" userId="5a3f2c2d-7cb3-4639-98f6-49ea1b95a8be" providerId="ADAL" clId="{7A0B7755-50D3-447F-A517-839583F34A5D}" dt="2026-05-06T05:59:30.662" v="4592" actId="313"/>
        <pc:sldMkLst>
          <pc:docMk/>
          <pc:sldMk cId="0" sldId="2147483505"/>
        </pc:sldMkLst>
        <pc:spChg chg="mod">
          <ac:chgData name="Evgeny Aronov" userId="5a3f2c2d-7cb3-4639-98f6-49ea1b95a8be" providerId="ADAL" clId="{7A0B7755-50D3-447F-A517-839583F34A5D}" dt="2026-05-06T05:59:28.964" v="4590" actId="313"/>
          <ac:spMkLst>
            <pc:docMk/>
            <pc:sldMk cId="0" sldId="2147483505"/>
            <ac:spMk id="11" creationId="{00000000-0000-0000-0000-000000000000}"/>
          </ac:spMkLst>
        </pc:spChg>
        <pc:spChg chg="mod">
          <ac:chgData name="Evgeny Aronov" userId="5a3f2c2d-7cb3-4639-98f6-49ea1b95a8be" providerId="ADAL" clId="{7A0B7755-50D3-447F-A517-839583F34A5D}" dt="2026-05-06T05:59:29.968" v="4591" actId="313"/>
          <ac:spMkLst>
            <pc:docMk/>
            <pc:sldMk cId="0" sldId="2147483505"/>
            <ac:spMk id="18" creationId="{00000000-0000-0000-0000-000000000000}"/>
          </ac:spMkLst>
        </pc:spChg>
        <pc:spChg chg="mod">
          <ac:chgData name="Evgeny Aronov" userId="5a3f2c2d-7cb3-4639-98f6-49ea1b95a8be" providerId="ADAL" clId="{7A0B7755-50D3-447F-A517-839583F34A5D}" dt="2026-05-06T05:59:30.662" v="4592" actId="313"/>
          <ac:spMkLst>
            <pc:docMk/>
            <pc:sldMk cId="0" sldId="2147483505"/>
            <ac:spMk id="25" creationId="{00000000-0000-0000-0000-000000000000}"/>
          </ac:spMkLst>
        </pc:spChg>
        <pc:spChg chg="mod">
          <ac:chgData name="Evgeny Aronov" userId="5a3f2c2d-7cb3-4639-98f6-49ea1b95a8be" providerId="ADAL" clId="{7A0B7755-50D3-447F-A517-839583F34A5D}" dt="2026-05-04T09:06:02.080" v="1658" actId="207"/>
          <ac:spMkLst>
            <pc:docMk/>
            <pc:sldMk cId="0" sldId="2147483505"/>
            <ac:spMk id="31" creationId="{00000000-0000-0000-0000-000000000000}"/>
          </ac:spMkLst>
        </pc:spChg>
      </pc:sldChg>
      <pc:sldChg chg="addSp modSp mod">
        <pc:chgData name="Evgeny Aronov" userId="5a3f2c2d-7cb3-4639-98f6-49ea1b95a8be" providerId="ADAL" clId="{7A0B7755-50D3-447F-A517-839583F34A5D}" dt="2026-05-05T07:05:52.393" v="2799" actId="14100"/>
        <pc:sldMkLst>
          <pc:docMk/>
          <pc:sldMk cId="2679277263" sldId="2147483506"/>
        </pc:sldMkLst>
        <pc:spChg chg="add mod">
          <ac:chgData name="Evgeny Aronov" userId="5a3f2c2d-7cb3-4639-98f6-49ea1b95a8be" providerId="ADAL" clId="{7A0B7755-50D3-447F-A517-839583F34A5D}" dt="2026-05-05T07:05:31.727" v="2791" actId="20577"/>
          <ac:spMkLst>
            <pc:docMk/>
            <pc:sldMk cId="2679277263" sldId="2147483506"/>
            <ac:spMk id="2" creationId="{C9CCF28A-BE20-F0A1-C644-4CBA45D75D61}"/>
          </ac:spMkLst>
        </pc:spChg>
        <pc:spChg chg="mod">
          <ac:chgData name="Evgeny Aronov" userId="5a3f2c2d-7cb3-4639-98f6-49ea1b95a8be" providerId="ADAL" clId="{7A0B7755-50D3-447F-A517-839583F34A5D}" dt="2026-05-05T07:04:55.481" v="2778" actId="1036"/>
          <ac:spMkLst>
            <pc:docMk/>
            <pc:sldMk cId="2679277263" sldId="2147483506"/>
            <ac:spMk id="18" creationId="{2B582106-1C2B-A424-FF0F-69B7D8644CB3}"/>
          </ac:spMkLst>
        </pc:spChg>
        <pc:spChg chg="mod">
          <ac:chgData name="Evgeny Aronov" userId="5a3f2c2d-7cb3-4639-98f6-49ea1b95a8be" providerId="ADAL" clId="{7A0B7755-50D3-447F-A517-839583F34A5D}" dt="2026-05-05T07:04:55.481" v="2778" actId="1036"/>
          <ac:spMkLst>
            <pc:docMk/>
            <pc:sldMk cId="2679277263" sldId="2147483506"/>
            <ac:spMk id="19" creationId="{C954EB72-CEE4-7DAF-104F-79B283E67970}"/>
          </ac:spMkLst>
        </pc:spChg>
        <pc:spChg chg="mod">
          <ac:chgData name="Evgeny Aronov" userId="5a3f2c2d-7cb3-4639-98f6-49ea1b95a8be" providerId="ADAL" clId="{7A0B7755-50D3-447F-A517-839583F34A5D}" dt="2026-05-05T07:04:55.481" v="2778" actId="1036"/>
          <ac:spMkLst>
            <pc:docMk/>
            <pc:sldMk cId="2679277263" sldId="2147483506"/>
            <ac:spMk id="20" creationId="{33DCB137-89F0-6AD2-A24C-DB34AC375754}"/>
          </ac:spMkLst>
        </pc:spChg>
        <pc:spChg chg="mod">
          <ac:chgData name="Evgeny Aronov" userId="5a3f2c2d-7cb3-4639-98f6-49ea1b95a8be" providerId="ADAL" clId="{7A0B7755-50D3-447F-A517-839583F34A5D}" dt="2026-05-05T07:04:55.481" v="2778" actId="1036"/>
          <ac:spMkLst>
            <pc:docMk/>
            <pc:sldMk cId="2679277263" sldId="2147483506"/>
            <ac:spMk id="23" creationId="{51841B68-7622-E70E-5FFA-96F85D12CEA2}"/>
          </ac:spMkLst>
        </pc:spChg>
        <pc:spChg chg="mod">
          <ac:chgData name="Evgeny Aronov" userId="5a3f2c2d-7cb3-4639-98f6-49ea1b95a8be" providerId="ADAL" clId="{7A0B7755-50D3-447F-A517-839583F34A5D}" dt="2026-05-05T07:04:55.481" v="2778" actId="1036"/>
          <ac:spMkLst>
            <pc:docMk/>
            <pc:sldMk cId="2679277263" sldId="2147483506"/>
            <ac:spMk id="24" creationId="{38BB7935-AE84-6DCF-90F3-C2B237406CDD}"/>
          </ac:spMkLst>
        </pc:spChg>
        <pc:spChg chg="mod">
          <ac:chgData name="Evgeny Aronov" userId="5a3f2c2d-7cb3-4639-98f6-49ea1b95a8be" providerId="ADAL" clId="{7A0B7755-50D3-447F-A517-839583F34A5D}" dt="2026-05-05T07:04:55.481" v="2778" actId="1036"/>
          <ac:spMkLst>
            <pc:docMk/>
            <pc:sldMk cId="2679277263" sldId="2147483506"/>
            <ac:spMk id="26" creationId="{8EDDCD4F-7D86-90DA-8CE3-250598CDDCCF}"/>
          </ac:spMkLst>
        </pc:spChg>
        <pc:spChg chg="mod">
          <ac:chgData name="Evgeny Aronov" userId="5a3f2c2d-7cb3-4639-98f6-49ea1b95a8be" providerId="ADAL" clId="{7A0B7755-50D3-447F-A517-839583F34A5D}" dt="2026-05-05T07:04:55.481" v="2778" actId="1036"/>
          <ac:spMkLst>
            <pc:docMk/>
            <pc:sldMk cId="2679277263" sldId="2147483506"/>
            <ac:spMk id="27" creationId="{0ECDCB06-02B3-70D7-B4F6-655783671408}"/>
          </ac:spMkLst>
        </pc:spChg>
        <pc:spChg chg="mod">
          <ac:chgData name="Evgeny Aronov" userId="5a3f2c2d-7cb3-4639-98f6-49ea1b95a8be" providerId="ADAL" clId="{7A0B7755-50D3-447F-A517-839583F34A5D}" dt="2026-05-05T07:05:38.053" v="2794" actId="57"/>
          <ac:spMkLst>
            <pc:docMk/>
            <pc:sldMk cId="2679277263" sldId="2147483506"/>
            <ac:spMk id="34" creationId="{5EBE3651-3CC4-22AA-76E5-031972F126C9}"/>
          </ac:spMkLst>
        </pc:spChg>
        <pc:spChg chg="mod">
          <ac:chgData name="Evgeny Aronov" userId="5a3f2c2d-7cb3-4639-98f6-49ea1b95a8be" providerId="ADAL" clId="{7A0B7755-50D3-447F-A517-839583F34A5D}" dt="2026-05-05T07:05:42.006" v="2796" actId="57"/>
          <ac:spMkLst>
            <pc:docMk/>
            <pc:sldMk cId="2679277263" sldId="2147483506"/>
            <ac:spMk id="35" creationId="{B3290BD7-FEA9-99B5-EEC6-EAF91A4DF075}"/>
          </ac:spMkLst>
        </pc:spChg>
        <pc:spChg chg="mod">
          <ac:chgData name="Evgeny Aronov" userId="5a3f2c2d-7cb3-4639-98f6-49ea1b95a8be" providerId="ADAL" clId="{7A0B7755-50D3-447F-A517-839583F34A5D}" dt="2026-05-05T07:05:52.393" v="2799" actId="14100"/>
          <ac:spMkLst>
            <pc:docMk/>
            <pc:sldMk cId="2679277263" sldId="2147483506"/>
            <ac:spMk id="36" creationId="{CEC37F36-9775-1F9B-5918-A4E46E03CDDF}"/>
          </ac:spMkLst>
        </pc:spChg>
        <pc:picChg chg="mod">
          <ac:chgData name="Evgeny Aronov" userId="5a3f2c2d-7cb3-4639-98f6-49ea1b95a8be" providerId="ADAL" clId="{7A0B7755-50D3-447F-A517-839583F34A5D}" dt="2026-05-05T07:04:48.775" v="2756" actId="1035"/>
          <ac:picMkLst>
            <pc:docMk/>
            <pc:sldMk cId="2679277263" sldId="2147483506"/>
            <ac:picMk id="30" creationId="{29FAB5A0-87C3-5A01-553C-35185C4514D8}"/>
          </ac:picMkLst>
        </pc:picChg>
      </pc:sldChg>
      <pc:sldChg chg="add setBg">
        <pc:chgData name="Evgeny Aronov" userId="5a3f2c2d-7cb3-4639-98f6-49ea1b95a8be" providerId="ADAL" clId="{7A0B7755-50D3-447F-A517-839583F34A5D}" dt="2026-04-30T04:34:47.025" v="94"/>
        <pc:sldMkLst>
          <pc:docMk/>
          <pc:sldMk cId="434189391" sldId="2147483508"/>
        </pc:sldMkLst>
      </pc:sldChg>
      <pc:sldChg chg="addSp modSp add mod">
        <pc:chgData name="Evgeny Aronov" userId="5a3f2c2d-7cb3-4639-98f6-49ea1b95a8be" providerId="ADAL" clId="{7A0B7755-50D3-447F-A517-839583F34A5D}" dt="2026-05-13T07:48:36.564" v="7044" actId="57"/>
        <pc:sldMkLst>
          <pc:docMk/>
          <pc:sldMk cId="1981909388" sldId="2147483509"/>
        </pc:sldMkLst>
        <pc:spChg chg="add mod">
          <ac:chgData name="Evgeny Aronov" userId="5a3f2c2d-7cb3-4639-98f6-49ea1b95a8be" providerId="ADAL" clId="{7A0B7755-50D3-447F-A517-839583F34A5D}" dt="2026-05-05T10:24:24.872" v="3166" actId="14100"/>
          <ac:spMkLst>
            <pc:docMk/>
            <pc:sldMk cId="1981909388" sldId="2147483509"/>
            <ac:spMk id="2" creationId="{5053B216-D43F-4C8A-4C27-9C4072953813}"/>
          </ac:spMkLst>
        </pc:spChg>
        <pc:spChg chg="mod">
          <ac:chgData name="Evgeny Aronov" userId="5a3f2c2d-7cb3-4639-98f6-49ea1b95a8be" providerId="ADAL" clId="{7A0B7755-50D3-447F-A517-839583F34A5D}" dt="2026-05-13T07:48:36.564" v="7044" actId="57"/>
          <ac:spMkLst>
            <pc:docMk/>
            <pc:sldMk cId="1981909388" sldId="2147483509"/>
            <ac:spMk id="4" creationId="{00000000-0000-0000-0000-000000000000}"/>
          </ac:spMkLst>
        </pc:spChg>
        <pc:spChg chg="mod">
          <ac:chgData name="Evgeny Aronov" userId="5a3f2c2d-7cb3-4639-98f6-49ea1b95a8be" providerId="ADAL" clId="{7A0B7755-50D3-447F-A517-839583F34A5D}" dt="2026-05-06T05:05:30.333" v="4289" actId="14100"/>
          <ac:spMkLst>
            <pc:docMk/>
            <pc:sldMk cId="1981909388" sldId="2147483509"/>
            <ac:spMk id="5" creationId="{17B61858-3C5E-3E89-716B-75FF4CB1FD39}"/>
          </ac:spMkLst>
        </pc:spChg>
        <pc:spChg chg="mod">
          <ac:chgData name="Evgeny Aronov" userId="5a3f2c2d-7cb3-4639-98f6-49ea1b95a8be" providerId="ADAL" clId="{7A0B7755-50D3-447F-A517-839583F34A5D}" dt="2026-05-06T05:10:38.301" v="4305" actId="1035"/>
          <ac:spMkLst>
            <pc:docMk/>
            <pc:sldMk cId="1981909388" sldId="2147483509"/>
            <ac:spMk id="8" creationId="{C5C3284D-3314-CE44-BCE6-94EF96397197}"/>
          </ac:spMkLst>
        </pc:spChg>
      </pc:sldChg>
      <pc:sldChg chg="addSp modSp add mod">
        <pc:chgData name="Evgeny Aronov" userId="5a3f2c2d-7cb3-4639-98f6-49ea1b95a8be" providerId="ADAL" clId="{7A0B7755-50D3-447F-A517-839583F34A5D}" dt="2026-05-06T05:02:19.800" v="4286" actId="14100"/>
        <pc:sldMkLst>
          <pc:docMk/>
          <pc:sldMk cId="1566510267" sldId="2147483510"/>
        </pc:sldMkLst>
        <pc:spChg chg="add mod">
          <ac:chgData name="Evgeny Aronov" userId="5a3f2c2d-7cb3-4639-98f6-49ea1b95a8be" providerId="ADAL" clId="{7A0B7755-50D3-447F-A517-839583F34A5D}" dt="2026-05-05T10:24:19.345" v="3165" actId="14100"/>
          <ac:spMkLst>
            <pc:docMk/>
            <pc:sldMk cId="1566510267" sldId="2147483510"/>
            <ac:spMk id="3" creationId="{D1BCA2B3-9E9A-5A92-5500-DC761B85A0B1}"/>
          </ac:spMkLst>
        </pc:spChg>
        <pc:spChg chg="mod">
          <ac:chgData name="Evgeny Aronov" userId="5a3f2c2d-7cb3-4639-98f6-49ea1b95a8be" providerId="ADAL" clId="{7A0B7755-50D3-447F-A517-839583F34A5D}" dt="2026-05-06T05:02:19.800" v="4286" actId="14100"/>
          <ac:spMkLst>
            <pc:docMk/>
            <pc:sldMk cId="1566510267" sldId="2147483510"/>
            <ac:spMk id="6" creationId="{297CE8AA-7D2C-3DA1-E10D-6D92393F7F8E}"/>
          </ac:spMkLst>
        </pc:spChg>
      </pc:sldChg>
      <pc:sldChg chg="addSp modSp add mod">
        <pc:chgData name="Evgeny Aronov" userId="5a3f2c2d-7cb3-4639-98f6-49ea1b95a8be" providerId="ADAL" clId="{7A0B7755-50D3-447F-A517-839583F34A5D}" dt="2026-05-06T05:02:57.003" v="4287"/>
        <pc:sldMkLst>
          <pc:docMk/>
          <pc:sldMk cId="291740549" sldId="2147483511"/>
        </pc:sldMkLst>
        <pc:spChg chg="add mod">
          <ac:chgData name="Evgeny Aronov" userId="5a3f2c2d-7cb3-4639-98f6-49ea1b95a8be" providerId="ADAL" clId="{7A0B7755-50D3-447F-A517-839583F34A5D}" dt="2026-05-05T10:24:35.610" v="3168"/>
          <ac:spMkLst>
            <pc:docMk/>
            <pc:sldMk cId="291740549" sldId="2147483511"/>
            <ac:spMk id="3" creationId="{EC653B83-8ACF-93AD-74BB-D1640375275B}"/>
          </ac:spMkLst>
        </pc:spChg>
        <pc:spChg chg="mod">
          <ac:chgData name="Evgeny Aronov" userId="5a3f2c2d-7cb3-4639-98f6-49ea1b95a8be" providerId="ADAL" clId="{7A0B7755-50D3-447F-A517-839583F34A5D}" dt="2026-05-06T05:02:57.003" v="4287"/>
          <ac:spMkLst>
            <pc:docMk/>
            <pc:sldMk cId="291740549" sldId="2147483511"/>
            <ac:spMk id="9" creationId="{FF47AEE4-BE03-BC7F-0903-49F1738BF1B5}"/>
          </ac:spMkLst>
        </pc:spChg>
      </pc:sldChg>
      <pc:sldChg chg="addSp delSp modSp add mod">
        <pc:chgData name="Evgeny Aronov" userId="5a3f2c2d-7cb3-4639-98f6-49ea1b95a8be" providerId="ADAL" clId="{7A0B7755-50D3-447F-A517-839583F34A5D}" dt="2026-05-06T05:22:18.765" v="4355" actId="57"/>
        <pc:sldMkLst>
          <pc:docMk/>
          <pc:sldMk cId="3210251889" sldId="2147483512"/>
        </pc:sldMkLst>
        <pc:spChg chg="add mod">
          <ac:chgData name="Evgeny Aronov" userId="5a3f2c2d-7cb3-4639-98f6-49ea1b95a8be" providerId="ADAL" clId="{7A0B7755-50D3-447F-A517-839583F34A5D}" dt="2026-05-05T10:24:49.462" v="3172"/>
          <ac:spMkLst>
            <pc:docMk/>
            <pc:sldMk cId="3210251889" sldId="2147483512"/>
            <ac:spMk id="2" creationId="{FC16BDCB-DABF-93EB-B297-39BD2BB2683A}"/>
          </ac:spMkLst>
        </pc:spChg>
        <pc:spChg chg="mod">
          <ac:chgData name="Evgeny Aronov" userId="5a3f2c2d-7cb3-4639-98f6-49ea1b95a8be" providerId="ADAL" clId="{7A0B7755-50D3-447F-A517-839583F34A5D}" dt="2026-05-06T05:22:18.765" v="4355" actId="57"/>
          <ac:spMkLst>
            <pc:docMk/>
            <pc:sldMk cId="3210251889" sldId="2147483512"/>
            <ac:spMk id="15" creationId="{778EE23A-3733-D021-A8AB-FEDA58E8F1C8}"/>
          </ac:spMkLst>
        </pc:spChg>
      </pc:sldChg>
      <pc:sldChg chg="addSp delSp modSp add mod">
        <pc:chgData name="Evgeny Aronov" userId="5a3f2c2d-7cb3-4639-98f6-49ea1b95a8be" providerId="ADAL" clId="{7A0B7755-50D3-447F-A517-839583F34A5D}" dt="2026-05-14T08:57:55.816" v="7125"/>
        <pc:sldMkLst>
          <pc:docMk/>
          <pc:sldMk cId="2934227695" sldId="2147483513"/>
        </pc:sldMkLst>
        <pc:spChg chg="add mod">
          <ac:chgData name="Evgeny Aronov" userId="5a3f2c2d-7cb3-4639-98f6-49ea1b95a8be" providerId="ADAL" clId="{7A0B7755-50D3-447F-A517-839583F34A5D}" dt="2026-04-30T06:58:49.457" v="143" actId="6549"/>
          <ac:spMkLst>
            <pc:docMk/>
            <pc:sldMk cId="2934227695" sldId="2147483513"/>
            <ac:spMk id="6" creationId="{C6513773-0D2B-9A6B-F683-EB089E5330B3}"/>
          </ac:spMkLst>
        </pc:spChg>
        <pc:spChg chg="mod">
          <ac:chgData name="Evgeny Aronov" userId="5a3f2c2d-7cb3-4639-98f6-49ea1b95a8be" providerId="ADAL" clId="{7A0B7755-50D3-447F-A517-839583F34A5D}" dt="2026-05-14T08:57:55.816" v="7125"/>
          <ac:spMkLst>
            <pc:docMk/>
            <pc:sldMk cId="2934227695" sldId="2147483513"/>
            <ac:spMk id="12" creationId="{7CD998EB-3593-7006-AF83-69643A59A87B}"/>
          </ac:spMkLst>
        </pc:spChg>
        <pc:spChg chg="mod">
          <ac:chgData name="Evgeny Aronov" userId="5a3f2c2d-7cb3-4639-98f6-49ea1b95a8be" providerId="ADAL" clId="{7A0B7755-50D3-447F-A517-839583F34A5D}" dt="2026-04-30T06:57:47.625" v="125" actId="1076"/>
          <ac:spMkLst>
            <pc:docMk/>
            <pc:sldMk cId="2934227695" sldId="2147483513"/>
            <ac:spMk id="14" creationId="{DB256E1A-EDCE-CAEB-AE5E-80AAF0BB31DB}"/>
          </ac:spMkLst>
        </pc:spChg>
        <pc:picChg chg="mod">
          <ac:chgData name="Evgeny Aronov" userId="5a3f2c2d-7cb3-4639-98f6-49ea1b95a8be" providerId="ADAL" clId="{7A0B7755-50D3-447F-A517-839583F34A5D}" dt="2026-04-30T07:41:37.833" v="148" actId="1076"/>
          <ac:picMkLst>
            <pc:docMk/>
            <pc:sldMk cId="2934227695" sldId="2147483513"/>
            <ac:picMk id="10" creationId="{BA45EF36-8F54-A2C9-ED9A-7B9ED9C8FA4C}"/>
          </ac:picMkLst>
        </pc:picChg>
      </pc:sldChg>
      <pc:sldChg chg="add mod modShow">
        <pc:chgData name="Evgeny Aronov" userId="5a3f2c2d-7cb3-4639-98f6-49ea1b95a8be" providerId="ADAL" clId="{7A0B7755-50D3-447F-A517-839583F34A5D}" dt="2026-04-30T09:58:40.654" v="316" actId="729"/>
        <pc:sldMkLst>
          <pc:docMk/>
          <pc:sldMk cId="21470255" sldId="2147483514"/>
        </pc:sldMkLst>
      </pc:sldChg>
      <pc:sldChg chg="addSp delSp modSp add mod ord">
        <pc:chgData name="Evgeny Aronov" userId="5a3f2c2d-7cb3-4639-98f6-49ea1b95a8be" providerId="ADAL" clId="{7A0B7755-50D3-447F-A517-839583F34A5D}" dt="2026-05-05T10:24:28.661" v="3167" actId="14100"/>
        <pc:sldMkLst>
          <pc:docMk/>
          <pc:sldMk cId="2797176102" sldId="2147483516"/>
        </pc:sldMkLst>
        <pc:spChg chg="add mod">
          <ac:chgData name="Evgeny Aronov" userId="5a3f2c2d-7cb3-4639-98f6-49ea1b95a8be" providerId="ADAL" clId="{7A0B7755-50D3-447F-A517-839583F34A5D}" dt="2026-05-05T10:24:28.661" v="3167" actId="14100"/>
          <ac:spMkLst>
            <pc:docMk/>
            <pc:sldMk cId="2797176102" sldId="2147483516"/>
            <ac:spMk id="3" creationId="{0E0D4B7B-D31C-46D5-096F-4AA2775B14EC}"/>
          </ac:spMkLst>
        </pc:spChg>
        <pc:spChg chg="mod">
          <ac:chgData name="Evgeny Aronov" userId="5a3f2c2d-7cb3-4639-98f6-49ea1b95a8be" providerId="ADAL" clId="{7A0B7755-50D3-447F-A517-839583F34A5D}" dt="2026-05-04T11:59:12.282" v="2456" actId="1076"/>
          <ac:spMkLst>
            <pc:docMk/>
            <pc:sldMk cId="2797176102" sldId="2147483516"/>
            <ac:spMk id="4" creationId="{C8EF9E3B-167F-7CCB-6A23-3D7788174640}"/>
          </ac:spMkLst>
        </pc:spChg>
        <pc:spChg chg="mod">
          <ac:chgData name="Evgeny Aronov" userId="5a3f2c2d-7cb3-4639-98f6-49ea1b95a8be" providerId="ADAL" clId="{7A0B7755-50D3-447F-A517-839583F34A5D}" dt="2026-05-05T10:04:00.873" v="3159"/>
          <ac:spMkLst>
            <pc:docMk/>
            <pc:sldMk cId="2797176102" sldId="2147483516"/>
            <ac:spMk id="6" creationId="{FC9A13D8-EFED-04F4-D9F4-6F2A156F04A8}"/>
          </ac:spMkLst>
        </pc:spChg>
        <pc:spChg chg="mod">
          <ac:chgData name="Evgeny Aronov" userId="5a3f2c2d-7cb3-4639-98f6-49ea1b95a8be" providerId="ADAL" clId="{7A0B7755-50D3-447F-A517-839583F34A5D}" dt="2026-05-04T11:58:56.011" v="2451"/>
          <ac:spMkLst>
            <pc:docMk/>
            <pc:sldMk cId="2797176102" sldId="2147483516"/>
            <ac:spMk id="9" creationId="{69CC2AF2-FEF4-2CE5-5FBE-7F4BEDDCE9DF}"/>
          </ac:spMkLst>
        </pc:spChg>
        <pc:spChg chg="add mod">
          <ac:chgData name="Evgeny Aronov" userId="5a3f2c2d-7cb3-4639-98f6-49ea1b95a8be" providerId="ADAL" clId="{7A0B7755-50D3-447F-A517-839583F34A5D}" dt="2026-05-04T11:59:38.978" v="2501" actId="1035"/>
          <ac:spMkLst>
            <pc:docMk/>
            <pc:sldMk cId="2797176102" sldId="2147483516"/>
            <ac:spMk id="11" creationId="{4853A82F-3920-41ED-08A2-1311C8835E27}"/>
          </ac:spMkLst>
        </pc:spChg>
        <pc:spChg chg="mod">
          <ac:chgData name="Evgeny Aronov" userId="5a3f2c2d-7cb3-4639-98f6-49ea1b95a8be" providerId="ADAL" clId="{7A0B7755-50D3-447F-A517-839583F34A5D}" dt="2026-05-04T11:59:38.978" v="2501" actId="1035"/>
          <ac:spMkLst>
            <pc:docMk/>
            <pc:sldMk cId="2797176102" sldId="2147483516"/>
            <ac:spMk id="12" creationId="{0EB950B9-A741-A94F-DD61-BCE66103D510}"/>
          </ac:spMkLst>
        </pc:spChg>
        <pc:spChg chg="mod">
          <ac:chgData name="Evgeny Aronov" userId="5a3f2c2d-7cb3-4639-98f6-49ea1b95a8be" providerId="ADAL" clId="{7A0B7755-50D3-447F-A517-839583F34A5D}" dt="2026-05-04T11:58:56.011" v="2451"/>
          <ac:spMkLst>
            <pc:docMk/>
            <pc:sldMk cId="2797176102" sldId="2147483516"/>
            <ac:spMk id="14" creationId="{D184B621-BE88-61CE-DC3B-FFEF15550853}"/>
          </ac:spMkLst>
        </pc:spChg>
        <pc:spChg chg="mod">
          <ac:chgData name="Evgeny Aronov" userId="5a3f2c2d-7cb3-4639-98f6-49ea1b95a8be" providerId="ADAL" clId="{7A0B7755-50D3-447F-A517-839583F34A5D}" dt="2026-05-04T11:58:56.011" v="2451"/>
          <ac:spMkLst>
            <pc:docMk/>
            <pc:sldMk cId="2797176102" sldId="2147483516"/>
            <ac:spMk id="15" creationId="{4FC6EEB2-9A4C-424B-CE85-B75CF749DDCB}"/>
          </ac:spMkLst>
        </pc:spChg>
        <pc:spChg chg="mod">
          <ac:chgData name="Evgeny Aronov" userId="5a3f2c2d-7cb3-4639-98f6-49ea1b95a8be" providerId="ADAL" clId="{7A0B7755-50D3-447F-A517-839583F34A5D}" dt="2026-05-04T11:59:38.978" v="2501" actId="1035"/>
          <ac:spMkLst>
            <pc:docMk/>
            <pc:sldMk cId="2797176102" sldId="2147483516"/>
            <ac:spMk id="16" creationId="{690E096C-0AD8-8D9D-DB24-5301A1B43589}"/>
          </ac:spMkLst>
        </pc:spChg>
        <pc:spChg chg="add mod">
          <ac:chgData name="Evgeny Aronov" userId="5a3f2c2d-7cb3-4639-98f6-49ea1b95a8be" providerId="ADAL" clId="{7A0B7755-50D3-447F-A517-839583F34A5D}" dt="2026-05-04T11:59:38.978" v="2501" actId="1035"/>
          <ac:spMkLst>
            <pc:docMk/>
            <pc:sldMk cId="2797176102" sldId="2147483516"/>
            <ac:spMk id="17" creationId="{2C8C4D75-5746-23A3-484A-CE761D46C2DD}"/>
          </ac:spMkLst>
        </pc:spChg>
        <pc:spChg chg="add mod">
          <ac:chgData name="Evgeny Aronov" userId="5a3f2c2d-7cb3-4639-98f6-49ea1b95a8be" providerId="ADAL" clId="{7A0B7755-50D3-447F-A517-839583F34A5D}" dt="2026-05-04T11:59:38.978" v="2501" actId="1035"/>
          <ac:spMkLst>
            <pc:docMk/>
            <pc:sldMk cId="2797176102" sldId="2147483516"/>
            <ac:spMk id="19" creationId="{FD60EF16-5F47-BDCC-BDE4-8DBC5B4EA95D}"/>
          </ac:spMkLst>
        </pc:spChg>
        <pc:spChg chg="add mod">
          <ac:chgData name="Evgeny Aronov" userId="5a3f2c2d-7cb3-4639-98f6-49ea1b95a8be" providerId="ADAL" clId="{7A0B7755-50D3-447F-A517-839583F34A5D}" dt="2026-05-04T11:59:38.978" v="2501" actId="1035"/>
          <ac:spMkLst>
            <pc:docMk/>
            <pc:sldMk cId="2797176102" sldId="2147483516"/>
            <ac:spMk id="20" creationId="{99B6B41F-97A8-1A22-8E39-DA0DA1F858B4}"/>
          </ac:spMkLst>
        </pc:spChg>
        <pc:spChg chg="add mod">
          <ac:chgData name="Evgeny Aronov" userId="5a3f2c2d-7cb3-4639-98f6-49ea1b95a8be" providerId="ADAL" clId="{7A0B7755-50D3-447F-A517-839583F34A5D}" dt="2026-05-04T11:59:38.978" v="2501" actId="1035"/>
          <ac:spMkLst>
            <pc:docMk/>
            <pc:sldMk cId="2797176102" sldId="2147483516"/>
            <ac:spMk id="21" creationId="{42B835C6-E959-FBF7-812F-1E69C5BF7B1D}"/>
          </ac:spMkLst>
        </pc:spChg>
        <pc:spChg chg="add mod">
          <ac:chgData name="Evgeny Aronov" userId="5a3f2c2d-7cb3-4639-98f6-49ea1b95a8be" providerId="ADAL" clId="{7A0B7755-50D3-447F-A517-839583F34A5D}" dt="2026-05-04T11:59:38.978" v="2501" actId="1035"/>
          <ac:spMkLst>
            <pc:docMk/>
            <pc:sldMk cId="2797176102" sldId="2147483516"/>
            <ac:spMk id="22" creationId="{207125EE-53CE-4C5B-77C2-6BBE74E9C41C}"/>
          </ac:spMkLst>
        </pc:spChg>
        <pc:grpChg chg="mod">
          <ac:chgData name="Evgeny Aronov" userId="5a3f2c2d-7cb3-4639-98f6-49ea1b95a8be" providerId="ADAL" clId="{7A0B7755-50D3-447F-A517-839583F34A5D}" dt="2026-05-04T11:59:38.978" v="2501" actId="1035"/>
          <ac:grpSpMkLst>
            <pc:docMk/>
            <pc:sldMk cId="2797176102" sldId="2147483516"/>
            <ac:grpSpMk id="8" creationId="{F2288848-29ED-6596-A25B-0FF32F2C7831}"/>
          </ac:grpSpMkLst>
        </pc:grpChg>
        <pc:grpChg chg="mod">
          <ac:chgData name="Evgeny Aronov" userId="5a3f2c2d-7cb3-4639-98f6-49ea1b95a8be" providerId="ADAL" clId="{7A0B7755-50D3-447F-A517-839583F34A5D}" dt="2026-05-04T11:59:38.978" v="2501" actId="1035"/>
          <ac:grpSpMkLst>
            <pc:docMk/>
            <pc:sldMk cId="2797176102" sldId="2147483516"/>
            <ac:grpSpMk id="13" creationId="{C52EFBDA-3196-4FC6-793A-E147652B9105}"/>
          </ac:grpSpMkLst>
        </pc:grpChg>
      </pc:sldChg>
      <pc:sldChg chg="addSp modSp add mod">
        <pc:chgData name="Evgeny Aronov" userId="5a3f2c2d-7cb3-4639-98f6-49ea1b95a8be" providerId="ADAL" clId="{7A0B7755-50D3-447F-A517-839583F34A5D}" dt="2026-05-06T06:13:23.522" v="4670" actId="20577"/>
        <pc:sldMkLst>
          <pc:docMk/>
          <pc:sldMk cId="4178136628" sldId="2147483517"/>
        </pc:sldMkLst>
        <pc:spChg chg="mod">
          <ac:chgData name="Evgeny Aronov" userId="5a3f2c2d-7cb3-4639-98f6-49ea1b95a8be" providerId="ADAL" clId="{7A0B7755-50D3-447F-A517-839583F34A5D}" dt="2026-05-06T04:46:34.126" v="4193" actId="1035"/>
          <ac:spMkLst>
            <pc:docMk/>
            <pc:sldMk cId="4178136628" sldId="2147483517"/>
            <ac:spMk id="48" creationId="{8B864B04-31B0-3E87-6B92-133E52E0D563}"/>
          </ac:spMkLst>
        </pc:spChg>
        <pc:spChg chg="mod">
          <ac:chgData name="Evgeny Aronov" userId="5a3f2c2d-7cb3-4639-98f6-49ea1b95a8be" providerId="ADAL" clId="{7A0B7755-50D3-447F-A517-839583F34A5D}" dt="2026-05-06T04:46:21.372" v="4173" actId="164"/>
          <ac:spMkLst>
            <pc:docMk/>
            <pc:sldMk cId="4178136628" sldId="2147483517"/>
            <ac:spMk id="49" creationId="{CB589A1C-A25A-098B-904E-EE4E35A5A650}"/>
          </ac:spMkLst>
        </pc:spChg>
        <pc:spChg chg="mod">
          <ac:chgData name="Evgeny Aronov" userId="5a3f2c2d-7cb3-4639-98f6-49ea1b95a8be" providerId="ADAL" clId="{7A0B7755-50D3-447F-A517-839583F34A5D}" dt="2026-05-06T04:46:34.126" v="4193" actId="1035"/>
          <ac:spMkLst>
            <pc:docMk/>
            <pc:sldMk cId="4178136628" sldId="2147483517"/>
            <ac:spMk id="50" creationId="{A1D8780E-E1AE-619F-B4CF-3365A455D7C1}"/>
          </ac:spMkLst>
        </pc:spChg>
        <pc:spChg chg="mod">
          <ac:chgData name="Evgeny Aronov" userId="5a3f2c2d-7cb3-4639-98f6-49ea1b95a8be" providerId="ADAL" clId="{7A0B7755-50D3-447F-A517-839583F34A5D}" dt="2026-05-06T04:46:34.126" v="4193" actId="1035"/>
          <ac:spMkLst>
            <pc:docMk/>
            <pc:sldMk cId="4178136628" sldId="2147483517"/>
            <ac:spMk id="56" creationId="{DA70432E-90D2-28E8-6852-17EF0DCD6D97}"/>
          </ac:spMkLst>
        </pc:spChg>
        <pc:spChg chg="mod">
          <ac:chgData name="Evgeny Aronov" userId="5a3f2c2d-7cb3-4639-98f6-49ea1b95a8be" providerId="ADAL" clId="{7A0B7755-50D3-447F-A517-839583F34A5D}" dt="2026-05-06T04:46:58.867" v="4222" actId="404"/>
          <ac:spMkLst>
            <pc:docMk/>
            <pc:sldMk cId="4178136628" sldId="2147483517"/>
            <ac:spMk id="63" creationId="{5B781E33-D4D8-ECDE-F8C5-B4D8E23D5AD7}"/>
          </ac:spMkLst>
        </pc:spChg>
        <pc:spChg chg="mod">
          <ac:chgData name="Evgeny Aronov" userId="5a3f2c2d-7cb3-4639-98f6-49ea1b95a8be" providerId="ADAL" clId="{7A0B7755-50D3-447F-A517-839583F34A5D}" dt="2026-05-06T06:13:23.522" v="4670" actId="20577"/>
          <ac:spMkLst>
            <pc:docMk/>
            <pc:sldMk cId="4178136628" sldId="2147483517"/>
            <ac:spMk id="72" creationId="{274B5D6A-B64B-6306-779F-4CF4FB40A37F}"/>
          </ac:spMkLst>
        </pc:spChg>
        <pc:spChg chg="mod">
          <ac:chgData name="Evgeny Aronov" userId="5a3f2c2d-7cb3-4639-98f6-49ea1b95a8be" providerId="ADAL" clId="{7A0B7755-50D3-447F-A517-839583F34A5D}" dt="2026-05-06T06:13:07.821" v="4666" actId="20577"/>
          <ac:spMkLst>
            <pc:docMk/>
            <pc:sldMk cId="4178136628" sldId="2147483517"/>
            <ac:spMk id="73" creationId="{D0459A98-FFD1-9EAF-CBDD-90810F70D511}"/>
          </ac:spMkLst>
        </pc:spChg>
        <pc:spChg chg="mod">
          <ac:chgData name="Evgeny Aronov" userId="5a3f2c2d-7cb3-4639-98f6-49ea1b95a8be" providerId="ADAL" clId="{7A0B7755-50D3-447F-A517-839583F34A5D}" dt="2026-05-06T05:59:34.887" v="4594" actId="313"/>
          <ac:spMkLst>
            <pc:docMk/>
            <pc:sldMk cId="4178136628" sldId="2147483517"/>
            <ac:spMk id="74" creationId="{B9C2CA17-2C2C-E2B7-F247-06E376F5DAED}"/>
          </ac:spMkLst>
        </pc:spChg>
        <pc:spChg chg="mod">
          <ac:chgData name="Evgeny Aronov" userId="5a3f2c2d-7cb3-4639-98f6-49ea1b95a8be" providerId="ADAL" clId="{7A0B7755-50D3-447F-A517-839583F34A5D}" dt="2026-05-06T04:46:21.372" v="4173" actId="164"/>
          <ac:spMkLst>
            <pc:docMk/>
            <pc:sldMk cId="4178136628" sldId="2147483517"/>
            <ac:spMk id="75" creationId="{1937CE8D-3CE3-D7BA-CF4B-7AE7E899D87C}"/>
          </ac:spMkLst>
        </pc:spChg>
        <pc:spChg chg="mod">
          <ac:chgData name="Evgeny Aronov" userId="5a3f2c2d-7cb3-4639-98f6-49ea1b95a8be" providerId="ADAL" clId="{7A0B7755-50D3-447F-A517-839583F34A5D}" dt="2026-05-06T04:46:21.372" v="4173" actId="164"/>
          <ac:spMkLst>
            <pc:docMk/>
            <pc:sldMk cId="4178136628" sldId="2147483517"/>
            <ac:spMk id="76" creationId="{58BFF62F-C8D1-7033-0353-5E9FAD950977}"/>
          </ac:spMkLst>
        </pc:spChg>
        <pc:spChg chg="mod">
          <ac:chgData name="Evgeny Aronov" userId="5a3f2c2d-7cb3-4639-98f6-49ea1b95a8be" providerId="ADAL" clId="{7A0B7755-50D3-447F-A517-839583F34A5D}" dt="2026-05-06T04:46:58.867" v="4222" actId="404"/>
          <ac:spMkLst>
            <pc:docMk/>
            <pc:sldMk cId="4178136628" sldId="2147483517"/>
            <ac:spMk id="78" creationId="{937E6390-9A74-3322-68DF-53F65BDB49BB}"/>
          </ac:spMkLst>
        </pc:spChg>
        <pc:grpChg chg="add mod">
          <ac:chgData name="Evgeny Aronov" userId="5a3f2c2d-7cb3-4639-98f6-49ea1b95a8be" providerId="ADAL" clId="{7A0B7755-50D3-447F-A517-839583F34A5D}" dt="2026-05-06T04:46:53.327" v="4221" actId="1035"/>
          <ac:grpSpMkLst>
            <pc:docMk/>
            <pc:sldMk cId="4178136628" sldId="2147483517"/>
            <ac:grpSpMk id="2" creationId="{0D765C32-8DC8-8845-9B27-03D899C9A73A}"/>
          </ac:grpSpMkLst>
        </pc:grpChg>
        <pc:grpChg chg="add mod">
          <ac:chgData name="Evgeny Aronov" userId="5a3f2c2d-7cb3-4639-98f6-49ea1b95a8be" providerId="ADAL" clId="{7A0B7755-50D3-447F-A517-839583F34A5D}" dt="2026-05-06T04:46:24.800" v="4180" actId="1036"/>
          <ac:grpSpMkLst>
            <pc:docMk/>
            <pc:sldMk cId="4178136628" sldId="2147483517"/>
            <ac:grpSpMk id="3" creationId="{8FA3B18D-A55F-C65E-045C-FE2F7C8C9074}"/>
          </ac:grpSpMkLst>
        </pc:grpChg>
        <pc:grpChg chg="mod">
          <ac:chgData name="Evgeny Aronov" userId="5a3f2c2d-7cb3-4639-98f6-49ea1b95a8be" providerId="ADAL" clId="{7A0B7755-50D3-447F-A517-839583F34A5D}" dt="2026-05-06T04:44:39.651" v="4110" actId="1035"/>
          <ac:grpSpMkLst>
            <pc:docMk/>
            <pc:sldMk cId="4178136628" sldId="2147483517"/>
            <ac:grpSpMk id="40" creationId="{50302287-8E6F-86D0-D5F7-D740632ABAEF}"/>
          </ac:grpSpMkLst>
        </pc:grpChg>
        <pc:grpChg chg="mod">
          <ac:chgData name="Evgeny Aronov" userId="5a3f2c2d-7cb3-4639-98f6-49ea1b95a8be" providerId="ADAL" clId="{7A0B7755-50D3-447F-A517-839583F34A5D}" dt="2026-05-06T04:44:39.651" v="4110" actId="1035"/>
          <ac:grpSpMkLst>
            <pc:docMk/>
            <pc:sldMk cId="4178136628" sldId="2147483517"/>
            <ac:grpSpMk id="59" creationId="{F5BE1956-8EFE-220B-978B-920CE0ED89E6}"/>
          </ac:grpSpMkLst>
        </pc:grpChg>
        <pc:grpChg chg="mod">
          <ac:chgData name="Evgeny Aronov" userId="5a3f2c2d-7cb3-4639-98f6-49ea1b95a8be" providerId="ADAL" clId="{7A0B7755-50D3-447F-A517-839583F34A5D}" dt="2026-05-06T04:44:59.944" v="4128" actId="1035"/>
          <ac:grpSpMkLst>
            <pc:docMk/>
            <pc:sldMk cId="4178136628" sldId="2147483517"/>
            <ac:grpSpMk id="66" creationId="{AF9C53E6-90CB-507C-FEB7-BEC08C065750}"/>
          </ac:grpSpMkLst>
        </pc:grpChg>
        <pc:cxnChg chg="mod">
          <ac:chgData name="Evgeny Aronov" userId="5a3f2c2d-7cb3-4639-98f6-49ea1b95a8be" providerId="ADAL" clId="{7A0B7755-50D3-447F-A517-839583F34A5D}" dt="2026-05-06T04:46:34.126" v="4193" actId="1035"/>
          <ac:cxnSpMkLst>
            <pc:docMk/>
            <pc:sldMk cId="4178136628" sldId="2147483517"/>
            <ac:cxnSpMk id="45" creationId="{C6D2681D-687A-E082-52AD-2F1A767276B4}"/>
          </ac:cxnSpMkLst>
        </pc:cxnChg>
        <pc:cxnChg chg="mod">
          <ac:chgData name="Evgeny Aronov" userId="5a3f2c2d-7cb3-4639-98f6-49ea1b95a8be" providerId="ADAL" clId="{7A0B7755-50D3-447F-A517-839583F34A5D}" dt="2026-05-06T04:44:53.187" v="4115" actId="1076"/>
          <ac:cxnSpMkLst>
            <pc:docMk/>
            <pc:sldMk cId="4178136628" sldId="2147483517"/>
            <ac:cxnSpMk id="69" creationId="{4FC61D4C-5520-DC81-D3DB-8BC4ECD6D779}"/>
          </ac:cxnSpMkLst>
        </pc:cxnChg>
      </pc:sldChg>
      <pc:sldChg chg="addSp delSp modSp add mod">
        <pc:chgData name="Evgeny Aronov" userId="5a3f2c2d-7cb3-4639-98f6-49ea1b95a8be" providerId="ADAL" clId="{7A0B7755-50D3-447F-A517-839583F34A5D}" dt="2026-05-13T07:31:44.637" v="6985" actId="108"/>
        <pc:sldMkLst>
          <pc:docMk/>
          <pc:sldMk cId="3974678207" sldId="2147483518"/>
        </pc:sldMkLst>
        <pc:spChg chg="add mod">
          <ac:chgData name="Evgeny Aronov" userId="5a3f2c2d-7cb3-4639-98f6-49ea1b95a8be" providerId="ADAL" clId="{7A0B7755-50D3-447F-A517-839583F34A5D}" dt="2026-05-13T07:31:44.637" v="6985" actId="108"/>
          <ac:spMkLst>
            <pc:docMk/>
            <pc:sldMk cId="3974678207" sldId="2147483518"/>
            <ac:spMk id="2" creationId="{6E122B95-D800-7171-69CD-953D54E60D30}"/>
          </ac:spMkLst>
        </pc:spChg>
        <pc:spChg chg="add mod">
          <ac:chgData name="Evgeny Aronov" userId="5a3f2c2d-7cb3-4639-98f6-49ea1b95a8be" providerId="ADAL" clId="{7A0B7755-50D3-447F-A517-839583F34A5D}" dt="2026-05-06T08:53:40.352" v="4737" actId="6549"/>
          <ac:spMkLst>
            <pc:docMk/>
            <pc:sldMk cId="3974678207" sldId="2147483518"/>
            <ac:spMk id="25" creationId="{AA0116E3-B9D7-C9FA-9A80-65837E9787DD}"/>
          </ac:spMkLst>
        </pc:spChg>
      </pc:sldChg>
      <pc:sldChg chg="addSp delSp modSp add mod">
        <pc:chgData name="Evgeny Aronov" userId="5a3f2c2d-7cb3-4639-98f6-49ea1b95a8be" providerId="ADAL" clId="{7A0B7755-50D3-447F-A517-839583F34A5D}" dt="2026-05-13T07:31:23.552" v="6982" actId="114"/>
        <pc:sldMkLst>
          <pc:docMk/>
          <pc:sldMk cId="2556656605" sldId="2147483519"/>
        </pc:sldMkLst>
        <pc:spChg chg="add mod">
          <ac:chgData name="Evgeny Aronov" userId="5a3f2c2d-7cb3-4639-98f6-49ea1b95a8be" providerId="ADAL" clId="{7A0B7755-50D3-447F-A517-839583F34A5D}" dt="2026-05-06T13:25:42.163" v="6788" actId="1076"/>
          <ac:spMkLst>
            <pc:docMk/>
            <pc:sldMk cId="2556656605" sldId="2147483519"/>
            <ac:spMk id="2" creationId="{7CF27B4B-AC71-6E9C-6576-CC66A2B0FE82}"/>
          </ac:spMkLst>
        </pc:spChg>
        <pc:spChg chg="add mod">
          <ac:chgData name="Evgeny Aronov" userId="5a3f2c2d-7cb3-4639-98f6-49ea1b95a8be" providerId="ADAL" clId="{7A0B7755-50D3-447F-A517-839583F34A5D}" dt="2026-05-06T09:05:50.696" v="4899" actId="1035"/>
          <ac:spMkLst>
            <pc:docMk/>
            <pc:sldMk cId="2556656605" sldId="2147483519"/>
            <ac:spMk id="3" creationId="{23D09356-D66C-052D-0E27-B495FB47509C}"/>
          </ac:spMkLst>
        </pc:spChg>
        <pc:spChg chg="add mod">
          <ac:chgData name="Evgeny Aronov" userId="5a3f2c2d-7cb3-4639-98f6-49ea1b95a8be" providerId="ADAL" clId="{7A0B7755-50D3-447F-A517-839583F34A5D}" dt="2026-05-06T09:05:50.696" v="4899" actId="1035"/>
          <ac:spMkLst>
            <pc:docMk/>
            <pc:sldMk cId="2556656605" sldId="2147483519"/>
            <ac:spMk id="6" creationId="{BB5AFAC5-253A-DC13-813E-6DAEC46974CB}"/>
          </ac:spMkLst>
        </pc:spChg>
        <pc:spChg chg="add mod">
          <ac:chgData name="Evgeny Aronov" userId="5a3f2c2d-7cb3-4639-98f6-49ea1b95a8be" providerId="ADAL" clId="{7A0B7755-50D3-447F-A517-839583F34A5D}" dt="2026-05-06T09:05:50.696" v="4899" actId="1035"/>
          <ac:spMkLst>
            <pc:docMk/>
            <pc:sldMk cId="2556656605" sldId="2147483519"/>
            <ac:spMk id="7" creationId="{B24F63E2-67EF-48E6-6153-D598A9AF41FC}"/>
          </ac:spMkLst>
        </pc:spChg>
        <pc:spChg chg="add mod">
          <ac:chgData name="Evgeny Aronov" userId="5a3f2c2d-7cb3-4639-98f6-49ea1b95a8be" providerId="ADAL" clId="{7A0B7755-50D3-447F-A517-839583F34A5D}" dt="2026-05-06T09:05:50.696" v="4899" actId="1035"/>
          <ac:spMkLst>
            <pc:docMk/>
            <pc:sldMk cId="2556656605" sldId="2147483519"/>
            <ac:spMk id="8" creationId="{7695796C-58A3-41BB-7D76-C40460D560AC}"/>
          </ac:spMkLst>
        </pc:spChg>
        <pc:spChg chg="add mod">
          <ac:chgData name="Evgeny Aronov" userId="5a3f2c2d-7cb3-4639-98f6-49ea1b95a8be" providerId="ADAL" clId="{7A0B7755-50D3-447F-A517-839583F34A5D}" dt="2026-05-06T09:05:50.696" v="4899" actId="1035"/>
          <ac:spMkLst>
            <pc:docMk/>
            <pc:sldMk cId="2556656605" sldId="2147483519"/>
            <ac:spMk id="10" creationId="{3814369F-6956-B435-B8D1-74CEB285E3B4}"/>
          </ac:spMkLst>
        </pc:spChg>
        <pc:spChg chg="add mod">
          <ac:chgData name="Evgeny Aronov" userId="5a3f2c2d-7cb3-4639-98f6-49ea1b95a8be" providerId="ADAL" clId="{7A0B7755-50D3-447F-A517-839583F34A5D}" dt="2026-05-06T09:05:50.696" v="4899" actId="1035"/>
          <ac:spMkLst>
            <pc:docMk/>
            <pc:sldMk cId="2556656605" sldId="2147483519"/>
            <ac:spMk id="14" creationId="{61C5FDFF-C885-8935-466F-B967A5AC3460}"/>
          </ac:spMkLst>
        </pc:spChg>
        <pc:spChg chg="mod">
          <ac:chgData name="Evgeny Aronov" userId="5a3f2c2d-7cb3-4639-98f6-49ea1b95a8be" providerId="ADAL" clId="{7A0B7755-50D3-447F-A517-839583F34A5D}" dt="2026-05-06T13:27:28.615" v="6801" actId="20577"/>
          <ac:spMkLst>
            <pc:docMk/>
            <pc:sldMk cId="2556656605" sldId="2147483519"/>
            <ac:spMk id="19" creationId="{EF7A4D1C-29C8-262B-8F20-A97A490EA7C2}"/>
          </ac:spMkLst>
        </pc:spChg>
        <pc:spChg chg="add mod">
          <ac:chgData name="Evgeny Aronov" userId="5a3f2c2d-7cb3-4639-98f6-49ea1b95a8be" providerId="ADAL" clId="{7A0B7755-50D3-447F-A517-839583F34A5D}" dt="2026-05-06T13:27:05.062" v="6799" actId="20577"/>
          <ac:spMkLst>
            <pc:docMk/>
            <pc:sldMk cId="2556656605" sldId="2147483519"/>
            <ac:spMk id="20" creationId="{CDA186DF-5C92-5E4E-3E5F-2A9737F6550C}"/>
          </ac:spMkLst>
        </pc:spChg>
        <pc:spChg chg="add mod">
          <ac:chgData name="Evgeny Aronov" userId="5a3f2c2d-7cb3-4639-98f6-49ea1b95a8be" providerId="ADAL" clId="{7A0B7755-50D3-447F-A517-839583F34A5D}" dt="2026-05-06T12:37:31.585" v="6445" actId="20577"/>
          <ac:spMkLst>
            <pc:docMk/>
            <pc:sldMk cId="2556656605" sldId="2147483519"/>
            <ac:spMk id="21" creationId="{058FBC1F-7AAA-A6CC-C8ED-C40DE2F0303F}"/>
          </ac:spMkLst>
        </pc:spChg>
        <pc:spChg chg="add mod">
          <ac:chgData name="Evgeny Aronov" userId="5a3f2c2d-7cb3-4639-98f6-49ea1b95a8be" providerId="ADAL" clId="{7A0B7755-50D3-447F-A517-839583F34A5D}" dt="2026-05-06T09:05:50.696" v="4899" actId="1035"/>
          <ac:spMkLst>
            <pc:docMk/>
            <pc:sldMk cId="2556656605" sldId="2147483519"/>
            <ac:spMk id="22" creationId="{DC8EB756-FD1F-61E5-ACD3-E026C6599851}"/>
          </ac:spMkLst>
        </pc:spChg>
        <pc:spChg chg="add mod">
          <ac:chgData name="Evgeny Aronov" userId="5a3f2c2d-7cb3-4639-98f6-49ea1b95a8be" providerId="ADAL" clId="{7A0B7755-50D3-447F-A517-839583F34A5D}" dt="2026-05-13T07:31:23.552" v="6982" actId="114"/>
          <ac:spMkLst>
            <pc:docMk/>
            <pc:sldMk cId="2556656605" sldId="2147483519"/>
            <ac:spMk id="23" creationId="{891941D7-8028-7545-5013-A7E427DE49BD}"/>
          </ac:spMkLst>
        </pc:spChg>
        <pc:spChg chg="add mod">
          <ac:chgData name="Evgeny Aronov" userId="5a3f2c2d-7cb3-4639-98f6-49ea1b95a8be" providerId="ADAL" clId="{7A0B7755-50D3-447F-A517-839583F34A5D}" dt="2026-05-06T13:27:53.092" v="6802" actId="20577"/>
          <ac:spMkLst>
            <pc:docMk/>
            <pc:sldMk cId="2556656605" sldId="2147483519"/>
            <ac:spMk id="24" creationId="{55AB2662-6C7B-CE5B-7C08-8A29DC185EA3}"/>
          </ac:spMkLst>
        </pc:spChg>
      </pc:sldChg>
      <pc:sldChg chg="addSp delSp modSp add mod">
        <pc:chgData name="Evgeny Aronov" userId="5a3f2c2d-7cb3-4639-98f6-49ea1b95a8be" providerId="ADAL" clId="{7A0B7755-50D3-447F-A517-839583F34A5D}" dt="2026-05-13T07:31:34.664" v="6983" actId="108"/>
        <pc:sldMkLst>
          <pc:docMk/>
          <pc:sldMk cId="3568210377" sldId="2147483520"/>
        </pc:sldMkLst>
        <pc:spChg chg="mod">
          <ac:chgData name="Evgeny Aronov" userId="5a3f2c2d-7cb3-4639-98f6-49ea1b95a8be" providerId="ADAL" clId="{7A0B7755-50D3-447F-A517-839583F34A5D}" dt="2026-05-06T13:28:52.209" v="6821" actId="1036"/>
          <ac:spMkLst>
            <pc:docMk/>
            <pc:sldMk cId="3568210377" sldId="2147483520"/>
            <ac:spMk id="2" creationId="{F75D1D42-22FC-F57A-5F58-023D5CF9986B}"/>
          </ac:spMkLst>
        </pc:spChg>
        <pc:spChg chg="mod">
          <ac:chgData name="Evgeny Aronov" userId="5a3f2c2d-7cb3-4639-98f6-49ea1b95a8be" providerId="ADAL" clId="{7A0B7755-50D3-447F-A517-839583F34A5D}" dt="2026-05-06T09:44:41.007" v="4977" actId="1036"/>
          <ac:spMkLst>
            <pc:docMk/>
            <pc:sldMk cId="3568210377" sldId="2147483520"/>
            <ac:spMk id="3" creationId="{27075CC3-F15A-F428-8ADB-BA3A287E8CC4}"/>
          </ac:spMkLst>
        </pc:spChg>
        <pc:spChg chg="mod">
          <ac:chgData name="Evgeny Aronov" userId="5a3f2c2d-7cb3-4639-98f6-49ea1b95a8be" providerId="ADAL" clId="{7A0B7755-50D3-447F-A517-839583F34A5D}" dt="2026-05-06T13:28:52.209" v="6821" actId="1036"/>
          <ac:spMkLst>
            <pc:docMk/>
            <pc:sldMk cId="3568210377" sldId="2147483520"/>
            <ac:spMk id="4" creationId="{15F368D6-DFF5-AE88-6A8B-601371569B4E}"/>
          </ac:spMkLst>
        </pc:spChg>
        <pc:spChg chg="mod">
          <ac:chgData name="Evgeny Aronov" userId="5a3f2c2d-7cb3-4639-98f6-49ea1b95a8be" providerId="ADAL" clId="{7A0B7755-50D3-447F-A517-839583F34A5D}" dt="2026-05-06T13:28:52.209" v="6821" actId="1036"/>
          <ac:spMkLst>
            <pc:docMk/>
            <pc:sldMk cId="3568210377" sldId="2147483520"/>
            <ac:spMk id="5" creationId="{2F1735A4-C019-251E-D0E1-98C1316273F6}"/>
          </ac:spMkLst>
        </pc:spChg>
        <pc:spChg chg="mod">
          <ac:chgData name="Evgeny Aronov" userId="5a3f2c2d-7cb3-4639-98f6-49ea1b95a8be" providerId="ADAL" clId="{7A0B7755-50D3-447F-A517-839583F34A5D}" dt="2026-05-06T13:28:52.209" v="6821" actId="1036"/>
          <ac:spMkLst>
            <pc:docMk/>
            <pc:sldMk cId="3568210377" sldId="2147483520"/>
            <ac:spMk id="6" creationId="{DF1786DA-B342-59B2-2986-79D966438B50}"/>
          </ac:spMkLst>
        </pc:spChg>
        <pc:spChg chg="mod">
          <ac:chgData name="Evgeny Aronov" userId="5a3f2c2d-7cb3-4639-98f6-49ea1b95a8be" providerId="ADAL" clId="{7A0B7755-50D3-447F-A517-839583F34A5D}" dt="2026-05-06T13:28:52.209" v="6821" actId="1036"/>
          <ac:spMkLst>
            <pc:docMk/>
            <pc:sldMk cId="3568210377" sldId="2147483520"/>
            <ac:spMk id="7" creationId="{D076EEAE-D6D4-BCD8-A0F3-0694E3E6677B}"/>
          </ac:spMkLst>
        </pc:spChg>
        <pc:spChg chg="mod">
          <ac:chgData name="Evgeny Aronov" userId="5a3f2c2d-7cb3-4639-98f6-49ea1b95a8be" providerId="ADAL" clId="{7A0B7755-50D3-447F-A517-839583F34A5D}" dt="2026-05-06T13:28:52.209" v="6821" actId="1036"/>
          <ac:spMkLst>
            <pc:docMk/>
            <pc:sldMk cId="3568210377" sldId="2147483520"/>
            <ac:spMk id="8" creationId="{BD2B70BF-5DF4-7CA6-FF82-A5D65C4F4926}"/>
          </ac:spMkLst>
        </pc:spChg>
        <pc:spChg chg="add mod">
          <ac:chgData name="Evgeny Aronov" userId="5a3f2c2d-7cb3-4639-98f6-49ea1b95a8be" providerId="ADAL" clId="{7A0B7755-50D3-447F-A517-839583F34A5D}" dt="2026-05-06T13:18:38.447" v="6649" actId="14100"/>
          <ac:spMkLst>
            <pc:docMk/>
            <pc:sldMk cId="3568210377" sldId="2147483520"/>
            <ac:spMk id="10" creationId="{42851A51-C3BD-5B4F-AE39-272D7183FFD4}"/>
          </ac:spMkLst>
        </pc:spChg>
        <pc:spChg chg="mod">
          <ac:chgData name="Evgeny Aronov" userId="5a3f2c2d-7cb3-4639-98f6-49ea1b95a8be" providerId="ADAL" clId="{7A0B7755-50D3-447F-A517-839583F34A5D}" dt="2026-05-06T13:28:52.209" v="6821" actId="1036"/>
          <ac:spMkLst>
            <pc:docMk/>
            <pc:sldMk cId="3568210377" sldId="2147483520"/>
            <ac:spMk id="11" creationId="{9D0A7683-BFAB-B79C-2263-44E88CCBC3FE}"/>
          </ac:spMkLst>
        </pc:spChg>
        <pc:spChg chg="mod">
          <ac:chgData name="Evgeny Aronov" userId="5a3f2c2d-7cb3-4639-98f6-49ea1b95a8be" providerId="ADAL" clId="{7A0B7755-50D3-447F-A517-839583F34A5D}" dt="2026-05-06T13:28:52.209" v="6821" actId="1036"/>
          <ac:spMkLst>
            <pc:docMk/>
            <pc:sldMk cId="3568210377" sldId="2147483520"/>
            <ac:spMk id="12" creationId="{F563496A-3BB4-E8E7-006D-3CDE3DFDCADA}"/>
          </ac:spMkLst>
        </pc:spChg>
        <pc:spChg chg="mod">
          <ac:chgData name="Evgeny Aronov" userId="5a3f2c2d-7cb3-4639-98f6-49ea1b95a8be" providerId="ADAL" clId="{7A0B7755-50D3-447F-A517-839583F34A5D}" dt="2026-05-06T09:44:41.007" v="4977" actId="1036"/>
          <ac:spMkLst>
            <pc:docMk/>
            <pc:sldMk cId="3568210377" sldId="2147483520"/>
            <ac:spMk id="13" creationId="{9B47A0C9-4182-7A89-D0EA-257E0835DBF4}"/>
          </ac:spMkLst>
        </pc:spChg>
        <pc:spChg chg="add mod">
          <ac:chgData name="Evgeny Aronov" userId="5a3f2c2d-7cb3-4639-98f6-49ea1b95a8be" providerId="ADAL" clId="{7A0B7755-50D3-447F-A517-839583F34A5D}" dt="2026-05-13T07:31:34.664" v="6983" actId="108"/>
          <ac:spMkLst>
            <pc:docMk/>
            <pc:sldMk cId="3568210377" sldId="2147483520"/>
            <ac:spMk id="14" creationId="{45D5EB40-1638-86AD-2EE1-FD6E1F0B6632}"/>
          </ac:spMkLst>
        </pc:spChg>
        <pc:spChg chg="mod">
          <ac:chgData name="Evgeny Aronov" userId="5a3f2c2d-7cb3-4639-98f6-49ea1b95a8be" providerId="ADAL" clId="{7A0B7755-50D3-447F-A517-839583F34A5D}" dt="2026-05-06T13:28:52.209" v="6821" actId="1036"/>
          <ac:spMkLst>
            <pc:docMk/>
            <pc:sldMk cId="3568210377" sldId="2147483520"/>
            <ac:spMk id="19" creationId="{7289233E-4847-1CA1-6FB3-FEEF8A5AF8B6}"/>
          </ac:spMkLst>
        </pc:spChg>
        <pc:spChg chg="mod">
          <ac:chgData name="Evgeny Aronov" userId="5a3f2c2d-7cb3-4639-98f6-49ea1b95a8be" providerId="ADAL" clId="{7A0B7755-50D3-447F-A517-839583F34A5D}" dt="2026-05-06T09:44:01.265" v="4951"/>
          <ac:spMkLst>
            <pc:docMk/>
            <pc:sldMk cId="3568210377" sldId="2147483520"/>
            <ac:spMk id="20" creationId="{AF1FFE33-98BE-1F50-FB30-0CDB60B88321}"/>
          </ac:spMkLst>
        </pc:spChg>
        <pc:spChg chg="mod">
          <ac:chgData name="Evgeny Aronov" userId="5a3f2c2d-7cb3-4639-98f6-49ea1b95a8be" providerId="ADAL" clId="{7A0B7755-50D3-447F-A517-839583F34A5D}" dt="2026-05-06T13:28:52.209" v="6821" actId="1036"/>
          <ac:spMkLst>
            <pc:docMk/>
            <pc:sldMk cId="3568210377" sldId="2147483520"/>
            <ac:spMk id="21" creationId="{CC8A0C43-6E9F-A07D-9A33-57A1080862A7}"/>
          </ac:spMkLst>
        </pc:spChg>
        <pc:cxnChg chg="add del">
          <ac:chgData name="Evgeny Aronov" userId="5a3f2c2d-7cb3-4639-98f6-49ea1b95a8be" providerId="ADAL" clId="{7A0B7755-50D3-447F-A517-839583F34A5D}" dt="2026-05-06T09:44:27.048" v="4954" actId="478"/>
          <ac:cxnSpMkLst>
            <pc:docMk/>
            <pc:sldMk cId="3568210377" sldId="2147483520"/>
            <ac:cxnSpMk id="17" creationId="{95D521E6-4C21-7FFD-B36A-B747BB9D1BF6}"/>
          </ac:cxnSpMkLst>
        </pc:cxnChg>
      </pc:sldChg>
      <pc:sldChg chg="addSp delSp modSp add mod">
        <pc:chgData name="Evgeny Aronov" userId="5a3f2c2d-7cb3-4639-98f6-49ea1b95a8be" providerId="ADAL" clId="{7A0B7755-50D3-447F-A517-839583F34A5D}" dt="2026-05-13T07:31:39.713" v="6984" actId="108"/>
        <pc:sldMkLst>
          <pc:docMk/>
          <pc:sldMk cId="3738894359" sldId="2147483521"/>
        </pc:sldMkLst>
        <pc:spChg chg="mod">
          <ac:chgData name="Evgeny Aronov" userId="5a3f2c2d-7cb3-4639-98f6-49ea1b95a8be" providerId="ADAL" clId="{7A0B7755-50D3-447F-A517-839583F34A5D}" dt="2026-05-06T10:37:06.496" v="5130" actId="20577"/>
          <ac:spMkLst>
            <pc:docMk/>
            <pc:sldMk cId="3738894359" sldId="2147483521"/>
            <ac:spMk id="2" creationId="{7472D1AD-50CE-C6B3-30C5-4E152045E628}"/>
          </ac:spMkLst>
        </pc:spChg>
        <pc:spChg chg="add mod">
          <ac:chgData name="Evgeny Aronov" userId="5a3f2c2d-7cb3-4639-98f6-49ea1b95a8be" providerId="ADAL" clId="{7A0B7755-50D3-447F-A517-839583F34A5D}" dt="2026-05-13T07:31:39.713" v="6984" actId="108"/>
          <ac:spMkLst>
            <pc:docMk/>
            <pc:sldMk cId="3738894359" sldId="2147483521"/>
            <ac:spMk id="9" creationId="{7375916A-ADD7-9E49-2D11-84CC6A5B416B}"/>
          </ac:spMkLst>
        </pc:spChg>
        <pc:spChg chg="mod">
          <ac:chgData name="Evgeny Aronov" userId="5a3f2c2d-7cb3-4639-98f6-49ea1b95a8be" providerId="ADAL" clId="{7A0B7755-50D3-447F-A517-839583F34A5D}" dt="2026-05-06T10:06:20.904" v="5112" actId="6549"/>
          <ac:spMkLst>
            <pc:docMk/>
            <pc:sldMk cId="3738894359" sldId="2147483521"/>
            <ac:spMk id="19" creationId="{DCC6AF0D-0A43-C389-21DA-BC66EE2B7246}"/>
          </ac:spMkLst>
        </pc:spChg>
        <pc:spChg chg="mod">
          <ac:chgData name="Evgeny Aronov" userId="5a3f2c2d-7cb3-4639-98f6-49ea1b95a8be" providerId="ADAL" clId="{7A0B7755-50D3-447F-A517-839583F34A5D}" dt="2026-05-06T10:36:55.594" v="5115"/>
          <ac:spMkLst>
            <pc:docMk/>
            <pc:sldMk cId="3738894359" sldId="2147483521"/>
            <ac:spMk id="20" creationId="{0D840B31-4CCB-FD12-3618-8D5A45B085A4}"/>
          </ac:spMkLst>
        </pc:spChg>
        <pc:spChg chg="mod">
          <ac:chgData name="Evgeny Aronov" userId="5a3f2c2d-7cb3-4639-98f6-49ea1b95a8be" providerId="ADAL" clId="{7A0B7755-50D3-447F-A517-839583F34A5D}" dt="2026-05-06T10:06:25.471" v="5114" actId="20577"/>
          <ac:spMkLst>
            <pc:docMk/>
            <pc:sldMk cId="3738894359" sldId="2147483521"/>
            <ac:spMk id="21" creationId="{CDA1009E-F719-E5D1-B908-95A79EE39145}"/>
          </ac:spMkLst>
        </pc:spChg>
      </pc:sldChg>
      <pc:sldChg chg="addSp modSp add mod">
        <pc:chgData name="Evgeny Aronov" userId="5a3f2c2d-7cb3-4639-98f6-49ea1b95a8be" providerId="ADAL" clId="{7A0B7755-50D3-447F-A517-839583F34A5D}" dt="2026-05-13T07:31:49.827" v="6986" actId="108"/>
        <pc:sldMkLst>
          <pc:docMk/>
          <pc:sldMk cId="2692631908" sldId="2147483522"/>
        </pc:sldMkLst>
        <pc:spChg chg="add mod">
          <ac:chgData name="Evgeny Aronov" userId="5a3f2c2d-7cb3-4639-98f6-49ea1b95a8be" providerId="ADAL" clId="{7A0B7755-50D3-447F-A517-839583F34A5D}" dt="2026-05-13T07:31:49.827" v="6986" actId="108"/>
          <ac:spMkLst>
            <pc:docMk/>
            <pc:sldMk cId="2692631908" sldId="2147483522"/>
            <ac:spMk id="2" creationId="{360B1263-C595-27D8-3DEC-9A9D435A1DE2}"/>
          </ac:spMkLst>
        </pc:spChg>
        <pc:spChg chg="mod">
          <ac:chgData name="Evgeny Aronov" userId="5a3f2c2d-7cb3-4639-98f6-49ea1b95a8be" providerId="ADAL" clId="{7A0B7755-50D3-447F-A517-839583F34A5D}" dt="2026-05-06T10:49:17.016" v="5564"/>
          <ac:spMkLst>
            <pc:docMk/>
            <pc:sldMk cId="2692631908" sldId="2147483522"/>
            <ac:spMk id="25" creationId="{DDE8525C-2462-2DCB-816F-2C683FC3A5EE}"/>
          </ac:spMkLst>
        </pc:spChg>
      </pc:sldChg>
      <pc:sldChg chg="modSp add mod">
        <pc:chgData name="Evgeny Aronov" userId="5a3f2c2d-7cb3-4639-98f6-49ea1b95a8be" providerId="ADAL" clId="{7A0B7755-50D3-447F-A517-839583F34A5D}" dt="2026-05-13T07:26:47.614" v="6972"/>
        <pc:sldMkLst>
          <pc:docMk/>
          <pc:sldMk cId="3353783444" sldId="2147483523"/>
        </pc:sldMkLst>
        <pc:spChg chg="mod">
          <ac:chgData name="Evgeny Aronov" userId="5a3f2c2d-7cb3-4639-98f6-49ea1b95a8be" providerId="ADAL" clId="{7A0B7755-50D3-447F-A517-839583F34A5D}" dt="2026-05-13T07:26:47.614" v="6972"/>
          <ac:spMkLst>
            <pc:docMk/>
            <pc:sldMk cId="3353783444" sldId="2147483523"/>
            <ac:spMk id="4" creationId="{7AE543FC-3792-A74F-33C7-CE91B5B40293}"/>
          </ac:spMkLst>
        </pc:spChg>
      </pc:sldChg>
      <pc:sldChg chg="modSp add mod">
        <pc:chgData name="Evgeny Aronov" userId="5a3f2c2d-7cb3-4639-98f6-49ea1b95a8be" providerId="ADAL" clId="{7A0B7755-50D3-447F-A517-839583F34A5D}" dt="2026-05-13T07:13:27.257" v="6944" actId="108"/>
        <pc:sldMkLst>
          <pc:docMk/>
          <pc:sldMk cId="1326292460" sldId="2147483524"/>
        </pc:sldMkLst>
        <pc:spChg chg="mod">
          <ac:chgData name="Evgeny Aronov" userId="5a3f2c2d-7cb3-4639-98f6-49ea1b95a8be" providerId="ADAL" clId="{7A0B7755-50D3-447F-A517-839583F34A5D}" dt="2026-05-13T07:13:27.257" v="6944" actId="108"/>
          <ac:spMkLst>
            <pc:docMk/>
            <pc:sldMk cId="1326292460" sldId="2147483524"/>
            <ac:spMk id="4" creationId="{1BAEC544-BBBF-8191-0FC6-DB4522C97F33}"/>
          </ac:spMkLst>
        </pc:spChg>
      </pc:sldChg>
      <pc:sldChg chg="modSp add mod">
        <pc:chgData name="Evgeny Aronov" userId="5a3f2c2d-7cb3-4639-98f6-49ea1b95a8be" providerId="ADAL" clId="{7A0B7755-50D3-447F-A517-839583F34A5D}" dt="2026-05-13T07:27:11.403" v="6974" actId="20577"/>
        <pc:sldMkLst>
          <pc:docMk/>
          <pc:sldMk cId="4092521782" sldId="2147483525"/>
        </pc:sldMkLst>
        <pc:spChg chg="mod">
          <ac:chgData name="Evgeny Aronov" userId="5a3f2c2d-7cb3-4639-98f6-49ea1b95a8be" providerId="ADAL" clId="{7A0B7755-50D3-447F-A517-839583F34A5D}" dt="2026-05-13T07:27:11.403" v="6974" actId="20577"/>
          <ac:spMkLst>
            <pc:docMk/>
            <pc:sldMk cId="4092521782" sldId="2147483525"/>
            <ac:spMk id="4" creationId="{13235D6B-4396-02E7-9A4F-09CD3DBEFB7D}"/>
          </ac:spMkLst>
        </pc:spChg>
      </pc:sldChg>
      <pc:sldChg chg="modSp add mod">
        <pc:chgData name="Evgeny Aronov" userId="5a3f2c2d-7cb3-4639-98f6-49ea1b95a8be" providerId="ADAL" clId="{7A0B7755-50D3-447F-A517-839583F34A5D}" dt="2026-05-13T07:13:43.793" v="6946" actId="108"/>
        <pc:sldMkLst>
          <pc:docMk/>
          <pc:sldMk cId="1105977044" sldId="2147483526"/>
        </pc:sldMkLst>
        <pc:spChg chg="mod">
          <ac:chgData name="Evgeny Aronov" userId="5a3f2c2d-7cb3-4639-98f6-49ea1b95a8be" providerId="ADAL" clId="{7A0B7755-50D3-447F-A517-839583F34A5D}" dt="2026-05-13T07:13:43.793" v="6946" actId="108"/>
          <ac:spMkLst>
            <pc:docMk/>
            <pc:sldMk cId="1105977044" sldId="2147483526"/>
            <ac:spMk id="4" creationId="{4E220D5F-811E-0F4F-94EB-67851BBDB1F7}"/>
          </ac:spMkLst>
        </pc:spChg>
      </pc:sldChg>
      <pc:sldChg chg="addSp delSp modSp add mod">
        <pc:chgData name="Evgeny Aronov" userId="5a3f2c2d-7cb3-4639-98f6-49ea1b95a8be" providerId="ADAL" clId="{7A0B7755-50D3-447F-A517-839583F34A5D}" dt="2026-05-13T07:31:56.636" v="6987" actId="108"/>
        <pc:sldMkLst>
          <pc:docMk/>
          <pc:sldMk cId="4280868806" sldId="2147483527"/>
        </pc:sldMkLst>
        <pc:spChg chg="mod">
          <ac:chgData name="Evgeny Aronov" userId="5a3f2c2d-7cb3-4639-98f6-49ea1b95a8be" providerId="ADAL" clId="{7A0B7755-50D3-447F-A517-839583F34A5D}" dt="2026-05-06T13:29:32.581" v="6855" actId="1035"/>
          <ac:spMkLst>
            <pc:docMk/>
            <pc:sldMk cId="4280868806" sldId="2147483527"/>
            <ac:spMk id="2" creationId="{B294A72C-0AEE-491B-7E78-013E7667590C}"/>
          </ac:spMkLst>
        </pc:spChg>
        <pc:spChg chg="mod">
          <ac:chgData name="Evgeny Aronov" userId="5a3f2c2d-7cb3-4639-98f6-49ea1b95a8be" providerId="ADAL" clId="{7A0B7755-50D3-447F-A517-839583F34A5D}" dt="2026-05-06T13:29:32.581" v="6855" actId="1035"/>
          <ac:spMkLst>
            <pc:docMk/>
            <pc:sldMk cId="4280868806" sldId="2147483527"/>
            <ac:spMk id="3" creationId="{7696D3F8-BBA0-B1C7-0BB9-11D96E351ECC}"/>
          </ac:spMkLst>
        </pc:spChg>
        <pc:spChg chg="mod">
          <ac:chgData name="Evgeny Aronov" userId="5a3f2c2d-7cb3-4639-98f6-49ea1b95a8be" providerId="ADAL" clId="{7A0B7755-50D3-447F-A517-839583F34A5D}" dt="2026-05-06T13:29:32.581" v="6855" actId="1035"/>
          <ac:spMkLst>
            <pc:docMk/>
            <pc:sldMk cId="4280868806" sldId="2147483527"/>
            <ac:spMk id="4" creationId="{5444A50D-E967-AC59-50EA-2EFB9B75F8BA}"/>
          </ac:spMkLst>
        </pc:spChg>
        <pc:spChg chg="mod">
          <ac:chgData name="Evgeny Aronov" userId="5a3f2c2d-7cb3-4639-98f6-49ea1b95a8be" providerId="ADAL" clId="{7A0B7755-50D3-447F-A517-839583F34A5D}" dt="2026-05-06T13:29:32.581" v="6855" actId="1035"/>
          <ac:spMkLst>
            <pc:docMk/>
            <pc:sldMk cId="4280868806" sldId="2147483527"/>
            <ac:spMk id="5" creationId="{C992C12D-55C8-6F2D-0CA0-939388F44B9F}"/>
          </ac:spMkLst>
        </pc:spChg>
        <pc:spChg chg="mod">
          <ac:chgData name="Evgeny Aronov" userId="5a3f2c2d-7cb3-4639-98f6-49ea1b95a8be" providerId="ADAL" clId="{7A0B7755-50D3-447F-A517-839583F34A5D}" dt="2026-05-06T13:29:32.581" v="6855" actId="1035"/>
          <ac:spMkLst>
            <pc:docMk/>
            <pc:sldMk cId="4280868806" sldId="2147483527"/>
            <ac:spMk id="6" creationId="{9D9106A7-F103-4D5F-490D-EE0578289B3E}"/>
          </ac:spMkLst>
        </pc:spChg>
        <pc:spChg chg="mod">
          <ac:chgData name="Evgeny Aronov" userId="5a3f2c2d-7cb3-4639-98f6-49ea1b95a8be" providerId="ADAL" clId="{7A0B7755-50D3-447F-A517-839583F34A5D}" dt="2026-05-06T13:29:32.581" v="6855" actId="1035"/>
          <ac:spMkLst>
            <pc:docMk/>
            <pc:sldMk cId="4280868806" sldId="2147483527"/>
            <ac:spMk id="11" creationId="{0ED012DC-C8DF-D516-7B14-5A1C1B2A3B50}"/>
          </ac:spMkLst>
        </pc:spChg>
        <pc:spChg chg="mod">
          <ac:chgData name="Evgeny Aronov" userId="5a3f2c2d-7cb3-4639-98f6-49ea1b95a8be" providerId="ADAL" clId="{7A0B7755-50D3-447F-A517-839583F34A5D}" dt="2026-05-06T13:29:32.581" v="6855" actId="1035"/>
          <ac:spMkLst>
            <pc:docMk/>
            <pc:sldMk cId="4280868806" sldId="2147483527"/>
            <ac:spMk id="13" creationId="{C6576048-888A-49D6-3D1F-24443C2CF275}"/>
          </ac:spMkLst>
        </pc:spChg>
        <pc:spChg chg="mod">
          <ac:chgData name="Evgeny Aronov" userId="5a3f2c2d-7cb3-4639-98f6-49ea1b95a8be" providerId="ADAL" clId="{7A0B7755-50D3-447F-A517-839583F34A5D}" dt="2026-05-06T13:29:32.581" v="6855" actId="1035"/>
          <ac:spMkLst>
            <pc:docMk/>
            <pc:sldMk cId="4280868806" sldId="2147483527"/>
            <ac:spMk id="14" creationId="{B984830C-E875-8590-59FF-7CEF5BC16CDA}"/>
          </ac:spMkLst>
        </pc:spChg>
        <pc:spChg chg="mod">
          <ac:chgData name="Evgeny Aronov" userId="5a3f2c2d-7cb3-4639-98f6-49ea1b95a8be" providerId="ADAL" clId="{7A0B7755-50D3-447F-A517-839583F34A5D}" dt="2026-05-06T13:29:32.581" v="6855" actId="1035"/>
          <ac:spMkLst>
            <pc:docMk/>
            <pc:sldMk cId="4280868806" sldId="2147483527"/>
            <ac:spMk id="19" creationId="{9D1DF7E8-3467-4B4C-59F6-62A9A497E8CE}"/>
          </ac:spMkLst>
        </pc:spChg>
        <pc:spChg chg="mod">
          <ac:chgData name="Evgeny Aronov" userId="5a3f2c2d-7cb3-4639-98f6-49ea1b95a8be" providerId="ADAL" clId="{7A0B7755-50D3-447F-A517-839583F34A5D}" dt="2026-05-06T10:58:02.046" v="5719" actId="20577"/>
          <ac:spMkLst>
            <pc:docMk/>
            <pc:sldMk cId="4280868806" sldId="2147483527"/>
            <ac:spMk id="20" creationId="{0E915E50-721B-93D6-68BD-9C433C092C97}"/>
          </ac:spMkLst>
        </pc:spChg>
        <pc:spChg chg="mod">
          <ac:chgData name="Evgeny Aronov" userId="5a3f2c2d-7cb3-4639-98f6-49ea1b95a8be" providerId="ADAL" clId="{7A0B7755-50D3-447F-A517-839583F34A5D}" dt="2026-05-06T13:29:32.581" v="6855" actId="1035"/>
          <ac:spMkLst>
            <pc:docMk/>
            <pc:sldMk cId="4280868806" sldId="2147483527"/>
            <ac:spMk id="21" creationId="{1E16A1D2-7D63-A769-3903-BE6FCBE35077}"/>
          </ac:spMkLst>
        </pc:spChg>
        <pc:spChg chg="mod">
          <ac:chgData name="Evgeny Aronov" userId="5a3f2c2d-7cb3-4639-98f6-49ea1b95a8be" providerId="ADAL" clId="{7A0B7755-50D3-447F-A517-839583F34A5D}" dt="2026-05-06T10:54:39.038" v="5622" actId="6549"/>
          <ac:spMkLst>
            <pc:docMk/>
            <pc:sldMk cId="4280868806" sldId="2147483527"/>
            <ac:spMk id="22" creationId="{4A0013FE-1AA5-3506-73B4-BE41D6322E79}"/>
          </ac:spMkLst>
        </pc:spChg>
        <pc:spChg chg="add mod">
          <ac:chgData name="Evgeny Aronov" userId="5a3f2c2d-7cb3-4639-98f6-49ea1b95a8be" providerId="ADAL" clId="{7A0B7755-50D3-447F-A517-839583F34A5D}" dt="2026-05-13T07:31:56.636" v="6987" actId="108"/>
          <ac:spMkLst>
            <pc:docMk/>
            <pc:sldMk cId="4280868806" sldId="2147483527"/>
            <ac:spMk id="23" creationId="{DD814495-9F96-516C-CB2E-7A418DFF088F}"/>
          </ac:spMkLst>
        </pc:spChg>
        <pc:spChg chg="add mod">
          <ac:chgData name="Evgeny Aronov" userId="5a3f2c2d-7cb3-4639-98f6-49ea1b95a8be" providerId="ADAL" clId="{7A0B7755-50D3-447F-A517-839583F34A5D}" dt="2026-05-06T11:04:41.006" v="5750" actId="14100"/>
          <ac:spMkLst>
            <pc:docMk/>
            <pc:sldMk cId="4280868806" sldId="2147483527"/>
            <ac:spMk id="25" creationId="{275DB624-03C6-7A48-1EC3-F33730F8F031}"/>
          </ac:spMkLst>
        </pc:spChg>
        <pc:spChg chg="add mod">
          <ac:chgData name="Evgeny Aronov" userId="5a3f2c2d-7cb3-4639-98f6-49ea1b95a8be" providerId="ADAL" clId="{7A0B7755-50D3-447F-A517-839583F34A5D}" dt="2026-05-06T13:29:17.989" v="6826" actId="1076"/>
          <ac:spMkLst>
            <pc:docMk/>
            <pc:sldMk cId="4280868806" sldId="2147483527"/>
            <ac:spMk id="26" creationId="{DB1EEA06-F4CB-D623-6D85-75466B33CE9F}"/>
          </ac:spMkLst>
        </pc:spChg>
      </pc:sldChg>
      <pc:sldChg chg="delSp modSp add mod">
        <pc:chgData name="Evgeny Aronov" userId="5a3f2c2d-7cb3-4639-98f6-49ea1b95a8be" providerId="ADAL" clId="{7A0B7755-50D3-447F-A517-839583F34A5D}" dt="2026-05-13T07:13:57.379" v="6948" actId="108"/>
        <pc:sldMkLst>
          <pc:docMk/>
          <pc:sldMk cId="3232070125" sldId="2147483528"/>
        </pc:sldMkLst>
        <pc:spChg chg="mod">
          <ac:chgData name="Evgeny Aronov" userId="5a3f2c2d-7cb3-4639-98f6-49ea1b95a8be" providerId="ADAL" clId="{7A0B7755-50D3-447F-A517-839583F34A5D}" dt="2026-05-13T07:13:57.379" v="6948" actId="108"/>
          <ac:spMkLst>
            <pc:docMk/>
            <pc:sldMk cId="3232070125" sldId="2147483528"/>
            <ac:spMk id="4" creationId="{48818A26-61D5-FD90-1B67-6132B793D983}"/>
          </ac:spMkLst>
        </pc:spChg>
      </pc:sldChg>
      <pc:sldChg chg="addSp delSp modSp add mod ord">
        <pc:chgData name="Evgeny Aronov" userId="5a3f2c2d-7cb3-4639-98f6-49ea1b95a8be" providerId="ADAL" clId="{7A0B7755-50D3-447F-A517-839583F34A5D}" dt="2026-05-13T07:32:02.230" v="6991" actId="108"/>
        <pc:sldMkLst>
          <pc:docMk/>
          <pc:sldMk cId="1113466765" sldId="2147483529"/>
        </pc:sldMkLst>
        <pc:spChg chg="add mod">
          <ac:chgData name="Evgeny Aronov" userId="5a3f2c2d-7cb3-4639-98f6-49ea1b95a8be" providerId="ADAL" clId="{7A0B7755-50D3-447F-A517-839583F34A5D}" dt="2026-05-06T11:04:48.089" v="5751"/>
          <ac:spMkLst>
            <pc:docMk/>
            <pc:sldMk cId="1113466765" sldId="2147483529"/>
            <ac:spMk id="2" creationId="{16DF5301-D2D0-5227-1D19-FC5FB234EA50}"/>
          </ac:spMkLst>
        </pc:spChg>
        <pc:spChg chg="add mod">
          <ac:chgData name="Evgeny Aronov" userId="5a3f2c2d-7cb3-4639-98f6-49ea1b95a8be" providerId="ADAL" clId="{7A0B7755-50D3-447F-A517-839583F34A5D}" dt="2026-05-13T07:32:02.230" v="6991" actId="108"/>
          <ac:spMkLst>
            <pc:docMk/>
            <pc:sldMk cId="1113466765" sldId="2147483529"/>
            <ac:spMk id="5" creationId="{3941126B-EE07-629A-9B0A-E0D2A720030B}"/>
          </ac:spMkLst>
        </pc:spChg>
        <pc:spChg chg="mod">
          <ac:chgData name="Evgeny Aronov" userId="5a3f2c2d-7cb3-4639-98f6-49ea1b95a8be" providerId="ADAL" clId="{7A0B7755-50D3-447F-A517-839583F34A5D}" dt="2026-05-06T12:58:32.282" v="6535" actId="313"/>
          <ac:spMkLst>
            <pc:docMk/>
            <pc:sldMk cId="1113466765" sldId="2147483529"/>
            <ac:spMk id="25" creationId="{2D3BF39C-5E56-792D-ABC4-32CB07AB9D02}"/>
          </ac:spMkLst>
        </pc:spChg>
      </pc:sldChg>
      <pc:sldChg chg="addSp modSp add mod">
        <pc:chgData name="Evgeny Aronov" userId="5a3f2c2d-7cb3-4639-98f6-49ea1b95a8be" providerId="ADAL" clId="{7A0B7755-50D3-447F-A517-839583F34A5D}" dt="2026-05-13T07:26:26.578" v="6971" actId="20577"/>
        <pc:sldMkLst>
          <pc:docMk/>
          <pc:sldMk cId="4123505922" sldId="2147483530"/>
        </pc:sldMkLst>
        <pc:spChg chg="add mod">
          <ac:chgData name="Evgeny Aronov" userId="5a3f2c2d-7cb3-4639-98f6-49ea1b95a8be" providerId="ADAL" clId="{7A0B7755-50D3-447F-A517-839583F34A5D}" dt="2026-05-06T11:06:42.591" v="5754"/>
          <ac:spMkLst>
            <pc:docMk/>
            <pc:sldMk cId="4123505922" sldId="2147483530"/>
            <ac:spMk id="2" creationId="{52424B56-820D-E196-495E-6B9EDB46118E}"/>
          </ac:spMkLst>
        </pc:spChg>
        <pc:spChg chg="mod">
          <ac:chgData name="Evgeny Aronov" userId="5a3f2c2d-7cb3-4639-98f6-49ea1b95a8be" providerId="ADAL" clId="{7A0B7755-50D3-447F-A517-839583F34A5D}" dt="2026-05-13T07:26:26.578" v="6971" actId="20577"/>
          <ac:spMkLst>
            <pc:docMk/>
            <pc:sldMk cId="4123505922" sldId="2147483530"/>
            <ac:spMk id="4" creationId="{9D80711E-D199-5AB3-4996-B4BED5A4F25C}"/>
          </ac:spMkLst>
        </pc:spChg>
      </pc:sldChg>
      <pc:sldChg chg="addSp delSp modSp add mod">
        <pc:chgData name="Evgeny Aronov" userId="5a3f2c2d-7cb3-4639-98f6-49ea1b95a8be" providerId="ADAL" clId="{7A0B7755-50D3-447F-A517-839583F34A5D}" dt="2026-05-13T07:49:30.820" v="7045" actId="14100"/>
        <pc:sldMkLst>
          <pc:docMk/>
          <pc:sldMk cId="1301869265" sldId="2147483531"/>
        </pc:sldMkLst>
        <pc:spChg chg="add mod">
          <ac:chgData name="Evgeny Aronov" userId="5a3f2c2d-7cb3-4639-98f6-49ea1b95a8be" providerId="ADAL" clId="{7A0B7755-50D3-447F-A517-839583F34A5D}" dt="2026-05-13T07:32:07.836" v="6992" actId="108"/>
          <ac:spMkLst>
            <pc:docMk/>
            <pc:sldMk cId="1301869265" sldId="2147483531"/>
            <ac:spMk id="2" creationId="{954E8A88-F7D0-DE0A-7F1A-6E834623CB1F}"/>
          </ac:spMkLst>
        </pc:spChg>
        <pc:spChg chg="add mod">
          <ac:chgData name="Evgeny Aronov" userId="5a3f2c2d-7cb3-4639-98f6-49ea1b95a8be" providerId="ADAL" clId="{7A0B7755-50D3-447F-A517-839583F34A5D}" dt="2026-05-13T07:49:30.820" v="7045" actId="14100"/>
          <ac:spMkLst>
            <pc:docMk/>
            <pc:sldMk cId="1301869265" sldId="2147483531"/>
            <ac:spMk id="3" creationId="{0F624623-04AD-CAE3-9AF9-44F138D080D9}"/>
          </ac:spMkLst>
        </pc:spChg>
        <pc:spChg chg="mod">
          <ac:chgData name="Evgeny Aronov" userId="5a3f2c2d-7cb3-4639-98f6-49ea1b95a8be" providerId="ADAL" clId="{7A0B7755-50D3-447F-A517-839583F34A5D}" dt="2026-05-06T11:09:02.493" v="5834" actId="20577"/>
          <ac:spMkLst>
            <pc:docMk/>
            <pc:sldMk cId="1301869265" sldId="2147483531"/>
            <ac:spMk id="25" creationId="{86E10DD9-8943-CA21-9EE5-2D8ADD45D272}"/>
          </ac:spMkLst>
        </pc:spChg>
      </pc:sldChg>
      <pc:sldChg chg="modSp add mod">
        <pc:chgData name="Evgeny Aronov" userId="5a3f2c2d-7cb3-4639-98f6-49ea1b95a8be" providerId="ADAL" clId="{7A0B7755-50D3-447F-A517-839583F34A5D}" dt="2026-05-13T07:14:11.839" v="6950" actId="108"/>
        <pc:sldMkLst>
          <pc:docMk/>
          <pc:sldMk cId="1509593613" sldId="2147483532"/>
        </pc:sldMkLst>
        <pc:spChg chg="mod">
          <ac:chgData name="Evgeny Aronov" userId="5a3f2c2d-7cb3-4639-98f6-49ea1b95a8be" providerId="ADAL" clId="{7A0B7755-50D3-447F-A517-839583F34A5D}" dt="2026-05-13T07:14:11.839" v="6950" actId="108"/>
          <ac:spMkLst>
            <pc:docMk/>
            <pc:sldMk cId="1509593613" sldId="2147483532"/>
            <ac:spMk id="4" creationId="{3C357240-8FC7-536E-B268-F787C7DEED29}"/>
          </ac:spMkLst>
        </pc:spChg>
      </pc:sldChg>
      <pc:sldChg chg="addSp delSp modSp add del mod">
        <pc:chgData name="Evgeny Aronov" userId="5a3f2c2d-7cb3-4639-98f6-49ea1b95a8be" providerId="ADAL" clId="{7A0B7755-50D3-447F-A517-839583F34A5D}" dt="2026-05-13T07:32:19.356" v="6994" actId="108"/>
        <pc:sldMkLst>
          <pc:docMk/>
          <pc:sldMk cId="213737610" sldId="2147483533"/>
        </pc:sldMkLst>
        <pc:spChg chg="add mod">
          <ac:chgData name="Evgeny Aronov" userId="5a3f2c2d-7cb3-4639-98f6-49ea1b95a8be" providerId="ADAL" clId="{7A0B7755-50D3-447F-A517-839583F34A5D}" dt="2026-05-13T07:32:19.356" v="6994" actId="108"/>
          <ac:spMkLst>
            <pc:docMk/>
            <pc:sldMk cId="213737610" sldId="2147483533"/>
            <ac:spMk id="2" creationId="{BF4EC901-5497-49C2-AF2C-052D207EC7CE}"/>
          </ac:spMkLst>
        </pc:spChg>
        <pc:spChg chg="mod">
          <ac:chgData name="Evgeny Aronov" userId="5a3f2c2d-7cb3-4639-98f6-49ea1b95a8be" providerId="ADAL" clId="{7A0B7755-50D3-447F-A517-839583F34A5D}" dt="2026-05-06T11:31:12.128" v="5920"/>
          <ac:spMkLst>
            <pc:docMk/>
            <pc:sldMk cId="213737610" sldId="2147483533"/>
            <ac:spMk id="25" creationId="{249A2DEB-DF72-BC49-D2DA-F46CA5A95E63}"/>
          </ac:spMkLst>
        </pc:spChg>
      </pc:sldChg>
      <pc:sldChg chg="addSp delSp modSp add mod">
        <pc:chgData name="Evgeny Aronov" userId="5a3f2c2d-7cb3-4639-98f6-49ea1b95a8be" providerId="ADAL" clId="{7A0B7755-50D3-447F-A517-839583F34A5D}" dt="2026-05-13T07:32:13.928" v="6993" actId="108"/>
        <pc:sldMkLst>
          <pc:docMk/>
          <pc:sldMk cId="1377960075" sldId="2147483534"/>
        </pc:sldMkLst>
        <pc:spChg chg="add mod">
          <ac:chgData name="Evgeny Aronov" userId="5a3f2c2d-7cb3-4639-98f6-49ea1b95a8be" providerId="ADAL" clId="{7A0B7755-50D3-447F-A517-839583F34A5D}" dt="2026-05-13T07:32:13.928" v="6993" actId="108"/>
          <ac:spMkLst>
            <pc:docMk/>
            <pc:sldMk cId="1377960075" sldId="2147483534"/>
            <ac:spMk id="2" creationId="{18A7C252-0D7A-EB0B-54F6-B284669CB04D}"/>
          </ac:spMkLst>
        </pc:spChg>
        <pc:spChg chg="mod">
          <ac:chgData name="Evgeny Aronov" userId="5a3f2c2d-7cb3-4639-98f6-49ea1b95a8be" providerId="ADAL" clId="{7A0B7755-50D3-447F-A517-839583F34A5D}" dt="2026-05-06T11:29:39.557" v="5916"/>
          <ac:spMkLst>
            <pc:docMk/>
            <pc:sldMk cId="1377960075" sldId="2147483534"/>
            <ac:spMk id="25" creationId="{50C0A126-3228-7163-EAD6-9B5966563FAC}"/>
          </ac:spMkLst>
        </pc:spChg>
      </pc:sldChg>
      <pc:sldChg chg="modSp add mod">
        <pc:chgData name="Evgeny Aronov" userId="5a3f2c2d-7cb3-4639-98f6-49ea1b95a8be" providerId="ADAL" clId="{7A0B7755-50D3-447F-A517-839583F34A5D}" dt="2026-05-13T07:14:20.454" v="6951" actId="108"/>
        <pc:sldMkLst>
          <pc:docMk/>
          <pc:sldMk cId="1087498142" sldId="2147483535"/>
        </pc:sldMkLst>
        <pc:spChg chg="mod">
          <ac:chgData name="Evgeny Aronov" userId="5a3f2c2d-7cb3-4639-98f6-49ea1b95a8be" providerId="ADAL" clId="{7A0B7755-50D3-447F-A517-839583F34A5D}" dt="2026-05-13T07:14:20.454" v="6951" actId="108"/>
          <ac:spMkLst>
            <pc:docMk/>
            <pc:sldMk cId="1087498142" sldId="2147483535"/>
            <ac:spMk id="4" creationId="{B95F8CB1-BE81-4D35-3027-779FCCE17DF2}"/>
          </ac:spMkLst>
        </pc:spChg>
      </pc:sldChg>
      <pc:sldChg chg="modSp add mod">
        <pc:chgData name="Evgeny Aronov" userId="5a3f2c2d-7cb3-4639-98f6-49ea1b95a8be" providerId="ADAL" clId="{7A0B7755-50D3-447F-A517-839583F34A5D}" dt="2026-05-13T07:14:28.834" v="6952" actId="108"/>
        <pc:sldMkLst>
          <pc:docMk/>
          <pc:sldMk cId="2141385326" sldId="2147483536"/>
        </pc:sldMkLst>
        <pc:spChg chg="mod">
          <ac:chgData name="Evgeny Aronov" userId="5a3f2c2d-7cb3-4639-98f6-49ea1b95a8be" providerId="ADAL" clId="{7A0B7755-50D3-447F-A517-839583F34A5D}" dt="2026-05-13T07:14:28.834" v="6952" actId="108"/>
          <ac:spMkLst>
            <pc:docMk/>
            <pc:sldMk cId="2141385326" sldId="2147483536"/>
            <ac:spMk id="4" creationId="{C413C113-3C0E-BC78-99C5-5AF5C5283714}"/>
          </ac:spMkLst>
        </pc:spChg>
      </pc:sldChg>
      <pc:sldChg chg="delSp modSp add mod">
        <pc:chgData name="Evgeny Aronov" userId="5a3f2c2d-7cb3-4639-98f6-49ea1b95a8be" providerId="ADAL" clId="{7A0B7755-50D3-447F-A517-839583F34A5D}" dt="2026-05-13T07:15:11.307" v="6957" actId="14100"/>
        <pc:sldMkLst>
          <pc:docMk/>
          <pc:sldMk cId="3609628114" sldId="2147483537"/>
        </pc:sldMkLst>
        <pc:spChg chg="mod">
          <ac:chgData name="Evgeny Aronov" userId="5a3f2c2d-7cb3-4639-98f6-49ea1b95a8be" providerId="ADAL" clId="{7A0B7755-50D3-447F-A517-839583F34A5D}" dt="2026-05-13T07:15:11.307" v="6957" actId="14100"/>
          <ac:spMkLst>
            <pc:docMk/>
            <pc:sldMk cId="3609628114" sldId="2147483537"/>
            <ac:spMk id="4" creationId="{7E25DAF6-C582-A94C-6129-94F31960E695}"/>
          </ac:spMkLst>
        </pc:spChg>
      </pc:sldChg>
      <pc:sldChg chg="addSp modSp add mod">
        <pc:chgData name="Evgeny Aronov" userId="5a3f2c2d-7cb3-4639-98f6-49ea1b95a8be" providerId="ADAL" clId="{7A0B7755-50D3-447F-A517-839583F34A5D}" dt="2026-05-13T07:32:25.954" v="6995" actId="108"/>
        <pc:sldMkLst>
          <pc:docMk/>
          <pc:sldMk cId="2420982681" sldId="2147483538"/>
        </pc:sldMkLst>
        <pc:spChg chg="add mod">
          <ac:chgData name="Evgeny Aronov" userId="5a3f2c2d-7cb3-4639-98f6-49ea1b95a8be" providerId="ADAL" clId="{7A0B7755-50D3-447F-A517-839583F34A5D}" dt="2026-05-13T07:32:25.954" v="6995" actId="108"/>
          <ac:spMkLst>
            <pc:docMk/>
            <pc:sldMk cId="2420982681" sldId="2147483538"/>
            <ac:spMk id="2" creationId="{B0493A1D-7CEF-18C2-7D3B-BC51A26ED340}"/>
          </ac:spMkLst>
        </pc:spChg>
        <pc:spChg chg="mod">
          <ac:chgData name="Evgeny Aronov" userId="5a3f2c2d-7cb3-4639-98f6-49ea1b95a8be" providerId="ADAL" clId="{7A0B7755-50D3-447F-A517-839583F34A5D}" dt="2026-05-06T13:12:37.562" v="6566" actId="20577"/>
          <ac:spMkLst>
            <pc:docMk/>
            <pc:sldMk cId="2420982681" sldId="2147483538"/>
            <ac:spMk id="25" creationId="{2CF72908-0D61-88BA-8120-CA6681C1085C}"/>
          </ac:spMkLst>
        </pc:spChg>
      </pc:sldChg>
      <pc:sldChg chg="addSp modSp new mod modAnim">
        <pc:chgData name="Evgeny Aronov" userId="5a3f2c2d-7cb3-4639-98f6-49ea1b95a8be" providerId="ADAL" clId="{7A0B7755-50D3-447F-A517-839583F34A5D}" dt="2026-05-06T12:16:27.569" v="6381" actId="20577"/>
        <pc:sldMkLst>
          <pc:docMk/>
          <pc:sldMk cId="2215765106" sldId="2147483539"/>
        </pc:sldMkLst>
        <pc:spChg chg="add mod">
          <ac:chgData name="Evgeny Aronov" userId="5a3f2c2d-7cb3-4639-98f6-49ea1b95a8be" providerId="ADAL" clId="{7A0B7755-50D3-447F-A517-839583F34A5D}" dt="2026-05-06T12:13:05.992" v="6375" actId="1035"/>
          <ac:spMkLst>
            <pc:docMk/>
            <pc:sldMk cId="2215765106" sldId="2147483539"/>
            <ac:spMk id="3" creationId="{31A2D43C-1975-45C0-D6F2-97BE031AEC40}"/>
          </ac:spMkLst>
        </pc:spChg>
        <pc:spChg chg="add mod">
          <ac:chgData name="Evgeny Aronov" userId="5a3f2c2d-7cb3-4639-98f6-49ea1b95a8be" providerId="ADAL" clId="{7A0B7755-50D3-447F-A517-839583F34A5D}" dt="2026-05-06T12:13:05.992" v="6375" actId="1035"/>
          <ac:spMkLst>
            <pc:docMk/>
            <pc:sldMk cId="2215765106" sldId="2147483539"/>
            <ac:spMk id="4" creationId="{FE2BA0A6-367C-7959-D55B-0170B9FF9DFB}"/>
          </ac:spMkLst>
        </pc:spChg>
        <pc:spChg chg="add mod">
          <ac:chgData name="Evgeny Aronov" userId="5a3f2c2d-7cb3-4639-98f6-49ea1b95a8be" providerId="ADAL" clId="{7A0B7755-50D3-447F-A517-839583F34A5D}" dt="2026-05-06T12:12:36.640" v="6355" actId="20577"/>
          <ac:spMkLst>
            <pc:docMk/>
            <pc:sldMk cId="2215765106" sldId="2147483539"/>
            <ac:spMk id="6" creationId="{7D947C3D-A2B0-41AE-F260-A8C528F0AA29}"/>
          </ac:spMkLst>
        </pc:spChg>
        <pc:spChg chg="add mod">
          <ac:chgData name="Evgeny Aronov" userId="5a3f2c2d-7cb3-4639-98f6-49ea1b95a8be" providerId="ADAL" clId="{7A0B7755-50D3-447F-A517-839583F34A5D}" dt="2026-05-06T12:10:18.339" v="6243" actId="1076"/>
          <ac:spMkLst>
            <pc:docMk/>
            <pc:sldMk cId="2215765106" sldId="2147483539"/>
            <ac:spMk id="8" creationId="{DFC64DB7-BF85-7389-36A3-02955A935160}"/>
          </ac:spMkLst>
        </pc:spChg>
        <pc:spChg chg="add mod">
          <ac:chgData name="Evgeny Aronov" userId="5a3f2c2d-7cb3-4639-98f6-49ea1b95a8be" providerId="ADAL" clId="{7A0B7755-50D3-447F-A517-839583F34A5D}" dt="2026-05-06T12:07:26.170" v="6234" actId="207"/>
          <ac:spMkLst>
            <pc:docMk/>
            <pc:sldMk cId="2215765106" sldId="2147483539"/>
            <ac:spMk id="10" creationId="{6923C4EF-5146-CB07-356A-7309943D8764}"/>
          </ac:spMkLst>
        </pc:spChg>
        <pc:spChg chg="add mod">
          <ac:chgData name="Evgeny Aronov" userId="5a3f2c2d-7cb3-4639-98f6-49ea1b95a8be" providerId="ADAL" clId="{7A0B7755-50D3-447F-A517-839583F34A5D}" dt="2026-05-06T12:11:28.422" v="6339" actId="1076"/>
          <ac:spMkLst>
            <pc:docMk/>
            <pc:sldMk cId="2215765106" sldId="2147483539"/>
            <ac:spMk id="12" creationId="{46F9A626-54CB-9754-EBAE-B798020275C2}"/>
          </ac:spMkLst>
        </pc:spChg>
        <pc:graphicFrameChg chg="add mod modGraphic">
          <ac:chgData name="Evgeny Aronov" userId="5a3f2c2d-7cb3-4639-98f6-49ea1b95a8be" providerId="ADAL" clId="{7A0B7755-50D3-447F-A517-839583F34A5D}" dt="2026-05-06T12:16:27.569" v="6381" actId="20577"/>
          <ac:graphicFrameMkLst>
            <pc:docMk/>
            <pc:sldMk cId="2215765106" sldId="2147483539"/>
            <ac:graphicFrameMk id="5" creationId="{A2D90AF0-3402-CACD-43F9-D3FAFDB0189B}"/>
          </ac:graphicFrameMkLst>
        </pc:graphicFrameChg>
      </pc:sldChg>
      <pc:sldChg chg="addSp modSp new mod ord">
        <pc:chgData name="Evgeny Aronov" userId="5a3f2c2d-7cb3-4639-98f6-49ea1b95a8be" providerId="ADAL" clId="{7A0B7755-50D3-447F-A517-839583F34A5D}" dt="2026-05-06T12:52:47.417" v="6456" actId="27636"/>
        <pc:sldMkLst>
          <pc:docMk/>
          <pc:sldMk cId="2121994413" sldId="2147483540"/>
        </pc:sldMkLst>
        <pc:spChg chg="add mod">
          <ac:chgData name="Evgeny Aronov" userId="5a3f2c2d-7cb3-4639-98f6-49ea1b95a8be" providerId="ADAL" clId="{7A0B7755-50D3-447F-A517-839583F34A5D}" dt="2026-05-06T12:52:47.417" v="6456" actId="27636"/>
          <ac:spMkLst>
            <pc:docMk/>
            <pc:sldMk cId="2121994413" sldId="2147483540"/>
            <ac:spMk id="3" creationId="{7F1CB001-21D0-ACFD-27FB-4880C01E14E5}"/>
          </ac:spMkLst>
        </pc:spChg>
        <pc:spChg chg="add mod">
          <ac:chgData name="Evgeny Aronov" userId="5a3f2c2d-7cb3-4639-98f6-49ea1b95a8be" providerId="ADAL" clId="{7A0B7755-50D3-447F-A517-839583F34A5D}" dt="2026-05-06T12:52:47.295" v="6455"/>
          <ac:spMkLst>
            <pc:docMk/>
            <pc:sldMk cId="2121994413" sldId="2147483540"/>
            <ac:spMk id="4" creationId="{92DCFC96-4574-A9D3-FEB9-40ACC1B3DF17}"/>
          </ac:spMkLst>
        </pc:spChg>
      </pc:sldChg>
      <pc:sldMasterChg chg="delSp mod">
        <pc:chgData name="Evgeny Aronov" userId="5a3f2c2d-7cb3-4639-98f6-49ea1b95a8be" providerId="ADAL" clId="{7A0B7755-50D3-447F-A517-839583F34A5D}" dt="2026-05-06T02:33:09.289" v="3664" actId="478"/>
        <pc:sldMasterMkLst>
          <pc:docMk/>
          <pc:sldMasterMk cId="1242786024" sldId="2147483650"/>
        </pc:sldMasterMkLst>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1.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2.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2" Type="http://schemas.openxmlformats.org/officeDocument/2006/relationships/package" Target="../embeddings/Microsoft_Excel_Worksheet5.xlsx"/><Relationship Id="rId1" Type="http://schemas.openxmlformats.org/officeDocument/2006/relationships/themeOverride" Target="../theme/themeOverride1.xml"/></Relationships>
</file>

<file path=ppt/charts/_rels/chart7.xml.rels><?xml version="1.0" encoding="UTF-8" standalone="yes"?>
<Relationships xmlns="http://schemas.openxmlformats.org/package/2006/relationships"><Relationship Id="rId2" Type="http://schemas.openxmlformats.org/officeDocument/2006/relationships/package" Target="../embeddings/Microsoft_Excel_Worksheet6.xlsx"/><Relationship Id="rId1" Type="http://schemas.openxmlformats.org/officeDocument/2006/relationships/themeOverride" Target="../theme/themeOverride2.xml"/></Relationships>
</file>

<file path=ppt/charts/_rels/chart8.xml.rels><?xml version="1.0" encoding="UTF-8" standalone="yes"?>
<Relationships xmlns="http://schemas.openxmlformats.org/package/2006/relationships"><Relationship Id="rId2" Type="http://schemas.openxmlformats.org/officeDocument/2006/relationships/package" Target="../embeddings/Microsoft_Excel_Worksheet7.xlsx"/><Relationship Id="rId1" Type="http://schemas.openxmlformats.org/officeDocument/2006/relationships/themeOverride" Target="../theme/themeOverride3.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6.xml"/><Relationship Id="rId1" Type="http://schemas.microsoft.com/office/2011/relationships/chartStyle" Target="style6.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7.xml"/><Relationship Id="rId1" Type="http://schemas.microsoft.com/office/2011/relationships/chartStyle" Target="style7.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chartUserShapes" Target="../drawings/drawing3.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9.xml"/><Relationship Id="rId1" Type="http://schemas.microsoft.com/office/2011/relationships/chartStyle" Target="style9.xml"/></Relationships>
</file>

<file path=ppt/charts/_rels/chart13.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11.xml"/><Relationship Id="rId1" Type="http://schemas.microsoft.com/office/2011/relationships/chartStyle" Target="style11.xml"/></Relationships>
</file>

<file path=ppt/charts/_rels/chart15.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12.xml"/><Relationship Id="rId1" Type="http://schemas.microsoft.com/office/2011/relationships/chartStyle" Target="style12.xml"/><Relationship Id="rId4" Type="http://schemas.openxmlformats.org/officeDocument/2006/relationships/package" Target="../embeddings/Microsoft_Excel_Worksheet1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Лист1!$B$1</c:f>
              <c:strCache>
                <c:ptCount val="1"/>
                <c:pt idx="0">
                  <c:v>Столбец3</c:v>
                </c:pt>
              </c:strCache>
            </c:strRef>
          </c:tx>
          <c:spPr>
            <a:solidFill>
              <a:srgbClr val="24B8CD"/>
            </a:solidFill>
            <a:ln>
              <a:noFill/>
            </a:ln>
            <a:effectLst/>
          </c:spPr>
          <c:invertIfNegative val="0"/>
          <c:dPt>
            <c:idx val="0"/>
            <c:invertIfNegative val="0"/>
            <c:bubble3D val="0"/>
            <c:spPr>
              <a:solidFill>
                <a:srgbClr val="398ACB"/>
              </a:solidFill>
              <a:ln>
                <a:noFill/>
              </a:ln>
              <a:effectLst/>
            </c:spPr>
            <c:extLst>
              <c:ext xmlns:c16="http://schemas.microsoft.com/office/drawing/2014/chart" uri="{C3380CC4-5D6E-409C-BE32-E72D297353CC}">
                <c16:uniqueId val="{00000003-A537-4D42-93D2-A86DE02CC428}"/>
              </c:ext>
            </c:extLst>
          </c:dPt>
          <c:dPt>
            <c:idx val="1"/>
            <c:invertIfNegative val="0"/>
            <c:bubble3D val="0"/>
            <c:spPr>
              <a:solidFill>
                <a:srgbClr val="28BECD"/>
              </a:solidFill>
              <a:ln>
                <a:noFill/>
              </a:ln>
              <a:effectLst/>
            </c:spPr>
            <c:extLst>
              <c:ext xmlns:c16="http://schemas.microsoft.com/office/drawing/2014/chart" uri="{C3380CC4-5D6E-409C-BE32-E72D297353CC}">
                <c16:uniqueId val="{00000004-A537-4D42-93D2-A86DE02CC428}"/>
              </c:ext>
            </c:extLst>
          </c:dPt>
          <c:dPt>
            <c:idx val="2"/>
            <c:invertIfNegative val="0"/>
            <c:bubble3D val="0"/>
            <c:spPr>
              <a:solidFill>
                <a:srgbClr val="1E8E9A"/>
              </a:solidFill>
              <a:ln>
                <a:noFill/>
              </a:ln>
              <a:effectLst/>
            </c:spPr>
            <c:extLst>
              <c:ext xmlns:c16="http://schemas.microsoft.com/office/drawing/2014/chart" uri="{C3380CC4-5D6E-409C-BE32-E72D297353CC}">
                <c16:uniqueId val="{00000005-A537-4D42-93D2-A86DE02CC428}"/>
              </c:ext>
            </c:extLst>
          </c:dPt>
          <c:dPt>
            <c:idx val="3"/>
            <c:invertIfNegative val="0"/>
            <c:bubble3D val="0"/>
            <c:spPr>
              <a:solidFill>
                <a:srgbClr val="C1D82E"/>
              </a:solidFill>
              <a:ln>
                <a:noFill/>
              </a:ln>
              <a:effectLst/>
            </c:spPr>
            <c:extLst>
              <c:ext xmlns:c16="http://schemas.microsoft.com/office/drawing/2014/chart" uri="{C3380CC4-5D6E-409C-BE32-E72D297353CC}">
                <c16:uniqueId val="{00000006-A537-4D42-93D2-A86DE02CC428}"/>
              </c:ext>
            </c:extLst>
          </c:dPt>
          <c:dPt>
            <c:idx val="4"/>
            <c:invertIfNegative val="0"/>
            <c:bubble3D val="0"/>
            <c:spPr>
              <a:solidFill>
                <a:srgbClr val="9272CE"/>
              </a:solidFill>
              <a:ln>
                <a:noFill/>
              </a:ln>
              <a:effectLst/>
            </c:spPr>
            <c:extLst>
              <c:ext xmlns:c16="http://schemas.microsoft.com/office/drawing/2014/chart" uri="{C3380CC4-5D6E-409C-BE32-E72D297353CC}">
                <c16:uniqueId val="{00000001-A537-4D42-93D2-A86DE02CC428}"/>
              </c:ext>
            </c:extLst>
          </c:dPt>
          <c:dPt>
            <c:idx val="5"/>
            <c:invertIfNegative val="0"/>
            <c:bubble3D val="0"/>
            <c:spPr>
              <a:solidFill>
                <a:srgbClr val="EC736A"/>
              </a:solidFill>
              <a:ln>
                <a:noFill/>
              </a:ln>
              <a:effectLst/>
            </c:spPr>
            <c:extLst>
              <c:ext xmlns:c16="http://schemas.microsoft.com/office/drawing/2014/chart" uri="{C3380CC4-5D6E-409C-BE32-E72D297353CC}">
                <c16:uniqueId val="{00000002-A537-4D42-93D2-A86DE02CC428}"/>
              </c:ext>
            </c:extLst>
          </c:dPt>
          <c:dLbls>
            <c:dLbl>
              <c:idx val="4"/>
              <c:tx>
                <c:rich>
                  <a:bodyPr/>
                  <a:lstStyle/>
                  <a:p>
                    <a:fld id="{3AA2C564-66D5-49DD-A1DC-53628A359569}" type="VALUE">
                      <a:rPr lang="en-US">
                        <a:solidFill>
                          <a:schemeClr val="tx2"/>
                        </a:solidFill>
                      </a:rPr>
                      <a:pPr/>
                      <a:t>[VALUE]</a:t>
                    </a:fld>
                    <a:endParaRPr lang="ru-RU"/>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A537-4D42-93D2-A86DE02CC428}"/>
                </c:ext>
              </c:extLst>
            </c:dLbl>
            <c:dLbl>
              <c:idx val="5"/>
              <c:tx>
                <c:rich>
                  <a:bodyPr/>
                  <a:lstStyle/>
                  <a:p>
                    <a:fld id="{5A01BC39-FBFC-4240-AD4C-25AD8F836629}" type="VALUE">
                      <a:rPr lang="en-US">
                        <a:solidFill>
                          <a:schemeClr val="tx2"/>
                        </a:solidFill>
                      </a:rPr>
                      <a:pPr/>
                      <a:t>[VALUE]</a:t>
                    </a:fld>
                    <a:endParaRPr lang="ru-RU"/>
                  </a:p>
                </c:rich>
              </c:tx>
              <c:dLblPos val="in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A537-4D42-93D2-A86DE02CC428}"/>
                </c:ext>
              </c:extLst>
            </c:dLbl>
            <c:spPr>
              <a:noFill/>
              <a:ln>
                <a:noFill/>
              </a:ln>
              <a:effectLst/>
            </c:spPr>
            <c:txPr>
              <a:bodyPr rot="0" spcFirstLastPara="1" vertOverflow="ellipsis" vert="horz" wrap="square" anchor="ctr" anchorCtr="1"/>
              <a:lstStyle/>
              <a:p>
                <a:pPr>
                  <a:defRPr sz="1600" b="1" i="0" u="none" strike="noStrike" kern="1200" baseline="0">
                    <a:solidFill>
                      <a:schemeClr val="bg1"/>
                    </a:solidFill>
                    <a:latin typeface="Verdana" panose="020B0604030504040204" pitchFamily="34" charset="0"/>
                    <a:ea typeface="Verdana" panose="020B0604030504040204" pitchFamily="34" charset="0"/>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Лист1!$A$2:$A$7</c:f>
              <c:strCache>
                <c:ptCount val="6"/>
                <c:pt idx="0">
                  <c:v>Бисопролол</c:v>
                </c:pt>
                <c:pt idx="1">
                  <c:v>Бетаксолол</c:v>
                </c:pt>
                <c:pt idx="2">
                  <c:v>Метопролол</c:v>
                </c:pt>
                <c:pt idx="3">
                  <c:v>Атенолол</c:v>
                </c:pt>
                <c:pt idx="4">
                  <c:v>Карведилол</c:v>
                </c:pt>
                <c:pt idx="5">
                  <c:v>Пропанолол</c:v>
                </c:pt>
              </c:strCache>
            </c:strRef>
          </c:cat>
          <c:val>
            <c:numRef>
              <c:f>Лист1!$B$2:$B$7</c:f>
              <c:numCache>
                <c:formatCode>General</c:formatCode>
                <c:ptCount val="6"/>
                <c:pt idx="0">
                  <c:v>19.600000000000001</c:v>
                </c:pt>
                <c:pt idx="1">
                  <c:v>7.5</c:v>
                </c:pt>
                <c:pt idx="2">
                  <c:v>6</c:v>
                </c:pt>
                <c:pt idx="3">
                  <c:v>5.7</c:v>
                </c:pt>
                <c:pt idx="4">
                  <c:v>0.6</c:v>
                </c:pt>
                <c:pt idx="5">
                  <c:v>0.3</c:v>
                </c:pt>
              </c:numCache>
            </c:numRef>
          </c:val>
          <c:extLst>
            <c:ext xmlns:c16="http://schemas.microsoft.com/office/drawing/2014/chart" uri="{C3380CC4-5D6E-409C-BE32-E72D297353CC}">
              <c16:uniqueId val="{00000000-A537-4D42-93D2-A86DE02CC428}"/>
            </c:ext>
          </c:extLst>
        </c:ser>
        <c:dLbls>
          <c:showLegendKey val="0"/>
          <c:showVal val="0"/>
          <c:showCatName val="0"/>
          <c:showSerName val="0"/>
          <c:showPercent val="0"/>
          <c:showBubbleSize val="0"/>
        </c:dLbls>
        <c:gapWidth val="73"/>
        <c:axId val="1318385760"/>
        <c:axId val="1318388056"/>
      </c:barChart>
      <c:catAx>
        <c:axId val="13183857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crossAx val="1318388056"/>
        <c:crosses val="autoZero"/>
        <c:auto val="1"/>
        <c:lblAlgn val="ctr"/>
        <c:lblOffset val="100"/>
        <c:noMultiLvlLbl val="0"/>
      </c:catAx>
      <c:valAx>
        <c:axId val="1318388056"/>
        <c:scaling>
          <c:orientation val="minMax"/>
          <c:max val="20"/>
        </c:scaling>
        <c:delete val="0"/>
        <c:axPos val="l"/>
        <c:majorGridlines>
          <c:spPr>
            <a:ln w="9525" cap="flat" cmpd="sng" algn="ctr">
              <a:solidFill>
                <a:schemeClr val="bg1">
                  <a:lumMod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crossAx val="131838576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Verdana" panose="020B0604030504040204" pitchFamily="34" charset="0"/>
          <a:ea typeface="Verdana" panose="020B0604030504040204" pitchFamily="34"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plotArea>
      <c:layout>
        <c:manualLayout>
          <c:layoutTarget val="inner"/>
          <c:xMode val="edge"/>
          <c:yMode val="edge"/>
          <c:x val="1.1555158742844927E-4"/>
          <c:y val="2.862734624573306E-2"/>
          <c:w val="0.972864628878639"/>
          <c:h val="0.77313968380823572"/>
        </c:manualLayout>
      </c:layout>
      <c:barChart>
        <c:barDir val="col"/>
        <c:grouping val="clustered"/>
        <c:varyColors val="0"/>
        <c:ser>
          <c:idx val="0"/>
          <c:order val="0"/>
          <c:tx>
            <c:strRef>
              <c:f>Sheet1!$B$1</c:f>
              <c:strCache>
                <c:ptCount val="1"/>
                <c:pt idx="0">
                  <c:v>Фиксированная комбинация</c:v>
                </c:pt>
              </c:strCache>
            </c:strRef>
          </c:tx>
          <c:spPr>
            <a:solidFill>
              <a:srgbClr val="398ACB"/>
            </a:solidFill>
            <a:ln>
              <a:noFill/>
            </a:ln>
            <a:effectLst/>
          </c:spPr>
          <c:invertIfNegative val="0"/>
          <c:dLbls>
            <c:dLbl>
              <c:idx val="0"/>
              <c:tx>
                <c:rich>
                  <a:bodyPr/>
                  <a:lstStyle/>
                  <a:p>
                    <a:fld id="{76E4037A-DD50-4004-AB16-BEA117335BCE}" type="VALUE">
                      <a:rPr lang="en-US" smtClean="0"/>
                      <a:pPr/>
                      <a:t>[VALUE]</a:t>
                    </a:fld>
                    <a:r>
                      <a:rPr lang="en-US" dirty="0"/>
                      <a:t> </a:t>
                    </a:r>
                  </a:p>
                </c:rich>
              </c:tx>
              <c:dLblPos val="in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8B22-445E-9A64-9E3B47241D72}"/>
                </c:ext>
              </c:extLst>
            </c:dLbl>
            <c:spPr>
              <a:noFill/>
              <a:ln>
                <a:noFill/>
              </a:ln>
              <a:effectLst/>
            </c:spPr>
            <c:txPr>
              <a:bodyPr rot="0" spcFirstLastPara="1" vertOverflow="ellipsis" vert="horz" wrap="square" anchor="ctr" anchorCtr="1"/>
              <a:lstStyle/>
              <a:p>
                <a:pPr>
                  <a:defRPr sz="1100" b="1" i="0" u="none" strike="noStrike" kern="1200" baseline="0">
                    <a:solidFill>
                      <a:schemeClr val="bg1"/>
                    </a:solidFill>
                    <a:latin typeface="Verdana" panose="020B0604030504040204" pitchFamily="34" charset="0"/>
                    <a:ea typeface="Verdana" panose="020B0604030504040204" pitchFamily="34" charset="0"/>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Через 7 дней</c:v>
                </c:pt>
                <c:pt idx="1">
                  <c:v>Через 4 недели</c:v>
                </c:pt>
                <c:pt idx="2">
                  <c:v>Через 12 недель</c:v>
                </c:pt>
              </c:strCache>
            </c:strRef>
          </c:cat>
          <c:val>
            <c:numRef>
              <c:f>Sheet1!$B$2:$B$4</c:f>
              <c:numCache>
                <c:formatCode>General</c:formatCode>
                <c:ptCount val="3"/>
                <c:pt idx="0">
                  <c:v>70</c:v>
                </c:pt>
                <c:pt idx="1">
                  <c:v>86.7</c:v>
                </c:pt>
                <c:pt idx="2">
                  <c:v>96.7</c:v>
                </c:pt>
              </c:numCache>
            </c:numRef>
          </c:val>
          <c:extLst>
            <c:ext xmlns:c16="http://schemas.microsoft.com/office/drawing/2014/chart" uri="{C3380CC4-5D6E-409C-BE32-E72D297353CC}">
              <c16:uniqueId val="{00000001-8B22-445E-9A64-9E3B47241D72}"/>
            </c:ext>
          </c:extLst>
        </c:ser>
        <c:ser>
          <c:idx val="1"/>
          <c:order val="1"/>
          <c:tx>
            <c:strRef>
              <c:f>Sheet1!$C$1</c:f>
              <c:strCache>
                <c:ptCount val="1"/>
                <c:pt idx="0">
                  <c:v>Контроль</c:v>
                </c:pt>
              </c:strCache>
            </c:strRef>
          </c:tx>
          <c:spPr>
            <a:solidFill>
              <a:srgbClr val="EC736A"/>
            </a:solidFill>
            <a:ln>
              <a:noFill/>
            </a:ln>
            <a:effectLst/>
          </c:spPr>
          <c:invertIfNegative val="0"/>
          <c:dLbls>
            <c:spPr>
              <a:noFill/>
              <a:ln>
                <a:noFill/>
              </a:ln>
              <a:effectLst/>
            </c:spPr>
            <c:txPr>
              <a:bodyPr rot="0" spcFirstLastPara="1" vertOverflow="ellipsis" vert="horz" wrap="square" anchor="ctr" anchorCtr="1"/>
              <a:lstStyle/>
              <a:p>
                <a:pPr>
                  <a:defRPr sz="1100" b="1" i="0" u="none" strike="noStrike" kern="1200" baseline="0">
                    <a:solidFill>
                      <a:schemeClr val="bg1"/>
                    </a:solidFill>
                    <a:latin typeface="Verdana" panose="020B0604030504040204" pitchFamily="34" charset="0"/>
                    <a:ea typeface="Verdana" panose="020B0604030504040204" pitchFamily="34" charset="0"/>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Через 7 дней</c:v>
                </c:pt>
                <c:pt idx="1">
                  <c:v>Через 4 недели</c:v>
                </c:pt>
                <c:pt idx="2">
                  <c:v>Через 12 недель</c:v>
                </c:pt>
              </c:strCache>
            </c:strRef>
          </c:cat>
          <c:val>
            <c:numRef>
              <c:f>Sheet1!$C$2:$C$4</c:f>
              <c:numCache>
                <c:formatCode>General</c:formatCode>
                <c:ptCount val="3"/>
                <c:pt idx="0">
                  <c:v>67.7</c:v>
                </c:pt>
                <c:pt idx="1">
                  <c:v>71</c:v>
                </c:pt>
                <c:pt idx="2">
                  <c:v>87.1</c:v>
                </c:pt>
              </c:numCache>
            </c:numRef>
          </c:val>
          <c:extLst>
            <c:ext xmlns:c16="http://schemas.microsoft.com/office/drawing/2014/chart" uri="{C3380CC4-5D6E-409C-BE32-E72D297353CC}">
              <c16:uniqueId val="{00000002-8B22-445E-9A64-9E3B47241D72}"/>
            </c:ext>
          </c:extLst>
        </c:ser>
        <c:dLbls>
          <c:dLblPos val="outEnd"/>
          <c:showLegendKey val="0"/>
          <c:showVal val="1"/>
          <c:showCatName val="0"/>
          <c:showSerName val="0"/>
          <c:showPercent val="0"/>
          <c:showBubbleSize val="0"/>
        </c:dLbls>
        <c:gapWidth val="100"/>
        <c:axId val="251820672"/>
        <c:axId val="251826560"/>
      </c:barChart>
      <c:catAx>
        <c:axId val="251820672"/>
        <c:scaling>
          <c:orientation val="minMax"/>
        </c:scaling>
        <c:delete val="0"/>
        <c:axPos val="b"/>
        <c:numFmt formatCode="General" sourceLinked="1"/>
        <c:majorTickMark val="none"/>
        <c:minorTickMark val="none"/>
        <c:tickLblPos val="nextTo"/>
        <c:spPr>
          <a:noFill/>
          <a:ln w="12700" cap="flat" cmpd="sng" algn="ctr">
            <a:solidFill>
              <a:schemeClr val="bg1">
                <a:lumMod val="75000"/>
              </a:schemeClr>
            </a:solidFill>
            <a:round/>
          </a:ln>
          <a:effectLst/>
        </c:spPr>
        <c:txPr>
          <a:bodyPr rot="-60000000" spcFirstLastPara="1" vertOverflow="ellipsis" vert="horz" wrap="square" anchor="ctr" anchorCtr="1"/>
          <a:lstStyle/>
          <a:p>
            <a:pPr>
              <a:defRPr sz="900" b="1"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crossAx val="251826560"/>
        <c:crosses val="autoZero"/>
        <c:auto val="1"/>
        <c:lblAlgn val="ctr"/>
        <c:lblOffset val="100"/>
        <c:noMultiLvlLbl val="0"/>
      </c:catAx>
      <c:valAx>
        <c:axId val="251826560"/>
        <c:scaling>
          <c:orientation val="minMax"/>
          <c:max val="100"/>
        </c:scaling>
        <c:delete val="0"/>
        <c:axPos val="l"/>
        <c:majorGridlines>
          <c:spPr>
            <a:ln w="9525" cap="flat" cmpd="sng" algn="ctr">
              <a:solidFill>
                <a:schemeClr val="bg1">
                  <a:lumMod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crossAx val="251820672"/>
        <c:crosses val="autoZero"/>
        <c:crossBetween val="between"/>
        <c:majorUnit val="20"/>
      </c:valAx>
      <c:spPr>
        <a:noFill/>
        <a:ln>
          <a:noFill/>
        </a:ln>
        <a:effectLst/>
      </c:spPr>
    </c:plotArea>
    <c:legend>
      <c:legendPos val="b"/>
      <c:layout>
        <c:manualLayout>
          <c:xMode val="edge"/>
          <c:yMode val="edge"/>
          <c:x val="0.10221060563531899"/>
          <c:y val="0.91897236680546235"/>
          <c:w val="0.71417401338657382"/>
          <c:h val="8.1027633194537624E-2"/>
        </c:manualLayout>
      </c:layout>
      <c:overlay val="0"/>
      <c:spPr>
        <a:noFill/>
        <a:ln>
          <a:noFill/>
        </a:ln>
        <a:effectLst/>
      </c:spPr>
      <c:txPr>
        <a:bodyPr rot="0" spcFirstLastPara="1" vertOverflow="ellipsis" vert="horz" wrap="square" anchor="ctr" anchorCtr="1"/>
        <a:lstStyle/>
        <a:p>
          <a:pPr>
            <a:defRPr sz="1050" b="0"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tx1"/>
          </a:solidFill>
          <a:latin typeface="Verdana" panose="020B0604030504040204" pitchFamily="34" charset="0"/>
          <a:ea typeface="Verdana" panose="020B0604030504040204" pitchFamily="34" charset="0"/>
        </a:defRPr>
      </a:pPr>
      <a:endParaRPr lang="en-US"/>
    </a:p>
  </c:txPr>
  <c:externalData r:id="rId3">
    <c:autoUpdate val="0"/>
  </c:externalData>
  <c:userShapes r:id="rId4"/>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plotArea>
      <c:layout>
        <c:manualLayout>
          <c:layoutTarget val="inner"/>
          <c:xMode val="edge"/>
          <c:yMode val="edge"/>
          <c:x val="1.1555158742844927E-4"/>
          <c:y val="2.862734624573306E-2"/>
          <c:w val="0.972864628878639"/>
          <c:h val="0.77313968380823572"/>
        </c:manualLayout>
      </c:layout>
      <c:barChart>
        <c:barDir val="col"/>
        <c:grouping val="clustered"/>
        <c:varyColors val="0"/>
        <c:ser>
          <c:idx val="0"/>
          <c:order val="0"/>
          <c:tx>
            <c:strRef>
              <c:f>Sheet1!$B$1</c:f>
              <c:strCache>
                <c:ptCount val="1"/>
                <c:pt idx="0">
                  <c:v>Исходно</c:v>
                </c:pt>
              </c:strCache>
            </c:strRef>
          </c:tx>
          <c:spPr>
            <a:solidFill>
              <a:srgbClr val="28BECD"/>
            </a:solidFill>
            <a:ln>
              <a:noFill/>
            </a:ln>
            <a:effectLst/>
          </c:spPr>
          <c:invertIfNegative val="0"/>
          <c:dLbls>
            <c:dLbl>
              <c:idx val="0"/>
              <c:tx>
                <c:rich>
                  <a:bodyPr/>
                  <a:lstStyle/>
                  <a:p>
                    <a:fld id="{76E4037A-DD50-4004-AB16-BEA117335BCE}" type="VALUE">
                      <a:rPr lang="en-US" smtClean="0"/>
                      <a:pPr/>
                      <a:t>[VALUE]</a:t>
                    </a:fld>
                    <a:r>
                      <a:rPr lang="en-US" dirty="0"/>
                      <a:t> </a:t>
                    </a:r>
                  </a:p>
                </c:rich>
              </c:tx>
              <c:dLblPos val="in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8B22-445E-9A64-9E3B47241D72}"/>
                </c:ext>
              </c:extLst>
            </c:dLbl>
            <c:spPr>
              <a:noFill/>
              <a:ln>
                <a:noFill/>
              </a:ln>
              <a:effectLst/>
            </c:spPr>
            <c:txPr>
              <a:bodyPr rot="0" spcFirstLastPara="1" vertOverflow="ellipsis" vert="horz" wrap="square" anchor="ctr" anchorCtr="1"/>
              <a:lstStyle/>
              <a:p>
                <a:pPr>
                  <a:defRPr sz="1100" b="1" i="0" u="none" strike="noStrike" kern="1200" baseline="0">
                    <a:solidFill>
                      <a:schemeClr val="bg1"/>
                    </a:solidFill>
                    <a:latin typeface="Verdana" panose="020B0604030504040204" pitchFamily="34" charset="0"/>
                    <a:ea typeface="Verdana" panose="020B0604030504040204" pitchFamily="34" charset="0"/>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dipper</c:v>
                </c:pt>
                <c:pt idx="1">
                  <c:v>non-dipper</c:v>
                </c:pt>
                <c:pt idx="2">
                  <c:v>over-dipper</c:v>
                </c:pt>
                <c:pt idx="3">
                  <c:v>night-peaker</c:v>
                </c:pt>
              </c:strCache>
            </c:strRef>
          </c:cat>
          <c:val>
            <c:numRef>
              <c:f>Sheet1!$B$2:$B$5</c:f>
              <c:numCache>
                <c:formatCode>General</c:formatCode>
                <c:ptCount val="4"/>
                <c:pt idx="0">
                  <c:v>9</c:v>
                </c:pt>
                <c:pt idx="1">
                  <c:v>14</c:v>
                </c:pt>
                <c:pt idx="2">
                  <c:v>5</c:v>
                </c:pt>
                <c:pt idx="3">
                  <c:v>2</c:v>
                </c:pt>
              </c:numCache>
            </c:numRef>
          </c:val>
          <c:extLst>
            <c:ext xmlns:c16="http://schemas.microsoft.com/office/drawing/2014/chart" uri="{C3380CC4-5D6E-409C-BE32-E72D297353CC}">
              <c16:uniqueId val="{00000001-8B22-445E-9A64-9E3B47241D72}"/>
            </c:ext>
          </c:extLst>
        </c:ser>
        <c:ser>
          <c:idx val="1"/>
          <c:order val="1"/>
          <c:tx>
            <c:strRef>
              <c:f>Sheet1!$C$1</c:f>
              <c:strCache>
                <c:ptCount val="1"/>
                <c:pt idx="0">
                  <c:v>Через 12 недель после терапии</c:v>
                </c:pt>
              </c:strCache>
            </c:strRef>
          </c:tx>
          <c:spPr>
            <a:solidFill>
              <a:srgbClr val="C1D82E"/>
            </a:solidFill>
            <a:ln>
              <a:noFill/>
            </a:ln>
            <a:effectLst/>
          </c:spPr>
          <c:invertIfNegative val="0"/>
          <c:dLbls>
            <c:dLbl>
              <c:idx val="3"/>
              <c:layout>
                <c:manualLayout>
                  <c:x val="0"/>
                  <c:y val="6.0891604066204245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8CA2-4154-A925-C17F1A67BFA1}"/>
                </c:ext>
              </c:extLst>
            </c:dLbl>
            <c:spPr>
              <a:noFill/>
              <a:ln>
                <a:noFill/>
              </a:ln>
              <a:effectLst/>
            </c:spPr>
            <c:txPr>
              <a:bodyPr rot="0" spcFirstLastPara="1" vertOverflow="ellipsis" vert="horz" wrap="square" anchor="ctr" anchorCtr="1"/>
              <a:lstStyle/>
              <a:p>
                <a:pPr>
                  <a:defRPr sz="1100" b="1"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dipper</c:v>
                </c:pt>
                <c:pt idx="1">
                  <c:v>non-dipper</c:v>
                </c:pt>
                <c:pt idx="2">
                  <c:v>over-dipper</c:v>
                </c:pt>
                <c:pt idx="3">
                  <c:v>night-peaker</c:v>
                </c:pt>
              </c:strCache>
            </c:strRef>
          </c:cat>
          <c:val>
            <c:numRef>
              <c:f>Sheet1!$C$2:$C$5</c:f>
              <c:numCache>
                <c:formatCode>General</c:formatCode>
                <c:ptCount val="4"/>
                <c:pt idx="0">
                  <c:v>22</c:v>
                </c:pt>
                <c:pt idx="1">
                  <c:v>5</c:v>
                </c:pt>
                <c:pt idx="2">
                  <c:v>2</c:v>
                </c:pt>
                <c:pt idx="3">
                  <c:v>1</c:v>
                </c:pt>
              </c:numCache>
            </c:numRef>
          </c:val>
          <c:extLst>
            <c:ext xmlns:c16="http://schemas.microsoft.com/office/drawing/2014/chart" uri="{C3380CC4-5D6E-409C-BE32-E72D297353CC}">
              <c16:uniqueId val="{00000002-8B22-445E-9A64-9E3B47241D72}"/>
            </c:ext>
          </c:extLst>
        </c:ser>
        <c:dLbls>
          <c:dLblPos val="outEnd"/>
          <c:showLegendKey val="0"/>
          <c:showVal val="1"/>
          <c:showCatName val="0"/>
          <c:showSerName val="0"/>
          <c:showPercent val="0"/>
          <c:showBubbleSize val="0"/>
        </c:dLbls>
        <c:gapWidth val="35"/>
        <c:axId val="251820672"/>
        <c:axId val="251826560"/>
      </c:barChart>
      <c:catAx>
        <c:axId val="251820672"/>
        <c:scaling>
          <c:orientation val="minMax"/>
        </c:scaling>
        <c:delete val="0"/>
        <c:axPos val="b"/>
        <c:numFmt formatCode="General" sourceLinked="1"/>
        <c:majorTickMark val="none"/>
        <c:minorTickMark val="none"/>
        <c:tickLblPos val="nextTo"/>
        <c:spPr>
          <a:noFill/>
          <a:ln w="12700" cap="flat" cmpd="sng" algn="ctr">
            <a:solidFill>
              <a:schemeClr val="bg1">
                <a:lumMod val="75000"/>
              </a:schemeClr>
            </a:solidFill>
            <a:round/>
          </a:ln>
          <a:effectLst/>
        </c:spPr>
        <c:txPr>
          <a:bodyPr rot="-60000000" spcFirstLastPara="1" vertOverflow="ellipsis" vert="horz" wrap="square" anchor="ctr" anchorCtr="1"/>
          <a:lstStyle/>
          <a:p>
            <a:pPr>
              <a:defRPr sz="900" b="1"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crossAx val="251826560"/>
        <c:crosses val="autoZero"/>
        <c:auto val="1"/>
        <c:lblAlgn val="ctr"/>
        <c:lblOffset val="100"/>
        <c:noMultiLvlLbl val="0"/>
      </c:catAx>
      <c:valAx>
        <c:axId val="251826560"/>
        <c:scaling>
          <c:orientation val="minMax"/>
          <c:max val="25"/>
        </c:scaling>
        <c:delete val="0"/>
        <c:axPos val="l"/>
        <c:majorGridlines>
          <c:spPr>
            <a:ln w="9525" cap="flat" cmpd="sng" algn="ctr">
              <a:solidFill>
                <a:schemeClr val="bg1">
                  <a:lumMod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crossAx val="251820672"/>
        <c:crosses val="autoZero"/>
        <c:crossBetween val="between"/>
        <c:majorUnit val="5"/>
      </c:valAx>
      <c:spPr>
        <a:noFill/>
        <a:ln>
          <a:noFill/>
        </a:ln>
        <a:effectLst/>
      </c:spPr>
    </c:plotArea>
    <c:legend>
      <c:legendPos val="b"/>
      <c:layout>
        <c:manualLayout>
          <c:xMode val="edge"/>
          <c:yMode val="edge"/>
          <c:x val="0.10221060563531899"/>
          <c:y val="0.91897236680546235"/>
          <c:w val="0.71417401338657382"/>
          <c:h val="8.1027633194537624E-2"/>
        </c:manualLayout>
      </c:layout>
      <c:overlay val="0"/>
      <c:spPr>
        <a:noFill/>
        <a:ln>
          <a:noFill/>
        </a:ln>
        <a:effectLst/>
      </c:spPr>
      <c:txPr>
        <a:bodyPr rot="0" spcFirstLastPara="1" vertOverflow="ellipsis" vert="horz" wrap="square" anchor="ctr" anchorCtr="1"/>
        <a:lstStyle/>
        <a:p>
          <a:pPr>
            <a:defRPr sz="1050" b="0"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tx1"/>
          </a:solidFill>
          <a:latin typeface="Verdana" panose="020B0604030504040204" pitchFamily="34" charset="0"/>
          <a:ea typeface="Verdana" panose="020B0604030504040204" pitchFamily="34" charset="0"/>
        </a:defRPr>
      </a:pPr>
      <a:endParaRPr lang="en-US"/>
    </a:p>
  </c:txPr>
  <c:externalData r:id="rId3">
    <c:autoUpdate val="0"/>
  </c:externalData>
  <c:userShapes r:id="rId4"/>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Лист1!$B$1</c:f>
              <c:strCache>
                <c:ptCount val="1"/>
                <c:pt idx="0">
                  <c:v>САД (мм рт. ст.)</c:v>
                </c:pt>
              </c:strCache>
            </c:strRef>
          </c:tx>
          <c:spPr>
            <a:solidFill>
              <a:srgbClr val="28BECD"/>
            </a:solidFill>
            <a:ln>
              <a:noFill/>
            </a:ln>
            <a:effectLst/>
          </c:spPr>
          <c:invertIfNegative val="0"/>
          <c:dLbls>
            <c:dLbl>
              <c:idx val="1"/>
              <c:tx>
                <c:rich>
                  <a:bodyPr/>
                  <a:lstStyle/>
                  <a:p>
                    <a:fld id="{81DE04E1-534E-480B-B288-58313AFCDAD3}" type="VALUE">
                      <a:rPr lang="en-US" smtClean="0"/>
                      <a:pPr/>
                      <a:t>[VALUE]</a:t>
                    </a:fld>
                    <a:r>
                      <a:rPr lang="en-US"/>
                      <a:t>*</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2542-4271-A70D-9419F21B29FD}"/>
                </c:ext>
              </c:extLst>
            </c:dLbl>
            <c:dLbl>
              <c:idx val="2"/>
              <c:tx>
                <c:rich>
                  <a:bodyPr/>
                  <a:lstStyle/>
                  <a:p>
                    <a:fld id="{7A2F157E-BE06-4A5A-AF68-F585AEEAFE99}" type="VALUE">
                      <a:rPr lang="en-US" smtClean="0"/>
                      <a:pPr/>
                      <a:t>[VALUE]</a:t>
                    </a:fld>
                    <a:r>
                      <a:rPr lang="en-US" sz="1000" b="0" i="0" u="none" strike="noStrike" kern="1200" baseline="0" dirty="0">
                        <a:solidFill>
                          <a:prstClr val="black">
                            <a:lumMod val="75000"/>
                            <a:lumOff val="25000"/>
                          </a:prstClr>
                        </a:solidFill>
                      </a:rPr>
                      <a:t>*</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2542-4271-A70D-9419F21B29FD}"/>
                </c:ext>
              </c:extLst>
            </c:dLbl>
            <c:dLbl>
              <c:idx val="3"/>
              <c:tx>
                <c:rich>
                  <a:bodyPr/>
                  <a:lstStyle/>
                  <a:p>
                    <a:fld id="{5A2A41A5-2E06-425B-BD95-CB2B8FF253C5}" type="VALUE">
                      <a:rPr lang="en-US" smtClean="0"/>
                      <a:pPr/>
                      <a:t>[VALUE]</a:t>
                    </a:fld>
                    <a:r>
                      <a:rPr lang="en-US" sz="1000" b="0" i="0" u="none" strike="noStrike" kern="1200" baseline="0" dirty="0">
                        <a:solidFill>
                          <a:prstClr val="black">
                            <a:lumMod val="75000"/>
                            <a:lumOff val="25000"/>
                          </a:prstClr>
                        </a:solidFill>
                      </a:rPr>
                      <a:t>*</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6-2542-4271-A70D-9419F21B29FD}"/>
                </c:ext>
              </c:extLst>
            </c:dLbl>
            <c:spPr>
              <a:noFill/>
              <a:ln>
                <a:noFill/>
              </a:ln>
              <a:effectLst/>
            </c:spPr>
            <c:txPr>
              <a:bodyPr rot="0" spcFirstLastPara="1" vertOverflow="ellipsis" vert="horz" wrap="square" anchor="ctr" anchorCtr="1"/>
              <a:lstStyle/>
              <a:p>
                <a:pPr>
                  <a:defRPr sz="1197" b="1"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Лист1!$A$2:$A$5</c:f>
              <c:strCache>
                <c:ptCount val="4"/>
                <c:pt idx="0">
                  <c:v>Исходно</c:v>
                </c:pt>
                <c:pt idx="1">
                  <c:v>Через 7 дней</c:v>
                </c:pt>
                <c:pt idx="2">
                  <c:v>Через 4 нед.</c:v>
                </c:pt>
                <c:pt idx="3">
                  <c:v>Через 12 нед.</c:v>
                </c:pt>
              </c:strCache>
            </c:strRef>
          </c:cat>
          <c:val>
            <c:numRef>
              <c:f>Лист1!$B$2:$B$5</c:f>
              <c:numCache>
                <c:formatCode>General</c:formatCode>
                <c:ptCount val="4"/>
                <c:pt idx="0">
                  <c:v>154</c:v>
                </c:pt>
                <c:pt idx="1">
                  <c:v>129</c:v>
                </c:pt>
                <c:pt idx="2">
                  <c:v>128</c:v>
                </c:pt>
                <c:pt idx="3">
                  <c:v>125</c:v>
                </c:pt>
              </c:numCache>
            </c:numRef>
          </c:val>
          <c:extLst>
            <c:ext xmlns:c16="http://schemas.microsoft.com/office/drawing/2014/chart" uri="{C3380CC4-5D6E-409C-BE32-E72D297353CC}">
              <c16:uniqueId val="{00000000-2B3C-4F8F-A25F-9F391B1F4C7B}"/>
            </c:ext>
          </c:extLst>
        </c:ser>
        <c:ser>
          <c:idx val="1"/>
          <c:order val="1"/>
          <c:tx>
            <c:strRef>
              <c:f>Лист1!$C$1</c:f>
              <c:strCache>
                <c:ptCount val="1"/>
                <c:pt idx="0">
                  <c:v>ДАД (мм рт. ст.)</c:v>
                </c:pt>
              </c:strCache>
            </c:strRef>
          </c:tx>
          <c:spPr>
            <a:solidFill>
              <a:srgbClr val="398ACB"/>
            </a:solidFill>
            <a:ln>
              <a:noFill/>
            </a:ln>
            <a:effectLst/>
          </c:spPr>
          <c:invertIfNegative val="0"/>
          <c:dLbls>
            <c:dLbl>
              <c:idx val="1"/>
              <c:tx>
                <c:rich>
                  <a:bodyPr/>
                  <a:lstStyle/>
                  <a:p>
                    <a:fld id="{6288C33E-F8F9-4EB1-BCE0-1FA31BECE3E9}" type="VALUE">
                      <a:rPr lang="en-US" smtClean="0"/>
                      <a:pPr/>
                      <a:t>[VALUE]</a:t>
                    </a:fld>
                    <a:r>
                      <a:rPr lang="en-US"/>
                      <a:t>*</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2542-4271-A70D-9419F21B29FD}"/>
                </c:ext>
              </c:extLst>
            </c:dLbl>
            <c:dLbl>
              <c:idx val="2"/>
              <c:tx>
                <c:rich>
                  <a:bodyPr/>
                  <a:lstStyle/>
                  <a:p>
                    <a:fld id="{851CC7D2-8DAF-4055-BBA2-C1162A900210}" type="VALUE">
                      <a:rPr lang="en-US" smtClean="0"/>
                      <a:pPr/>
                      <a:t>[VALUE]</a:t>
                    </a:fld>
                    <a:r>
                      <a:rPr lang="en-US" sz="1000" b="0" i="0" u="none" strike="noStrike" kern="1200" baseline="0" dirty="0">
                        <a:solidFill>
                          <a:prstClr val="black">
                            <a:lumMod val="75000"/>
                            <a:lumOff val="25000"/>
                          </a:prstClr>
                        </a:solidFill>
                      </a:rPr>
                      <a:t>*</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2542-4271-A70D-9419F21B29FD}"/>
                </c:ext>
              </c:extLst>
            </c:dLbl>
            <c:dLbl>
              <c:idx val="3"/>
              <c:tx>
                <c:rich>
                  <a:bodyPr/>
                  <a:lstStyle/>
                  <a:p>
                    <a:fld id="{78EA1F53-0A66-404A-B2C6-550AECA9DCD6}" type="VALUE">
                      <a:rPr lang="en-US" smtClean="0"/>
                      <a:pPr/>
                      <a:t>[VALUE]</a:t>
                    </a:fld>
                    <a:r>
                      <a:rPr lang="en-US" sz="1000" b="0" i="0" u="none" strike="noStrike" kern="1200" baseline="0" dirty="0">
                        <a:solidFill>
                          <a:prstClr val="black">
                            <a:lumMod val="75000"/>
                            <a:lumOff val="25000"/>
                          </a:prstClr>
                        </a:solidFill>
                      </a:rPr>
                      <a:t>*</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2542-4271-A70D-9419F21B29FD}"/>
                </c:ext>
              </c:extLst>
            </c:dLbl>
            <c:spPr>
              <a:noFill/>
              <a:ln>
                <a:noFill/>
              </a:ln>
              <a:effectLst/>
            </c:spPr>
            <c:txPr>
              <a:bodyPr rot="0" spcFirstLastPara="1" vertOverflow="ellipsis" vert="horz" wrap="square" anchor="ctr" anchorCtr="1"/>
              <a:lstStyle/>
              <a:p>
                <a:pPr>
                  <a:defRPr sz="1197" b="1"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Лист1!$A$2:$A$5</c:f>
              <c:strCache>
                <c:ptCount val="4"/>
                <c:pt idx="0">
                  <c:v>Исходно</c:v>
                </c:pt>
                <c:pt idx="1">
                  <c:v>Через 7 дней</c:v>
                </c:pt>
                <c:pt idx="2">
                  <c:v>Через 4 нед.</c:v>
                </c:pt>
                <c:pt idx="3">
                  <c:v>Через 12 нед.</c:v>
                </c:pt>
              </c:strCache>
            </c:strRef>
          </c:cat>
          <c:val>
            <c:numRef>
              <c:f>Лист1!$C$2:$C$5</c:f>
              <c:numCache>
                <c:formatCode>General</c:formatCode>
                <c:ptCount val="4"/>
                <c:pt idx="0">
                  <c:v>95</c:v>
                </c:pt>
                <c:pt idx="1">
                  <c:v>80</c:v>
                </c:pt>
                <c:pt idx="2">
                  <c:v>79</c:v>
                </c:pt>
                <c:pt idx="3">
                  <c:v>78</c:v>
                </c:pt>
              </c:numCache>
            </c:numRef>
          </c:val>
          <c:extLst>
            <c:ext xmlns:c16="http://schemas.microsoft.com/office/drawing/2014/chart" uri="{C3380CC4-5D6E-409C-BE32-E72D297353CC}">
              <c16:uniqueId val="{00000001-2B3C-4F8F-A25F-9F391B1F4C7B}"/>
            </c:ext>
          </c:extLst>
        </c:ser>
        <c:ser>
          <c:idx val="2"/>
          <c:order val="2"/>
          <c:tx>
            <c:strRef>
              <c:f>Лист1!$D$1</c:f>
              <c:strCache>
                <c:ptCount val="1"/>
                <c:pt idx="0">
                  <c:v>ЧСС (уд.мин.)</c:v>
                </c:pt>
              </c:strCache>
            </c:strRef>
          </c:tx>
          <c:spPr>
            <a:solidFill>
              <a:srgbClr val="C1D82E"/>
            </a:solidFill>
            <a:ln>
              <a:noFill/>
            </a:ln>
            <a:effectLst/>
          </c:spPr>
          <c:invertIfNegative val="0"/>
          <c:dLbls>
            <c:dLbl>
              <c:idx val="1"/>
              <c:tx>
                <c:rich>
                  <a:bodyPr/>
                  <a:lstStyle/>
                  <a:p>
                    <a:fld id="{CBBF1EB8-A8A9-48B1-B983-BEE2E823AB97}" type="VALUE">
                      <a:rPr lang="en-US" smtClean="0"/>
                      <a:pPr/>
                      <a:t>[VALUE]</a:t>
                    </a:fld>
                    <a:r>
                      <a:rPr lang="en-US" sz="1000" b="0" i="0" u="none" strike="noStrike" kern="1200" baseline="0" dirty="0">
                        <a:solidFill>
                          <a:prstClr val="black">
                            <a:lumMod val="75000"/>
                            <a:lumOff val="25000"/>
                          </a:prstClr>
                        </a:solidFill>
                      </a:rPr>
                      <a:t>*</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2542-4271-A70D-9419F21B29FD}"/>
                </c:ext>
              </c:extLst>
            </c:dLbl>
            <c:dLbl>
              <c:idx val="2"/>
              <c:tx>
                <c:rich>
                  <a:bodyPr/>
                  <a:lstStyle/>
                  <a:p>
                    <a:fld id="{6C5A5107-FB13-406C-8096-32A988BC85DC}" type="VALUE">
                      <a:rPr lang="en-US" smtClean="0"/>
                      <a:pPr/>
                      <a:t>[VALUE]</a:t>
                    </a:fld>
                    <a:r>
                      <a:rPr lang="en-US" sz="1000" b="0" i="0" u="none" strike="noStrike" kern="1200" baseline="0" dirty="0">
                        <a:solidFill>
                          <a:prstClr val="black">
                            <a:lumMod val="75000"/>
                            <a:lumOff val="25000"/>
                          </a:prstClr>
                        </a:solidFill>
                      </a:rPr>
                      <a:t>*</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2542-4271-A70D-9419F21B29FD}"/>
                </c:ext>
              </c:extLst>
            </c:dLbl>
            <c:dLbl>
              <c:idx val="3"/>
              <c:tx>
                <c:rich>
                  <a:bodyPr/>
                  <a:lstStyle/>
                  <a:p>
                    <a:r>
                      <a:rPr lang="en-US"/>
                      <a:t>58*</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2542-4271-A70D-9419F21B29FD}"/>
                </c:ext>
              </c:extLst>
            </c:dLbl>
            <c:spPr>
              <a:noFill/>
              <a:ln>
                <a:noFill/>
              </a:ln>
              <a:effectLst/>
            </c:spPr>
            <c:txPr>
              <a:bodyPr rot="0" spcFirstLastPara="1" vertOverflow="ellipsis" vert="horz" wrap="square" anchor="ctr" anchorCtr="1"/>
              <a:lstStyle/>
              <a:p>
                <a:pPr>
                  <a:defRPr sz="1197" b="1"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Лист1!$A$2:$A$5</c:f>
              <c:strCache>
                <c:ptCount val="4"/>
                <c:pt idx="0">
                  <c:v>Исходно</c:v>
                </c:pt>
                <c:pt idx="1">
                  <c:v>Через 7 дней</c:v>
                </c:pt>
                <c:pt idx="2">
                  <c:v>Через 4 нед.</c:v>
                </c:pt>
                <c:pt idx="3">
                  <c:v>Через 12 нед.</c:v>
                </c:pt>
              </c:strCache>
            </c:strRef>
          </c:cat>
          <c:val>
            <c:numRef>
              <c:f>Лист1!$D$2:$D$5</c:f>
              <c:numCache>
                <c:formatCode>General</c:formatCode>
                <c:ptCount val="4"/>
                <c:pt idx="0">
                  <c:v>78</c:v>
                </c:pt>
                <c:pt idx="1">
                  <c:v>61</c:v>
                </c:pt>
                <c:pt idx="2">
                  <c:v>60</c:v>
                </c:pt>
                <c:pt idx="3">
                  <c:v>58</c:v>
                </c:pt>
              </c:numCache>
            </c:numRef>
          </c:val>
          <c:extLst>
            <c:ext xmlns:c16="http://schemas.microsoft.com/office/drawing/2014/chart" uri="{C3380CC4-5D6E-409C-BE32-E72D297353CC}">
              <c16:uniqueId val="{00000002-2B3C-4F8F-A25F-9F391B1F4C7B}"/>
            </c:ext>
          </c:extLst>
        </c:ser>
        <c:dLbls>
          <c:dLblPos val="outEnd"/>
          <c:showLegendKey val="0"/>
          <c:showVal val="1"/>
          <c:showCatName val="0"/>
          <c:showSerName val="0"/>
          <c:showPercent val="0"/>
          <c:showBubbleSize val="0"/>
        </c:dLbls>
        <c:gapWidth val="175"/>
        <c:overlap val="-1"/>
        <c:axId val="978355104"/>
        <c:axId val="978357064"/>
      </c:barChart>
      <c:catAx>
        <c:axId val="9783551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crossAx val="978357064"/>
        <c:crosses val="autoZero"/>
        <c:auto val="1"/>
        <c:lblAlgn val="ctr"/>
        <c:lblOffset val="100"/>
        <c:noMultiLvlLbl val="0"/>
      </c:catAx>
      <c:valAx>
        <c:axId val="978357064"/>
        <c:scaling>
          <c:orientation val="minMax"/>
        </c:scaling>
        <c:delete val="0"/>
        <c:axPos val="l"/>
        <c:majorGridlines>
          <c:spPr>
            <a:ln w="9525" cap="flat" cmpd="sng" algn="ctr">
              <a:solidFill>
                <a:schemeClr val="bg1">
                  <a:lumMod val="9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crossAx val="978355104"/>
        <c:crosses val="autoZero"/>
        <c:crossBetween val="between"/>
      </c:valAx>
      <c:spPr>
        <a:noFill/>
        <a:ln w="25400">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tx1"/>
          </a:solidFill>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Лист1!$B$1</c:f>
              <c:strCache>
                <c:ptCount val="1"/>
                <c:pt idx="0">
                  <c:v>Фиксированная комбинация</c:v>
                </c:pt>
              </c:strCache>
            </c:strRef>
          </c:tx>
          <c:spPr>
            <a:solidFill>
              <a:srgbClr val="398ACB"/>
            </a:solidFill>
            <a:ln>
              <a:noFill/>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Лист1!$A$2:$A$3</c:f>
              <c:strCache>
                <c:ptCount val="2"/>
                <c:pt idx="0">
                  <c:v>Постоянство* через 12 месяцев</c:v>
                </c:pt>
                <c:pt idx="1">
                  <c:v>Приверженность** через 12 месяцев</c:v>
                </c:pt>
              </c:strCache>
            </c:strRef>
          </c:cat>
          <c:val>
            <c:numRef>
              <c:f>Лист1!$B$2:$B$3</c:f>
              <c:numCache>
                <c:formatCode>0.00%</c:formatCode>
                <c:ptCount val="2"/>
                <c:pt idx="0">
                  <c:v>0.58299999999999996</c:v>
                </c:pt>
                <c:pt idx="1">
                  <c:v>0.76900000000000002</c:v>
                </c:pt>
              </c:numCache>
            </c:numRef>
          </c:val>
          <c:extLst>
            <c:ext xmlns:c16="http://schemas.microsoft.com/office/drawing/2014/chart" uri="{C3380CC4-5D6E-409C-BE32-E72D297353CC}">
              <c16:uniqueId val="{00000000-CDF3-4BBD-AB05-E577C13FBA7E}"/>
            </c:ext>
          </c:extLst>
        </c:ser>
        <c:ser>
          <c:idx val="1"/>
          <c:order val="1"/>
          <c:tx>
            <c:strRef>
              <c:f>Лист1!$C$1</c:f>
              <c:strCache>
                <c:ptCount val="1"/>
                <c:pt idx="0">
                  <c:v>Свободная комбинация</c:v>
                </c:pt>
              </c:strCache>
            </c:strRef>
          </c:tx>
          <c:spPr>
            <a:solidFill>
              <a:srgbClr val="28BECD"/>
            </a:solidFill>
            <a:ln>
              <a:noFill/>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Лист1!$A$2:$A$3</c:f>
              <c:strCache>
                <c:ptCount val="2"/>
                <c:pt idx="0">
                  <c:v>Постоянство* через 12 месяцев</c:v>
                </c:pt>
                <c:pt idx="1">
                  <c:v>Приверженность** через 12 месяцев</c:v>
                </c:pt>
              </c:strCache>
            </c:strRef>
          </c:cat>
          <c:val>
            <c:numRef>
              <c:f>Лист1!$C$2:$C$3</c:f>
              <c:numCache>
                <c:formatCode>0.00%</c:formatCode>
                <c:ptCount val="2"/>
                <c:pt idx="0">
                  <c:v>0.14899999999999999</c:v>
                </c:pt>
                <c:pt idx="1">
                  <c:v>0.54400000000000004</c:v>
                </c:pt>
              </c:numCache>
            </c:numRef>
          </c:val>
          <c:extLst>
            <c:ext xmlns:c16="http://schemas.microsoft.com/office/drawing/2014/chart" uri="{C3380CC4-5D6E-409C-BE32-E72D297353CC}">
              <c16:uniqueId val="{00000001-CDF3-4BBD-AB05-E577C13FBA7E}"/>
            </c:ext>
          </c:extLst>
        </c:ser>
        <c:dLbls>
          <c:showLegendKey val="0"/>
          <c:showVal val="0"/>
          <c:showCatName val="0"/>
          <c:showSerName val="0"/>
          <c:showPercent val="0"/>
          <c:showBubbleSize val="0"/>
        </c:dLbls>
        <c:gapWidth val="106"/>
        <c:axId val="766880552"/>
        <c:axId val="766877928"/>
      </c:barChart>
      <c:catAx>
        <c:axId val="7668805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crossAx val="766877928"/>
        <c:crosses val="autoZero"/>
        <c:auto val="1"/>
        <c:lblAlgn val="ctr"/>
        <c:lblOffset val="100"/>
        <c:noMultiLvlLbl val="0"/>
      </c:catAx>
      <c:valAx>
        <c:axId val="766877928"/>
        <c:scaling>
          <c:orientation val="minMax"/>
          <c:max val="0.9"/>
        </c:scaling>
        <c:delete val="0"/>
        <c:axPos val="l"/>
        <c:majorGridlines>
          <c:spPr>
            <a:ln w="9525" cap="flat" cmpd="sng" algn="ctr">
              <a:solidFill>
                <a:schemeClr val="bg1">
                  <a:lumMod val="7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crossAx val="766880552"/>
        <c:crosses val="autoZero"/>
        <c:crossBetween val="between"/>
      </c:valAx>
      <c:spPr>
        <a:noFill/>
        <a:ln>
          <a:noFill/>
        </a:ln>
        <a:effectLst/>
      </c:spPr>
    </c:plotArea>
    <c:legend>
      <c:legendPos val="b"/>
      <c:layout>
        <c:manualLayout>
          <c:xMode val="edge"/>
          <c:yMode val="edge"/>
          <c:x val="0.10588162112429263"/>
          <c:y val="0.91223450061391953"/>
          <c:w val="0.81128892092315386"/>
          <c:h val="8.738520259346301E-2"/>
        </c:manualLayout>
      </c:layout>
      <c:overlay val="0"/>
      <c:spPr>
        <a:noFill/>
        <a:ln>
          <a:noFill/>
        </a:ln>
        <a:effectLst/>
      </c:spPr>
      <c:txPr>
        <a:bodyPr rot="0" spcFirstLastPara="1" vertOverflow="ellipsis" vert="horz" wrap="square" anchor="ctr" anchorCtr="1"/>
        <a:lstStyle/>
        <a:p>
          <a:pPr>
            <a:defRPr sz="1100" b="0"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tx1"/>
          </a:solidFill>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3979918066883096"/>
          <c:y val="1.6116976252206566E-2"/>
          <c:w val="0.70879094255996655"/>
          <c:h val="0.98388302374779346"/>
        </c:manualLayout>
      </c:layout>
      <c:doughnutChart>
        <c:varyColors val="1"/>
        <c:ser>
          <c:idx val="0"/>
          <c:order val="0"/>
          <c:tx>
            <c:strRef>
              <c:f>Sheet1!$B$1</c:f>
              <c:strCache>
                <c:ptCount val="1"/>
                <c:pt idx="0">
                  <c:v>Series 1</c:v>
                </c:pt>
              </c:strCache>
            </c:strRef>
          </c:tx>
          <c:spPr>
            <a:solidFill>
              <a:srgbClr val="CACED0"/>
            </a:solidFill>
            <a:ln w="38100" cap="rnd">
              <a:solidFill>
                <a:sysClr val="window" lastClr="FFFFFF"/>
              </a:solidFill>
            </a:ln>
          </c:spPr>
          <c:dPt>
            <c:idx val="0"/>
            <c:bubble3D val="0"/>
            <c:spPr>
              <a:solidFill>
                <a:srgbClr val="00BFB3"/>
              </a:solidFill>
              <a:ln w="38100" cap="rnd">
                <a:solidFill>
                  <a:sysClr val="window" lastClr="FFFFFF"/>
                </a:solidFill>
              </a:ln>
            </c:spPr>
            <c:extLst>
              <c:ext xmlns:c16="http://schemas.microsoft.com/office/drawing/2014/chart" uri="{C3380CC4-5D6E-409C-BE32-E72D297353CC}">
                <c16:uniqueId val="{00000001-6DEB-4A54-8989-CCBCDD0D08A5}"/>
              </c:ext>
            </c:extLst>
          </c:dPt>
          <c:dPt>
            <c:idx val="1"/>
            <c:bubble3D val="0"/>
            <c:extLst>
              <c:ext xmlns:c16="http://schemas.microsoft.com/office/drawing/2014/chart" uri="{C3380CC4-5D6E-409C-BE32-E72D297353CC}">
                <c16:uniqueId val="{00000002-6DEB-4A54-8989-CCBCDD0D08A5}"/>
              </c:ext>
            </c:extLst>
          </c:dPt>
          <c:dPt>
            <c:idx val="2"/>
            <c:bubble3D val="0"/>
            <c:extLst>
              <c:ext xmlns:c16="http://schemas.microsoft.com/office/drawing/2014/chart" uri="{C3380CC4-5D6E-409C-BE32-E72D297353CC}">
                <c16:uniqueId val="{00000003-6DEB-4A54-8989-CCBCDD0D08A5}"/>
              </c:ext>
            </c:extLst>
          </c:dPt>
          <c:dPt>
            <c:idx val="3"/>
            <c:bubble3D val="0"/>
            <c:extLst>
              <c:ext xmlns:c16="http://schemas.microsoft.com/office/drawing/2014/chart" uri="{C3380CC4-5D6E-409C-BE32-E72D297353CC}">
                <c16:uniqueId val="{00000004-6DEB-4A54-8989-CCBCDD0D08A5}"/>
              </c:ext>
            </c:extLst>
          </c:dPt>
          <c:cat>
            <c:strRef>
              <c:f>Sheet1!$A$2:$A$4</c:f>
              <c:strCache>
                <c:ptCount val="3"/>
                <c:pt idx="0">
                  <c:v>Category 1</c:v>
                </c:pt>
                <c:pt idx="1">
                  <c:v>Category 2</c:v>
                </c:pt>
                <c:pt idx="2">
                  <c:v>Category 3</c:v>
                </c:pt>
              </c:strCache>
            </c:strRef>
          </c:cat>
          <c:val>
            <c:numRef>
              <c:f>Sheet1!$B$2:$B$4</c:f>
              <c:numCache>
                <c:formatCode>General</c:formatCode>
                <c:ptCount val="3"/>
                <c:pt idx="0">
                  <c:v>25</c:v>
                </c:pt>
                <c:pt idx="1">
                  <c:v>25</c:v>
                </c:pt>
                <c:pt idx="2">
                  <c:v>25</c:v>
                </c:pt>
              </c:numCache>
            </c:numRef>
          </c:val>
          <c:extLst>
            <c:ext xmlns:c16="http://schemas.microsoft.com/office/drawing/2014/chart" uri="{C3380CC4-5D6E-409C-BE32-E72D297353CC}">
              <c16:uniqueId val="{00000005-6DEB-4A54-8989-CCBCDD0D08A5}"/>
            </c:ext>
          </c:extLst>
        </c:ser>
        <c:dLbls>
          <c:showLegendKey val="0"/>
          <c:showVal val="0"/>
          <c:showCatName val="0"/>
          <c:showSerName val="0"/>
          <c:showPercent val="0"/>
          <c:showBubbleSize val="0"/>
          <c:showLeaderLines val="1"/>
        </c:dLbls>
        <c:firstSliceAng val="0"/>
        <c:holeSize val="75"/>
      </c:doughnutChart>
      <c:spPr>
        <a:noFill/>
        <a:ln w="25400">
          <a:noFill/>
        </a:ln>
      </c:spPr>
    </c:plotArea>
    <c:plotVisOnly val="1"/>
    <c:dispBlanksAs val="zero"/>
    <c:showDLblsOverMax val="0"/>
  </c:chart>
  <c:txPr>
    <a:bodyPr/>
    <a:lstStyle/>
    <a:p>
      <a:pPr>
        <a:defRPr sz="1800"/>
      </a:pPr>
      <a:endParaRPr lang="en-US"/>
    </a:p>
  </c:txPr>
  <c:externalData r:id="rId2">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3979918066883096"/>
          <c:y val="1.6116976252206566E-2"/>
          <c:w val="0.70879094255996655"/>
          <c:h val="0.98388302374779346"/>
        </c:manualLayout>
      </c:layout>
      <c:doughnutChart>
        <c:varyColors val="1"/>
        <c:ser>
          <c:idx val="0"/>
          <c:order val="0"/>
          <c:tx>
            <c:strRef>
              <c:f>Sheet1!$B$1</c:f>
              <c:strCache>
                <c:ptCount val="1"/>
                <c:pt idx="0">
                  <c:v>Series 1</c:v>
                </c:pt>
              </c:strCache>
            </c:strRef>
          </c:tx>
          <c:spPr>
            <a:solidFill>
              <a:srgbClr val="CACED0"/>
            </a:solidFill>
            <a:ln w="38100" cap="rnd">
              <a:solidFill>
                <a:sysClr val="window" lastClr="FFFFFF"/>
              </a:solidFill>
            </a:ln>
          </c:spPr>
          <c:dPt>
            <c:idx val="0"/>
            <c:bubble3D val="0"/>
            <c:extLst>
              <c:ext xmlns:c16="http://schemas.microsoft.com/office/drawing/2014/chart" uri="{C3380CC4-5D6E-409C-BE32-E72D297353CC}">
                <c16:uniqueId val="{00000000-06FC-4E5A-9A5A-61D20AD1E6B7}"/>
              </c:ext>
            </c:extLst>
          </c:dPt>
          <c:dPt>
            <c:idx val="1"/>
            <c:bubble3D val="0"/>
            <c:spPr>
              <a:solidFill>
                <a:srgbClr val="00BFB3"/>
              </a:solidFill>
              <a:ln w="38100" cap="rnd">
                <a:solidFill>
                  <a:sysClr val="window" lastClr="FFFFFF"/>
                </a:solidFill>
              </a:ln>
            </c:spPr>
            <c:extLst>
              <c:ext xmlns:c16="http://schemas.microsoft.com/office/drawing/2014/chart" uri="{C3380CC4-5D6E-409C-BE32-E72D297353CC}">
                <c16:uniqueId val="{00000002-06FC-4E5A-9A5A-61D20AD1E6B7}"/>
              </c:ext>
            </c:extLst>
          </c:dPt>
          <c:dPt>
            <c:idx val="2"/>
            <c:bubble3D val="0"/>
            <c:extLst>
              <c:ext xmlns:c16="http://schemas.microsoft.com/office/drawing/2014/chart" uri="{C3380CC4-5D6E-409C-BE32-E72D297353CC}">
                <c16:uniqueId val="{00000003-06FC-4E5A-9A5A-61D20AD1E6B7}"/>
              </c:ext>
            </c:extLst>
          </c:dPt>
          <c:dPt>
            <c:idx val="3"/>
            <c:bubble3D val="0"/>
            <c:extLst>
              <c:ext xmlns:c16="http://schemas.microsoft.com/office/drawing/2014/chart" uri="{C3380CC4-5D6E-409C-BE32-E72D297353CC}">
                <c16:uniqueId val="{00000004-06FC-4E5A-9A5A-61D20AD1E6B7}"/>
              </c:ext>
            </c:extLst>
          </c:dPt>
          <c:cat>
            <c:strRef>
              <c:f>Sheet1!$A$2:$A$4</c:f>
              <c:strCache>
                <c:ptCount val="3"/>
                <c:pt idx="0">
                  <c:v>Category 1</c:v>
                </c:pt>
                <c:pt idx="1">
                  <c:v>Category 2</c:v>
                </c:pt>
                <c:pt idx="2">
                  <c:v>Category 3</c:v>
                </c:pt>
              </c:strCache>
            </c:strRef>
          </c:cat>
          <c:val>
            <c:numRef>
              <c:f>Sheet1!$B$2:$B$4</c:f>
              <c:numCache>
                <c:formatCode>General</c:formatCode>
                <c:ptCount val="3"/>
                <c:pt idx="0">
                  <c:v>25</c:v>
                </c:pt>
                <c:pt idx="1">
                  <c:v>25</c:v>
                </c:pt>
                <c:pt idx="2">
                  <c:v>25</c:v>
                </c:pt>
              </c:numCache>
            </c:numRef>
          </c:val>
          <c:extLst>
            <c:ext xmlns:c16="http://schemas.microsoft.com/office/drawing/2014/chart" uri="{C3380CC4-5D6E-409C-BE32-E72D297353CC}">
              <c16:uniqueId val="{00000005-06FC-4E5A-9A5A-61D20AD1E6B7}"/>
            </c:ext>
          </c:extLst>
        </c:ser>
        <c:dLbls>
          <c:showLegendKey val="0"/>
          <c:showVal val="0"/>
          <c:showCatName val="0"/>
          <c:showSerName val="0"/>
          <c:showPercent val="0"/>
          <c:showBubbleSize val="0"/>
          <c:showLeaderLines val="1"/>
        </c:dLbls>
        <c:firstSliceAng val="0"/>
        <c:holeSize val="75"/>
      </c:doughnutChart>
      <c:spPr>
        <a:noFill/>
        <a:ln w="25400">
          <a:noFill/>
        </a:ln>
      </c:spPr>
    </c:plotArea>
    <c:plotVisOnly val="1"/>
    <c:dispBlanksAs val="zero"/>
    <c:showDLblsOverMax val="0"/>
  </c:chart>
  <c:txPr>
    <a:bodyPr/>
    <a:lstStyle/>
    <a:p>
      <a:pPr>
        <a:defRPr sz="1800"/>
      </a:pPr>
      <a:endParaRPr lang="en-US"/>
    </a:p>
  </c:txPr>
  <c:externalData r:id="rId2">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3979918066883096"/>
          <c:y val="1.6116976252206566E-2"/>
          <c:w val="0.70879094255996655"/>
          <c:h val="0.98388302374779346"/>
        </c:manualLayout>
      </c:layout>
      <c:doughnutChart>
        <c:varyColors val="1"/>
        <c:ser>
          <c:idx val="0"/>
          <c:order val="0"/>
          <c:tx>
            <c:strRef>
              <c:f>Sheet1!$B$1</c:f>
              <c:strCache>
                <c:ptCount val="1"/>
                <c:pt idx="0">
                  <c:v>Series 1</c:v>
                </c:pt>
              </c:strCache>
            </c:strRef>
          </c:tx>
          <c:spPr>
            <a:solidFill>
              <a:srgbClr val="00BFB3"/>
            </a:solidFill>
            <a:ln w="38100" cap="rnd">
              <a:solidFill>
                <a:sysClr val="window" lastClr="FFFFFF"/>
              </a:solidFill>
            </a:ln>
          </c:spPr>
          <c:dPt>
            <c:idx val="0"/>
            <c:bubble3D val="0"/>
            <c:spPr>
              <a:solidFill>
                <a:srgbClr val="CACED0"/>
              </a:solidFill>
              <a:ln w="38100" cap="rnd">
                <a:solidFill>
                  <a:sysClr val="window" lastClr="FFFFFF"/>
                </a:solidFill>
              </a:ln>
            </c:spPr>
            <c:extLst>
              <c:ext xmlns:c16="http://schemas.microsoft.com/office/drawing/2014/chart" uri="{C3380CC4-5D6E-409C-BE32-E72D297353CC}">
                <c16:uniqueId val="{00000001-8573-4EE0-BCC1-003DFE1CE974}"/>
              </c:ext>
            </c:extLst>
          </c:dPt>
          <c:dPt>
            <c:idx val="1"/>
            <c:bubble3D val="0"/>
            <c:spPr>
              <a:solidFill>
                <a:srgbClr val="CACED0"/>
              </a:solidFill>
              <a:ln w="38100" cap="rnd">
                <a:solidFill>
                  <a:sysClr val="window" lastClr="FFFFFF"/>
                </a:solidFill>
              </a:ln>
            </c:spPr>
            <c:extLst>
              <c:ext xmlns:c16="http://schemas.microsoft.com/office/drawing/2014/chart" uri="{C3380CC4-5D6E-409C-BE32-E72D297353CC}">
                <c16:uniqueId val="{00000003-8573-4EE0-BCC1-003DFE1CE974}"/>
              </c:ext>
            </c:extLst>
          </c:dPt>
          <c:dPt>
            <c:idx val="2"/>
            <c:bubble3D val="0"/>
            <c:extLst>
              <c:ext xmlns:c16="http://schemas.microsoft.com/office/drawing/2014/chart" uri="{C3380CC4-5D6E-409C-BE32-E72D297353CC}">
                <c16:uniqueId val="{00000004-8573-4EE0-BCC1-003DFE1CE974}"/>
              </c:ext>
            </c:extLst>
          </c:dPt>
          <c:dPt>
            <c:idx val="3"/>
            <c:bubble3D val="0"/>
            <c:spPr>
              <a:solidFill>
                <a:srgbClr val="CACED0"/>
              </a:solidFill>
              <a:ln w="38100" cap="rnd">
                <a:solidFill>
                  <a:sysClr val="window" lastClr="FFFFFF"/>
                </a:solidFill>
              </a:ln>
            </c:spPr>
            <c:extLst>
              <c:ext xmlns:c16="http://schemas.microsoft.com/office/drawing/2014/chart" uri="{C3380CC4-5D6E-409C-BE32-E72D297353CC}">
                <c16:uniqueId val="{00000006-8573-4EE0-BCC1-003DFE1CE974}"/>
              </c:ext>
            </c:extLst>
          </c:dPt>
          <c:cat>
            <c:strRef>
              <c:f>Sheet1!$A$2:$A$4</c:f>
              <c:strCache>
                <c:ptCount val="3"/>
                <c:pt idx="0">
                  <c:v>Category 1</c:v>
                </c:pt>
                <c:pt idx="1">
                  <c:v>Category 2</c:v>
                </c:pt>
                <c:pt idx="2">
                  <c:v>Category 3</c:v>
                </c:pt>
              </c:strCache>
            </c:strRef>
          </c:cat>
          <c:val>
            <c:numRef>
              <c:f>Sheet1!$B$2:$B$4</c:f>
              <c:numCache>
                <c:formatCode>General</c:formatCode>
                <c:ptCount val="3"/>
                <c:pt idx="0">
                  <c:v>25</c:v>
                </c:pt>
                <c:pt idx="1">
                  <c:v>25</c:v>
                </c:pt>
                <c:pt idx="2">
                  <c:v>25</c:v>
                </c:pt>
              </c:numCache>
            </c:numRef>
          </c:val>
          <c:extLst>
            <c:ext xmlns:c16="http://schemas.microsoft.com/office/drawing/2014/chart" uri="{C3380CC4-5D6E-409C-BE32-E72D297353CC}">
              <c16:uniqueId val="{00000007-8573-4EE0-BCC1-003DFE1CE974}"/>
            </c:ext>
          </c:extLst>
        </c:ser>
        <c:dLbls>
          <c:showLegendKey val="0"/>
          <c:showVal val="0"/>
          <c:showCatName val="0"/>
          <c:showSerName val="0"/>
          <c:showPercent val="0"/>
          <c:showBubbleSize val="0"/>
          <c:showLeaderLines val="1"/>
        </c:dLbls>
        <c:firstSliceAng val="0"/>
        <c:holeSize val="75"/>
      </c:doughnutChart>
      <c:spPr>
        <a:noFill/>
        <a:ln w="25400">
          <a:noFill/>
        </a:ln>
      </c:spPr>
    </c:plotArea>
    <c:plotVisOnly val="1"/>
    <c:dispBlanksAs val="zero"/>
    <c:showDLblsOverMax val="0"/>
  </c:chart>
  <c:txPr>
    <a:bodyPr/>
    <a:lstStyle/>
    <a:p>
      <a:pPr>
        <a:defRPr sz="1800"/>
      </a:pPr>
      <a:endParaRPr lang="en-US"/>
    </a:p>
  </c:txPr>
  <c:externalData r:id="rId2">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Лист1!$B$1</c:f>
              <c:strCache>
                <c:ptCount val="1"/>
                <c:pt idx="0">
                  <c:v>Продажи</c:v>
                </c:pt>
              </c:strCache>
            </c:strRef>
          </c:tx>
          <c:spPr>
            <a:ln>
              <a:noFill/>
            </a:ln>
          </c:spPr>
          <c:dPt>
            <c:idx val="0"/>
            <c:bubble3D val="0"/>
            <c:spPr>
              <a:solidFill>
                <a:srgbClr val="398ACB"/>
              </a:solidFill>
              <a:ln w="19050">
                <a:noFill/>
              </a:ln>
              <a:effectLst/>
            </c:spPr>
            <c:extLst>
              <c:ext xmlns:c16="http://schemas.microsoft.com/office/drawing/2014/chart" uri="{C3380CC4-5D6E-409C-BE32-E72D297353CC}">
                <c16:uniqueId val="{00000001-E958-489A-BA99-69CE79673518}"/>
              </c:ext>
            </c:extLst>
          </c:dPt>
          <c:dPt>
            <c:idx val="1"/>
            <c:bubble3D val="0"/>
            <c:spPr>
              <a:solidFill>
                <a:schemeClr val="accent2">
                  <a:lumMod val="20000"/>
                  <a:lumOff val="80000"/>
                </a:schemeClr>
              </a:solidFill>
              <a:ln w="19050">
                <a:noFill/>
              </a:ln>
              <a:effectLst/>
            </c:spPr>
            <c:extLst>
              <c:ext xmlns:c16="http://schemas.microsoft.com/office/drawing/2014/chart" uri="{C3380CC4-5D6E-409C-BE32-E72D297353CC}">
                <c16:uniqueId val="{00000003-E958-489A-BA99-69CE79673518}"/>
              </c:ext>
            </c:extLst>
          </c:dPt>
          <c:cat>
            <c:numRef>
              <c:f>Лист1!$A$2:$A$3</c:f>
              <c:numCache>
                <c:formatCode>General</c:formatCode>
                <c:ptCount val="2"/>
              </c:numCache>
            </c:numRef>
          </c:cat>
          <c:val>
            <c:numRef>
              <c:f>Лист1!$B$2:$B$3</c:f>
              <c:numCache>
                <c:formatCode>General</c:formatCode>
                <c:ptCount val="2"/>
                <c:pt idx="0">
                  <c:v>90</c:v>
                </c:pt>
                <c:pt idx="1">
                  <c:v>10</c:v>
                </c:pt>
              </c:numCache>
            </c:numRef>
          </c:val>
          <c:extLst>
            <c:ext xmlns:c16="http://schemas.microsoft.com/office/drawing/2014/chart" uri="{C3380CC4-5D6E-409C-BE32-E72D297353CC}">
              <c16:uniqueId val="{00000004-E958-489A-BA99-69CE79673518}"/>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Лист1!$B$1</c:f>
              <c:strCache>
                <c:ptCount val="1"/>
                <c:pt idx="0">
                  <c:v>Столбец1</c:v>
                </c:pt>
              </c:strCache>
            </c:strRef>
          </c:tx>
          <c:spPr>
            <a:solidFill>
              <a:schemeClr val="accent3"/>
            </a:solidFill>
            <a:ln>
              <a:noFill/>
            </a:ln>
          </c:spPr>
          <c:dPt>
            <c:idx val="0"/>
            <c:bubble3D val="0"/>
            <c:spPr>
              <a:gradFill flip="none" rotWithShape="1">
                <a:gsLst>
                  <a:gs pos="0">
                    <a:srgbClr val="B0D901"/>
                  </a:gs>
                  <a:gs pos="17000">
                    <a:srgbClr val="398ACB"/>
                  </a:gs>
                </a:gsLst>
                <a:lin ang="10800000" scaled="0"/>
                <a:tileRect/>
              </a:gradFill>
              <a:ln w="19050">
                <a:noFill/>
              </a:ln>
              <a:effectLst/>
            </c:spPr>
            <c:extLst>
              <c:ext xmlns:c16="http://schemas.microsoft.com/office/drawing/2014/chart" uri="{C3380CC4-5D6E-409C-BE32-E72D297353CC}">
                <c16:uniqueId val="{00000001-BCD5-46F8-937A-B768441E32FE}"/>
              </c:ext>
            </c:extLst>
          </c:dPt>
          <c:dPt>
            <c:idx val="1"/>
            <c:bubble3D val="0"/>
            <c:spPr>
              <a:noFill/>
              <a:ln w="19050">
                <a:noFill/>
              </a:ln>
              <a:effectLst/>
            </c:spPr>
            <c:extLst>
              <c:ext xmlns:c16="http://schemas.microsoft.com/office/drawing/2014/chart" uri="{C3380CC4-5D6E-409C-BE32-E72D297353CC}">
                <c16:uniqueId val="{00000003-BCD5-46F8-937A-B768441E32FE}"/>
              </c:ext>
            </c:extLst>
          </c:dPt>
          <c:cat>
            <c:numRef>
              <c:f>Лист1!$A$2:$A$3</c:f>
              <c:numCache>
                <c:formatCode>General</c:formatCode>
                <c:ptCount val="2"/>
              </c:numCache>
            </c:numRef>
          </c:cat>
          <c:val>
            <c:numRef>
              <c:f>Лист1!$B$2:$B$3</c:f>
              <c:numCache>
                <c:formatCode>General</c:formatCode>
                <c:ptCount val="2"/>
                <c:pt idx="0">
                  <c:v>76</c:v>
                </c:pt>
                <c:pt idx="1">
                  <c:v>10</c:v>
                </c:pt>
              </c:numCache>
            </c:numRef>
          </c:val>
          <c:extLst>
            <c:ext xmlns:c16="http://schemas.microsoft.com/office/drawing/2014/chart" uri="{C3380CC4-5D6E-409C-BE32-E72D297353CC}">
              <c16:uniqueId val="{00000004-BCD5-46F8-937A-B768441E32FE}"/>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plotArea>
      <c:layout>
        <c:manualLayout>
          <c:layoutTarget val="inner"/>
          <c:xMode val="edge"/>
          <c:yMode val="edge"/>
          <c:x val="1.1555158742844927E-4"/>
          <c:y val="2.862734624573306E-2"/>
          <c:w val="0.972864628878639"/>
          <c:h val="0.77313968380823572"/>
        </c:manualLayout>
      </c:layout>
      <c:barChart>
        <c:barDir val="col"/>
        <c:grouping val="clustered"/>
        <c:varyColors val="0"/>
        <c:ser>
          <c:idx val="0"/>
          <c:order val="0"/>
          <c:tx>
            <c:strRef>
              <c:f>Sheet1!$B$1</c:f>
              <c:strCache>
                <c:ptCount val="1"/>
                <c:pt idx="0">
                  <c:v>Свободная комбинация</c:v>
                </c:pt>
              </c:strCache>
            </c:strRef>
          </c:tx>
          <c:spPr>
            <a:solidFill>
              <a:srgbClr val="28BECD"/>
            </a:solidFill>
            <a:ln>
              <a:noFill/>
            </a:ln>
            <a:effectLst/>
          </c:spPr>
          <c:invertIfNegative val="0"/>
          <c:dLbls>
            <c:dLbl>
              <c:idx val="0"/>
              <c:tx>
                <c:rich>
                  <a:bodyPr/>
                  <a:lstStyle/>
                  <a:p>
                    <a:fld id="{76E4037A-DD50-4004-AB16-BEA117335BCE}" type="VALUE">
                      <a:rPr lang="en-US" smtClean="0"/>
                      <a:pPr/>
                      <a:t>[VALUE]</a:t>
                    </a:fld>
                    <a:r>
                      <a:rPr lang="en-US" dirty="0"/>
                      <a:t> </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EB2C-4601-AA7A-B36D1A8A0ADA}"/>
                </c:ext>
              </c:extLst>
            </c:dLbl>
            <c:spPr>
              <a:solidFill>
                <a:schemeClr val="bg1"/>
              </a:solidFill>
              <a:ln>
                <a:noFill/>
              </a:ln>
              <a:effectLst/>
            </c:spPr>
            <c:txPr>
              <a:bodyPr rot="0" spcFirstLastPara="1" vertOverflow="ellipsis" vert="horz" wrap="square" anchor="ctr" anchorCtr="1"/>
              <a:lstStyle/>
              <a:p>
                <a:pPr>
                  <a:defRPr sz="1197" b="1"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САД (среднее)</c:v>
                </c:pt>
                <c:pt idx="1">
                  <c:v>ДАД (среднее)</c:v>
                </c:pt>
                <c:pt idx="2">
                  <c:v>Пульсовое давление (среднее)</c:v>
                </c:pt>
                <c:pt idx="3">
                  <c:v>ЧСС (средняя)</c:v>
                </c:pt>
              </c:strCache>
            </c:strRef>
          </c:cat>
          <c:val>
            <c:numRef>
              <c:f>Sheet1!$B$2:$B$5</c:f>
              <c:numCache>
                <c:formatCode>General</c:formatCode>
                <c:ptCount val="4"/>
                <c:pt idx="0">
                  <c:v>147.6</c:v>
                </c:pt>
                <c:pt idx="1">
                  <c:v>88.3</c:v>
                </c:pt>
                <c:pt idx="2">
                  <c:v>59.3</c:v>
                </c:pt>
                <c:pt idx="3">
                  <c:v>75.8</c:v>
                </c:pt>
              </c:numCache>
            </c:numRef>
          </c:val>
          <c:extLst>
            <c:ext xmlns:c16="http://schemas.microsoft.com/office/drawing/2014/chart" uri="{C3380CC4-5D6E-409C-BE32-E72D297353CC}">
              <c16:uniqueId val="{00000001-EB2C-4601-AA7A-B36D1A8A0ADA}"/>
            </c:ext>
          </c:extLst>
        </c:ser>
        <c:ser>
          <c:idx val="1"/>
          <c:order val="1"/>
          <c:tx>
            <c:strRef>
              <c:f>Sheet1!$C$1</c:f>
              <c:strCache>
                <c:ptCount val="1"/>
                <c:pt idx="0">
                  <c:v>Конкор® АМ</c:v>
                </c:pt>
              </c:strCache>
            </c:strRef>
          </c:tx>
          <c:spPr>
            <a:solidFill>
              <a:srgbClr val="398ACB"/>
            </a:solidFill>
            <a:ln>
              <a:noFill/>
            </a:ln>
            <a:effectLst/>
          </c:spPr>
          <c:invertIfNegative val="0"/>
          <c:dLbls>
            <c:spPr>
              <a:solidFill>
                <a:schemeClr val="bg1"/>
              </a:solidFill>
              <a:ln>
                <a:noFill/>
              </a:ln>
              <a:effectLst/>
            </c:spPr>
            <c:txPr>
              <a:bodyPr rot="0" spcFirstLastPara="1" vertOverflow="ellipsis" vert="horz" wrap="square" anchor="ctr" anchorCtr="1"/>
              <a:lstStyle/>
              <a:p>
                <a:pPr>
                  <a:defRPr sz="1197" b="1"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САД (среднее)</c:v>
                </c:pt>
                <c:pt idx="1">
                  <c:v>ДАД (среднее)</c:v>
                </c:pt>
                <c:pt idx="2">
                  <c:v>Пульсовое давление (среднее)</c:v>
                </c:pt>
                <c:pt idx="3">
                  <c:v>ЧСС (средняя)</c:v>
                </c:pt>
              </c:strCache>
            </c:strRef>
          </c:cat>
          <c:val>
            <c:numRef>
              <c:f>Sheet1!$C$2:$C$5</c:f>
              <c:numCache>
                <c:formatCode>General</c:formatCode>
                <c:ptCount val="4"/>
                <c:pt idx="0">
                  <c:v>131.19999999999999</c:v>
                </c:pt>
                <c:pt idx="1">
                  <c:v>78.900000000000006</c:v>
                </c:pt>
                <c:pt idx="2">
                  <c:v>52.3</c:v>
                </c:pt>
                <c:pt idx="3">
                  <c:v>68.400000000000006</c:v>
                </c:pt>
              </c:numCache>
            </c:numRef>
          </c:val>
          <c:extLst>
            <c:ext xmlns:c16="http://schemas.microsoft.com/office/drawing/2014/chart" uri="{C3380CC4-5D6E-409C-BE32-E72D297353CC}">
              <c16:uniqueId val="{00000002-EB2C-4601-AA7A-B36D1A8A0ADA}"/>
            </c:ext>
          </c:extLst>
        </c:ser>
        <c:dLbls>
          <c:dLblPos val="outEnd"/>
          <c:showLegendKey val="0"/>
          <c:showVal val="1"/>
          <c:showCatName val="0"/>
          <c:showSerName val="0"/>
          <c:showPercent val="0"/>
          <c:showBubbleSize val="0"/>
        </c:dLbls>
        <c:gapWidth val="100"/>
        <c:axId val="251820672"/>
        <c:axId val="251826560"/>
      </c:barChart>
      <c:catAx>
        <c:axId val="251820672"/>
        <c:scaling>
          <c:orientation val="minMax"/>
        </c:scaling>
        <c:delete val="0"/>
        <c:axPos val="b"/>
        <c:numFmt formatCode="General" sourceLinked="1"/>
        <c:majorTickMark val="none"/>
        <c:minorTickMark val="none"/>
        <c:tickLblPos val="nextTo"/>
        <c:spPr>
          <a:noFill/>
          <a:ln w="12700" cap="flat" cmpd="sng" algn="ctr">
            <a:solidFill>
              <a:schemeClr val="bg1">
                <a:lumMod val="75000"/>
              </a:schemeClr>
            </a:solidFill>
            <a:round/>
          </a:ln>
          <a:effectLst/>
        </c:spPr>
        <c:txPr>
          <a:bodyPr rot="-60000000" spcFirstLastPara="1" vertOverflow="ellipsis" vert="horz" wrap="square" anchor="ctr" anchorCtr="1"/>
          <a:lstStyle/>
          <a:p>
            <a:pPr>
              <a:defRPr sz="1000" b="1"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crossAx val="251826560"/>
        <c:crosses val="autoZero"/>
        <c:auto val="1"/>
        <c:lblAlgn val="ctr"/>
        <c:lblOffset val="100"/>
        <c:noMultiLvlLbl val="0"/>
      </c:catAx>
      <c:valAx>
        <c:axId val="251826560"/>
        <c:scaling>
          <c:orientation val="minMax"/>
        </c:scaling>
        <c:delete val="0"/>
        <c:axPos val="l"/>
        <c:majorGridlines>
          <c:spPr>
            <a:ln w="9525" cap="flat" cmpd="sng" algn="ctr">
              <a:solidFill>
                <a:schemeClr val="bg1">
                  <a:lumMod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crossAx val="251820672"/>
        <c:crosses val="autoZero"/>
        <c:crossBetween val="between"/>
      </c:valAx>
      <c:spPr>
        <a:noFill/>
        <a:ln>
          <a:noFill/>
        </a:ln>
        <a:effectLst/>
      </c:spPr>
    </c:plotArea>
    <c:legend>
      <c:legendPos val="b"/>
      <c:layout>
        <c:manualLayout>
          <c:xMode val="edge"/>
          <c:yMode val="edge"/>
          <c:x val="0.69396748846297762"/>
          <c:y val="0.22259610903260754"/>
          <c:w val="0.30603251153702243"/>
          <c:h val="0.10035018663076656"/>
        </c:manualLayout>
      </c:layout>
      <c:overlay val="0"/>
      <c:spPr>
        <a:noFill/>
        <a:ln>
          <a:noFill/>
        </a:ln>
        <a:effectLst/>
      </c:spPr>
      <c:txPr>
        <a:bodyPr rot="0" spcFirstLastPara="1" vertOverflow="ellipsis" vert="horz" wrap="square" anchor="ctr" anchorCtr="1"/>
        <a:lstStyle/>
        <a:p>
          <a:pPr>
            <a:defRPr sz="1197" b="0"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tx1"/>
          </a:solidFill>
          <a:latin typeface="Verdana" panose="020B0604030504040204" pitchFamily="34" charset="0"/>
          <a:ea typeface="Verdana" panose="020B0604030504040204" pitchFamily="34" charset="0"/>
        </a:defRPr>
      </a:pPr>
      <a:endParaRPr lang="en-US"/>
    </a:p>
  </c:txPr>
  <c:externalData r:id="rId3">
    <c:autoUpdate val="0"/>
  </c:externalData>
  <c:userShapes r:id="rId4"/>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Лист1!$B$1</c:f>
              <c:strCache>
                <c:ptCount val="1"/>
                <c:pt idx="0">
                  <c:v>САД периферическое</c:v>
                </c:pt>
              </c:strCache>
            </c:strRef>
          </c:tx>
          <c:spPr>
            <a:solidFill>
              <a:srgbClr val="C1D82E"/>
            </a:solidFill>
            <a:ln>
              <a:noFill/>
            </a:ln>
            <a:effectLst/>
          </c:spPr>
          <c:invertIfNegative val="0"/>
          <c:dLbls>
            <c:spPr>
              <a:noFill/>
              <a:ln>
                <a:noFill/>
              </a:ln>
              <a:effectLst/>
            </c:spPr>
            <c:txPr>
              <a:bodyPr rot="0" spcFirstLastPara="1" vertOverflow="ellipsis" vert="horz" wrap="square" anchor="ctr" anchorCtr="1"/>
              <a:lstStyle/>
              <a:p>
                <a:pPr>
                  <a:defRPr sz="1197" b="1"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Лист1!$A$2:$A$4</c:f>
              <c:strCache>
                <c:ptCount val="3"/>
                <c:pt idx="0">
                  <c:v>Монотерапия</c:v>
                </c:pt>
                <c:pt idx="1">
                  <c:v>Комбинированная терапия по сравнению с монотерапией</c:v>
                </c:pt>
                <c:pt idx="2">
                  <c:v>Комбинированная терапия по сравнению с исходным</c:v>
                </c:pt>
              </c:strCache>
            </c:strRef>
          </c:cat>
          <c:val>
            <c:numRef>
              <c:f>Лист1!$B$2:$B$4</c:f>
              <c:numCache>
                <c:formatCode>General</c:formatCode>
                <c:ptCount val="3"/>
                <c:pt idx="0">
                  <c:v>-11</c:v>
                </c:pt>
                <c:pt idx="1">
                  <c:v>-13.6</c:v>
                </c:pt>
                <c:pt idx="2">
                  <c:v>-24.8</c:v>
                </c:pt>
              </c:numCache>
            </c:numRef>
          </c:val>
          <c:extLst>
            <c:ext xmlns:c16="http://schemas.microsoft.com/office/drawing/2014/chart" uri="{C3380CC4-5D6E-409C-BE32-E72D297353CC}">
              <c16:uniqueId val="{00000000-8411-4F4A-91C1-87339BD435C7}"/>
            </c:ext>
          </c:extLst>
        </c:ser>
        <c:ser>
          <c:idx val="1"/>
          <c:order val="1"/>
          <c:tx>
            <c:strRef>
              <c:f>Лист1!$C$1</c:f>
              <c:strCache>
                <c:ptCount val="1"/>
                <c:pt idx="0">
                  <c:v>САД центральное</c:v>
                </c:pt>
              </c:strCache>
            </c:strRef>
          </c:tx>
          <c:spPr>
            <a:solidFill>
              <a:srgbClr val="28BECD"/>
            </a:solidFill>
            <a:ln>
              <a:noFill/>
            </a:ln>
            <a:effectLst/>
          </c:spPr>
          <c:invertIfNegative val="0"/>
          <c:dLbls>
            <c:spPr>
              <a:noFill/>
              <a:ln>
                <a:noFill/>
              </a:ln>
              <a:effectLst/>
            </c:spPr>
            <c:txPr>
              <a:bodyPr rot="0" spcFirstLastPara="1" vertOverflow="ellipsis" vert="horz" wrap="square" anchor="ctr" anchorCtr="1"/>
              <a:lstStyle/>
              <a:p>
                <a:pPr>
                  <a:defRPr sz="1197" b="1"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Лист1!$A$2:$A$4</c:f>
              <c:strCache>
                <c:ptCount val="3"/>
                <c:pt idx="0">
                  <c:v>Монотерапия</c:v>
                </c:pt>
                <c:pt idx="1">
                  <c:v>Комбинированная терапия по сравнению с монотерапией</c:v>
                </c:pt>
                <c:pt idx="2">
                  <c:v>Комбинированная терапия по сравнению с исходным</c:v>
                </c:pt>
              </c:strCache>
            </c:strRef>
          </c:cat>
          <c:val>
            <c:numRef>
              <c:f>Лист1!$C$2:$C$4</c:f>
              <c:numCache>
                <c:formatCode>General</c:formatCode>
                <c:ptCount val="3"/>
                <c:pt idx="0">
                  <c:v>-9</c:v>
                </c:pt>
                <c:pt idx="1">
                  <c:v>-14.5</c:v>
                </c:pt>
                <c:pt idx="2">
                  <c:v>-23.7</c:v>
                </c:pt>
              </c:numCache>
            </c:numRef>
          </c:val>
          <c:extLst>
            <c:ext xmlns:c16="http://schemas.microsoft.com/office/drawing/2014/chart" uri="{C3380CC4-5D6E-409C-BE32-E72D297353CC}">
              <c16:uniqueId val="{00000001-8411-4F4A-91C1-87339BD435C7}"/>
            </c:ext>
          </c:extLst>
        </c:ser>
        <c:dLbls>
          <c:showLegendKey val="0"/>
          <c:showVal val="0"/>
          <c:showCatName val="0"/>
          <c:showSerName val="0"/>
          <c:showPercent val="0"/>
          <c:showBubbleSize val="0"/>
        </c:dLbls>
        <c:gapWidth val="143"/>
        <c:overlap val="-20"/>
        <c:axId val="969891168"/>
        <c:axId val="969891560"/>
      </c:barChart>
      <c:catAx>
        <c:axId val="969891168"/>
        <c:scaling>
          <c:orientation val="minMax"/>
        </c:scaling>
        <c:delete val="0"/>
        <c:axPos val="b"/>
        <c:numFmt formatCode="General" sourceLinked="1"/>
        <c:majorTickMark val="none"/>
        <c:minorTickMark val="none"/>
        <c:tickLblPos val="high"/>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rgbClr val="265374"/>
                </a:solidFill>
                <a:latin typeface="Calibri" panose="020F0502020204030204" pitchFamily="34" charset="0"/>
                <a:ea typeface="+mn-ea"/>
                <a:cs typeface="Calibri" panose="020F0502020204030204" pitchFamily="34" charset="0"/>
              </a:defRPr>
            </a:pPr>
            <a:endParaRPr lang="en-US"/>
          </a:p>
        </c:txPr>
        <c:crossAx val="969891560"/>
        <c:crosses val="autoZero"/>
        <c:auto val="1"/>
        <c:lblAlgn val="ctr"/>
        <c:lblOffset val="100"/>
        <c:noMultiLvlLbl val="0"/>
      </c:catAx>
      <c:valAx>
        <c:axId val="969891560"/>
        <c:scaling>
          <c:orientation val="minMax"/>
        </c:scaling>
        <c:delete val="0"/>
        <c:axPos val="l"/>
        <c:majorGridlines>
          <c:spPr>
            <a:ln w="9525" cap="flat" cmpd="sng" algn="ctr">
              <a:solidFill>
                <a:schemeClr val="bg1">
                  <a:lumMod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crossAx val="96989116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legend>
    <c:plotVisOnly val="1"/>
    <c:dispBlanksAs val="gap"/>
    <c:showDLblsOverMax val="0"/>
  </c:chart>
  <c:spPr>
    <a:noFill/>
    <a:ln>
      <a:noFill/>
    </a:ln>
    <a:effectLst/>
  </c:spPr>
  <c:txPr>
    <a:bodyPr/>
    <a:lstStyle/>
    <a:p>
      <a:pPr>
        <a:defRPr>
          <a:solidFill>
            <a:schemeClr val="tx1"/>
          </a:solidFill>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dk2" tx2="lt2" accent1="accent1" accent2="accent2" accent3="accent3" accent4="accent4" accent5="accent5" accent6="accent6" hlink="hlink" folHlink="folHlink"/>
  <c:chart>
    <c:autoTitleDeleted val="1"/>
    <c:plotArea>
      <c:layout>
        <c:manualLayout>
          <c:layoutTarget val="inner"/>
          <c:xMode val="edge"/>
          <c:yMode val="edge"/>
          <c:x val="8.2367553901544377E-2"/>
          <c:y val="7.6041883065201502E-2"/>
          <c:w val="0.86541305205047314"/>
          <c:h val="0.85456565359123215"/>
        </c:manualLayout>
      </c:layout>
      <c:doughnutChart>
        <c:varyColors val="1"/>
        <c:ser>
          <c:idx val="0"/>
          <c:order val="0"/>
          <c:tx>
            <c:strRef>
              <c:f>Sheet1!$B$1</c:f>
              <c:strCache>
                <c:ptCount val="1"/>
                <c:pt idx="0">
                  <c:v>Нежелательные явления</c:v>
                </c:pt>
              </c:strCache>
            </c:strRef>
          </c:tx>
          <c:dPt>
            <c:idx val="0"/>
            <c:bubble3D val="0"/>
            <c:spPr>
              <a:solidFill>
                <a:srgbClr val="398ACB"/>
              </a:solidFill>
              <a:ln w="19050">
                <a:solidFill>
                  <a:schemeClr val="lt1"/>
                </a:solidFill>
              </a:ln>
              <a:effectLst/>
            </c:spPr>
            <c:extLst>
              <c:ext xmlns:c16="http://schemas.microsoft.com/office/drawing/2014/chart" uri="{C3380CC4-5D6E-409C-BE32-E72D297353CC}">
                <c16:uniqueId val="{00000001-A864-49D4-8C60-3F534BDB9C76}"/>
              </c:ext>
            </c:extLst>
          </c:dPt>
          <c:dPt>
            <c:idx val="1"/>
            <c:bubble3D val="0"/>
            <c:spPr>
              <a:solidFill>
                <a:srgbClr val="7030A0"/>
              </a:solidFill>
              <a:ln w="19050">
                <a:solidFill>
                  <a:schemeClr val="lt1"/>
                </a:solidFill>
              </a:ln>
              <a:effectLst/>
            </c:spPr>
            <c:extLst>
              <c:ext xmlns:c16="http://schemas.microsoft.com/office/drawing/2014/chart" uri="{C3380CC4-5D6E-409C-BE32-E72D297353CC}">
                <c16:uniqueId val="{00000003-A864-49D4-8C60-3F534BDB9C76}"/>
              </c:ext>
            </c:extLst>
          </c:dPt>
          <c:dPt>
            <c:idx val="2"/>
            <c:bubble3D val="0"/>
            <c:spPr>
              <a:solidFill>
                <a:srgbClr val="C1D82E"/>
              </a:solidFill>
              <a:ln w="19050">
                <a:solidFill>
                  <a:schemeClr val="lt1"/>
                </a:solidFill>
              </a:ln>
              <a:effectLst/>
            </c:spPr>
            <c:extLst>
              <c:ext xmlns:c16="http://schemas.microsoft.com/office/drawing/2014/chart" uri="{C3380CC4-5D6E-409C-BE32-E72D297353CC}">
                <c16:uniqueId val="{00000005-A864-49D4-8C60-3F534BDB9C76}"/>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A864-49D4-8C60-3F534BDB9C76}"/>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A864-49D4-8C60-3F534BDB9C76}"/>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A864-49D4-8C60-3F534BDB9C76}"/>
              </c:ext>
            </c:extLst>
          </c:dPt>
          <c:dPt>
            <c:idx val="6"/>
            <c:bubble3D val="0"/>
            <c:spPr>
              <a:solidFill>
                <a:srgbClr val="C00000"/>
              </a:solidFill>
              <a:ln w="19050">
                <a:solidFill>
                  <a:schemeClr val="lt1"/>
                </a:solidFill>
              </a:ln>
              <a:effectLst/>
            </c:spPr>
            <c:extLst>
              <c:ext xmlns:c16="http://schemas.microsoft.com/office/drawing/2014/chart" uri="{C3380CC4-5D6E-409C-BE32-E72D297353CC}">
                <c16:uniqueId val="{0000000D-A864-49D4-8C60-3F534BDB9C76}"/>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F-A864-49D4-8C60-3F534BDB9C76}"/>
              </c:ext>
            </c:extLst>
          </c:dPt>
          <c:dPt>
            <c:idx val="8"/>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11-A864-49D4-8C60-3F534BDB9C76}"/>
              </c:ext>
            </c:extLst>
          </c:dPt>
          <c:dPt>
            <c:idx val="9"/>
            <c:bubble3D val="0"/>
            <c:spPr>
              <a:solidFill>
                <a:srgbClr val="83A4A9"/>
              </a:solidFill>
              <a:ln w="19050">
                <a:solidFill>
                  <a:schemeClr val="lt1"/>
                </a:solidFill>
              </a:ln>
              <a:effectLst/>
            </c:spPr>
            <c:extLst>
              <c:ext xmlns:c16="http://schemas.microsoft.com/office/drawing/2014/chart" uri="{C3380CC4-5D6E-409C-BE32-E72D297353CC}">
                <c16:uniqueId val="{00000013-A864-49D4-8C60-3F534BDB9C76}"/>
              </c:ext>
            </c:extLst>
          </c:dPt>
          <c:dLbls>
            <c:dLbl>
              <c:idx val="0"/>
              <c:layout>
                <c:manualLayout>
                  <c:x val="4.8894884180243042E-2"/>
                  <c:y val="-3.1443543365474533E-3"/>
                </c:manualLayout>
              </c:layout>
              <c:tx>
                <c:rich>
                  <a:bodyPr/>
                  <a:lstStyle/>
                  <a:p>
                    <a:r>
                      <a:rPr lang="en-US" dirty="0"/>
                      <a:t>35</a:t>
                    </a:r>
                    <a:r>
                      <a:rPr lang="en-US" b="0" dirty="0"/>
                      <a:t>%</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A864-49D4-8C60-3F534BDB9C76}"/>
                </c:ext>
              </c:extLst>
            </c:dLbl>
            <c:dLbl>
              <c:idx val="1"/>
              <c:tx>
                <c:rich>
                  <a:bodyPr/>
                  <a:lstStyle/>
                  <a:p>
                    <a:r>
                      <a:rPr lang="en-US" dirty="0"/>
                      <a:t>5</a:t>
                    </a:r>
                    <a:r>
                      <a:rPr lang="en-US" b="0" dirty="0"/>
                      <a:t>%</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A864-49D4-8C60-3F534BDB9C76}"/>
                </c:ext>
              </c:extLst>
            </c:dLbl>
            <c:dLbl>
              <c:idx val="2"/>
              <c:layout>
                <c:manualLayout>
                  <c:x val="-2.3208589297879869E-3"/>
                  <c:y val="1.8544184195828418E-2"/>
                </c:manualLayout>
              </c:layout>
              <c:tx>
                <c:rich>
                  <a:bodyPr/>
                  <a:lstStyle/>
                  <a:p>
                    <a:r>
                      <a:rPr lang="en-US" dirty="0"/>
                      <a:t>5</a:t>
                    </a:r>
                    <a:r>
                      <a:rPr lang="en-US" b="0" baseline="0" dirty="0"/>
                      <a:t>%</a:t>
                    </a:r>
                    <a:endParaRPr lang="en-US" b="0"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A864-49D4-8C60-3F534BDB9C76}"/>
                </c:ext>
              </c:extLst>
            </c:dLbl>
            <c:dLbl>
              <c:idx val="3"/>
              <c:layout>
                <c:manualLayout>
                  <c:x val="2.3208226275512889E-3"/>
                  <c:y val="2.8759700766405423E-3"/>
                </c:manualLayout>
              </c:layout>
              <c:tx>
                <c:rich>
                  <a:bodyPr/>
                  <a:lstStyle/>
                  <a:p>
                    <a:r>
                      <a:rPr lang="en-US" dirty="0"/>
                      <a:t>5</a:t>
                    </a:r>
                    <a:r>
                      <a:rPr lang="en-US" b="0" dirty="0"/>
                      <a:t>%</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A864-49D4-8C60-3F534BDB9C76}"/>
                </c:ext>
              </c:extLst>
            </c:dLbl>
            <c:dLbl>
              <c:idx val="4"/>
              <c:layout>
                <c:manualLayout>
                  <c:x val="4.6416452551026896E-3"/>
                  <c:y val="-3.3052858577093005E-3"/>
                </c:manualLayout>
              </c:layout>
              <c:tx>
                <c:rich>
                  <a:bodyPr/>
                  <a:lstStyle/>
                  <a:p>
                    <a:r>
                      <a:rPr lang="en-US" dirty="0"/>
                      <a:t>3</a:t>
                    </a:r>
                    <a:r>
                      <a:rPr lang="en-US" sz="1050" b="0" i="0" u="none" strike="noStrike" kern="1200" baseline="0" dirty="0">
                        <a:solidFill>
                          <a:srgbClr val="FFFFFF"/>
                        </a:solidFill>
                        <a:latin typeface="Verdana" panose="020B0604030504040204" pitchFamily="34" charset="0"/>
                        <a:ea typeface="Verdana" panose="020B0604030504040204" pitchFamily="34" charset="0"/>
                      </a:rPr>
                      <a:t>%</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A864-49D4-8C60-3F534BDB9C76}"/>
                </c:ext>
              </c:extLst>
            </c:dLbl>
            <c:dLbl>
              <c:idx val="5"/>
              <c:layout>
                <c:manualLayout>
                  <c:x val="1.8335581567591051E-2"/>
                  <c:y val="-1.8403138412249613E-3"/>
                </c:manualLayout>
              </c:layout>
              <c:tx>
                <c:rich>
                  <a:bodyPr rot="0" spcFirstLastPara="1" vertOverflow="ellipsis" vert="horz" wrap="square" lIns="38100" tIns="19050" rIns="38100" bIns="19050" anchor="ctr" anchorCtr="1">
                    <a:noAutofit/>
                  </a:bodyPr>
                  <a:lstStyle/>
                  <a:p>
                    <a:pPr>
                      <a:defRPr sz="1050" b="1" i="0" u="none" strike="noStrike" kern="1200" baseline="0">
                        <a:solidFill>
                          <a:schemeClr val="bg1"/>
                        </a:solidFill>
                        <a:latin typeface="Verdana" panose="020B0604030504040204" pitchFamily="34" charset="0"/>
                        <a:ea typeface="Verdana" panose="020B0604030504040204" pitchFamily="34" charset="0"/>
                        <a:cs typeface="+mn-cs"/>
                      </a:defRPr>
                    </a:pPr>
                    <a:r>
                      <a:rPr lang="en-US" sz="1050" dirty="0">
                        <a:latin typeface="Verdana" panose="020B0604030504040204" pitchFamily="34" charset="0"/>
                        <a:ea typeface="Verdana" panose="020B0604030504040204" pitchFamily="34" charset="0"/>
                      </a:rPr>
                      <a:t>2</a:t>
                    </a:r>
                    <a:r>
                      <a:rPr lang="en-US" sz="800" b="0" dirty="0">
                        <a:latin typeface="Verdana" panose="020B0604030504040204" pitchFamily="34" charset="0"/>
                        <a:ea typeface="Verdana" panose="020B0604030504040204" pitchFamily="34" charset="0"/>
                      </a:rPr>
                      <a:t>%</a:t>
                    </a:r>
                    <a:endParaRPr lang="en-US" sz="1050" b="0" dirty="0">
                      <a:latin typeface="Verdana" panose="020B0604030504040204" pitchFamily="34" charset="0"/>
                      <a:ea typeface="Verdana" panose="020B0604030504040204" pitchFamily="34" charset="0"/>
                    </a:endParaRPr>
                  </a:p>
                </c:rich>
              </c:tx>
              <c:spPr>
                <a:noFill/>
                <a:ln>
                  <a:noFill/>
                </a:ln>
                <a:effectLst/>
              </c:spPr>
              <c:txPr>
                <a:bodyPr rot="0" spcFirstLastPara="1" vertOverflow="ellipsis" vert="horz" wrap="square" lIns="38100" tIns="19050" rIns="38100" bIns="19050" anchor="ctr" anchorCtr="1">
                  <a:noAutofit/>
                </a:bodyPr>
                <a:lstStyle/>
                <a:p>
                  <a:pPr>
                    <a:defRPr sz="1050" b="1" i="0" u="none" strike="noStrike" kern="1200" baseline="0">
                      <a:solidFill>
                        <a:schemeClr val="bg1"/>
                      </a:solidFill>
                      <a:latin typeface="Verdana" panose="020B0604030504040204" pitchFamily="34" charset="0"/>
                      <a:ea typeface="Verdana" panose="020B0604030504040204" pitchFamily="34" charset="0"/>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8.891361438587593E-2"/>
                      <c:h val="7.1991601850464909E-2"/>
                    </c:manualLayout>
                  </c15:layout>
                  <c15:showDataLabelsRange val="0"/>
                </c:ext>
                <c:ext xmlns:c16="http://schemas.microsoft.com/office/drawing/2014/chart" uri="{C3380CC4-5D6E-409C-BE32-E72D297353CC}">
                  <c16:uniqueId val="{0000000B-A864-49D4-8C60-3F534BDB9C76}"/>
                </c:ext>
              </c:extLst>
            </c:dLbl>
            <c:dLbl>
              <c:idx val="6"/>
              <c:tx>
                <c:rich>
                  <a:bodyPr/>
                  <a:lstStyle/>
                  <a:p>
                    <a:r>
                      <a:rPr lang="en-US"/>
                      <a:t>1</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A864-49D4-8C60-3F534BDB9C76}"/>
                </c:ext>
              </c:extLst>
            </c:dLbl>
            <c:dLbl>
              <c:idx val="7"/>
              <c:tx>
                <c:rich>
                  <a:bodyPr rot="0" spcFirstLastPara="1" vertOverflow="ellipsis" horzOverflow="clip" vert="horz" wrap="square" lIns="38100" tIns="19050" rIns="38100" bIns="19050" anchor="ctr" anchorCtr="1">
                    <a:noAutofit/>
                  </a:bodyPr>
                  <a:lstStyle/>
                  <a:p>
                    <a:pPr>
                      <a:defRPr sz="1050" b="1" i="0" u="none" strike="noStrike" kern="1200" baseline="0">
                        <a:solidFill>
                          <a:schemeClr val="bg1"/>
                        </a:solidFill>
                        <a:latin typeface="Verdana" panose="020B0604030504040204" pitchFamily="34" charset="0"/>
                        <a:ea typeface="Verdana" panose="020B0604030504040204" pitchFamily="34" charset="0"/>
                        <a:cs typeface="+mn-cs"/>
                      </a:defRPr>
                    </a:pPr>
                    <a:r>
                      <a:rPr lang="en-US" sz="1050">
                        <a:latin typeface="Verdana" panose="020B0604030504040204" pitchFamily="34" charset="0"/>
                        <a:ea typeface="Verdana" panose="020B0604030504040204" pitchFamily="34" charset="0"/>
                      </a:rPr>
                      <a:t>1</a:t>
                    </a:r>
                  </a:p>
                </c:rich>
              </c:tx>
              <c:spPr>
                <a:noFill/>
                <a:ln>
                  <a:noFill/>
                </a:ln>
                <a:effectLst/>
              </c:spPr>
              <c:txPr>
                <a:bodyPr rot="0" spcFirstLastPara="1" vertOverflow="ellipsis" horzOverflow="clip" vert="horz" wrap="square" lIns="38100" tIns="19050" rIns="38100" bIns="19050" anchor="ctr" anchorCtr="1">
                  <a:noAutofit/>
                </a:bodyPr>
                <a:lstStyle/>
                <a:p>
                  <a:pPr>
                    <a:defRPr sz="1050" b="1" i="0" u="none" strike="noStrike" kern="1200" baseline="0">
                      <a:solidFill>
                        <a:schemeClr val="bg1"/>
                      </a:solidFill>
                      <a:latin typeface="Verdana" panose="020B0604030504040204" pitchFamily="34" charset="0"/>
                      <a:ea typeface="Verdana" panose="020B0604030504040204" pitchFamily="34" charset="0"/>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a:noFill/>
                    <a:ln>
                      <a:noFill/>
                    </a:ln>
                  </c15:spPr>
                  <c15:showDataLabelsRange val="0"/>
                </c:ext>
                <c:ext xmlns:c16="http://schemas.microsoft.com/office/drawing/2014/chart" uri="{C3380CC4-5D6E-409C-BE32-E72D297353CC}">
                  <c16:uniqueId val="{0000000F-A864-49D4-8C60-3F534BDB9C76}"/>
                </c:ext>
              </c:extLst>
            </c:dLbl>
            <c:dLbl>
              <c:idx val="8"/>
              <c:tx>
                <c:rich>
                  <a:bodyPr/>
                  <a:lstStyle/>
                  <a:p>
                    <a:r>
                      <a:rPr lang="en-US"/>
                      <a:t>1</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1-A864-49D4-8C60-3F534BDB9C76}"/>
                </c:ext>
              </c:extLst>
            </c:dLbl>
            <c:dLbl>
              <c:idx val="9"/>
              <c:tx>
                <c:rich>
                  <a:bodyPr/>
                  <a:lstStyle/>
                  <a:p>
                    <a:r>
                      <a:rPr lang="en-US" dirty="0"/>
                      <a:t>43</a:t>
                    </a:r>
                    <a:r>
                      <a:rPr lang="en-US" b="0" dirty="0"/>
                      <a:t>%</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3-A864-49D4-8C60-3F534BDB9C76}"/>
                </c:ext>
              </c:extLst>
            </c:dLbl>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bg1"/>
                    </a:solidFill>
                    <a:latin typeface="Verdana" panose="020B0604030504040204" pitchFamily="34" charset="0"/>
                    <a:ea typeface="Verdana" panose="020B0604030504040204" pitchFamily="34" charset="0"/>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extLst>
          </c:dLbls>
          <c:cat>
            <c:strRef>
              <c:f>Sheet1!$A$2:$A$11</c:f>
              <c:strCache>
                <c:ptCount val="10"/>
                <c:pt idx="0">
                  <c:v>Отеки</c:v>
                </c:pt>
                <c:pt idx="1">
                  <c:v>Головные боли</c:v>
                </c:pt>
                <c:pt idx="2">
                  <c:v>Головокружение</c:v>
                </c:pt>
                <c:pt idx="3">
                  <c:v>Брадикардия</c:v>
                </c:pt>
                <c:pt idx="4">
                  <c:v>Фибрилляция предсердий</c:v>
                </c:pt>
                <c:pt idx="5">
                  <c:v>Сердечная недостаточность </c:v>
                </c:pt>
                <c:pt idx="6">
                  <c:v>Цереброваскулярная недостаточность</c:v>
                </c:pt>
                <c:pt idx="7">
                  <c:v>Ангионевротический отек</c:v>
                </c:pt>
                <c:pt idx="8">
                  <c:v>Травма головы</c:v>
                </c:pt>
                <c:pt idx="9">
                  <c:v>Прочие</c:v>
                </c:pt>
              </c:strCache>
            </c:strRef>
          </c:cat>
          <c:val>
            <c:numRef>
              <c:f>Sheet1!$B$2:$B$11</c:f>
              <c:numCache>
                <c:formatCode>0.0%</c:formatCode>
                <c:ptCount val="10"/>
                <c:pt idx="0">
                  <c:v>0.35</c:v>
                </c:pt>
                <c:pt idx="1">
                  <c:v>0.05</c:v>
                </c:pt>
                <c:pt idx="2">
                  <c:v>0.05</c:v>
                </c:pt>
                <c:pt idx="3">
                  <c:v>0.05</c:v>
                </c:pt>
                <c:pt idx="4">
                  <c:v>0.03</c:v>
                </c:pt>
                <c:pt idx="5">
                  <c:v>0.02</c:v>
                </c:pt>
                <c:pt idx="6">
                  <c:v>0.01</c:v>
                </c:pt>
                <c:pt idx="7">
                  <c:v>0.01</c:v>
                </c:pt>
                <c:pt idx="8">
                  <c:v>0.01</c:v>
                </c:pt>
                <c:pt idx="9">
                  <c:v>0.43</c:v>
                </c:pt>
              </c:numCache>
            </c:numRef>
          </c:val>
          <c:extLst>
            <c:ext xmlns:c16="http://schemas.microsoft.com/office/drawing/2014/chart" uri="{C3380CC4-5D6E-409C-BE32-E72D297353CC}">
              <c16:uniqueId val="{00000014-A864-49D4-8C60-3F534BDB9C76}"/>
            </c:ext>
          </c:extLst>
        </c:ser>
        <c:dLbls>
          <c:showLegendKey val="0"/>
          <c:showVal val="1"/>
          <c:showCatName val="0"/>
          <c:showSerName val="0"/>
          <c:showPercent val="0"/>
          <c:showBubbleSize val="0"/>
          <c:showLeaderLines val="0"/>
        </c:dLbls>
        <c:firstSliceAng val="270"/>
        <c:holeSize val="49"/>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5487401396870148E-2"/>
          <c:y val="9.1312801727897228E-2"/>
          <c:w val="0.9592201577650078"/>
          <c:h val="0.81737439654420552"/>
        </c:manualLayout>
      </c:layout>
      <c:doughnutChart>
        <c:varyColors val="1"/>
        <c:ser>
          <c:idx val="0"/>
          <c:order val="0"/>
          <c:tx>
            <c:strRef>
              <c:f>Лист1!$B$1</c:f>
              <c:strCache>
                <c:ptCount val="1"/>
                <c:pt idx="0">
                  <c:v>Продажи</c:v>
                </c:pt>
              </c:strCache>
            </c:strRef>
          </c:tx>
          <c:spPr>
            <a:solidFill>
              <a:srgbClr val="398ACB"/>
            </a:solidFill>
          </c:spPr>
          <c:explosion val="12"/>
          <c:dPt>
            <c:idx val="0"/>
            <c:bubble3D val="0"/>
            <c:explosion val="0"/>
            <c:spPr>
              <a:solidFill>
                <a:srgbClr val="EC736A"/>
              </a:solidFill>
              <a:ln w="19050">
                <a:solidFill>
                  <a:schemeClr val="lt1"/>
                </a:solidFill>
              </a:ln>
              <a:effectLst/>
            </c:spPr>
            <c:extLst>
              <c:ext xmlns:c16="http://schemas.microsoft.com/office/drawing/2014/chart" uri="{C3380CC4-5D6E-409C-BE32-E72D297353CC}">
                <c16:uniqueId val="{00000002-A777-4289-8218-300209279106}"/>
              </c:ext>
            </c:extLst>
          </c:dPt>
          <c:dPt>
            <c:idx val="1"/>
            <c:bubble3D val="0"/>
            <c:explosion val="0"/>
            <c:spPr>
              <a:solidFill>
                <a:srgbClr val="28BECD"/>
              </a:solidFill>
              <a:ln w="19050">
                <a:solidFill>
                  <a:schemeClr val="lt1"/>
                </a:solidFill>
              </a:ln>
              <a:effectLst/>
            </c:spPr>
            <c:extLst>
              <c:ext xmlns:c16="http://schemas.microsoft.com/office/drawing/2014/chart" uri="{C3380CC4-5D6E-409C-BE32-E72D297353CC}">
                <c16:uniqueId val="{00000001-A777-4289-8218-300209279106}"/>
              </c:ext>
            </c:extLst>
          </c:dPt>
          <c:dPt>
            <c:idx val="2"/>
            <c:bubble3D val="0"/>
            <c:spPr>
              <a:solidFill>
                <a:srgbClr val="398ACB"/>
              </a:solidFill>
              <a:ln w="19050">
                <a:solidFill>
                  <a:schemeClr val="lt1"/>
                </a:solidFill>
              </a:ln>
              <a:effectLst/>
            </c:spPr>
            <c:extLst>
              <c:ext xmlns:c16="http://schemas.microsoft.com/office/drawing/2014/chart" uri="{C3380CC4-5D6E-409C-BE32-E72D297353CC}">
                <c16:uniqueId val="{00000005-7645-4B03-9E4A-054222B8ACCC}"/>
              </c:ext>
            </c:extLst>
          </c:dPt>
          <c:dPt>
            <c:idx val="3"/>
            <c:bubble3D val="0"/>
            <c:spPr>
              <a:solidFill>
                <a:srgbClr val="398ACB"/>
              </a:solidFill>
              <a:ln w="19050">
                <a:solidFill>
                  <a:schemeClr val="lt1"/>
                </a:solidFill>
              </a:ln>
              <a:effectLst/>
            </c:spPr>
            <c:extLst>
              <c:ext xmlns:c16="http://schemas.microsoft.com/office/drawing/2014/chart" uri="{C3380CC4-5D6E-409C-BE32-E72D297353CC}">
                <c16:uniqueId val="{00000007-7645-4B03-9E4A-054222B8ACCC}"/>
              </c:ext>
            </c:extLst>
          </c:dPt>
          <c:cat>
            <c:numRef>
              <c:f>Лист1!$A$2:$A$5</c:f>
              <c:numCache>
                <c:formatCode>General</c:formatCode>
                <c:ptCount val="4"/>
              </c:numCache>
            </c:numRef>
          </c:cat>
          <c:val>
            <c:numRef>
              <c:f>Лист1!$B$2:$B$5</c:f>
              <c:numCache>
                <c:formatCode>General</c:formatCode>
                <c:ptCount val="4"/>
                <c:pt idx="0">
                  <c:v>0.8</c:v>
                </c:pt>
                <c:pt idx="1">
                  <c:v>92.2</c:v>
                </c:pt>
              </c:numCache>
            </c:numRef>
          </c:val>
          <c:extLst>
            <c:ext xmlns:c16="http://schemas.microsoft.com/office/drawing/2014/chart" uri="{C3380CC4-5D6E-409C-BE32-E72D297353CC}">
              <c16:uniqueId val="{00000000-A777-4289-8218-300209279106}"/>
            </c:ext>
          </c:extLst>
        </c:ser>
        <c:dLbls>
          <c:showLegendKey val="0"/>
          <c:showVal val="0"/>
          <c:showCatName val="0"/>
          <c:showSerName val="0"/>
          <c:showPercent val="0"/>
          <c:showBubbleSize val="0"/>
          <c:showLeaderLines val="1"/>
        </c:dLbls>
        <c:firstSliceAng val="88"/>
        <c:holeSize val="73"/>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Лист1!$B$1</c:f>
              <c:strCache>
                <c:ptCount val="1"/>
                <c:pt idx="0">
                  <c:v>До терапии</c:v>
                </c:pt>
              </c:strCache>
            </c:strRef>
          </c:tx>
          <c:spPr>
            <a:solidFill>
              <a:srgbClr val="73C8B3"/>
            </a:solidFill>
            <a:ln>
              <a:noFill/>
            </a:ln>
            <a:effectLst/>
          </c:spPr>
          <c:invertIfNegative val="0"/>
          <c:dLbls>
            <c:spPr>
              <a:noFill/>
              <a:ln>
                <a:noFill/>
              </a:ln>
              <a:effectLst/>
            </c:spPr>
            <c:txPr>
              <a:bodyPr rot="0" spcFirstLastPara="1" vertOverflow="ellipsis" vert="horz" wrap="square" anchor="ctr" anchorCtr="1"/>
              <a:lstStyle/>
              <a:p>
                <a:pPr>
                  <a:defRPr sz="1200" b="1" i="0" u="none" strike="noStrike" kern="1200" baseline="0">
                    <a:solidFill>
                      <a:schemeClr val="bg1"/>
                    </a:solidFill>
                    <a:latin typeface="Verdana" panose="020B0604030504040204" pitchFamily="34" charset="0"/>
                    <a:ea typeface="Verdana" panose="020B0604030504040204" pitchFamily="34" charset="0"/>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Лист1!$A$2:$A$3</c:f>
              <c:strCache>
                <c:ptCount val="2"/>
                <c:pt idx="0">
                  <c:v>Глюкоза натощак</c:v>
                </c:pt>
                <c:pt idx="1">
                  <c:v>Глюкоза постпрандиальная</c:v>
                </c:pt>
              </c:strCache>
            </c:strRef>
          </c:cat>
          <c:val>
            <c:numRef>
              <c:f>Лист1!$B$2:$B$3</c:f>
              <c:numCache>
                <c:formatCode>General</c:formatCode>
                <c:ptCount val="2"/>
                <c:pt idx="0">
                  <c:v>5.57</c:v>
                </c:pt>
                <c:pt idx="1">
                  <c:v>6.12</c:v>
                </c:pt>
              </c:numCache>
            </c:numRef>
          </c:val>
          <c:extLst>
            <c:ext xmlns:c16="http://schemas.microsoft.com/office/drawing/2014/chart" uri="{C3380CC4-5D6E-409C-BE32-E72D297353CC}">
              <c16:uniqueId val="{00000000-EB2C-45D0-ABA5-53A23C7E67B6}"/>
            </c:ext>
          </c:extLst>
        </c:ser>
        <c:ser>
          <c:idx val="1"/>
          <c:order val="1"/>
          <c:tx>
            <c:strRef>
              <c:f>Лист1!$C$1</c:f>
              <c:strCache>
                <c:ptCount val="1"/>
                <c:pt idx="0">
                  <c:v>После терапии</c:v>
                </c:pt>
              </c:strCache>
            </c:strRef>
          </c:tx>
          <c:spPr>
            <a:solidFill>
              <a:srgbClr val="398ACB"/>
            </a:solidFill>
            <a:ln>
              <a:noFill/>
            </a:ln>
            <a:effectLst/>
          </c:spPr>
          <c:invertIfNegative val="0"/>
          <c:dLbls>
            <c:spPr>
              <a:noFill/>
              <a:ln>
                <a:noFill/>
              </a:ln>
              <a:effectLst/>
            </c:spPr>
            <c:txPr>
              <a:bodyPr rot="0" spcFirstLastPara="1" vertOverflow="ellipsis" vert="horz" wrap="square" anchor="ctr" anchorCtr="1"/>
              <a:lstStyle/>
              <a:p>
                <a:pPr>
                  <a:defRPr sz="1200" b="1" i="0" u="none" strike="noStrike" kern="1200" baseline="0">
                    <a:solidFill>
                      <a:schemeClr val="bg1"/>
                    </a:solidFill>
                    <a:latin typeface="Verdana" panose="020B0604030504040204" pitchFamily="34" charset="0"/>
                    <a:ea typeface="Verdana" panose="020B0604030504040204" pitchFamily="34" charset="0"/>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Лист1!$A$2:$A$3</c:f>
              <c:strCache>
                <c:ptCount val="2"/>
                <c:pt idx="0">
                  <c:v>Глюкоза натощак</c:v>
                </c:pt>
                <c:pt idx="1">
                  <c:v>Глюкоза постпрандиальная</c:v>
                </c:pt>
              </c:strCache>
            </c:strRef>
          </c:cat>
          <c:val>
            <c:numRef>
              <c:f>Лист1!$C$2:$C$3</c:f>
              <c:numCache>
                <c:formatCode>General</c:formatCode>
                <c:ptCount val="2"/>
                <c:pt idx="0">
                  <c:v>5.62</c:v>
                </c:pt>
                <c:pt idx="1">
                  <c:v>5.81</c:v>
                </c:pt>
              </c:numCache>
            </c:numRef>
          </c:val>
          <c:extLst>
            <c:ext xmlns:c16="http://schemas.microsoft.com/office/drawing/2014/chart" uri="{C3380CC4-5D6E-409C-BE32-E72D297353CC}">
              <c16:uniqueId val="{00000001-EB2C-45D0-ABA5-53A23C7E67B6}"/>
            </c:ext>
          </c:extLst>
        </c:ser>
        <c:dLbls>
          <c:dLblPos val="outEnd"/>
          <c:showLegendKey val="0"/>
          <c:showVal val="1"/>
          <c:showCatName val="0"/>
          <c:showSerName val="0"/>
          <c:showPercent val="0"/>
          <c:showBubbleSize val="0"/>
        </c:dLbls>
        <c:gapWidth val="116"/>
        <c:overlap val="-27"/>
        <c:axId val="515315280"/>
        <c:axId val="515318160"/>
      </c:barChart>
      <c:catAx>
        <c:axId val="5153152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1"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crossAx val="515318160"/>
        <c:crosses val="autoZero"/>
        <c:auto val="1"/>
        <c:lblAlgn val="ctr"/>
        <c:lblOffset val="100"/>
        <c:noMultiLvlLbl val="0"/>
      </c:catAx>
      <c:valAx>
        <c:axId val="515318160"/>
        <c:scaling>
          <c:orientation val="minMax"/>
          <c:max val="6.2"/>
          <c:min val="5.5"/>
        </c:scaling>
        <c:delete val="0"/>
        <c:axPos val="l"/>
        <c:majorGridlines>
          <c:spPr>
            <a:ln w="9525" cap="flat" cmpd="sng" algn="ctr">
              <a:solidFill>
                <a:schemeClr val="bg1">
                  <a:lumMod val="7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crossAx val="515315280"/>
        <c:crosses val="autoZero"/>
        <c:crossBetween val="between"/>
        <c:minorUnit val="1.0000000000000002E-2"/>
      </c:valAx>
      <c:spPr>
        <a:noFill/>
        <a:ln>
          <a:noFill/>
        </a:ln>
        <a:effectLst/>
      </c:spPr>
    </c:plotArea>
    <c:legend>
      <c:legendPos val="b"/>
      <c:layout>
        <c:manualLayout>
          <c:xMode val="edge"/>
          <c:yMode val="edge"/>
          <c:x val="0.11455085475851542"/>
          <c:y val="0.1943265784879164"/>
          <c:w val="0.30597855058699819"/>
          <c:h val="0.11919806705837202"/>
        </c:manualLayout>
      </c:layout>
      <c:overlay val="0"/>
      <c:spPr>
        <a:solidFill>
          <a:srgbClr val="FFFFFF"/>
        </a:solidFill>
        <a:ln>
          <a:noFill/>
        </a:ln>
        <a:effectLst/>
      </c:spPr>
      <c:txPr>
        <a:bodyPr rot="0" spcFirstLastPara="1" vertOverflow="ellipsis" vert="horz" wrap="square" anchor="ctr" anchorCtr="1"/>
        <a:lstStyle/>
        <a:p>
          <a:pPr>
            <a:defRPr sz="1400" b="0" i="0" u="none" strike="noStrike" kern="1200" baseline="0">
              <a:solidFill>
                <a:schemeClr val="tx1"/>
              </a:solidFill>
              <a:latin typeface="Verdana" panose="020B0604030504040204" pitchFamily="34" charset="0"/>
              <a:ea typeface="Verdana" panose="020B0604030504040204" pitchFamily="34" charset="0"/>
              <a:cs typeface="+mn-cs"/>
            </a:defRPr>
          </a:pPr>
          <a:endParaRPr lang="en-US"/>
        </a:p>
      </c:txPr>
    </c:legend>
    <c:plotVisOnly val="1"/>
    <c:dispBlanksAs val="gap"/>
    <c:showDLblsOverMax val="0"/>
    <c:extLst/>
  </c:chart>
  <c:spPr>
    <a:noFill/>
    <a:ln>
      <a:noFill/>
    </a:ln>
    <a:effectLst/>
  </c:spPr>
  <c:txPr>
    <a:bodyPr/>
    <a:lstStyle/>
    <a:p>
      <a:pPr>
        <a:defRPr>
          <a:solidFill>
            <a:schemeClr val="tx1"/>
          </a:solidFill>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Reversed" id="25">
  <a:schemeClr val="accent5"/>
</cs:colorStyle>
</file>

<file path=ppt/charts/colors3.xml><?xml version="1.0" encoding="utf-8"?>
<cs:colorStyle xmlns:cs="http://schemas.microsoft.com/office/drawing/2012/chartStyle" xmlns:a="http://schemas.openxmlformats.org/drawingml/2006/main" meth="withinLinearReversed" id="25">
  <a:schemeClr val="accent5"/>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withinLinearReversed" id="25">
  <a:schemeClr val="accent5"/>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cdr:x>
      <cdr:y>0.84997</cdr:y>
    </cdr:from>
    <cdr:to>
      <cdr:x>0.97776</cdr:x>
      <cdr:y>0.90421</cdr:y>
    </cdr:to>
    <cdr:sp macro="" textlink="">
      <cdr:nvSpPr>
        <cdr:cNvPr id="2" name="TextBox 1">
          <a:extLst xmlns:a="http://schemas.openxmlformats.org/drawingml/2006/main">
            <a:ext uri="{FF2B5EF4-FFF2-40B4-BE49-F238E27FC236}">
              <a16:creationId xmlns:a16="http://schemas.microsoft.com/office/drawing/2014/main" id="{2F7A103E-C840-4338-B1A9-308ECAF3E060}"/>
            </a:ext>
          </a:extLst>
        </cdr:cNvPr>
        <cdr:cNvSpPr txBox="1"/>
      </cdr:nvSpPr>
      <cdr:spPr>
        <a:xfrm xmlns:a="http://schemas.openxmlformats.org/drawingml/2006/main">
          <a:off x="0" y="4147807"/>
          <a:ext cx="10067543" cy="264675"/>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ru-RU" sz="1100" dirty="0"/>
            <a:t>          </a:t>
          </a:r>
        </a:p>
        <a:p xmlns:a="http://schemas.openxmlformats.org/drawingml/2006/main">
          <a:r>
            <a:rPr lang="ru-RU" sz="900" dirty="0"/>
            <a:t>            Коэффициент Коэна 1,26                 </a:t>
          </a:r>
          <a:r>
            <a:rPr lang="en-US" sz="900" dirty="0"/>
            <a:t>           </a:t>
          </a:r>
          <a:r>
            <a:rPr lang="ru-RU" sz="900" dirty="0"/>
            <a:t>Коэффициент Коэна 1,04              </a:t>
          </a:r>
          <a:r>
            <a:rPr lang="en-US" sz="900" dirty="0"/>
            <a:t>          </a:t>
          </a:r>
          <a:r>
            <a:rPr lang="ru-RU" sz="900" dirty="0"/>
            <a:t>Коэффициент Коэна 0,6                 </a:t>
          </a:r>
          <a:r>
            <a:rPr lang="en-US" sz="900" dirty="0"/>
            <a:t>        </a:t>
          </a:r>
          <a:r>
            <a:rPr lang="ru-RU" sz="900" dirty="0"/>
            <a:t> Коэффициент Коэна 0,85 </a:t>
          </a:r>
          <a:endParaRPr lang="ru-RU" dirty="0"/>
        </a:p>
        <a:p xmlns:a="http://schemas.openxmlformats.org/drawingml/2006/main">
          <a:r>
            <a:rPr lang="ru-RU" dirty="0"/>
            <a:t> </a:t>
          </a:r>
        </a:p>
        <a:p xmlns:a="http://schemas.openxmlformats.org/drawingml/2006/main">
          <a:r>
            <a:rPr lang="ru-RU" dirty="0"/>
            <a:t> </a:t>
          </a:r>
        </a:p>
        <a:p xmlns:a="http://schemas.openxmlformats.org/drawingml/2006/main">
          <a:r>
            <a:rPr lang="ru-RU" sz="1100" dirty="0"/>
            <a:t>6 </a:t>
          </a:r>
          <a:endParaRPr lang="en-US" sz="1100" dirty="0"/>
        </a:p>
      </cdr:txBody>
    </cdr:sp>
  </cdr:relSizeAnchor>
</c:userShapes>
</file>

<file path=ppt/drawings/drawing2.xml><?xml version="1.0" encoding="utf-8"?>
<c:userShapes xmlns:c="http://schemas.openxmlformats.org/drawingml/2006/chart">
  <cdr:relSizeAnchor xmlns:cdr="http://schemas.openxmlformats.org/drawingml/2006/chartDrawing">
    <cdr:from>
      <cdr:x>0</cdr:x>
      <cdr:y>0.84997</cdr:y>
    </cdr:from>
    <cdr:to>
      <cdr:x>0.97776</cdr:x>
      <cdr:y>0.90421</cdr:y>
    </cdr:to>
    <cdr:sp macro="" textlink="">
      <cdr:nvSpPr>
        <cdr:cNvPr id="2" name="TextBox 1">
          <a:extLst xmlns:a="http://schemas.openxmlformats.org/drawingml/2006/main">
            <a:ext uri="{FF2B5EF4-FFF2-40B4-BE49-F238E27FC236}">
              <a16:creationId xmlns:a16="http://schemas.microsoft.com/office/drawing/2014/main" id="{2F7A103E-C840-4338-B1A9-308ECAF3E060}"/>
            </a:ext>
          </a:extLst>
        </cdr:cNvPr>
        <cdr:cNvSpPr txBox="1"/>
      </cdr:nvSpPr>
      <cdr:spPr>
        <a:xfrm xmlns:a="http://schemas.openxmlformats.org/drawingml/2006/main">
          <a:off x="0" y="4147807"/>
          <a:ext cx="10067543" cy="264675"/>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ru-RU" sz="1100" dirty="0"/>
            <a:t>          </a:t>
          </a:r>
        </a:p>
        <a:p xmlns:a="http://schemas.openxmlformats.org/drawingml/2006/main">
          <a:r>
            <a:rPr lang="ru-RU" sz="900" dirty="0"/>
            <a:t>            Коэффициент Коэна 1,26                 </a:t>
          </a:r>
          <a:r>
            <a:rPr lang="en-US" sz="900" dirty="0"/>
            <a:t>           </a:t>
          </a:r>
          <a:r>
            <a:rPr lang="ru-RU" sz="900" dirty="0"/>
            <a:t>Коэффициент Коэна 1,04              </a:t>
          </a:r>
          <a:r>
            <a:rPr lang="en-US" sz="900" dirty="0"/>
            <a:t>          </a:t>
          </a:r>
          <a:r>
            <a:rPr lang="ru-RU" sz="900" dirty="0"/>
            <a:t>Коэффициент Коэна 0,6                 </a:t>
          </a:r>
          <a:r>
            <a:rPr lang="en-US" sz="900" dirty="0"/>
            <a:t>        </a:t>
          </a:r>
          <a:r>
            <a:rPr lang="ru-RU" sz="900" dirty="0"/>
            <a:t> Коэффициент Коэна 0,85 </a:t>
          </a:r>
          <a:endParaRPr lang="ru-RU" dirty="0"/>
        </a:p>
        <a:p xmlns:a="http://schemas.openxmlformats.org/drawingml/2006/main">
          <a:r>
            <a:rPr lang="ru-RU" dirty="0"/>
            <a:t> </a:t>
          </a:r>
        </a:p>
        <a:p xmlns:a="http://schemas.openxmlformats.org/drawingml/2006/main">
          <a:r>
            <a:rPr lang="ru-RU" dirty="0"/>
            <a:t> </a:t>
          </a:r>
        </a:p>
        <a:p xmlns:a="http://schemas.openxmlformats.org/drawingml/2006/main">
          <a:r>
            <a:rPr lang="ru-RU" sz="1100" dirty="0"/>
            <a:t>6 </a:t>
          </a:r>
          <a:endParaRPr lang="en-US" sz="1100" dirty="0"/>
        </a:p>
      </cdr:txBody>
    </cdr:sp>
  </cdr:relSizeAnchor>
</c:userShapes>
</file>

<file path=ppt/drawings/drawing3.xml><?xml version="1.0" encoding="utf-8"?>
<c:userShapes xmlns:c="http://schemas.openxmlformats.org/drawingml/2006/chart">
  <cdr:relSizeAnchor xmlns:cdr="http://schemas.openxmlformats.org/drawingml/2006/chartDrawing">
    <cdr:from>
      <cdr:x>0</cdr:x>
      <cdr:y>0.84997</cdr:y>
    </cdr:from>
    <cdr:to>
      <cdr:x>0.97776</cdr:x>
      <cdr:y>0.90421</cdr:y>
    </cdr:to>
    <cdr:sp macro="" textlink="">
      <cdr:nvSpPr>
        <cdr:cNvPr id="2" name="TextBox 1">
          <a:extLst xmlns:a="http://schemas.openxmlformats.org/drawingml/2006/main">
            <a:ext uri="{FF2B5EF4-FFF2-40B4-BE49-F238E27FC236}">
              <a16:creationId xmlns:a16="http://schemas.microsoft.com/office/drawing/2014/main" id="{2F7A103E-C840-4338-B1A9-308ECAF3E060}"/>
            </a:ext>
          </a:extLst>
        </cdr:cNvPr>
        <cdr:cNvSpPr txBox="1"/>
      </cdr:nvSpPr>
      <cdr:spPr>
        <a:xfrm xmlns:a="http://schemas.openxmlformats.org/drawingml/2006/main">
          <a:off x="0" y="4147807"/>
          <a:ext cx="10067543" cy="264675"/>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ru-RU" sz="1100" dirty="0"/>
            <a:t>          </a:t>
          </a:r>
        </a:p>
        <a:p xmlns:a="http://schemas.openxmlformats.org/drawingml/2006/main">
          <a:r>
            <a:rPr lang="ru-RU" sz="900" dirty="0"/>
            <a:t>            Коэффициент Коэна 1,26                 </a:t>
          </a:r>
          <a:r>
            <a:rPr lang="en-US" sz="900" dirty="0"/>
            <a:t>           </a:t>
          </a:r>
          <a:r>
            <a:rPr lang="ru-RU" sz="900" dirty="0"/>
            <a:t>Коэффициент Коэна 1,04              </a:t>
          </a:r>
          <a:r>
            <a:rPr lang="en-US" sz="900" dirty="0"/>
            <a:t>          </a:t>
          </a:r>
          <a:r>
            <a:rPr lang="ru-RU" sz="900" dirty="0"/>
            <a:t>Коэффициент Коэна 0,6                 </a:t>
          </a:r>
          <a:r>
            <a:rPr lang="en-US" sz="900" dirty="0"/>
            <a:t>        </a:t>
          </a:r>
          <a:r>
            <a:rPr lang="ru-RU" sz="900" dirty="0"/>
            <a:t> Коэффициент Коэна 0,85 </a:t>
          </a:r>
          <a:endParaRPr lang="ru-RU" dirty="0"/>
        </a:p>
        <a:p xmlns:a="http://schemas.openxmlformats.org/drawingml/2006/main">
          <a:r>
            <a:rPr lang="ru-RU" dirty="0"/>
            <a:t> </a:t>
          </a:r>
        </a:p>
        <a:p xmlns:a="http://schemas.openxmlformats.org/drawingml/2006/main">
          <a:r>
            <a:rPr lang="ru-RU" dirty="0"/>
            <a:t> </a:t>
          </a:r>
        </a:p>
        <a:p xmlns:a="http://schemas.openxmlformats.org/drawingml/2006/main">
          <a:r>
            <a:rPr lang="ru-RU" sz="1100" dirty="0"/>
            <a:t>6 </a:t>
          </a:r>
          <a:endParaRPr lang="en-US" sz="1100" dirty="0"/>
        </a:p>
      </cdr:txBody>
    </cdr:sp>
  </cdr:relSizeAnchor>
</c:userShape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04T11:58:56.006"/>
    </inkml:context>
    <inkml:brush xml:id="br0">
      <inkml:brushProperty name="width" value="0.05" units="cm"/>
      <inkml:brushProperty name="height" value="0.05" units="cm"/>
      <inkml:brushProperty name="color" value="#E71224"/>
    </inkml:brush>
  </inkml:definitions>
  <inkml:trace contextRef="#ctx0" brushRef="#br0">0 0 11464 0 0,'0'0'320'0'0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2327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google.com/search?q=sepsis&amp;newwindow=1&amp;sca_esv=44ef909211c6f503&amp;rlz=1C1GCEA_enDE1010DE1010&amp;sxsrf=AE3TifPy81YH9LsWafOJBeZrcsD-d6dzKA%3A1765293696801&amp;ei=gD44abnSMKyQxc8P6Ji5kAs&amp;ved=2ahUKEwij5_Tn57CRAxUvSvEDHVd_N4QQgK4QegQIARAC&amp;uact=5&amp;oq=Intravascular+plugging%0D%0A&amp;gs_lp=Egxnd3Mtd2l6LXNlcnAiF0ludHJhdmFzY3VsYXIgcGx1Z2dpbmcKSABQAFgAcAB4AZABAJgBAKABAKoBALgBA8gBAPgBAvgBAZgCAKACAJgDAJIHAKAHALIHALgHAMIHAMgHAIAIAA&amp;sclient=gws-wiz-serp&amp;mstk=AUtExfAQqg1w4zcNijxgqR7cu0bqji8TSo6VPiruXBHq3qmGapHUa9Oxx0eRDKK39gPX2kCWT9os63Indc_gpzIbR_IP8redxkhomSMeRVWoY0XBFZNfZ4vMU0Rw6axZ1Hn6MenhOkK3KQ6KLGMaPoBeV9V01xnedfll0qqjNtAcb4TybrxvneCQfa-LYgP8xw4z-LEOGVitCs-5y_u3Vx9fC6e7gskKTZprm7iJJgVrN-iMwPovuPr-MSSF5lzSZsg1FMWMjit0TTgBPUFh-SonA1EEbh7G4zI9Ja1HPkNqiAPynw&amp;csui=3"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5"/>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fld id="{28182E2C-AC48-45A1-A539-1D63FC6BDE45}" type="slidenum">
              <a:rPr kumimoji="0" lang="de-DE" sz="1000" b="0" i="0" u="none" strike="noStrike" kern="1200" cap="none" spc="0" normalizeH="0" baseline="0" noProof="0" smtClean="0">
                <a:ln>
                  <a:noFill/>
                </a:ln>
                <a:solidFill>
                  <a:srgbClr val="000000"/>
                </a:solidFill>
                <a:effectLst/>
                <a:uLnTx/>
                <a:uFillTx/>
                <a:latin typeface="Verdana"/>
                <a:ea typeface="+mn-ea"/>
                <a:cs typeface="+mn-cs"/>
              </a:rPr>
              <a:pPr marL="0" marR="0" lvl="0" indent="0" algn="l" defTabSz="914377" rtl="0" eaLnBrk="1" fontAlgn="auto" latinLnBrk="0" hangingPunct="1">
                <a:lnSpc>
                  <a:spcPct val="100000"/>
                </a:lnSpc>
                <a:spcBef>
                  <a:spcPts val="0"/>
                </a:spcBef>
                <a:spcAft>
                  <a:spcPts val="0"/>
                </a:spcAft>
                <a:buClrTx/>
                <a:buSzTx/>
                <a:buFontTx/>
                <a:buNone/>
                <a:tabLst/>
                <a:defRPr/>
              </a:pPr>
              <a:t>1</a:t>
            </a:fld>
            <a:endParaRPr kumimoji="0" lang="de-DE" sz="1000" b="0" i="0" u="none" strike="noStrike" kern="1200" cap="none" spc="0" normalizeH="0" baseline="0" noProof="0" dirty="0">
              <a:ln>
                <a:noFill/>
              </a:ln>
              <a:solidFill>
                <a:srgbClr val="000000"/>
              </a:solidFill>
              <a:effectLst/>
              <a:uLnTx/>
              <a:uFillTx/>
              <a:latin typeface="Verdana"/>
              <a:ea typeface="+mn-ea"/>
              <a:cs typeface="+mn-cs"/>
            </a:endParaRPr>
          </a:p>
        </p:txBody>
      </p:sp>
    </p:spTree>
    <p:extLst>
      <p:ext uri="{BB962C8B-B14F-4D97-AF65-F5344CB8AC3E}">
        <p14:creationId xmlns:p14="http://schemas.microsoft.com/office/powerpoint/2010/main" val="10435072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5"/>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fld id="{28182E2C-AC48-45A1-A539-1D63FC6BDE45}" type="slidenum">
              <a:rPr kumimoji="0" lang="de-DE" sz="1000" b="0" i="0" u="none" strike="noStrike" kern="1200" cap="none" spc="0" normalizeH="0" baseline="0" noProof="0" smtClean="0">
                <a:ln>
                  <a:noFill/>
                </a:ln>
                <a:solidFill>
                  <a:srgbClr val="000000"/>
                </a:solidFill>
                <a:effectLst/>
                <a:uLnTx/>
                <a:uFillTx/>
                <a:latin typeface="Verdana"/>
                <a:ea typeface="+mn-ea"/>
                <a:cs typeface="+mn-cs"/>
              </a:rPr>
              <a:pPr marL="0" marR="0" lvl="0" indent="0" algn="l" defTabSz="914377" rtl="0" eaLnBrk="1" fontAlgn="auto" latinLnBrk="0" hangingPunct="1">
                <a:lnSpc>
                  <a:spcPct val="100000"/>
                </a:lnSpc>
                <a:spcBef>
                  <a:spcPts val="0"/>
                </a:spcBef>
                <a:spcAft>
                  <a:spcPts val="0"/>
                </a:spcAft>
                <a:buClrTx/>
                <a:buSzTx/>
                <a:buFontTx/>
                <a:buNone/>
                <a:tabLst/>
                <a:defRPr/>
              </a:pPr>
              <a:t>3</a:t>
            </a:fld>
            <a:endParaRPr kumimoji="0" lang="de-DE" sz="1000" b="0" i="0" u="none" strike="noStrike" kern="1200" cap="none" spc="0" normalizeH="0" baseline="0" noProof="0" dirty="0">
              <a:ln>
                <a:noFill/>
              </a:ln>
              <a:solidFill>
                <a:srgbClr val="000000"/>
              </a:solidFill>
              <a:effectLst/>
              <a:uLnTx/>
              <a:uFillTx/>
              <a:latin typeface="Verdana"/>
              <a:ea typeface="+mn-ea"/>
              <a:cs typeface="+mn-cs"/>
            </a:endParaRPr>
          </a:p>
        </p:txBody>
      </p:sp>
    </p:spTree>
    <p:extLst>
      <p:ext uri="{BB962C8B-B14F-4D97-AF65-F5344CB8AC3E}">
        <p14:creationId xmlns:p14="http://schemas.microsoft.com/office/powerpoint/2010/main" val="17514652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A16902-46BA-4511-9CEC-1A8F04D946B1}" type="slidenum">
              <a:rPr kumimoji="0" lang="ru-R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ru-R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823380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kern="1200" dirty="0">
                <a:solidFill>
                  <a:schemeClr val="tx1"/>
                </a:solidFill>
                <a:effectLst/>
                <a:latin typeface="+mn-lt"/>
                <a:ea typeface="+mn-ea"/>
                <a:cs typeface="+mn-cs"/>
              </a:rPr>
              <a:t>В России, с диагнозом ИБС – более 7 млн. человек. ИБС является самой частой среди всех сердечно-сосудистых заболеваний (ССЗ) причиной обращаемости взрослых в медицинские учреждения – 28% случаев; только 40-50% всех больных ИБС знают о наличии у них болезни. [1]</a:t>
            </a:r>
          </a:p>
          <a:p>
            <a:r>
              <a:rPr lang="ru-RU" sz="1200" kern="1200" dirty="0">
                <a:solidFill>
                  <a:schemeClr val="tx1"/>
                </a:solidFill>
                <a:effectLst/>
                <a:latin typeface="+mn-lt"/>
                <a:ea typeface="+mn-ea"/>
                <a:cs typeface="+mn-cs"/>
              </a:rPr>
              <a:t>Повышенная частота сердечных сокращений в покое является важным фактором риска ИБС, отрицательно влияет на кислородный баланс миокарда, усиливая его потребность в кислороде, увеличивает риск смертельных исходов как в популяциях здоровых людей, так и среди больных ИБС. </a:t>
            </a:r>
            <a:r>
              <a:rPr lang="en-US" sz="1200" kern="1200" dirty="0">
                <a:solidFill>
                  <a:schemeClr val="tx1"/>
                </a:solidFill>
                <a:effectLst/>
                <a:latin typeface="+mn-lt"/>
                <a:ea typeface="+mn-ea"/>
                <a:cs typeface="+mn-cs"/>
              </a:rPr>
              <a:t>[</a:t>
            </a:r>
            <a:r>
              <a:rPr lang="ru-RU" sz="1200" kern="12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a:t>
            </a:r>
            <a:endParaRPr lang="ru-RU" sz="1200" kern="1200" dirty="0">
              <a:solidFill>
                <a:schemeClr val="tx1"/>
              </a:solidFill>
              <a:effectLst/>
              <a:latin typeface="+mn-lt"/>
              <a:ea typeface="+mn-ea"/>
              <a:cs typeface="+mn-cs"/>
            </a:endParaRPr>
          </a:p>
          <a:p>
            <a:endParaRPr lang="ru-RU" sz="1200" kern="1200" dirty="0">
              <a:solidFill>
                <a:schemeClr val="tx1"/>
              </a:solidFill>
              <a:effectLst/>
              <a:latin typeface="+mn-lt"/>
              <a:ea typeface="+mn-ea"/>
              <a:cs typeface="+mn-cs"/>
            </a:endParaRPr>
          </a:p>
        </p:txBody>
      </p:sp>
      <p:sp>
        <p:nvSpPr>
          <p:cNvPr id="4" name="Номер слайда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A16902-46BA-4511-9CEC-1A8F04D946B1}" type="slidenum">
              <a:rPr kumimoji="0" lang="ru-R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ru-R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933097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main function of the coronary arteries is to supply blood to the heart muscle. Like all other tissues in the body, the heart muscle needs oxygen-rich blood to function, and oxygen-depleted blood must be re-circulated to the lungs. The coronary arteries are made up of two large branches called the right and left coronary arteries. The left coronary artery system branches into the circumflex artery and the left anterior descending artery.</a:t>
            </a:r>
          </a:p>
          <a:p>
            <a:r>
              <a:rPr lang="en-US" sz="1200" b="0" i="0" kern="1200" dirty="0">
                <a:solidFill>
                  <a:schemeClr val="tx1"/>
                </a:solidFill>
                <a:effectLst/>
                <a:latin typeface="+mn-lt"/>
                <a:ea typeface="+mn-ea"/>
                <a:cs typeface="+mn-cs"/>
              </a:rPr>
              <a:t>The two main coronary arteries are the left main and right coronary arteries. The left main coronary artery (LMCA), which divides into the left anterior descending artery and the circumflex branch, supplies blood to the left ventricle and left atrium. The right coronary artery (RCA), which divides into the right posterior descending and acute marginal arteries, supplies blood to the right ventricle, right atrium, and sinoatrial node (cluster of cells in the right atrial wall that regulates the heart's rhythmic rate).</a:t>
            </a:r>
          </a:p>
          <a:p>
            <a:r>
              <a:rPr lang="en-US" sz="1200" b="0" i="0" kern="1200" dirty="0">
                <a:solidFill>
                  <a:schemeClr val="tx1"/>
                </a:solidFill>
                <a:effectLst/>
                <a:latin typeface="+mn-lt"/>
                <a:ea typeface="+mn-ea"/>
                <a:cs typeface="+mn-cs"/>
              </a:rPr>
              <a:t>A myocardial bridge is a congenital condition where a segment of a coronary artery tunnels through the heart muscle instead of lying on its surface. This can cause the artery to compress during heart contractions, reducing blood flow and potentially leading to symptoms like chest pain (angina), shortness of breath, or heart palpitations.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Verdana" panose="020B0604030504040204" pitchFamily="34" charset="0"/>
                <a:ea typeface="+mn-ea"/>
                <a:cs typeface="+mn-cs"/>
              </a:rPr>
              <a:t>Capillary rarefaction is the </a:t>
            </a:r>
            <a:r>
              <a:rPr lang="en-US" dirty="0"/>
              <a:t>harmful loss or thinning of tiny blood vessels (capillaries) in tissues, reducing their density, which impairs oxygen and nutrient delivery, leading to tissue damage and organ dysfunction, and is a hallmark of diseases like hypertension, diabetes, and chronic kidney disease (CKD)</a:t>
            </a:r>
          </a:p>
          <a:p>
            <a:r>
              <a:rPr lang="en-US" dirty="0"/>
              <a:t>Intravascular plugging refers to small blood clots (thrombi) forming and obstructing blood vessels, often within the microcirculation</a:t>
            </a:r>
            <a:r>
              <a:rPr lang="en-US" sz="1200" b="0" i="0" kern="1200" dirty="0">
                <a:solidFill>
                  <a:schemeClr val="tx1"/>
                </a:solidFill>
                <a:effectLst/>
                <a:latin typeface="+mn-lt"/>
                <a:ea typeface="+mn-ea"/>
                <a:cs typeface="+mn-cs"/>
              </a:rPr>
              <a:t>, a hallmark of severe conditions like </a:t>
            </a:r>
            <a:r>
              <a:rPr lang="en-US" sz="1200" b="1" i="0" kern="1200" dirty="0">
                <a:solidFill>
                  <a:schemeClr val="tx1"/>
                </a:solidFill>
                <a:effectLst/>
                <a:latin typeface="+mn-lt"/>
                <a:ea typeface="+mn-ea"/>
                <a:cs typeface="+mn-cs"/>
              </a:rPr>
              <a:t>Disseminated Intravascular Coagulation (DIC)</a:t>
            </a:r>
            <a:r>
              <a:rPr lang="en-US" sz="1200" b="0" i="0" kern="1200" dirty="0">
                <a:solidFill>
                  <a:schemeClr val="tx1"/>
                </a:solidFill>
                <a:effectLst/>
                <a:latin typeface="+mn-lt"/>
                <a:ea typeface="+mn-ea"/>
                <a:cs typeface="+mn-cs"/>
              </a:rPr>
              <a:t>, where widespread clotting depletes clotting factors, paradoxically leading to bleeding. Caused by major trauma, severe infections (</a:t>
            </a:r>
            <a:r>
              <a:rPr lang="en-US" sz="1200" b="0" i="0" kern="1200" dirty="0">
                <a:solidFill>
                  <a:schemeClr val="tx1"/>
                </a:solidFill>
                <a:effectLst/>
                <a:latin typeface="+mn-lt"/>
                <a:ea typeface="+mn-ea"/>
                <a:cs typeface="+mn-cs"/>
                <a:hlinkClick r:id="rId3"/>
              </a:rPr>
              <a:t>sepsis</a:t>
            </a:r>
            <a:r>
              <a:rPr lang="en-US" sz="1200" b="0" i="0" kern="1200" dirty="0">
                <a:solidFill>
                  <a:schemeClr val="tx1"/>
                </a:solidFill>
                <a:effectLst/>
                <a:latin typeface="+mn-lt"/>
                <a:ea typeface="+mn-ea"/>
                <a:cs typeface="+mn-cs"/>
              </a:rPr>
              <a:t>), cancer, or obstetric issues, these clots starve organs like kidneys or brain of oxygen, causing dysfunction, while the body's clotting system becomes exhausted, leading to spontaneous hemorrhage. </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38C1BB8-69D1-41DF-B2D4-4B31DF971AF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090957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282C2-78DF-FF61-C2DF-6D46250387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2F828B-3487-F3BB-6AC3-299B24EBD9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379045-5A04-681E-AB93-72E9827FEF44}"/>
              </a:ext>
            </a:extLst>
          </p:cNvPr>
          <p:cNvSpPr>
            <a:spLocks noGrp="1"/>
          </p:cNvSpPr>
          <p:nvPr>
            <p:ph type="body" idx="1"/>
          </p:nvPr>
        </p:nvSpPr>
        <p:spPr/>
        <p:txBody>
          <a:bodyPr/>
          <a:lstStyle/>
          <a:p>
            <a:endParaRPr lang="de-DE"/>
          </a:p>
        </p:txBody>
      </p:sp>
      <p:sp>
        <p:nvSpPr>
          <p:cNvPr id="4" name="Slide Number Placeholder 3">
            <a:extLst>
              <a:ext uri="{FF2B5EF4-FFF2-40B4-BE49-F238E27FC236}">
                <a16:creationId xmlns:a16="http://schemas.microsoft.com/office/drawing/2014/main" id="{4E07A730-E701-149D-0DC6-0AA5F46194F4}"/>
              </a:ext>
            </a:extLst>
          </p:cNvPr>
          <p:cNvSpPr>
            <a:spLocks noGrp="1"/>
          </p:cNvSpPr>
          <p:nvPr>
            <p:ph type="sldNum" sz="quarter" idx="5"/>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fld id="{28182E2C-AC48-45A1-A539-1D63FC6BDE45}" type="slidenum">
              <a:rPr kumimoji="0" lang="de-DE" sz="1000" b="0" i="0" u="none" strike="noStrike" kern="1200" cap="none" spc="0" normalizeH="0" baseline="0" noProof="0" smtClean="0">
                <a:ln>
                  <a:noFill/>
                </a:ln>
                <a:solidFill>
                  <a:srgbClr val="000000"/>
                </a:solidFill>
                <a:effectLst/>
                <a:uLnTx/>
                <a:uFillTx/>
                <a:latin typeface="Verdana"/>
                <a:ea typeface="+mn-ea"/>
                <a:cs typeface="+mn-cs"/>
              </a:rPr>
              <a:pPr marL="0" marR="0" lvl="0" indent="0" algn="l" defTabSz="914377" rtl="0" eaLnBrk="1" fontAlgn="auto" latinLnBrk="0" hangingPunct="1">
                <a:lnSpc>
                  <a:spcPct val="100000"/>
                </a:lnSpc>
                <a:spcBef>
                  <a:spcPts val="0"/>
                </a:spcBef>
                <a:spcAft>
                  <a:spcPts val="0"/>
                </a:spcAft>
                <a:buClrTx/>
                <a:buSzTx/>
                <a:buFontTx/>
                <a:buNone/>
                <a:tabLst/>
                <a:defRPr/>
              </a:pPr>
              <a:t>13</a:t>
            </a:fld>
            <a:endParaRPr kumimoji="0" lang="de-DE" sz="1000" b="0" i="0" u="none" strike="noStrike" kern="1200" cap="none" spc="0" normalizeH="0" baseline="0" noProof="0" dirty="0">
              <a:ln>
                <a:noFill/>
              </a:ln>
              <a:solidFill>
                <a:srgbClr val="000000"/>
              </a:solidFill>
              <a:effectLst/>
              <a:uLnTx/>
              <a:uFillTx/>
              <a:latin typeface="Verdana"/>
              <a:ea typeface="+mn-ea"/>
              <a:cs typeface="+mn-cs"/>
            </a:endParaRPr>
          </a:p>
        </p:txBody>
      </p:sp>
    </p:spTree>
    <p:extLst>
      <p:ext uri="{BB962C8B-B14F-4D97-AF65-F5344CB8AC3E}">
        <p14:creationId xmlns:p14="http://schemas.microsoft.com/office/powerpoint/2010/main" val="26196126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Просьба проверить</a:t>
            </a:r>
            <a:r>
              <a:rPr lang="en-US" dirty="0"/>
              <a:t> (!)</a:t>
            </a:r>
            <a:r>
              <a:rPr lang="ru-RU" dirty="0"/>
              <a:t>, текст </a:t>
            </a:r>
            <a:r>
              <a:rPr lang="ru-RU" dirty="0" err="1"/>
              <a:t>перенабирала</a:t>
            </a:r>
            <a:r>
              <a:rPr lang="ru-RU" dirty="0"/>
              <a:t> полностью</a:t>
            </a:r>
          </a:p>
          <a:p>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4148A-587F-4268-621D-A07858DC4C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A76E51-8140-1042-C4C7-FCB2252C7B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072897-54F9-2485-FB50-BA54A6F0015E}"/>
              </a:ext>
            </a:extLst>
          </p:cNvPr>
          <p:cNvSpPr>
            <a:spLocks noGrp="1"/>
          </p:cNvSpPr>
          <p:nvPr>
            <p:ph type="body" idx="1"/>
          </p:nvPr>
        </p:nvSpPr>
        <p:spPr/>
        <p:txBody>
          <a:bodyPr/>
          <a:lstStyle/>
          <a:p>
            <a:endParaRPr lang="de-DE"/>
          </a:p>
        </p:txBody>
      </p:sp>
      <p:sp>
        <p:nvSpPr>
          <p:cNvPr id="4" name="Slide Number Placeholder 3">
            <a:extLst>
              <a:ext uri="{FF2B5EF4-FFF2-40B4-BE49-F238E27FC236}">
                <a16:creationId xmlns:a16="http://schemas.microsoft.com/office/drawing/2014/main" id="{554EE3CB-62E4-C1FD-97DB-2C7CEBF64644}"/>
              </a:ext>
            </a:extLst>
          </p:cNvPr>
          <p:cNvSpPr>
            <a:spLocks noGrp="1"/>
          </p:cNvSpPr>
          <p:nvPr>
            <p:ph type="sldNum" sz="quarter" idx="5"/>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fld id="{28182E2C-AC48-45A1-A539-1D63FC6BDE45}" type="slidenum">
              <a:rPr kumimoji="0" lang="de-DE" sz="1000" b="0" i="0" u="none" strike="noStrike" kern="1200" cap="none" spc="0" normalizeH="0" baseline="0" noProof="0" smtClean="0">
                <a:ln>
                  <a:noFill/>
                </a:ln>
                <a:solidFill>
                  <a:srgbClr val="000000"/>
                </a:solidFill>
                <a:effectLst/>
                <a:uLnTx/>
                <a:uFillTx/>
                <a:latin typeface="Verdana"/>
                <a:ea typeface="+mn-ea"/>
                <a:cs typeface="+mn-cs"/>
              </a:rPr>
              <a:pPr marL="0" marR="0" lvl="0" indent="0" algn="l" defTabSz="914377" rtl="0" eaLnBrk="1" fontAlgn="auto" latinLnBrk="0" hangingPunct="1">
                <a:lnSpc>
                  <a:spcPct val="100000"/>
                </a:lnSpc>
                <a:spcBef>
                  <a:spcPts val="0"/>
                </a:spcBef>
                <a:spcAft>
                  <a:spcPts val="0"/>
                </a:spcAft>
                <a:buClrTx/>
                <a:buSzTx/>
                <a:buFontTx/>
                <a:buNone/>
                <a:tabLst/>
                <a:defRPr/>
              </a:pPr>
              <a:t>18</a:t>
            </a:fld>
            <a:endParaRPr kumimoji="0" lang="de-DE" sz="1000" b="0" i="0" u="none" strike="noStrike" kern="1200" cap="none" spc="0" normalizeH="0" baseline="0" noProof="0" dirty="0">
              <a:ln>
                <a:noFill/>
              </a:ln>
              <a:solidFill>
                <a:srgbClr val="000000"/>
              </a:solidFill>
              <a:effectLst/>
              <a:uLnTx/>
              <a:uFillTx/>
              <a:latin typeface="Verdana"/>
              <a:ea typeface="+mn-ea"/>
              <a:cs typeface="+mn-cs"/>
            </a:endParaRPr>
          </a:p>
        </p:txBody>
      </p:sp>
    </p:spTree>
    <p:extLst>
      <p:ext uri="{BB962C8B-B14F-4D97-AF65-F5344CB8AC3E}">
        <p14:creationId xmlns:p14="http://schemas.microsoft.com/office/powerpoint/2010/main" val="22673291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Селективные β-АБ в большей степени действуют на β1-рецепторы сердца и в меньшей степени</a:t>
            </a:r>
            <a:r>
              <a:rPr lang="ru-RU" baseline="0" dirty="0"/>
              <a:t> </a:t>
            </a:r>
            <a:r>
              <a:rPr lang="ru-RU" dirty="0"/>
              <a:t>оказывают влияние на β2-рецепторы других органов и систем. [2]</a:t>
            </a:r>
          </a:p>
          <a:p>
            <a:r>
              <a:rPr lang="ru-RU" dirty="0"/>
              <a:t>β1-селективные β-АБ более безопасны у больных с </a:t>
            </a:r>
            <a:r>
              <a:rPr lang="ru-RU" dirty="0" err="1"/>
              <a:t>обструктивными</a:t>
            </a:r>
            <a:r>
              <a:rPr lang="ru-RU" dirty="0"/>
              <a:t> заболеваниями легких, оказывают минимальное действие в отношении липидного обмена [1]; а, также, избирательность действия на β1-рецепторы (</a:t>
            </a:r>
            <a:r>
              <a:rPr lang="ru-RU" dirty="0" err="1"/>
              <a:t>кардиоселективность</a:t>
            </a:r>
            <a:r>
              <a:rPr lang="ru-RU" dirty="0"/>
              <a:t>) позволяет избежать ряда таких побочных эффектов, как: [1, 2]</a:t>
            </a:r>
          </a:p>
          <a:p>
            <a:r>
              <a:rPr lang="ru-RU" dirty="0"/>
              <a:t>• бронхоспастические реакции;</a:t>
            </a:r>
          </a:p>
          <a:p>
            <a:r>
              <a:rPr lang="ru-RU" dirty="0"/>
              <a:t>• вазоспастические реакции;</a:t>
            </a:r>
          </a:p>
          <a:p>
            <a:r>
              <a:rPr lang="ru-RU" dirty="0"/>
              <a:t>• развитие гипогликемии у больных с сопутствующим </a:t>
            </a:r>
            <a:r>
              <a:rPr lang="ru-RU" dirty="0" err="1"/>
              <a:t>инсулинзависимым</a:t>
            </a:r>
            <a:r>
              <a:rPr lang="ru-RU" dirty="0"/>
              <a:t> СД; </a:t>
            </a:r>
          </a:p>
          <a:p>
            <a:r>
              <a:rPr lang="ru-RU" dirty="0"/>
              <a:t>• синдром отмены.</a:t>
            </a:r>
          </a:p>
          <a:p>
            <a:endParaRPr lang="ru-RU" dirty="0"/>
          </a:p>
        </p:txBody>
      </p:sp>
      <p:sp>
        <p:nvSpPr>
          <p:cNvPr id="4" name="Номер слайда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A16902-46BA-4511-9CEC-1A8F04D946B1}" type="slidenum">
              <a:rPr kumimoji="0" lang="ru-R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ru-R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713651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Folienbildplatzhalter 1">
            <a:extLst>
              <a:ext uri="{FF2B5EF4-FFF2-40B4-BE49-F238E27FC236}">
                <a16:creationId xmlns:a16="http://schemas.microsoft.com/office/drawing/2014/main" id="{4820F6B9-C5A5-41D8-BEE8-EFA3247BC12A}"/>
              </a:ext>
            </a:extLst>
          </p:cNvPr>
          <p:cNvSpPr>
            <a:spLocks noGrp="1" noRot="1" noChangeAspect="1" noChangeArrowheads="1" noTextEdit="1"/>
          </p:cNvSpPr>
          <p:nvPr>
            <p:ph type="sldImg"/>
          </p:nvPr>
        </p:nvSpPr>
        <p:spPr bwMode="auto">
          <a:xfrm>
            <a:off x="444500" y="357188"/>
            <a:ext cx="4511675" cy="253841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0595" name="Notizenplatzhalter 2">
            <a:extLst>
              <a:ext uri="{FF2B5EF4-FFF2-40B4-BE49-F238E27FC236}">
                <a16:creationId xmlns:a16="http://schemas.microsoft.com/office/drawing/2014/main" id="{7A070E1A-277B-4D85-B451-CFC9C10955D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de-DE" altLang="en-US"/>
          </a:p>
        </p:txBody>
      </p:sp>
      <p:sp>
        <p:nvSpPr>
          <p:cNvPr id="4" name="Foliennummernplatzhalter 3">
            <a:extLst>
              <a:ext uri="{FF2B5EF4-FFF2-40B4-BE49-F238E27FC236}">
                <a16:creationId xmlns:a16="http://schemas.microsoft.com/office/drawing/2014/main" id="{792C173C-71A6-4893-87C0-597539500E2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22BDD14-7414-4DDC-82A5-8916EE231689}" type="slidenum">
              <a:rPr kumimoji="0" lang="en-US" sz="1200" b="0" i="0" u="none" strike="noStrike" kern="1200" cap="none" spc="0" normalizeH="0" baseline="0" noProof="0" smtClean="0">
                <a:ln>
                  <a:noFill/>
                </a:ln>
                <a:solidFill>
                  <a:srgbClr val="52328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srgbClr val="52328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4891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Segnaposto immagine diapositiva 1">
            <a:extLst>
              <a:ext uri="{FF2B5EF4-FFF2-40B4-BE49-F238E27FC236}">
                <a16:creationId xmlns:a16="http://schemas.microsoft.com/office/drawing/2014/main" id="{458E30A4-CB74-20F5-C35F-FD2F979B8674}"/>
              </a:ext>
            </a:extLst>
          </p:cNvPr>
          <p:cNvSpPr>
            <a:spLocks noGrp="1" noRot="1" noChangeAspect="1" noChangeArrowheads="1" noTextEdit="1"/>
          </p:cNvSpPr>
          <p:nvPr>
            <p:ph type="sldImg"/>
          </p:nvPr>
        </p:nvSpPr>
        <p:spPr>
          <a:ln/>
        </p:spPr>
      </p:sp>
      <p:sp>
        <p:nvSpPr>
          <p:cNvPr id="11266" name="Segnaposto note 2">
            <a:extLst>
              <a:ext uri="{FF2B5EF4-FFF2-40B4-BE49-F238E27FC236}">
                <a16:creationId xmlns:a16="http://schemas.microsoft.com/office/drawing/2014/main" id="{E6169D83-84C9-92C0-726D-18A32B5C3B2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it-IT" altLang="it-IT" dirty="0" err="1">
                <a:latin typeface="Calibri" panose="020F0502020204030204" pitchFamily="34" charset="0"/>
              </a:rPr>
              <a:t>Pharmacological</a:t>
            </a:r>
            <a:r>
              <a:rPr lang="it-IT" altLang="it-IT" dirty="0">
                <a:latin typeface="Calibri" panose="020F0502020204030204" pitchFamily="34" charset="0"/>
              </a:rPr>
              <a:t> </a:t>
            </a:r>
            <a:r>
              <a:rPr lang="it-IT" altLang="it-IT" dirty="0" err="1">
                <a:latin typeface="Calibri" panose="020F0502020204030204" pitchFamily="34" charset="0"/>
              </a:rPr>
              <a:t>differences</a:t>
            </a:r>
            <a:r>
              <a:rPr lang="it-IT" altLang="it-IT" dirty="0">
                <a:latin typeface="Calibri" panose="020F0502020204030204" pitchFamily="34" charset="0"/>
              </a:rPr>
              <a:t> </a:t>
            </a:r>
            <a:r>
              <a:rPr lang="it-IT" altLang="it-IT" dirty="0" err="1">
                <a:latin typeface="Calibri" panose="020F0502020204030204" pitchFamily="34" charset="0"/>
              </a:rPr>
              <a:t>among</a:t>
            </a:r>
            <a:r>
              <a:rPr lang="it-IT" altLang="it-IT" dirty="0">
                <a:latin typeface="Calibri" panose="020F0502020204030204" pitchFamily="34" charset="0"/>
              </a:rPr>
              <a:t> the </a:t>
            </a:r>
            <a:r>
              <a:rPr lang="it-IT" altLang="it-IT" dirty="0" err="1">
                <a:latin typeface="Calibri" panose="020F0502020204030204" pitchFamily="34" charset="0"/>
              </a:rPr>
              <a:t>most</a:t>
            </a:r>
            <a:r>
              <a:rPr lang="it-IT" altLang="it-IT" dirty="0">
                <a:latin typeface="Calibri" panose="020F0502020204030204" pitchFamily="34" charset="0"/>
              </a:rPr>
              <a:t> </a:t>
            </a:r>
            <a:r>
              <a:rPr lang="it-IT" altLang="it-IT" dirty="0" err="1">
                <a:latin typeface="Calibri" panose="020F0502020204030204" pitchFamily="34" charset="0"/>
              </a:rPr>
              <a:t>used</a:t>
            </a:r>
            <a:r>
              <a:rPr lang="it-IT" altLang="it-IT" dirty="0">
                <a:latin typeface="Calibri" panose="020F0502020204030204" pitchFamily="34" charset="0"/>
              </a:rPr>
              <a:t> beta-</a:t>
            </a:r>
            <a:r>
              <a:rPr lang="it-IT" altLang="it-IT" dirty="0" err="1">
                <a:latin typeface="Calibri" panose="020F0502020204030204" pitchFamily="34" charset="0"/>
              </a:rPr>
              <a:t>blockers</a:t>
            </a:r>
            <a:r>
              <a:rPr lang="it-IT" altLang="it-IT" dirty="0">
                <a:latin typeface="Calibri" panose="020F0502020204030204" pitchFamily="34" charset="0"/>
              </a:rPr>
              <a:t>.</a:t>
            </a:r>
          </a:p>
        </p:txBody>
      </p:sp>
      <p:sp>
        <p:nvSpPr>
          <p:cNvPr id="11267" name="Segnaposto numero diapositiva 3">
            <a:extLst>
              <a:ext uri="{FF2B5EF4-FFF2-40B4-BE49-F238E27FC236}">
                <a16:creationId xmlns:a16="http://schemas.microsoft.com/office/drawing/2014/main" id="{8299DC41-F60D-A66B-C70F-46B594378D1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defRPr>
                <a:solidFill>
                  <a:schemeClr val="tx1"/>
                </a:solidFill>
                <a:latin typeface="Arial" panose="020B0604020202020204" pitchFamily="34" charset="0"/>
                <a:ea typeface="ＭＳ Ｐゴシック" panose="020B0600070205080204" pitchFamily="34" charset="-128"/>
              </a:defRPr>
            </a:lvl1pPr>
            <a:lvl2pPr marL="742950" indent="-285750" defTabSz="947738">
              <a:defRPr>
                <a:solidFill>
                  <a:schemeClr val="tx1"/>
                </a:solidFill>
                <a:latin typeface="Arial" panose="020B0604020202020204" pitchFamily="34" charset="0"/>
                <a:ea typeface="ＭＳ Ｐゴシック" panose="020B0600070205080204" pitchFamily="34" charset="-128"/>
              </a:defRPr>
            </a:lvl2pPr>
            <a:lvl3pPr marL="1143000" indent="-228600" defTabSz="947738">
              <a:defRPr>
                <a:solidFill>
                  <a:schemeClr val="tx1"/>
                </a:solidFill>
                <a:latin typeface="Arial" panose="020B0604020202020204" pitchFamily="34" charset="0"/>
                <a:ea typeface="ＭＳ Ｐゴシック" panose="020B0600070205080204" pitchFamily="34" charset="-128"/>
              </a:defRPr>
            </a:lvl3pPr>
            <a:lvl4pPr marL="1600200" indent="-228600" defTabSz="947738">
              <a:defRPr>
                <a:solidFill>
                  <a:schemeClr val="tx1"/>
                </a:solidFill>
                <a:latin typeface="Arial" panose="020B0604020202020204" pitchFamily="34" charset="0"/>
                <a:ea typeface="ＭＳ Ｐゴシック" panose="020B0600070205080204" pitchFamily="34" charset="-128"/>
              </a:defRPr>
            </a:lvl4pPr>
            <a:lvl5pPr marL="2057400" indent="-228600" defTabSz="947738">
              <a:defRPr>
                <a:solidFill>
                  <a:schemeClr val="tx1"/>
                </a:solidFill>
                <a:latin typeface="Arial" panose="020B0604020202020204" pitchFamily="34" charset="0"/>
                <a:ea typeface="ＭＳ Ｐゴシック" panose="020B0600070205080204" pitchFamily="34" charset="-128"/>
              </a:defRPr>
            </a:lvl5pPr>
            <a:lvl6pPr marL="2514600" indent="-228600" defTabSz="94773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4773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4773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4773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r" defTabSz="947738" rtl="0" eaLnBrk="1" fontAlgn="auto" latinLnBrk="0" hangingPunct="1">
              <a:lnSpc>
                <a:spcPct val="100000"/>
              </a:lnSpc>
              <a:spcBef>
                <a:spcPts val="0"/>
              </a:spcBef>
              <a:spcAft>
                <a:spcPts val="0"/>
              </a:spcAft>
              <a:buClrTx/>
              <a:buSzTx/>
              <a:buFontTx/>
              <a:buNone/>
              <a:tabLst/>
              <a:defRPr/>
            </a:pPr>
            <a:fld id="{6ADE9333-4CC9-0549-B2F7-1193842EC3A0}" type="slidenum">
              <a:rPr kumimoji="0" lang="hu-HU" altLang="it-IT"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pPr marL="0" marR="0" lvl="0" indent="0" algn="r" defTabSz="947738" rtl="0" eaLnBrk="1" fontAlgn="auto" latinLnBrk="0" hangingPunct="1">
                <a:lnSpc>
                  <a:spcPct val="100000"/>
                </a:lnSpc>
                <a:spcBef>
                  <a:spcPts val="0"/>
                </a:spcBef>
                <a:spcAft>
                  <a:spcPts val="0"/>
                </a:spcAft>
                <a:buClrTx/>
                <a:buSzTx/>
                <a:buFontTx/>
                <a:buNone/>
                <a:tabLst/>
                <a:defRPr/>
              </a:pPr>
              <a:t>21</a:t>
            </a:fld>
            <a:endParaRPr kumimoji="0" lang="hu-HU" altLang="it-IT"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21882386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1" i="0" kern="1200" dirty="0">
                <a:solidFill>
                  <a:schemeClr val="tx1"/>
                </a:solidFill>
                <a:effectLst/>
                <a:latin typeface="+mn-lt"/>
                <a:ea typeface="+mn-ea"/>
                <a:cs typeface="+mn-cs"/>
              </a:rPr>
              <a:t>Преимущества </a:t>
            </a:r>
            <a:r>
              <a:rPr lang="ru-RU" sz="1200" b="1" i="0" kern="1200" dirty="0" err="1">
                <a:solidFill>
                  <a:schemeClr val="tx1"/>
                </a:solidFill>
                <a:effectLst/>
                <a:latin typeface="+mn-lt"/>
                <a:ea typeface="+mn-ea"/>
                <a:cs typeface="+mn-cs"/>
              </a:rPr>
              <a:t>амфофильных</a:t>
            </a:r>
            <a:r>
              <a:rPr lang="ru-RU" sz="1200" b="1" i="0" kern="1200" dirty="0">
                <a:solidFill>
                  <a:schemeClr val="tx1"/>
                </a:solidFill>
                <a:effectLst/>
                <a:latin typeface="+mn-lt"/>
                <a:ea typeface="+mn-ea"/>
                <a:cs typeface="+mn-cs"/>
              </a:rPr>
              <a:t> β-блокаторов. </a:t>
            </a:r>
            <a:r>
              <a:rPr lang="ru-RU" sz="1200" b="1" i="0" kern="1200" baseline="30000" dirty="0">
                <a:solidFill>
                  <a:schemeClr val="tx1"/>
                </a:solidFill>
                <a:effectLst/>
                <a:latin typeface="+mn-lt"/>
                <a:ea typeface="+mn-ea"/>
                <a:cs typeface="+mn-cs"/>
              </a:rPr>
              <a:t>[1]</a:t>
            </a:r>
          </a:p>
          <a:p>
            <a:r>
              <a:rPr lang="ru-RU" sz="1200" kern="1200" dirty="0">
                <a:solidFill>
                  <a:schemeClr val="tx1"/>
                </a:solidFill>
                <a:effectLst/>
                <a:latin typeface="+mn-lt"/>
                <a:ea typeface="+mn-ea"/>
                <a:cs typeface="+mn-cs"/>
              </a:rPr>
              <a:t>Жиро- и водорастворимые β-блокаторы имеют два пути элиминации – печеночный метаболизм и почечная экскреция. </a:t>
            </a:r>
            <a:r>
              <a:rPr lang="ru-RU" sz="1200" kern="1200" dirty="0" err="1">
                <a:solidFill>
                  <a:schemeClr val="tx1"/>
                </a:solidFill>
                <a:effectLst/>
                <a:latin typeface="+mn-lt"/>
                <a:ea typeface="+mn-ea"/>
                <a:cs typeface="+mn-cs"/>
              </a:rPr>
              <a:t>Бисопролол</a:t>
            </a:r>
            <a:r>
              <a:rPr lang="ru-RU" sz="1200" kern="1200" dirty="0">
                <a:solidFill>
                  <a:schemeClr val="tx1"/>
                </a:solidFill>
                <a:effectLst/>
                <a:latin typeface="+mn-lt"/>
                <a:ea typeface="+mn-ea"/>
                <a:cs typeface="+mn-cs"/>
              </a:rPr>
              <a:t> является </a:t>
            </a:r>
            <a:r>
              <a:rPr lang="ru-RU" sz="1200" kern="1200" dirty="0" err="1">
                <a:solidFill>
                  <a:schemeClr val="tx1"/>
                </a:solidFill>
                <a:effectLst/>
                <a:latin typeface="+mn-lt"/>
                <a:ea typeface="+mn-ea"/>
                <a:cs typeface="+mn-cs"/>
              </a:rPr>
              <a:t>амфофильным</a:t>
            </a:r>
            <a:r>
              <a:rPr lang="ru-RU" sz="1200" kern="1200" dirty="0">
                <a:solidFill>
                  <a:schemeClr val="tx1"/>
                </a:solidFill>
                <a:effectLst/>
                <a:latin typeface="+mn-lt"/>
                <a:ea typeface="+mn-ea"/>
                <a:cs typeface="+mn-cs"/>
              </a:rPr>
              <a:t> β-блокатором, т.к. растворяется и в жирах, и в воде. Вследствие этого, он незначительно проникает через гематоэнцефалический барьер,</a:t>
            </a:r>
            <a:r>
              <a:rPr lang="ru-RU" sz="1200" dirty="0">
                <a:latin typeface="+mn-lt"/>
              </a:rPr>
              <a:t> хорошо всасывается в желудочно-кишечном тракте, обладает высокой </a:t>
            </a:r>
            <a:r>
              <a:rPr lang="ru-RU" sz="1200" dirty="0" err="1">
                <a:latin typeface="+mn-lt"/>
              </a:rPr>
              <a:t>биодоступностью</a:t>
            </a:r>
            <a:r>
              <a:rPr lang="ru-RU" sz="1200" kern="1200" dirty="0">
                <a:solidFill>
                  <a:schemeClr val="tx1"/>
                </a:solidFill>
                <a:effectLst/>
                <a:latin typeface="+mn-lt"/>
                <a:ea typeface="+mn-ea"/>
                <a:cs typeface="+mn-cs"/>
              </a:rPr>
              <a:t> и имеет два равноценных пути элиминации. </a:t>
            </a:r>
          </a:p>
        </p:txBody>
      </p:sp>
      <p:sp>
        <p:nvSpPr>
          <p:cNvPr id="4" name="Номер слайда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A16902-46BA-4511-9CEC-1A8F04D946B1}" type="slidenum">
              <a:rPr kumimoji="0" lang="ru-R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ru-R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799251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85D64-3A26-B650-2572-78A04E540A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344F36-A891-48BA-D7D2-FC87940887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B9D958-5465-B32F-2493-0F49C85CA771}"/>
              </a:ext>
            </a:extLst>
          </p:cNvPr>
          <p:cNvSpPr>
            <a:spLocks noGrp="1"/>
          </p:cNvSpPr>
          <p:nvPr>
            <p:ph type="body" idx="1"/>
          </p:nvPr>
        </p:nvSpPr>
        <p:spPr/>
        <p:txBody>
          <a:bodyPr/>
          <a:lstStyle/>
          <a:p>
            <a:endParaRPr lang="de-DE"/>
          </a:p>
        </p:txBody>
      </p:sp>
      <p:sp>
        <p:nvSpPr>
          <p:cNvPr id="4" name="Slide Number Placeholder 3">
            <a:extLst>
              <a:ext uri="{FF2B5EF4-FFF2-40B4-BE49-F238E27FC236}">
                <a16:creationId xmlns:a16="http://schemas.microsoft.com/office/drawing/2014/main" id="{41E9F533-E49A-D1EB-5096-AB0C5E1A3AB2}"/>
              </a:ext>
            </a:extLst>
          </p:cNvPr>
          <p:cNvSpPr>
            <a:spLocks noGrp="1"/>
          </p:cNvSpPr>
          <p:nvPr>
            <p:ph type="sldNum" sz="quarter" idx="5"/>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fld id="{28182E2C-AC48-45A1-A539-1D63FC6BDE45}" type="slidenum">
              <a:rPr kumimoji="0" lang="de-DE" sz="1000" b="0" i="0" u="none" strike="noStrike" kern="1200" cap="none" spc="0" normalizeH="0" baseline="0" noProof="0" smtClean="0">
                <a:ln>
                  <a:noFill/>
                </a:ln>
                <a:solidFill>
                  <a:srgbClr val="000000"/>
                </a:solidFill>
                <a:effectLst/>
                <a:uLnTx/>
                <a:uFillTx/>
                <a:latin typeface="Verdana"/>
                <a:ea typeface="+mn-ea"/>
                <a:cs typeface="+mn-cs"/>
              </a:rPr>
              <a:pPr marL="0" marR="0" lvl="0" indent="0" algn="l" defTabSz="914377" rtl="0" eaLnBrk="1" fontAlgn="auto" latinLnBrk="0" hangingPunct="1">
                <a:lnSpc>
                  <a:spcPct val="100000"/>
                </a:lnSpc>
                <a:spcBef>
                  <a:spcPts val="0"/>
                </a:spcBef>
                <a:spcAft>
                  <a:spcPts val="0"/>
                </a:spcAft>
                <a:buClrTx/>
                <a:buSzTx/>
                <a:buFontTx/>
                <a:buNone/>
                <a:tabLst/>
                <a:defRPr/>
              </a:pPr>
              <a:t>24</a:t>
            </a:fld>
            <a:endParaRPr kumimoji="0" lang="de-DE" sz="1000" b="0" i="0" u="none" strike="noStrike" kern="1200" cap="none" spc="0" normalizeH="0" baseline="0" noProof="0" dirty="0">
              <a:ln>
                <a:noFill/>
              </a:ln>
              <a:solidFill>
                <a:srgbClr val="000000"/>
              </a:solidFill>
              <a:effectLst/>
              <a:uLnTx/>
              <a:uFillTx/>
              <a:latin typeface="Verdana"/>
              <a:ea typeface="+mn-ea"/>
              <a:cs typeface="+mn-cs"/>
            </a:endParaRPr>
          </a:p>
        </p:txBody>
      </p:sp>
    </p:spTree>
    <p:extLst>
      <p:ext uri="{BB962C8B-B14F-4D97-AF65-F5344CB8AC3E}">
        <p14:creationId xmlns:p14="http://schemas.microsoft.com/office/powerpoint/2010/main" val="3527442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2CC7F-70FD-098C-7F38-FCEFA14BD5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DC2AF9-4759-0C39-6EAC-C49FC241B7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1DE9C5-48BF-91D2-CE9C-9922EA2929D3}"/>
              </a:ext>
            </a:extLst>
          </p:cNvPr>
          <p:cNvSpPr>
            <a:spLocks noGrp="1"/>
          </p:cNvSpPr>
          <p:nvPr>
            <p:ph type="body" idx="1"/>
          </p:nvPr>
        </p:nvSpPr>
        <p:spPr/>
        <p:txBody>
          <a:bodyPr/>
          <a:lstStyle/>
          <a:p>
            <a:endParaRPr lang="de-DE"/>
          </a:p>
        </p:txBody>
      </p:sp>
      <p:sp>
        <p:nvSpPr>
          <p:cNvPr id="4" name="Slide Number Placeholder 3">
            <a:extLst>
              <a:ext uri="{FF2B5EF4-FFF2-40B4-BE49-F238E27FC236}">
                <a16:creationId xmlns:a16="http://schemas.microsoft.com/office/drawing/2014/main" id="{E2495E7C-40E5-9BC3-9ABC-C0EC37C075D0}"/>
              </a:ext>
            </a:extLst>
          </p:cNvPr>
          <p:cNvSpPr>
            <a:spLocks noGrp="1"/>
          </p:cNvSpPr>
          <p:nvPr>
            <p:ph type="sldNum" sz="quarter" idx="5"/>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fld id="{28182E2C-AC48-45A1-A539-1D63FC6BDE45}" type="slidenum">
              <a:rPr kumimoji="0" lang="de-DE" sz="1000" b="0" i="0" u="none" strike="noStrike" kern="1200" cap="none" spc="0" normalizeH="0" baseline="0" noProof="0" smtClean="0">
                <a:ln>
                  <a:noFill/>
                </a:ln>
                <a:solidFill>
                  <a:srgbClr val="000000"/>
                </a:solidFill>
                <a:effectLst/>
                <a:uLnTx/>
                <a:uFillTx/>
                <a:latin typeface="Verdana"/>
                <a:ea typeface="+mn-ea"/>
                <a:cs typeface="+mn-cs"/>
              </a:rPr>
              <a:pPr marL="0" marR="0" lvl="0" indent="0" algn="l" defTabSz="914377" rtl="0" eaLnBrk="1" fontAlgn="auto" latinLnBrk="0" hangingPunct="1">
                <a:lnSpc>
                  <a:spcPct val="100000"/>
                </a:lnSpc>
                <a:spcBef>
                  <a:spcPts val="0"/>
                </a:spcBef>
                <a:spcAft>
                  <a:spcPts val="0"/>
                </a:spcAft>
                <a:buClrTx/>
                <a:buSzTx/>
                <a:buFontTx/>
                <a:buNone/>
                <a:tabLst/>
                <a:defRPr/>
              </a:pPr>
              <a:t>30</a:t>
            </a:fld>
            <a:endParaRPr kumimoji="0" lang="de-DE" sz="1000" b="0" i="0" u="none" strike="noStrike" kern="1200" cap="none" spc="0" normalizeH="0" baseline="0" noProof="0" dirty="0">
              <a:ln>
                <a:noFill/>
              </a:ln>
              <a:solidFill>
                <a:srgbClr val="000000"/>
              </a:solidFill>
              <a:effectLst/>
              <a:uLnTx/>
              <a:uFillTx/>
              <a:latin typeface="Verdana"/>
              <a:ea typeface="+mn-ea"/>
              <a:cs typeface="+mn-cs"/>
            </a:endParaRPr>
          </a:p>
        </p:txBody>
      </p:sp>
    </p:spTree>
    <p:extLst>
      <p:ext uri="{BB962C8B-B14F-4D97-AF65-F5344CB8AC3E}">
        <p14:creationId xmlns:p14="http://schemas.microsoft.com/office/powerpoint/2010/main" val="31313631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метки 1">
            <a:extLst>
              <a:ext uri="{FF2B5EF4-FFF2-40B4-BE49-F238E27FC236}">
                <a16:creationId xmlns:a16="http://schemas.microsoft.com/office/drawing/2014/main" id="{05E9F43B-E102-5281-8E7E-82D09281F1B3}"/>
              </a:ext>
            </a:extLst>
          </p:cNvPr>
          <p:cNvSpPr>
            <a:spLocks noGrp="1"/>
          </p:cNvSpPr>
          <p:nvPr>
            <p:ph type="body" idx="1"/>
          </p:nvPr>
        </p:nvSpPr>
        <p:spPr/>
        <p:txBody>
          <a:bodyPr/>
          <a:lstStyle/>
          <a:p>
            <a:endParaRPr lang="ru-RU" dirty="0"/>
          </a:p>
        </p:txBody>
      </p:sp>
    </p:spTree>
    <p:extLst>
      <p:ext uri="{BB962C8B-B14F-4D97-AF65-F5344CB8AC3E}">
        <p14:creationId xmlns:p14="http://schemas.microsoft.com/office/powerpoint/2010/main" val="32557231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80167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1" i="0" kern="1200" dirty="0">
                <a:solidFill>
                  <a:schemeClr val="tx1"/>
                </a:solidFill>
                <a:effectLst/>
                <a:latin typeface="+mn-lt"/>
                <a:ea typeface="+mn-ea"/>
                <a:cs typeface="+mn-cs"/>
              </a:rPr>
              <a:t>Антиишемическое действие β-блокаторов: </a:t>
            </a:r>
            <a:r>
              <a:rPr lang="ru-RU" sz="1200" b="1" kern="1200" baseline="30000" dirty="0">
                <a:solidFill>
                  <a:schemeClr val="tx1"/>
                </a:solidFill>
                <a:effectLst/>
                <a:latin typeface="+mn-lt"/>
                <a:ea typeface="+mn-ea"/>
                <a:cs typeface="+mn-cs"/>
              </a:rPr>
              <a:t>[1]</a:t>
            </a:r>
          </a:p>
          <a:p>
            <a:r>
              <a:rPr lang="ru-RU" sz="1200" kern="1200" dirty="0">
                <a:solidFill>
                  <a:schemeClr val="tx1"/>
                </a:solidFill>
                <a:effectLst/>
                <a:latin typeface="+mn-lt"/>
                <a:ea typeface="+mn-ea"/>
                <a:cs typeface="+mn-cs"/>
              </a:rPr>
              <a:t>• снижают потребление миокардом кислорода за счет уменьшения ЧСС, сократительной способности сердечной мышцы, систолического артериального давления; </a:t>
            </a:r>
          </a:p>
          <a:p>
            <a:r>
              <a:rPr lang="ru-RU" sz="1200" kern="1200" dirty="0">
                <a:solidFill>
                  <a:schemeClr val="tx1"/>
                </a:solidFill>
                <a:effectLst/>
                <a:latin typeface="+mn-lt"/>
                <a:ea typeface="+mn-ea"/>
                <a:cs typeface="+mn-cs"/>
              </a:rPr>
              <a:t>• удлинение диастолы, вызванное уменьшением ЧСС, может увеличить перфузию миокарда.</a:t>
            </a:r>
          </a:p>
        </p:txBody>
      </p:sp>
      <p:sp>
        <p:nvSpPr>
          <p:cNvPr id="4" name="Номер слайда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A16902-46BA-4511-9CEC-1A8F04D946B1}" type="slidenum">
              <a:rPr kumimoji="0" lang="ru-R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ru-R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954868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A16902-46BA-4511-9CEC-1A8F04D946B1}" type="slidenum">
              <a:rPr kumimoji="0" lang="ru-R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ru-R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712963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8D69D-C3F7-C970-79BE-90B03AA094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50A521-359A-BBFF-5ACE-0ADBEF279C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4AFF94-64DA-3FC0-B465-E4257604549D}"/>
              </a:ext>
            </a:extLst>
          </p:cNvPr>
          <p:cNvSpPr>
            <a:spLocks noGrp="1"/>
          </p:cNvSpPr>
          <p:nvPr>
            <p:ph type="body" idx="1"/>
          </p:nvPr>
        </p:nvSpPr>
        <p:spPr/>
        <p:txBody>
          <a:bodyPr/>
          <a:lstStyle/>
          <a:p>
            <a:endParaRPr lang="de-DE"/>
          </a:p>
        </p:txBody>
      </p:sp>
      <p:sp>
        <p:nvSpPr>
          <p:cNvPr id="4" name="Slide Number Placeholder 3">
            <a:extLst>
              <a:ext uri="{FF2B5EF4-FFF2-40B4-BE49-F238E27FC236}">
                <a16:creationId xmlns:a16="http://schemas.microsoft.com/office/drawing/2014/main" id="{C2239237-48B0-9F22-7645-B2F9C3859873}"/>
              </a:ext>
            </a:extLst>
          </p:cNvPr>
          <p:cNvSpPr>
            <a:spLocks noGrp="1"/>
          </p:cNvSpPr>
          <p:nvPr>
            <p:ph type="sldNum" sz="quarter" idx="5"/>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fld id="{28182E2C-AC48-45A1-A539-1D63FC6BDE45}" type="slidenum">
              <a:rPr kumimoji="0" lang="de-DE" sz="1000" b="0" i="0" u="none" strike="noStrike" kern="1200" cap="none" spc="0" normalizeH="0" baseline="0" noProof="0" smtClean="0">
                <a:ln>
                  <a:noFill/>
                </a:ln>
                <a:solidFill>
                  <a:srgbClr val="000000"/>
                </a:solidFill>
                <a:effectLst/>
                <a:uLnTx/>
                <a:uFillTx/>
                <a:latin typeface="Verdana"/>
                <a:ea typeface="+mn-ea"/>
                <a:cs typeface="+mn-cs"/>
              </a:rPr>
              <a:pPr marL="0" marR="0" lvl="0" indent="0" algn="l" defTabSz="914377" rtl="0" eaLnBrk="1" fontAlgn="auto" latinLnBrk="0" hangingPunct="1">
                <a:lnSpc>
                  <a:spcPct val="100000"/>
                </a:lnSpc>
                <a:spcBef>
                  <a:spcPts val="0"/>
                </a:spcBef>
                <a:spcAft>
                  <a:spcPts val="0"/>
                </a:spcAft>
                <a:buClrTx/>
                <a:buSzTx/>
                <a:buFontTx/>
                <a:buNone/>
                <a:tabLst/>
                <a:defRPr/>
              </a:pPr>
              <a:t>42</a:t>
            </a:fld>
            <a:endParaRPr kumimoji="0" lang="de-DE" sz="1000" b="0" i="0" u="none" strike="noStrike" kern="1200" cap="none" spc="0" normalizeH="0" baseline="0" noProof="0" dirty="0">
              <a:ln>
                <a:noFill/>
              </a:ln>
              <a:solidFill>
                <a:srgbClr val="000000"/>
              </a:solidFill>
              <a:effectLst/>
              <a:uLnTx/>
              <a:uFillTx/>
              <a:latin typeface="Verdana"/>
              <a:ea typeface="+mn-ea"/>
              <a:cs typeface="+mn-cs"/>
            </a:endParaRPr>
          </a:p>
        </p:txBody>
      </p:sp>
    </p:spTree>
    <p:extLst>
      <p:ext uri="{BB962C8B-B14F-4D97-AF65-F5344CB8AC3E}">
        <p14:creationId xmlns:p14="http://schemas.microsoft.com/office/powerpoint/2010/main" val="23181815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408359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611675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D8DD4-F72F-F5BB-6816-248309B4E2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84A3D5-7C6D-2AD8-20A6-CE61330413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584CAC-6209-8297-0C58-F7988A8FE6E1}"/>
              </a:ext>
            </a:extLst>
          </p:cNvPr>
          <p:cNvSpPr>
            <a:spLocks noGrp="1"/>
          </p:cNvSpPr>
          <p:nvPr>
            <p:ph type="body" idx="1"/>
          </p:nvPr>
        </p:nvSpPr>
        <p:spPr/>
        <p:txBody>
          <a:bodyPr/>
          <a:lstStyle/>
          <a:p>
            <a:endParaRPr lang="de-DE"/>
          </a:p>
        </p:txBody>
      </p:sp>
      <p:sp>
        <p:nvSpPr>
          <p:cNvPr id="4" name="Slide Number Placeholder 3">
            <a:extLst>
              <a:ext uri="{FF2B5EF4-FFF2-40B4-BE49-F238E27FC236}">
                <a16:creationId xmlns:a16="http://schemas.microsoft.com/office/drawing/2014/main" id="{F6F8AF51-2ECD-486E-6E37-3D149EA45477}"/>
              </a:ext>
            </a:extLst>
          </p:cNvPr>
          <p:cNvSpPr>
            <a:spLocks noGrp="1"/>
          </p:cNvSpPr>
          <p:nvPr>
            <p:ph type="sldNum" sz="quarter" idx="5"/>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fld id="{28182E2C-AC48-45A1-A539-1D63FC6BDE45}" type="slidenum">
              <a:rPr kumimoji="0" lang="de-DE" sz="1000" b="0" i="0" u="none" strike="noStrike" kern="1200" cap="none" spc="0" normalizeH="0" baseline="0" noProof="0" smtClean="0">
                <a:ln>
                  <a:noFill/>
                </a:ln>
                <a:solidFill>
                  <a:srgbClr val="000000"/>
                </a:solidFill>
                <a:effectLst/>
                <a:uLnTx/>
                <a:uFillTx/>
                <a:latin typeface="Verdana"/>
                <a:ea typeface="+mn-ea"/>
                <a:cs typeface="+mn-cs"/>
              </a:rPr>
              <a:pPr marL="0" marR="0" lvl="0" indent="0" algn="l" defTabSz="914377" rtl="0" eaLnBrk="1" fontAlgn="auto" latinLnBrk="0" hangingPunct="1">
                <a:lnSpc>
                  <a:spcPct val="100000"/>
                </a:lnSpc>
                <a:spcBef>
                  <a:spcPts val="0"/>
                </a:spcBef>
                <a:spcAft>
                  <a:spcPts val="0"/>
                </a:spcAft>
                <a:buClrTx/>
                <a:buSzTx/>
                <a:buFontTx/>
                <a:buNone/>
                <a:tabLst/>
                <a:defRPr/>
              </a:pPr>
              <a:t>49</a:t>
            </a:fld>
            <a:endParaRPr kumimoji="0" lang="de-DE" sz="1000" b="0" i="0" u="none" strike="noStrike" kern="1200" cap="none" spc="0" normalizeH="0" baseline="0" noProof="0" dirty="0">
              <a:ln>
                <a:noFill/>
              </a:ln>
              <a:solidFill>
                <a:srgbClr val="000000"/>
              </a:solidFill>
              <a:effectLst/>
              <a:uLnTx/>
              <a:uFillTx/>
              <a:latin typeface="Verdana"/>
              <a:ea typeface="+mn-ea"/>
              <a:cs typeface="+mn-cs"/>
            </a:endParaRPr>
          </a:p>
        </p:txBody>
      </p:sp>
    </p:spTree>
    <p:extLst>
      <p:ext uri="{BB962C8B-B14F-4D97-AF65-F5344CB8AC3E}">
        <p14:creationId xmlns:p14="http://schemas.microsoft.com/office/powerpoint/2010/main" val="31369843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ru-RU" dirty="0"/>
          </a:p>
        </p:txBody>
      </p:sp>
    </p:spTree>
    <p:extLst>
      <p:ext uri="{BB962C8B-B14F-4D97-AF65-F5344CB8AC3E}">
        <p14:creationId xmlns:p14="http://schemas.microsoft.com/office/powerpoint/2010/main" val="22584779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ru-RU" sz="1200" b="1" dirty="0"/>
              <a:t>Дизайн исследования. </a:t>
            </a:r>
            <a:r>
              <a:rPr lang="ru-RU" sz="1200" dirty="0">
                <a:latin typeface="Calibri" panose="020F0502020204030204" pitchFamily="34" charset="0"/>
                <a:cs typeface="Calibri" panose="020F0502020204030204" pitchFamily="34" charset="0"/>
              </a:rPr>
              <a:t>[1]</a:t>
            </a:r>
          </a:p>
          <a:p>
            <a:pPr algn="just"/>
            <a:endParaRPr lang="ru-RU" sz="1200" b="1" dirty="0"/>
          </a:p>
          <a:p>
            <a:pPr algn="just"/>
            <a:r>
              <a:rPr lang="ru-RU" sz="1200" dirty="0"/>
              <a:t>В работе (</a:t>
            </a:r>
            <a:r>
              <a:rPr lang="ru-RU" sz="1200" dirty="0" err="1"/>
              <a:t>неинтервенционное</a:t>
            </a:r>
            <a:r>
              <a:rPr lang="ru-RU" sz="1200" dirty="0"/>
              <a:t> исследование) были использованы данные по 10 430 пациентам с </a:t>
            </a:r>
            <a:r>
              <a:rPr lang="ru-RU" sz="1200" dirty="0">
                <a:latin typeface="Calibri" panose="020F0502020204030204" pitchFamily="34" charset="0"/>
                <a:cs typeface="Calibri" panose="020F0502020204030204" pitchFamily="34" charset="0"/>
              </a:rPr>
              <a:t>гипертонической болезнью старше 18 лет</a:t>
            </a:r>
            <a:r>
              <a:rPr lang="ru-RU" sz="1200" dirty="0"/>
              <a:t>. Были выделены 4 группы: группа 1 – без сопутствующих заболеваний; группа 2 – с диабетом 2 типа; группа 3 – с сердечно-сосудистыми заболеваниями; группа 4 – с диабетом 2 типа и сердечно-сосудистыми заболеваниями. Приверженность к лечению определялась на основе потребления назначенных таблеток: «отлично» – &gt;90%, «хорошо» – 76-90%, «умеренно» – 51-75%, «плохо» – ≤50%. Эффективность терапии оценивали на основании снижения значений артериального и пульсового давления, а, также, из расчета доли пациентов с целевым значением артериального давления (АД) – &lt;140/90 мм рт. </a:t>
            </a:r>
            <a:r>
              <a:rPr lang="ru-RU" sz="1200" dirty="0">
                <a:cs typeface="Calibri" panose="020F0502020204030204" pitchFamily="34" charset="0"/>
              </a:rPr>
              <a:t>через 6 месяцев применения фиксированной комбинации (в сравнении с данными начала исследования). Пациенты были переведены из режима свободной комбинации препаратов </a:t>
            </a:r>
            <a:r>
              <a:rPr lang="ru-RU" sz="1200" dirty="0" err="1">
                <a:cs typeface="Calibri" panose="020F0502020204030204" pitchFamily="34" charset="0"/>
              </a:rPr>
              <a:t>Бисопролола</a:t>
            </a:r>
            <a:r>
              <a:rPr lang="ru-RU" sz="1200" dirty="0">
                <a:cs typeface="Calibri" panose="020F0502020204030204" pitchFamily="34" charset="0"/>
              </a:rPr>
              <a:t> и </a:t>
            </a:r>
            <a:r>
              <a:rPr lang="ru-RU" sz="1200" dirty="0" err="1">
                <a:cs typeface="Calibri" panose="020F0502020204030204" pitchFamily="34" charset="0"/>
              </a:rPr>
              <a:t>Амлодипина</a:t>
            </a:r>
            <a:r>
              <a:rPr lang="ru-RU" sz="1200" dirty="0">
                <a:cs typeface="Calibri" panose="020F0502020204030204" pitchFamily="34" charset="0"/>
              </a:rPr>
              <a:t> в режим фиксированной комбинации не менее, чем за 4 недели до формирования групп.</a:t>
            </a:r>
          </a:p>
          <a:p>
            <a:pPr marL="0" marR="0" indent="0" algn="just" defTabSz="914400" rtl="0" eaLnBrk="1" fontAlgn="auto" latinLnBrk="0" hangingPunct="1">
              <a:lnSpc>
                <a:spcPct val="100000"/>
              </a:lnSpc>
              <a:spcBef>
                <a:spcPts val="0"/>
              </a:spcBef>
              <a:spcAft>
                <a:spcPts val="0"/>
              </a:spcAft>
              <a:buClrTx/>
              <a:buSzTx/>
              <a:buFontTx/>
              <a:buNone/>
              <a:tabLst/>
              <a:defRPr/>
            </a:pPr>
            <a:endParaRPr lang="ru-RU" sz="1200" b="1" dirty="0"/>
          </a:p>
          <a:p>
            <a:pPr marL="0" marR="0" indent="0" algn="just" defTabSz="914400" rtl="0" eaLnBrk="1" fontAlgn="auto" latinLnBrk="0" hangingPunct="1">
              <a:lnSpc>
                <a:spcPct val="100000"/>
              </a:lnSpc>
              <a:spcBef>
                <a:spcPts val="0"/>
              </a:spcBef>
              <a:spcAft>
                <a:spcPts val="0"/>
              </a:spcAft>
              <a:buClrTx/>
              <a:buSzTx/>
              <a:buFontTx/>
              <a:buNone/>
              <a:tabLst/>
              <a:defRPr/>
            </a:pPr>
            <a:r>
              <a:rPr lang="ru-RU" sz="1200" b="1" dirty="0"/>
              <a:t>Результаты исследования.</a:t>
            </a:r>
            <a:r>
              <a:rPr lang="ru-RU" sz="1200" dirty="0">
                <a:latin typeface="Calibri" panose="020F0502020204030204" pitchFamily="34" charset="0"/>
                <a:cs typeface="Calibri" panose="020F0502020204030204" pitchFamily="34" charset="0"/>
              </a:rPr>
              <a:t> [1]</a:t>
            </a:r>
          </a:p>
          <a:p>
            <a:pPr algn="just"/>
            <a:endParaRPr lang="ru-RU" sz="1200" i="1" dirty="0"/>
          </a:p>
          <a:p>
            <a:pPr algn="just"/>
            <a:r>
              <a:rPr lang="ru-RU" sz="1200" i="1" dirty="0"/>
              <a:t>В начале исследования </a:t>
            </a:r>
            <a:r>
              <a:rPr lang="ru-RU" sz="1200" dirty="0"/>
              <a:t>(табл. 1).</a:t>
            </a:r>
          </a:p>
          <a:p>
            <a:pPr algn="just"/>
            <a:r>
              <a:rPr lang="ru-RU" sz="1200" dirty="0"/>
              <a:t>Группа 1 (53% пациентов) – среднее систолическое АД: 145,5/88,3 мм рт. ст., доля пациентов с уровнем АД&gt;140/90 мм рт. ст. составила 28%. </a:t>
            </a:r>
          </a:p>
          <a:p>
            <a:pPr algn="just"/>
            <a:r>
              <a:rPr lang="ru-RU" sz="1200" dirty="0"/>
              <a:t>Группа 2 (8%): ​​среднее систолическое АД: 149,3 / 89,2 мм рт. ст.; 33% – с уровнем АД&gt;140/90 мм рт. ст.;</a:t>
            </a:r>
          </a:p>
          <a:p>
            <a:pPr algn="just"/>
            <a:r>
              <a:rPr lang="ru-RU" sz="1200" dirty="0"/>
              <a:t>Группа 3 (25%): среднее систолическое АД: 148,5/88,3 мм рт. ст.; 31% – с уровнем АД&gt;140/90 мм рт. ст.;</a:t>
            </a:r>
          </a:p>
          <a:p>
            <a:pPr algn="just"/>
            <a:r>
              <a:rPr lang="ru-RU" sz="1200" dirty="0"/>
              <a:t>Группа 4 (14%): среднее систолическое АД : 151,5/90,1 мм рт. ст.; 38% – с уровнем АД&gt;140/90 мм рт. ст.</a:t>
            </a:r>
          </a:p>
          <a:p>
            <a:pPr algn="just"/>
            <a:endParaRPr lang="ru-RU" sz="1200" dirty="0"/>
          </a:p>
          <a:p>
            <a:pPr algn="just"/>
            <a:r>
              <a:rPr lang="ru-RU" sz="1200" dirty="0"/>
              <a:t>Средняя доза препарата в виде фиксированной комбинации в группе 1 составила: </a:t>
            </a:r>
            <a:r>
              <a:rPr lang="en-US" sz="1200" dirty="0"/>
              <a:t>5.7±2 mg/</a:t>
            </a:r>
            <a:r>
              <a:rPr lang="ru-RU" sz="1200" dirty="0"/>
              <a:t>день</a:t>
            </a:r>
            <a:r>
              <a:rPr lang="en-US" sz="1200" dirty="0"/>
              <a:t> </a:t>
            </a:r>
            <a:r>
              <a:rPr lang="ru-RU" sz="1200" dirty="0"/>
              <a:t>для </a:t>
            </a:r>
            <a:r>
              <a:rPr lang="ru-RU" sz="1200" dirty="0" err="1"/>
              <a:t>Бисопролола</a:t>
            </a:r>
            <a:r>
              <a:rPr lang="ru-RU" sz="1200" dirty="0"/>
              <a:t> и</a:t>
            </a:r>
            <a:r>
              <a:rPr lang="en-US" sz="1200" dirty="0"/>
              <a:t> 6.3±2 mg/</a:t>
            </a:r>
            <a:r>
              <a:rPr lang="ru-RU" sz="1200" dirty="0"/>
              <a:t> день для </a:t>
            </a:r>
            <a:r>
              <a:rPr lang="ru-RU" sz="1200" dirty="0" err="1"/>
              <a:t>Амлодипина</a:t>
            </a:r>
            <a:r>
              <a:rPr lang="ru-RU" sz="1200" dirty="0"/>
              <a:t>. Самая высокая доза была назначена в группе 4: </a:t>
            </a:r>
            <a:r>
              <a:rPr lang="en-US" sz="1200" dirty="0"/>
              <a:t>6.0±2/6.6±2 mg/</a:t>
            </a:r>
            <a:r>
              <a:rPr lang="ru-RU" sz="1200" dirty="0"/>
              <a:t> день</a:t>
            </a:r>
            <a:r>
              <a:rPr lang="en-US" sz="1200" dirty="0"/>
              <a:t>.</a:t>
            </a:r>
            <a:endParaRPr lang="ru-RU" sz="1200" dirty="0"/>
          </a:p>
          <a:p>
            <a:endParaRPr lang="ru-RU" dirty="0"/>
          </a:p>
          <a:p>
            <a:pPr marL="0" marR="0" indent="0" algn="just" defTabSz="914400" rtl="0" eaLnBrk="1" fontAlgn="auto" latinLnBrk="0" hangingPunct="1">
              <a:lnSpc>
                <a:spcPct val="100000"/>
              </a:lnSpc>
              <a:spcBef>
                <a:spcPts val="0"/>
              </a:spcBef>
              <a:spcAft>
                <a:spcPts val="0"/>
              </a:spcAft>
              <a:buClrTx/>
              <a:buSzTx/>
              <a:buFontTx/>
              <a:buNone/>
              <a:tabLst/>
              <a:defRPr/>
            </a:pPr>
            <a:r>
              <a:rPr lang="ru-RU" sz="1200" i="1" dirty="0"/>
              <a:t>Через 6 месяцев </a:t>
            </a:r>
            <a:r>
              <a:rPr lang="ru-RU" sz="1200" dirty="0"/>
              <a:t>(табл. 2, 3). </a:t>
            </a:r>
            <a:r>
              <a:rPr lang="ru-RU" sz="1200" dirty="0">
                <a:latin typeface="Calibri" panose="020F0502020204030204" pitchFamily="34" charset="0"/>
                <a:cs typeface="Calibri" panose="020F0502020204030204" pitchFamily="34" charset="0"/>
              </a:rPr>
              <a:t>[1]</a:t>
            </a:r>
          </a:p>
          <a:p>
            <a:pPr algn="just"/>
            <a:endParaRPr lang="ru-RU" sz="1200" i="1" dirty="0"/>
          </a:p>
          <a:p>
            <a:pPr algn="just"/>
            <a:r>
              <a:rPr lang="ru-RU" sz="1200" dirty="0"/>
              <a:t>1. В отношении приверженности – оценки «хорошо» или «отлично» были зафиксированы у 95% пациентов по всем группам; </a:t>
            </a:r>
          </a:p>
          <a:p>
            <a:pPr algn="just"/>
            <a:endParaRPr lang="ru-RU" sz="1200" dirty="0"/>
          </a:p>
          <a:p>
            <a:pPr algn="just"/>
            <a:r>
              <a:rPr lang="ru-RU" sz="1200" dirty="0"/>
              <a:t>2. Среднее систолическое АД снизилось более, чем на 10% во всех группах (что привело к высоким значениям силы эффекта) и составило: в группе 1 – </a:t>
            </a:r>
            <a:r>
              <a:rPr lang="en-US" sz="1200" dirty="0"/>
              <a:t>130±9</a:t>
            </a:r>
            <a:r>
              <a:rPr lang="ru-RU" sz="1200" dirty="0"/>
              <a:t>, в группе 2 – </a:t>
            </a:r>
            <a:r>
              <a:rPr lang="en-US" sz="1200" dirty="0"/>
              <a:t>131.7±11</a:t>
            </a:r>
            <a:r>
              <a:rPr lang="ru-RU" sz="1200" dirty="0"/>
              <a:t>, в группе 3 – </a:t>
            </a:r>
            <a:r>
              <a:rPr lang="en-US" sz="1200" dirty="0"/>
              <a:t>131.3±10</a:t>
            </a:r>
            <a:r>
              <a:rPr lang="ru-RU" sz="1200" dirty="0"/>
              <a:t>, в группе 4 – </a:t>
            </a:r>
            <a:r>
              <a:rPr lang="en-US" sz="1200" dirty="0"/>
              <a:t>132.3±10 </a:t>
            </a:r>
            <a:r>
              <a:rPr lang="ru-RU" sz="1200" dirty="0"/>
              <a:t>мм рт. ст.</a:t>
            </a:r>
          </a:p>
          <a:p>
            <a:pPr algn="just"/>
            <a:endParaRPr lang="ru-RU" sz="1200" dirty="0"/>
          </a:p>
          <a:p>
            <a:pPr algn="just"/>
            <a:r>
              <a:rPr lang="ru-RU" sz="1200" dirty="0"/>
              <a:t>3. Произошло снижение доли пациентов с уровнем АД&gt;140/90 мм рт. ст. во всех 4-х группах.</a:t>
            </a:r>
          </a:p>
          <a:p>
            <a:pPr algn="just"/>
            <a:endParaRPr lang="ru-RU" sz="1200" dirty="0"/>
          </a:p>
          <a:p>
            <a:pPr algn="just"/>
            <a:r>
              <a:rPr lang="ru-RU" sz="1200" dirty="0"/>
              <a:t>4. Пульсовое давление уменьшилось соотносительно с силой эффекта d&gt;0,5 во всех группах.</a:t>
            </a:r>
          </a:p>
          <a:p>
            <a:pPr algn="just"/>
            <a:endParaRPr lang="ru-RU" sz="1200" dirty="0"/>
          </a:p>
          <a:p>
            <a:pPr algn="just"/>
            <a:r>
              <a:rPr lang="ru-RU" sz="1200" dirty="0"/>
              <a:t>5. В силу того факта, что применение фиксированной комбинации у пациентов с гипертонической болезнью (как без сопутствующих заболеваний, так и с сопутствующими заболеваниями) приводило к сопоставимому снижению значений артериального и пульсового давления – </a:t>
            </a:r>
            <a:r>
              <a:rPr lang="ru-RU" sz="1200" i="1" dirty="0"/>
              <a:t>появляется обоснованная возможность таким путём значительно сократить риск сердечно-сосудистых осложнений у пациентов с артериальной гипертонией (АГ), страдающих диабетом и ишемической болезнью сердца</a:t>
            </a:r>
            <a:r>
              <a:rPr lang="ru-RU" sz="1200" dirty="0"/>
              <a:t>.</a:t>
            </a:r>
          </a:p>
          <a:p>
            <a:pPr algn="just"/>
            <a:endParaRPr lang="ru-RU" sz="1200" b="1" dirty="0"/>
          </a:p>
          <a:p>
            <a:pPr marL="0" marR="0" indent="0" algn="just" defTabSz="914400" rtl="0" eaLnBrk="1" fontAlgn="auto" latinLnBrk="0" hangingPunct="1">
              <a:lnSpc>
                <a:spcPct val="100000"/>
              </a:lnSpc>
              <a:spcBef>
                <a:spcPts val="0"/>
              </a:spcBef>
              <a:spcAft>
                <a:spcPts val="0"/>
              </a:spcAft>
              <a:buClrTx/>
              <a:buSzTx/>
              <a:buFontTx/>
              <a:buNone/>
              <a:tabLst/>
              <a:defRPr/>
            </a:pPr>
            <a:r>
              <a:rPr lang="ru-RU" sz="1200" b="1" dirty="0"/>
              <a:t>Вывод:</a:t>
            </a:r>
            <a:r>
              <a:rPr lang="ru-RU" sz="1200" dirty="0"/>
              <a:t> </a:t>
            </a:r>
            <a:r>
              <a:rPr lang="ru-RU" sz="1200" dirty="0">
                <a:latin typeface="Calibri" panose="020F0502020204030204" pitchFamily="34" charset="0"/>
                <a:cs typeface="Calibri" panose="020F0502020204030204" pitchFamily="34" charset="0"/>
              </a:rPr>
              <a:t>[1]</a:t>
            </a:r>
          </a:p>
          <a:p>
            <a:pPr algn="just"/>
            <a:endParaRPr lang="ru-RU" sz="1200" dirty="0"/>
          </a:p>
          <a:p>
            <a:pPr algn="just"/>
            <a:r>
              <a:rPr lang="ru-RU" sz="1200" dirty="0"/>
              <a:t>• переход от свободной к фиксированной комбинации препаратов </a:t>
            </a:r>
            <a:r>
              <a:rPr lang="ru-RU" sz="1200" dirty="0" err="1"/>
              <a:t>Бисопролола</a:t>
            </a:r>
            <a:r>
              <a:rPr lang="ru-RU" sz="1200" dirty="0"/>
              <a:t> и </a:t>
            </a:r>
            <a:r>
              <a:rPr lang="ru-RU" sz="1200" dirty="0" err="1"/>
              <a:t>Амлодипина</a:t>
            </a:r>
            <a:r>
              <a:rPr lang="ru-RU" sz="1200" dirty="0"/>
              <a:t> способствует формированию очень хорошей приверженности к лечению среди пациентов;</a:t>
            </a:r>
          </a:p>
          <a:p>
            <a:pPr algn="just"/>
            <a:r>
              <a:rPr lang="ru-RU" sz="1200" dirty="0"/>
              <a:t>• отмечается значительное снижение ранее повышенных значений АД в большинстве случаев до значений, ниже целевых (140/90 мм рт. ст.), независимо от сопутствующей патологии (диабет и сердечно-сосудистые заболевания); </a:t>
            </a:r>
            <a:r>
              <a:rPr lang="ru-RU" sz="1200" i="1" dirty="0"/>
              <a:t>это указывает на снижение риска наступления фатальных событий</a:t>
            </a:r>
            <a:r>
              <a:rPr lang="ru-RU" sz="1200" dirty="0"/>
              <a:t>.</a:t>
            </a:r>
          </a:p>
          <a:p>
            <a:endParaRPr lang="ru-RU" dirty="0"/>
          </a:p>
        </p:txBody>
      </p:sp>
      <p:sp>
        <p:nvSpPr>
          <p:cNvPr id="4" name="Номер слайда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A16902-46BA-4511-9CEC-1A8F04D946B1}" type="slidenum">
              <a:rPr kumimoji="0" lang="ru-R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ru-R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750796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400" dirty="0"/>
              <a:t>Повышенная ЧСС (&gt;80 в 1 мин.), как маркер повышения активности симпатоадреналовой системы – имеет место приблизительно у 30% больных АГ [1]. Повышение ЧСС (&gt;70 в 1 мин.) – имеет место уже более, чем у 60% пациентов с АГ. [3] </a:t>
            </a:r>
          </a:p>
          <a:p>
            <a:r>
              <a:rPr lang="ru-RU" sz="1400" dirty="0"/>
              <a:t>При этом, по данным ВОЗ, гипертонией в той или иной форме страдает, практически, треть населения земного шара; в России, от гипертонии и её последствий – ежегодно умирает свыше 1,5 миллионов человек; 40 % гипертоников – это люди в возрасте до 50 лет. [2]</a:t>
            </a:r>
          </a:p>
          <a:p>
            <a:endParaRPr lang="ru-RU" sz="1400" dirty="0"/>
          </a:p>
          <a:p>
            <a:pPr>
              <a:spcAft>
                <a:spcPts val="0"/>
              </a:spcAft>
            </a:pPr>
            <a:r>
              <a:rPr lang="ru-RU" sz="2000" b="1" dirty="0">
                <a:solidFill>
                  <a:srgbClr val="065DA6"/>
                </a:solidFill>
                <a:latin typeface="Calibri"/>
              </a:rPr>
              <a:t>Название и дозировка препаратов:</a:t>
            </a:r>
          </a:p>
          <a:p>
            <a:pPr>
              <a:spcAft>
                <a:spcPts val="0"/>
              </a:spcAft>
            </a:pPr>
            <a:endParaRPr lang="ru-RU" sz="1400" dirty="0">
              <a:solidFill>
                <a:srgbClr val="0070C0"/>
              </a:solidFill>
              <a:latin typeface="Calibri"/>
            </a:endParaRPr>
          </a:p>
          <a:p>
            <a:pPr>
              <a:spcAft>
                <a:spcPts val="0"/>
              </a:spcAft>
            </a:pPr>
            <a:r>
              <a:rPr lang="ru-RU" sz="1400" b="1" dirty="0">
                <a:latin typeface="Calibri" panose="020F0502020204030204" pitchFamily="34" charset="0"/>
                <a:ea typeface="Calibri" panose="020F0502020204030204" pitchFamily="34" charset="0"/>
                <a:cs typeface="Times New Roman" panose="02020603050405020304" pitchFamily="18" charset="0"/>
              </a:rPr>
              <a:t>1-ая группа: </a:t>
            </a:r>
          </a:p>
          <a:p>
            <a:pPr>
              <a:spcAft>
                <a:spcPts val="0"/>
              </a:spcAft>
            </a:pPr>
            <a:r>
              <a:rPr lang="ru-RU" sz="1400" dirty="0">
                <a:latin typeface="Calibri" panose="020F0502020204030204" pitchFamily="34" charset="0"/>
                <a:ea typeface="Calibri" panose="020F0502020204030204" pitchFamily="34" charset="0"/>
                <a:cs typeface="Times New Roman" panose="02020603050405020304" pitchFamily="18" charset="0"/>
              </a:rPr>
              <a:t>дозу фиксированной комбинации </a:t>
            </a:r>
            <a:r>
              <a:rPr lang="ru-RU" sz="1400" dirty="0" err="1">
                <a:latin typeface="Calibri" panose="020F0502020204030204" pitchFamily="34" charset="0"/>
                <a:ea typeface="Calibri" panose="020F0502020204030204" pitchFamily="34" charset="0"/>
                <a:cs typeface="Times New Roman" panose="02020603050405020304" pitchFamily="18" charset="0"/>
              </a:rPr>
              <a:t>Бисопролола</a:t>
            </a:r>
            <a:r>
              <a:rPr lang="ru-RU" sz="1400" dirty="0">
                <a:latin typeface="Calibri" panose="020F0502020204030204" pitchFamily="34" charset="0"/>
                <a:ea typeface="Calibri" panose="020F0502020204030204" pitchFamily="34" charset="0"/>
                <a:cs typeface="Times New Roman" panose="02020603050405020304" pitchFamily="18" charset="0"/>
              </a:rPr>
              <a:t> и </a:t>
            </a:r>
            <a:r>
              <a:rPr lang="ru-RU" sz="1400" dirty="0" err="1">
                <a:latin typeface="Calibri" panose="020F0502020204030204" pitchFamily="34" charset="0"/>
                <a:ea typeface="Calibri" panose="020F0502020204030204" pitchFamily="34" charset="0"/>
                <a:cs typeface="Times New Roman" panose="02020603050405020304" pitchFamily="18" charset="0"/>
              </a:rPr>
              <a:t>Амлодипина</a:t>
            </a:r>
            <a:r>
              <a:rPr lang="ru-RU" sz="1400" dirty="0">
                <a:latin typeface="Calibri" panose="020F0502020204030204" pitchFamily="34" charset="0"/>
                <a:ea typeface="Calibri" panose="020F0502020204030204" pitchFamily="34" charset="0"/>
                <a:cs typeface="Times New Roman" panose="02020603050405020304" pitchFamily="18" charset="0"/>
              </a:rPr>
              <a:t> (оригинальный препарат) 5+5 мг/</a:t>
            </a:r>
            <a:r>
              <a:rPr lang="ru-RU" sz="1400" dirty="0" err="1">
                <a:latin typeface="Calibri" panose="020F0502020204030204" pitchFamily="34" charset="0"/>
                <a:ea typeface="Calibri" panose="020F0502020204030204" pitchFamily="34" charset="0"/>
                <a:cs typeface="Times New Roman" panose="02020603050405020304" pitchFamily="18" charset="0"/>
              </a:rPr>
              <a:t>сут</a:t>
            </a:r>
            <a:r>
              <a:rPr lang="ru-RU" sz="1400" dirty="0">
                <a:latin typeface="Calibri" panose="020F0502020204030204" pitchFamily="34" charset="0"/>
                <a:ea typeface="Calibri" panose="020F0502020204030204" pitchFamily="34" charset="0"/>
                <a:cs typeface="Times New Roman" panose="02020603050405020304" pitchFamily="18" charset="0"/>
              </a:rPr>
              <a:t> принимали 23,4% пациентов, 10+5 мг/</a:t>
            </a:r>
            <a:r>
              <a:rPr lang="ru-RU" sz="1400" dirty="0" err="1">
                <a:latin typeface="Calibri" panose="020F0502020204030204" pitchFamily="34" charset="0"/>
                <a:ea typeface="Calibri" panose="020F0502020204030204" pitchFamily="34" charset="0"/>
                <a:cs typeface="Times New Roman" panose="02020603050405020304" pitchFamily="18" charset="0"/>
              </a:rPr>
              <a:t>сут</a:t>
            </a:r>
            <a:r>
              <a:rPr lang="ru-RU" sz="1400" dirty="0">
                <a:latin typeface="Calibri" panose="020F0502020204030204" pitchFamily="34" charset="0"/>
                <a:ea typeface="Calibri" panose="020F0502020204030204" pitchFamily="34" charset="0"/>
                <a:cs typeface="Times New Roman" panose="02020603050405020304" pitchFamily="18" charset="0"/>
              </a:rPr>
              <a:t> – 40%, 10+10 мг/</a:t>
            </a:r>
            <a:r>
              <a:rPr lang="ru-RU" sz="1400" dirty="0" err="1">
                <a:latin typeface="Calibri" panose="020F0502020204030204" pitchFamily="34" charset="0"/>
                <a:ea typeface="Calibri" panose="020F0502020204030204" pitchFamily="34" charset="0"/>
                <a:cs typeface="Times New Roman" panose="02020603050405020304" pitchFamily="18" charset="0"/>
              </a:rPr>
              <a:t>сут</a:t>
            </a:r>
            <a:r>
              <a:rPr lang="ru-RU" sz="1400" dirty="0">
                <a:latin typeface="Calibri" panose="020F0502020204030204" pitchFamily="34" charset="0"/>
                <a:ea typeface="Calibri" panose="020F0502020204030204" pitchFamily="34" charset="0"/>
                <a:cs typeface="Times New Roman" panose="02020603050405020304" pitchFamily="18" charset="0"/>
              </a:rPr>
              <a:t> – 33,3%, 5+10 мг/</a:t>
            </a:r>
            <a:r>
              <a:rPr lang="ru-RU" sz="1400" dirty="0" err="1">
                <a:latin typeface="Calibri" panose="020F0502020204030204" pitchFamily="34" charset="0"/>
                <a:ea typeface="Calibri" panose="020F0502020204030204" pitchFamily="34" charset="0"/>
                <a:cs typeface="Times New Roman" panose="02020603050405020304" pitchFamily="18" charset="0"/>
              </a:rPr>
              <a:t>сут</a:t>
            </a:r>
            <a:r>
              <a:rPr lang="ru-RU" sz="1400" dirty="0">
                <a:latin typeface="Calibri" panose="020F0502020204030204" pitchFamily="34" charset="0"/>
                <a:ea typeface="Calibri" panose="020F0502020204030204" pitchFamily="34" charset="0"/>
                <a:cs typeface="Times New Roman" panose="02020603050405020304" pitchFamily="18" charset="0"/>
              </a:rPr>
              <a:t> – 3,3%.</a:t>
            </a:r>
          </a:p>
          <a:p>
            <a:pPr>
              <a:spcAft>
                <a:spcPts val="0"/>
              </a:spcAft>
            </a:pPr>
            <a:endParaRPr lang="ru-RU" sz="1400"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ru-RU" sz="1400" b="1" dirty="0">
                <a:latin typeface="Calibri" panose="020F0502020204030204" pitchFamily="34" charset="0"/>
                <a:ea typeface="Calibri" panose="020F0502020204030204" pitchFamily="34" charset="0"/>
                <a:cs typeface="Times New Roman" panose="02020603050405020304" pitchFamily="18" charset="0"/>
              </a:rPr>
              <a:t>2-ая группа: </a:t>
            </a:r>
          </a:p>
          <a:p>
            <a:pPr>
              <a:spcAft>
                <a:spcPts val="0"/>
              </a:spcAft>
            </a:pPr>
            <a:r>
              <a:rPr lang="ru-RU" sz="1400" dirty="0">
                <a:latin typeface="Calibri" panose="020F0502020204030204" pitchFamily="34" charset="0"/>
                <a:ea typeface="Calibri" panose="020F0502020204030204" pitchFamily="34" charset="0"/>
                <a:cs typeface="Times New Roman" panose="02020603050405020304" pitchFamily="18" charset="0"/>
              </a:rPr>
              <a:t>45,2% пациентов получали </a:t>
            </a:r>
            <a:r>
              <a:rPr lang="ru-RU" sz="1400" dirty="0" err="1">
                <a:latin typeface="Calibri" panose="020F0502020204030204" pitchFamily="34" charset="0"/>
                <a:ea typeface="Calibri" panose="020F0502020204030204" pitchFamily="34" charset="0"/>
                <a:cs typeface="Times New Roman" panose="02020603050405020304" pitchFamily="18" charset="0"/>
              </a:rPr>
              <a:t>генерический</a:t>
            </a:r>
            <a:r>
              <a:rPr lang="ru-RU" sz="1400" dirty="0">
                <a:latin typeface="Calibri" panose="020F0502020204030204" pitchFamily="34" charset="0"/>
                <a:ea typeface="Calibri" panose="020F0502020204030204" pitchFamily="34" charset="0"/>
                <a:cs typeface="Times New Roman" panose="02020603050405020304" pitchFamily="18" charset="0"/>
              </a:rPr>
              <a:t> </a:t>
            </a:r>
            <a:r>
              <a:rPr lang="ru-RU" sz="1400" dirty="0" err="1">
                <a:latin typeface="Calibri" panose="020F0502020204030204" pitchFamily="34" charset="0"/>
                <a:ea typeface="Calibri" panose="020F0502020204030204" pitchFamily="34" charset="0"/>
                <a:cs typeface="Times New Roman" panose="02020603050405020304" pitchFamily="18" charset="0"/>
              </a:rPr>
              <a:t>бисопролол</a:t>
            </a:r>
            <a:r>
              <a:rPr lang="ru-RU" sz="1400" dirty="0">
                <a:latin typeface="Calibri" panose="020F0502020204030204" pitchFamily="34" charset="0"/>
                <a:ea typeface="Calibri" panose="020F0502020204030204" pitchFamily="34" charset="0"/>
                <a:cs typeface="Times New Roman" panose="02020603050405020304" pitchFamily="18" charset="0"/>
              </a:rPr>
              <a:t>, средняя стартовая доза которого составила 9,3 мг/</a:t>
            </a:r>
            <a:r>
              <a:rPr lang="ru-RU" sz="1400" dirty="0" err="1">
                <a:latin typeface="Calibri" panose="020F0502020204030204" pitchFamily="34" charset="0"/>
                <a:ea typeface="Calibri" panose="020F0502020204030204" pitchFamily="34" charset="0"/>
                <a:cs typeface="Times New Roman" panose="02020603050405020304" pitchFamily="18" charset="0"/>
              </a:rPr>
              <a:t>сут</a:t>
            </a:r>
            <a:r>
              <a:rPr lang="ru-RU" sz="1400" dirty="0">
                <a:latin typeface="Calibri" panose="020F0502020204030204" pitchFamily="34" charset="0"/>
                <a:ea typeface="Calibri" panose="020F0502020204030204" pitchFamily="34" charset="0"/>
                <a:cs typeface="Times New Roman" panose="02020603050405020304" pitchFamily="18" charset="0"/>
              </a:rPr>
              <a:t>. Более 1/2 больных (54,8%) принимали </a:t>
            </a:r>
            <a:r>
              <a:rPr lang="ru-RU" sz="1400" dirty="0" err="1">
                <a:latin typeface="Calibri" panose="020F0502020204030204" pitchFamily="34" charset="0"/>
                <a:ea typeface="Calibri" panose="020F0502020204030204" pitchFamily="34" charset="0"/>
                <a:cs typeface="Times New Roman" panose="02020603050405020304" pitchFamily="18" charset="0"/>
              </a:rPr>
              <a:t>метопролола</a:t>
            </a:r>
            <a:r>
              <a:rPr lang="ru-RU" sz="1400" dirty="0">
                <a:latin typeface="Calibri" panose="020F0502020204030204" pitchFamily="34" charset="0"/>
                <a:ea typeface="Calibri" panose="020F0502020204030204" pitchFamily="34" charset="0"/>
                <a:cs typeface="Times New Roman" panose="02020603050405020304" pitchFamily="18" charset="0"/>
              </a:rPr>
              <a:t> тартрат в средней суточной дозе 75 мг/</a:t>
            </a:r>
            <a:r>
              <a:rPr lang="ru-RU" sz="1400" dirty="0" err="1">
                <a:latin typeface="Calibri" panose="020F0502020204030204" pitchFamily="34" charset="0"/>
                <a:ea typeface="Calibri" panose="020F0502020204030204" pitchFamily="34" charset="0"/>
                <a:cs typeface="Times New Roman" panose="02020603050405020304" pitchFamily="18" charset="0"/>
              </a:rPr>
              <a:t>сут</a:t>
            </a:r>
            <a:r>
              <a:rPr lang="ru-RU" sz="1400" dirty="0">
                <a:latin typeface="Calibri" panose="020F0502020204030204" pitchFamily="34" charset="0"/>
                <a:ea typeface="Calibri" panose="020F0502020204030204" pitchFamily="34" charset="0"/>
                <a:cs typeface="Times New Roman" panose="02020603050405020304" pitchFamily="18" charset="0"/>
              </a:rPr>
              <a:t>. Всем пациентам был назначен </a:t>
            </a:r>
            <a:r>
              <a:rPr lang="ru-RU" sz="1400" dirty="0" err="1">
                <a:latin typeface="Calibri" panose="020F0502020204030204" pitchFamily="34" charset="0"/>
                <a:ea typeface="Calibri" panose="020F0502020204030204" pitchFamily="34" charset="0"/>
                <a:cs typeface="Times New Roman" panose="02020603050405020304" pitchFamily="18" charset="0"/>
              </a:rPr>
              <a:t>генерический</a:t>
            </a:r>
            <a:r>
              <a:rPr lang="ru-RU" sz="1400" dirty="0">
                <a:latin typeface="Calibri" panose="020F0502020204030204" pitchFamily="34" charset="0"/>
                <a:ea typeface="Calibri" panose="020F0502020204030204" pitchFamily="34" charset="0"/>
                <a:cs typeface="Times New Roman" panose="02020603050405020304" pitchFamily="18" charset="0"/>
              </a:rPr>
              <a:t> </a:t>
            </a:r>
            <a:r>
              <a:rPr lang="ru-RU" sz="1400" dirty="0" err="1">
                <a:latin typeface="Calibri" panose="020F0502020204030204" pitchFamily="34" charset="0"/>
                <a:ea typeface="Calibri" panose="020F0502020204030204" pitchFamily="34" charset="0"/>
                <a:cs typeface="Times New Roman" panose="02020603050405020304" pitchFamily="18" charset="0"/>
              </a:rPr>
              <a:t>амлодипин</a:t>
            </a:r>
            <a:r>
              <a:rPr lang="ru-RU" sz="1400" dirty="0">
                <a:latin typeface="Calibri" panose="020F0502020204030204" pitchFamily="34" charset="0"/>
                <a:ea typeface="Calibri" panose="020F0502020204030204" pitchFamily="34" charset="0"/>
                <a:cs typeface="Times New Roman" panose="02020603050405020304" pitchFamily="18" charset="0"/>
              </a:rPr>
              <a:t>: 71% – 5 мг/</a:t>
            </a:r>
            <a:r>
              <a:rPr lang="ru-RU" sz="1400" dirty="0" err="1">
                <a:latin typeface="Calibri" panose="020F0502020204030204" pitchFamily="34" charset="0"/>
                <a:ea typeface="Calibri" panose="020F0502020204030204" pitchFamily="34" charset="0"/>
                <a:cs typeface="Times New Roman" panose="02020603050405020304" pitchFamily="18" charset="0"/>
              </a:rPr>
              <a:t>сут</a:t>
            </a:r>
            <a:r>
              <a:rPr lang="ru-RU" sz="1400" dirty="0">
                <a:latin typeface="Calibri" panose="020F0502020204030204" pitchFamily="34" charset="0"/>
                <a:ea typeface="Calibri" panose="020F0502020204030204" pitchFamily="34" charset="0"/>
                <a:cs typeface="Times New Roman" panose="02020603050405020304" pitchFamily="18" charset="0"/>
              </a:rPr>
              <a:t>, 29% – </a:t>
            </a:r>
          </a:p>
          <a:p>
            <a:pPr>
              <a:spcAft>
                <a:spcPts val="0"/>
              </a:spcAft>
            </a:pPr>
            <a:r>
              <a:rPr lang="ru-RU" sz="1400" dirty="0">
                <a:latin typeface="Calibri" panose="020F0502020204030204" pitchFamily="34" charset="0"/>
                <a:ea typeface="Calibri" panose="020F0502020204030204" pitchFamily="34" charset="0"/>
                <a:cs typeface="Times New Roman" panose="02020603050405020304" pitchFamily="18" charset="0"/>
              </a:rPr>
              <a:t>10 мг/</a:t>
            </a:r>
            <a:r>
              <a:rPr lang="ru-RU" sz="1400" dirty="0" err="1">
                <a:latin typeface="Calibri" panose="020F0502020204030204" pitchFamily="34" charset="0"/>
                <a:ea typeface="Calibri" panose="020F0502020204030204" pitchFamily="34" charset="0"/>
                <a:cs typeface="Times New Roman" panose="02020603050405020304" pitchFamily="18" charset="0"/>
              </a:rPr>
              <a:t>сут</a:t>
            </a:r>
            <a:r>
              <a:rPr lang="ru-RU" sz="1400" dirty="0">
                <a:latin typeface="Calibri" panose="020F0502020204030204" pitchFamily="34" charset="0"/>
                <a:ea typeface="Calibri" panose="020F0502020204030204" pitchFamily="34" charset="0"/>
                <a:cs typeface="Times New Roman" panose="02020603050405020304" pitchFamily="18" charset="0"/>
              </a:rPr>
              <a:t>. На втором визите 3 больным была увеличена доза </a:t>
            </a:r>
          </a:p>
          <a:p>
            <a:pPr>
              <a:spcAft>
                <a:spcPts val="0"/>
              </a:spcAft>
            </a:pPr>
            <a:r>
              <a:rPr lang="ru-RU" sz="1400" dirty="0">
                <a:latin typeface="Calibri" panose="020F0502020204030204" pitchFamily="34" charset="0"/>
                <a:ea typeface="Calibri" panose="020F0502020204030204" pitchFamily="34" charset="0"/>
                <a:cs typeface="Times New Roman" panose="02020603050405020304" pitchFamily="18" charset="0"/>
              </a:rPr>
              <a:t>β-АБ, доза </a:t>
            </a:r>
            <a:r>
              <a:rPr lang="ru-RU" sz="1400" dirty="0" err="1">
                <a:latin typeface="Calibri" panose="020F0502020204030204" pitchFamily="34" charset="0"/>
                <a:ea typeface="Calibri" panose="020F0502020204030204" pitchFamily="34" charset="0"/>
                <a:cs typeface="Times New Roman" panose="02020603050405020304" pitchFamily="18" charset="0"/>
              </a:rPr>
              <a:t>амлодипина</a:t>
            </a:r>
            <a:r>
              <a:rPr lang="ru-RU" sz="1400" dirty="0">
                <a:latin typeface="Calibri" panose="020F0502020204030204" pitchFamily="34" charset="0"/>
                <a:ea typeface="Calibri" panose="020F0502020204030204" pitchFamily="34" charset="0"/>
                <a:cs typeface="Times New Roman" panose="02020603050405020304" pitchFamily="18" charset="0"/>
              </a:rPr>
              <a:t> увеличена до 10 мг/</a:t>
            </a:r>
            <a:r>
              <a:rPr lang="ru-RU" sz="1400" dirty="0" err="1">
                <a:latin typeface="Calibri" panose="020F0502020204030204" pitchFamily="34" charset="0"/>
                <a:ea typeface="Calibri" panose="020F0502020204030204" pitchFamily="34" charset="0"/>
                <a:cs typeface="Times New Roman" panose="02020603050405020304" pitchFamily="18" charset="0"/>
              </a:rPr>
              <a:t>сут</a:t>
            </a:r>
            <a:r>
              <a:rPr lang="ru-RU" sz="1400" dirty="0">
                <a:latin typeface="Calibri" panose="020F0502020204030204" pitchFamily="34" charset="0"/>
                <a:ea typeface="Calibri" panose="020F0502020204030204" pitchFamily="34" charset="0"/>
                <a:cs typeface="Times New Roman" panose="02020603050405020304" pitchFamily="18" charset="0"/>
              </a:rPr>
              <a:t> у 8 человек.</a:t>
            </a:r>
          </a:p>
          <a:p>
            <a:endParaRPr lang="ru-RU" sz="1400" dirty="0"/>
          </a:p>
          <a:p>
            <a:endParaRPr lang="ru-RU" dirty="0"/>
          </a:p>
        </p:txBody>
      </p:sp>
      <p:sp>
        <p:nvSpPr>
          <p:cNvPr id="4" name="Номер слайда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A16902-46BA-4511-9CEC-1A8F04D946B1}" type="slidenum">
              <a:rPr kumimoji="0" lang="ru-R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ru-R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107664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just"/>
            <a:r>
              <a:rPr lang="ru-RU" sz="1200" b="1" dirty="0"/>
              <a:t>Дизайн исследования.</a:t>
            </a:r>
          </a:p>
          <a:p>
            <a:pPr algn="just"/>
            <a:endParaRPr lang="ru-RU" sz="1200" dirty="0"/>
          </a:p>
          <a:p>
            <a:pPr algn="just"/>
            <a:r>
              <a:rPr lang="ru-RU" sz="1200" dirty="0"/>
              <a:t>Было проведено открытое исследование в параллельных группах пациентов с артериальной гипертонией (АГ) 1-2-й степени и </a:t>
            </a:r>
            <a:r>
              <a:rPr lang="ru-RU" sz="1200" dirty="0">
                <a:cs typeface="Calibri" panose="020F0502020204030204" pitchFamily="34" charset="0"/>
              </a:rPr>
              <a:t>метаболическим синдромом (</a:t>
            </a:r>
            <a:r>
              <a:rPr lang="ru-RU" sz="1200" dirty="0"/>
              <a:t>МС). Исследование состояло из трех фаз: вводной (1 </a:t>
            </a:r>
            <a:r>
              <a:rPr lang="ru-RU" sz="1200" dirty="0" err="1"/>
              <a:t>нед</a:t>
            </a:r>
            <a:r>
              <a:rPr lang="ru-RU" sz="1200" dirty="0"/>
              <a:t>.), фазы подбора (титрования) дозы препарата (4 </a:t>
            </a:r>
            <a:r>
              <a:rPr lang="ru-RU" sz="1200" dirty="0" err="1"/>
              <a:t>нед</a:t>
            </a:r>
            <a:r>
              <a:rPr lang="ru-RU" sz="1200" dirty="0"/>
              <a:t>.) и фазы активного лечения и наблюдения (20 </a:t>
            </a:r>
            <a:r>
              <a:rPr lang="ru-RU" sz="1200" dirty="0" err="1"/>
              <a:t>нед</a:t>
            </a:r>
            <a:r>
              <a:rPr lang="ru-RU" sz="1200" dirty="0"/>
              <a:t>.). Общая продолжительность исследования составила 24 </a:t>
            </a:r>
            <a:r>
              <a:rPr lang="ru-RU" sz="1200" dirty="0" err="1"/>
              <a:t>нед</a:t>
            </a:r>
            <a:r>
              <a:rPr lang="ru-RU" sz="1200" dirty="0"/>
              <a:t>. В исследование были включены 30 пациентов с АГ 1-2-й степени и МС в возрасте от 25 до 67 лет (средний возраст составил 47,20±0,22 года, из них мужчин 43,3%, женщин – 56,7%).</a:t>
            </a:r>
          </a:p>
          <a:p>
            <a:pPr algn="just"/>
            <a:endParaRPr lang="ru-RU" sz="1200" dirty="0"/>
          </a:p>
          <a:p>
            <a:pPr algn="just"/>
            <a:r>
              <a:rPr lang="ru-RU" sz="1200" dirty="0"/>
              <a:t>Критериями МС являлись: основной признак – центральный (абдоминальный) тип ожирения – окружность талии (ОТ) более 80 см у женщин и более 94 см у мужчин. Дополнительные критерии: АГ (АД≥140/90 мм рт. ст.), повышение уровня ТГ (≥1,7 </a:t>
            </a:r>
            <a:r>
              <a:rPr lang="ru-RU" sz="1200" dirty="0" err="1"/>
              <a:t>ммоль</a:t>
            </a:r>
            <a:r>
              <a:rPr lang="ru-RU" sz="1200" dirty="0"/>
              <a:t>/л), снижение уровня ХС ЛПВП (менее 1,0 </a:t>
            </a:r>
            <a:r>
              <a:rPr lang="ru-RU" sz="1200" dirty="0" err="1"/>
              <a:t>ммоль</a:t>
            </a:r>
            <a:r>
              <a:rPr lang="ru-RU" sz="1200" dirty="0"/>
              <a:t>/л у мужчин, менее 1,2 </a:t>
            </a:r>
            <a:r>
              <a:rPr lang="ru-RU" sz="1200" dirty="0" err="1"/>
              <a:t>ммоль</a:t>
            </a:r>
            <a:r>
              <a:rPr lang="ru-RU" sz="1200" dirty="0"/>
              <a:t>/л у женщин), повышение уровня ХС ЛПНП более 3,0 </a:t>
            </a:r>
            <a:r>
              <a:rPr lang="ru-RU" sz="1200" dirty="0" err="1"/>
              <a:t>ммоль</a:t>
            </a:r>
            <a:r>
              <a:rPr lang="ru-RU" sz="1200" dirty="0"/>
              <a:t>/л, гипергликемия натощак, нарушение толерантности к глюкозе.</a:t>
            </a:r>
          </a:p>
          <a:p>
            <a:pPr algn="just"/>
            <a:endParaRPr lang="ru-RU" sz="1200" dirty="0"/>
          </a:p>
          <a:p>
            <a:pPr algn="just"/>
            <a:r>
              <a:rPr lang="ru-RU" sz="1200" dirty="0"/>
              <a:t>К окончанию исследования 47,2% пациентов принимали 5 мг </a:t>
            </a:r>
            <a:r>
              <a:rPr lang="ru-RU" sz="1200" dirty="0" err="1"/>
              <a:t>амлодипина</a:t>
            </a:r>
            <a:r>
              <a:rPr lang="ru-RU" sz="1200" dirty="0"/>
              <a:t> и 5 мг </a:t>
            </a:r>
            <a:r>
              <a:rPr lang="ru-RU" sz="1200" dirty="0" err="1"/>
              <a:t>бисопролола</a:t>
            </a:r>
            <a:r>
              <a:rPr lang="ru-RU" sz="1200" dirty="0"/>
              <a:t>, 27,7% – 5 мг </a:t>
            </a:r>
            <a:r>
              <a:rPr lang="ru-RU" sz="1200" dirty="0" err="1"/>
              <a:t>амлодипина</a:t>
            </a:r>
            <a:r>
              <a:rPr lang="ru-RU" sz="1200" dirty="0"/>
              <a:t> и 10 мг </a:t>
            </a:r>
            <a:r>
              <a:rPr lang="ru-RU" sz="1200" dirty="0" err="1"/>
              <a:t>бисопролола</a:t>
            </a:r>
            <a:r>
              <a:rPr lang="ru-RU" sz="1200" dirty="0"/>
              <a:t>, 15,1% – 10 мг </a:t>
            </a:r>
            <a:r>
              <a:rPr lang="ru-RU" sz="1200" dirty="0" err="1"/>
              <a:t>амлодипина</a:t>
            </a:r>
            <a:r>
              <a:rPr lang="ru-RU" sz="1200" dirty="0"/>
              <a:t> и 5 мг </a:t>
            </a:r>
            <a:r>
              <a:rPr lang="ru-RU" sz="1200" dirty="0" err="1"/>
              <a:t>бисопролола</a:t>
            </a:r>
            <a:r>
              <a:rPr lang="ru-RU" sz="1200" dirty="0"/>
              <a:t> и 10% принимали 10 мг </a:t>
            </a:r>
            <a:r>
              <a:rPr lang="ru-RU" sz="1200" dirty="0" err="1"/>
              <a:t>амлодипина</a:t>
            </a:r>
            <a:r>
              <a:rPr lang="ru-RU" sz="1200" dirty="0"/>
              <a:t> и 10 мг </a:t>
            </a:r>
            <a:r>
              <a:rPr lang="ru-RU" sz="1200" dirty="0" err="1"/>
              <a:t>бисопролола</a:t>
            </a:r>
            <a:r>
              <a:rPr lang="ru-RU" sz="1200" dirty="0"/>
              <a:t>.</a:t>
            </a:r>
          </a:p>
          <a:p>
            <a:pPr algn="just"/>
            <a:endParaRPr lang="ru-RU" sz="1200" b="1" dirty="0"/>
          </a:p>
          <a:p>
            <a:pPr algn="just"/>
            <a:r>
              <a:rPr lang="ru-RU" sz="1200" dirty="0"/>
              <a:t>Всем пациентам проводилась оценка клинического артериального давления (АД), определялся уровень общего холестерина (ХС), ХС липопротеидов высокой плотности, ХС липопротеидов низкой плотности, триглицеридов, </a:t>
            </a:r>
            <a:r>
              <a:rPr lang="ru-RU" sz="1200" dirty="0" err="1"/>
              <a:t>креатинина</a:t>
            </a:r>
            <a:r>
              <a:rPr lang="ru-RU" sz="1200" dirty="0"/>
              <a:t>, уровень глюкозы в ходе теста толерантности к углеводам, проводилось суточное </a:t>
            </a:r>
            <a:r>
              <a:rPr lang="ru-RU" sz="1200" dirty="0" err="1"/>
              <a:t>мониторирование</a:t>
            </a:r>
            <a:r>
              <a:rPr lang="ru-RU" sz="1200" dirty="0"/>
              <a:t> АД, оценивались центральное систолическое давление в аорте (</a:t>
            </a:r>
            <a:r>
              <a:rPr lang="ru-RU" sz="1200" dirty="0" err="1"/>
              <a:t>ЦДАс</a:t>
            </a:r>
            <a:r>
              <a:rPr lang="ru-RU" sz="1200" dirty="0"/>
              <a:t>), скорость пульсовой волны на каротидно-</a:t>
            </a:r>
            <a:r>
              <a:rPr lang="ru-RU" sz="1200" dirty="0" err="1"/>
              <a:t>феморальном</a:t>
            </a:r>
            <a:r>
              <a:rPr lang="ru-RU" sz="1200" dirty="0"/>
              <a:t> сегменте (</a:t>
            </a:r>
            <a:r>
              <a:rPr lang="ru-RU" sz="1200" dirty="0" err="1"/>
              <a:t>СПВкф</a:t>
            </a:r>
            <a:r>
              <a:rPr lang="ru-RU" sz="1200" dirty="0"/>
              <a:t>) и определялась толщина комплекса интима-медиа исходно и через 6 мес. терапии.</a:t>
            </a:r>
          </a:p>
          <a:p>
            <a:pPr algn="just"/>
            <a:endParaRPr lang="ru-RU" sz="1200" b="1" dirty="0"/>
          </a:p>
          <a:p>
            <a:pPr algn="just"/>
            <a:r>
              <a:rPr lang="ru-RU" sz="1200" b="1" dirty="0"/>
              <a:t>Результаты исследования.</a:t>
            </a:r>
          </a:p>
          <a:p>
            <a:pPr algn="just"/>
            <a:endParaRPr lang="ru-RU" sz="1200" b="1" dirty="0"/>
          </a:p>
          <a:p>
            <a:pPr algn="just"/>
            <a:r>
              <a:rPr lang="ru-RU" sz="1200" dirty="0"/>
              <a:t>1. Был отмечен хороший </a:t>
            </a:r>
            <a:r>
              <a:rPr lang="ru-RU" sz="1200" dirty="0" err="1"/>
              <a:t>антигипертензивный</a:t>
            </a:r>
            <a:r>
              <a:rPr lang="ru-RU" sz="1200" dirty="0"/>
              <a:t> эффект со снижением систолического и диастолического артериального давления (АД) до целевых значений у 88% пациентов, а также уменьшением центрального давления в аорте.</a:t>
            </a:r>
          </a:p>
          <a:p>
            <a:pPr algn="just"/>
            <a:r>
              <a:rPr lang="ru-RU" sz="1200" dirty="0"/>
              <a:t>2. Наблюдалось значимое улучшение показателей суточного профиля АД: индекса времени (ИВ), вариабельности АД.</a:t>
            </a:r>
          </a:p>
          <a:p>
            <a:pPr algn="just"/>
            <a:r>
              <a:rPr lang="ru-RU" sz="1200" dirty="0"/>
              <a:t>3. Терапия сопровождалась улучшением показателей углеводного обмена в виде достоверного снижения </a:t>
            </a:r>
            <a:r>
              <a:rPr lang="ru-RU" sz="1200" dirty="0" err="1"/>
              <a:t>постпрандиального</a:t>
            </a:r>
            <a:r>
              <a:rPr lang="ru-RU" sz="1200" dirty="0"/>
              <a:t> уровня глюкозы</a:t>
            </a:r>
            <a:r>
              <a:rPr lang="ru-RU" sz="1200" baseline="0" dirty="0"/>
              <a:t> (рис. 1).</a:t>
            </a:r>
            <a:endParaRPr lang="ru-RU" sz="1200" dirty="0"/>
          </a:p>
          <a:p>
            <a:pPr algn="just"/>
            <a:r>
              <a:rPr lang="ru-RU" sz="1200" dirty="0"/>
              <a:t>4. Терапия привела к снижению ригидности артериальной стенки, оцененной по скорости пульсовой волны, измеренной каротидно-</a:t>
            </a:r>
            <a:r>
              <a:rPr lang="ru-RU" sz="1200" dirty="0" err="1"/>
              <a:t>феморальным</a:t>
            </a:r>
            <a:r>
              <a:rPr lang="ru-RU" sz="1200" dirty="0"/>
              <a:t> методом (</a:t>
            </a:r>
            <a:r>
              <a:rPr lang="ru-RU" sz="1200" dirty="0" err="1"/>
              <a:t>СПВкф</a:t>
            </a:r>
            <a:r>
              <a:rPr lang="ru-RU" sz="1200" dirty="0"/>
              <a:t>).</a:t>
            </a:r>
          </a:p>
          <a:p>
            <a:pPr algn="just"/>
            <a:r>
              <a:rPr lang="ru-RU" sz="1200" dirty="0"/>
              <a:t>5. Терапия сопровождалась хорошей переносимостью препарата, количество нежелательных явлений максимально составило 2,8%.</a:t>
            </a:r>
          </a:p>
          <a:p>
            <a:pPr algn="just"/>
            <a:r>
              <a:rPr lang="ru-RU" sz="1200" dirty="0"/>
              <a:t>6. У больных наблюдалась высокая приверженность к терапии – 98%. При этом, отмечалась хорошая оценка проводимого лечения, как врачами, так и пациентами.</a:t>
            </a:r>
          </a:p>
          <a:p>
            <a:endParaRPr lang="ru-RU" dirty="0"/>
          </a:p>
        </p:txBody>
      </p:sp>
      <p:sp>
        <p:nvSpPr>
          <p:cNvPr id="4" name="Номер слайда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A16902-46BA-4511-9CEC-1A8F04D946B1}" type="slidenum">
              <a:rPr kumimoji="0" lang="ru-R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ru-R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975789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just"/>
            <a:r>
              <a:rPr lang="ru-RU" sz="1200" b="1" dirty="0"/>
              <a:t>Дизайн исследования.</a:t>
            </a:r>
          </a:p>
          <a:p>
            <a:pPr algn="just"/>
            <a:endParaRPr lang="ru-RU" sz="1200" dirty="0"/>
          </a:p>
          <a:p>
            <a:pPr algn="just"/>
            <a:r>
              <a:rPr lang="ru-RU" sz="1200" dirty="0"/>
              <a:t>Было проведено открытое исследование в параллельных группах пациентов с артериальной гипертонией (АГ) 1-2-й степени и </a:t>
            </a:r>
            <a:r>
              <a:rPr lang="ru-RU" sz="1200" dirty="0">
                <a:cs typeface="Calibri" panose="020F0502020204030204" pitchFamily="34" charset="0"/>
              </a:rPr>
              <a:t>метаболическим синдромом (</a:t>
            </a:r>
            <a:r>
              <a:rPr lang="ru-RU" sz="1200" dirty="0"/>
              <a:t>МС). Исследование состояло из трех фаз: вводной (1 </a:t>
            </a:r>
            <a:r>
              <a:rPr lang="ru-RU" sz="1200" dirty="0" err="1"/>
              <a:t>нед</a:t>
            </a:r>
            <a:r>
              <a:rPr lang="ru-RU" sz="1200" dirty="0"/>
              <a:t>.), фазы подбора (титрования) дозы препарата (4 </a:t>
            </a:r>
            <a:r>
              <a:rPr lang="ru-RU" sz="1200" dirty="0" err="1"/>
              <a:t>нед</a:t>
            </a:r>
            <a:r>
              <a:rPr lang="ru-RU" sz="1200" dirty="0"/>
              <a:t>.) и фазы активного лечения и наблюдения (20 </a:t>
            </a:r>
            <a:r>
              <a:rPr lang="ru-RU" sz="1200" dirty="0" err="1"/>
              <a:t>нед</a:t>
            </a:r>
            <a:r>
              <a:rPr lang="ru-RU" sz="1200" dirty="0"/>
              <a:t>.). Общая продолжительность исследования составила 24 </a:t>
            </a:r>
            <a:r>
              <a:rPr lang="ru-RU" sz="1200" dirty="0" err="1"/>
              <a:t>нед</a:t>
            </a:r>
            <a:r>
              <a:rPr lang="ru-RU" sz="1200" dirty="0"/>
              <a:t>. В исследование были включены 30 пациентов с АГ 1-2-й степени и МС в возрасте от 25 до 67 лет (средний возраст составил 47,20±0,22 года, из них мужчин 43,3%, женщин – 56,7%).</a:t>
            </a:r>
          </a:p>
          <a:p>
            <a:pPr algn="just"/>
            <a:endParaRPr lang="ru-RU" sz="1200" dirty="0"/>
          </a:p>
          <a:p>
            <a:pPr algn="just"/>
            <a:r>
              <a:rPr lang="ru-RU" sz="1200" dirty="0"/>
              <a:t>Критериями МС являлись: основной признак – центральный (абдоминальный) тип ожирения – окружность талии (ОТ) более 80 см у женщин и более 94 см у мужчин. Дополнительные критерии: АГ (АД≥140/90 мм рт. ст.), повышение уровня ТГ (≥1,7 </a:t>
            </a:r>
            <a:r>
              <a:rPr lang="ru-RU" sz="1200" dirty="0" err="1"/>
              <a:t>ммоль</a:t>
            </a:r>
            <a:r>
              <a:rPr lang="ru-RU" sz="1200" dirty="0"/>
              <a:t>/л), снижение уровня ХС ЛПВП (менее 1,0 </a:t>
            </a:r>
            <a:r>
              <a:rPr lang="ru-RU" sz="1200" dirty="0" err="1"/>
              <a:t>ммоль</a:t>
            </a:r>
            <a:r>
              <a:rPr lang="ru-RU" sz="1200" dirty="0"/>
              <a:t>/л у мужчин, менее 1,2 </a:t>
            </a:r>
            <a:r>
              <a:rPr lang="ru-RU" sz="1200" dirty="0" err="1"/>
              <a:t>ммоль</a:t>
            </a:r>
            <a:r>
              <a:rPr lang="ru-RU" sz="1200" dirty="0"/>
              <a:t>/л у женщин), повышение уровня ХС ЛПНП более 3,0 </a:t>
            </a:r>
            <a:r>
              <a:rPr lang="ru-RU" sz="1200" dirty="0" err="1"/>
              <a:t>ммоль</a:t>
            </a:r>
            <a:r>
              <a:rPr lang="ru-RU" sz="1200" dirty="0"/>
              <a:t>/л, гипергликемия натощак, нарушение толерантности к глюкозе.</a:t>
            </a:r>
          </a:p>
          <a:p>
            <a:pPr algn="just"/>
            <a:endParaRPr lang="ru-RU" sz="1200" dirty="0"/>
          </a:p>
          <a:p>
            <a:pPr algn="just"/>
            <a:r>
              <a:rPr lang="ru-RU" sz="1200" dirty="0"/>
              <a:t>К окончанию исследования 47,2% пациентов принимали 5 мг </a:t>
            </a:r>
            <a:r>
              <a:rPr lang="ru-RU" sz="1200" dirty="0" err="1"/>
              <a:t>амлодипина</a:t>
            </a:r>
            <a:r>
              <a:rPr lang="ru-RU" sz="1200" dirty="0"/>
              <a:t> и 5 мг </a:t>
            </a:r>
            <a:r>
              <a:rPr lang="ru-RU" sz="1200" dirty="0" err="1"/>
              <a:t>бисопролола</a:t>
            </a:r>
            <a:r>
              <a:rPr lang="ru-RU" sz="1200" dirty="0"/>
              <a:t>, 27,7% – 5 мг </a:t>
            </a:r>
            <a:r>
              <a:rPr lang="ru-RU" sz="1200" dirty="0" err="1"/>
              <a:t>амлодипина</a:t>
            </a:r>
            <a:r>
              <a:rPr lang="ru-RU" sz="1200" dirty="0"/>
              <a:t> и 10 мг </a:t>
            </a:r>
            <a:r>
              <a:rPr lang="ru-RU" sz="1200" dirty="0" err="1"/>
              <a:t>бисопролола</a:t>
            </a:r>
            <a:r>
              <a:rPr lang="ru-RU" sz="1200" dirty="0"/>
              <a:t>, 15,1% – 10 мг </a:t>
            </a:r>
            <a:r>
              <a:rPr lang="ru-RU" sz="1200" dirty="0" err="1"/>
              <a:t>амлодипина</a:t>
            </a:r>
            <a:r>
              <a:rPr lang="ru-RU" sz="1200" dirty="0"/>
              <a:t> и 5 мг </a:t>
            </a:r>
            <a:r>
              <a:rPr lang="ru-RU" sz="1200" dirty="0" err="1"/>
              <a:t>бисопролола</a:t>
            </a:r>
            <a:r>
              <a:rPr lang="ru-RU" sz="1200" dirty="0"/>
              <a:t> и 10% принимали 10 мг </a:t>
            </a:r>
            <a:r>
              <a:rPr lang="ru-RU" sz="1200" dirty="0" err="1"/>
              <a:t>амлодипина</a:t>
            </a:r>
            <a:r>
              <a:rPr lang="ru-RU" sz="1200" dirty="0"/>
              <a:t> и 10 мг </a:t>
            </a:r>
            <a:r>
              <a:rPr lang="ru-RU" sz="1200" dirty="0" err="1"/>
              <a:t>бисопролола</a:t>
            </a:r>
            <a:r>
              <a:rPr lang="ru-RU" sz="1200" dirty="0"/>
              <a:t>.</a:t>
            </a:r>
          </a:p>
          <a:p>
            <a:pPr algn="just"/>
            <a:endParaRPr lang="ru-RU" sz="1200" b="1" dirty="0"/>
          </a:p>
          <a:p>
            <a:pPr algn="just"/>
            <a:r>
              <a:rPr lang="ru-RU" sz="1200" dirty="0"/>
              <a:t>Всем пациентам проводилась оценка клинического артериального давления (АД), определялся уровень общего холестерина (ХС), ХС липопротеидов высокой плотности, ХС липопротеидов низкой плотности, триглицеридов, </a:t>
            </a:r>
            <a:r>
              <a:rPr lang="ru-RU" sz="1200" dirty="0" err="1"/>
              <a:t>креатинина</a:t>
            </a:r>
            <a:r>
              <a:rPr lang="ru-RU" sz="1200" dirty="0"/>
              <a:t>, уровень глюкозы в ходе теста толерантности к углеводам, проводилось суточное </a:t>
            </a:r>
            <a:r>
              <a:rPr lang="ru-RU" sz="1200" dirty="0" err="1"/>
              <a:t>мониторирование</a:t>
            </a:r>
            <a:r>
              <a:rPr lang="ru-RU" sz="1200" dirty="0"/>
              <a:t> АД, оценивались центральное систолическое давление в аорте (</a:t>
            </a:r>
            <a:r>
              <a:rPr lang="ru-RU" sz="1200" dirty="0" err="1"/>
              <a:t>ЦДАс</a:t>
            </a:r>
            <a:r>
              <a:rPr lang="ru-RU" sz="1200" dirty="0"/>
              <a:t>), скорость пульсовой волны на каротидно-</a:t>
            </a:r>
            <a:r>
              <a:rPr lang="ru-RU" sz="1200" dirty="0" err="1"/>
              <a:t>феморальном</a:t>
            </a:r>
            <a:r>
              <a:rPr lang="ru-RU" sz="1200" dirty="0"/>
              <a:t> сегменте (</a:t>
            </a:r>
            <a:r>
              <a:rPr lang="ru-RU" sz="1200" dirty="0" err="1"/>
              <a:t>СПВкф</a:t>
            </a:r>
            <a:r>
              <a:rPr lang="ru-RU" sz="1200" dirty="0"/>
              <a:t>) и определялась толщина комплекса интима-медиа исходно и через 6 мес. терапии.</a:t>
            </a:r>
          </a:p>
          <a:p>
            <a:pPr algn="just"/>
            <a:endParaRPr lang="ru-RU" sz="1200" b="1" dirty="0"/>
          </a:p>
          <a:p>
            <a:pPr algn="just"/>
            <a:r>
              <a:rPr lang="ru-RU" sz="1200" b="1" dirty="0"/>
              <a:t>Результаты исследования.</a:t>
            </a:r>
          </a:p>
          <a:p>
            <a:pPr algn="just"/>
            <a:endParaRPr lang="ru-RU" sz="1200" b="1" dirty="0"/>
          </a:p>
          <a:p>
            <a:pPr algn="just"/>
            <a:r>
              <a:rPr lang="ru-RU" sz="1200" dirty="0"/>
              <a:t>1. Был отмечен хороший </a:t>
            </a:r>
            <a:r>
              <a:rPr lang="ru-RU" sz="1200" dirty="0" err="1"/>
              <a:t>антигипертензивный</a:t>
            </a:r>
            <a:r>
              <a:rPr lang="ru-RU" sz="1200" dirty="0"/>
              <a:t> эффект со снижением систолического и диастолического артериального давления (АД) до целевых значений у 88% пациентов, а также уменьшением центрального давления в аорте.</a:t>
            </a:r>
          </a:p>
          <a:p>
            <a:pPr algn="just"/>
            <a:r>
              <a:rPr lang="ru-RU" sz="1200" dirty="0"/>
              <a:t>2. Наблюдалось значимое улучшение показателей суточного профиля АД: индекса времени (ИВ), вариабельности АД.</a:t>
            </a:r>
          </a:p>
          <a:p>
            <a:pPr algn="just"/>
            <a:r>
              <a:rPr lang="ru-RU" sz="1200" dirty="0"/>
              <a:t>3. Терапия сопровождалась улучшением показателей углеводного обмена в виде достоверного снижения </a:t>
            </a:r>
            <a:r>
              <a:rPr lang="ru-RU" sz="1200" dirty="0" err="1"/>
              <a:t>постпрандиального</a:t>
            </a:r>
            <a:r>
              <a:rPr lang="ru-RU" sz="1200" dirty="0"/>
              <a:t> уровня глюкозы</a:t>
            </a:r>
            <a:r>
              <a:rPr lang="ru-RU" sz="1200" baseline="0" dirty="0"/>
              <a:t> (рис. 1).</a:t>
            </a:r>
            <a:endParaRPr lang="ru-RU" sz="1200" dirty="0"/>
          </a:p>
          <a:p>
            <a:pPr algn="just"/>
            <a:r>
              <a:rPr lang="ru-RU" sz="1200" dirty="0"/>
              <a:t>4. Терапия привела к снижению ригидности артериальной стенки, оцененной по скорости пульсовой волны, измеренной каротидно-</a:t>
            </a:r>
            <a:r>
              <a:rPr lang="ru-RU" sz="1200" dirty="0" err="1"/>
              <a:t>феморальным</a:t>
            </a:r>
            <a:r>
              <a:rPr lang="ru-RU" sz="1200" dirty="0"/>
              <a:t> методом (</a:t>
            </a:r>
            <a:r>
              <a:rPr lang="ru-RU" sz="1200" dirty="0" err="1"/>
              <a:t>СПВкф</a:t>
            </a:r>
            <a:r>
              <a:rPr lang="ru-RU" sz="1200" dirty="0"/>
              <a:t>).</a:t>
            </a:r>
          </a:p>
          <a:p>
            <a:pPr algn="just"/>
            <a:r>
              <a:rPr lang="ru-RU" sz="1200" dirty="0"/>
              <a:t>5. Терапия сопровождалась хорошей переносимостью препарата, количество нежелательных явлений максимально составило 2,8%.</a:t>
            </a:r>
          </a:p>
          <a:p>
            <a:pPr algn="just"/>
            <a:r>
              <a:rPr lang="ru-RU" sz="1200" dirty="0"/>
              <a:t>6. У больных наблюдалась высокая приверженность к терапии – 98%. При этом, отмечалась хорошая оценка проводимого лечения, как врачами, так и пациентами.</a:t>
            </a:r>
          </a:p>
          <a:p>
            <a:endParaRPr lang="ru-RU" dirty="0"/>
          </a:p>
        </p:txBody>
      </p:sp>
      <p:sp>
        <p:nvSpPr>
          <p:cNvPr id="4" name="Номер слайда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A16902-46BA-4511-9CEC-1A8F04D946B1}" type="slidenum">
              <a:rPr kumimoji="0" lang="ru-R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ru-R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015599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BC806-9D51-2706-69FE-288AFB525B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3E5F50-4C6B-9BE4-5C34-E4EC234B30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49560D-922D-981E-FEAB-36EB89E994BD}"/>
              </a:ext>
            </a:extLst>
          </p:cNvPr>
          <p:cNvSpPr>
            <a:spLocks noGrp="1"/>
          </p:cNvSpPr>
          <p:nvPr>
            <p:ph type="body" idx="1"/>
          </p:nvPr>
        </p:nvSpPr>
        <p:spPr/>
        <p:txBody>
          <a:bodyPr/>
          <a:lstStyle/>
          <a:p>
            <a:endParaRPr lang="de-DE"/>
          </a:p>
        </p:txBody>
      </p:sp>
      <p:sp>
        <p:nvSpPr>
          <p:cNvPr id="4" name="Slide Number Placeholder 3">
            <a:extLst>
              <a:ext uri="{FF2B5EF4-FFF2-40B4-BE49-F238E27FC236}">
                <a16:creationId xmlns:a16="http://schemas.microsoft.com/office/drawing/2014/main" id="{0978A0B3-6A11-8DBD-3319-DF6B661FA654}"/>
              </a:ext>
            </a:extLst>
          </p:cNvPr>
          <p:cNvSpPr>
            <a:spLocks noGrp="1"/>
          </p:cNvSpPr>
          <p:nvPr>
            <p:ph type="sldNum" sz="quarter" idx="5"/>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fld id="{28182E2C-AC48-45A1-A539-1D63FC6BDE45}" type="slidenum">
              <a:rPr kumimoji="0" lang="de-DE" sz="1000" b="0" i="0" u="none" strike="noStrike" kern="1200" cap="none" spc="0" normalizeH="0" baseline="0" noProof="0" smtClean="0">
                <a:ln>
                  <a:noFill/>
                </a:ln>
                <a:solidFill>
                  <a:srgbClr val="000000"/>
                </a:solidFill>
                <a:effectLst/>
                <a:uLnTx/>
                <a:uFillTx/>
                <a:latin typeface="Verdana"/>
                <a:ea typeface="+mn-ea"/>
                <a:cs typeface="+mn-cs"/>
              </a:rPr>
              <a:pPr marL="0" marR="0" lvl="0" indent="0" algn="l" defTabSz="914377" rtl="0" eaLnBrk="1" fontAlgn="auto" latinLnBrk="0" hangingPunct="1">
                <a:lnSpc>
                  <a:spcPct val="100000"/>
                </a:lnSpc>
                <a:spcBef>
                  <a:spcPts val="0"/>
                </a:spcBef>
                <a:spcAft>
                  <a:spcPts val="0"/>
                </a:spcAft>
                <a:buClrTx/>
                <a:buSzTx/>
                <a:buFontTx/>
                <a:buNone/>
                <a:tabLst/>
                <a:defRPr/>
              </a:pPr>
              <a:t>56</a:t>
            </a:fld>
            <a:endParaRPr kumimoji="0" lang="de-DE" sz="1000" b="0" i="0" u="none" strike="noStrike" kern="1200" cap="none" spc="0" normalizeH="0" baseline="0" noProof="0" dirty="0">
              <a:ln>
                <a:noFill/>
              </a:ln>
              <a:solidFill>
                <a:srgbClr val="000000"/>
              </a:solidFill>
              <a:effectLst/>
              <a:uLnTx/>
              <a:uFillTx/>
              <a:latin typeface="Verdana"/>
              <a:ea typeface="+mn-ea"/>
              <a:cs typeface="+mn-cs"/>
            </a:endParaRPr>
          </a:p>
        </p:txBody>
      </p:sp>
    </p:spTree>
    <p:extLst>
      <p:ext uri="{BB962C8B-B14F-4D97-AF65-F5344CB8AC3E}">
        <p14:creationId xmlns:p14="http://schemas.microsoft.com/office/powerpoint/2010/main" val="412444007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Segnaposto immagine diapositiva 1">
            <a:extLst>
              <a:ext uri="{FF2B5EF4-FFF2-40B4-BE49-F238E27FC236}">
                <a16:creationId xmlns:a16="http://schemas.microsoft.com/office/drawing/2014/main" id="{458E30A4-CB74-20F5-C35F-FD2F979B8674}"/>
              </a:ext>
            </a:extLst>
          </p:cNvPr>
          <p:cNvSpPr>
            <a:spLocks noGrp="1" noRot="1" noChangeAspect="1" noChangeArrowheads="1" noTextEdit="1"/>
          </p:cNvSpPr>
          <p:nvPr>
            <p:ph type="sldImg"/>
          </p:nvPr>
        </p:nvSpPr>
        <p:spPr>
          <a:ln/>
        </p:spPr>
      </p:sp>
      <p:sp>
        <p:nvSpPr>
          <p:cNvPr id="11266" name="Segnaposto note 2">
            <a:extLst>
              <a:ext uri="{FF2B5EF4-FFF2-40B4-BE49-F238E27FC236}">
                <a16:creationId xmlns:a16="http://schemas.microsoft.com/office/drawing/2014/main" id="{E6169D83-84C9-92C0-726D-18A32B5C3B2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ru-RU" altLang="it-IT" dirty="0">
                <a:latin typeface="Calibri" panose="020F0502020204030204" pitchFamily="34" charset="0"/>
              </a:rPr>
              <a:t> Мета-анализ факториальных исследований, в которых участники были случайным образом распределены на один препарат, другой препарат, оба препарата вместе или плацебо.</a:t>
            </a:r>
          </a:p>
          <a:p>
            <a:r>
              <a:rPr lang="ru-RU" altLang="it-IT" b="1" dirty="0">
                <a:latin typeface="Calibri" panose="020F0502020204030204" pitchFamily="34" charset="0"/>
              </a:rPr>
              <a:t>Результаты: </a:t>
            </a:r>
            <a:r>
              <a:rPr lang="ru-RU" altLang="it-IT" dirty="0">
                <a:latin typeface="Calibri" panose="020F0502020204030204" pitchFamily="34" charset="0"/>
              </a:rPr>
              <a:t> 42 исследования (10 968 участников). При использовании только </a:t>
            </a:r>
            <a:r>
              <a:rPr lang="ru-RU" altLang="it-IT" dirty="0" err="1">
                <a:latin typeface="Calibri" panose="020F0502020204030204" pitchFamily="34" charset="0"/>
              </a:rPr>
              <a:t>тиазида</a:t>
            </a:r>
            <a:r>
              <a:rPr lang="ru-RU" altLang="it-IT" dirty="0">
                <a:latin typeface="Calibri" panose="020F0502020204030204" pitchFamily="34" charset="0"/>
              </a:rPr>
              <a:t> среднее снижение систолического артериального давления, вычитаемое из плацебо, составило 7,3 мм рт. ст. и 14,6 мм рт. ст. в сочетании с препаратом другого класса. Соответствующее снижение составило 9,3 мм рт. ст. и 18,9 мм рт. ст. при использовании бета-блокатора, 6,8 мм рт. ст. и 13,9 мм рт. ст. при использовании </a:t>
            </a:r>
            <a:r>
              <a:rPr lang="ru-RU" altLang="it-IT" dirty="0" err="1">
                <a:latin typeface="Calibri" panose="020F0502020204030204" pitchFamily="34" charset="0"/>
              </a:rPr>
              <a:t>иАПФ</a:t>
            </a:r>
            <a:r>
              <a:rPr lang="ru-RU" altLang="it-IT" dirty="0">
                <a:latin typeface="Calibri" panose="020F0502020204030204" pitchFamily="34" charset="0"/>
              </a:rPr>
              <a:t> и 8,4 мм рт. ст. и 14,3 мм рт. ст. при использовании блокатора кальциевых каналов. Ожидаемое снижение артериального давления при совместном применении двух препаратов, предполагающее аддитивный эффект, точно соответствовало наблюдаемому снижению артериального давления. Отношение наблюдаемого и ожидаемого прироста снижения артериального давления при сочетании каждого класса препаратов с любым другим по сравнению с таковым при применении одного препарата составило, соответственно, для </a:t>
            </a:r>
            <a:r>
              <a:rPr lang="ru-RU" altLang="it-IT" dirty="0" err="1">
                <a:latin typeface="Calibri" panose="020F0502020204030204" pitchFamily="34" charset="0"/>
              </a:rPr>
              <a:t>тиазидов</a:t>
            </a:r>
            <a:r>
              <a:rPr lang="ru-RU" altLang="it-IT" dirty="0">
                <a:latin typeface="Calibri" panose="020F0502020204030204" pitchFamily="34" charset="0"/>
              </a:rPr>
              <a:t>, бета-блокаторов, ингибиторов </a:t>
            </a:r>
            <a:r>
              <a:rPr lang="ru-RU" altLang="it-IT" dirty="0" err="1">
                <a:latin typeface="Calibri" panose="020F0502020204030204" pitchFamily="34" charset="0"/>
              </a:rPr>
              <a:t>ангиотензин</a:t>
            </a:r>
            <a:r>
              <a:rPr lang="ru-RU" altLang="it-IT" dirty="0">
                <a:latin typeface="Calibri" panose="020F0502020204030204" pitchFamily="34" charset="0"/>
              </a:rPr>
              <a:t>-превращающего фермента и блокаторов кальциевых каналов: 1,04 (95% доверительный интервал [ДИ], 0,88-1,20), 1,00 (95% ДИ, 0,76-1,24), 1,16 (95% ДИ, 0,93-1,39) и 0,89 (95% ДИ, 0,69-1,09); общий средний показатель составил 1,01 (95% ДИ, 0,90-1,12). </a:t>
            </a:r>
          </a:p>
          <a:p>
            <a:r>
              <a:rPr lang="ru-RU" altLang="it-IT" dirty="0">
                <a:latin typeface="Calibri" panose="020F0502020204030204" pitchFamily="34" charset="0"/>
              </a:rPr>
              <a:t>Сравнение наших результатов с результатами опубликованного мета-анализа различных доз одного и того же препарата показало, что удвоение дозы одного препарата дало примерно одну пятую эквивалентного приростного эффекта (0,22 [95% ДИ, 0,19-0,25]).</a:t>
            </a:r>
          </a:p>
          <a:p>
            <a:endParaRPr lang="ru-RU" altLang="it-IT" b="1" dirty="0">
              <a:latin typeface="Calibri" panose="020F0502020204030204" pitchFamily="34" charset="0"/>
            </a:endParaRPr>
          </a:p>
          <a:p>
            <a:r>
              <a:rPr lang="ru-RU" altLang="it-IT" b="1" dirty="0">
                <a:latin typeface="Calibri" panose="020F0502020204030204" pitchFamily="34" charset="0"/>
              </a:rPr>
              <a:t>Вывод: </a:t>
            </a:r>
            <a:r>
              <a:rPr lang="ru-RU" altLang="it-IT" dirty="0">
                <a:latin typeface="Calibri" panose="020F0502020204030204" pitchFamily="34" charset="0"/>
              </a:rPr>
              <a:t>Снижение артериального давления при комбинировании препаратов из этих 4 классов можно предсказать на основе аддитивного эффекта. Дополнительное снижение артериального давления при комбинировании препаратов из двух разных классов примерно в 5 раз больше, чем при удвоении дозы одного препарат</a:t>
            </a:r>
          </a:p>
          <a:p>
            <a:endParaRPr lang="ru-RU" altLang="it-IT" dirty="0">
              <a:latin typeface="Calibri" panose="020F0502020204030204" pitchFamily="34" charset="0"/>
            </a:endParaRPr>
          </a:p>
          <a:p>
            <a:pPr algn="l"/>
            <a:r>
              <a:rPr lang="en-US" b="0" i="0" dirty="0">
                <a:solidFill>
                  <a:srgbClr val="5B616B"/>
                </a:solidFill>
                <a:effectLst/>
                <a:latin typeface="Montserrat" panose="00000500000000000000" pitchFamily="2" charset="-52"/>
              </a:rPr>
              <a:t>Am J Med</a:t>
            </a:r>
            <a:r>
              <a:rPr lang="en-US" b="0" i="0" dirty="0">
                <a:solidFill>
                  <a:srgbClr val="0071BC"/>
                </a:solidFill>
                <a:effectLst/>
                <a:latin typeface="Montserrat" panose="00000500000000000000" pitchFamily="2" charset="-52"/>
              </a:rPr>
              <a:t>. </a:t>
            </a:r>
            <a:r>
              <a:rPr lang="en-US" b="0" i="0" dirty="0">
                <a:solidFill>
                  <a:srgbClr val="5B616B"/>
                </a:solidFill>
                <a:effectLst/>
                <a:latin typeface="Montserrat" panose="00000500000000000000" pitchFamily="2" charset="-52"/>
              </a:rPr>
              <a:t>2009 Mar;122(3):290-300.</a:t>
            </a:r>
            <a:r>
              <a:rPr lang="ru-RU" b="0" i="0" dirty="0">
                <a:solidFill>
                  <a:srgbClr val="5B616B"/>
                </a:solidFill>
                <a:effectLst/>
                <a:latin typeface="Montserrat" panose="00000500000000000000" pitchFamily="2" charset="-52"/>
              </a:rPr>
              <a:t> </a:t>
            </a:r>
            <a:r>
              <a:rPr lang="en-US" b="0" i="0" dirty="0">
                <a:solidFill>
                  <a:srgbClr val="212121"/>
                </a:solidFill>
                <a:effectLst/>
                <a:latin typeface="Montserrat" panose="00000500000000000000" pitchFamily="2" charset="-52"/>
              </a:rPr>
              <a:t> </a:t>
            </a:r>
            <a:r>
              <a:rPr lang="en-US" b="0" i="0" dirty="0" err="1">
                <a:solidFill>
                  <a:srgbClr val="5B616B"/>
                </a:solidFill>
                <a:effectLst/>
                <a:latin typeface="Montserrat" panose="00000500000000000000" pitchFamily="2" charset="-52"/>
              </a:rPr>
              <a:t>doi</a:t>
            </a:r>
            <a:r>
              <a:rPr lang="en-US" b="0" i="0" dirty="0">
                <a:solidFill>
                  <a:srgbClr val="5B616B"/>
                </a:solidFill>
                <a:effectLst/>
                <a:latin typeface="Montserrat" panose="00000500000000000000" pitchFamily="2" charset="-52"/>
              </a:rPr>
              <a:t>: 10.1016/j.amjmed.2008.09.038.</a:t>
            </a:r>
            <a:r>
              <a:rPr lang="ru-RU" altLang="it-IT" dirty="0">
                <a:latin typeface="Calibri" panose="020F0502020204030204" pitchFamily="34" charset="0"/>
              </a:rPr>
              <a:t>а.</a:t>
            </a:r>
            <a:endParaRPr lang="it-IT" altLang="it-IT" dirty="0">
              <a:latin typeface="Calibri" panose="020F0502020204030204" pitchFamily="34" charset="0"/>
            </a:endParaRPr>
          </a:p>
        </p:txBody>
      </p:sp>
      <p:sp>
        <p:nvSpPr>
          <p:cNvPr id="11267" name="Segnaposto numero diapositiva 3">
            <a:extLst>
              <a:ext uri="{FF2B5EF4-FFF2-40B4-BE49-F238E27FC236}">
                <a16:creationId xmlns:a16="http://schemas.microsoft.com/office/drawing/2014/main" id="{8299DC41-F60D-A66B-C70F-46B594378D1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defRPr>
                <a:solidFill>
                  <a:schemeClr val="tx1"/>
                </a:solidFill>
                <a:latin typeface="Arial" panose="020B0604020202020204" pitchFamily="34" charset="0"/>
                <a:ea typeface="ＭＳ Ｐゴシック" panose="020B0600070205080204" pitchFamily="34" charset="-128"/>
              </a:defRPr>
            </a:lvl1pPr>
            <a:lvl2pPr marL="742950" indent="-285750" defTabSz="947738">
              <a:defRPr>
                <a:solidFill>
                  <a:schemeClr val="tx1"/>
                </a:solidFill>
                <a:latin typeface="Arial" panose="020B0604020202020204" pitchFamily="34" charset="0"/>
                <a:ea typeface="ＭＳ Ｐゴシック" panose="020B0600070205080204" pitchFamily="34" charset="-128"/>
              </a:defRPr>
            </a:lvl2pPr>
            <a:lvl3pPr marL="1143000" indent="-228600" defTabSz="947738">
              <a:defRPr>
                <a:solidFill>
                  <a:schemeClr val="tx1"/>
                </a:solidFill>
                <a:latin typeface="Arial" panose="020B0604020202020204" pitchFamily="34" charset="0"/>
                <a:ea typeface="ＭＳ Ｐゴシック" panose="020B0600070205080204" pitchFamily="34" charset="-128"/>
              </a:defRPr>
            </a:lvl3pPr>
            <a:lvl4pPr marL="1600200" indent="-228600" defTabSz="947738">
              <a:defRPr>
                <a:solidFill>
                  <a:schemeClr val="tx1"/>
                </a:solidFill>
                <a:latin typeface="Arial" panose="020B0604020202020204" pitchFamily="34" charset="0"/>
                <a:ea typeface="ＭＳ Ｐゴシック" panose="020B0600070205080204" pitchFamily="34" charset="-128"/>
              </a:defRPr>
            </a:lvl4pPr>
            <a:lvl5pPr marL="2057400" indent="-228600" defTabSz="947738">
              <a:defRPr>
                <a:solidFill>
                  <a:schemeClr val="tx1"/>
                </a:solidFill>
                <a:latin typeface="Arial" panose="020B0604020202020204" pitchFamily="34" charset="0"/>
                <a:ea typeface="ＭＳ Ｐゴシック" panose="020B0600070205080204" pitchFamily="34" charset="-128"/>
              </a:defRPr>
            </a:lvl5pPr>
            <a:lvl6pPr marL="2514600" indent="-228600" defTabSz="94773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4773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4773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4773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r" defTabSz="947738" rtl="0" eaLnBrk="1" fontAlgn="auto" latinLnBrk="0" hangingPunct="1">
              <a:lnSpc>
                <a:spcPct val="100000"/>
              </a:lnSpc>
              <a:spcBef>
                <a:spcPts val="0"/>
              </a:spcBef>
              <a:spcAft>
                <a:spcPts val="0"/>
              </a:spcAft>
              <a:buClrTx/>
              <a:buSzTx/>
              <a:buFontTx/>
              <a:buNone/>
              <a:tabLst/>
              <a:defRPr/>
            </a:pPr>
            <a:fld id="{6ADE9333-4CC9-0549-B2F7-1193842EC3A0}" type="slidenum">
              <a:rPr kumimoji="0" lang="hu-HU" altLang="it-IT"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pPr marL="0" marR="0" lvl="0" indent="0" algn="r" defTabSz="947738" rtl="0" eaLnBrk="1" fontAlgn="auto" latinLnBrk="0" hangingPunct="1">
                <a:lnSpc>
                  <a:spcPct val="100000"/>
                </a:lnSpc>
                <a:spcBef>
                  <a:spcPts val="0"/>
                </a:spcBef>
                <a:spcAft>
                  <a:spcPts val="0"/>
                </a:spcAft>
                <a:buClrTx/>
                <a:buSzTx/>
                <a:buFontTx/>
                <a:buNone/>
                <a:tabLst/>
                <a:defRPr/>
              </a:pPr>
              <a:t>58</a:t>
            </a:fld>
            <a:endParaRPr kumimoji="0" lang="hu-HU" altLang="it-IT"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242428526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196E71-9ABA-46AD-A84E-24DCEA306771}" type="slidenum">
              <a:rPr kumimoji="0" lang="ru-R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ru-R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637848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196E71-9ABA-46AD-A84E-24DCEA306771}" type="slidenum">
              <a:rPr kumimoji="0" lang="ru-R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ru-R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0958457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dirty="0"/>
              <a:t>Отмечается взаимосвязь повышенной ЧСС (&gt;80-85 в 1 мин) с риском сердечно-сосудистых осложнений (ССО) и смертности как в общей популяции, так и у пациентов с АГ (включая лиц с ГЛЖ, ИБС, пожилых лиц с изолированной систолической АГ), СД, ишемической болезнью сердца (ИБС) и сердечной недостаточностью. [1]</a:t>
            </a:r>
          </a:p>
          <a:p>
            <a:pPr marL="0" marR="0" indent="0" algn="l" defTabSz="914400" rtl="0" eaLnBrk="1" fontAlgn="auto" latinLnBrk="0" hangingPunct="1">
              <a:lnSpc>
                <a:spcPct val="100000"/>
              </a:lnSpc>
              <a:spcBef>
                <a:spcPts val="0"/>
              </a:spcBef>
              <a:spcAft>
                <a:spcPts val="0"/>
              </a:spcAft>
              <a:buClrTx/>
              <a:buSzTx/>
              <a:buFontTx/>
              <a:buNone/>
              <a:tabLst/>
              <a:defRPr/>
            </a:pPr>
            <a:r>
              <a:rPr lang="ru-RU" dirty="0"/>
              <a:t>Повышение ЧСС на 10 в 1 мин сопровождается увеличением смертности от сердечно-сосудистых заболеваний на 25% (95% доверительный интервал (ДИ) 14-32%) и смертности от всех причин – на 27% (95% ДИ 21-34%). [1]</a:t>
            </a:r>
          </a:p>
          <a:p>
            <a:pPr marL="0" marR="0" indent="0" algn="l" defTabSz="914400" rtl="0" eaLnBrk="1" fontAlgn="auto" latinLnBrk="0" hangingPunct="1">
              <a:lnSpc>
                <a:spcPct val="100000"/>
              </a:lnSpc>
              <a:spcBef>
                <a:spcPts val="0"/>
              </a:spcBef>
              <a:spcAft>
                <a:spcPts val="0"/>
              </a:spcAft>
              <a:buClrTx/>
              <a:buSzTx/>
              <a:buFontTx/>
              <a:buNone/>
              <a:tabLst/>
              <a:defRPr/>
            </a:pPr>
            <a:r>
              <a:rPr lang="ru-RU" dirty="0"/>
              <a:t>Предлагается включать на регулярной основе измерение ЧСС (как важного фактора риска сердечно-сосудистых заболеваний) в оценку состояния пациента с гипертонической болезнью. [2]</a:t>
            </a:r>
          </a:p>
          <a:p>
            <a:endParaRPr lang="ru-RU" dirty="0"/>
          </a:p>
        </p:txBody>
      </p:sp>
      <p:sp>
        <p:nvSpPr>
          <p:cNvPr id="4" name="Номер слайда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A16902-46BA-4511-9CEC-1A8F04D946B1}" type="slidenum">
              <a:rPr kumimoji="0" lang="ru-R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ru-R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2287900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F8BFF-0D22-DDD5-D65D-08FCBCB586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119836-9458-82D3-D48C-AD0B7B88C1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31E16E-8C4D-D546-E83B-7B4A76CEE523}"/>
              </a:ext>
            </a:extLst>
          </p:cNvPr>
          <p:cNvSpPr>
            <a:spLocks noGrp="1"/>
          </p:cNvSpPr>
          <p:nvPr>
            <p:ph type="body" idx="1"/>
          </p:nvPr>
        </p:nvSpPr>
        <p:spPr/>
        <p:txBody>
          <a:bodyPr/>
          <a:lstStyle/>
          <a:p>
            <a:endParaRPr lang="de-DE"/>
          </a:p>
        </p:txBody>
      </p:sp>
      <p:sp>
        <p:nvSpPr>
          <p:cNvPr id="4" name="Slide Number Placeholder 3">
            <a:extLst>
              <a:ext uri="{FF2B5EF4-FFF2-40B4-BE49-F238E27FC236}">
                <a16:creationId xmlns:a16="http://schemas.microsoft.com/office/drawing/2014/main" id="{F246FF2D-FEE8-590C-6D28-AD90E58BF516}"/>
              </a:ext>
            </a:extLst>
          </p:cNvPr>
          <p:cNvSpPr>
            <a:spLocks noGrp="1"/>
          </p:cNvSpPr>
          <p:nvPr>
            <p:ph type="sldNum" sz="quarter" idx="5"/>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fld id="{28182E2C-AC48-45A1-A539-1D63FC6BDE45}" type="slidenum">
              <a:rPr kumimoji="0" lang="de-DE" sz="1000" b="0" i="0" u="none" strike="noStrike" kern="1200" cap="none" spc="0" normalizeH="0" baseline="0" noProof="0" smtClean="0">
                <a:ln>
                  <a:noFill/>
                </a:ln>
                <a:solidFill>
                  <a:srgbClr val="000000"/>
                </a:solidFill>
                <a:effectLst/>
                <a:uLnTx/>
                <a:uFillTx/>
                <a:latin typeface="Verdana"/>
                <a:ea typeface="+mn-ea"/>
                <a:cs typeface="+mn-cs"/>
              </a:rPr>
              <a:pPr marL="0" marR="0" lvl="0" indent="0" algn="l" defTabSz="914377" rtl="0" eaLnBrk="1" fontAlgn="auto" latinLnBrk="0" hangingPunct="1">
                <a:lnSpc>
                  <a:spcPct val="100000"/>
                </a:lnSpc>
                <a:spcBef>
                  <a:spcPts val="0"/>
                </a:spcBef>
                <a:spcAft>
                  <a:spcPts val="0"/>
                </a:spcAft>
                <a:buClrTx/>
                <a:buSzTx/>
                <a:buFontTx/>
                <a:buNone/>
                <a:tabLst/>
                <a:defRPr/>
              </a:pPr>
              <a:t>65</a:t>
            </a:fld>
            <a:endParaRPr kumimoji="0" lang="de-DE" sz="1000" b="0" i="0" u="none" strike="noStrike" kern="1200" cap="none" spc="0" normalizeH="0" baseline="0" noProof="0" dirty="0">
              <a:ln>
                <a:noFill/>
              </a:ln>
              <a:solidFill>
                <a:srgbClr val="000000"/>
              </a:solidFill>
              <a:effectLst/>
              <a:uLnTx/>
              <a:uFillTx/>
              <a:latin typeface="Verdana"/>
              <a:ea typeface="+mn-ea"/>
              <a:cs typeface="+mn-cs"/>
            </a:endParaRPr>
          </a:p>
        </p:txBody>
      </p:sp>
    </p:spTree>
    <p:extLst>
      <p:ext uri="{BB962C8B-B14F-4D97-AF65-F5344CB8AC3E}">
        <p14:creationId xmlns:p14="http://schemas.microsoft.com/office/powerpoint/2010/main" val="98148947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Segnaposto immagine diapositiva 1">
            <a:extLst>
              <a:ext uri="{FF2B5EF4-FFF2-40B4-BE49-F238E27FC236}">
                <a16:creationId xmlns:a16="http://schemas.microsoft.com/office/drawing/2014/main" id="{458E30A4-CB74-20F5-C35F-FD2F979B8674}"/>
              </a:ext>
            </a:extLst>
          </p:cNvPr>
          <p:cNvSpPr>
            <a:spLocks noGrp="1" noRot="1" noChangeAspect="1" noChangeArrowheads="1" noTextEdit="1"/>
          </p:cNvSpPr>
          <p:nvPr>
            <p:ph type="sldImg"/>
          </p:nvPr>
        </p:nvSpPr>
        <p:spPr>
          <a:ln/>
        </p:spPr>
      </p:sp>
      <p:sp>
        <p:nvSpPr>
          <p:cNvPr id="11266" name="Segnaposto note 2">
            <a:extLst>
              <a:ext uri="{FF2B5EF4-FFF2-40B4-BE49-F238E27FC236}">
                <a16:creationId xmlns:a16="http://schemas.microsoft.com/office/drawing/2014/main" id="{E6169D83-84C9-92C0-726D-18A32B5C3B2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it-IT" altLang="it-IT" dirty="0">
              <a:latin typeface="Calibri" panose="020F0502020204030204" pitchFamily="34" charset="0"/>
            </a:endParaRPr>
          </a:p>
        </p:txBody>
      </p:sp>
      <p:sp>
        <p:nvSpPr>
          <p:cNvPr id="11267" name="Segnaposto numero diapositiva 3">
            <a:extLst>
              <a:ext uri="{FF2B5EF4-FFF2-40B4-BE49-F238E27FC236}">
                <a16:creationId xmlns:a16="http://schemas.microsoft.com/office/drawing/2014/main" id="{8299DC41-F60D-A66B-C70F-46B594378D1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defRPr>
                <a:solidFill>
                  <a:schemeClr val="tx1"/>
                </a:solidFill>
                <a:latin typeface="Arial" panose="020B0604020202020204" pitchFamily="34" charset="0"/>
                <a:ea typeface="ＭＳ Ｐゴシック" panose="020B0600070205080204" pitchFamily="34" charset="-128"/>
              </a:defRPr>
            </a:lvl1pPr>
            <a:lvl2pPr marL="742950" indent="-285750" defTabSz="947738">
              <a:defRPr>
                <a:solidFill>
                  <a:schemeClr val="tx1"/>
                </a:solidFill>
                <a:latin typeface="Arial" panose="020B0604020202020204" pitchFamily="34" charset="0"/>
                <a:ea typeface="ＭＳ Ｐゴシック" panose="020B0600070205080204" pitchFamily="34" charset="-128"/>
              </a:defRPr>
            </a:lvl2pPr>
            <a:lvl3pPr marL="1143000" indent="-228600" defTabSz="947738">
              <a:defRPr>
                <a:solidFill>
                  <a:schemeClr val="tx1"/>
                </a:solidFill>
                <a:latin typeface="Arial" panose="020B0604020202020204" pitchFamily="34" charset="0"/>
                <a:ea typeface="ＭＳ Ｐゴシック" panose="020B0600070205080204" pitchFamily="34" charset="-128"/>
              </a:defRPr>
            </a:lvl3pPr>
            <a:lvl4pPr marL="1600200" indent="-228600" defTabSz="947738">
              <a:defRPr>
                <a:solidFill>
                  <a:schemeClr val="tx1"/>
                </a:solidFill>
                <a:latin typeface="Arial" panose="020B0604020202020204" pitchFamily="34" charset="0"/>
                <a:ea typeface="ＭＳ Ｐゴシック" panose="020B0600070205080204" pitchFamily="34" charset="-128"/>
              </a:defRPr>
            </a:lvl4pPr>
            <a:lvl5pPr marL="2057400" indent="-228600" defTabSz="947738">
              <a:defRPr>
                <a:solidFill>
                  <a:schemeClr val="tx1"/>
                </a:solidFill>
                <a:latin typeface="Arial" panose="020B0604020202020204" pitchFamily="34" charset="0"/>
                <a:ea typeface="ＭＳ Ｐゴシック" panose="020B0600070205080204" pitchFamily="34" charset="-128"/>
              </a:defRPr>
            </a:lvl5pPr>
            <a:lvl6pPr marL="2514600" indent="-228600" defTabSz="94773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4773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4773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4773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r" defTabSz="947738" rtl="0" eaLnBrk="1" fontAlgn="auto" latinLnBrk="0" hangingPunct="1">
              <a:lnSpc>
                <a:spcPct val="100000"/>
              </a:lnSpc>
              <a:spcBef>
                <a:spcPts val="0"/>
              </a:spcBef>
              <a:spcAft>
                <a:spcPts val="0"/>
              </a:spcAft>
              <a:buClrTx/>
              <a:buSzTx/>
              <a:buFontTx/>
              <a:buNone/>
              <a:tabLst/>
              <a:defRPr/>
            </a:pPr>
            <a:fld id="{6ADE9333-4CC9-0549-B2F7-1193842EC3A0}" type="slidenum">
              <a:rPr kumimoji="0" lang="hu-HU" altLang="it-IT"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pPr marL="0" marR="0" lvl="0" indent="0" algn="r" defTabSz="947738" rtl="0" eaLnBrk="1" fontAlgn="auto" latinLnBrk="0" hangingPunct="1">
                <a:lnSpc>
                  <a:spcPct val="100000"/>
                </a:lnSpc>
                <a:spcBef>
                  <a:spcPts val="0"/>
                </a:spcBef>
                <a:spcAft>
                  <a:spcPts val="0"/>
                </a:spcAft>
                <a:buClrTx/>
                <a:buSzTx/>
                <a:buFontTx/>
                <a:buNone/>
                <a:tabLst/>
                <a:defRPr/>
              </a:pPr>
              <a:t>66</a:t>
            </a:fld>
            <a:endParaRPr kumimoji="0" lang="hu-HU" altLang="it-IT"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372878673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Segnaposto immagine diapositiva 1">
            <a:extLst>
              <a:ext uri="{FF2B5EF4-FFF2-40B4-BE49-F238E27FC236}">
                <a16:creationId xmlns:a16="http://schemas.microsoft.com/office/drawing/2014/main" id="{458E30A4-CB74-20F5-C35F-FD2F979B8674}"/>
              </a:ext>
            </a:extLst>
          </p:cNvPr>
          <p:cNvSpPr>
            <a:spLocks noGrp="1" noRot="1" noChangeAspect="1" noChangeArrowheads="1" noTextEdit="1"/>
          </p:cNvSpPr>
          <p:nvPr>
            <p:ph type="sldImg"/>
          </p:nvPr>
        </p:nvSpPr>
        <p:spPr>
          <a:ln/>
        </p:spPr>
      </p:sp>
      <p:sp>
        <p:nvSpPr>
          <p:cNvPr id="11266" name="Segnaposto note 2">
            <a:extLst>
              <a:ext uri="{FF2B5EF4-FFF2-40B4-BE49-F238E27FC236}">
                <a16:creationId xmlns:a16="http://schemas.microsoft.com/office/drawing/2014/main" id="{E6169D83-84C9-92C0-726D-18A32B5C3B2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it-IT" altLang="it-IT" dirty="0">
              <a:latin typeface="Calibri" panose="020F0502020204030204" pitchFamily="34" charset="0"/>
            </a:endParaRPr>
          </a:p>
        </p:txBody>
      </p:sp>
      <p:sp>
        <p:nvSpPr>
          <p:cNvPr id="11267" name="Segnaposto numero diapositiva 3">
            <a:extLst>
              <a:ext uri="{FF2B5EF4-FFF2-40B4-BE49-F238E27FC236}">
                <a16:creationId xmlns:a16="http://schemas.microsoft.com/office/drawing/2014/main" id="{8299DC41-F60D-A66B-C70F-46B594378D1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defRPr>
                <a:solidFill>
                  <a:schemeClr val="tx1"/>
                </a:solidFill>
                <a:latin typeface="Arial" panose="020B0604020202020204" pitchFamily="34" charset="0"/>
                <a:ea typeface="ＭＳ Ｐゴシック" panose="020B0600070205080204" pitchFamily="34" charset="-128"/>
              </a:defRPr>
            </a:lvl1pPr>
            <a:lvl2pPr marL="742950" indent="-285750" defTabSz="947738">
              <a:defRPr>
                <a:solidFill>
                  <a:schemeClr val="tx1"/>
                </a:solidFill>
                <a:latin typeface="Arial" panose="020B0604020202020204" pitchFamily="34" charset="0"/>
                <a:ea typeface="ＭＳ Ｐゴシック" panose="020B0600070205080204" pitchFamily="34" charset="-128"/>
              </a:defRPr>
            </a:lvl2pPr>
            <a:lvl3pPr marL="1143000" indent="-228600" defTabSz="947738">
              <a:defRPr>
                <a:solidFill>
                  <a:schemeClr val="tx1"/>
                </a:solidFill>
                <a:latin typeface="Arial" panose="020B0604020202020204" pitchFamily="34" charset="0"/>
                <a:ea typeface="ＭＳ Ｐゴシック" panose="020B0600070205080204" pitchFamily="34" charset="-128"/>
              </a:defRPr>
            </a:lvl3pPr>
            <a:lvl4pPr marL="1600200" indent="-228600" defTabSz="947738">
              <a:defRPr>
                <a:solidFill>
                  <a:schemeClr val="tx1"/>
                </a:solidFill>
                <a:latin typeface="Arial" panose="020B0604020202020204" pitchFamily="34" charset="0"/>
                <a:ea typeface="ＭＳ Ｐゴシック" panose="020B0600070205080204" pitchFamily="34" charset="-128"/>
              </a:defRPr>
            </a:lvl4pPr>
            <a:lvl5pPr marL="2057400" indent="-228600" defTabSz="947738">
              <a:defRPr>
                <a:solidFill>
                  <a:schemeClr val="tx1"/>
                </a:solidFill>
                <a:latin typeface="Arial" panose="020B0604020202020204" pitchFamily="34" charset="0"/>
                <a:ea typeface="ＭＳ Ｐゴシック" panose="020B0600070205080204" pitchFamily="34" charset="-128"/>
              </a:defRPr>
            </a:lvl5pPr>
            <a:lvl6pPr marL="2514600" indent="-228600" defTabSz="94773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4773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4773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4773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r" defTabSz="947738" rtl="0" eaLnBrk="1" fontAlgn="auto" latinLnBrk="0" hangingPunct="1">
              <a:lnSpc>
                <a:spcPct val="100000"/>
              </a:lnSpc>
              <a:spcBef>
                <a:spcPts val="0"/>
              </a:spcBef>
              <a:spcAft>
                <a:spcPts val="0"/>
              </a:spcAft>
              <a:buClrTx/>
              <a:buSzTx/>
              <a:buFontTx/>
              <a:buNone/>
              <a:tabLst/>
              <a:defRPr/>
            </a:pPr>
            <a:fld id="{6ADE9333-4CC9-0549-B2F7-1193842EC3A0}" type="slidenum">
              <a:rPr kumimoji="0" lang="hu-HU" altLang="it-IT"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pPr marL="0" marR="0" lvl="0" indent="0" algn="r" defTabSz="947738" rtl="0" eaLnBrk="1" fontAlgn="auto" latinLnBrk="0" hangingPunct="1">
                <a:lnSpc>
                  <a:spcPct val="100000"/>
                </a:lnSpc>
                <a:spcBef>
                  <a:spcPts val="0"/>
                </a:spcBef>
                <a:spcAft>
                  <a:spcPts val="0"/>
                </a:spcAft>
                <a:buClrTx/>
                <a:buSzTx/>
                <a:buFontTx/>
                <a:buNone/>
                <a:tabLst/>
                <a:defRPr/>
              </a:pPr>
              <a:t>67</a:t>
            </a:fld>
            <a:endParaRPr kumimoji="0" lang="hu-HU" altLang="it-IT"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26069300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Segnaposto immagine diapositiva 1">
            <a:extLst>
              <a:ext uri="{FF2B5EF4-FFF2-40B4-BE49-F238E27FC236}">
                <a16:creationId xmlns:a16="http://schemas.microsoft.com/office/drawing/2014/main" id="{458E30A4-CB74-20F5-C35F-FD2F979B8674}"/>
              </a:ext>
            </a:extLst>
          </p:cNvPr>
          <p:cNvSpPr>
            <a:spLocks noGrp="1" noRot="1" noChangeAspect="1" noChangeArrowheads="1" noTextEdit="1"/>
          </p:cNvSpPr>
          <p:nvPr>
            <p:ph type="sldImg"/>
          </p:nvPr>
        </p:nvSpPr>
        <p:spPr>
          <a:ln/>
        </p:spPr>
      </p:sp>
      <p:sp>
        <p:nvSpPr>
          <p:cNvPr id="11266" name="Segnaposto note 2">
            <a:extLst>
              <a:ext uri="{FF2B5EF4-FFF2-40B4-BE49-F238E27FC236}">
                <a16:creationId xmlns:a16="http://schemas.microsoft.com/office/drawing/2014/main" id="{E6169D83-84C9-92C0-726D-18A32B5C3B2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it-IT" altLang="it-IT" dirty="0">
              <a:latin typeface="Calibri" panose="020F0502020204030204" pitchFamily="34" charset="0"/>
            </a:endParaRPr>
          </a:p>
        </p:txBody>
      </p:sp>
      <p:sp>
        <p:nvSpPr>
          <p:cNvPr id="11267" name="Segnaposto numero diapositiva 3">
            <a:extLst>
              <a:ext uri="{FF2B5EF4-FFF2-40B4-BE49-F238E27FC236}">
                <a16:creationId xmlns:a16="http://schemas.microsoft.com/office/drawing/2014/main" id="{8299DC41-F60D-A66B-C70F-46B594378D1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defRPr>
                <a:solidFill>
                  <a:schemeClr val="tx1"/>
                </a:solidFill>
                <a:latin typeface="Arial" panose="020B0604020202020204" pitchFamily="34" charset="0"/>
                <a:ea typeface="ＭＳ Ｐゴシック" panose="020B0600070205080204" pitchFamily="34" charset="-128"/>
              </a:defRPr>
            </a:lvl1pPr>
            <a:lvl2pPr marL="742950" indent="-285750" defTabSz="947738">
              <a:defRPr>
                <a:solidFill>
                  <a:schemeClr val="tx1"/>
                </a:solidFill>
                <a:latin typeface="Arial" panose="020B0604020202020204" pitchFamily="34" charset="0"/>
                <a:ea typeface="ＭＳ Ｐゴシック" panose="020B0600070205080204" pitchFamily="34" charset="-128"/>
              </a:defRPr>
            </a:lvl2pPr>
            <a:lvl3pPr marL="1143000" indent="-228600" defTabSz="947738">
              <a:defRPr>
                <a:solidFill>
                  <a:schemeClr val="tx1"/>
                </a:solidFill>
                <a:latin typeface="Arial" panose="020B0604020202020204" pitchFamily="34" charset="0"/>
                <a:ea typeface="ＭＳ Ｐゴシック" panose="020B0600070205080204" pitchFamily="34" charset="-128"/>
              </a:defRPr>
            </a:lvl3pPr>
            <a:lvl4pPr marL="1600200" indent="-228600" defTabSz="947738">
              <a:defRPr>
                <a:solidFill>
                  <a:schemeClr val="tx1"/>
                </a:solidFill>
                <a:latin typeface="Arial" panose="020B0604020202020204" pitchFamily="34" charset="0"/>
                <a:ea typeface="ＭＳ Ｐゴシック" panose="020B0600070205080204" pitchFamily="34" charset="-128"/>
              </a:defRPr>
            </a:lvl4pPr>
            <a:lvl5pPr marL="2057400" indent="-228600" defTabSz="947738">
              <a:defRPr>
                <a:solidFill>
                  <a:schemeClr val="tx1"/>
                </a:solidFill>
                <a:latin typeface="Arial" panose="020B0604020202020204" pitchFamily="34" charset="0"/>
                <a:ea typeface="ＭＳ Ｐゴシック" panose="020B0600070205080204" pitchFamily="34" charset="-128"/>
              </a:defRPr>
            </a:lvl5pPr>
            <a:lvl6pPr marL="2514600" indent="-228600" defTabSz="94773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4773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4773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4773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r" defTabSz="947738" rtl="0" eaLnBrk="1" fontAlgn="auto" latinLnBrk="0" hangingPunct="1">
              <a:lnSpc>
                <a:spcPct val="100000"/>
              </a:lnSpc>
              <a:spcBef>
                <a:spcPts val="0"/>
              </a:spcBef>
              <a:spcAft>
                <a:spcPts val="0"/>
              </a:spcAft>
              <a:buClrTx/>
              <a:buSzTx/>
              <a:buFontTx/>
              <a:buNone/>
              <a:tabLst/>
              <a:defRPr/>
            </a:pPr>
            <a:fld id="{6ADE9333-4CC9-0549-B2F7-1193842EC3A0}" type="slidenum">
              <a:rPr kumimoji="0" lang="hu-HU" altLang="it-IT"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pPr marL="0" marR="0" lvl="0" indent="0" algn="r" defTabSz="947738" rtl="0" eaLnBrk="1" fontAlgn="auto" latinLnBrk="0" hangingPunct="1">
                <a:lnSpc>
                  <a:spcPct val="100000"/>
                </a:lnSpc>
                <a:spcBef>
                  <a:spcPts val="0"/>
                </a:spcBef>
                <a:spcAft>
                  <a:spcPts val="0"/>
                </a:spcAft>
                <a:buClrTx/>
                <a:buSzTx/>
                <a:buFontTx/>
                <a:buNone/>
                <a:tabLst/>
                <a:defRPr/>
              </a:pPr>
              <a:t>68</a:t>
            </a:fld>
            <a:endParaRPr kumimoji="0" lang="hu-HU" altLang="it-IT"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406494531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just"/>
            <a:r>
              <a:rPr lang="ru-RU" sz="1200" b="1" dirty="0"/>
              <a:t>Дизайн исследования.</a:t>
            </a:r>
            <a:endParaRPr lang="ru-RU" sz="1200" dirty="0"/>
          </a:p>
          <a:p>
            <a:pPr algn="just"/>
            <a:r>
              <a:rPr lang="ru-RU" sz="1200" dirty="0"/>
              <a:t>В исследование, целью которого стало изучение влияния блокаторов на характеристики центральной пульсовой волны и эффекта перехода на фиксированную комбинацию </a:t>
            </a:r>
            <a:r>
              <a:rPr lang="ru-RU" sz="1200" dirty="0" err="1"/>
              <a:t>бисопролол</a:t>
            </a:r>
            <a:r>
              <a:rPr lang="ru-RU" sz="1200" dirty="0"/>
              <a:t> / </a:t>
            </a:r>
            <a:r>
              <a:rPr lang="ru-RU" sz="1200" dirty="0" err="1"/>
              <a:t>амлодипин</a:t>
            </a:r>
            <a:r>
              <a:rPr lang="ru-RU" sz="1200" dirty="0"/>
              <a:t>, было включено 28 пациентов (возраст 53,6±5,7 года, 19 мужчин) с неосложненной гипертонией без диабета, </a:t>
            </a:r>
            <a:r>
              <a:rPr lang="ru-RU" sz="1200" dirty="0">
                <a:solidFill>
                  <a:srgbClr val="00B050"/>
                </a:solidFill>
              </a:rPr>
              <a:t>не принимавших антигипертензивных препаратов в течение, по крайней мере, 2 </a:t>
            </a:r>
            <a:r>
              <a:rPr lang="ru-RU" sz="1200" dirty="0" err="1">
                <a:solidFill>
                  <a:srgbClr val="00B050"/>
                </a:solidFill>
              </a:rPr>
              <a:t>нед</a:t>
            </a:r>
            <a:r>
              <a:rPr lang="ru-RU" sz="1200" dirty="0">
                <a:solidFill>
                  <a:srgbClr val="00B050"/>
                </a:solidFill>
              </a:rPr>
              <a:t>. Был назначен </a:t>
            </a:r>
            <a:r>
              <a:rPr lang="ru-RU" sz="1200" dirty="0" err="1">
                <a:solidFill>
                  <a:srgbClr val="00B050"/>
                </a:solidFill>
              </a:rPr>
              <a:t>бисопролол</a:t>
            </a:r>
            <a:r>
              <a:rPr lang="ru-RU" sz="1200" dirty="0">
                <a:solidFill>
                  <a:srgbClr val="00B050"/>
                </a:solidFill>
              </a:rPr>
              <a:t> 5-10 мг.</a:t>
            </a:r>
            <a:r>
              <a:rPr lang="ru-RU" sz="1200" dirty="0"/>
              <a:t> Далее, через 4 недели, был добавлен </a:t>
            </a:r>
            <a:r>
              <a:rPr lang="ru-RU" sz="1200" dirty="0" err="1"/>
              <a:t>амлодипин</a:t>
            </a:r>
            <a:r>
              <a:rPr lang="ru-RU" sz="1200" dirty="0"/>
              <a:t> (5 мг) путем переключения на фиксированную комбинацию </a:t>
            </a:r>
            <a:r>
              <a:rPr lang="ru-RU" sz="1200" dirty="0" err="1"/>
              <a:t>бисопролола</a:t>
            </a:r>
            <a:r>
              <a:rPr lang="ru-RU" sz="1200" dirty="0"/>
              <a:t> и </a:t>
            </a:r>
            <a:r>
              <a:rPr lang="ru-RU" sz="1200" dirty="0" err="1"/>
              <a:t>амлодипина</a:t>
            </a:r>
            <a:r>
              <a:rPr lang="ru-RU" sz="1200" dirty="0"/>
              <a:t>. Доза </a:t>
            </a:r>
            <a:r>
              <a:rPr lang="ru-RU" sz="1200" dirty="0" err="1"/>
              <a:t>амлодипина</a:t>
            </a:r>
            <a:r>
              <a:rPr lang="ru-RU" sz="1200" dirty="0"/>
              <a:t> в этой комбинации была увеличена до 10 мг для достижения целевого уровня артериального давления (АД). Продолжительность комбинированной терапии составила 8 недель.</a:t>
            </a:r>
          </a:p>
          <a:p>
            <a:pPr algn="just"/>
            <a:endParaRPr lang="ru-RU" sz="1200" dirty="0"/>
          </a:p>
          <a:p>
            <a:pPr algn="just"/>
            <a:r>
              <a:rPr lang="ru-RU" sz="1200" dirty="0"/>
              <a:t>Анализ контура центральной пульсовой волны и измерение скорости распространения пульсовой волны между сонной и бедренной артериями (PWV) оценивались до лечения, после </a:t>
            </a:r>
            <a:r>
              <a:rPr lang="ru-RU" sz="1200" dirty="0" err="1"/>
              <a:t>монотерапии</a:t>
            </a:r>
            <a:r>
              <a:rPr lang="ru-RU" sz="1200" dirty="0"/>
              <a:t> </a:t>
            </a:r>
            <a:r>
              <a:rPr lang="ru-RU" sz="1200" dirty="0" err="1"/>
              <a:t>бисопрололом</a:t>
            </a:r>
            <a:r>
              <a:rPr lang="ru-RU" sz="1200" dirty="0"/>
              <a:t> и после терапии фиксированной комбинацией.</a:t>
            </a:r>
          </a:p>
          <a:p>
            <a:pPr algn="just"/>
            <a:endParaRPr lang="ru-RU" sz="1200" dirty="0"/>
          </a:p>
          <a:p>
            <a:pPr algn="just"/>
            <a:r>
              <a:rPr lang="ru-RU" sz="1200" b="1" dirty="0"/>
              <a:t>Результаты исследования.</a:t>
            </a:r>
            <a:endParaRPr lang="ru-RU" sz="1200" dirty="0"/>
          </a:p>
          <a:p>
            <a:pPr algn="just"/>
            <a:r>
              <a:rPr lang="ru-RU" sz="1200" dirty="0" err="1"/>
              <a:t>Монотерапия</a:t>
            </a:r>
            <a:r>
              <a:rPr lang="ru-RU" sz="1200" dirty="0"/>
              <a:t> </a:t>
            </a:r>
            <a:r>
              <a:rPr lang="ru-RU" sz="1200" dirty="0" err="1"/>
              <a:t>бисопрололом</a:t>
            </a:r>
            <a:r>
              <a:rPr lang="ru-RU" sz="1200" dirty="0"/>
              <a:t>, в основном, снижала, </a:t>
            </a:r>
            <a:r>
              <a:rPr lang="ru-RU" sz="1200" dirty="0">
                <a:solidFill>
                  <a:srgbClr val="00B050"/>
                </a:solidFill>
              </a:rPr>
              <a:t>преимущественно, </a:t>
            </a:r>
            <a:r>
              <a:rPr lang="ru-RU" sz="1200" dirty="0"/>
              <a:t>периферическое АД и увеличивала индекс аугментации (ИА) пульсового давления в аорте, нормированный на </a:t>
            </a:r>
            <a:r>
              <a:rPr lang="ru-RU" sz="1200" dirty="0">
                <a:solidFill>
                  <a:srgbClr val="0070C0"/>
                </a:solidFill>
              </a:rPr>
              <a:t>частоту сердечных сокращений (ЧСС) </a:t>
            </a:r>
            <a:r>
              <a:rPr lang="ru-RU" sz="1200" dirty="0"/>
              <a:t>75 уд/мин (ИА-75). Переход на фиксированную комбинацию </a:t>
            </a:r>
            <a:r>
              <a:rPr lang="ru-RU" sz="1200" b="1" i="0" u="none" dirty="0"/>
              <a:t>привел к дальнейшему снижению периферического АД и значительно </a:t>
            </a:r>
            <a:r>
              <a:rPr lang="ru-RU" sz="1200" b="1" i="0" u="none" dirty="0">
                <a:solidFill>
                  <a:srgbClr val="0070C0"/>
                </a:solidFill>
              </a:rPr>
              <a:t>более выраженному </a:t>
            </a:r>
            <a:r>
              <a:rPr lang="ru-RU" sz="1200" b="1" i="0" u="none" dirty="0"/>
              <a:t>снижению центрального систолического и пульсового давления </a:t>
            </a:r>
            <a:r>
              <a:rPr lang="ru-RU" sz="1200" b="1" i="0" u="none" dirty="0">
                <a:solidFill>
                  <a:srgbClr val="00B050"/>
                </a:solidFill>
              </a:rPr>
              <a:t>(рис. 1)</a:t>
            </a:r>
            <a:r>
              <a:rPr lang="ru-RU" sz="1200" b="1" i="0" u="none" dirty="0"/>
              <a:t>, возврату ИА-75 к исходным значениям, значительному снижению </a:t>
            </a:r>
            <a:r>
              <a:rPr lang="ru-RU" sz="1200" b="1" i="0" u="none" dirty="0">
                <a:solidFill>
                  <a:srgbClr val="0070C0"/>
                </a:solidFill>
              </a:rPr>
              <a:t>скорости распространения пульсовой волны.</a:t>
            </a:r>
            <a:endParaRPr lang="ru-RU" sz="1200" b="1" i="0" u="none" dirty="0"/>
          </a:p>
          <a:p>
            <a:pPr algn="just"/>
            <a:endParaRPr lang="ru-RU" sz="1200" b="1" dirty="0"/>
          </a:p>
          <a:p>
            <a:pPr algn="just"/>
            <a:r>
              <a:rPr lang="ru-RU" sz="1200" b="1" dirty="0"/>
              <a:t>Вывод. </a:t>
            </a:r>
            <a:endParaRPr lang="ru-RU" sz="1200" dirty="0"/>
          </a:p>
          <a:p>
            <a:pPr algn="just"/>
            <a:r>
              <a:rPr lang="ru-RU" sz="1200" dirty="0"/>
              <a:t>Переключение на фиксированную комбинацию устраняет потенциально нежелательное влияние блокаторов на параметры отраженной волны, что приводит к эффективному снижению центрального систолического и пульсового АД и снижению PWV.</a:t>
            </a:r>
          </a:p>
        </p:txBody>
      </p:sp>
      <p:sp>
        <p:nvSpPr>
          <p:cNvPr id="4" name="Номер слайда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A16902-46BA-4511-9CEC-1A8F04D946B1}" type="slidenum">
              <a:rPr kumimoji="0" lang="ru-R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ru-R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3100621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400" dirty="0"/>
              <a:t>Повышенная ЧСС (&gt;80 в 1 мин.), как маркер повышения активности симпатоадреналовой системы – имеет место приблизительно у 30% больных АГ [1]. Повышение ЧСС (&gt;70 в 1 мин.) – имеет место уже более, чем у 60% пациентов с АГ. [3] </a:t>
            </a:r>
          </a:p>
          <a:p>
            <a:r>
              <a:rPr lang="ru-RU" sz="1400" dirty="0"/>
              <a:t>При этом, по данным ВОЗ, гипертонией в той или иной форме страдает, практически, треть населения земного шара; в России, от гипертонии и её последствий – ежегодно умирает свыше 1,5 миллионов человек; 40 % гипертоников – это люди в возрасте до 50 лет. [2]</a:t>
            </a:r>
          </a:p>
          <a:p>
            <a:endParaRPr lang="ru-RU" dirty="0"/>
          </a:p>
        </p:txBody>
      </p:sp>
      <p:sp>
        <p:nvSpPr>
          <p:cNvPr id="4" name="Номер слайда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A16902-46BA-4511-9CEC-1A8F04D946B1}" type="slidenum">
              <a:rPr kumimoji="0" lang="ru-R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ru-R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3333034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ru-RU" sz="1400" b="1" dirty="0">
                <a:solidFill>
                  <a:schemeClr val="accent1"/>
                </a:solidFill>
              </a:rPr>
              <a:t> </a:t>
            </a:r>
            <a:r>
              <a:rPr lang="ru-RU" sz="1200" b="1" dirty="0"/>
              <a:t>Дизайн исследования. </a:t>
            </a:r>
            <a:r>
              <a:rPr lang="ru-RU" sz="1200" baseline="30000" dirty="0">
                <a:latin typeface="Calibri" panose="020F0502020204030204" pitchFamily="34" charset="0"/>
                <a:cs typeface="Calibri" panose="020F0502020204030204" pitchFamily="34" charset="0"/>
              </a:rPr>
              <a:t>[1]</a:t>
            </a:r>
            <a:endParaRPr lang="ru-RU" sz="1200" b="1" dirty="0"/>
          </a:p>
          <a:p>
            <a:pPr algn="just"/>
            <a:r>
              <a:rPr lang="ru-RU" sz="1200" dirty="0"/>
              <a:t>В работе (</a:t>
            </a:r>
            <a:r>
              <a:rPr lang="ru-RU" sz="1200" dirty="0" err="1"/>
              <a:t>неинтервенционное</a:t>
            </a:r>
            <a:r>
              <a:rPr lang="ru-RU" sz="1200" dirty="0"/>
              <a:t> исследование) были использованы данные по 10 430 пациентам с </a:t>
            </a:r>
            <a:r>
              <a:rPr lang="ru-RU" sz="1200" dirty="0">
                <a:latin typeface="Calibri" panose="020F0502020204030204" pitchFamily="34" charset="0"/>
                <a:cs typeface="Calibri" panose="020F0502020204030204" pitchFamily="34" charset="0"/>
              </a:rPr>
              <a:t>гипертонической болезнью старше 18 лет</a:t>
            </a:r>
            <a:r>
              <a:rPr lang="ru-RU" sz="1200" dirty="0"/>
              <a:t>. Были выделены 4 группы: группа 1 – без сопутствующих заболеваний; группа 2 – с диабетом 2 типа; группа 3 – с сердечно-сосудистыми заболеваниями; группа 4 – с диабетом 2 типа и сердечно-сосудистыми заболеваниями. Приверженность к лечению определялась на основе потребления назначенных таблеток: «отлично» – &gt;90%, «хорошо» – 76-90%, «умеренно» – 51-75%, «плохо» – ≤50%. Эффективность терапии оценивали на основании снижения значений артериального и пульсового давления, а, также, из расчета доли пациентов с целевым значением артериального давления (АД) – &lt;140/90 мм рт. </a:t>
            </a:r>
            <a:r>
              <a:rPr lang="ru-RU" sz="1200" dirty="0">
                <a:cs typeface="Calibri" panose="020F0502020204030204" pitchFamily="34" charset="0"/>
              </a:rPr>
              <a:t>через 6 месяцев применения фиксированной комбинации (в сравнении</a:t>
            </a:r>
            <a:r>
              <a:rPr lang="ru-RU" sz="1200" baseline="0" dirty="0">
                <a:cs typeface="Calibri" panose="020F0502020204030204" pitchFamily="34" charset="0"/>
              </a:rPr>
              <a:t> с</a:t>
            </a:r>
            <a:r>
              <a:rPr lang="ru-RU" sz="1200" dirty="0">
                <a:cs typeface="Calibri" panose="020F0502020204030204" pitchFamily="34" charset="0"/>
              </a:rPr>
              <a:t> данными начала исследования). Пациенты были переведены из режима свободной комбинации препаратов </a:t>
            </a:r>
            <a:r>
              <a:rPr lang="ru-RU" sz="1200" dirty="0" err="1">
                <a:cs typeface="Calibri" panose="020F0502020204030204" pitchFamily="34" charset="0"/>
              </a:rPr>
              <a:t>Бисопролола</a:t>
            </a:r>
            <a:r>
              <a:rPr lang="ru-RU" sz="1200" dirty="0">
                <a:cs typeface="Calibri" panose="020F0502020204030204" pitchFamily="34" charset="0"/>
              </a:rPr>
              <a:t> и </a:t>
            </a:r>
            <a:r>
              <a:rPr lang="ru-RU" sz="1200" dirty="0" err="1">
                <a:cs typeface="Calibri" panose="020F0502020204030204" pitchFamily="34" charset="0"/>
              </a:rPr>
              <a:t>Амлодипина</a:t>
            </a:r>
            <a:r>
              <a:rPr lang="ru-RU" sz="1200" dirty="0">
                <a:cs typeface="Calibri" panose="020F0502020204030204" pitchFamily="34" charset="0"/>
              </a:rPr>
              <a:t> в режим фиксированной комбинации не менее, чем за 4 недели до формирования групп.</a:t>
            </a:r>
          </a:p>
          <a:p>
            <a:pPr marL="0" marR="0" indent="0" algn="just" defTabSz="914400" rtl="0" eaLnBrk="1" fontAlgn="auto" latinLnBrk="0" hangingPunct="1">
              <a:lnSpc>
                <a:spcPct val="100000"/>
              </a:lnSpc>
              <a:spcBef>
                <a:spcPts val="0"/>
              </a:spcBef>
              <a:spcAft>
                <a:spcPts val="0"/>
              </a:spcAft>
              <a:buClrTx/>
              <a:buSzTx/>
              <a:buFontTx/>
              <a:buNone/>
              <a:tabLst/>
              <a:defRPr/>
            </a:pPr>
            <a:endParaRPr lang="ru-RU" sz="1200" b="1" dirty="0"/>
          </a:p>
          <a:p>
            <a:pPr marL="0" marR="0" indent="0" algn="just" defTabSz="914400" rtl="0" eaLnBrk="1" fontAlgn="auto" latinLnBrk="0" hangingPunct="1">
              <a:lnSpc>
                <a:spcPct val="100000"/>
              </a:lnSpc>
              <a:spcBef>
                <a:spcPts val="0"/>
              </a:spcBef>
              <a:spcAft>
                <a:spcPts val="0"/>
              </a:spcAft>
              <a:buClrTx/>
              <a:buSzTx/>
              <a:buFontTx/>
              <a:buNone/>
              <a:tabLst/>
              <a:defRPr/>
            </a:pPr>
            <a:r>
              <a:rPr lang="ru-RU" sz="1200" b="1" dirty="0"/>
              <a:t>Результаты исследования.</a:t>
            </a:r>
            <a:r>
              <a:rPr lang="ru-RU" sz="1200" dirty="0">
                <a:latin typeface="Calibri" panose="020F0502020204030204" pitchFamily="34" charset="0"/>
                <a:cs typeface="Calibri" panose="020F0502020204030204" pitchFamily="34" charset="0"/>
              </a:rPr>
              <a:t> </a:t>
            </a:r>
            <a:r>
              <a:rPr lang="ru-RU" sz="1200" baseline="30000" dirty="0">
                <a:latin typeface="Calibri" panose="020F0502020204030204" pitchFamily="34" charset="0"/>
                <a:cs typeface="Calibri" panose="020F0502020204030204" pitchFamily="34" charset="0"/>
              </a:rPr>
              <a:t>[1]</a:t>
            </a:r>
            <a:endParaRPr lang="ru-RU" sz="1200" i="1" dirty="0"/>
          </a:p>
          <a:p>
            <a:pPr algn="just"/>
            <a:r>
              <a:rPr lang="ru-RU" sz="1200" b="1" i="0" u="none" dirty="0"/>
              <a:t>В начале исследования (табл. 1).</a:t>
            </a:r>
          </a:p>
          <a:p>
            <a:pPr algn="just"/>
            <a:r>
              <a:rPr lang="ru-RU" sz="1200" dirty="0"/>
              <a:t>Группа 1 (53% пациентов) – среднее систолическое АД: 145,5/88,3 мм рт. ст., доля пациентов с уровнем АД&gt;140/90 мм рт. ст. составила 28%. </a:t>
            </a:r>
          </a:p>
          <a:p>
            <a:pPr algn="just"/>
            <a:r>
              <a:rPr lang="ru-RU" sz="1200" dirty="0"/>
              <a:t>Группа 2 (8%): ​​среднее систолическое АД: 149,3 / 89,2 мм рт. ст.; 33% – с уровнем АД&gt;140/90 мм рт. ст.;</a:t>
            </a:r>
          </a:p>
          <a:p>
            <a:pPr algn="just"/>
            <a:r>
              <a:rPr lang="ru-RU" sz="1200" dirty="0"/>
              <a:t>Группа 3 (25%): среднее систолическое АД: 148,5/88,3 мм рт. ст.; 31% – с уровнем АД&gt;140/90 мм рт. ст.;</a:t>
            </a:r>
          </a:p>
          <a:p>
            <a:pPr algn="just"/>
            <a:r>
              <a:rPr lang="ru-RU" sz="1200" dirty="0"/>
              <a:t>Группа 4 (14%): среднее систолическое АД : 151,5/90,1 мм рт. ст.; 38% – с уровнем АД&gt;140/90 мм рт. ст.</a:t>
            </a:r>
          </a:p>
          <a:p>
            <a:pPr algn="just"/>
            <a:endParaRPr lang="ru-RU" sz="1200" dirty="0"/>
          </a:p>
          <a:p>
            <a:pPr algn="just"/>
            <a:r>
              <a:rPr lang="ru-RU" sz="1200" dirty="0"/>
              <a:t>Средняя доза препарата в виде фиксированной комбинации в группе 1 составила: </a:t>
            </a:r>
            <a:r>
              <a:rPr lang="en-US" sz="1200" dirty="0"/>
              <a:t>5.7±2 mg/</a:t>
            </a:r>
            <a:r>
              <a:rPr lang="ru-RU" sz="1200" dirty="0"/>
              <a:t>день</a:t>
            </a:r>
            <a:r>
              <a:rPr lang="en-US" sz="1200" dirty="0"/>
              <a:t> </a:t>
            </a:r>
            <a:r>
              <a:rPr lang="ru-RU" sz="1200" dirty="0"/>
              <a:t>для </a:t>
            </a:r>
            <a:r>
              <a:rPr lang="ru-RU" sz="1200" dirty="0" err="1"/>
              <a:t>Бисопролола</a:t>
            </a:r>
            <a:r>
              <a:rPr lang="ru-RU" sz="1200" dirty="0"/>
              <a:t> и</a:t>
            </a:r>
            <a:r>
              <a:rPr lang="en-US" sz="1200" dirty="0"/>
              <a:t> 6.3±2 mg/</a:t>
            </a:r>
            <a:r>
              <a:rPr lang="ru-RU" sz="1200" dirty="0"/>
              <a:t> день для </a:t>
            </a:r>
            <a:r>
              <a:rPr lang="ru-RU" sz="1200" dirty="0" err="1"/>
              <a:t>Амлодипина</a:t>
            </a:r>
            <a:r>
              <a:rPr lang="ru-RU" sz="1200" dirty="0"/>
              <a:t>. Самая высокая доза была назначена в группе 4: </a:t>
            </a:r>
            <a:r>
              <a:rPr lang="en-US" sz="1200" dirty="0"/>
              <a:t>6.0±2/6.6±2 mg/</a:t>
            </a:r>
            <a:r>
              <a:rPr lang="ru-RU" sz="1200" dirty="0"/>
              <a:t> день</a:t>
            </a:r>
            <a:r>
              <a:rPr lang="en-US" sz="1200" dirty="0"/>
              <a:t>.</a:t>
            </a:r>
            <a:endParaRPr lang="ru-RU" sz="1200" dirty="0"/>
          </a:p>
          <a:p>
            <a:endParaRPr lang="ru-RU" dirty="0"/>
          </a:p>
          <a:p>
            <a:pPr marL="0" marR="0" indent="0" algn="l" defTabSz="914400" rtl="0" eaLnBrk="1" fontAlgn="auto" latinLnBrk="0" hangingPunct="1">
              <a:lnSpc>
                <a:spcPct val="100000"/>
              </a:lnSpc>
              <a:spcBef>
                <a:spcPts val="0"/>
              </a:spcBef>
              <a:spcAft>
                <a:spcPts val="0"/>
              </a:spcAft>
              <a:buClrTx/>
              <a:buSzTx/>
              <a:buFontTx/>
              <a:buNone/>
              <a:tabLst/>
              <a:defRPr/>
            </a:pPr>
            <a:r>
              <a:rPr lang="ru-RU" sz="1200" b="1" i="0" dirty="0"/>
              <a:t>Через 6 месяцев (табл. 2, 3). </a:t>
            </a:r>
            <a:r>
              <a:rPr lang="ru-RU" sz="1200" b="1" i="0" baseline="30000" dirty="0">
                <a:latin typeface="Calibri" panose="020F0502020204030204" pitchFamily="34" charset="0"/>
                <a:cs typeface="Calibri" panose="020F0502020204030204" pitchFamily="34" charset="0"/>
              </a:rPr>
              <a:t>[1]</a:t>
            </a:r>
            <a:endParaRPr lang="ru-RU" sz="1200" i="1" dirty="0"/>
          </a:p>
          <a:p>
            <a:pPr algn="just"/>
            <a:r>
              <a:rPr lang="ru-RU" sz="1200" dirty="0"/>
              <a:t>1. В отношении приверженности – оценки «хорошо» или «отлично» были зафиксированы у 95% пациентов по всем группам; </a:t>
            </a:r>
          </a:p>
          <a:p>
            <a:pPr algn="just"/>
            <a:r>
              <a:rPr lang="ru-RU" sz="1200" dirty="0"/>
              <a:t>2. Среднее систолическое АД снизилось более, чем на 10% во всех группах (что привело к высоким значениям силы эффекта) и составило: в группе 1 – </a:t>
            </a:r>
            <a:r>
              <a:rPr lang="en-US" sz="1200" dirty="0"/>
              <a:t>130±9</a:t>
            </a:r>
            <a:r>
              <a:rPr lang="ru-RU" sz="1200" dirty="0"/>
              <a:t>, в группе 2 – </a:t>
            </a:r>
            <a:r>
              <a:rPr lang="en-US" sz="1200" dirty="0"/>
              <a:t>131.7±11</a:t>
            </a:r>
            <a:r>
              <a:rPr lang="ru-RU" sz="1200" dirty="0"/>
              <a:t>, в группе 3 – </a:t>
            </a:r>
            <a:r>
              <a:rPr lang="en-US" sz="1200" dirty="0"/>
              <a:t>131.3±10</a:t>
            </a:r>
            <a:r>
              <a:rPr lang="ru-RU" sz="1200" dirty="0"/>
              <a:t>, в группе 4 – </a:t>
            </a:r>
            <a:r>
              <a:rPr lang="en-US" sz="1200" dirty="0"/>
              <a:t>132.3±10 </a:t>
            </a:r>
            <a:r>
              <a:rPr lang="ru-RU" sz="1200" dirty="0"/>
              <a:t>мм рт. ст.</a:t>
            </a:r>
          </a:p>
          <a:p>
            <a:pPr algn="just"/>
            <a:r>
              <a:rPr lang="ru-RU" sz="1200" dirty="0"/>
              <a:t>3. Произошло снижение доли пациентов с уровнем АД&gt;140/90 мм рт. ст. во всех 4-х группах.</a:t>
            </a:r>
          </a:p>
          <a:p>
            <a:pPr algn="just"/>
            <a:r>
              <a:rPr lang="ru-RU" sz="1200" dirty="0"/>
              <a:t>4. Пульсовое давление уменьшилось соотносительно с силой эффекта d&gt;0,5 во всех группах.</a:t>
            </a:r>
          </a:p>
          <a:p>
            <a:pPr algn="just"/>
            <a:r>
              <a:rPr lang="ru-RU" sz="1200" dirty="0"/>
              <a:t>5. В силу того факта, что применение фиксированной комбинации у пациентов с гипертонической болезнью (как без сопутствующих заболеваний, так и с сопутствующими заболеваниями) приводило к сопоставимому снижению значений артериального и пульсового давления – </a:t>
            </a:r>
            <a:r>
              <a:rPr lang="ru-RU" sz="1200" b="1" i="0" dirty="0"/>
              <a:t>появляется обоснованная возможность таким путём значительно сократить риск сердечно-сосудистых осложнений у пациентов с артериальной гипертонией (АГ), страдающих диабетом и ишемической болезнью сердца.</a:t>
            </a:r>
          </a:p>
          <a:p>
            <a:pPr algn="just"/>
            <a:endParaRPr lang="ru-RU" sz="1200" b="1" dirty="0"/>
          </a:p>
          <a:p>
            <a:pPr marL="0" marR="0" indent="0" algn="just" defTabSz="914400" rtl="0" eaLnBrk="1" fontAlgn="auto" latinLnBrk="0" hangingPunct="1">
              <a:lnSpc>
                <a:spcPct val="100000"/>
              </a:lnSpc>
              <a:spcBef>
                <a:spcPts val="0"/>
              </a:spcBef>
              <a:spcAft>
                <a:spcPts val="0"/>
              </a:spcAft>
              <a:buClrTx/>
              <a:buSzTx/>
              <a:buFontTx/>
              <a:buNone/>
              <a:tabLst/>
              <a:defRPr/>
            </a:pPr>
            <a:r>
              <a:rPr lang="ru-RU" sz="1200" b="1" dirty="0"/>
              <a:t>Вывод:</a:t>
            </a:r>
            <a:r>
              <a:rPr lang="ru-RU" sz="1200" dirty="0"/>
              <a:t> </a:t>
            </a:r>
            <a:r>
              <a:rPr lang="ru-RU" sz="1200" baseline="30000" dirty="0">
                <a:latin typeface="Calibri" panose="020F0502020204030204" pitchFamily="34" charset="0"/>
                <a:cs typeface="Calibri" panose="020F0502020204030204" pitchFamily="34" charset="0"/>
              </a:rPr>
              <a:t>[1]</a:t>
            </a:r>
            <a:endParaRPr lang="ru-RU" sz="1200" dirty="0"/>
          </a:p>
          <a:p>
            <a:pPr algn="just"/>
            <a:r>
              <a:rPr lang="ru-RU" sz="1200" dirty="0"/>
              <a:t>• переход от свободной к фиксированной комбинации препаратов </a:t>
            </a:r>
            <a:r>
              <a:rPr lang="ru-RU" sz="1200" dirty="0" err="1"/>
              <a:t>Бисопролола</a:t>
            </a:r>
            <a:r>
              <a:rPr lang="ru-RU" sz="1200" dirty="0"/>
              <a:t> и </a:t>
            </a:r>
            <a:r>
              <a:rPr lang="ru-RU" sz="1200" dirty="0" err="1"/>
              <a:t>Амлодипина</a:t>
            </a:r>
            <a:r>
              <a:rPr lang="ru-RU" sz="1200" dirty="0"/>
              <a:t> способствует формированию </a:t>
            </a:r>
            <a:r>
              <a:rPr lang="ru-RU" sz="1200" b="1" i="0" dirty="0"/>
              <a:t>очень хорошей приверженности к лечению среди пациентов;</a:t>
            </a:r>
          </a:p>
          <a:p>
            <a:pPr algn="just"/>
            <a:r>
              <a:rPr lang="ru-RU" sz="1200" dirty="0"/>
              <a:t>• отмечается значительное снижение ранее повышенных значений АД в большинстве случаев до значений, ниже целевых (140/90 мм рт. ст.), независимо от сопутствующей патологии (диабет и сердечно-сосудистые заболевания); </a:t>
            </a:r>
            <a:r>
              <a:rPr lang="ru-RU" sz="1200" b="1" i="0" dirty="0"/>
              <a:t>это указывает на снижение риска наступления фатальных событий.</a:t>
            </a:r>
          </a:p>
          <a:p>
            <a:endParaRPr lang="ru-RU" sz="1200" b="1" i="0" dirty="0"/>
          </a:p>
        </p:txBody>
      </p:sp>
      <p:sp>
        <p:nvSpPr>
          <p:cNvPr id="4" name="Номер слайда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A16902-46BA-4511-9CEC-1A8F04D946B1}" type="slidenum">
              <a:rPr kumimoji="0" lang="ru-R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0" lang="ru-R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0441328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Segnaposto immagine diapositiva 1">
            <a:extLst>
              <a:ext uri="{FF2B5EF4-FFF2-40B4-BE49-F238E27FC236}">
                <a16:creationId xmlns:a16="http://schemas.microsoft.com/office/drawing/2014/main" id="{458E30A4-CB74-20F5-C35F-FD2F979B8674}"/>
              </a:ext>
            </a:extLst>
          </p:cNvPr>
          <p:cNvSpPr>
            <a:spLocks noGrp="1" noRot="1" noChangeAspect="1" noChangeArrowheads="1" noTextEdit="1"/>
          </p:cNvSpPr>
          <p:nvPr>
            <p:ph type="sldImg"/>
          </p:nvPr>
        </p:nvSpPr>
        <p:spPr>
          <a:ln/>
        </p:spPr>
      </p:sp>
      <p:sp>
        <p:nvSpPr>
          <p:cNvPr id="11266" name="Segnaposto note 2">
            <a:extLst>
              <a:ext uri="{FF2B5EF4-FFF2-40B4-BE49-F238E27FC236}">
                <a16:creationId xmlns:a16="http://schemas.microsoft.com/office/drawing/2014/main" id="{E6169D83-84C9-92C0-726D-18A32B5C3B2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it-IT" altLang="it-IT" dirty="0">
              <a:latin typeface="Calibri" panose="020F0502020204030204" pitchFamily="34" charset="0"/>
            </a:endParaRPr>
          </a:p>
        </p:txBody>
      </p:sp>
      <p:sp>
        <p:nvSpPr>
          <p:cNvPr id="11267" name="Segnaposto numero diapositiva 3">
            <a:extLst>
              <a:ext uri="{FF2B5EF4-FFF2-40B4-BE49-F238E27FC236}">
                <a16:creationId xmlns:a16="http://schemas.microsoft.com/office/drawing/2014/main" id="{8299DC41-F60D-A66B-C70F-46B594378D1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defRPr>
                <a:solidFill>
                  <a:schemeClr val="tx1"/>
                </a:solidFill>
                <a:latin typeface="Arial" panose="020B0604020202020204" pitchFamily="34" charset="0"/>
                <a:ea typeface="ＭＳ Ｐゴシック" panose="020B0600070205080204" pitchFamily="34" charset="-128"/>
              </a:defRPr>
            </a:lvl1pPr>
            <a:lvl2pPr marL="742950" indent="-285750" defTabSz="947738">
              <a:defRPr>
                <a:solidFill>
                  <a:schemeClr val="tx1"/>
                </a:solidFill>
                <a:latin typeface="Arial" panose="020B0604020202020204" pitchFamily="34" charset="0"/>
                <a:ea typeface="ＭＳ Ｐゴシック" panose="020B0600070205080204" pitchFamily="34" charset="-128"/>
              </a:defRPr>
            </a:lvl2pPr>
            <a:lvl3pPr marL="1143000" indent="-228600" defTabSz="947738">
              <a:defRPr>
                <a:solidFill>
                  <a:schemeClr val="tx1"/>
                </a:solidFill>
                <a:latin typeface="Arial" panose="020B0604020202020204" pitchFamily="34" charset="0"/>
                <a:ea typeface="ＭＳ Ｐゴシック" panose="020B0600070205080204" pitchFamily="34" charset="-128"/>
              </a:defRPr>
            </a:lvl3pPr>
            <a:lvl4pPr marL="1600200" indent="-228600" defTabSz="947738">
              <a:defRPr>
                <a:solidFill>
                  <a:schemeClr val="tx1"/>
                </a:solidFill>
                <a:latin typeface="Arial" panose="020B0604020202020204" pitchFamily="34" charset="0"/>
                <a:ea typeface="ＭＳ Ｐゴシック" panose="020B0600070205080204" pitchFamily="34" charset="-128"/>
              </a:defRPr>
            </a:lvl4pPr>
            <a:lvl5pPr marL="2057400" indent="-228600" defTabSz="947738">
              <a:defRPr>
                <a:solidFill>
                  <a:schemeClr val="tx1"/>
                </a:solidFill>
                <a:latin typeface="Arial" panose="020B0604020202020204" pitchFamily="34" charset="0"/>
                <a:ea typeface="ＭＳ Ｐゴシック" panose="020B0600070205080204" pitchFamily="34" charset="-128"/>
              </a:defRPr>
            </a:lvl5pPr>
            <a:lvl6pPr marL="2514600" indent="-228600" defTabSz="94773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4773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4773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4773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r" defTabSz="947738" rtl="0" eaLnBrk="1" fontAlgn="auto" latinLnBrk="0" hangingPunct="1">
              <a:lnSpc>
                <a:spcPct val="100000"/>
              </a:lnSpc>
              <a:spcBef>
                <a:spcPts val="0"/>
              </a:spcBef>
              <a:spcAft>
                <a:spcPts val="0"/>
              </a:spcAft>
              <a:buClrTx/>
              <a:buSzTx/>
              <a:buFontTx/>
              <a:buNone/>
              <a:tabLst/>
              <a:defRPr/>
            </a:pPr>
            <a:fld id="{6ADE9333-4CC9-0549-B2F7-1193842EC3A0}" type="slidenum">
              <a:rPr kumimoji="0" lang="hu-HU" altLang="it-IT"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pPr marL="0" marR="0" lvl="0" indent="0" algn="r" defTabSz="947738" rtl="0" eaLnBrk="1" fontAlgn="auto" latinLnBrk="0" hangingPunct="1">
                <a:lnSpc>
                  <a:spcPct val="100000"/>
                </a:lnSpc>
                <a:spcBef>
                  <a:spcPts val="0"/>
                </a:spcBef>
                <a:spcAft>
                  <a:spcPts val="0"/>
                </a:spcAft>
                <a:buClrTx/>
                <a:buSzTx/>
                <a:buFontTx/>
                <a:buNone/>
                <a:tabLst/>
                <a:defRPr/>
              </a:pPr>
              <a:t>74</a:t>
            </a:fld>
            <a:endParaRPr kumimoji="0" lang="hu-HU" altLang="it-IT"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15648100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A16902-46BA-4511-9CEC-1A8F04D946B1}" type="slidenum">
              <a:rPr kumimoji="0" lang="ru-R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ru-R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9163744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Цель – изучение </a:t>
            </a:r>
            <a:r>
              <a:rPr lang="ru-RU" dirty="0" err="1"/>
              <a:t>антигипертензивной</a:t>
            </a:r>
            <a:r>
              <a:rPr lang="ru-RU" dirty="0"/>
              <a:t>  эффективности новой фиксированной комбинации высокоселективного β-</a:t>
            </a:r>
            <a:r>
              <a:rPr lang="ru-RU" dirty="0" err="1"/>
              <a:t>адреноблокатора</a:t>
            </a:r>
            <a:r>
              <a:rPr lang="ru-RU" dirty="0"/>
              <a:t> </a:t>
            </a:r>
            <a:r>
              <a:rPr lang="ru-RU" dirty="0" err="1"/>
              <a:t>бисопролола</a:t>
            </a:r>
            <a:r>
              <a:rPr lang="ru-RU" dirty="0"/>
              <a:t> и антагониста кальция </a:t>
            </a:r>
            <a:r>
              <a:rPr lang="ru-RU" dirty="0" err="1"/>
              <a:t>амлодипина</a:t>
            </a:r>
            <a:r>
              <a:rPr lang="ru-RU" dirty="0"/>
              <a:t> (</a:t>
            </a:r>
            <a:r>
              <a:rPr lang="ru-RU" dirty="0" err="1"/>
              <a:t>Конкор</a:t>
            </a:r>
            <a:r>
              <a:rPr lang="ru-RU" dirty="0"/>
              <a:t>® АМ), ее влияния на </a:t>
            </a:r>
            <a:r>
              <a:rPr lang="ru-RU" dirty="0" err="1"/>
              <a:t>кардиометаболические</a:t>
            </a:r>
            <a:r>
              <a:rPr lang="ru-RU" dirty="0"/>
              <a:t> факторы риска и выраженность поражения органов-мишеней у больных АГ 1–2-й степени с метаболическими нарушениями. Материалы и методы. </a:t>
            </a:r>
          </a:p>
          <a:p>
            <a:endParaRPr lang="ru-RU" dirty="0"/>
          </a:p>
          <a:p>
            <a:r>
              <a:rPr lang="ru-RU" dirty="0"/>
              <a:t>В исследование были включены 30 пациентов (средний возраст 47,20±0,22 года), из них 13 мужчин и 17 женщин с АГ 1–2-й степени и метаболическим синдромом (МС). Исследование состояло из трех фаз: вводной (1 </a:t>
            </a:r>
            <a:r>
              <a:rPr lang="ru-RU" dirty="0" err="1"/>
              <a:t>нед</a:t>
            </a:r>
            <a:r>
              <a:rPr lang="ru-RU" dirty="0"/>
              <a:t>), фазы подбора (титрования) дозы препарата (4 </a:t>
            </a:r>
            <a:r>
              <a:rPr lang="ru-RU" dirty="0" err="1"/>
              <a:t>нед</a:t>
            </a:r>
            <a:r>
              <a:rPr lang="ru-RU" dirty="0"/>
              <a:t>) и фазы активного лечения и наблюдения (20 </a:t>
            </a:r>
            <a:r>
              <a:rPr lang="ru-RU" dirty="0" err="1"/>
              <a:t>нед</a:t>
            </a:r>
            <a:r>
              <a:rPr lang="ru-RU" dirty="0"/>
              <a:t>). Продолжительность исследования, таким образом, составила 24 </a:t>
            </a:r>
            <a:r>
              <a:rPr lang="ru-RU" dirty="0" err="1"/>
              <a:t>нед</a:t>
            </a:r>
            <a:r>
              <a:rPr lang="ru-RU" dirty="0"/>
              <a:t>.</a:t>
            </a:r>
          </a:p>
          <a:p>
            <a:endParaRPr lang="ru-RU" dirty="0"/>
          </a:p>
          <a:p>
            <a:r>
              <a:rPr lang="ru-RU" dirty="0"/>
              <a:t>Всем пациентам проводилась оценка клинического артериального давления (АД), определялся уровень общего холестерина (ХС), ХС липопротеидов высокой плотности, ХС липопротеидов низкой плотности, триглицеридов, </a:t>
            </a:r>
            <a:r>
              <a:rPr lang="ru-RU" dirty="0" err="1"/>
              <a:t>креатинина</a:t>
            </a:r>
            <a:r>
              <a:rPr lang="ru-RU" dirty="0"/>
              <a:t>, уровень глюкозы в ходе теста толерантности к углеводам, проводилось суточное </a:t>
            </a:r>
            <a:r>
              <a:rPr lang="ru-RU" dirty="0" err="1"/>
              <a:t>мониторирование</a:t>
            </a:r>
            <a:r>
              <a:rPr lang="ru-RU" dirty="0"/>
              <a:t> АД, оценивались центральное систолическое давление в аорте (</a:t>
            </a:r>
            <a:r>
              <a:rPr lang="ru-RU" dirty="0" err="1"/>
              <a:t>ЦДАс</a:t>
            </a:r>
            <a:r>
              <a:rPr lang="ru-RU" dirty="0"/>
              <a:t>), скорость пульсовой волны на каротидно-</a:t>
            </a:r>
            <a:r>
              <a:rPr lang="ru-RU" dirty="0" err="1"/>
              <a:t>феморальном</a:t>
            </a:r>
            <a:r>
              <a:rPr lang="ru-RU" dirty="0"/>
              <a:t> сегменте (</a:t>
            </a:r>
            <a:r>
              <a:rPr lang="ru-RU" dirty="0" err="1"/>
              <a:t>СПВкф</a:t>
            </a:r>
            <a:r>
              <a:rPr lang="ru-RU" dirty="0"/>
              <a:t>) и определялась толщина комплекса интима–медиа исходно и через 6 </a:t>
            </a:r>
            <a:r>
              <a:rPr lang="ru-RU" dirty="0" err="1"/>
              <a:t>мес</a:t>
            </a:r>
            <a:r>
              <a:rPr lang="ru-RU" dirty="0"/>
              <a:t> терапии. Результаты. При лечении </a:t>
            </a:r>
            <a:r>
              <a:rPr lang="ru-RU" dirty="0" err="1"/>
              <a:t>Конкором</a:t>
            </a:r>
            <a:r>
              <a:rPr lang="ru-RU" dirty="0"/>
              <a:t> АМ 88% пациентов достигли целевого уровня АД с достоверным снижением частоты сердечных сокращений (с 74,95±2,20 до 68,81±1,13 уд/мин) и </a:t>
            </a:r>
            <a:r>
              <a:rPr lang="ru-RU" dirty="0" err="1"/>
              <a:t>ЦДАс</a:t>
            </a:r>
            <a:r>
              <a:rPr lang="ru-RU" dirty="0"/>
              <a:t> (со 151,7 до 132,6 мм рт. ст.). Терапия </a:t>
            </a:r>
            <a:r>
              <a:rPr lang="ru-RU" dirty="0" err="1"/>
              <a:t>Конкором</a:t>
            </a:r>
            <a:r>
              <a:rPr lang="ru-RU" dirty="0"/>
              <a:t> АМ у больных АГ с МС сопровождалась снижением ригидности артериальной стенки, оцененной по </a:t>
            </a:r>
            <a:r>
              <a:rPr lang="ru-RU" dirty="0" err="1"/>
              <a:t>СПВкф</a:t>
            </a:r>
            <a:r>
              <a:rPr lang="ru-RU" dirty="0"/>
              <a:t> (с 14,21±0,45 </a:t>
            </a:r>
            <a:r>
              <a:rPr lang="ru-RU" dirty="0" err="1"/>
              <a:t>дo</a:t>
            </a:r>
            <a:r>
              <a:rPr lang="ru-RU" dirty="0"/>
              <a:t> 12,1±0,23 м/с, p≤0,05). </a:t>
            </a:r>
          </a:p>
          <a:p>
            <a:endParaRPr lang="ru-RU" dirty="0"/>
          </a:p>
          <a:p>
            <a:r>
              <a:rPr lang="ru-RU" dirty="0"/>
              <a:t>Выводы: Показана эффективность применения фиксированной комбинации высокоселективного β-</a:t>
            </a:r>
            <a:r>
              <a:rPr lang="ru-RU" dirty="0" err="1"/>
              <a:t>адреноблокатора</a:t>
            </a:r>
            <a:r>
              <a:rPr lang="ru-RU" dirty="0"/>
              <a:t> </a:t>
            </a:r>
            <a:r>
              <a:rPr lang="ru-RU" dirty="0" err="1"/>
              <a:t>бисопролола</a:t>
            </a:r>
            <a:r>
              <a:rPr lang="ru-RU" dirty="0"/>
              <a:t> и антагониста кальция </a:t>
            </a:r>
            <a:r>
              <a:rPr lang="ru-RU" dirty="0" err="1"/>
              <a:t>амлодипина</a:t>
            </a:r>
            <a:r>
              <a:rPr lang="ru-RU" dirty="0"/>
              <a:t> (</a:t>
            </a:r>
            <a:r>
              <a:rPr lang="ru-RU" dirty="0" err="1"/>
              <a:t>Конкор</a:t>
            </a:r>
            <a:r>
              <a:rPr lang="ru-RU" dirty="0"/>
              <a:t>® АМ) при лечении АГ у пациентов с МС. Для оценки эффективности терапии на более многочисленной когорте пациентов требуется проведение дальнейших исследований.</a:t>
            </a:r>
          </a:p>
        </p:txBody>
      </p:sp>
      <p:sp>
        <p:nvSpPr>
          <p:cNvPr id="4" name="Номер слайда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A16902-46BA-4511-9CEC-1A8F04D946B1}" type="slidenum">
              <a:rPr kumimoji="0" lang="ru-R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ru-R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2863162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E17DE-72D6-93DB-B5B3-374BA7939A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2254BB-9465-8ABA-C9BB-C677A973C0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53B2D6-9C94-C6C0-8BF0-21219C6BFDE0}"/>
              </a:ext>
            </a:extLst>
          </p:cNvPr>
          <p:cNvSpPr>
            <a:spLocks noGrp="1"/>
          </p:cNvSpPr>
          <p:nvPr>
            <p:ph type="body" idx="1"/>
          </p:nvPr>
        </p:nvSpPr>
        <p:spPr/>
        <p:txBody>
          <a:bodyPr/>
          <a:lstStyle/>
          <a:p>
            <a:endParaRPr lang="de-DE"/>
          </a:p>
        </p:txBody>
      </p:sp>
      <p:sp>
        <p:nvSpPr>
          <p:cNvPr id="4" name="Slide Number Placeholder 3">
            <a:extLst>
              <a:ext uri="{FF2B5EF4-FFF2-40B4-BE49-F238E27FC236}">
                <a16:creationId xmlns:a16="http://schemas.microsoft.com/office/drawing/2014/main" id="{DC80F7F0-C80A-FF73-3152-1F84E4AA75BF}"/>
              </a:ext>
            </a:extLst>
          </p:cNvPr>
          <p:cNvSpPr>
            <a:spLocks noGrp="1"/>
          </p:cNvSpPr>
          <p:nvPr>
            <p:ph type="sldNum" sz="quarter" idx="5"/>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fld id="{28182E2C-AC48-45A1-A539-1D63FC6BDE45}" type="slidenum">
              <a:rPr kumimoji="0" lang="de-DE" sz="1000" b="0" i="0" u="none" strike="noStrike" kern="1200" cap="none" spc="0" normalizeH="0" baseline="0" noProof="0" smtClean="0">
                <a:ln>
                  <a:noFill/>
                </a:ln>
                <a:solidFill>
                  <a:srgbClr val="000000"/>
                </a:solidFill>
                <a:effectLst/>
                <a:uLnTx/>
                <a:uFillTx/>
                <a:latin typeface="Verdana"/>
                <a:ea typeface="+mn-ea"/>
                <a:cs typeface="+mn-cs"/>
              </a:rPr>
              <a:pPr marL="0" marR="0" lvl="0" indent="0" algn="l" defTabSz="914377" rtl="0" eaLnBrk="1" fontAlgn="auto" latinLnBrk="0" hangingPunct="1">
                <a:lnSpc>
                  <a:spcPct val="100000"/>
                </a:lnSpc>
                <a:spcBef>
                  <a:spcPts val="0"/>
                </a:spcBef>
                <a:spcAft>
                  <a:spcPts val="0"/>
                </a:spcAft>
                <a:buClrTx/>
                <a:buSzTx/>
                <a:buFontTx/>
                <a:buNone/>
                <a:tabLst/>
                <a:defRPr/>
              </a:pPr>
              <a:t>78</a:t>
            </a:fld>
            <a:endParaRPr kumimoji="0" lang="de-DE" sz="1000" b="0" i="0" u="none" strike="noStrike" kern="1200" cap="none" spc="0" normalizeH="0" baseline="0" noProof="0" dirty="0">
              <a:ln>
                <a:noFill/>
              </a:ln>
              <a:solidFill>
                <a:srgbClr val="000000"/>
              </a:solidFill>
              <a:effectLst/>
              <a:uLnTx/>
              <a:uFillTx/>
              <a:latin typeface="Verdana"/>
              <a:ea typeface="+mn-ea"/>
              <a:cs typeface="+mn-cs"/>
            </a:endParaRPr>
          </a:p>
        </p:txBody>
      </p:sp>
    </p:spTree>
    <p:extLst>
      <p:ext uri="{BB962C8B-B14F-4D97-AF65-F5344CB8AC3E}">
        <p14:creationId xmlns:p14="http://schemas.microsoft.com/office/powerpoint/2010/main" val="289795628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A16902-46BA-4511-9CEC-1A8F04D946B1}" type="slidenum">
              <a:rPr kumimoji="0" lang="ru-R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79</a:t>
            </a:fld>
            <a:endParaRPr kumimoji="0" lang="ru-R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7270917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46DC3-1B96-C247-B35C-B6237317F6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D41231-11EF-943F-BB14-B9D3A2BFFE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8E9132-3EB4-C785-7FCA-19818672DD69}"/>
              </a:ext>
            </a:extLst>
          </p:cNvPr>
          <p:cNvSpPr>
            <a:spLocks noGrp="1"/>
          </p:cNvSpPr>
          <p:nvPr>
            <p:ph type="body" idx="1"/>
          </p:nvPr>
        </p:nvSpPr>
        <p:spPr/>
        <p:txBody>
          <a:bodyPr/>
          <a:lstStyle/>
          <a:p>
            <a:endParaRPr lang="de-DE"/>
          </a:p>
        </p:txBody>
      </p:sp>
      <p:sp>
        <p:nvSpPr>
          <p:cNvPr id="4" name="Slide Number Placeholder 3">
            <a:extLst>
              <a:ext uri="{FF2B5EF4-FFF2-40B4-BE49-F238E27FC236}">
                <a16:creationId xmlns:a16="http://schemas.microsoft.com/office/drawing/2014/main" id="{66C0A70D-C7CB-7D4F-A519-C874DAD5499C}"/>
              </a:ext>
            </a:extLst>
          </p:cNvPr>
          <p:cNvSpPr>
            <a:spLocks noGrp="1"/>
          </p:cNvSpPr>
          <p:nvPr>
            <p:ph type="sldNum" sz="quarter" idx="5"/>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fld id="{28182E2C-AC48-45A1-A539-1D63FC6BDE45}" type="slidenum">
              <a:rPr kumimoji="0" lang="de-DE" sz="1000" b="0" i="0" u="none" strike="noStrike" kern="1200" cap="none" spc="0" normalizeH="0" baseline="0" noProof="0" smtClean="0">
                <a:ln>
                  <a:noFill/>
                </a:ln>
                <a:solidFill>
                  <a:srgbClr val="000000"/>
                </a:solidFill>
                <a:effectLst/>
                <a:uLnTx/>
                <a:uFillTx/>
                <a:latin typeface="Verdana"/>
                <a:ea typeface="+mn-ea"/>
                <a:cs typeface="+mn-cs"/>
              </a:rPr>
              <a:pPr marL="0" marR="0" lvl="0" indent="0" algn="l" defTabSz="914377" rtl="0" eaLnBrk="1" fontAlgn="auto" latinLnBrk="0" hangingPunct="1">
                <a:lnSpc>
                  <a:spcPct val="100000"/>
                </a:lnSpc>
                <a:spcBef>
                  <a:spcPts val="0"/>
                </a:spcBef>
                <a:spcAft>
                  <a:spcPts val="0"/>
                </a:spcAft>
                <a:buClrTx/>
                <a:buSzTx/>
                <a:buFontTx/>
                <a:buNone/>
                <a:tabLst/>
                <a:defRPr/>
              </a:pPr>
              <a:t>81</a:t>
            </a:fld>
            <a:endParaRPr kumimoji="0" lang="de-DE" sz="1000" b="0" i="0" u="none" strike="noStrike" kern="1200" cap="none" spc="0" normalizeH="0" baseline="0" noProof="0" dirty="0">
              <a:ln>
                <a:noFill/>
              </a:ln>
              <a:solidFill>
                <a:srgbClr val="000000"/>
              </a:solidFill>
              <a:effectLst/>
              <a:uLnTx/>
              <a:uFillTx/>
              <a:latin typeface="Verdana"/>
              <a:ea typeface="+mn-ea"/>
              <a:cs typeface="+mn-cs"/>
            </a:endParaRPr>
          </a:p>
        </p:txBody>
      </p:sp>
    </p:spTree>
    <p:extLst>
      <p:ext uri="{BB962C8B-B14F-4D97-AF65-F5344CB8AC3E}">
        <p14:creationId xmlns:p14="http://schemas.microsoft.com/office/powerpoint/2010/main" val="67182898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8" name="Google Shape;29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2" name="Google Shape;36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2" name="Google Shape;42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3" name="Google Shape;48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1" dirty="0"/>
              <a:t>предпосылки: Эректильная дисфункция (ЭД) - это многофакторное заболевание, связанное с возрастом, сосудистыми заболеваниями, психологическими   Бета-блокадные препараты являются рекомендованным лечением для пациентов с гипертонией с некоторыми </a:t>
            </a:r>
            <a:r>
              <a:rPr lang="ru-RU" b="1" dirty="0" err="1"/>
              <a:t>методами:Перекрестное</a:t>
            </a:r>
            <a:r>
              <a:rPr lang="ru-RU" b="1" dirty="0"/>
              <a:t> обсервационное исследование мужчин с артериальной гипертензией, получавших лечение любым бета-блокадным препаратом в течение не менее 6 месяцев. Дисфункция ЭД оценивалась по Международному индексу эректильной дисфункции (IIEF). Результаты: В исследование было включено 1 007 пациентов, средний возраст 57,9 (10,59) лет. Распространенность любой категории ЭД составила 71,0% (38,1% - легкая ЭД; 16,8% - умеренная ЭД; 16,1% - тяжелая ЭД). Пациенты с ЭД имели более длительный срок с момента постановки диагноза гипертонии и более высокую распространенность факторов риска и сопутствующих заболеваний. Распространенность ЭД линейно увеличивалась с возрастом. Пациенты с ЭД получали больше лекарств, чаще лечились </a:t>
            </a:r>
            <a:r>
              <a:rPr lang="ru-RU" b="1" dirty="0" err="1"/>
              <a:t>карведилолом</a:t>
            </a:r>
            <a:r>
              <a:rPr lang="ru-RU" b="1" dirty="0"/>
              <a:t> и реже - </a:t>
            </a:r>
            <a:r>
              <a:rPr lang="ru-RU" b="1" dirty="0" err="1"/>
              <a:t>небивололом</a:t>
            </a:r>
            <a:r>
              <a:rPr lang="ru-RU" b="1" dirty="0"/>
              <a:t>. Пациенты, получавшие </a:t>
            </a:r>
            <a:r>
              <a:rPr lang="ru-RU" b="1" dirty="0" err="1"/>
              <a:t>небиволол</a:t>
            </a:r>
            <a:r>
              <a:rPr lang="ru-RU" b="1" dirty="0"/>
              <a:t>, имели более высокие баллы по каждому параметру опросника IIEF. Многомерный анализ выявил независимые ассоциации между ЭД и ишемической болезнью сердца (ОР: 1,57), депрессией (ОР: 2,25), диабетом (ОР: 2,27), фибрилляцией предсердий (ОР: 2,59) и </a:t>
            </a:r>
            <a:r>
              <a:rPr lang="ru-RU" b="1" dirty="0" err="1"/>
              <a:t>дигидопиридиновыми</a:t>
            </a:r>
            <a:r>
              <a:rPr lang="ru-RU" b="1" dirty="0"/>
              <a:t> блокаторами кальциевых каналов (ОР: 1,76); лечение </a:t>
            </a:r>
            <a:r>
              <a:rPr lang="ru-RU" b="1" dirty="0" err="1"/>
              <a:t>небивололом</a:t>
            </a:r>
            <a:r>
              <a:rPr lang="ru-RU" b="1" dirty="0"/>
              <a:t> было связано с меньшей распространенностью ЭД (ОР: 0,27). Выводы: ЭД широко распространена среди пациентов с гипертонией, получающих лечение бета-блокадными препаратами. Наличие ЭД ассоциируется с более длительным Переведено с помощью  Наличие ЭД ассоциируется с более длительным повреждением органов, а не с сердечно-сосудистым лечением, за исключением более низкой распространенности у пациентов, получающих </a:t>
            </a:r>
            <a:r>
              <a:rPr lang="ru-RU" b="1" dirty="0" err="1"/>
              <a:t>небиволол.Международный</a:t>
            </a:r>
            <a:r>
              <a:rPr lang="ru-RU" b="1" dirty="0"/>
              <a:t> индекс эректильной функции (МИЭФ, IIEF) признан «золотым стандартом» при оценке эректильной функции </a:t>
            </a:r>
            <a:r>
              <a:rPr lang="ru-RU" dirty="0"/>
              <a:t>в испытаниях лекарств и клинических исследованиях. Это утвержденный ВОЗ документ, он содержит 15 вопросов и подразделяется на 5 основных составляющих:</a:t>
            </a:r>
          </a:p>
          <a:p>
            <a:endParaRPr lang="ru-RU" dirty="0"/>
          </a:p>
          <a:p>
            <a:r>
              <a:rPr lang="ru-RU" dirty="0"/>
              <a:t>1. Эректильная функция (вопросы 1, 2, 3, 4, 5, 15).</a:t>
            </a:r>
          </a:p>
          <a:p>
            <a:r>
              <a:rPr lang="ru-RU" dirty="0"/>
              <a:t>2. Функция оргазма (вопросы 9, 10).</a:t>
            </a:r>
          </a:p>
          <a:p>
            <a:r>
              <a:rPr lang="ru-RU" dirty="0"/>
              <a:t>3. Сексуальное желание (вопросы 11,12).</a:t>
            </a:r>
          </a:p>
          <a:p>
            <a:r>
              <a:rPr lang="ru-RU" dirty="0"/>
              <a:t>4. Удовлетворение половым актом (вопросы 6, 7, 8).</a:t>
            </a:r>
          </a:p>
          <a:p>
            <a:r>
              <a:rPr lang="ru-RU" dirty="0"/>
              <a:t>5. Общая сексуальная удовлетворенность (вопросы 13, 14).</a:t>
            </a:r>
          </a:p>
          <a:p>
            <a:r>
              <a:rPr lang="ru-RU" dirty="0"/>
              <a:t>Опросник МИЭФ содержит вопросы о том, как нарушения эрекции сказывались на сексуальной жизни в течение последних четырех недель и подразумевает один вариант ответа.</a:t>
            </a:r>
          </a:p>
          <a:p>
            <a:endParaRPr lang="ru-RU" dirty="0"/>
          </a:p>
          <a:p>
            <a:r>
              <a:rPr lang="ru-RU" dirty="0"/>
              <a:t>Интерпретация</a:t>
            </a:r>
          </a:p>
          <a:p>
            <a:r>
              <a:rPr lang="ru-RU" dirty="0"/>
              <a:t>результатов опросника IIEF:</a:t>
            </a:r>
          </a:p>
          <a:p>
            <a:r>
              <a:rPr lang="ru-RU" dirty="0"/>
              <a:t>1. 26–30 баллов – нет эректильной дисфункции.</a:t>
            </a:r>
          </a:p>
          <a:p>
            <a:r>
              <a:rPr lang="ru-RU" dirty="0"/>
              <a:t>2. 18–25 баллов – легкая степень эректильной дисфункции.</a:t>
            </a:r>
          </a:p>
          <a:p>
            <a:r>
              <a:rPr lang="ru-RU" dirty="0"/>
              <a:t>3. 11–17 баллов – средняя степень эректильной дисфункции.</a:t>
            </a:r>
          </a:p>
          <a:p>
            <a:r>
              <a:rPr lang="ru-RU" dirty="0"/>
              <a:t>4. 6–10 баллов – тяжелая степень эректильной дисфункции.</a:t>
            </a:r>
          </a:p>
          <a:p>
            <a:r>
              <a:rPr lang="ru-RU" dirty="0"/>
              <a:t>Нормализация баллов (то есть окончание лечения при 26 или выше баллах) – конечная точка, которая в настоящее время используется при клинической терапии эректильной дисфункции. Хотя некоторые пациенты с баллами меньше, чем 26, довольны лечением и удовлетворены сексуальной жизнью.</a:t>
            </a:r>
          </a:p>
          <a:p>
            <a:endParaRPr lang="ru-RU" dirty="0"/>
          </a:p>
          <a:p>
            <a:r>
              <a:rPr lang="ru-RU" dirty="0"/>
              <a:t>Оригинальная статья опубликована на сайте РМЖ (Русский медицинский журнал): https://www.rmj.ru/articles/biblioteka_patsienta_urologiya/Oprosnik_MIEF_IIEF_Biblioteka_pacienta_Urologiya/#ixzz6Yf1pj77v</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6012EA-A068-42FD-A35B-25F171F044B6}"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3257586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3"/>
        <p:cNvGrpSpPr/>
        <p:nvPr/>
      </p:nvGrpSpPr>
      <p:grpSpPr>
        <a:xfrm>
          <a:off x="0" y="0"/>
          <a:ext cx="0" cy="0"/>
          <a:chOff x="0" y="0"/>
          <a:chExt cx="0" cy="0"/>
        </a:xfrm>
      </p:grpSpPr>
      <p:sp>
        <p:nvSpPr>
          <p:cNvPr id="1184" name="Google Shape;1184;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5" name="Google Shape;1185;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dirty="0">
                <a:latin typeface="Calibri"/>
                <a:ea typeface="Calibri"/>
                <a:cs typeface="Calibri"/>
                <a:sym typeface="Calibri"/>
              </a:rPr>
              <a:t>In terms of </a:t>
            </a:r>
            <a:r>
              <a:rPr lang="en-US" sz="1200" b="1" dirty="0">
                <a:latin typeface="Calibri"/>
                <a:ea typeface="Calibri"/>
                <a:cs typeface="Calibri"/>
                <a:sym typeface="Calibri"/>
              </a:rPr>
              <a:t>sexual dysfunction</a:t>
            </a:r>
            <a:r>
              <a:rPr lang="en-US" sz="1200" dirty="0">
                <a:latin typeface="Calibri"/>
                <a:ea typeface="Calibri"/>
                <a:cs typeface="Calibri"/>
                <a:sym typeface="Calibri"/>
              </a:rPr>
              <a:t> - In the study by </a:t>
            </a:r>
            <a:r>
              <a:rPr lang="en-US" sz="1200" u="sng" dirty="0" err="1">
                <a:latin typeface="Calibri"/>
                <a:ea typeface="Calibri"/>
                <a:cs typeface="Calibri"/>
                <a:sym typeface="Calibri"/>
              </a:rPr>
              <a:t>Prisant</a:t>
            </a:r>
            <a:r>
              <a:rPr lang="en-US" sz="1200" u="sng" dirty="0">
                <a:latin typeface="Calibri"/>
                <a:ea typeface="Calibri"/>
                <a:cs typeface="Calibri"/>
                <a:sym typeface="Calibri"/>
              </a:rPr>
              <a:t> et al. (1999)</a:t>
            </a:r>
            <a:r>
              <a:rPr lang="en-US" sz="1200" dirty="0">
                <a:latin typeface="Calibri"/>
                <a:ea typeface="Calibri"/>
                <a:cs typeface="Calibri"/>
                <a:sym typeface="Calibri"/>
              </a:rPr>
              <a:t>, bisoprolol reported minimal effects on male sexual function and the incidence of erectile dysfunction (1.8%) was comparable to placebo (2.1%).</a:t>
            </a:r>
            <a:endParaRPr sz="1200" dirty="0">
              <a:latin typeface="Calibri"/>
              <a:ea typeface="Calibri"/>
              <a:cs typeface="Calibri"/>
              <a:sym typeface="Calibri"/>
            </a:endParaRPr>
          </a:p>
          <a:p>
            <a:pPr marL="0" lvl="0" indent="0" algn="l" rtl="0">
              <a:spcBef>
                <a:spcPts val="0"/>
              </a:spcBef>
              <a:spcAft>
                <a:spcPts val="0"/>
              </a:spcAft>
              <a:buNone/>
            </a:pPr>
            <a:endParaRPr dirty="0"/>
          </a:p>
          <a:p>
            <a:pPr marL="0" marR="0" lvl="0" indent="0" algn="l" rtl="0">
              <a:lnSpc>
                <a:spcPct val="100000"/>
              </a:lnSpc>
              <a:spcBef>
                <a:spcPts val="0"/>
              </a:spcBef>
              <a:spcAft>
                <a:spcPts val="0"/>
              </a:spcAft>
              <a:buClr>
                <a:schemeClr val="dk1"/>
              </a:buClr>
              <a:buSzPts val="1200"/>
              <a:buFont typeface="Calibri"/>
              <a:buNone/>
            </a:pPr>
            <a:r>
              <a:rPr lang="en-US" dirty="0"/>
              <a:t>Furthermore, in the study by </a:t>
            </a:r>
            <a:r>
              <a:rPr lang="en-US" dirty="0" err="1"/>
              <a:t>Broekman</a:t>
            </a:r>
            <a:r>
              <a:rPr lang="en-US" dirty="0"/>
              <a:t> CP et al (</a:t>
            </a:r>
            <a:r>
              <a:rPr lang="en-US" i="1" dirty="0"/>
              <a:t>J Sex Marital </a:t>
            </a:r>
            <a:r>
              <a:rPr lang="en-US" i="1" dirty="0" err="1"/>
              <a:t>Ther</a:t>
            </a:r>
            <a:r>
              <a:rPr lang="en-US" i="1" dirty="0"/>
              <a:t>.</a:t>
            </a:r>
            <a:r>
              <a:rPr lang="en-US" dirty="0"/>
              <a:t> 1992;18(4):325-331) Bisoprolol demonstrated to be an effective antihypertensive drug with no detrimental effects on sexuality in newly diagnosed men with hypertension. In men already on antihypertensive medication bisoprolol improved sexuality in some parameters, i.e. firmness of erection during coitus, contentedness with sexual functioning and satisfaction with own sexuality.</a:t>
            </a:r>
            <a:endParaRPr dirty="0"/>
          </a:p>
          <a:p>
            <a:pPr marL="0" marR="0" lvl="0" indent="0" algn="l" rtl="0">
              <a:lnSpc>
                <a:spcPct val="100000"/>
              </a:lnSpc>
              <a:spcBef>
                <a:spcPts val="0"/>
              </a:spcBef>
              <a:spcAft>
                <a:spcPts val="0"/>
              </a:spcAft>
              <a:buClr>
                <a:schemeClr val="dk1"/>
              </a:buClr>
              <a:buSzPts val="1200"/>
              <a:buFont typeface="Calibri"/>
              <a:buNone/>
            </a:pPr>
            <a:endParaRPr dirty="0"/>
          </a:p>
          <a:p>
            <a:pPr marL="0" lvl="0" indent="0" algn="l" rtl="0">
              <a:spcBef>
                <a:spcPts val="0"/>
              </a:spcBef>
              <a:spcAft>
                <a:spcPts val="0"/>
              </a:spcAft>
              <a:buNone/>
            </a:pPr>
            <a:r>
              <a:rPr lang="en-US" b="0" i="0" dirty="0">
                <a:solidFill>
                  <a:srgbClr val="333333"/>
                </a:solidFill>
                <a:latin typeface="Open Sans"/>
                <a:ea typeface="Open Sans"/>
                <a:cs typeface="Open Sans"/>
                <a:sym typeface="Open Sans"/>
              </a:rPr>
              <a:t>The phase IV clinical study analyzes which people take Bisoprolol fumarate and have Erectile dysfunction. It is created by </a:t>
            </a:r>
            <a:r>
              <a:rPr lang="en-US" b="0" i="0" dirty="0" err="1">
                <a:solidFill>
                  <a:srgbClr val="333333"/>
                </a:solidFill>
                <a:latin typeface="Open Sans"/>
                <a:ea typeface="Open Sans"/>
                <a:cs typeface="Open Sans"/>
                <a:sym typeface="Open Sans"/>
              </a:rPr>
              <a:t>eHealthMe</a:t>
            </a:r>
            <a:r>
              <a:rPr lang="en-US" b="0" i="0" dirty="0">
                <a:solidFill>
                  <a:srgbClr val="333333"/>
                </a:solidFill>
                <a:latin typeface="Open Sans"/>
                <a:ea typeface="Open Sans"/>
                <a:cs typeface="Open Sans"/>
                <a:sym typeface="Open Sans"/>
              </a:rPr>
              <a:t> based on reports of 39,019 people who have side effects when taking Bisoprolol fumarate from the FDA, and is updated regularly. Noted that this study alone may not be sufficient to establish a cause-effect relationship. Further studies may be needed.</a:t>
            </a:r>
            <a:endParaRPr dirty="0"/>
          </a:p>
          <a:p>
            <a:pPr marL="0" lvl="0" indent="0" algn="l" rtl="0">
              <a:spcBef>
                <a:spcPts val="0"/>
              </a:spcBef>
              <a:spcAft>
                <a:spcPts val="0"/>
              </a:spcAft>
              <a:buNone/>
            </a:pPr>
            <a:r>
              <a:rPr lang="en-US" b="0" i="0" dirty="0">
                <a:solidFill>
                  <a:srgbClr val="333333"/>
                </a:solidFill>
                <a:latin typeface="Open Sans"/>
                <a:ea typeface="Open Sans"/>
                <a:cs typeface="Open Sans"/>
                <a:sym typeface="Open Sans"/>
              </a:rPr>
              <a:t>Bisoprolol fumarate can behave differently in people of different gender and age, or after taking with other drugs. But how do you know? With medical big data and AI/ML algorithms, </a:t>
            </a:r>
            <a:r>
              <a:rPr lang="en-US" b="0" i="0" dirty="0" err="1">
                <a:solidFill>
                  <a:srgbClr val="333333"/>
                </a:solidFill>
                <a:latin typeface="Open Sans"/>
                <a:ea typeface="Open Sans"/>
                <a:cs typeface="Open Sans"/>
                <a:sym typeface="Open Sans"/>
              </a:rPr>
              <a:t>eHealthMe</a:t>
            </a:r>
            <a:r>
              <a:rPr lang="en-US" b="0" i="0" dirty="0">
                <a:solidFill>
                  <a:srgbClr val="333333"/>
                </a:solidFill>
                <a:latin typeface="Open Sans"/>
                <a:ea typeface="Open Sans"/>
                <a:cs typeface="Open Sans"/>
                <a:sym typeface="Open Sans"/>
              </a:rPr>
              <a:t> runs millions of phase IV clinical trials to monitor real world drug outcomes since 2008.</a:t>
            </a:r>
            <a:endParaRPr dirty="0"/>
          </a:p>
          <a:p>
            <a:pPr marL="0" lvl="0" indent="0" algn="l" rtl="0">
              <a:spcBef>
                <a:spcPts val="0"/>
              </a:spcBef>
              <a:spcAft>
                <a:spcPts val="0"/>
              </a:spcAft>
              <a:buNone/>
            </a:pPr>
            <a:endParaRPr b="0" i="0" dirty="0">
              <a:solidFill>
                <a:srgbClr val="333333"/>
              </a:solidFill>
              <a:latin typeface="Open Sans"/>
              <a:ea typeface="Open Sans"/>
              <a:cs typeface="Open Sans"/>
              <a:sym typeface="Open Sans"/>
            </a:endParaRPr>
          </a:p>
          <a:p>
            <a:pPr marL="0" lvl="0" indent="0" algn="l" rtl="0">
              <a:spcBef>
                <a:spcPts val="0"/>
              </a:spcBef>
              <a:spcAft>
                <a:spcPts val="0"/>
              </a:spcAft>
              <a:buNone/>
            </a:pPr>
            <a:r>
              <a:rPr lang="en-US" sz="1200" dirty="0"/>
              <a:t>Sexual dysfunction (i.e. impotence and decreased libido) has been reported as a result of cardiovascular (CV) diseases and/or in association with CV drug treatment.</a:t>
            </a:r>
            <a:r>
              <a:rPr lang="en-US" sz="1200" baseline="30000" dirty="0"/>
              <a:t>1</a:t>
            </a:r>
            <a:r>
              <a:rPr lang="en-US" sz="1200" dirty="0"/>
              <a:t> This study was conducted to assess the impact of various types of antihypertensive medications on self-reported sexual dysfunction.</a:t>
            </a:r>
            <a:r>
              <a:rPr lang="en-US" sz="1200" baseline="30000" dirty="0"/>
              <a:t>1</a:t>
            </a:r>
            <a:r>
              <a:rPr lang="en-US" sz="1200" dirty="0"/>
              <a:t> Six prospective, randomized, blinded studies were identified that reported spontaneous adverse reactions to treatment that related to sexual dysfunction (e.g. impotence or decreased libido).</a:t>
            </a:r>
            <a:r>
              <a:rPr lang="en-US" sz="1200" baseline="30000" dirty="0"/>
              <a:t>1</a:t>
            </a:r>
            <a:r>
              <a:rPr lang="en-US" sz="1200" dirty="0"/>
              <a:t> This slide shows data from a pooled analysis of these reports in men who received placebo (n=190), enalapril 5–40 mg/day (n=102), amlodipine 2.5­–10 mg/day (n=103) or bisoprolol 5 mg/day (n=389) in these randomized, controlled trials.</a:t>
            </a:r>
            <a:r>
              <a:rPr lang="en-US" sz="1200" baseline="30000" dirty="0"/>
              <a:t>11</a:t>
            </a:r>
            <a:endParaRPr sz="1200" dirty="0"/>
          </a:p>
          <a:p>
            <a:pPr marL="0" lvl="0" indent="0" algn="l" rtl="0">
              <a:spcBef>
                <a:spcPts val="0"/>
              </a:spcBef>
              <a:spcAft>
                <a:spcPts val="0"/>
              </a:spcAft>
              <a:buNone/>
            </a:pPr>
            <a:r>
              <a:rPr lang="en-US" sz="1200" dirty="0"/>
              <a:t> </a:t>
            </a:r>
            <a:endParaRPr sz="1200" dirty="0"/>
          </a:p>
          <a:p>
            <a:pPr marL="0" lvl="0" indent="0" algn="l" rtl="0">
              <a:spcBef>
                <a:spcPts val="0"/>
              </a:spcBef>
              <a:spcAft>
                <a:spcPts val="0"/>
              </a:spcAft>
              <a:buNone/>
            </a:pPr>
            <a:r>
              <a:rPr lang="en-US" sz="1200" dirty="0"/>
              <a:t>The prevalence of impotence, reduced libido, and overall sexual dysfunction (shown on this slide) was low in all treatment groups and there were no statistically significant differences between groups.</a:t>
            </a:r>
            <a:r>
              <a:rPr lang="en-US" sz="1200" baseline="30000" dirty="0"/>
              <a:t>1</a:t>
            </a:r>
            <a:r>
              <a:rPr lang="en-US" sz="1200" dirty="0"/>
              <a:t> Bisoprolol was associated with only seven reports of sexual dysfunction in 389 men (1.8%), a rate that was similar to that reported by men who received placebo (2.1%) in these studies.</a:t>
            </a:r>
            <a:r>
              <a:rPr lang="en-US" sz="1200" baseline="30000" dirty="0"/>
              <a:t>1</a:t>
            </a:r>
            <a:r>
              <a:rPr lang="en-US" sz="1200" dirty="0"/>
              <a:t> </a:t>
            </a:r>
            <a:endParaRPr sz="1200" dirty="0"/>
          </a:p>
          <a:p>
            <a:pPr marL="0" lvl="0" indent="0" algn="l" rtl="0">
              <a:spcBef>
                <a:spcPts val="0"/>
              </a:spcBef>
              <a:spcAft>
                <a:spcPts val="0"/>
              </a:spcAft>
              <a:buNone/>
            </a:pPr>
            <a:r>
              <a:rPr lang="en-US" sz="1200" dirty="0"/>
              <a:t> </a:t>
            </a:r>
            <a:endParaRPr sz="1200" dirty="0"/>
          </a:p>
          <a:p>
            <a:pPr marL="0" lvl="0" indent="0" algn="l" rtl="0">
              <a:spcBef>
                <a:spcPts val="0"/>
              </a:spcBef>
              <a:spcAft>
                <a:spcPts val="0"/>
              </a:spcAft>
              <a:buNone/>
            </a:pPr>
            <a:r>
              <a:rPr lang="en-US" sz="1200" dirty="0"/>
              <a:t>This</a:t>
            </a:r>
            <a:r>
              <a:rPr lang="en-US" sz="1200" baseline="30000" dirty="0"/>
              <a:t>1</a:t>
            </a:r>
            <a:r>
              <a:rPr lang="en-US" sz="1200" dirty="0"/>
              <a:t> and other studies</a:t>
            </a:r>
            <a:r>
              <a:rPr lang="en-US" sz="1200" baseline="30000" dirty="0"/>
              <a:t>2</a:t>
            </a:r>
            <a:r>
              <a:rPr lang="en-US" sz="1200" dirty="0"/>
              <a:t> confirm that bisoprolol has minimal effects on male sexual function and is therefore a suitable antihypertensive treatment for men with hypertension associated with sympathetic overdrive.</a:t>
            </a:r>
            <a:endParaRPr dirty="0"/>
          </a:p>
          <a:p>
            <a:pPr marL="0" lvl="0" indent="0" algn="l" rtl="0">
              <a:spcBef>
                <a:spcPts val="0"/>
              </a:spcBef>
              <a:spcAft>
                <a:spcPts val="0"/>
              </a:spcAft>
              <a:buNone/>
            </a:pPr>
            <a:endParaRPr sz="1200" dirty="0"/>
          </a:p>
          <a:p>
            <a:pPr marL="0" lvl="0" indent="0" algn="l" rtl="0">
              <a:spcBef>
                <a:spcPts val="0"/>
              </a:spcBef>
              <a:spcAft>
                <a:spcPts val="0"/>
              </a:spcAft>
              <a:buNone/>
            </a:pPr>
            <a:r>
              <a:rPr lang="en-US" b="0" i="0" dirty="0">
                <a:solidFill>
                  <a:srgbClr val="212121"/>
                </a:solidFill>
                <a:latin typeface="Arial"/>
                <a:ea typeface="Arial"/>
                <a:cs typeface="Arial"/>
                <a:sym typeface="Arial"/>
              </a:rPr>
              <a:t>Beta-blockers (BB) substantially improve survival in chronic heart failure and after myocardial infarction. However, concern about side-effects may deter clinicians from prescribing these life-saving drugs. In reality, absolute contraindications are rare. Only 3-5% of patients are intolerant because of hypotension or bradycardia. Data from randomized controlled trials and retrospective studies show that most patients eligible to receive BB tolerate them well. BB are not contraindicated in chronic obstructive pulmonary disease (COPD); in fact, these patients also benefit because of their high cardiovascular risk. In patients with COPD, as in the elderly, BB should be started at a low dose and </a:t>
            </a:r>
            <a:r>
              <a:rPr lang="en-US" b="0" i="0" dirty="0" err="1">
                <a:solidFill>
                  <a:srgbClr val="212121"/>
                </a:solidFill>
                <a:latin typeface="Arial"/>
                <a:ea typeface="Arial"/>
                <a:cs typeface="Arial"/>
                <a:sym typeface="Arial"/>
              </a:rPr>
              <a:t>uptitrated</a:t>
            </a:r>
            <a:r>
              <a:rPr lang="en-US" b="0" i="0" dirty="0">
                <a:solidFill>
                  <a:srgbClr val="212121"/>
                </a:solidFill>
                <a:latin typeface="Arial"/>
                <a:ea typeface="Arial"/>
                <a:cs typeface="Arial"/>
                <a:sym typeface="Arial"/>
              </a:rPr>
              <a:t> slowly. Monitoring of lung function during initiation is important, as undiagnosed coexistent asthma could be revealed. When patients are unaware of the drug in use, erectile dysfunction (ED) is reported no more often with BB than with any other drug prescribed for heart failure or hypertension. However, when patients are aware of the potential side-effects of BB, the resultant anxiety may cause ED. Patients should be reassured that BB prolong life and in the great majority are not the cause of ED, which may rather be related to the underlying disease (diabetes, hypertension, and atherosclerosis).</a:t>
            </a:r>
            <a:r>
              <a:rPr lang="en-US" sz="1200" b="0" i="0" baseline="30000" dirty="0">
                <a:solidFill>
                  <a:srgbClr val="212121"/>
                </a:solidFill>
                <a:latin typeface="Arial"/>
                <a:ea typeface="Arial"/>
                <a:cs typeface="Arial"/>
                <a:sym typeface="Arial"/>
              </a:rPr>
              <a:t>3</a:t>
            </a:r>
            <a:endParaRPr sz="1200" dirty="0"/>
          </a:p>
          <a:p>
            <a:pPr marL="0" lvl="0" indent="0" algn="l" rtl="0">
              <a:spcBef>
                <a:spcPts val="0"/>
              </a:spcBef>
              <a:spcAft>
                <a:spcPts val="0"/>
              </a:spcAft>
              <a:buNone/>
            </a:pPr>
            <a:endParaRPr dirty="0"/>
          </a:p>
          <a:p>
            <a:pPr marL="0" lvl="0" indent="0" algn="l" rtl="0">
              <a:spcBef>
                <a:spcPts val="0"/>
              </a:spcBef>
              <a:spcAft>
                <a:spcPts val="0"/>
              </a:spcAft>
              <a:buNone/>
            </a:pPr>
            <a:r>
              <a:rPr lang="en-US" b="1" i="0" dirty="0" err="1">
                <a:solidFill>
                  <a:srgbClr val="212121"/>
                </a:solidFill>
                <a:latin typeface="Arial"/>
                <a:ea typeface="Arial"/>
                <a:cs typeface="Arial"/>
                <a:sym typeface="Arial"/>
              </a:rPr>
              <a:t>Doumas</a:t>
            </a:r>
            <a:r>
              <a:rPr lang="en-US" b="1" i="0" dirty="0">
                <a:solidFill>
                  <a:srgbClr val="212121"/>
                </a:solidFill>
                <a:latin typeface="Arial"/>
                <a:ea typeface="Arial"/>
                <a:cs typeface="Arial"/>
                <a:sym typeface="Arial"/>
              </a:rPr>
              <a:t> M, et al. Asian J </a:t>
            </a:r>
            <a:r>
              <a:rPr lang="en-US" b="1" i="0" dirty="0" err="1">
                <a:solidFill>
                  <a:srgbClr val="212121"/>
                </a:solidFill>
                <a:latin typeface="Arial"/>
                <a:ea typeface="Arial"/>
                <a:cs typeface="Arial"/>
                <a:sym typeface="Arial"/>
              </a:rPr>
              <a:t>Androl</a:t>
            </a:r>
            <a:r>
              <a:rPr lang="en-US" b="1" i="0" dirty="0">
                <a:solidFill>
                  <a:srgbClr val="212121"/>
                </a:solidFill>
                <a:latin typeface="Arial"/>
                <a:ea typeface="Arial"/>
                <a:cs typeface="Arial"/>
                <a:sym typeface="Arial"/>
              </a:rPr>
              <a:t>. 2006 Mar;8(2):177-82:</a:t>
            </a:r>
            <a:endParaRPr dirty="0"/>
          </a:p>
          <a:p>
            <a:pPr marL="0" lvl="0" indent="0" algn="l" rtl="0">
              <a:spcBef>
                <a:spcPts val="0"/>
              </a:spcBef>
              <a:spcAft>
                <a:spcPts val="0"/>
              </a:spcAft>
              <a:buNone/>
            </a:pPr>
            <a:endParaRPr b="1" dirty="0"/>
          </a:p>
          <a:p>
            <a:pPr marL="0" lvl="0" indent="0" algn="l" rtl="0">
              <a:spcBef>
                <a:spcPts val="0"/>
              </a:spcBef>
              <a:spcAft>
                <a:spcPts val="0"/>
              </a:spcAft>
              <a:buNone/>
            </a:pPr>
            <a:r>
              <a:rPr lang="en-US" b="1" i="0" dirty="0">
                <a:solidFill>
                  <a:srgbClr val="212121"/>
                </a:solidFill>
                <a:latin typeface="Arial"/>
                <a:ea typeface="Arial"/>
                <a:cs typeface="Arial"/>
                <a:sym typeface="Arial"/>
              </a:rPr>
              <a:t>Aim: </a:t>
            </a:r>
            <a:r>
              <a:rPr lang="en-US" b="0" i="0" dirty="0">
                <a:solidFill>
                  <a:srgbClr val="212121"/>
                </a:solidFill>
                <a:latin typeface="Arial"/>
                <a:ea typeface="Arial"/>
                <a:cs typeface="Arial"/>
                <a:sym typeface="Arial"/>
              </a:rPr>
              <a:t>To investigate the effect of substituting beta-blockers with nebivolol on the erectile function of patients suffering from essential hypertension.</a:t>
            </a:r>
            <a:endParaRPr dirty="0"/>
          </a:p>
          <a:p>
            <a:pPr marL="0" lvl="0" indent="0" algn="l" rtl="0">
              <a:spcBef>
                <a:spcPts val="0"/>
              </a:spcBef>
              <a:spcAft>
                <a:spcPts val="0"/>
              </a:spcAft>
              <a:buNone/>
            </a:pPr>
            <a:r>
              <a:rPr lang="en-US" b="1" i="0" dirty="0">
                <a:solidFill>
                  <a:srgbClr val="212121"/>
                </a:solidFill>
                <a:latin typeface="Arial"/>
                <a:ea typeface="Arial"/>
                <a:cs typeface="Arial"/>
                <a:sym typeface="Arial"/>
              </a:rPr>
              <a:t>Methods: </a:t>
            </a:r>
            <a:r>
              <a:rPr lang="en-US" b="0" i="0" dirty="0">
                <a:solidFill>
                  <a:srgbClr val="212121"/>
                </a:solidFill>
                <a:latin typeface="Arial"/>
                <a:ea typeface="Arial"/>
                <a:cs typeface="Arial"/>
                <a:sym typeface="Arial"/>
              </a:rPr>
              <a:t>Forty-four young and middle-aged men (31-65 years) with essential hypertension visited our outpatient clinic and took beta-blocker treatment (atenolol, metoprolol or bisoprolol) for more than 6 months. All the patients completed a questionnaire regarding erectile function (International Index for Erectile Function). Patients were then switched to an equipotent dose of nebivolol for 3 months and, at the end of this time period, filled out the same questionnaire.</a:t>
            </a:r>
            <a:endParaRPr dirty="0"/>
          </a:p>
          <a:p>
            <a:pPr marL="0" lvl="0" indent="0" algn="l" rtl="0">
              <a:spcBef>
                <a:spcPts val="0"/>
              </a:spcBef>
              <a:spcAft>
                <a:spcPts val="0"/>
              </a:spcAft>
              <a:buNone/>
            </a:pPr>
            <a:r>
              <a:rPr lang="en-US" b="1" i="0" dirty="0">
                <a:solidFill>
                  <a:srgbClr val="212121"/>
                </a:solidFill>
                <a:latin typeface="Arial"/>
                <a:ea typeface="Arial"/>
                <a:cs typeface="Arial"/>
                <a:sym typeface="Arial"/>
              </a:rPr>
              <a:t>Results: </a:t>
            </a:r>
            <a:r>
              <a:rPr lang="en-US" b="0" i="0" dirty="0">
                <a:solidFill>
                  <a:srgbClr val="212121"/>
                </a:solidFill>
                <a:latin typeface="Arial"/>
                <a:ea typeface="Arial"/>
                <a:cs typeface="Arial"/>
                <a:sym typeface="Arial"/>
              </a:rPr>
              <a:t>Twenty-nine out of the 44 (65.9%) patients who took beta-blockers (atenolol, metoprolol or bisoprolol) had exhibited erectile dysfunction (ED). Their systolic and diastolic blood pressure did not change significantly with the treatment switch. In 20 out of these 29 (69%) patients, a significant improvement in the erectile function score was exhibited after 3 months of nebivolol administration, and in 11 of these 20 patients, erectile function was normalized.</a:t>
            </a:r>
            <a:endParaRPr dirty="0"/>
          </a:p>
          <a:p>
            <a:pPr marL="0" lvl="0" indent="0" algn="l" rtl="0">
              <a:spcBef>
                <a:spcPts val="0"/>
              </a:spcBef>
              <a:spcAft>
                <a:spcPts val="0"/>
              </a:spcAft>
              <a:buNone/>
            </a:pPr>
            <a:r>
              <a:rPr lang="en-US" b="1" i="0" dirty="0">
                <a:solidFill>
                  <a:srgbClr val="212121"/>
                </a:solidFill>
                <a:latin typeface="Arial"/>
                <a:ea typeface="Arial"/>
                <a:cs typeface="Arial"/>
                <a:sym typeface="Arial"/>
              </a:rPr>
              <a:t>Conclusion: </a:t>
            </a:r>
            <a:r>
              <a:rPr lang="en-US" b="0" i="0" dirty="0">
                <a:solidFill>
                  <a:srgbClr val="212121"/>
                </a:solidFill>
                <a:latin typeface="Arial"/>
                <a:ea typeface="Arial"/>
                <a:cs typeface="Arial"/>
                <a:sym typeface="Arial"/>
              </a:rPr>
              <a:t>Nebivolol seems to have a beneficial effect on ED (possibly due to increased nitric oxide availability); however, further prospective, randomized, placebo-controlled studies are needed to confirm the beneficial effects of nebivolol.</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b="1" dirty="0"/>
              <a:t>References</a:t>
            </a:r>
            <a:endParaRPr b="1" dirty="0"/>
          </a:p>
          <a:p>
            <a:pPr marL="469923" marR="0" lvl="0" indent="-457857" algn="l" rtl="0">
              <a:lnSpc>
                <a:spcPct val="100000"/>
              </a:lnSpc>
              <a:spcBef>
                <a:spcPts val="0"/>
              </a:spcBef>
              <a:spcAft>
                <a:spcPts val="0"/>
              </a:spcAft>
              <a:buClr>
                <a:srgbClr val="2E2E3A"/>
              </a:buClr>
              <a:buSzPts val="1200"/>
              <a:buFont typeface="Verdana"/>
              <a:buAutoNum type="arabicPeriod"/>
            </a:pPr>
            <a:r>
              <a:rPr lang="en-US" sz="1200" b="0" i="0" u="none" strike="noStrike" cap="none" dirty="0" err="1">
                <a:solidFill>
                  <a:srgbClr val="2E2E3A"/>
                </a:solidFill>
                <a:latin typeface="Verdana"/>
                <a:ea typeface="Verdana"/>
                <a:cs typeface="Verdana"/>
                <a:sym typeface="Verdana"/>
              </a:rPr>
              <a:t>Prisant</a:t>
            </a:r>
            <a:r>
              <a:rPr lang="en-US" sz="1200" b="0" i="0" u="none" strike="noStrike" cap="none" dirty="0">
                <a:solidFill>
                  <a:srgbClr val="2E2E3A"/>
                </a:solidFill>
                <a:latin typeface="Verdana"/>
                <a:ea typeface="Verdana"/>
                <a:cs typeface="Verdana"/>
                <a:sym typeface="Verdana"/>
              </a:rPr>
              <a:t> LM et al. </a:t>
            </a:r>
            <a:r>
              <a:rPr lang="en-US" sz="1200" b="0" i="1" u="none" strike="noStrike" cap="none" dirty="0">
                <a:solidFill>
                  <a:srgbClr val="2E2E3A"/>
                </a:solidFill>
                <a:latin typeface="Verdana"/>
                <a:ea typeface="Verdana"/>
                <a:cs typeface="Verdana"/>
                <a:sym typeface="Verdana"/>
              </a:rPr>
              <a:t>J Clin </a:t>
            </a:r>
            <a:r>
              <a:rPr lang="en-US" sz="1200" b="0" i="1" u="none" strike="noStrike" cap="none" dirty="0" err="1">
                <a:solidFill>
                  <a:srgbClr val="2E2E3A"/>
                </a:solidFill>
                <a:latin typeface="Verdana"/>
                <a:ea typeface="Verdana"/>
                <a:cs typeface="Verdana"/>
                <a:sym typeface="Verdana"/>
              </a:rPr>
              <a:t>Hypertens</a:t>
            </a:r>
            <a:r>
              <a:rPr lang="en-US" sz="1200" b="0" i="1" u="none" strike="noStrike" cap="none" dirty="0">
                <a:solidFill>
                  <a:srgbClr val="2E2E3A"/>
                </a:solidFill>
                <a:latin typeface="Verdana"/>
                <a:ea typeface="Verdana"/>
                <a:cs typeface="Verdana"/>
                <a:sym typeface="Verdana"/>
              </a:rPr>
              <a:t> </a:t>
            </a:r>
            <a:r>
              <a:rPr lang="en-US" sz="1200" b="0" i="0" u="none" strike="noStrike" cap="none" dirty="0">
                <a:solidFill>
                  <a:srgbClr val="2E2E3A"/>
                </a:solidFill>
                <a:latin typeface="Verdana"/>
                <a:ea typeface="Verdana"/>
                <a:cs typeface="Verdana"/>
                <a:sym typeface="Verdana"/>
              </a:rPr>
              <a:t>(Greenwich). 1999; </a:t>
            </a:r>
            <a:r>
              <a:rPr lang="en-US" sz="1200" b="1" i="0" u="none" strike="noStrike" cap="none" dirty="0">
                <a:solidFill>
                  <a:srgbClr val="2E2E3A"/>
                </a:solidFill>
                <a:latin typeface="Verdana"/>
                <a:ea typeface="Verdana"/>
                <a:cs typeface="Verdana"/>
                <a:sym typeface="Verdana"/>
              </a:rPr>
              <a:t>1</a:t>
            </a:r>
            <a:r>
              <a:rPr lang="en-US" sz="1200" b="0" i="0" u="none" strike="noStrike" cap="none" dirty="0">
                <a:solidFill>
                  <a:srgbClr val="2E2E3A"/>
                </a:solidFill>
                <a:latin typeface="Verdana"/>
                <a:ea typeface="Verdana"/>
                <a:cs typeface="Verdana"/>
                <a:sym typeface="Verdana"/>
              </a:rPr>
              <a:t>(1): 22-26.</a:t>
            </a:r>
            <a:endParaRPr sz="1200" b="0" i="0" u="none" strike="noStrike" cap="none" dirty="0">
              <a:solidFill>
                <a:srgbClr val="000000"/>
              </a:solidFill>
              <a:latin typeface="Verdana"/>
              <a:ea typeface="Verdana"/>
              <a:cs typeface="Verdana"/>
              <a:sym typeface="Verdana"/>
            </a:endParaRPr>
          </a:p>
          <a:p>
            <a:pPr marL="469923" marR="0" lvl="0" indent="-457857" algn="l" rtl="0">
              <a:lnSpc>
                <a:spcPct val="100000"/>
              </a:lnSpc>
              <a:spcBef>
                <a:spcPts val="0"/>
              </a:spcBef>
              <a:spcAft>
                <a:spcPts val="0"/>
              </a:spcAft>
              <a:buClr>
                <a:srgbClr val="2E2E3A"/>
              </a:buClr>
              <a:buSzPts val="1200"/>
              <a:buFont typeface="Verdana"/>
              <a:buAutoNum type="arabicPeriod"/>
            </a:pPr>
            <a:r>
              <a:rPr lang="en-US" sz="1200" b="0" i="0" u="none" strike="noStrike" cap="none" dirty="0" err="1">
                <a:solidFill>
                  <a:srgbClr val="2E2E3A"/>
                </a:solidFill>
                <a:latin typeface="Verdana"/>
                <a:ea typeface="Verdana"/>
                <a:cs typeface="Verdana"/>
                <a:sym typeface="Verdana"/>
              </a:rPr>
              <a:t>Broekman</a:t>
            </a:r>
            <a:r>
              <a:rPr lang="en-US" sz="1200" b="0" i="0" u="none" strike="noStrike" cap="none" dirty="0">
                <a:solidFill>
                  <a:srgbClr val="2E2E3A"/>
                </a:solidFill>
                <a:latin typeface="Verdana"/>
                <a:ea typeface="Verdana"/>
                <a:cs typeface="Verdana"/>
                <a:sym typeface="Verdana"/>
              </a:rPr>
              <a:t> CP et al. </a:t>
            </a:r>
            <a:r>
              <a:rPr lang="en-US" sz="1200" b="0" i="1" u="none" strike="noStrike" cap="none" dirty="0">
                <a:solidFill>
                  <a:srgbClr val="2E2E3A"/>
                </a:solidFill>
                <a:latin typeface="Verdana"/>
                <a:ea typeface="Verdana"/>
                <a:cs typeface="Verdana"/>
                <a:sym typeface="Verdana"/>
              </a:rPr>
              <a:t>Sex Marital </a:t>
            </a:r>
            <a:r>
              <a:rPr lang="en-US" sz="1200" b="0" i="1" u="none" strike="noStrike" cap="none" dirty="0" err="1">
                <a:solidFill>
                  <a:srgbClr val="2E2E3A"/>
                </a:solidFill>
                <a:latin typeface="Verdana"/>
                <a:ea typeface="Verdana"/>
                <a:cs typeface="Verdana"/>
                <a:sym typeface="Verdana"/>
              </a:rPr>
              <a:t>Ther</a:t>
            </a:r>
            <a:r>
              <a:rPr lang="en-US" sz="1200" b="0" i="0" u="none" strike="noStrike" cap="none" dirty="0">
                <a:solidFill>
                  <a:srgbClr val="2E2E3A"/>
                </a:solidFill>
                <a:latin typeface="Verdana"/>
                <a:ea typeface="Verdana"/>
                <a:cs typeface="Verdana"/>
                <a:sym typeface="Verdana"/>
              </a:rPr>
              <a:t>. 1992, </a:t>
            </a:r>
            <a:r>
              <a:rPr lang="en-US" sz="1200" b="1" i="0" u="none" strike="noStrike" cap="none" dirty="0">
                <a:solidFill>
                  <a:srgbClr val="2E2E3A"/>
                </a:solidFill>
                <a:latin typeface="Verdana"/>
                <a:ea typeface="Verdana"/>
                <a:cs typeface="Verdana"/>
                <a:sym typeface="Verdana"/>
              </a:rPr>
              <a:t>18</a:t>
            </a:r>
            <a:r>
              <a:rPr lang="en-US" sz="1200" b="0" i="0" u="none" strike="noStrike" cap="none" dirty="0">
                <a:solidFill>
                  <a:srgbClr val="2E2E3A"/>
                </a:solidFill>
                <a:latin typeface="Verdana"/>
                <a:ea typeface="Verdana"/>
                <a:cs typeface="Verdana"/>
                <a:sym typeface="Verdana"/>
              </a:rPr>
              <a:t>(4): 325-331.</a:t>
            </a:r>
            <a:endParaRPr dirty="0"/>
          </a:p>
          <a:p>
            <a:pPr marL="469923" marR="0" lvl="0" indent="-457857" algn="l" rtl="0">
              <a:lnSpc>
                <a:spcPct val="100000"/>
              </a:lnSpc>
              <a:spcBef>
                <a:spcPts val="0"/>
              </a:spcBef>
              <a:spcAft>
                <a:spcPts val="0"/>
              </a:spcAft>
              <a:buClr>
                <a:srgbClr val="000000"/>
              </a:buClr>
              <a:buSzPts val="800"/>
              <a:buFont typeface="Verdana"/>
              <a:buAutoNum type="arabicPeriod"/>
            </a:pPr>
            <a:r>
              <a:rPr lang="en-US" sz="800" b="0" i="0" u="none" strike="noStrike" cap="none" dirty="0">
                <a:solidFill>
                  <a:srgbClr val="000000"/>
                </a:solidFill>
                <a:latin typeface="Verdana"/>
                <a:ea typeface="Verdana"/>
                <a:cs typeface="Verdana"/>
                <a:sym typeface="Verdana"/>
              </a:rPr>
              <a:t>Erdmann E. </a:t>
            </a:r>
            <a:r>
              <a:rPr lang="en-US" sz="800" b="0" i="0" u="none" strike="noStrike" cap="none" dirty="0" err="1">
                <a:solidFill>
                  <a:srgbClr val="000000"/>
                </a:solidFill>
                <a:latin typeface="Verdana"/>
                <a:ea typeface="Verdana"/>
                <a:cs typeface="Verdana"/>
                <a:sym typeface="Verdana"/>
              </a:rPr>
              <a:t>E</a:t>
            </a:r>
            <a:r>
              <a:rPr lang="en-US" sz="800" b="0" i="1" u="none" strike="noStrike" cap="none" dirty="0" err="1">
                <a:solidFill>
                  <a:srgbClr val="000000"/>
                </a:solidFill>
                <a:latin typeface="Verdana"/>
                <a:ea typeface="Verdana"/>
                <a:cs typeface="Verdana"/>
                <a:sym typeface="Verdana"/>
              </a:rPr>
              <a:t>ur</a:t>
            </a:r>
            <a:r>
              <a:rPr lang="en-US" sz="800" b="0" i="1" u="none" strike="noStrike" cap="none" dirty="0">
                <a:solidFill>
                  <a:srgbClr val="000000"/>
                </a:solidFill>
                <a:latin typeface="Verdana"/>
                <a:ea typeface="Verdana"/>
                <a:cs typeface="Verdana"/>
                <a:sym typeface="Verdana"/>
              </a:rPr>
              <a:t> Heart J Suppls</a:t>
            </a:r>
            <a:r>
              <a:rPr lang="en-US" sz="800" b="0" i="0" u="none" strike="noStrike" cap="none" dirty="0">
                <a:solidFill>
                  <a:srgbClr val="000000"/>
                </a:solidFill>
                <a:latin typeface="Verdana"/>
                <a:ea typeface="Verdana"/>
                <a:cs typeface="Verdana"/>
                <a:sym typeface="Verdana"/>
              </a:rPr>
              <a:t>. 2009;11(Suppl A):A21-A25.</a:t>
            </a:r>
            <a:endParaRPr dirty="0"/>
          </a:p>
          <a:p>
            <a:pPr marL="0" lvl="0" indent="0" algn="l" rtl="0">
              <a:spcBef>
                <a:spcPts val="0"/>
              </a:spcBef>
              <a:spcAft>
                <a:spcPts val="0"/>
              </a:spcAft>
              <a:buNone/>
            </a:pPr>
            <a:endParaRPr b="0" dirty="0"/>
          </a:p>
        </p:txBody>
      </p:sp>
      <p:sp>
        <p:nvSpPr>
          <p:cNvPr id="1186" name="Google Shape;1186;p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94</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0612028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400" dirty="0"/>
              <a:t>Повышенная ЧСС (&gt;80 в 1 мин.), как маркер повышения активности симпатоадреналовой системы – имеет место приблизительно у 30% больных АГ [1]. Повышение ЧСС (&gt;70 в 1 мин.) – имеет место уже более, чем у 60% пациентов с АГ. [3] </a:t>
            </a:r>
          </a:p>
          <a:p>
            <a:r>
              <a:rPr lang="ru-RU" sz="1400" dirty="0"/>
              <a:t>При этом, по данным ВОЗ, гипертонией в той или иной форме страдает, практически, треть населения земного шара; в России, от гипертонии и её последствий – ежегодно умирает свыше 1,5 миллионов человек; 40 % гипертоников – это люди в возрасте до 50 лет. [2]</a:t>
            </a:r>
          </a:p>
          <a:p>
            <a:endParaRPr lang="ru-RU" dirty="0"/>
          </a:p>
        </p:txBody>
      </p:sp>
      <p:sp>
        <p:nvSpPr>
          <p:cNvPr id="4" name="Номер слайда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A16902-46BA-4511-9CEC-1A8F04D946B1}" type="slidenum">
              <a:rPr kumimoji="0" lang="ru-R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95</a:t>
            </a:fld>
            <a:endParaRPr kumimoji="0" lang="ru-R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175418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 Id="rId4" Type="http://schemas.openxmlformats.org/officeDocument/2006/relationships/image" Target="../media/image4.png"/></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6.xml"/><Relationship Id="rId5" Type="http://schemas.openxmlformats.org/officeDocument/2006/relationships/image" Target="../media/image11.bin"/><Relationship Id="rId4" Type="http://schemas.openxmlformats.org/officeDocument/2006/relationships/image" Target="../media/image10.bin"/></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2.bin"/><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7.xml"/><Relationship Id="rId5" Type="http://schemas.openxmlformats.org/officeDocument/2006/relationships/image" Target="../media/image13.bin"/><Relationship Id="rId4" Type="http://schemas.openxmlformats.org/officeDocument/2006/relationships/image" Target="../media/image10.bin"/></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3.bin"/><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8.xml"/><Relationship Id="rId4" Type="http://schemas.openxmlformats.org/officeDocument/2006/relationships/image" Target="../media/image10.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9.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10.bin"/><Relationship Id="rId4" Type="http://schemas.openxmlformats.org/officeDocument/2006/relationships/oleObject" Target="../embeddings/oleObject2.bin"/></Relationships>
</file>

<file path=ppt/slideLayouts/_rels/slideLayout58.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13.xml"/><Relationship Id="rId1" Type="http://schemas.openxmlformats.org/officeDocument/2006/relationships/tags" Target="../tags/tag12.xml"/><Relationship Id="rId5" Type="http://schemas.openxmlformats.org/officeDocument/2006/relationships/image" Target="../media/image10.bin"/><Relationship Id="rId4" Type="http://schemas.openxmlformats.org/officeDocument/2006/relationships/oleObject" Target="../embeddings/oleObject2.bin"/></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image" Target="../media/image10.bin"/><Relationship Id="rId4" Type="http://schemas.openxmlformats.org/officeDocument/2006/relationships/oleObject" Target="../embeddings/oleObject2.bin"/></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16.xml"/><Relationship Id="rId5" Type="http://schemas.openxmlformats.org/officeDocument/2006/relationships/image" Target="../media/image11.bin"/><Relationship Id="rId4" Type="http://schemas.openxmlformats.org/officeDocument/2006/relationships/image" Target="../media/image10.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7.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5.xml"/><Relationship Id="rId1" Type="http://schemas.openxmlformats.org/officeDocument/2006/relationships/tags" Target="../tags/tag18.xml"/><Relationship Id="rId4" Type="http://schemas.openxmlformats.org/officeDocument/2006/relationships/image" Target="../media/image14.bin"/></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5.xml"/><Relationship Id="rId1" Type="http://schemas.openxmlformats.org/officeDocument/2006/relationships/tags" Target="../tags/tag19.xml"/><Relationship Id="rId4" Type="http://schemas.openxmlformats.org/officeDocument/2006/relationships/image" Target="../media/image14.bin"/></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5.xml"/><Relationship Id="rId1" Type="http://schemas.openxmlformats.org/officeDocument/2006/relationships/tags" Target="../tags/tag20.xml"/><Relationship Id="rId4" Type="http://schemas.openxmlformats.org/officeDocument/2006/relationships/image" Target="../media/image14.bin"/></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5.xml"/><Relationship Id="rId1" Type="http://schemas.openxmlformats.org/officeDocument/2006/relationships/tags" Target="../tags/tag21.xml"/><Relationship Id="rId4" Type="http://schemas.openxmlformats.org/officeDocument/2006/relationships/image" Target="../media/image14.bin"/></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5.xml"/><Relationship Id="rId1" Type="http://schemas.openxmlformats.org/officeDocument/2006/relationships/tags" Target="../tags/tag22.xml"/><Relationship Id="rId4" Type="http://schemas.openxmlformats.org/officeDocument/2006/relationships/image" Target="../media/image14.bin"/></Relationships>
</file>

<file path=ppt/slideLayouts/_rels/slideLayout6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5.xml"/><Relationship Id="rId1" Type="http://schemas.openxmlformats.org/officeDocument/2006/relationships/tags" Target="../tags/tag23.xml"/><Relationship Id="rId5" Type="http://schemas.openxmlformats.org/officeDocument/2006/relationships/image" Target="../media/image15.bin"/><Relationship Id="rId4" Type="http://schemas.openxmlformats.org/officeDocument/2006/relationships/image" Target="../media/image14.bin"/></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5.bin"/><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5.bin"/><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5.bin"/><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5.bin"/><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5.bin"/><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5.bin"/><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5.bin"/><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4.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7.bin"/><Relationship Id="rId2" Type="http://schemas.openxmlformats.org/officeDocument/2006/relationships/image" Target="../media/image16.bin"/><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18.bin"/><Relationship Id="rId2" Type="http://schemas.openxmlformats.org/officeDocument/2006/relationships/slideMaster" Target="../slideMasters/slideMaster5.xml"/><Relationship Id="rId1" Type="http://schemas.openxmlformats.org/officeDocument/2006/relationships/tags" Target="../tags/tag25.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9.bin"/><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image" Target="../media/image14.bin"/><Relationship Id="rId5" Type="http://schemas.openxmlformats.org/officeDocument/2006/relationships/oleObject" Target="../embeddings/oleObject3.bin"/><Relationship Id="rId4"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14.bin"/><Relationship Id="rId5" Type="http://schemas.openxmlformats.org/officeDocument/2006/relationships/oleObject" Target="../embeddings/oleObject3.bin"/><Relationship Id="rId4"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3" Type="http://schemas.openxmlformats.org/officeDocument/2006/relationships/tags" Target="../tags/tag34.xml"/><Relationship Id="rId7" Type="http://schemas.openxmlformats.org/officeDocument/2006/relationships/image" Target="../media/image14.bin"/><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oleObject" Target="../embeddings/oleObject3.bin"/><Relationship Id="rId5" Type="http://schemas.openxmlformats.org/officeDocument/2006/relationships/slideMaster" Target="../slideMasters/slideMaster5.xml"/><Relationship Id="rId4" Type="http://schemas.openxmlformats.org/officeDocument/2006/relationships/tags" Target="../tags/tag35.xml"/></Relationships>
</file>

<file path=ppt/slideLayouts/_rels/slideLayout96.xml.rels><?xml version="1.0" encoding="UTF-8" standalone="yes"?>
<Relationships xmlns="http://schemas.openxmlformats.org/package/2006/relationships"><Relationship Id="rId8" Type="http://schemas.openxmlformats.org/officeDocument/2006/relationships/image" Target="../media/image14.bin"/><Relationship Id="rId3" Type="http://schemas.openxmlformats.org/officeDocument/2006/relationships/tags" Target="../tags/tag38.xml"/><Relationship Id="rId7" Type="http://schemas.openxmlformats.org/officeDocument/2006/relationships/oleObject" Target="../embeddings/oleObject3.bin"/><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slideMaster" Target="../slideMasters/slideMaster5.xml"/><Relationship Id="rId5" Type="http://schemas.openxmlformats.org/officeDocument/2006/relationships/tags" Target="../tags/tag40.xml"/><Relationship Id="rId4" Type="http://schemas.openxmlformats.org/officeDocument/2006/relationships/tags" Target="../tags/tag39.xml"/></Relationships>
</file>

<file path=ppt/slideLayouts/_rels/slideLayout97.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tags" Target="../tags/tag43.xml"/><Relationship Id="rId7" Type="http://schemas.openxmlformats.org/officeDocument/2006/relationships/slideMaster" Target="../slideMasters/slideMaster5.xml"/><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tags" Target="../tags/tag44.xml"/><Relationship Id="rId9" Type="http://schemas.openxmlformats.org/officeDocument/2006/relationships/image" Target="../media/image14.bin"/></Relationships>
</file>

<file path=ppt/slideLayouts/_rels/slideLayout98.xml.rels><?xml version="1.0" encoding="UTF-8" standalone="yes"?>
<Relationships xmlns="http://schemas.openxmlformats.org/package/2006/relationships"><Relationship Id="rId8" Type="http://schemas.openxmlformats.org/officeDocument/2006/relationships/tags" Target="../tags/tag54.xml"/><Relationship Id="rId13" Type="http://schemas.openxmlformats.org/officeDocument/2006/relationships/tags" Target="../tags/tag59.xml"/><Relationship Id="rId3" Type="http://schemas.openxmlformats.org/officeDocument/2006/relationships/tags" Target="../tags/tag49.xml"/><Relationship Id="rId7" Type="http://schemas.openxmlformats.org/officeDocument/2006/relationships/tags" Target="../tags/tag53.xml"/><Relationship Id="rId12" Type="http://schemas.openxmlformats.org/officeDocument/2006/relationships/tags" Target="../tags/tag58.xml"/><Relationship Id="rId2" Type="http://schemas.openxmlformats.org/officeDocument/2006/relationships/tags" Target="../tags/tag48.xml"/><Relationship Id="rId16" Type="http://schemas.openxmlformats.org/officeDocument/2006/relationships/image" Target="../media/image14.bin"/><Relationship Id="rId1" Type="http://schemas.openxmlformats.org/officeDocument/2006/relationships/tags" Target="../tags/tag47.xml"/><Relationship Id="rId6" Type="http://schemas.openxmlformats.org/officeDocument/2006/relationships/tags" Target="../tags/tag52.xml"/><Relationship Id="rId11" Type="http://schemas.openxmlformats.org/officeDocument/2006/relationships/tags" Target="../tags/tag57.xml"/><Relationship Id="rId5" Type="http://schemas.openxmlformats.org/officeDocument/2006/relationships/tags" Target="../tags/tag51.xml"/><Relationship Id="rId15" Type="http://schemas.openxmlformats.org/officeDocument/2006/relationships/oleObject" Target="../embeddings/oleObject3.bin"/><Relationship Id="rId10" Type="http://schemas.openxmlformats.org/officeDocument/2006/relationships/tags" Target="../tags/tag56.xml"/><Relationship Id="rId4" Type="http://schemas.openxmlformats.org/officeDocument/2006/relationships/tags" Target="../tags/tag50.xml"/><Relationship Id="rId9" Type="http://schemas.openxmlformats.org/officeDocument/2006/relationships/tags" Target="../tags/tag55.xml"/><Relationship Id="rId14"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8" Type="http://schemas.openxmlformats.org/officeDocument/2006/relationships/tags" Target="../tags/tag67.xml"/><Relationship Id="rId3" Type="http://schemas.openxmlformats.org/officeDocument/2006/relationships/tags" Target="../tags/tag62.xml"/><Relationship Id="rId7" Type="http://schemas.openxmlformats.org/officeDocument/2006/relationships/tags" Target="../tags/tag66.xml"/><Relationship Id="rId12" Type="http://schemas.openxmlformats.org/officeDocument/2006/relationships/image" Target="../media/image14.bin"/><Relationship Id="rId2" Type="http://schemas.openxmlformats.org/officeDocument/2006/relationships/tags" Target="../tags/tag61.xml"/><Relationship Id="rId1" Type="http://schemas.openxmlformats.org/officeDocument/2006/relationships/tags" Target="../tags/tag60.xml"/><Relationship Id="rId6" Type="http://schemas.openxmlformats.org/officeDocument/2006/relationships/tags" Target="../tags/tag65.xml"/><Relationship Id="rId11" Type="http://schemas.openxmlformats.org/officeDocument/2006/relationships/oleObject" Target="../embeddings/oleObject3.bin"/><Relationship Id="rId5" Type="http://schemas.openxmlformats.org/officeDocument/2006/relationships/tags" Target="../tags/tag64.xml"/><Relationship Id="rId10" Type="http://schemas.openxmlformats.org/officeDocument/2006/relationships/slideMaster" Target="../slideMasters/slideMaster5.xml"/><Relationship Id="rId4" Type="http://schemas.openxmlformats.org/officeDocument/2006/relationships/tags" Target="../tags/tag63.xml"/><Relationship Id="rId9" Type="http://schemas.openxmlformats.org/officeDocument/2006/relationships/tags" Target="../tags/tag68.xml"/></Relationships>
</file>

<file path=ppt/slideLayouts/_rels/slideLayout100.xml.rels><?xml version="1.0" encoding="UTF-8" standalone="yes"?>
<Relationships xmlns="http://schemas.openxmlformats.org/package/2006/relationships"><Relationship Id="rId8" Type="http://schemas.openxmlformats.org/officeDocument/2006/relationships/slideMaster" Target="../slideMasters/slideMaster5.xml"/><Relationship Id="rId3" Type="http://schemas.openxmlformats.org/officeDocument/2006/relationships/tags" Target="../tags/tag71.xml"/><Relationship Id="rId7" Type="http://schemas.openxmlformats.org/officeDocument/2006/relationships/tags" Target="../tags/tag75.xml"/><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tags" Target="../tags/tag74.xml"/><Relationship Id="rId5" Type="http://schemas.openxmlformats.org/officeDocument/2006/relationships/tags" Target="../tags/tag73.xml"/><Relationship Id="rId10" Type="http://schemas.openxmlformats.org/officeDocument/2006/relationships/image" Target="../media/image14.bin"/><Relationship Id="rId4" Type="http://schemas.openxmlformats.org/officeDocument/2006/relationships/tags" Target="../tags/tag72.xml"/><Relationship Id="rId9" Type="http://schemas.openxmlformats.org/officeDocument/2006/relationships/oleObject" Target="../embeddings/oleObject3.bin"/></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7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5_Заголовок и объект">
    <p:spTree>
      <p:nvGrpSpPr>
        <p:cNvPr id="1" name=""/>
        <p:cNvGrpSpPr/>
        <p:nvPr/>
      </p:nvGrpSpPr>
      <p:grpSpPr>
        <a:xfrm>
          <a:off x="0" y="0"/>
          <a:ext cx="0" cy="0"/>
          <a:chOff x="0" y="0"/>
          <a:chExt cx="0" cy="0"/>
        </a:xfrm>
      </p:grpSpPr>
      <p:sp>
        <p:nvSpPr>
          <p:cNvPr id="23" name="Полилиния: фигура 22">
            <a:extLst>
              <a:ext uri="{FF2B5EF4-FFF2-40B4-BE49-F238E27FC236}">
                <a16:creationId xmlns:a16="http://schemas.microsoft.com/office/drawing/2014/main" id="{CB4F5692-ACBE-4155-A563-B123939F81BC}"/>
              </a:ext>
            </a:extLst>
          </p:cNvPr>
          <p:cNvSpPr/>
          <p:nvPr userDrawn="1"/>
        </p:nvSpPr>
        <p:spPr>
          <a:xfrm flipH="1" flipV="1">
            <a:off x="10166464" y="-2"/>
            <a:ext cx="2062186" cy="960184"/>
          </a:xfrm>
          <a:custGeom>
            <a:avLst/>
            <a:gdLst>
              <a:gd name="connsiteX0" fmla="*/ 1573352 w 4492234"/>
              <a:gd name="connsiteY0" fmla="*/ 1156 h 1442145"/>
              <a:gd name="connsiteX1" fmla="*/ 4488913 w 4492234"/>
              <a:gd name="connsiteY1" fmla="*/ 1393672 h 1442145"/>
              <a:gd name="connsiteX2" fmla="*/ 4492234 w 4492234"/>
              <a:gd name="connsiteY2" fmla="*/ 1442145 h 1442145"/>
              <a:gd name="connsiteX3" fmla="*/ 0 w 4492234"/>
              <a:gd name="connsiteY3" fmla="*/ 1442145 h 1442145"/>
              <a:gd name="connsiteX4" fmla="*/ 0 w 4492234"/>
              <a:gd name="connsiteY4" fmla="*/ 139377 h 1442145"/>
              <a:gd name="connsiteX5" fmla="*/ 254017 w 4492234"/>
              <a:gd name="connsiteY5" fmla="*/ 101642 h 1442145"/>
              <a:gd name="connsiteX6" fmla="*/ 1189986 w 4492234"/>
              <a:gd name="connsiteY6" fmla="*/ 15161 h 1442145"/>
              <a:gd name="connsiteX7" fmla="*/ 1573352 w 4492234"/>
              <a:gd name="connsiteY7" fmla="*/ 1156 h 1442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92234" h="1442145">
                <a:moveTo>
                  <a:pt x="1573352" y="1156"/>
                </a:moveTo>
                <a:cubicBezTo>
                  <a:pt x="3313092" y="-27080"/>
                  <a:pt x="4357404" y="462522"/>
                  <a:pt x="4488913" y="1393672"/>
                </a:cubicBezTo>
                <a:lnTo>
                  <a:pt x="4492234" y="1442145"/>
                </a:lnTo>
                <a:lnTo>
                  <a:pt x="0" y="1442145"/>
                </a:lnTo>
                <a:lnTo>
                  <a:pt x="0" y="139377"/>
                </a:lnTo>
                <a:lnTo>
                  <a:pt x="254017" y="101642"/>
                </a:lnTo>
                <a:cubicBezTo>
                  <a:pt x="555703" y="61452"/>
                  <a:pt x="869981" y="33025"/>
                  <a:pt x="1189986" y="15161"/>
                </a:cubicBezTo>
                <a:cubicBezTo>
                  <a:pt x="1321270" y="7832"/>
                  <a:pt x="1449085" y="3173"/>
                  <a:pt x="1573352" y="1156"/>
                </a:cubicBezTo>
                <a:close/>
              </a:path>
            </a:pathLst>
          </a:custGeom>
          <a:solidFill>
            <a:srgbClr val="BDDFEB">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9" name="Полилиния: фигура 18">
            <a:extLst>
              <a:ext uri="{FF2B5EF4-FFF2-40B4-BE49-F238E27FC236}">
                <a16:creationId xmlns:a16="http://schemas.microsoft.com/office/drawing/2014/main" id="{F9774D38-0B4E-4EAE-927A-07F8A112FA16}"/>
              </a:ext>
            </a:extLst>
          </p:cNvPr>
          <p:cNvSpPr/>
          <p:nvPr userDrawn="1"/>
        </p:nvSpPr>
        <p:spPr>
          <a:xfrm>
            <a:off x="-1730" y="5818909"/>
            <a:ext cx="3734145" cy="1039091"/>
          </a:xfrm>
          <a:custGeom>
            <a:avLst/>
            <a:gdLst>
              <a:gd name="connsiteX0" fmla="*/ 1573352 w 4492234"/>
              <a:gd name="connsiteY0" fmla="*/ 1156 h 1442145"/>
              <a:gd name="connsiteX1" fmla="*/ 4488913 w 4492234"/>
              <a:gd name="connsiteY1" fmla="*/ 1393672 h 1442145"/>
              <a:gd name="connsiteX2" fmla="*/ 4492234 w 4492234"/>
              <a:gd name="connsiteY2" fmla="*/ 1442145 h 1442145"/>
              <a:gd name="connsiteX3" fmla="*/ 0 w 4492234"/>
              <a:gd name="connsiteY3" fmla="*/ 1442145 h 1442145"/>
              <a:gd name="connsiteX4" fmla="*/ 0 w 4492234"/>
              <a:gd name="connsiteY4" fmla="*/ 139377 h 1442145"/>
              <a:gd name="connsiteX5" fmla="*/ 254017 w 4492234"/>
              <a:gd name="connsiteY5" fmla="*/ 101642 h 1442145"/>
              <a:gd name="connsiteX6" fmla="*/ 1189986 w 4492234"/>
              <a:gd name="connsiteY6" fmla="*/ 15161 h 1442145"/>
              <a:gd name="connsiteX7" fmla="*/ 1573352 w 4492234"/>
              <a:gd name="connsiteY7" fmla="*/ 1156 h 1442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92234" h="1442145">
                <a:moveTo>
                  <a:pt x="1573352" y="1156"/>
                </a:moveTo>
                <a:cubicBezTo>
                  <a:pt x="3313092" y="-27080"/>
                  <a:pt x="4357404" y="462522"/>
                  <a:pt x="4488913" y="1393672"/>
                </a:cubicBezTo>
                <a:lnTo>
                  <a:pt x="4492234" y="1442145"/>
                </a:lnTo>
                <a:lnTo>
                  <a:pt x="0" y="1442145"/>
                </a:lnTo>
                <a:lnTo>
                  <a:pt x="0" y="139377"/>
                </a:lnTo>
                <a:lnTo>
                  <a:pt x="254017" y="101642"/>
                </a:lnTo>
                <a:cubicBezTo>
                  <a:pt x="555703" y="61452"/>
                  <a:pt x="869981" y="33025"/>
                  <a:pt x="1189986" y="15161"/>
                </a:cubicBezTo>
                <a:cubicBezTo>
                  <a:pt x="1321270" y="7832"/>
                  <a:pt x="1449085" y="3173"/>
                  <a:pt x="1573352" y="1156"/>
                </a:cubicBezTo>
                <a:close/>
              </a:path>
            </a:pathLst>
          </a:custGeom>
          <a:solidFill>
            <a:srgbClr val="BDDFEB">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21" name="Полилиния: фигура 20">
            <a:extLst>
              <a:ext uri="{FF2B5EF4-FFF2-40B4-BE49-F238E27FC236}">
                <a16:creationId xmlns:a16="http://schemas.microsoft.com/office/drawing/2014/main" id="{DC452AFA-2352-4479-938B-FA93E7EC8EFE}"/>
              </a:ext>
            </a:extLst>
          </p:cNvPr>
          <p:cNvSpPr/>
          <p:nvPr userDrawn="1"/>
        </p:nvSpPr>
        <p:spPr>
          <a:xfrm rot="19883963">
            <a:off x="-494636" y="5095599"/>
            <a:ext cx="1333758" cy="1671500"/>
          </a:xfrm>
          <a:custGeom>
            <a:avLst/>
            <a:gdLst>
              <a:gd name="connsiteX0" fmla="*/ 1653557 w 2179316"/>
              <a:gd name="connsiteY0" fmla="*/ 88090 h 2731176"/>
              <a:gd name="connsiteX1" fmla="*/ 2179316 w 2179316"/>
              <a:gd name="connsiteY1" fmla="*/ 995019 h 2731176"/>
              <a:gd name="connsiteX2" fmla="*/ 152408 w 2179316"/>
              <a:gd name="connsiteY2" fmla="*/ 2702427 h 2731176"/>
              <a:gd name="connsiteX3" fmla="*/ 0 w 2179316"/>
              <a:gd name="connsiteY3" fmla="*/ 2731176 h 2731176"/>
              <a:gd name="connsiteX4" fmla="*/ 1489124 w 2179316"/>
              <a:gd name="connsiteY4" fmla="*/ 0 h 2731176"/>
              <a:gd name="connsiteX5" fmla="*/ 1496595 w 2179316"/>
              <a:gd name="connsiteY5" fmla="*/ 3112 h 2731176"/>
              <a:gd name="connsiteX6" fmla="*/ 1653557 w 2179316"/>
              <a:gd name="connsiteY6" fmla="*/ 88090 h 2731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79316" h="2731176">
                <a:moveTo>
                  <a:pt x="1653557" y="88090"/>
                </a:moveTo>
                <a:cubicBezTo>
                  <a:pt x="1996946" y="299732"/>
                  <a:pt x="2179316" y="604539"/>
                  <a:pt x="2179316" y="995019"/>
                </a:cubicBezTo>
                <a:cubicBezTo>
                  <a:pt x="2179316" y="1775976"/>
                  <a:pt x="1287285" y="2454044"/>
                  <a:pt x="152408" y="2702427"/>
                </a:cubicBezTo>
                <a:lnTo>
                  <a:pt x="0" y="2731176"/>
                </a:lnTo>
                <a:lnTo>
                  <a:pt x="1489124" y="0"/>
                </a:lnTo>
                <a:lnTo>
                  <a:pt x="1496595" y="3112"/>
                </a:lnTo>
                <a:cubicBezTo>
                  <a:pt x="1552160" y="29522"/>
                  <a:pt x="1604502" y="57855"/>
                  <a:pt x="1653557" y="88090"/>
                </a:cubicBezTo>
                <a:close/>
              </a:path>
            </a:pathLst>
          </a:custGeom>
          <a:solidFill>
            <a:srgbClr val="BDDFEB">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grpSp>
        <p:nvGrpSpPr>
          <p:cNvPr id="8" name="Группа 7">
            <a:extLst>
              <a:ext uri="{FF2B5EF4-FFF2-40B4-BE49-F238E27FC236}">
                <a16:creationId xmlns:a16="http://schemas.microsoft.com/office/drawing/2014/main" id="{731B0DE8-632B-49C0-BA65-E35CCB03ED26}"/>
              </a:ext>
            </a:extLst>
          </p:cNvPr>
          <p:cNvGrpSpPr/>
          <p:nvPr userDrawn="1"/>
        </p:nvGrpSpPr>
        <p:grpSpPr>
          <a:xfrm>
            <a:off x="10753760" y="6379029"/>
            <a:ext cx="1155242" cy="182109"/>
            <a:chOff x="5409247" y="3315652"/>
            <a:chExt cx="1371600" cy="216217"/>
          </a:xfrm>
          <a:solidFill>
            <a:srgbClr val="398ACB"/>
          </a:solidFill>
        </p:grpSpPr>
        <p:sp>
          <p:nvSpPr>
            <p:cNvPr id="9" name="Полилиния: фигура 8">
              <a:extLst>
                <a:ext uri="{FF2B5EF4-FFF2-40B4-BE49-F238E27FC236}">
                  <a16:creationId xmlns:a16="http://schemas.microsoft.com/office/drawing/2014/main" id="{48AD9ABC-F5A0-44CB-815C-B2BF20C91B69}"/>
                </a:ext>
              </a:extLst>
            </p:cNvPr>
            <p:cNvSpPr/>
            <p:nvPr/>
          </p:nvSpPr>
          <p:spPr>
            <a:xfrm>
              <a:off x="6568440" y="3317557"/>
              <a:ext cx="212407" cy="213359"/>
            </a:xfrm>
            <a:custGeom>
              <a:avLst/>
              <a:gdLst>
                <a:gd name="connsiteX0" fmla="*/ 16192 w 212407"/>
                <a:gd name="connsiteY0" fmla="*/ 212407 h 213359"/>
                <a:gd name="connsiteX1" fmla="*/ 51435 w 212407"/>
                <a:gd name="connsiteY1" fmla="*/ 197167 h 213359"/>
                <a:gd name="connsiteX2" fmla="*/ 64770 w 212407"/>
                <a:gd name="connsiteY2" fmla="*/ 182880 h 213359"/>
                <a:gd name="connsiteX3" fmla="*/ 81915 w 212407"/>
                <a:gd name="connsiteY3" fmla="*/ 174307 h 213359"/>
                <a:gd name="connsiteX4" fmla="*/ 86677 w 212407"/>
                <a:gd name="connsiteY4" fmla="*/ 174307 h 213359"/>
                <a:gd name="connsiteX5" fmla="*/ 93345 w 212407"/>
                <a:gd name="connsiteY5" fmla="*/ 175260 h 213359"/>
                <a:gd name="connsiteX6" fmla="*/ 113347 w 212407"/>
                <a:gd name="connsiteY6" fmla="*/ 180975 h 213359"/>
                <a:gd name="connsiteX7" fmla="*/ 172402 w 212407"/>
                <a:gd name="connsiteY7" fmla="*/ 205740 h 213359"/>
                <a:gd name="connsiteX8" fmla="*/ 199072 w 212407"/>
                <a:gd name="connsiteY8" fmla="*/ 212407 h 213359"/>
                <a:gd name="connsiteX9" fmla="*/ 207645 w 212407"/>
                <a:gd name="connsiteY9" fmla="*/ 212407 h 213359"/>
                <a:gd name="connsiteX10" fmla="*/ 212407 w 212407"/>
                <a:gd name="connsiteY10" fmla="*/ 207645 h 213359"/>
                <a:gd name="connsiteX11" fmla="*/ 212407 w 212407"/>
                <a:gd name="connsiteY11" fmla="*/ 185738 h 213359"/>
                <a:gd name="connsiteX12" fmla="*/ 188595 w 212407"/>
                <a:gd name="connsiteY12" fmla="*/ 150495 h 213359"/>
                <a:gd name="connsiteX13" fmla="*/ 175260 w 212407"/>
                <a:gd name="connsiteY13" fmla="*/ 144780 h 213359"/>
                <a:gd name="connsiteX14" fmla="*/ 146685 w 212407"/>
                <a:gd name="connsiteY14" fmla="*/ 126682 h 213359"/>
                <a:gd name="connsiteX15" fmla="*/ 148590 w 212407"/>
                <a:gd name="connsiteY15" fmla="*/ 99060 h 213359"/>
                <a:gd name="connsiteX16" fmla="*/ 201930 w 212407"/>
                <a:gd name="connsiteY16" fmla="*/ 45720 h 213359"/>
                <a:gd name="connsiteX17" fmla="*/ 212407 w 212407"/>
                <a:gd name="connsiteY17" fmla="*/ 20002 h 213359"/>
                <a:gd name="connsiteX18" fmla="*/ 211455 w 212407"/>
                <a:gd name="connsiteY18" fmla="*/ 12382 h 213359"/>
                <a:gd name="connsiteX19" fmla="*/ 207645 w 212407"/>
                <a:gd name="connsiteY19" fmla="*/ 5715 h 213359"/>
                <a:gd name="connsiteX20" fmla="*/ 193357 w 212407"/>
                <a:gd name="connsiteY20" fmla="*/ 0 h 213359"/>
                <a:gd name="connsiteX21" fmla="*/ 184785 w 212407"/>
                <a:gd name="connsiteY21" fmla="*/ 0 h 213359"/>
                <a:gd name="connsiteX22" fmla="*/ 149542 w 212407"/>
                <a:gd name="connsiteY22" fmla="*/ 15240 h 213359"/>
                <a:gd name="connsiteX23" fmla="*/ 105727 w 212407"/>
                <a:gd name="connsiteY23" fmla="*/ 59055 h 213359"/>
                <a:gd name="connsiteX24" fmla="*/ 57150 w 212407"/>
                <a:gd name="connsiteY24" fmla="*/ 107632 h 213359"/>
                <a:gd name="connsiteX25" fmla="*/ 57150 w 212407"/>
                <a:gd name="connsiteY25" fmla="*/ 31432 h 213359"/>
                <a:gd name="connsiteX26" fmla="*/ 25717 w 212407"/>
                <a:gd name="connsiteY26" fmla="*/ 0 h 213359"/>
                <a:gd name="connsiteX27" fmla="*/ 13335 w 212407"/>
                <a:gd name="connsiteY27" fmla="*/ 0 h 213359"/>
                <a:gd name="connsiteX28" fmla="*/ 1905 w 212407"/>
                <a:gd name="connsiteY28" fmla="*/ 952 h 213359"/>
                <a:gd name="connsiteX29" fmla="*/ 0 w 212407"/>
                <a:gd name="connsiteY29" fmla="*/ 6667 h 213359"/>
                <a:gd name="connsiteX30" fmla="*/ 0 w 212407"/>
                <a:gd name="connsiteY30" fmla="*/ 208597 h 213359"/>
                <a:gd name="connsiteX31" fmla="*/ 4763 w 212407"/>
                <a:gd name="connsiteY31" fmla="*/ 213360 h 213359"/>
                <a:gd name="connsiteX32" fmla="*/ 16192 w 212407"/>
                <a:gd name="connsiteY32" fmla="*/ 213360 h 213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12407" h="213359">
                  <a:moveTo>
                    <a:pt x="16192" y="212407"/>
                  </a:moveTo>
                  <a:cubicBezTo>
                    <a:pt x="30480" y="212407"/>
                    <a:pt x="41910" y="205740"/>
                    <a:pt x="51435" y="197167"/>
                  </a:cubicBezTo>
                  <a:cubicBezTo>
                    <a:pt x="51435" y="197167"/>
                    <a:pt x="57150" y="190500"/>
                    <a:pt x="64770" y="182880"/>
                  </a:cubicBezTo>
                  <a:cubicBezTo>
                    <a:pt x="69532" y="178117"/>
                    <a:pt x="75247" y="175260"/>
                    <a:pt x="81915" y="174307"/>
                  </a:cubicBezTo>
                  <a:cubicBezTo>
                    <a:pt x="82867" y="174307"/>
                    <a:pt x="86677" y="174307"/>
                    <a:pt x="86677" y="174307"/>
                  </a:cubicBezTo>
                  <a:cubicBezTo>
                    <a:pt x="88582" y="174307"/>
                    <a:pt x="91440" y="174307"/>
                    <a:pt x="93345" y="175260"/>
                  </a:cubicBezTo>
                  <a:cubicBezTo>
                    <a:pt x="100965" y="176213"/>
                    <a:pt x="107632" y="178117"/>
                    <a:pt x="113347" y="180975"/>
                  </a:cubicBezTo>
                  <a:lnTo>
                    <a:pt x="172402" y="205740"/>
                  </a:lnTo>
                  <a:cubicBezTo>
                    <a:pt x="172402" y="205740"/>
                    <a:pt x="186690" y="212407"/>
                    <a:pt x="199072" y="212407"/>
                  </a:cubicBezTo>
                  <a:lnTo>
                    <a:pt x="207645" y="212407"/>
                  </a:lnTo>
                  <a:cubicBezTo>
                    <a:pt x="210502" y="212407"/>
                    <a:pt x="212407" y="209550"/>
                    <a:pt x="212407" y="207645"/>
                  </a:cubicBezTo>
                  <a:lnTo>
                    <a:pt x="212407" y="185738"/>
                  </a:lnTo>
                  <a:cubicBezTo>
                    <a:pt x="212407" y="170497"/>
                    <a:pt x="203835" y="156210"/>
                    <a:pt x="188595" y="150495"/>
                  </a:cubicBezTo>
                  <a:lnTo>
                    <a:pt x="175260" y="144780"/>
                  </a:lnTo>
                  <a:cubicBezTo>
                    <a:pt x="164782" y="140970"/>
                    <a:pt x="152400" y="132397"/>
                    <a:pt x="146685" y="126682"/>
                  </a:cubicBezTo>
                  <a:cubicBezTo>
                    <a:pt x="146685" y="126682"/>
                    <a:pt x="134302" y="112395"/>
                    <a:pt x="148590" y="99060"/>
                  </a:cubicBezTo>
                  <a:lnTo>
                    <a:pt x="201930" y="45720"/>
                  </a:lnTo>
                  <a:cubicBezTo>
                    <a:pt x="208597" y="38100"/>
                    <a:pt x="212407" y="29527"/>
                    <a:pt x="212407" y="20002"/>
                  </a:cubicBezTo>
                  <a:cubicBezTo>
                    <a:pt x="212407" y="20002"/>
                    <a:pt x="212407" y="16192"/>
                    <a:pt x="211455" y="12382"/>
                  </a:cubicBezTo>
                  <a:cubicBezTo>
                    <a:pt x="210502" y="9525"/>
                    <a:pt x="208597" y="6667"/>
                    <a:pt x="207645" y="5715"/>
                  </a:cubicBezTo>
                  <a:cubicBezTo>
                    <a:pt x="203835" y="1905"/>
                    <a:pt x="200025" y="952"/>
                    <a:pt x="193357" y="0"/>
                  </a:cubicBezTo>
                  <a:lnTo>
                    <a:pt x="184785" y="0"/>
                  </a:lnTo>
                  <a:cubicBezTo>
                    <a:pt x="170497" y="0"/>
                    <a:pt x="159067" y="6667"/>
                    <a:pt x="149542" y="15240"/>
                  </a:cubicBezTo>
                  <a:cubicBezTo>
                    <a:pt x="149542" y="15240"/>
                    <a:pt x="114300" y="50482"/>
                    <a:pt x="105727" y="59055"/>
                  </a:cubicBezTo>
                  <a:lnTo>
                    <a:pt x="57150" y="107632"/>
                  </a:lnTo>
                  <a:lnTo>
                    <a:pt x="57150" y="31432"/>
                  </a:lnTo>
                  <a:cubicBezTo>
                    <a:pt x="57150" y="14288"/>
                    <a:pt x="42863" y="0"/>
                    <a:pt x="25717" y="0"/>
                  </a:cubicBezTo>
                  <a:lnTo>
                    <a:pt x="13335" y="0"/>
                  </a:lnTo>
                  <a:cubicBezTo>
                    <a:pt x="9525" y="0"/>
                    <a:pt x="4763" y="0"/>
                    <a:pt x="1905" y="952"/>
                  </a:cubicBezTo>
                  <a:cubicBezTo>
                    <a:pt x="0" y="1905"/>
                    <a:pt x="0" y="3810"/>
                    <a:pt x="0" y="6667"/>
                  </a:cubicBezTo>
                  <a:lnTo>
                    <a:pt x="0" y="208597"/>
                  </a:lnTo>
                  <a:cubicBezTo>
                    <a:pt x="0" y="211455"/>
                    <a:pt x="1905" y="213360"/>
                    <a:pt x="4763" y="213360"/>
                  </a:cubicBezTo>
                  <a:lnTo>
                    <a:pt x="16192" y="213360"/>
                  </a:lnTo>
                  <a:close/>
                </a:path>
              </a:pathLst>
            </a:custGeom>
            <a:grpFill/>
            <a:ln w="9525" cap="flat">
              <a:noFill/>
              <a:prstDash val="solid"/>
              <a:miter/>
            </a:ln>
          </p:spPr>
          <p:txBody>
            <a:bodyPr rtlCol="0" anchor="ctr"/>
            <a:lstStyle/>
            <a:p>
              <a:endParaRPr lang="ru-RU"/>
            </a:p>
          </p:txBody>
        </p:sp>
        <p:sp>
          <p:nvSpPr>
            <p:cNvPr id="11" name="Полилиния: фигура 10">
              <a:extLst>
                <a:ext uri="{FF2B5EF4-FFF2-40B4-BE49-F238E27FC236}">
                  <a16:creationId xmlns:a16="http://schemas.microsoft.com/office/drawing/2014/main" id="{A2B58CB1-F6A7-4EAA-9959-1CF154441928}"/>
                </a:ext>
              </a:extLst>
            </p:cNvPr>
            <p:cNvSpPr/>
            <p:nvPr/>
          </p:nvSpPr>
          <p:spPr>
            <a:xfrm>
              <a:off x="6104572" y="3315652"/>
              <a:ext cx="233362" cy="214312"/>
            </a:xfrm>
            <a:custGeom>
              <a:avLst/>
              <a:gdLst>
                <a:gd name="connsiteX0" fmla="*/ 228600 w 233362"/>
                <a:gd name="connsiteY0" fmla="*/ 188595 h 214312"/>
                <a:gd name="connsiteX1" fmla="*/ 195263 w 233362"/>
                <a:gd name="connsiteY1" fmla="*/ 167640 h 214312"/>
                <a:gd name="connsiteX2" fmla="*/ 171450 w 233362"/>
                <a:gd name="connsiteY2" fmla="*/ 148590 h 214312"/>
                <a:gd name="connsiteX3" fmla="*/ 200977 w 233362"/>
                <a:gd name="connsiteY3" fmla="*/ 126683 h 214312"/>
                <a:gd name="connsiteX4" fmla="*/ 212407 w 233362"/>
                <a:gd name="connsiteY4" fmla="*/ 93345 h 214312"/>
                <a:gd name="connsiteX5" fmla="*/ 200977 w 233362"/>
                <a:gd name="connsiteY5" fmla="*/ 57150 h 214312"/>
                <a:gd name="connsiteX6" fmla="*/ 172402 w 233362"/>
                <a:gd name="connsiteY6" fmla="*/ 27623 h 214312"/>
                <a:gd name="connsiteX7" fmla="*/ 133350 w 233362"/>
                <a:gd name="connsiteY7" fmla="*/ 7620 h 214312"/>
                <a:gd name="connsiteX8" fmla="*/ 90488 w 233362"/>
                <a:gd name="connsiteY8" fmla="*/ 0 h 214312"/>
                <a:gd name="connsiteX9" fmla="*/ 4763 w 233362"/>
                <a:gd name="connsiteY9" fmla="*/ 0 h 214312"/>
                <a:gd name="connsiteX10" fmla="*/ 0 w 233362"/>
                <a:gd name="connsiteY10" fmla="*/ 4763 h 214312"/>
                <a:gd name="connsiteX11" fmla="*/ 0 w 233362"/>
                <a:gd name="connsiteY11" fmla="*/ 148590 h 214312"/>
                <a:gd name="connsiteX12" fmla="*/ 0 w 233362"/>
                <a:gd name="connsiteY12" fmla="*/ 180975 h 214312"/>
                <a:gd name="connsiteX13" fmla="*/ 0 w 233362"/>
                <a:gd name="connsiteY13" fmla="*/ 192405 h 214312"/>
                <a:gd name="connsiteX14" fmla="*/ 0 w 233362"/>
                <a:gd name="connsiteY14" fmla="*/ 206693 h 214312"/>
                <a:gd name="connsiteX15" fmla="*/ 1905 w 233362"/>
                <a:gd name="connsiteY15" fmla="*/ 212408 h 214312"/>
                <a:gd name="connsiteX16" fmla="*/ 14288 w 233362"/>
                <a:gd name="connsiteY16" fmla="*/ 214313 h 214312"/>
                <a:gd name="connsiteX17" fmla="*/ 29527 w 233362"/>
                <a:gd name="connsiteY17" fmla="*/ 212408 h 214312"/>
                <a:gd name="connsiteX18" fmla="*/ 47625 w 233362"/>
                <a:gd name="connsiteY18" fmla="*/ 199073 h 214312"/>
                <a:gd name="connsiteX19" fmla="*/ 58102 w 233362"/>
                <a:gd name="connsiteY19" fmla="*/ 162877 h 214312"/>
                <a:gd name="connsiteX20" fmla="*/ 58102 w 233362"/>
                <a:gd name="connsiteY20" fmla="*/ 75248 h 214312"/>
                <a:gd name="connsiteX21" fmla="*/ 59055 w 233362"/>
                <a:gd name="connsiteY21" fmla="*/ 69533 h 214312"/>
                <a:gd name="connsiteX22" fmla="*/ 60960 w 233362"/>
                <a:gd name="connsiteY22" fmla="*/ 65723 h 214312"/>
                <a:gd name="connsiteX23" fmla="*/ 114300 w 233362"/>
                <a:gd name="connsiteY23" fmla="*/ 55245 h 214312"/>
                <a:gd name="connsiteX24" fmla="*/ 152400 w 233362"/>
                <a:gd name="connsiteY24" fmla="*/ 95250 h 214312"/>
                <a:gd name="connsiteX25" fmla="*/ 122873 w 233362"/>
                <a:gd name="connsiteY25" fmla="*/ 112395 h 214312"/>
                <a:gd name="connsiteX26" fmla="*/ 101917 w 233362"/>
                <a:gd name="connsiteY26" fmla="*/ 108585 h 214312"/>
                <a:gd name="connsiteX27" fmla="*/ 93345 w 233362"/>
                <a:gd name="connsiteY27" fmla="*/ 105727 h 214312"/>
                <a:gd name="connsiteX28" fmla="*/ 85725 w 233362"/>
                <a:gd name="connsiteY28" fmla="*/ 103823 h 214312"/>
                <a:gd name="connsiteX29" fmla="*/ 81915 w 233362"/>
                <a:gd name="connsiteY29" fmla="*/ 109538 h 214312"/>
                <a:gd name="connsiteX30" fmla="*/ 81915 w 233362"/>
                <a:gd name="connsiteY30" fmla="*/ 132398 h 214312"/>
                <a:gd name="connsiteX31" fmla="*/ 89535 w 233362"/>
                <a:gd name="connsiteY31" fmla="*/ 151448 h 214312"/>
                <a:gd name="connsiteX32" fmla="*/ 160020 w 233362"/>
                <a:gd name="connsiteY32" fmla="*/ 206693 h 214312"/>
                <a:gd name="connsiteX33" fmla="*/ 181927 w 233362"/>
                <a:gd name="connsiteY33" fmla="*/ 214313 h 214312"/>
                <a:gd name="connsiteX34" fmla="*/ 228600 w 233362"/>
                <a:gd name="connsiteY34" fmla="*/ 214313 h 214312"/>
                <a:gd name="connsiteX35" fmla="*/ 233363 w 233362"/>
                <a:gd name="connsiteY35" fmla="*/ 208598 h 214312"/>
                <a:gd name="connsiteX36" fmla="*/ 233363 w 233362"/>
                <a:gd name="connsiteY36" fmla="*/ 193358 h 214312"/>
                <a:gd name="connsiteX37" fmla="*/ 228600 w 233362"/>
                <a:gd name="connsiteY37" fmla="*/ 188595 h 214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33362" h="214312">
                  <a:moveTo>
                    <a:pt x="228600" y="188595"/>
                  </a:moveTo>
                  <a:cubicBezTo>
                    <a:pt x="228600" y="188595"/>
                    <a:pt x="217170" y="185738"/>
                    <a:pt x="195263" y="167640"/>
                  </a:cubicBezTo>
                  <a:cubicBezTo>
                    <a:pt x="183832" y="158115"/>
                    <a:pt x="175260" y="151448"/>
                    <a:pt x="171450" y="148590"/>
                  </a:cubicBezTo>
                  <a:cubicBezTo>
                    <a:pt x="175260" y="145733"/>
                    <a:pt x="188595" y="140970"/>
                    <a:pt x="200977" y="126683"/>
                  </a:cubicBezTo>
                  <a:cubicBezTo>
                    <a:pt x="208598" y="118110"/>
                    <a:pt x="212407" y="106680"/>
                    <a:pt x="212407" y="93345"/>
                  </a:cubicBezTo>
                  <a:cubicBezTo>
                    <a:pt x="212407" y="80963"/>
                    <a:pt x="208598" y="68580"/>
                    <a:pt x="200977" y="57150"/>
                  </a:cubicBezTo>
                  <a:cubicBezTo>
                    <a:pt x="193357" y="45720"/>
                    <a:pt x="183832" y="36195"/>
                    <a:pt x="172402" y="27623"/>
                  </a:cubicBezTo>
                  <a:cubicBezTo>
                    <a:pt x="160973" y="19050"/>
                    <a:pt x="147638" y="12383"/>
                    <a:pt x="133350" y="7620"/>
                  </a:cubicBezTo>
                  <a:cubicBezTo>
                    <a:pt x="119063" y="2858"/>
                    <a:pt x="104775" y="0"/>
                    <a:pt x="90488" y="0"/>
                  </a:cubicBezTo>
                  <a:cubicBezTo>
                    <a:pt x="90488" y="0"/>
                    <a:pt x="4763" y="0"/>
                    <a:pt x="4763" y="0"/>
                  </a:cubicBezTo>
                  <a:cubicBezTo>
                    <a:pt x="1905" y="0"/>
                    <a:pt x="0" y="1905"/>
                    <a:pt x="0" y="4763"/>
                  </a:cubicBezTo>
                  <a:lnTo>
                    <a:pt x="0" y="148590"/>
                  </a:lnTo>
                  <a:lnTo>
                    <a:pt x="0" y="180975"/>
                  </a:lnTo>
                  <a:lnTo>
                    <a:pt x="0" y="192405"/>
                  </a:lnTo>
                  <a:lnTo>
                    <a:pt x="0" y="206693"/>
                  </a:lnTo>
                  <a:cubicBezTo>
                    <a:pt x="0" y="208598"/>
                    <a:pt x="0" y="210502"/>
                    <a:pt x="1905" y="212408"/>
                  </a:cubicBezTo>
                  <a:cubicBezTo>
                    <a:pt x="4763" y="213360"/>
                    <a:pt x="10477" y="214313"/>
                    <a:pt x="14288" y="214313"/>
                  </a:cubicBezTo>
                  <a:cubicBezTo>
                    <a:pt x="19050" y="214313"/>
                    <a:pt x="24765" y="213360"/>
                    <a:pt x="29527" y="212408"/>
                  </a:cubicBezTo>
                  <a:cubicBezTo>
                    <a:pt x="37148" y="209550"/>
                    <a:pt x="42863" y="204788"/>
                    <a:pt x="47625" y="199073"/>
                  </a:cubicBezTo>
                  <a:cubicBezTo>
                    <a:pt x="56198" y="188595"/>
                    <a:pt x="58102" y="176213"/>
                    <a:pt x="58102" y="162877"/>
                  </a:cubicBezTo>
                  <a:lnTo>
                    <a:pt x="58102" y="75248"/>
                  </a:lnTo>
                  <a:cubicBezTo>
                    <a:pt x="58102" y="74295"/>
                    <a:pt x="58102" y="71438"/>
                    <a:pt x="59055" y="69533"/>
                  </a:cubicBezTo>
                  <a:cubicBezTo>
                    <a:pt x="60007" y="67627"/>
                    <a:pt x="60960" y="65723"/>
                    <a:pt x="60960" y="65723"/>
                  </a:cubicBezTo>
                  <a:cubicBezTo>
                    <a:pt x="67627" y="53340"/>
                    <a:pt x="89535" y="48577"/>
                    <a:pt x="114300" y="55245"/>
                  </a:cubicBezTo>
                  <a:cubicBezTo>
                    <a:pt x="146685" y="63818"/>
                    <a:pt x="156210" y="85725"/>
                    <a:pt x="152400" y="95250"/>
                  </a:cubicBezTo>
                  <a:cubicBezTo>
                    <a:pt x="148590" y="105727"/>
                    <a:pt x="137160" y="112395"/>
                    <a:pt x="122873" y="112395"/>
                  </a:cubicBezTo>
                  <a:cubicBezTo>
                    <a:pt x="116205" y="112395"/>
                    <a:pt x="108585" y="111443"/>
                    <a:pt x="101917" y="108585"/>
                  </a:cubicBezTo>
                  <a:cubicBezTo>
                    <a:pt x="101917" y="108585"/>
                    <a:pt x="97155" y="107633"/>
                    <a:pt x="93345" y="105727"/>
                  </a:cubicBezTo>
                  <a:cubicBezTo>
                    <a:pt x="91440" y="104775"/>
                    <a:pt x="88582" y="103823"/>
                    <a:pt x="85725" y="103823"/>
                  </a:cubicBezTo>
                  <a:cubicBezTo>
                    <a:pt x="82867" y="103823"/>
                    <a:pt x="81915" y="105727"/>
                    <a:pt x="81915" y="109538"/>
                  </a:cubicBezTo>
                  <a:lnTo>
                    <a:pt x="81915" y="132398"/>
                  </a:lnTo>
                  <a:cubicBezTo>
                    <a:pt x="81915" y="140018"/>
                    <a:pt x="84773" y="147638"/>
                    <a:pt x="89535" y="151448"/>
                  </a:cubicBezTo>
                  <a:cubicBezTo>
                    <a:pt x="89535" y="151448"/>
                    <a:pt x="160020" y="206693"/>
                    <a:pt x="160020" y="206693"/>
                  </a:cubicBezTo>
                  <a:cubicBezTo>
                    <a:pt x="166688" y="211455"/>
                    <a:pt x="174307" y="214313"/>
                    <a:pt x="181927" y="214313"/>
                  </a:cubicBezTo>
                  <a:lnTo>
                    <a:pt x="228600" y="214313"/>
                  </a:lnTo>
                  <a:cubicBezTo>
                    <a:pt x="231457" y="214313"/>
                    <a:pt x="233363" y="212408"/>
                    <a:pt x="233363" y="208598"/>
                  </a:cubicBezTo>
                  <a:lnTo>
                    <a:pt x="233363" y="193358"/>
                  </a:lnTo>
                  <a:cubicBezTo>
                    <a:pt x="231457" y="191452"/>
                    <a:pt x="230505" y="188595"/>
                    <a:pt x="228600" y="188595"/>
                  </a:cubicBezTo>
                </a:path>
              </a:pathLst>
            </a:custGeom>
            <a:grpFill/>
            <a:ln w="9525" cap="flat">
              <a:noFill/>
              <a:prstDash val="solid"/>
              <a:miter/>
            </a:ln>
          </p:spPr>
          <p:txBody>
            <a:bodyPr rtlCol="0" anchor="ctr"/>
            <a:lstStyle/>
            <a:p>
              <a:endParaRPr lang="ru-RU"/>
            </a:p>
          </p:txBody>
        </p:sp>
        <p:sp>
          <p:nvSpPr>
            <p:cNvPr id="12" name="Полилиния: фигура 11">
              <a:extLst>
                <a:ext uri="{FF2B5EF4-FFF2-40B4-BE49-F238E27FC236}">
                  <a16:creationId xmlns:a16="http://schemas.microsoft.com/office/drawing/2014/main" id="{74A2172D-B5CA-44B5-8424-6F3873933518}"/>
                </a:ext>
              </a:extLst>
            </p:cNvPr>
            <p:cNvSpPr/>
            <p:nvPr/>
          </p:nvSpPr>
          <p:spPr>
            <a:xfrm>
              <a:off x="5873114" y="3315652"/>
              <a:ext cx="213360" cy="212407"/>
            </a:xfrm>
            <a:custGeom>
              <a:avLst/>
              <a:gdLst>
                <a:gd name="connsiteX0" fmla="*/ 180023 w 213360"/>
                <a:gd name="connsiteY0" fmla="*/ 159068 h 212407"/>
                <a:gd name="connsiteX1" fmla="*/ 118110 w 213360"/>
                <a:gd name="connsiteY1" fmla="*/ 159068 h 212407"/>
                <a:gd name="connsiteX2" fmla="*/ 93345 w 213360"/>
                <a:gd name="connsiteY2" fmla="*/ 153352 h 212407"/>
                <a:gd name="connsiteX3" fmla="*/ 73343 w 213360"/>
                <a:gd name="connsiteY3" fmla="*/ 138113 h 212407"/>
                <a:gd name="connsiteX4" fmla="*/ 60008 w 213360"/>
                <a:gd name="connsiteY4" fmla="*/ 116205 h 212407"/>
                <a:gd name="connsiteX5" fmla="*/ 55245 w 213360"/>
                <a:gd name="connsiteY5" fmla="*/ 91440 h 212407"/>
                <a:gd name="connsiteX6" fmla="*/ 64770 w 213360"/>
                <a:gd name="connsiteY6" fmla="*/ 65723 h 212407"/>
                <a:gd name="connsiteX7" fmla="*/ 71438 w 213360"/>
                <a:gd name="connsiteY7" fmla="*/ 60960 h 212407"/>
                <a:gd name="connsiteX8" fmla="*/ 80010 w 213360"/>
                <a:gd name="connsiteY8" fmla="*/ 58102 h 212407"/>
                <a:gd name="connsiteX9" fmla="*/ 92393 w 213360"/>
                <a:gd name="connsiteY9" fmla="*/ 57150 h 212407"/>
                <a:gd name="connsiteX10" fmla="*/ 104775 w 213360"/>
                <a:gd name="connsiteY10" fmla="*/ 58102 h 212407"/>
                <a:gd name="connsiteX11" fmla="*/ 124777 w 213360"/>
                <a:gd name="connsiteY11" fmla="*/ 66675 h 212407"/>
                <a:gd name="connsiteX12" fmla="*/ 151448 w 213360"/>
                <a:gd name="connsiteY12" fmla="*/ 90488 h 212407"/>
                <a:gd name="connsiteX13" fmla="*/ 87630 w 213360"/>
                <a:gd name="connsiteY13" fmla="*/ 90488 h 212407"/>
                <a:gd name="connsiteX14" fmla="*/ 81915 w 213360"/>
                <a:gd name="connsiteY14" fmla="*/ 95250 h 212407"/>
                <a:gd name="connsiteX15" fmla="*/ 85725 w 213360"/>
                <a:gd name="connsiteY15" fmla="*/ 111443 h 212407"/>
                <a:gd name="connsiteX16" fmla="*/ 125730 w 213360"/>
                <a:gd name="connsiteY16" fmla="*/ 135255 h 212407"/>
                <a:gd name="connsiteX17" fmla="*/ 185738 w 213360"/>
                <a:gd name="connsiteY17" fmla="*/ 135255 h 212407"/>
                <a:gd name="connsiteX18" fmla="*/ 207645 w 213360"/>
                <a:gd name="connsiteY18" fmla="*/ 126683 h 212407"/>
                <a:gd name="connsiteX19" fmla="*/ 212408 w 213360"/>
                <a:gd name="connsiteY19" fmla="*/ 108585 h 212407"/>
                <a:gd name="connsiteX20" fmla="*/ 202883 w 213360"/>
                <a:gd name="connsiteY20" fmla="*/ 71438 h 212407"/>
                <a:gd name="connsiteX21" fmla="*/ 176213 w 213360"/>
                <a:gd name="connsiteY21" fmla="*/ 36195 h 212407"/>
                <a:gd name="connsiteX22" fmla="*/ 138113 w 213360"/>
                <a:gd name="connsiteY22" fmla="*/ 10477 h 212407"/>
                <a:gd name="connsiteX23" fmla="*/ 92393 w 213360"/>
                <a:gd name="connsiteY23" fmla="*/ 0 h 212407"/>
                <a:gd name="connsiteX24" fmla="*/ 4763 w 213360"/>
                <a:gd name="connsiteY24" fmla="*/ 0 h 212407"/>
                <a:gd name="connsiteX25" fmla="*/ 0 w 213360"/>
                <a:gd name="connsiteY25" fmla="*/ 4763 h 212407"/>
                <a:gd name="connsiteX26" fmla="*/ 0 w 213360"/>
                <a:gd name="connsiteY26" fmla="*/ 92393 h 212407"/>
                <a:gd name="connsiteX27" fmla="*/ 9525 w 213360"/>
                <a:gd name="connsiteY27" fmla="*/ 139065 h 212407"/>
                <a:gd name="connsiteX28" fmla="*/ 35243 w 213360"/>
                <a:gd name="connsiteY28" fmla="*/ 177165 h 212407"/>
                <a:gd name="connsiteX29" fmla="*/ 73343 w 213360"/>
                <a:gd name="connsiteY29" fmla="*/ 202883 h 212407"/>
                <a:gd name="connsiteX30" fmla="*/ 120015 w 213360"/>
                <a:gd name="connsiteY30" fmla="*/ 212408 h 212407"/>
                <a:gd name="connsiteX31" fmla="*/ 208598 w 213360"/>
                <a:gd name="connsiteY31" fmla="*/ 212408 h 212407"/>
                <a:gd name="connsiteX32" fmla="*/ 213360 w 213360"/>
                <a:gd name="connsiteY32" fmla="*/ 207645 h 212407"/>
                <a:gd name="connsiteX33" fmla="*/ 213360 w 213360"/>
                <a:gd name="connsiteY33" fmla="*/ 189548 h 212407"/>
                <a:gd name="connsiteX34" fmla="*/ 204788 w 213360"/>
                <a:gd name="connsiteY34" fmla="*/ 165735 h 212407"/>
                <a:gd name="connsiteX35" fmla="*/ 180023 w 213360"/>
                <a:gd name="connsiteY35" fmla="*/ 159068 h 21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3360" h="212407">
                  <a:moveTo>
                    <a:pt x="180023" y="159068"/>
                  </a:moveTo>
                  <a:lnTo>
                    <a:pt x="118110" y="159068"/>
                  </a:lnTo>
                  <a:cubicBezTo>
                    <a:pt x="109538" y="159068"/>
                    <a:pt x="100965" y="157163"/>
                    <a:pt x="93345" y="153352"/>
                  </a:cubicBezTo>
                  <a:cubicBezTo>
                    <a:pt x="86677" y="150495"/>
                    <a:pt x="76200" y="141923"/>
                    <a:pt x="73343" y="138113"/>
                  </a:cubicBezTo>
                  <a:cubicBezTo>
                    <a:pt x="67627" y="131445"/>
                    <a:pt x="62865" y="124777"/>
                    <a:pt x="60008" y="116205"/>
                  </a:cubicBezTo>
                  <a:cubicBezTo>
                    <a:pt x="57150" y="107633"/>
                    <a:pt x="55245" y="100013"/>
                    <a:pt x="55245" y="91440"/>
                  </a:cubicBezTo>
                  <a:cubicBezTo>
                    <a:pt x="55245" y="80010"/>
                    <a:pt x="58102" y="71438"/>
                    <a:pt x="64770" y="65723"/>
                  </a:cubicBezTo>
                  <a:cubicBezTo>
                    <a:pt x="65723" y="64770"/>
                    <a:pt x="68580" y="62865"/>
                    <a:pt x="71438" y="60960"/>
                  </a:cubicBezTo>
                  <a:cubicBezTo>
                    <a:pt x="74295" y="59055"/>
                    <a:pt x="78105" y="58102"/>
                    <a:pt x="80010" y="58102"/>
                  </a:cubicBezTo>
                  <a:cubicBezTo>
                    <a:pt x="83820" y="57150"/>
                    <a:pt x="87630" y="57150"/>
                    <a:pt x="92393" y="57150"/>
                  </a:cubicBezTo>
                  <a:cubicBezTo>
                    <a:pt x="97155" y="57150"/>
                    <a:pt x="100965" y="58102"/>
                    <a:pt x="104775" y="58102"/>
                  </a:cubicBezTo>
                  <a:cubicBezTo>
                    <a:pt x="111443" y="59055"/>
                    <a:pt x="118110" y="61913"/>
                    <a:pt x="124777" y="66675"/>
                  </a:cubicBezTo>
                  <a:cubicBezTo>
                    <a:pt x="134302" y="72390"/>
                    <a:pt x="144780" y="81915"/>
                    <a:pt x="151448" y="90488"/>
                  </a:cubicBezTo>
                  <a:lnTo>
                    <a:pt x="87630" y="90488"/>
                  </a:lnTo>
                  <a:cubicBezTo>
                    <a:pt x="83820" y="90488"/>
                    <a:pt x="81915" y="92393"/>
                    <a:pt x="81915" y="95250"/>
                  </a:cubicBezTo>
                  <a:cubicBezTo>
                    <a:pt x="81915" y="101918"/>
                    <a:pt x="82868" y="105727"/>
                    <a:pt x="85725" y="111443"/>
                  </a:cubicBezTo>
                  <a:cubicBezTo>
                    <a:pt x="88583" y="117158"/>
                    <a:pt x="100965" y="135255"/>
                    <a:pt x="125730" y="135255"/>
                  </a:cubicBezTo>
                  <a:lnTo>
                    <a:pt x="185738" y="135255"/>
                  </a:lnTo>
                  <a:cubicBezTo>
                    <a:pt x="196215" y="135255"/>
                    <a:pt x="203835" y="132398"/>
                    <a:pt x="207645" y="126683"/>
                  </a:cubicBezTo>
                  <a:cubicBezTo>
                    <a:pt x="211455" y="120968"/>
                    <a:pt x="212408" y="116205"/>
                    <a:pt x="212408" y="108585"/>
                  </a:cubicBezTo>
                  <a:cubicBezTo>
                    <a:pt x="212408" y="96202"/>
                    <a:pt x="209550" y="84773"/>
                    <a:pt x="202883" y="71438"/>
                  </a:cubicBezTo>
                  <a:cubicBezTo>
                    <a:pt x="196215" y="58102"/>
                    <a:pt x="187643" y="46673"/>
                    <a:pt x="176213" y="36195"/>
                  </a:cubicBezTo>
                  <a:cubicBezTo>
                    <a:pt x="164783" y="25718"/>
                    <a:pt x="152400" y="17145"/>
                    <a:pt x="138113" y="10477"/>
                  </a:cubicBezTo>
                  <a:cubicBezTo>
                    <a:pt x="123825" y="3810"/>
                    <a:pt x="108585" y="0"/>
                    <a:pt x="92393" y="0"/>
                  </a:cubicBezTo>
                  <a:lnTo>
                    <a:pt x="4763" y="0"/>
                  </a:lnTo>
                  <a:cubicBezTo>
                    <a:pt x="1905" y="0"/>
                    <a:pt x="0" y="1905"/>
                    <a:pt x="0" y="4763"/>
                  </a:cubicBezTo>
                  <a:lnTo>
                    <a:pt x="0" y="92393"/>
                  </a:lnTo>
                  <a:cubicBezTo>
                    <a:pt x="0" y="108585"/>
                    <a:pt x="2858" y="123825"/>
                    <a:pt x="9525" y="139065"/>
                  </a:cubicBezTo>
                  <a:cubicBezTo>
                    <a:pt x="16193" y="153352"/>
                    <a:pt x="24765" y="166688"/>
                    <a:pt x="35243" y="177165"/>
                  </a:cubicBezTo>
                  <a:cubicBezTo>
                    <a:pt x="45720" y="188595"/>
                    <a:pt x="59055" y="197168"/>
                    <a:pt x="73343" y="202883"/>
                  </a:cubicBezTo>
                  <a:cubicBezTo>
                    <a:pt x="87630" y="209550"/>
                    <a:pt x="102870" y="212408"/>
                    <a:pt x="120015" y="212408"/>
                  </a:cubicBezTo>
                  <a:lnTo>
                    <a:pt x="208598" y="212408"/>
                  </a:lnTo>
                  <a:cubicBezTo>
                    <a:pt x="211455" y="212408"/>
                    <a:pt x="213360" y="210502"/>
                    <a:pt x="213360" y="207645"/>
                  </a:cubicBezTo>
                  <a:lnTo>
                    <a:pt x="213360" y="189548"/>
                  </a:lnTo>
                  <a:cubicBezTo>
                    <a:pt x="213360" y="179070"/>
                    <a:pt x="210502" y="171450"/>
                    <a:pt x="204788" y="165735"/>
                  </a:cubicBezTo>
                  <a:cubicBezTo>
                    <a:pt x="198120" y="161925"/>
                    <a:pt x="190500" y="159068"/>
                    <a:pt x="180023" y="159068"/>
                  </a:cubicBezTo>
                </a:path>
              </a:pathLst>
            </a:custGeom>
            <a:grpFill/>
            <a:ln w="9525" cap="flat">
              <a:noFill/>
              <a:prstDash val="solid"/>
              <a:miter/>
            </a:ln>
          </p:spPr>
          <p:txBody>
            <a:bodyPr rtlCol="0" anchor="ctr"/>
            <a:lstStyle/>
            <a:p>
              <a:endParaRPr lang="ru-RU"/>
            </a:p>
          </p:txBody>
        </p:sp>
        <p:sp>
          <p:nvSpPr>
            <p:cNvPr id="13" name="Полилиния: фигура 12">
              <a:extLst>
                <a:ext uri="{FF2B5EF4-FFF2-40B4-BE49-F238E27FC236}">
                  <a16:creationId xmlns:a16="http://schemas.microsoft.com/office/drawing/2014/main" id="{D1900A6F-25E2-467E-8CA0-88491E91ED1D}"/>
                </a:ext>
              </a:extLst>
            </p:cNvPr>
            <p:cNvSpPr/>
            <p:nvPr/>
          </p:nvSpPr>
          <p:spPr>
            <a:xfrm>
              <a:off x="5409247" y="3315652"/>
              <a:ext cx="446722" cy="214312"/>
            </a:xfrm>
            <a:custGeom>
              <a:avLst/>
              <a:gdLst>
                <a:gd name="connsiteX0" fmla="*/ 444818 w 446722"/>
                <a:gd name="connsiteY0" fmla="*/ 32385 h 214312"/>
                <a:gd name="connsiteX1" fmla="*/ 413385 w 446722"/>
                <a:gd name="connsiteY1" fmla="*/ 952 h 214312"/>
                <a:gd name="connsiteX2" fmla="*/ 380048 w 446722"/>
                <a:gd name="connsiteY2" fmla="*/ 952 h 214312"/>
                <a:gd name="connsiteX3" fmla="*/ 376238 w 446722"/>
                <a:gd name="connsiteY3" fmla="*/ 2858 h 214312"/>
                <a:gd name="connsiteX4" fmla="*/ 309563 w 446722"/>
                <a:gd name="connsiteY4" fmla="*/ 64770 h 214312"/>
                <a:gd name="connsiteX5" fmla="*/ 222885 w 446722"/>
                <a:gd name="connsiteY5" fmla="*/ 98108 h 214312"/>
                <a:gd name="connsiteX6" fmla="*/ 133350 w 446722"/>
                <a:gd name="connsiteY6" fmla="*/ 61913 h 214312"/>
                <a:gd name="connsiteX7" fmla="*/ 83820 w 446722"/>
                <a:gd name="connsiteY7" fmla="*/ 15240 h 214312"/>
                <a:gd name="connsiteX8" fmla="*/ 46672 w 446722"/>
                <a:gd name="connsiteY8" fmla="*/ 0 h 214312"/>
                <a:gd name="connsiteX9" fmla="*/ 6668 w 446722"/>
                <a:gd name="connsiteY9" fmla="*/ 0 h 214312"/>
                <a:gd name="connsiteX10" fmla="*/ 0 w 446722"/>
                <a:gd name="connsiteY10" fmla="*/ 6668 h 214312"/>
                <a:gd name="connsiteX11" fmla="*/ 0 w 446722"/>
                <a:gd name="connsiteY11" fmla="*/ 181927 h 214312"/>
                <a:gd name="connsiteX12" fmla="*/ 31433 w 446722"/>
                <a:gd name="connsiteY12" fmla="*/ 213360 h 214312"/>
                <a:gd name="connsiteX13" fmla="*/ 43815 w 446722"/>
                <a:gd name="connsiteY13" fmla="*/ 213360 h 214312"/>
                <a:gd name="connsiteX14" fmla="*/ 52388 w 446722"/>
                <a:gd name="connsiteY14" fmla="*/ 213360 h 214312"/>
                <a:gd name="connsiteX15" fmla="*/ 59055 w 446722"/>
                <a:gd name="connsiteY15" fmla="*/ 206693 h 214312"/>
                <a:gd name="connsiteX16" fmla="*/ 59055 w 446722"/>
                <a:gd name="connsiteY16" fmla="*/ 144780 h 214312"/>
                <a:gd name="connsiteX17" fmla="*/ 88583 w 446722"/>
                <a:gd name="connsiteY17" fmla="*/ 115252 h 214312"/>
                <a:gd name="connsiteX18" fmla="*/ 159067 w 446722"/>
                <a:gd name="connsiteY18" fmla="*/ 158115 h 214312"/>
                <a:gd name="connsiteX19" fmla="*/ 223838 w 446722"/>
                <a:gd name="connsiteY19" fmla="*/ 199073 h 214312"/>
                <a:gd name="connsiteX20" fmla="*/ 288608 w 446722"/>
                <a:gd name="connsiteY20" fmla="*/ 158115 h 214312"/>
                <a:gd name="connsiteX21" fmla="*/ 359093 w 446722"/>
                <a:gd name="connsiteY21" fmla="*/ 115252 h 214312"/>
                <a:gd name="connsiteX22" fmla="*/ 388620 w 446722"/>
                <a:gd name="connsiteY22" fmla="*/ 144780 h 214312"/>
                <a:gd name="connsiteX23" fmla="*/ 388620 w 446722"/>
                <a:gd name="connsiteY23" fmla="*/ 182880 h 214312"/>
                <a:gd name="connsiteX24" fmla="*/ 420053 w 446722"/>
                <a:gd name="connsiteY24" fmla="*/ 214313 h 214312"/>
                <a:gd name="connsiteX25" fmla="*/ 433388 w 446722"/>
                <a:gd name="connsiteY25" fmla="*/ 214313 h 214312"/>
                <a:gd name="connsiteX26" fmla="*/ 440055 w 446722"/>
                <a:gd name="connsiteY26" fmla="*/ 214313 h 214312"/>
                <a:gd name="connsiteX27" fmla="*/ 440055 w 446722"/>
                <a:gd name="connsiteY27" fmla="*/ 214313 h 214312"/>
                <a:gd name="connsiteX28" fmla="*/ 446723 w 446722"/>
                <a:gd name="connsiteY28" fmla="*/ 207645 h 214312"/>
                <a:gd name="connsiteX29" fmla="*/ 444818 w 446722"/>
                <a:gd name="connsiteY29" fmla="*/ 32385 h 214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46722" h="214312">
                  <a:moveTo>
                    <a:pt x="444818" y="32385"/>
                  </a:moveTo>
                  <a:cubicBezTo>
                    <a:pt x="444818" y="15240"/>
                    <a:pt x="430530" y="952"/>
                    <a:pt x="413385" y="952"/>
                  </a:cubicBezTo>
                  <a:lnTo>
                    <a:pt x="380048" y="952"/>
                  </a:lnTo>
                  <a:cubicBezTo>
                    <a:pt x="378143" y="952"/>
                    <a:pt x="377190" y="1905"/>
                    <a:pt x="376238" y="2858"/>
                  </a:cubicBezTo>
                  <a:lnTo>
                    <a:pt x="309563" y="64770"/>
                  </a:lnTo>
                  <a:cubicBezTo>
                    <a:pt x="286703" y="85725"/>
                    <a:pt x="256223" y="98108"/>
                    <a:pt x="222885" y="98108"/>
                  </a:cubicBezTo>
                  <a:cubicBezTo>
                    <a:pt x="187642" y="98108"/>
                    <a:pt x="156210" y="84773"/>
                    <a:pt x="133350" y="61913"/>
                  </a:cubicBezTo>
                  <a:cubicBezTo>
                    <a:pt x="133350" y="61913"/>
                    <a:pt x="84773" y="16193"/>
                    <a:pt x="83820" y="15240"/>
                  </a:cubicBezTo>
                  <a:cubicBezTo>
                    <a:pt x="74295" y="6668"/>
                    <a:pt x="61913" y="952"/>
                    <a:pt x="46672" y="0"/>
                  </a:cubicBezTo>
                  <a:lnTo>
                    <a:pt x="6668" y="0"/>
                  </a:lnTo>
                  <a:cubicBezTo>
                    <a:pt x="2858" y="0"/>
                    <a:pt x="0" y="2858"/>
                    <a:pt x="0" y="6668"/>
                  </a:cubicBezTo>
                  <a:lnTo>
                    <a:pt x="0" y="181927"/>
                  </a:lnTo>
                  <a:cubicBezTo>
                    <a:pt x="0" y="199073"/>
                    <a:pt x="14288" y="213360"/>
                    <a:pt x="31433" y="213360"/>
                  </a:cubicBezTo>
                  <a:lnTo>
                    <a:pt x="43815" y="213360"/>
                  </a:lnTo>
                  <a:lnTo>
                    <a:pt x="52388" y="213360"/>
                  </a:lnTo>
                  <a:cubicBezTo>
                    <a:pt x="56197" y="213360"/>
                    <a:pt x="59055" y="210502"/>
                    <a:pt x="59055" y="206693"/>
                  </a:cubicBezTo>
                  <a:lnTo>
                    <a:pt x="59055" y="144780"/>
                  </a:lnTo>
                  <a:cubicBezTo>
                    <a:pt x="59055" y="128588"/>
                    <a:pt x="72390" y="115252"/>
                    <a:pt x="88583" y="115252"/>
                  </a:cubicBezTo>
                  <a:cubicBezTo>
                    <a:pt x="118110" y="115252"/>
                    <a:pt x="140017" y="140970"/>
                    <a:pt x="159067" y="158115"/>
                  </a:cubicBezTo>
                  <a:cubicBezTo>
                    <a:pt x="182880" y="179070"/>
                    <a:pt x="200978" y="199073"/>
                    <a:pt x="223838" y="199073"/>
                  </a:cubicBezTo>
                  <a:cubicBezTo>
                    <a:pt x="246698" y="199073"/>
                    <a:pt x="264795" y="179070"/>
                    <a:pt x="288608" y="158115"/>
                  </a:cubicBezTo>
                  <a:cubicBezTo>
                    <a:pt x="307658" y="140970"/>
                    <a:pt x="329565" y="115252"/>
                    <a:pt x="359093" y="115252"/>
                  </a:cubicBezTo>
                  <a:cubicBezTo>
                    <a:pt x="375285" y="115252"/>
                    <a:pt x="388620" y="128588"/>
                    <a:pt x="388620" y="144780"/>
                  </a:cubicBezTo>
                  <a:lnTo>
                    <a:pt x="388620" y="182880"/>
                  </a:lnTo>
                  <a:cubicBezTo>
                    <a:pt x="388620" y="200025"/>
                    <a:pt x="402907" y="214313"/>
                    <a:pt x="420053" y="214313"/>
                  </a:cubicBezTo>
                  <a:lnTo>
                    <a:pt x="433388" y="214313"/>
                  </a:lnTo>
                  <a:cubicBezTo>
                    <a:pt x="437198" y="214313"/>
                    <a:pt x="440055" y="214313"/>
                    <a:pt x="440055" y="214313"/>
                  </a:cubicBezTo>
                  <a:lnTo>
                    <a:pt x="440055" y="214313"/>
                  </a:lnTo>
                  <a:cubicBezTo>
                    <a:pt x="443865" y="214313"/>
                    <a:pt x="446723" y="211455"/>
                    <a:pt x="446723" y="207645"/>
                  </a:cubicBezTo>
                  <a:cubicBezTo>
                    <a:pt x="444818" y="207645"/>
                    <a:pt x="444818" y="34290"/>
                    <a:pt x="444818" y="32385"/>
                  </a:cubicBezTo>
                </a:path>
              </a:pathLst>
            </a:custGeom>
            <a:grpFill/>
            <a:ln w="9525" cap="flat">
              <a:noFill/>
              <a:prstDash val="solid"/>
              <a:miter/>
            </a:ln>
          </p:spPr>
          <p:txBody>
            <a:bodyPr rtlCol="0" anchor="ctr"/>
            <a:lstStyle/>
            <a:p>
              <a:endParaRPr lang="ru-RU"/>
            </a:p>
          </p:txBody>
        </p:sp>
        <p:sp>
          <p:nvSpPr>
            <p:cNvPr id="14" name="Полилиния: фигура 13">
              <a:extLst>
                <a:ext uri="{FF2B5EF4-FFF2-40B4-BE49-F238E27FC236}">
                  <a16:creationId xmlns:a16="http://schemas.microsoft.com/office/drawing/2014/main" id="{85E9D78A-7D5B-47F0-BCD6-2B9BDE22C856}"/>
                </a:ext>
              </a:extLst>
            </p:cNvPr>
            <p:cNvSpPr/>
            <p:nvPr/>
          </p:nvSpPr>
          <p:spPr>
            <a:xfrm>
              <a:off x="6336029" y="3315652"/>
              <a:ext cx="213360" cy="216217"/>
            </a:xfrm>
            <a:custGeom>
              <a:avLst/>
              <a:gdLst>
                <a:gd name="connsiteX0" fmla="*/ 208598 w 213360"/>
                <a:gd name="connsiteY0" fmla="*/ 124777 h 216217"/>
                <a:gd name="connsiteX1" fmla="*/ 176213 w 213360"/>
                <a:gd name="connsiteY1" fmla="*/ 124777 h 216217"/>
                <a:gd name="connsiteX2" fmla="*/ 153353 w 213360"/>
                <a:gd name="connsiteY2" fmla="*/ 140018 h 216217"/>
                <a:gd name="connsiteX3" fmla="*/ 142875 w 213360"/>
                <a:gd name="connsiteY3" fmla="*/ 156210 h 216217"/>
                <a:gd name="connsiteX4" fmla="*/ 122873 w 213360"/>
                <a:gd name="connsiteY4" fmla="*/ 161925 h 216217"/>
                <a:gd name="connsiteX5" fmla="*/ 100013 w 213360"/>
                <a:gd name="connsiteY5" fmla="*/ 155258 h 216217"/>
                <a:gd name="connsiteX6" fmla="*/ 79058 w 213360"/>
                <a:gd name="connsiteY6" fmla="*/ 139065 h 216217"/>
                <a:gd name="connsiteX7" fmla="*/ 63817 w 213360"/>
                <a:gd name="connsiteY7" fmla="*/ 116205 h 216217"/>
                <a:gd name="connsiteX8" fmla="*/ 58103 w 213360"/>
                <a:gd name="connsiteY8" fmla="*/ 91440 h 216217"/>
                <a:gd name="connsiteX9" fmla="*/ 67628 w 213360"/>
                <a:gd name="connsiteY9" fmla="*/ 65723 h 216217"/>
                <a:gd name="connsiteX10" fmla="*/ 91440 w 213360"/>
                <a:gd name="connsiteY10" fmla="*/ 56198 h 216217"/>
                <a:gd name="connsiteX11" fmla="*/ 123825 w 213360"/>
                <a:gd name="connsiteY11" fmla="*/ 68580 h 216217"/>
                <a:gd name="connsiteX12" fmla="*/ 138113 w 213360"/>
                <a:gd name="connsiteY12" fmla="*/ 73343 h 216217"/>
                <a:gd name="connsiteX13" fmla="*/ 153353 w 213360"/>
                <a:gd name="connsiteY13" fmla="*/ 64770 h 216217"/>
                <a:gd name="connsiteX14" fmla="*/ 175260 w 213360"/>
                <a:gd name="connsiteY14" fmla="*/ 42863 h 216217"/>
                <a:gd name="connsiteX15" fmla="*/ 177165 w 213360"/>
                <a:gd name="connsiteY15" fmla="*/ 39052 h 216217"/>
                <a:gd name="connsiteX16" fmla="*/ 174308 w 213360"/>
                <a:gd name="connsiteY16" fmla="*/ 35243 h 216217"/>
                <a:gd name="connsiteX17" fmla="*/ 135255 w 213360"/>
                <a:gd name="connsiteY17" fmla="*/ 9525 h 216217"/>
                <a:gd name="connsiteX18" fmla="*/ 91440 w 213360"/>
                <a:gd name="connsiteY18" fmla="*/ 0 h 216217"/>
                <a:gd name="connsiteX19" fmla="*/ 4763 w 213360"/>
                <a:gd name="connsiteY19" fmla="*/ 0 h 216217"/>
                <a:gd name="connsiteX20" fmla="*/ 0 w 213360"/>
                <a:gd name="connsiteY20" fmla="*/ 5715 h 216217"/>
                <a:gd name="connsiteX21" fmla="*/ 0 w 213360"/>
                <a:gd name="connsiteY21" fmla="*/ 91440 h 216217"/>
                <a:gd name="connsiteX22" fmla="*/ 10478 w 213360"/>
                <a:gd name="connsiteY22" fmla="*/ 139065 h 216217"/>
                <a:gd name="connsiteX23" fmla="*/ 38100 w 213360"/>
                <a:gd name="connsiteY23" fmla="*/ 178118 h 216217"/>
                <a:gd name="connsiteX24" fmla="*/ 77153 w 213360"/>
                <a:gd name="connsiteY24" fmla="*/ 205740 h 216217"/>
                <a:gd name="connsiteX25" fmla="*/ 122873 w 213360"/>
                <a:gd name="connsiteY25" fmla="*/ 216218 h 216217"/>
                <a:gd name="connsiteX26" fmla="*/ 158115 w 213360"/>
                <a:gd name="connsiteY26" fmla="*/ 209550 h 216217"/>
                <a:gd name="connsiteX27" fmla="*/ 185738 w 213360"/>
                <a:gd name="connsiteY27" fmla="*/ 191452 h 216217"/>
                <a:gd name="connsiteX28" fmla="*/ 204788 w 213360"/>
                <a:gd name="connsiteY28" fmla="*/ 163830 h 216217"/>
                <a:gd name="connsiteX29" fmla="*/ 213360 w 213360"/>
                <a:gd name="connsiteY29" fmla="*/ 129540 h 216217"/>
                <a:gd name="connsiteX30" fmla="*/ 208598 w 213360"/>
                <a:gd name="connsiteY30" fmla="*/ 124777 h 216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13360" h="216217">
                  <a:moveTo>
                    <a:pt x="208598" y="124777"/>
                  </a:moveTo>
                  <a:lnTo>
                    <a:pt x="176213" y="124777"/>
                  </a:lnTo>
                  <a:cubicBezTo>
                    <a:pt x="164783" y="124777"/>
                    <a:pt x="156210" y="129540"/>
                    <a:pt x="153353" y="140018"/>
                  </a:cubicBezTo>
                  <a:cubicBezTo>
                    <a:pt x="151448" y="146685"/>
                    <a:pt x="147638" y="152400"/>
                    <a:pt x="142875" y="156210"/>
                  </a:cubicBezTo>
                  <a:cubicBezTo>
                    <a:pt x="138113" y="160020"/>
                    <a:pt x="131445" y="161925"/>
                    <a:pt x="122873" y="161925"/>
                  </a:cubicBezTo>
                  <a:cubicBezTo>
                    <a:pt x="115253" y="161925"/>
                    <a:pt x="107633" y="160020"/>
                    <a:pt x="100013" y="155258"/>
                  </a:cubicBezTo>
                  <a:cubicBezTo>
                    <a:pt x="92392" y="151448"/>
                    <a:pt x="85725" y="145733"/>
                    <a:pt x="79058" y="139065"/>
                  </a:cubicBezTo>
                  <a:cubicBezTo>
                    <a:pt x="73342" y="132398"/>
                    <a:pt x="67628" y="124777"/>
                    <a:pt x="63817" y="116205"/>
                  </a:cubicBezTo>
                  <a:cubicBezTo>
                    <a:pt x="60008" y="107633"/>
                    <a:pt x="58103" y="99060"/>
                    <a:pt x="58103" y="91440"/>
                  </a:cubicBezTo>
                  <a:cubicBezTo>
                    <a:pt x="58103" y="80963"/>
                    <a:pt x="60960" y="72390"/>
                    <a:pt x="67628" y="65723"/>
                  </a:cubicBezTo>
                  <a:cubicBezTo>
                    <a:pt x="74295" y="59055"/>
                    <a:pt x="81915" y="56198"/>
                    <a:pt x="91440" y="56198"/>
                  </a:cubicBezTo>
                  <a:cubicBezTo>
                    <a:pt x="102870" y="56198"/>
                    <a:pt x="113348" y="60008"/>
                    <a:pt x="123825" y="68580"/>
                  </a:cubicBezTo>
                  <a:cubicBezTo>
                    <a:pt x="128588" y="71438"/>
                    <a:pt x="133350" y="73343"/>
                    <a:pt x="138113" y="73343"/>
                  </a:cubicBezTo>
                  <a:cubicBezTo>
                    <a:pt x="142875" y="73343"/>
                    <a:pt x="148590" y="70485"/>
                    <a:pt x="153353" y="64770"/>
                  </a:cubicBezTo>
                  <a:lnTo>
                    <a:pt x="175260" y="42863"/>
                  </a:lnTo>
                  <a:cubicBezTo>
                    <a:pt x="176213" y="41910"/>
                    <a:pt x="177165" y="40005"/>
                    <a:pt x="177165" y="39052"/>
                  </a:cubicBezTo>
                  <a:cubicBezTo>
                    <a:pt x="177165" y="38100"/>
                    <a:pt x="176213" y="37148"/>
                    <a:pt x="174308" y="35243"/>
                  </a:cubicBezTo>
                  <a:cubicBezTo>
                    <a:pt x="162878" y="24765"/>
                    <a:pt x="149542" y="16193"/>
                    <a:pt x="135255" y="9525"/>
                  </a:cubicBezTo>
                  <a:cubicBezTo>
                    <a:pt x="120967" y="3810"/>
                    <a:pt x="106680" y="0"/>
                    <a:pt x="91440" y="0"/>
                  </a:cubicBezTo>
                  <a:lnTo>
                    <a:pt x="4763" y="0"/>
                  </a:lnTo>
                  <a:cubicBezTo>
                    <a:pt x="1905" y="0"/>
                    <a:pt x="0" y="1905"/>
                    <a:pt x="0" y="5715"/>
                  </a:cubicBezTo>
                  <a:lnTo>
                    <a:pt x="0" y="91440"/>
                  </a:lnTo>
                  <a:cubicBezTo>
                    <a:pt x="0" y="107633"/>
                    <a:pt x="3810" y="123825"/>
                    <a:pt x="10478" y="139065"/>
                  </a:cubicBezTo>
                  <a:cubicBezTo>
                    <a:pt x="17145" y="154305"/>
                    <a:pt x="26670" y="167640"/>
                    <a:pt x="38100" y="178118"/>
                  </a:cubicBezTo>
                  <a:cubicBezTo>
                    <a:pt x="49530" y="189548"/>
                    <a:pt x="62865" y="198120"/>
                    <a:pt x="77153" y="205740"/>
                  </a:cubicBezTo>
                  <a:cubicBezTo>
                    <a:pt x="91440" y="212408"/>
                    <a:pt x="106680" y="216218"/>
                    <a:pt x="122873" y="216218"/>
                  </a:cubicBezTo>
                  <a:cubicBezTo>
                    <a:pt x="135255" y="216218"/>
                    <a:pt x="147638" y="214313"/>
                    <a:pt x="158115" y="209550"/>
                  </a:cubicBezTo>
                  <a:cubicBezTo>
                    <a:pt x="168592" y="205740"/>
                    <a:pt x="178117" y="199073"/>
                    <a:pt x="185738" y="191452"/>
                  </a:cubicBezTo>
                  <a:cubicBezTo>
                    <a:pt x="193358" y="183833"/>
                    <a:pt x="200025" y="174308"/>
                    <a:pt x="204788" y="163830"/>
                  </a:cubicBezTo>
                  <a:cubicBezTo>
                    <a:pt x="209550" y="153352"/>
                    <a:pt x="212408" y="141923"/>
                    <a:pt x="213360" y="129540"/>
                  </a:cubicBezTo>
                  <a:cubicBezTo>
                    <a:pt x="213360" y="126683"/>
                    <a:pt x="212408" y="124777"/>
                    <a:pt x="208598" y="124777"/>
                  </a:cubicBezTo>
                </a:path>
              </a:pathLst>
            </a:custGeom>
            <a:grpFill/>
            <a:ln w="9525" cap="flat">
              <a:noFill/>
              <a:prstDash val="solid"/>
              <a:miter/>
            </a:ln>
          </p:spPr>
          <p:txBody>
            <a:bodyPr rtlCol="0" anchor="ctr"/>
            <a:lstStyle/>
            <a:p>
              <a:endParaRPr lang="ru-RU"/>
            </a:p>
          </p:txBody>
        </p:sp>
      </p:grpSp>
      <p:sp>
        <p:nvSpPr>
          <p:cNvPr id="27" name="Полилиния: фигура 26">
            <a:extLst>
              <a:ext uri="{FF2B5EF4-FFF2-40B4-BE49-F238E27FC236}">
                <a16:creationId xmlns:a16="http://schemas.microsoft.com/office/drawing/2014/main" id="{D2C061EF-8492-46AD-B925-36DFE8433EE3}"/>
              </a:ext>
            </a:extLst>
          </p:cNvPr>
          <p:cNvSpPr>
            <a:spLocks/>
          </p:cNvSpPr>
          <p:nvPr userDrawn="1"/>
        </p:nvSpPr>
        <p:spPr bwMode="auto">
          <a:xfrm rot="8577572">
            <a:off x="11479273" y="546141"/>
            <a:ext cx="1151816" cy="967694"/>
          </a:xfrm>
          <a:custGeom>
            <a:avLst/>
            <a:gdLst>
              <a:gd name="connsiteX0" fmla="*/ 0 w 1151816"/>
              <a:gd name="connsiteY0" fmla="*/ 967694 h 967694"/>
              <a:gd name="connsiteX1" fmla="*/ 730282 w 1151816"/>
              <a:gd name="connsiteY1" fmla="*/ 0 h 967694"/>
              <a:gd name="connsiteX2" fmla="*/ 763234 w 1151816"/>
              <a:gd name="connsiteY2" fmla="*/ 30926 h 967694"/>
              <a:gd name="connsiteX3" fmla="*/ 1099335 w 1151816"/>
              <a:gd name="connsiteY3" fmla="*/ 415702 h 967694"/>
              <a:gd name="connsiteX4" fmla="*/ 922766 w 1151816"/>
              <a:gd name="connsiteY4" fmla="*/ 859894 h 967694"/>
              <a:gd name="connsiteX5" fmla="*/ 64712 w 1151816"/>
              <a:gd name="connsiteY5" fmla="*/ 967064 h 967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1816" h="967694">
                <a:moveTo>
                  <a:pt x="0" y="967694"/>
                </a:moveTo>
                <a:lnTo>
                  <a:pt x="730282" y="0"/>
                </a:lnTo>
                <a:lnTo>
                  <a:pt x="763234" y="30926"/>
                </a:lnTo>
                <a:cubicBezTo>
                  <a:pt x="895919" y="160395"/>
                  <a:pt x="1020860" y="302059"/>
                  <a:pt x="1099335" y="415702"/>
                </a:cubicBezTo>
                <a:cubicBezTo>
                  <a:pt x="1218080" y="586944"/>
                  <a:pt x="1125149" y="817343"/>
                  <a:pt x="922766" y="859894"/>
                </a:cubicBezTo>
                <a:cubicBezTo>
                  <a:pt x="587568" y="929817"/>
                  <a:pt x="265811" y="961601"/>
                  <a:pt x="64712" y="967064"/>
                </a:cubicBezTo>
                <a:close/>
              </a:path>
            </a:pathLst>
          </a:custGeom>
          <a:gradFill>
            <a:gsLst>
              <a:gs pos="0">
                <a:srgbClr val="B0D901"/>
              </a:gs>
              <a:gs pos="100000">
                <a:srgbClr val="398ACB"/>
              </a:gs>
            </a:gsLst>
            <a:lin ang="0" scaled="1"/>
          </a:gradFill>
          <a:ln w="9525" cap="flat">
            <a:noFill/>
            <a:prstDash val="solid"/>
            <a:miter lim="800000"/>
            <a:headEnd/>
            <a:tailEnd/>
          </a:ln>
        </p:spPr>
        <p:txBody>
          <a:bodyPr vert="horz" wrap="square" lIns="91440" tIns="45720" rIns="91440" bIns="45720" numCol="1" anchor="t" anchorCtr="0" compatLnSpc="1">
            <a:prstTxWarp prst="textNoShape">
              <a:avLst/>
            </a:prstTxWarp>
            <a:noAutofit/>
          </a:bodyPr>
          <a:lstStyle/>
          <a:p>
            <a:endParaRPr lang="ru-RU"/>
          </a:p>
        </p:txBody>
      </p:sp>
      <p:sp>
        <p:nvSpPr>
          <p:cNvPr id="29" name="Полилиния: фигура 28">
            <a:extLst>
              <a:ext uri="{FF2B5EF4-FFF2-40B4-BE49-F238E27FC236}">
                <a16:creationId xmlns:a16="http://schemas.microsoft.com/office/drawing/2014/main" id="{28240FCA-FBAE-48EF-9096-93BF98D7DCF4}"/>
              </a:ext>
            </a:extLst>
          </p:cNvPr>
          <p:cNvSpPr>
            <a:spLocks/>
          </p:cNvSpPr>
          <p:nvPr userDrawn="1"/>
        </p:nvSpPr>
        <p:spPr bwMode="auto">
          <a:xfrm rot="12148300">
            <a:off x="10957805" y="-230629"/>
            <a:ext cx="1175267" cy="740171"/>
          </a:xfrm>
          <a:custGeom>
            <a:avLst/>
            <a:gdLst>
              <a:gd name="connsiteX0" fmla="*/ 1175267 w 1175267"/>
              <a:gd name="connsiteY0" fmla="*/ 277935 h 740171"/>
              <a:gd name="connsiteX1" fmla="*/ 57768 w 1175267"/>
              <a:gd name="connsiteY1" fmla="*/ 740171 h 740171"/>
              <a:gd name="connsiteX2" fmla="*/ 13310 w 1175267"/>
              <a:gd name="connsiteY2" fmla="*/ 692603 h 740171"/>
              <a:gd name="connsiteX3" fmla="*/ 3614 w 1175267"/>
              <a:gd name="connsiteY3" fmla="*/ 608356 h 740171"/>
              <a:gd name="connsiteX4" fmla="*/ 300993 w 1175267"/>
              <a:gd name="connsiteY4" fmla="*/ 101578 h 740171"/>
              <a:gd name="connsiteX5" fmla="*/ 730541 w 1175267"/>
              <a:gd name="connsiteY5" fmla="*/ 39135 h 740171"/>
              <a:gd name="connsiteX6" fmla="*/ 1113107 w 1175267"/>
              <a:gd name="connsiteY6" fmla="*/ 236489 h 740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5267" h="740171">
                <a:moveTo>
                  <a:pt x="1175267" y="277935"/>
                </a:moveTo>
                <a:lnTo>
                  <a:pt x="57768" y="740171"/>
                </a:lnTo>
                <a:lnTo>
                  <a:pt x="13310" y="692603"/>
                </a:lnTo>
                <a:cubicBezTo>
                  <a:pt x="194" y="666444"/>
                  <a:pt x="-3614" y="637934"/>
                  <a:pt x="3614" y="608356"/>
                </a:cubicBezTo>
                <a:cubicBezTo>
                  <a:pt x="51112" y="421025"/>
                  <a:pt x="193606" y="216605"/>
                  <a:pt x="300993" y="101578"/>
                </a:cubicBezTo>
                <a:cubicBezTo>
                  <a:pt x="404250" y="-8848"/>
                  <a:pt x="548809" y="-28567"/>
                  <a:pt x="730541" y="39135"/>
                </a:cubicBezTo>
                <a:cubicBezTo>
                  <a:pt x="839994" y="80216"/>
                  <a:pt x="980422" y="154491"/>
                  <a:pt x="1113107" y="236489"/>
                </a:cubicBezTo>
                <a:close/>
              </a:path>
            </a:pathLst>
          </a:custGeom>
          <a:gradFill>
            <a:gsLst>
              <a:gs pos="0">
                <a:srgbClr val="B0D901"/>
              </a:gs>
              <a:gs pos="70000">
                <a:srgbClr val="73B5D7"/>
              </a:gs>
            </a:gsLst>
            <a:lin ang="0" scaled="1"/>
          </a:gradFill>
          <a:ln w="9525" cap="flat">
            <a:noFill/>
            <a:prstDash val="solid"/>
            <a:miter lim="800000"/>
            <a:headEnd/>
            <a:tailEnd/>
          </a:ln>
        </p:spPr>
        <p:txBody>
          <a:bodyPr vert="horz" wrap="square" lIns="91440" tIns="45720" rIns="91440" bIns="45720" numCol="1" anchor="t" anchorCtr="0" compatLnSpc="1">
            <a:prstTxWarp prst="textNoShape">
              <a:avLst/>
            </a:prstTxWarp>
            <a:noAutofit/>
          </a:bodyPr>
          <a:lstStyle/>
          <a:p>
            <a:endParaRPr lang="ru-RU"/>
          </a:p>
        </p:txBody>
      </p:sp>
      <p:sp>
        <p:nvSpPr>
          <p:cNvPr id="6" name="Номер слайда 5">
            <a:extLst>
              <a:ext uri="{FF2B5EF4-FFF2-40B4-BE49-F238E27FC236}">
                <a16:creationId xmlns:a16="http://schemas.microsoft.com/office/drawing/2014/main" id="{52812879-4A0B-421F-A730-4384137DAF06}"/>
              </a:ext>
            </a:extLst>
          </p:cNvPr>
          <p:cNvSpPr>
            <a:spLocks noGrp="1"/>
          </p:cNvSpPr>
          <p:nvPr>
            <p:ph type="sldNum" sz="quarter" idx="12"/>
          </p:nvPr>
        </p:nvSpPr>
        <p:spPr>
          <a:xfrm>
            <a:off x="88202" y="6334919"/>
            <a:ext cx="807741" cy="365125"/>
          </a:xfrm>
        </p:spPr>
        <p:txBody>
          <a:bodyPr/>
          <a:lstStyle>
            <a:lvl1pPr algn="l">
              <a:defRPr/>
            </a:lvl1pPr>
          </a:lstStyle>
          <a:p>
            <a:fld id="{E05DA353-F16A-46E9-BF3A-5C7883ED105A}" type="slidenum">
              <a:rPr lang="ru-RU" smtClean="0"/>
              <a:pPr/>
              <a:t>‹#›</a:t>
            </a:fld>
            <a:endParaRPr lang="ru-RU" dirty="0"/>
          </a:p>
        </p:txBody>
      </p:sp>
    </p:spTree>
    <p:extLst>
      <p:ext uri="{BB962C8B-B14F-4D97-AF65-F5344CB8AC3E}">
        <p14:creationId xmlns:p14="http://schemas.microsoft.com/office/powerpoint/2010/main" val="1287226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DA696D-1132-B417-D230-84ABFE1A0CF7}"/>
              </a:ext>
            </a:extLst>
          </p:cNvPr>
          <p:cNvSpPr>
            <a:spLocks noGrp="1"/>
          </p:cNvSpPr>
          <p:nvPr>
            <p:ph type="dt" sz="half" idx="10"/>
          </p:nvPr>
        </p:nvSpPr>
        <p:spPr/>
        <p:txBody>
          <a:bodyPr/>
          <a:lstStyle/>
          <a:p>
            <a:fld id="{E654D76E-BC91-4C30-BD87-DDEF40A030B9}" type="datetimeFigureOut">
              <a:rPr lang="en-US" smtClean="0"/>
              <a:t>5/14/2026</a:t>
            </a:fld>
            <a:endParaRPr lang="en-US"/>
          </a:p>
        </p:txBody>
      </p:sp>
      <p:sp>
        <p:nvSpPr>
          <p:cNvPr id="3" name="Footer Placeholder 2">
            <a:extLst>
              <a:ext uri="{FF2B5EF4-FFF2-40B4-BE49-F238E27FC236}">
                <a16:creationId xmlns:a16="http://schemas.microsoft.com/office/drawing/2014/main" id="{AB2FFF11-583D-21E0-4CE8-1212D001079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87E85FB-099F-320C-C423-F42AD9546005}"/>
              </a:ext>
            </a:extLst>
          </p:cNvPr>
          <p:cNvSpPr>
            <a:spLocks noGrp="1"/>
          </p:cNvSpPr>
          <p:nvPr>
            <p:ph type="sldNum" sz="quarter" idx="12"/>
          </p:nvPr>
        </p:nvSpPr>
        <p:spPr/>
        <p:txBody>
          <a:bodyPr/>
          <a:lstStyle/>
          <a:p>
            <a:fld id="{43D8F547-B9A0-4BD7-ADD7-907807ED13A7}" type="slidenum">
              <a:rPr lang="en-US" smtClean="0"/>
              <a:t>‹#›</a:t>
            </a:fld>
            <a:endParaRPr lang="en-US"/>
          </a:p>
        </p:txBody>
      </p:sp>
    </p:spTree>
    <p:extLst>
      <p:ext uri="{BB962C8B-B14F-4D97-AF65-F5344CB8AC3E}">
        <p14:creationId xmlns:p14="http://schemas.microsoft.com/office/powerpoint/2010/main" val="27287283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Пользовательский макет">
    <p:spTree>
      <p:nvGrpSpPr>
        <p:cNvPr id="1" name=""/>
        <p:cNvGrpSpPr/>
        <p:nvPr/>
      </p:nvGrpSpPr>
      <p:grpSpPr>
        <a:xfrm>
          <a:off x="0" y="0"/>
          <a:ext cx="0" cy="0"/>
          <a:chOff x="0" y="0"/>
          <a:chExt cx="0" cy="0"/>
        </a:xfrm>
      </p:grpSpPr>
      <p:sp>
        <p:nvSpPr>
          <p:cNvPr id="27" name="Freihandform: Form 27">
            <a:extLst>
              <a:ext uri="{FF2B5EF4-FFF2-40B4-BE49-F238E27FC236}">
                <a16:creationId xmlns:a16="http://schemas.microsoft.com/office/drawing/2014/main" id="{F94C42B7-5921-4211-80A3-E402BB3E8A5C}"/>
              </a:ext>
            </a:extLst>
          </p:cNvPr>
          <p:cNvSpPr>
            <a:spLocks noGrp="1"/>
          </p:cNvSpPr>
          <p:nvPr>
            <p:ph type="pic" sz="quarter" idx="10"/>
          </p:nvPr>
        </p:nvSpPr>
        <p:spPr bwMode="auto">
          <a:xfrm>
            <a:off x="1" y="-11695"/>
            <a:ext cx="10727870" cy="5857324"/>
          </a:xfrm>
          <a:custGeom>
            <a:avLst/>
            <a:gdLst>
              <a:gd name="connsiteX0" fmla="*/ 0 w 11618517"/>
              <a:gd name="connsiteY0" fmla="*/ 0 h 5102648"/>
              <a:gd name="connsiteX1" fmla="*/ 10936453 w 11618517"/>
              <a:gd name="connsiteY1" fmla="*/ 0 h 5102648"/>
              <a:gd name="connsiteX2" fmla="*/ 10937350 w 11618517"/>
              <a:gd name="connsiteY2" fmla="*/ 4319 h 5102648"/>
              <a:gd name="connsiteX3" fmla="*/ 11569401 w 11618517"/>
              <a:gd name="connsiteY3" fmla="*/ 3057010 h 5102648"/>
              <a:gd name="connsiteX4" fmla="*/ 7953960 w 11618517"/>
              <a:gd name="connsiteY4" fmla="*/ 4996506 h 5102648"/>
              <a:gd name="connsiteX5" fmla="*/ 86246 w 11618517"/>
              <a:gd name="connsiteY5" fmla="*/ 3698730 h 5102648"/>
              <a:gd name="connsiteX6" fmla="*/ 0 w 11618517"/>
              <a:gd name="connsiteY6" fmla="*/ 3684244 h 5102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18517" h="5102648">
                <a:moveTo>
                  <a:pt x="0" y="0"/>
                </a:moveTo>
                <a:lnTo>
                  <a:pt x="10936453" y="0"/>
                </a:lnTo>
                <a:lnTo>
                  <a:pt x="10937350" y="4319"/>
                </a:lnTo>
                <a:cubicBezTo>
                  <a:pt x="11247430" y="1497930"/>
                  <a:pt x="11569401" y="3057010"/>
                  <a:pt x="11569401" y="3057010"/>
                </a:cubicBezTo>
                <a:cubicBezTo>
                  <a:pt x="11856638" y="4341692"/>
                  <a:pt x="10913751" y="5457994"/>
                  <a:pt x="7953960" y="4996506"/>
                </a:cubicBezTo>
                <a:cubicBezTo>
                  <a:pt x="5970620" y="4685470"/>
                  <a:pt x="1238329" y="3892190"/>
                  <a:pt x="86246" y="3698730"/>
                </a:cubicBezTo>
                <a:lnTo>
                  <a:pt x="0" y="3684244"/>
                </a:lnTo>
                <a:close/>
              </a:path>
            </a:pathLst>
          </a:custGeom>
          <a:solidFill>
            <a:srgbClr val="BDDFEB"/>
          </a:solidFill>
          <a:ln>
            <a:noFill/>
          </a:ln>
        </p:spPr>
        <p:txBody>
          <a:bodyPr vert="horz" wrap="square" lIns="91440" tIns="45720" rIns="91440" bIns="45720" numCol="1" anchor="t" anchorCtr="0" compatLnSpc="1">
            <a:prstTxWarp prst="textNoShape">
              <a:avLst/>
            </a:prstTxWarp>
            <a:noAutofit/>
          </a:bodyPr>
          <a:lstStyle/>
          <a:p>
            <a:endParaRPr lang="en-US" dirty="0"/>
          </a:p>
        </p:txBody>
      </p:sp>
    </p:spTree>
    <p:extLst>
      <p:ext uri="{BB962C8B-B14F-4D97-AF65-F5344CB8AC3E}">
        <p14:creationId xmlns:p14="http://schemas.microsoft.com/office/powerpoint/2010/main" val="3768431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Пользовательский макет">
    <p:spTree>
      <p:nvGrpSpPr>
        <p:cNvPr id="1" name=""/>
        <p:cNvGrpSpPr/>
        <p:nvPr/>
      </p:nvGrpSpPr>
      <p:grpSpPr>
        <a:xfrm>
          <a:off x="0" y="0"/>
          <a:ext cx="0" cy="0"/>
          <a:chOff x="0" y="0"/>
          <a:chExt cx="0" cy="0"/>
        </a:xfrm>
      </p:grpSpPr>
      <p:sp>
        <p:nvSpPr>
          <p:cNvPr id="27" name="Freihandform: Form 27">
            <a:extLst>
              <a:ext uri="{FF2B5EF4-FFF2-40B4-BE49-F238E27FC236}">
                <a16:creationId xmlns:a16="http://schemas.microsoft.com/office/drawing/2014/main" id="{F94C42B7-5921-4211-80A3-E402BB3E8A5C}"/>
              </a:ext>
            </a:extLst>
          </p:cNvPr>
          <p:cNvSpPr>
            <a:spLocks noGrp="1"/>
          </p:cNvSpPr>
          <p:nvPr>
            <p:ph type="pic" sz="quarter" idx="10"/>
          </p:nvPr>
        </p:nvSpPr>
        <p:spPr bwMode="auto">
          <a:xfrm>
            <a:off x="1" y="-11695"/>
            <a:ext cx="10727870" cy="5857324"/>
          </a:xfrm>
          <a:custGeom>
            <a:avLst/>
            <a:gdLst>
              <a:gd name="connsiteX0" fmla="*/ 0 w 11618517"/>
              <a:gd name="connsiteY0" fmla="*/ 0 h 5102648"/>
              <a:gd name="connsiteX1" fmla="*/ 10936453 w 11618517"/>
              <a:gd name="connsiteY1" fmla="*/ 0 h 5102648"/>
              <a:gd name="connsiteX2" fmla="*/ 10937350 w 11618517"/>
              <a:gd name="connsiteY2" fmla="*/ 4319 h 5102648"/>
              <a:gd name="connsiteX3" fmla="*/ 11569401 w 11618517"/>
              <a:gd name="connsiteY3" fmla="*/ 3057010 h 5102648"/>
              <a:gd name="connsiteX4" fmla="*/ 7953960 w 11618517"/>
              <a:gd name="connsiteY4" fmla="*/ 4996506 h 5102648"/>
              <a:gd name="connsiteX5" fmla="*/ 86246 w 11618517"/>
              <a:gd name="connsiteY5" fmla="*/ 3698730 h 5102648"/>
              <a:gd name="connsiteX6" fmla="*/ 0 w 11618517"/>
              <a:gd name="connsiteY6" fmla="*/ 3684244 h 5102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18517" h="5102648">
                <a:moveTo>
                  <a:pt x="0" y="0"/>
                </a:moveTo>
                <a:lnTo>
                  <a:pt x="10936453" y="0"/>
                </a:lnTo>
                <a:lnTo>
                  <a:pt x="10937350" y="4319"/>
                </a:lnTo>
                <a:cubicBezTo>
                  <a:pt x="11247430" y="1497930"/>
                  <a:pt x="11569401" y="3057010"/>
                  <a:pt x="11569401" y="3057010"/>
                </a:cubicBezTo>
                <a:cubicBezTo>
                  <a:pt x="11856638" y="4341692"/>
                  <a:pt x="10913751" y="5457994"/>
                  <a:pt x="7953960" y="4996506"/>
                </a:cubicBezTo>
                <a:cubicBezTo>
                  <a:pt x="5970620" y="4685470"/>
                  <a:pt x="1238329" y="3892190"/>
                  <a:pt x="86246" y="3698730"/>
                </a:cubicBezTo>
                <a:lnTo>
                  <a:pt x="0" y="3684244"/>
                </a:lnTo>
                <a:close/>
              </a:path>
            </a:pathLst>
          </a:custGeom>
          <a:solidFill>
            <a:srgbClr val="BDDFEB"/>
          </a:solidFill>
          <a:ln>
            <a:noFill/>
          </a:ln>
        </p:spPr>
        <p:txBody>
          <a:bodyPr vert="horz" wrap="square" lIns="91440" tIns="45720" rIns="91440" bIns="45720" numCol="1" anchor="t" anchorCtr="0" compatLnSpc="1">
            <a:prstTxWarp prst="textNoShape">
              <a:avLst/>
            </a:prstTxWarp>
            <a:noAutofit/>
          </a:bodyPr>
          <a:lstStyle/>
          <a:p>
            <a:endParaRPr lang="en-US" dirty="0"/>
          </a:p>
        </p:txBody>
      </p:sp>
    </p:spTree>
    <p:extLst>
      <p:ext uri="{BB962C8B-B14F-4D97-AF65-F5344CB8AC3E}">
        <p14:creationId xmlns:p14="http://schemas.microsoft.com/office/powerpoint/2010/main" val="1652524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3" name="Полилиния: фигура 22">
            <a:extLst>
              <a:ext uri="{FF2B5EF4-FFF2-40B4-BE49-F238E27FC236}">
                <a16:creationId xmlns:a16="http://schemas.microsoft.com/office/drawing/2014/main" id="{CB4F5692-ACBE-4155-A563-B123939F81BC}"/>
              </a:ext>
            </a:extLst>
          </p:cNvPr>
          <p:cNvSpPr/>
          <p:nvPr userDrawn="1"/>
        </p:nvSpPr>
        <p:spPr>
          <a:xfrm flipH="1" flipV="1">
            <a:off x="10166464" y="-2"/>
            <a:ext cx="2062186" cy="960184"/>
          </a:xfrm>
          <a:custGeom>
            <a:avLst/>
            <a:gdLst>
              <a:gd name="connsiteX0" fmla="*/ 1573352 w 4492234"/>
              <a:gd name="connsiteY0" fmla="*/ 1156 h 1442145"/>
              <a:gd name="connsiteX1" fmla="*/ 4488913 w 4492234"/>
              <a:gd name="connsiteY1" fmla="*/ 1393672 h 1442145"/>
              <a:gd name="connsiteX2" fmla="*/ 4492234 w 4492234"/>
              <a:gd name="connsiteY2" fmla="*/ 1442145 h 1442145"/>
              <a:gd name="connsiteX3" fmla="*/ 0 w 4492234"/>
              <a:gd name="connsiteY3" fmla="*/ 1442145 h 1442145"/>
              <a:gd name="connsiteX4" fmla="*/ 0 w 4492234"/>
              <a:gd name="connsiteY4" fmla="*/ 139377 h 1442145"/>
              <a:gd name="connsiteX5" fmla="*/ 254017 w 4492234"/>
              <a:gd name="connsiteY5" fmla="*/ 101642 h 1442145"/>
              <a:gd name="connsiteX6" fmla="*/ 1189986 w 4492234"/>
              <a:gd name="connsiteY6" fmla="*/ 15161 h 1442145"/>
              <a:gd name="connsiteX7" fmla="*/ 1573352 w 4492234"/>
              <a:gd name="connsiteY7" fmla="*/ 1156 h 1442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92234" h="1442145">
                <a:moveTo>
                  <a:pt x="1573352" y="1156"/>
                </a:moveTo>
                <a:cubicBezTo>
                  <a:pt x="3313092" y="-27080"/>
                  <a:pt x="4357404" y="462522"/>
                  <a:pt x="4488913" y="1393672"/>
                </a:cubicBezTo>
                <a:lnTo>
                  <a:pt x="4492234" y="1442145"/>
                </a:lnTo>
                <a:lnTo>
                  <a:pt x="0" y="1442145"/>
                </a:lnTo>
                <a:lnTo>
                  <a:pt x="0" y="139377"/>
                </a:lnTo>
                <a:lnTo>
                  <a:pt x="254017" y="101642"/>
                </a:lnTo>
                <a:cubicBezTo>
                  <a:pt x="555703" y="61452"/>
                  <a:pt x="869981" y="33025"/>
                  <a:pt x="1189986" y="15161"/>
                </a:cubicBezTo>
                <a:cubicBezTo>
                  <a:pt x="1321270" y="7832"/>
                  <a:pt x="1449085" y="3173"/>
                  <a:pt x="1573352" y="1156"/>
                </a:cubicBezTo>
                <a:close/>
              </a:path>
            </a:pathLst>
          </a:custGeom>
          <a:solidFill>
            <a:srgbClr val="BDDFEB">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9" name="Полилиния: фигура 18">
            <a:extLst>
              <a:ext uri="{FF2B5EF4-FFF2-40B4-BE49-F238E27FC236}">
                <a16:creationId xmlns:a16="http://schemas.microsoft.com/office/drawing/2014/main" id="{F9774D38-0B4E-4EAE-927A-07F8A112FA16}"/>
              </a:ext>
            </a:extLst>
          </p:cNvPr>
          <p:cNvSpPr/>
          <p:nvPr userDrawn="1"/>
        </p:nvSpPr>
        <p:spPr>
          <a:xfrm>
            <a:off x="-1730" y="5818909"/>
            <a:ext cx="3734145" cy="1039091"/>
          </a:xfrm>
          <a:custGeom>
            <a:avLst/>
            <a:gdLst>
              <a:gd name="connsiteX0" fmla="*/ 1573352 w 4492234"/>
              <a:gd name="connsiteY0" fmla="*/ 1156 h 1442145"/>
              <a:gd name="connsiteX1" fmla="*/ 4488913 w 4492234"/>
              <a:gd name="connsiteY1" fmla="*/ 1393672 h 1442145"/>
              <a:gd name="connsiteX2" fmla="*/ 4492234 w 4492234"/>
              <a:gd name="connsiteY2" fmla="*/ 1442145 h 1442145"/>
              <a:gd name="connsiteX3" fmla="*/ 0 w 4492234"/>
              <a:gd name="connsiteY3" fmla="*/ 1442145 h 1442145"/>
              <a:gd name="connsiteX4" fmla="*/ 0 w 4492234"/>
              <a:gd name="connsiteY4" fmla="*/ 139377 h 1442145"/>
              <a:gd name="connsiteX5" fmla="*/ 254017 w 4492234"/>
              <a:gd name="connsiteY5" fmla="*/ 101642 h 1442145"/>
              <a:gd name="connsiteX6" fmla="*/ 1189986 w 4492234"/>
              <a:gd name="connsiteY6" fmla="*/ 15161 h 1442145"/>
              <a:gd name="connsiteX7" fmla="*/ 1573352 w 4492234"/>
              <a:gd name="connsiteY7" fmla="*/ 1156 h 1442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92234" h="1442145">
                <a:moveTo>
                  <a:pt x="1573352" y="1156"/>
                </a:moveTo>
                <a:cubicBezTo>
                  <a:pt x="3313092" y="-27080"/>
                  <a:pt x="4357404" y="462522"/>
                  <a:pt x="4488913" y="1393672"/>
                </a:cubicBezTo>
                <a:lnTo>
                  <a:pt x="4492234" y="1442145"/>
                </a:lnTo>
                <a:lnTo>
                  <a:pt x="0" y="1442145"/>
                </a:lnTo>
                <a:lnTo>
                  <a:pt x="0" y="139377"/>
                </a:lnTo>
                <a:lnTo>
                  <a:pt x="254017" y="101642"/>
                </a:lnTo>
                <a:cubicBezTo>
                  <a:pt x="555703" y="61452"/>
                  <a:pt x="869981" y="33025"/>
                  <a:pt x="1189986" y="15161"/>
                </a:cubicBezTo>
                <a:cubicBezTo>
                  <a:pt x="1321270" y="7832"/>
                  <a:pt x="1449085" y="3173"/>
                  <a:pt x="1573352" y="1156"/>
                </a:cubicBezTo>
                <a:close/>
              </a:path>
            </a:pathLst>
          </a:custGeom>
          <a:solidFill>
            <a:srgbClr val="BDDFEB">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21" name="Полилиния: фигура 20">
            <a:extLst>
              <a:ext uri="{FF2B5EF4-FFF2-40B4-BE49-F238E27FC236}">
                <a16:creationId xmlns:a16="http://schemas.microsoft.com/office/drawing/2014/main" id="{DC452AFA-2352-4479-938B-FA93E7EC8EFE}"/>
              </a:ext>
            </a:extLst>
          </p:cNvPr>
          <p:cNvSpPr/>
          <p:nvPr userDrawn="1"/>
        </p:nvSpPr>
        <p:spPr>
          <a:xfrm rot="19883963">
            <a:off x="-494636" y="5095599"/>
            <a:ext cx="1333758" cy="1671500"/>
          </a:xfrm>
          <a:custGeom>
            <a:avLst/>
            <a:gdLst>
              <a:gd name="connsiteX0" fmla="*/ 1653557 w 2179316"/>
              <a:gd name="connsiteY0" fmla="*/ 88090 h 2731176"/>
              <a:gd name="connsiteX1" fmla="*/ 2179316 w 2179316"/>
              <a:gd name="connsiteY1" fmla="*/ 995019 h 2731176"/>
              <a:gd name="connsiteX2" fmla="*/ 152408 w 2179316"/>
              <a:gd name="connsiteY2" fmla="*/ 2702427 h 2731176"/>
              <a:gd name="connsiteX3" fmla="*/ 0 w 2179316"/>
              <a:gd name="connsiteY3" fmla="*/ 2731176 h 2731176"/>
              <a:gd name="connsiteX4" fmla="*/ 1489124 w 2179316"/>
              <a:gd name="connsiteY4" fmla="*/ 0 h 2731176"/>
              <a:gd name="connsiteX5" fmla="*/ 1496595 w 2179316"/>
              <a:gd name="connsiteY5" fmla="*/ 3112 h 2731176"/>
              <a:gd name="connsiteX6" fmla="*/ 1653557 w 2179316"/>
              <a:gd name="connsiteY6" fmla="*/ 88090 h 2731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79316" h="2731176">
                <a:moveTo>
                  <a:pt x="1653557" y="88090"/>
                </a:moveTo>
                <a:cubicBezTo>
                  <a:pt x="1996946" y="299732"/>
                  <a:pt x="2179316" y="604539"/>
                  <a:pt x="2179316" y="995019"/>
                </a:cubicBezTo>
                <a:cubicBezTo>
                  <a:pt x="2179316" y="1775976"/>
                  <a:pt x="1287285" y="2454044"/>
                  <a:pt x="152408" y="2702427"/>
                </a:cubicBezTo>
                <a:lnTo>
                  <a:pt x="0" y="2731176"/>
                </a:lnTo>
                <a:lnTo>
                  <a:pt x="1489124" y="0"/>
                </a:lnTo>
                <a:lnTo>
                  <a:pt x="1496595" y="3112"/>
                </a:lnTo>
                <a:cubicBezTo>
                  <a:pt x="1552160" y="29522"/>
                  <a:pt x="1604502" y="57855"/>
                  <a:pt x="1653557" y="88090"/>
                </a:cubicBezTo>
                <a:close/>
              </a:path>
            </a:pathLst>
          </a:custGeom>
          <a:solidFill>
            <a:srgbClr val="BDDFEB">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2" name="Заголовок 1">
            <a:extLst>
              <a:ext uri="{FF2B5EF4-FFF2-40B4-BE49-F238E27FC236}">
                <a16:creationId xmlns:a16="http://schemas.microsoft.com/office/drawing/2014/main" id="{A269540D-4B84-4D48-B17E-A752B4EEAF6F}"/>
              </a:ext>
            </a:extLst>
          </p:cNvPr>
          <p:cNvSpPr>
            <a:spLocks noGrp="1"/>
          </p:cNvSpPr>
          <p:nvPr>
            <p:ph type="title"/>
          </p:nvPr>
        </p:nvSpPr>
        <p:spPr>
          <a:xfrm>
            <a:off x="924971" y="497766"/>
            <a:ext cx="10909300" cy="783083"/>
          </a:xfrm>
          <a:prstGeom prst="rect">
            <a:avLst/>
          </a:prstGeom>
        </p:spPr>
        <p:txBody>
          <a:bodyPr/>
          <a:lstStyle/>
          <a:p>
            <a:r>
              <a:rPr lang="ru-RU" dirty="0"/>
              <a:t>Образец заголовка</a:t>
            </a:r>
          </a:p>
        </p:txBody>
      </p:sp>
      <p:sp>
        <p:nvSpPr>
          <p:cNvPr id="3" name="Объект 2">
            <a:extLst>
              <a:ext uri="{FF2B5EF4-FFF2-40B4-BE49-F238E27FC236}">
                <a16:creationId xmlns:a16="http://schemas.microsoft.com/office/drawing/2014/main" id="{A0A6F06F-C669-43A6-800C-BFBE16B846FB}"/>
              </a:ext>
            </a:extLst>
          </p:cNvPr>
          <p:cNvSpPr>
            <a:spLocks noGrp="1"/>
          </p:cNvSpPr>
          <p:nvPr>
            <p:ph idx="1"/>
          </p:nvPr>
        </p:nvSpPr>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grpSp>
        <p:nvGrpSpPr>
          <p:cNvPr id="8" name="Группа 7">
            <a:extLst>
              <a:ext uri="{FF2B5EF4-FFF2-40B4-BE49-F238E27FC236}">
                <a16:creationId xmlns:a16="http://schemas.microsoft.com/office/drawing/2014/main" id="{731B0DE8-632B-49C0-BA65-E35CCB03ED26}"/>
              </a:ext>
            </a:extLst>
          </p:cNvPr>
          <p:cNvGrpSpPr/>
          <p:nvPr userDrawn="1"/>
        </p:nvGrpSpPr>
        <p:grpSpPr>
          <a:xfrm>
            <a:off x="10753760" y="6379029"/>
            <a:ext cx="1155242" cy="182109"/>
            <a:chOff x="5409247" y="3315652"/>
            <a:chExt cx="1371600" cy="216217"/>
          </a:xfrm>
          <a:solidFill>
            <a:srgbClr val="398ACB"/>
          </a:solidFill>
        </p:grpSpPr>
        <p:sp>
          <p:nvSpPr>
            <p:cNvPr id="9" name="Полилиния: фигура 8">
              <a:extLst>
                <a:ext uri="{FF2B5EF4-FFF2-40B4-BE49-F238E27FC236}">
                  <a16:creationId xmlns:a16="http://schemas.microsoft.com/office/drawing/2014/main" id="{48AD9ABC-F5A0-44CB-815C-B2BF20C91B69}"/>
                </a:ext>
              </a:extLst>
            </p:cNvPr>
            <p:cNvSpPr/>
            <p:nvPr/>
          </p:nvSpPr>
          <p:spPr>
            <a:xfrm>
              <a:off x="6568440" y="3317557"/>
              <a:ext cx="212407" cy="213359"/>
            </a:xfrm>
            <a:custGeom>
              <a:avLst/>
              <a:gdLst>
                <a:gd name="connsiteX0" fmla="*/ 16192 w 212407"/>
                <a:gd name="connsiteY0" fmla="*/ 212407 h 213359"/>
                <a:gd name="connsiteX1" fmla="*/ 51435 w 212407"/>
                <a:gd name="connsiteY1" fmla="*/ 197167 h 213359"/>
                <a:gd name="connsiteX2" fmla="*/ 64770 w 212407"/>
                <a:gd name="connsiteY2" fmla="*/ 182880 h 213359"/>
                <a:gd name="connsiteX3" fmla="*/ 81915 w 212407"/>
                <a:gd name="connsiteY3" fmla="*/ 174307 h 213359"/>
                <a:gd name="connsiteX4" fmla="*/ 86677 w 212407"/>
                <a:gd name="connsiteY4" fmla="*/ 174307 h 213359"/>
                <a:gd name="connsiteX5" fmla="*/ 93345 w 212407"/>
                <a:gd name="connsiteY5" fmla="*/ 175260 h 213359"/>
                <a:gd name="connsiteX6" fmla="*/ 113347 w 212407"/>
                <a:gd name="connsiteY6" fmla="*/ 180975 h 213359"/>
                <a:gd name="connsiteX7" fmla="*/ 172402 w 212407"/>
                <a:gd name="connsiteY7" fmla="*/ 205740 h 213359"/>
                <a:gd name="connsiteX8" fmla="*/ 199072 w 212407"/>
                <a:gd name="connsiteY8" fmla="*/ 212407 h 213359"/>
                <a:gd name="connsiteX9" fmla="*/ 207645 w 212407"/>
                <a:gd name="connsiteY9" fmla="*/ 212407 h 213359"/>
                <a:gd name="connsiteX10" fmla="*/ 212407 w 212407"/>
                <a:gd name="connsiteY10" fmla="*/ 207645 h 213359"/>
                <a:gd name="connsiteX11" fmla="*/ 212407 w 212407"/>
                <a:gd name="connsiteY11" fmla="*/ 185738 h 213359"/>
                <a:gd name="connsiteX12" fmla="*/ 188595 w 212407"/>
                <a:gd name="connsiteY12" fmla="*/ 150495 h 213359"/>
                <a:gd name="connsiteX13" fmla="*/ 175260 w 212407"/>
                <a:gd name="connsiteY13" fmla="*/ 144780 h 213359"/>
                <a:gd name="connsiteX14" fmla="*/ 146685 w 212407"/>
                <a:gd name="connsiteY14" fmla="*/ 126682 h 213359"/>
                <a:gd name="connsiteX15" fmla="*/ 148590 w 212407"/>
                <a:gd name="connsiteY15" fmla="*/ 99060 h 213359"/>
                <a:gd name="connsiteX16" fmla="*/ 201930 w 212407"/>
                <a:gd name="connsiteY16" fmla="*/ 45720 h 213359"/>
                <a:gd name="connsiteX17" fmla="*/ 212407 w 212407"/>
                <a:gd name="connsiteY17" fmla="*/ 20002 h 213359"/>
                <a:gd name="connsiteX18" fmla="*/ 211455 w 212407"/>
                <a:gd name="connsiteY18" fmla="*/ 12382 h 213359"/>
                <a:gd name="connsiteX19" fmla="*/ 207645 w 212407"/>
                <a:gd name="connsiteY19" fmla="*/ 5715 h 213359"/>
                <a:gd name="connsiteX20" fmla="*/ 193357 w 212407"/>
                <a:gd name="connsiteY20" fmla="*/ 0 h 213359"/>
                <a:gd name="connsiteX21" fmla="*/ 184785 w 212407"/>
                <a:gd name="connsiteY21" fmla="*/ 0 h 213359"/>
                <a:gd name="connsiteX22" fmla="*/ 149542 w 212407"/>
                <a:gd name="connsiteY22" fmla="*/ 15240 h 213359"/>
                <a:gd name="connsiteX23" fmla="*/ 105727 w 212407"/>
                <a:gd name="connsiteY23" fmla="*/ 59055 h 213359"/>
                <a:gd name="connsiteX24" fmla="*/ 57150 w 212407"/>
                <a:gd name="connsiteY24" fmla="*/ 107632 h 213359"/>
                <a:gd name="connsiteX25" fmla="*/ 57150 w 212407"/>
                <a:gd name="connsiteY25" fmla="*/ 31432 h 213359"/>
                <a:gd name="connsiteX26" fmla="*/ 25717 w 212407"/>
                <a:gd name="connsiteY26" fmla="*/ 0 h 213359"/>
                <a:gd name="connsiteX27" fmla="*/ 13335 w 212407"/>
                <a:gd name="connsiteY27" fmla="*/ 0 h 213359"/>
                <a:gd name="connsiteX28" fmla="*/ 1905 w 212407"/>
                <a:gd name="connsiteY28" fmla="*/ 952 h 213359"/>
                <a:gd name="connsiteX29" fmla="*/ 0 w 212407"/>
                <a:gd name="connsiteY29" fmla="*/ 6667 h 213359"/>
                <a:gd name="connsiteX30" fmla="*/ 0 w 212407"/>
                <a:gd name="connsiteY30" fmla="*/ 208597 h 213359"/>
                <a:gd name="connsiteX31" fmla="*/ 4763 w 212407"/>
                <a:gd name="connsiteY31" fmla="*/ 213360 h 213359"/>
                <a:gd name="connsiteX32" fmla="*/ 16192 w 212407"/>
                <a:gd name="connsiteY32" fmla="*/ 213360 h 213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12407" h="213359">
                  <a:moveTo>
                    <a:pt x="16192" y="212407"/>
                  </a:moveTo>
                  <a:cubicBezTo>
                    <a:pt x="30480" y="212407"/>
                    <a:pt x="41910" y="205740"/>
                    <a:pt x="51435" y="197167"/>
                  </a:cubicBezTo>
                  <a:cubicBezTo>
                    <a:pt x="51435" y="197167"/>
                    <a:pt x="57150" y="190500"/>
                    <a:pt x="64770" y="182880"/>
                  </a:cubicBezTo>
                  <a:cubicBezTo>
                    <a:pt x="69532" y="178117"/>
                    <a:pt x="75247" y="175260"/>
                    <a:pt x="81915" y="174307"/>
                  </a:cubicBezTo>
                  <a:cubicBezTo>
                    <a:pt x="82867" y="174307"/>
                    <a:pt x="86677" y="174307"/>
                    <a:pt x="86677" y="174307"/>
                  </a:cubicBezTo>
                  <a:cubicBezTo>
                    <a:pt x="88582" y="174307"/>
                    <a:pt x="91440" y="174307"/>
                    <a:pt x="93345" y="175260"/>
                  </a:cubicBezTo>
                  <a:cubicBezTo>
                    <a:pt x="100965" y="176213"/>
                    <a:pt x="107632" y="178117"/>
                    <a:pt x="113347" y="180975"/>
                  </a:cubicBezTo>
                  <a:lnTo>
                    <a:pt x="172402" y="205740"/>
                  </a:lnTo>
                  <a:cubicBezTo>
                    <a:pt x="172402" y="205740"/>
                    <a:pt x="186690" y="212407"/>
                    <a:pt x="199072" y="212407"/>
                  </a:cubicBezTo>
                  <a:lnTo>
                    <a:pt x="207645" y="212407"/>
                  </a:lnTo>
                  <a:cubicBezTo>
                    <a:pt x="210502" y="212407"/>
                    <a:pt x="212407" y="209550"/>
                    <a:pt x="212407" y="207645"/>
                  </a:cubicBezTo>
                  <a:lnTo>
                    <a:pt x="212407" y="185738"/>
                  </a:lnTo>
                  <a:cubicBezTo>
                    <a:pt x="212407" y="170497"/>
                    <a:pt x="203835" y="156210"/>
                    <a:pt x="188595" y="150495"/>
                  </a:cubicBezTo>
                  <a:lnTo>
                    <a:pt x="175260" y="144780"/>
                  </a:lnTo>
                  <a:cubicBezTo>
                    <a:pt x="164782" y="140970"/>
                    <a:pt x="152400" y="132397"/>
                    <a:pt x="146685" y="126682"/>
                  </a:cubicBezTo>
                  <a:cubicBezTo>
                    <a:pt x="146685" y="126682"/>
                    <a:pt x="134302" y="112395"/>
                    <a:pt x="148590" y="99060"/>
                  </a:cubicBezTo>
                  <a:lnTo>
                    <a:pt x="201930" y="45720"/>
                  </a:lnTo>
                  <a:cubicBezTo>
                    <a:pt x="208597" y="38100"/>
                    <a:pt x="212407" y="29527"/>
                    <a:pt x="212407" y="20002"/>
                  </a:cubicBezTo>
                  <a:cubicBezTo>
                    <a:pt x="212407" y="20002"/>
                    <a:pt x="212407" y="16192"/>
                    <a:pt x="211455" y="12382"/>
                  </a:cubicBezTo>
                  <a:cubicBezTo>
                    <a:pt x="210502" y="9525"/>
                    <a:pt x="208597" y="6667"/>
                    <a:pt x="207645" y="5715"/>
                  </a:cubicBezTo>
                  <a:cubicBezTo>
                    <a:pt x="203835" y="1905"/>
                    <a:pt x="200025" y="952"/>
                    <a:pt x="193357" y="0"/>
                  </a:cubicBezTo>
                  <a:lnTo>
                    <a:pt x="184785" y="0"/>
                  </a:lnTo>
                  <a:cubicBezTo>
                    <a:pt x="170497" y="0"/>
                    <a:pt x="159067" y="6667"/>
                    <a:pt x="149542" y="15240"/>
                  </a:cubicBezTo>
                  <a:cubicBezTo>
                    <a:pt x="149542" y="15240"/>
                    <a:pt x="114300" y="50482"/>
                    <a:pt x="105727" y="59055"/>
                  </a:cubicBezTo>
                  <a:lnTo>
                    <a:pt x="57150" y="107632"/>
                  </a:lnTo>
                  <a:lnTo>
                    <a:pt x="57150" y="31432"/>
                  </a:lnTo>
                  <a:cubicBezTo>
                    <a:pt x="57150" y="14288"/>
                    <a:pt x="42863" y="0"/>
                    <a:pt x="25717" y="0"/>
                  </a:cubicBezTo>
                  <a:lnTo>
                    <a:pt x="13335" y="0"/>
                  </a:lnTo>
                  <a:cubicBezTo>
                    <a:pt x="9525" y="0"/>
                    <a:pt x="4763" y="0"/>
                    <a:pt x="1905" y="952"/>
                  </a:cubicBezTo>
                  <a:cubicBezTo>
                    <a:pt x="0" y="1905"/>
                    <a:pt x="0" y="3810"/>
                    <a:pt x="0" y="6667"/>
                  </a:cubicBezTo>
                  <a:lnTo>
                    <a:pt x="0" y="208597"/>
                  </a:lnTo>
                  <a:cubicBezTo>
                    <a:pt x="0" y="211455"/>
                    <a:pt x="1905" y="213360"/>
                    <a:pt x="4763" y="213360"/>
                  </a:cubicBezTo>
                  <a:lnTo>
                    <a:pt x="16192" y="213360"/>
                  </a:lnTo>
                  <a:close/>
                </a:path>
              </a:pathLst>
            </a:custGeom>
            <a:grpFill/>
            <a:ln w="9525" cap="flat">
              <a:noFill/>
              <a:prstDash val="solid"/>
              <a:miter/>
            </a:ln>
          </p:spPr>
          <p:txBody>
            <a:bodyPr rtlCol="0" anchor="ctr"/>
            <a:lstStyle/>
            <a:p>
              <a:endParaRPr lang="ru-RU"/>
            </a:p>
          </p:txBody>
        </p:sp>
        <p:sp>
          <p:nvSpPr>
            <p:cNvPr id="11" name="Полилиния: фигура 10">
              <a:extLst>
                <a:ext uri="{FF2B5EF4-FFF2-40B4-BE49-F238E27FC236}">
                  <a16:creationId xmlns:a16="http://schemas.microsoft.com/office/drawing/2014/main" id="{A2B58CB1-F6A7-4EAA-9959-1CF154441928}"/>
                </a:ext>
              </a:extLst>
            </p:cNvPr>
            <p:cNvSpPr/>
            <p:nvPr/>
          </p:nvSpPr>
          <p:spPr>
            <a:xfrm>
              <a:off x="6104572" y="3315652"/>
              <a:ext cx="233362" cy="214312"/>
            </a:xfrm>
            <a:custGeom>
              <a:avLst/>
              <a:gdLst>
                <a:gd name="connsiteX0" fmla="*/ 228600 w 233362"/>
                <a:gd name="connsiteY0" fmla="*/ 188595 h 214312"/>
                <a:gd name="connsiteX1" fmla="*/ 195263 w 233362"/>
                <a:gd name="connsiteY1" fmla="*/ 167640 h 214312"/>
                <a:gd name="connsiteX2" fmla="*/ 171450 w 233362"/>
                <a:gd name="connsiteY2" fmla="*/ 148590 h 214312"/>
                <a:gd name="connsiteX3" fmla="*/ 200977 w 233362"/>
                <a:gd name="connsiteY3" fmla="*/ 126683 h 214312"/>
                <a:gd name="connsiteX4" fmla="*/ 212407 w 233362"/>
                <a:gd name="connsiteY4" fmla="*/ 93345 h 214312"/>
                <a:gd name="connsiteX5" fmla="*/ 200977 w 233362"/>
                <a:gd name="connsiteY5" fmla="*/ 57150 h 214312"/>
                <a:gd name="connsiteX6" fmla="*/ 172402 w 233362"/>
                <a:gd name="connsiteY6" fmla="*/ 27623 h 214312"/>
                <a:gd name="connsiteX7" fmla="*/ 133350 w 233362"/>
                <a:gd name="connsiteY7" fmla="*/ 7620 h 214312"/>
                <a:gd name="connsiteX8" fmla="*/ 90488 w 233362"/>
                <a:gd name="connsiteY8" fmla="*/ 0 h 214312"/>
                <a:gd name="connsiteX9" fmla="*/ 4763 w 233362"/>
                <a:gd name="connsiteY9" fmla="*/ 0 h 214312"/>
                <a:gd name="connsiteX10" fmla="*/ 0 w 233362"/>
                <a:gd name="connsiteY10" fmla="*/ 4763 h 214312"/>
                <a:gd name="connsiteX11" fmla="*/ 0 w 233362"/>
                <a:gd name="connsiteY11" fmla="*/ 148590 h 214312"/>
                <a:gd name="connsiteX12" fmla="*/ 0 w 233362"/>
                <a:gd name="connsiteY12" fmla="*/ 180975 h 214312"/>
                <a:gd name="connsiteX13" fmla="*/ 0 w 233362"/>
                <a:gd name="connsiteY13" fmla="*/ 192405 h 214312"/>
                <a:gd name="connsiteX14" fmla="*/ 0 w 233362"/>
                <a:gd name="connsiteY14" fmla="*/ 206693 h 214312"/>
                <a:gd name="connsiteX15" fmla="*/ 1905 w 233362"/>
                <a:gd name="connsiteY15" fmla="*/ 212408 h 214312"/>
                <a:gd name="connsiteX16" fmla="*/ 14288 w 233362"/>
                <a:gd name="connsiteY16" fmla="*/ 214313 h 214312"/>
                <a:gd name="connsiteX17" fmla="*/ 29527 w 233362"/>
                <a:gd name="connsiteY17" fmla="*/ 212408 h 214312"/>
                <a:gd name="connsiteX18" fmla="*/ 47625 w 233362"/>
                <a:gd name="connsiteY18" fmla="*/ 199073 h 214312"/>
                <a:gd name="connsiteX19" fmla="*/ 58102 w 233362"/>
                <a:gd name="connsiteY19" fmla="*/ 162877 h 214312"/>
                <a:gd name="connsiteX20" fmla="*/ 58102 w 233362"/>
                <a:gd name="connsiteY20" fmla="*/ 75248 h 214312"/>
                <a:gd name="connsiteX21" fmla="*/ 59055 w 233362"/>
                <a:gd name="connsiteY21" fmla="*/ 69533 h 214312"/>
                <a:gd name="connsiteX22" fmla="*/ 60960 w 233362"/>
                <a:gd name="connsiteY22" fmla="*/ 65723 h 214312"/>
                <a:gd name="connsiteX23" fmla="*/ 114300 w 233362"/>
                <a:gd name="connsiteY23" fmla="*/ 55245 h 214312"/>
                <a:gd name="connsiteX24" fmla="*/ 152400 w 233362"/>
                <a:gd name="connsiteY24" fmla="*/ 95250 h 214312"/>
                <a:gd name="connsiteX25" fmla="*/ 122873 w 233362"/>
                <a:gd name="connsiteY25" fmla="*/ 112395 h 214312"/>
                <a:gd name="connsiteX26" fmla="*/ 101917 w 233362"/>
                <a:gd name="connsiteY26" fmla="*/ 108585 h 214312"/>
                <a:gd name="connsiteX27" fmla="*/ 93345 w 233362"/>
                <a:gd name="connsiteY27" fmla="*/ 105727 h 214312"/>
                <a:gd name="connsiteX28" fmla="*/ 85725 w 233362"/>
                <a:gd name="connsiteY28" fmla="*/ 103823 h 214312"/>
                <a:gd name="connsiteX29" fmla="*/ 81915 w 233362"/>
                <a:gd name="connsiteY29" fmla="*/ 109538 h 214312"/>
                <a:gd name="connsiteX30" fmla="*/ 81915 w 233362"/>
                <a:gd name="connsiteY30" fmla="*/ 132398 h 214312"/>
                <a:gd name="connsiteX31" fmla="*/ 89535 w 233362"/>
                <a:gd name="connsiteY31" fmla="*/ 151448 h 214312"/>
                <a:gd name="connsiteX32" fmla="*/ 160020 w 233362"/>
                <a:gd name="connsiteY32" fmla="*/ 206693 h 214312"/>
                <a:gd name="connsiteX33" fmla="*/ 181927 w 233362"/>
                <a:gd name="connsiteY33" fmla="*/ 214313 h 214312"/>
                <a:gd name="connsiteX34" fmla="*/ 228600 w 233362"/>
                <a:gd name="connsiteY34" fmla="*/ 214313 h 214312"/>
                <a:gd name="connsiteX35" fmla="*/ 233363 w 233362"/>
                <a:gd name="connsiteY35" fmla="*/ 208598 h 214312"/>
                <a:gd name="connsiteX36" fmla="*/ 233363 w 233362"/>
                <a:gd name="connsiteY36" fmla="*/ 193358 h 214312"/>
                <a:gd name="connsiteX37" fmla="*/ 228600 w 233362"/>
                <a:gd name="connsiteY37" fmla="*/ 188595 h 214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33362" h="214312">
                  <a:moveTo>
                    <a:pt x="228600" y="188595"/>
                  </a:moveTo>
                  <a:cubicBezTo>
                    <a:pt x="228600" y="188595"/>
                    <a:pt x="217170" y="185738"/>
                    <a:pt x="195263" y="167640"/>
                  </a:cubicBezTo>
                  <a:cubicBezTo>
                    <a:pt x="183832" y="158115"/>
                    <a:pt x="175260" y="151448"/>
                    <a:pt x="171450" y="148590"/>
                  </a:cubicBezTo>
                  <a:cubicBezTo>
                    <a:pt x="175260" y="145733"/>
                    <a:pt x="188595" y="140970"/>
                    <a:pt x="200977" y="126683"/>
                  </a:cubicBezTo>
                  <a:cubicBezTo>
                    <a:pt x="208598" y="118110"/>
                    <a:pt x="212407" y="106680"/>
                    <a:pt x="212407" y="93345"/>
                  </a:cubicBezTo>
                  <a:cubicBezTo>
                    <a:pt x="212407" y="80963"/>
                    <a:pt x="208598" y="68580"/>
                    <a:pt x="200977" y="57150"/>
                  </a:cubicBezTo>
                  <a:cubicBezTo>
                    <a:pt x="193357" y="45720"/>
                    <a:pt x="183832" y="36195"/>
                    <a:pt x="172402" y="27623"/>
                  </a:cubicBezTo>
                  <a:cubicBezTo>
                    <a:pt x="160973" y="19050"/>
                    <a:pt x="147638" y="12383"/>
                    <a:pt x="133350" y="7620"/>
                  </a:cubicBezTo>
                  <a:cubicBezTo>
                    <a:pt x="119063" y="2858"/>
                    <a:pt x="104775" y="0"/>
                    <a:pt x="90488" y="0"/>
                  </a:cubicBezTo>
                  <a:cubicBezTo>
                    <a:pt x="90488" y="0"/>
                    <a:pt x="4763" y="0"/>
                    <a:pt x="4763" y="0"/>
                  </a:cubicBezTo>
                  <a:cubicBezTo>
                    <a:pt x="1905" y="0"/>
                    <a:pt x="0" y="1905"/>
                    <a:pt x="0" y="4763"/>
                  </a:cubicBezTo>
                  <a:lnTo>
                    <a:pt x="0" y="148590"/>
                  </a:lnTo>
                  <a:lnTo>
                    <a:pt x="0" y="180975"/>
                  </a:lnTo>
                  <a:lnTo>
                    <a:pt x="0" y="192405"/>
                  </a:lnTo>
                  <a:lnTo>
                    <a:pt x="0" y="206693"/>
                  </a:lnTo>
                  <a:cubicBezTo>
                    <a:pt x="0" y="208598"/>
                    <a:pt x="0" y="210502"/>
                    <a:pt x="1905" y="212408"/>
                  </a:cubicBezTo>
                  <a:cubicBezTo>
                    <a:pt x="4763" y="213360"/>
                    <a:pt x="10477" y="214313"/>
                    <a:pt x="14288" y="214313"/>
                  </a:cubicBezTo>
                  <a:cubicBezTo>
                    <a:pt x="19050" y="214313"/>
                    <a:pt x="24765" y="213360"/>
                    <a:pt x="29527" y="212408"/>
                  </a:cubicBezTo>
                  <a:cubicBezTo>
                    <a:pt x="37148" y="209550"/>
                    <a:pt x="42863" y="204788"/>
                    <a:pt x="47625" y="199073"/>
                  </a:cubicBezTo>
                  <a:cubicBezTo>
                    <a:pt x="56198" y="188595"/>
                    <a:pt x="58102" y="176213"/>
                    <a:pt x="58102" y="162877"/>
                  </a:cubicBezTo>
                  <a:lnTo>
                    <a:pt x="58102" y="75248"/>
                  </a:lnTo>
                  <a:cubicBezTo>
                    <a:pt x="58102" y="74295"/>
                    <a:pt x="58102" y="71438"/>
                    <a:pt x="59055" y="69533"/>
                  </a:cubicBezTo>
                  <a:cubicBezTo>
                    <a:pt x="60007" y="67627"/>
                    <a:pt x="60960" y="65723"/>
                    <a:pt x="60960" y="65723"/>
                  </a:cubicBezTo>
                  <a:cubicBezTo>
                    <a:pt x="67627" y="53340"/>
                    <a:pt x="89535" y="48577"/>
                    <a:pt x="114300" y="55245"/>
                  </a:cubicBezTo>
                  <a:cubicBezTo>
                    <a:pt x="146685" y="63818"/>
                    <a:pt x="156210" y="85725"/>
                    <a:pt x="152400" y="95250"/>
                  </a:cubicBezTo>
                  <a:cubicBezTo>
                    <a:pt x="148590" y="105727"/>
                    <a:pt x="137160" y="112395"/>
                    <a:pt x="122873" y="112395"/>
                  </a:cubicBezTo>
                  <a:cubicBezTo>
                    <a:pt x="116205" y="112395"/>
                    <a:pt x="108585" y="111443"/>
                    <a:pt x="101917" y="108585"/>
                  </a:cubicBezTo>
                  <a:cubicBezTo>
                    <a:pt x="101917" y="108585"/>
                    <a:pt x="97155" y="107633"/>
                    <a:pt x="93345" y="105727"/>
                  </a:cubicBezTo>
                  <a:cubicBezTo>
                    <a:pt x="91440" y="104775"/>
                    <a:pt x="88582" y="103823"/>
                    <a:pt x="85725" y="103823"/>
                  </a:cubicBezTo>
                  <a:cubicBezTo>
                    <a:pt x="82867" y="103823"/>
                    <a:pt x="81915" y="105727"/>
                    <a:pt x="81915" y="109538"/>
                  </a:cubicBezTo>
                  <a:lnTo>
                    <a:pt x="81915" y="132398"/>
                  </a:lnTo>
                  <a:cubicBezTo>
                    <a:pt x="81915" y="140018"/>
                    <a:pt x="84773" y="147638"/>
                    <a:pt x="89535" y="151448"/>
                  </a:cubicBezTo>
                  <a:cubicBezTo>
                    <a:pt x="89535" y="151448"/>
                    <a:pt x="160020" y="206693"/>
                    <a:pt x="160020" y="206693"/>
                  </a:cubicBezTo>
                  <a:cubicBezTo>
                    <a:pt x="166688" y="211455"/>
                    <a:pt x="174307" y="214313"/>
                    <a:pt x="181927" y="214313"/>
                  </a:cubicBezTo>
                  <a:lnTo>
                    <a:pt x="228600" y="214313"/>
                  </a:lnTo>
                  <a:cubicBezTo>
                    <a:pt x="231457" y="214313"/>
                    <a:pt x="233363" y="212408"/>
                    <a:pt x="233363" y="208598"/>
                  </a:cubicBezTo>
                  <a:lnTo>
                    <a:pt x="233363" y="193358"/>
                  </a:lnTo>
                  <a:cubicBezTo>
                    <a:pt x="231457" y="191452"/>
                    <a:pt x="230505" y="188595"/>
                    <a:pt x="228600" y="188595"/>
                  </a:cubicBezTo>
                </a:path>
              </a:pathLst>
            </a:custGeom>
            <a:grpFill/>
            <a:ln w="9525" cap="flat">
              <a:noFill/>
              <a:prstDash val="solid"/>
              <a:miter/>
            </a:ln>
          </p:spPr>
          <p:txBody>
            <a:bodyPr rtlCol="0" anchor="ctr"/>
            <a:lstStyle/>
            <a:p>
              <a:endParaRPr lang="ru-RU"/>
            </a:p>
          </p:txBody>
        </p:sp>
        <p:sp>
          <p:nvSpPr>
            <p:cNvPr id="12" name="Полилиния: фигура 11">
              <a:extLst>
                <a:ext uri="{FF2B5EF4-FFF2-40B4-BE49-F238E27FC236}">
                  <a16:creationId xmlns:a16="http://schemas.microsoft.com/office/drawing/2014/main" id="{74A2172D-B5CA-44B5-8424-6F3873933518}"/>
                </a:ext>
              </a:extLst>
            </p:cNvPr>
            <p:cNvSpPr/>
            <p:nvPr/>
          </p:nvSpPr>
          <p:spPr>
            <a:xfrm>
              <a:off x="5873114" y="3315652"/>
              <a:ext cx="213360" cy="212407"/>
            </a:xfrm>
            <a:custGeom>
              <a:avLst/>
              <a:gdLst>
                <a:gd name="connsiteX0" fmla="*/ 180023 w 213360"/>
                <a:gd name="connsiteY0" fmla="*/ 159068 h 212407"/>
                <a:gd name="connsiteX1" fmla="*/ 118110 w 213360"/>
                <a:gd name="connsiteY1" fmla="*/ 159068 h 212407"/>
                <a:gd name="connsiteX2" fmla="*/ 93345 w 213360"/>
                <a:gd name="connsiteY2" fmla="*/ 153352 h 212407"/>
                <a:gd name="connsiteX3" fmla="*/ 73343 w 213360"/>
                <a:gd name="connsiteY3" fmla="*/ 138113 h 212407"/>
                <a:gd name="connsiteX4" fmla="*/ 60008 w 213360"/>
                <a:gd name="connsiteY4" fmla="*/ 116205 h 212407"/>
                <a:gd name="connsiteX5" fmla="*/ 55245 w 213360"/>
                <a:gd name="connsiteY5" fmla="*/ 91440 h 212407"/>
                <a:gd name="connsiteX6" fmla="*/ 64770 w 213360"/>
                <a:gd name="connsiteY6" fmla="*/ 65723 h 212407"/>
                <a:gd name="connsiteX7" fmla="*/ 71438 w 213360"/>
                <a:gd name="connsiteY7" fmla="*/ 60960 h 212407"/>
                <a:gd name="connsiteX8" fmla="*/ 80010 w 213360"/>
                <a:gd name="connsiteY8" fmla="*/ 58102 h 212407"/>
                <a:gd name="connsiteX9" fmla="*/ 92393 w 213360"/>
                <a:gd name="connsiteY9" fmla="*/ 57150 h 212407"/>
                <a:gd name="connsiteX10" fmla="*/ 104775 w 213360"/>
                <a:gd name="connsiteY10" fmla="*/ 58102 h 212407"/>
                <a:gd name="connsiteX11" fmla="*/ 124777 w 213360"/>
                <a:gd name="connsiteY11" fmla="*/ 66675 h 212407"/>
                <a:gd name="connsiteX12" fmla="*/ 151448 w 213360"/>
                <a:gd name="connsiteY12" fmla="*/ 90488 h 212407"/>
                <a:gd name="connsiteX13" fmla="*/ 87630 w 213360"/>
                <a:gd name="connsiteY13" fmla="*/ 90488 h 212407"/>
                <a:gd name="connsiteX14" fmla="*/ 81915 w 213360"/>
                <a:gd name="connsiteY14" fmla="*/ 95250 h 212407"/>
                <a:gd name="connsiteX15" fmla="*/ 85725 w 213360"/>
                <a:gd name="connsiteY15" fmla="*/ 111443 h 212407"/>
                <a:gd name="connsiteX16" fmla="*/ 125730 w 213360"/>
                <a:gd name="connsiteY16" fmla="*/ 135255 h 212407"/>
                <a:gd name="connsiteX17" fmla="*/ 185738 w 213360"/>
                <a:gd name="connsiteY17" fmla="*/ 135255 h 212407"/>
                <a:gd name="connsiteX18" fmla="*/ 207645 w 213360"/>
                <a:gd name="connsiteY18" fmla="*/ 126683 h 212407"/>
                <a:gd name="connsiteX19" fmla="*/ 212408 w 213360"/>
                <a:gd name="connsiteY19" fmla="*/ 108585 h 212407"/>
                <a:gd name="connsiteX20" fmla="*/ 202883 w 213360"/>
                <a:gd name="connsiteY20" fmla="*/ 71438 h 212407"/>
                <a:gd name="connsiteX21" fmla="*/ 176213 w 213360"/>
                <a:gd name="connsiteY21" fmla="*/ 36195 h 212407"/>
                <a:gd name="connsiteX22" fmla="*/ 138113 w 213360"/>
                <a:gd name="connsiteY22" fmla="*/ 10477 h 212407"/>
                <a:gd name="connsiteX23" fmla="*/ 92393 w 213360"/>
                <a:gd name="connsiteY23" fmla="*/ 0 h 212407"/>
                <a:gd name="connsiteX24" fmla="*/ 4763 w 213360"/>
                <a:gd name="connsiteY24" fmla="*/ 0 h 212407"/>
                <a:gd name="connsiteX25" fmla="*/ 0 w 213360"/>
                <a:gd name="connsiteY25" fmla="*/ 4763 h 212407"/>
                <a:gd name="connsiteX26" fmla="*/ 0 w 213360"/>
                <a:gd name="connsiteY26" fmla="*/ 92393 h 212407"/>
                <a:gd name="connsiteX27" fmla="*/ 9525 w 213360"/>
                <a:gd name="connsiteY27" fmla="*/ 139065 h 212407"/>
                <a:gd name="connsiteX28" fmla="*/ 35243 w 213360"/>
                <a:gd name="connsiteY28" fmla="*/ 177165 h 212407"/>
                <a:gd name="connsiteX29" fmla="*/ 73343 w 213360"/>
                <a:gd name="connsiteY29" fmla="*/ 202883 h 212407"/>
                <a:gd name="connsiteX30" fmla="*/ 120015 w 213360"/>
                <a:gd name="connsiteY30" fmla="*/ 212408 h 212407"/>
                <a:gd name="connsiteX31" fmla="*/ 208598 w 213360"/>
                <a:gd name="connsiteY31" fmla="*/ 212408 h 212407"/>
                <a:gd name="connsiteX32" fmla="*/ 213360 w 213360"/>
                <a:gd name="connsiteY32" fmla="*/ 207645 h 212407"/>
                <a:gd name="connsiteX33" fmla="*/ 213360 w 213360"/>
                <a:gd name="connsiteY33" fmla="*/ 189548 h 212407"/>
                <a:gd name="connsiteX34" fmla="*/ 204788 w 213360"/>
                <a:gd name="connsiteY34" fmla="*/ 165735 h 212407"/>
                <a:gd name="connsiteX35" fmla="*/ 180023 w 213360"/>
                <a:gd name="connsiteY35" fmla="*/ 159068 h 21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3360" h="212407">
                  <a:moveTo>
                    <a:pt x="180023" y="159068"/>
                  </a:moveTo>
                  <a:lnTo>
                    <a:pt x="118110" y="159068"/>
                  </a:lnTo>
                  <a:cubicBezTo>
                    <a:pt x="109538" y="159068"/>
                    <a:pt x="100965" y="157163"/>
                    <a:pt x="93345" y="153352"/>
                  </a:cubicBezTo>
                  <a:cubicBezTo>
                    <a:pt x="86677" y="150495"/>
                    <a:pt x="76200" y="141923"/>
                    <a:pt x="73343" y="138113"/>
                  </a:cubicBezTo>
                  <a:cubicBezTo>
                    <a:pt x="67627" y="131445"/>
                    <a:pt x="62865" y="124777"/>
                    <a:pt x="60008" y="116205"/>
                  </a:cubicBezTo>
                  <a:cubicBezTo>
                    <a:pt x="57150" y="107633"/>
                    <a:pt x="55245" y="100013"/>
                    <a:pt x="55245" y="91440"/>
                  </a:cubicBezTo>
                  <a:cubicBezTo>
                    <a:pt x="55245" y="80010"/>
                    <a:pt x="58102" y="71438"/>
                    <a:pt x="64770" y="65723"/>
                  </a:cubicBezTo>
                  <a:cubicBezTo>
                    <a:pt x="65723" y="64770"/>
                    <a:pt x="68580" y="62865"/>
                    <a:pt x="71438" y="60960"/>
                  </a:cubicBezTo>
                  <a:cubicBezTo>
                    <a:pt x="74295" y="59055"/>
                    <a:pt x="78105" y="58102"/>
                    <a:pt x="80010" y="58102"/>
                  </a:cubicBezTo>
                  <a:cubicBezTo>
                    <a:pt x="83820" y="57150"/>
                    <a:pt x="87630" y="57150"/>
                    <a:pt x="92393" y="57150"/>
                  </a:cubicBezTo>
                  <a:cubicBezTo>
                    <a:pt x="97155" y="57150"/>
                    <a:pt x="100965" y="58102"/>
                    <a:pt x="104775" y="58102"/>
                  </a:cubicBezTo>
                  <a:cubicBezTo>
                    <a:pt x="111443" y="59055"/>
                    <a:pt x="118110" y="61913"/>
                    <a:pt x="124777" y="66675"/>
                  </a:cubicBezTo>
                  <a:cubicBezTo>
                    <a:pt x="134302" y="72390"/>
                    <a:pt x="144780" y="81915"/>
                    <a:pt x="151448" y="90488"/>
                  </a:cubicBezTo>
                  <a:lnTo>
                    <a:pt x="87630" y="90488"/>
                  </a:lnTo>
                  <a:cubicBezTo>
                    <a:pt x="83820" y="90488"/>
                    <a:pt x="81915" y="92393"/>
                    <a:pt x="81915" y="95250"/>
                  </a:cubicBezTo>
                  <a:cubicBezTo>
                    <a:pt x="81915" y="101918"/>
                    <a:pt x="82868" y="105727"/>
                    <a:pt x="85725" y="111443"/>
                  </a:cubicBezTo>
                  <a:cubicBezTo>
                    <a:pt x="88583" y="117158"/>
                    <a:pt x="100965" y="135255"/>
                    <a:pt x="125730" y="135255"/>
                  </a:cubicBezTo>
                  <a:lnTo>
                    <a:pt x="185738" y="135255"/>
                  </a:lnTo>
                  <a:cubicBezTo>
                    <a:pt x="196215" y="135255"/>
                    <a:pt x="203835" y="132398"/>
                    <a:pt x="207645" y="126683"/>
                  </a:cubicBezTo>
                  <a:cubicBezTo>
                    <a:pt x="211455" y="120968"/>
                    <a:pt x="212408" y="116205"/>
                    <a:pt x="212408" y="108585"/>
                  </a:cubicBezTo>
                  <a:cubicBezTo>
                    <a:pt x="212408" y="96202"/>
                    <a:pt x="209550" y="84773"/>
                    <a:pt x="202883" y="71438"/>
                  </a:cubicBezTo>
                  <a:cubicBezTo>
                    <a:pt x="196215" y="58102"/>
                    <a:pt x="187643" y="46673"/>
                    <a:pt x="176213" y="36195"/>
                  </a:cubicBezTo>
                  <a:cubicBezTo>
                    <a:pt x="164783" y="25718"/>
                    <a:pt x="152400" y="17145"/>
                    <a:pt x="138113" y="10477"/>
                  </a:cubicBezTo>
                  <a:cubicBezTo>
                    <a:pt x="123825" y="3810"/>
                    <a:pt x="108585" y="0"/>
                    <a:pt x="92393" y="0"/>
                  </a:cubicBezTo>
                  <a:lnTo>
                    <a:pt x="4763" y="0"/>
                  </a:lnTo>
                  <a:cubicBezTo>
                    <a:pt x="1905" y="0"/>
                    <a:pt x="0" y="1905"/>
                    <a:pt x="0" y="4763"/>
                  </a:cubicBezTo>
                  <a:lnTo>
                    <a:pt x="0" y="92393"/>
                  </a:lnTo>
                  <a:cubicBezTo>
                    <a:pt x="0" y="108585"/>
                    <a:pt x="2858" y="123825"/>
                    <a:pt x="9525" y="139065"/>
                  </a:cubicBezTo>
                  <a:cubicBezTo>
                    <a:pt x="16193" y="153352"/>
                    <a:pt x="24765" y="166688"/>
                    <a:pt x="35243" y="177165"/>
                  </a:cubicBezTo>
                  <a:cubicBezTo>
                    <a:pt x="45720" y="188595"/>
                    <a:pt x="59055" y="197168"/>
                    <a:pt x="73343" y="202883"/>
                  </a:cubicBezTo>
                  <a:cubicBezTo>
                    <a:pt x="87630" y="209550"/>
                    <a:pt x="102870" y="212408"/>
                    <a:pt x="120015" y="212408"/>
                  </a:cubicBezTo>
                  <a:lnTo>
                    <a:pt x="208598" y="212408"/>
                  </a:lnTo>
                  <a:cubicBezTo>
                    <a:pt x="211455" y="212408"/>
                    <a:pt x="213360" y="210502"/>
                    <a:pt x="213360" y="207645"/>
                  </a:cubicBezTo>
                  <a:lnTo>
                    <a:pt x="213360" y="189548"/>
                  </a:lnTo>
                  <a:cubicBezTo>
                    <a:pt x="213360" y="179070"/>
                    <a:pt x="210502" y="171450"/>
                    <a:pt x="204788" y="165735"/>
                  </a:cubicBezTo>
                  <a:cubicBezTo>
                    <a:pt x="198120" y="161925"/>
                    <a:pt x="190500" y="159068"/>
                    <a:pt x="180023" y="159068"/>
                  </a:cubicBezTo>
                </a:path>
              </a:pathLst>
            </a:custGeom>
            <a:grpFill/>
            <a:ln w="9525" cap="flat">
              <a:noFill/>
              <a:prstDash val="solid"/>
              <a:miter/>
            </a:ln>
          </p:spPr>
          <p:txBody>
            <a:bodyPr rtlCol="0" anchor="ctr"/>
            <a:lstStyle/>
            <a:p>
              <a:endParaRPr lang="ru-RU"/>
            </a:p>
          </p:txBody>
        </p:sp>
        <p:sp>
          <p:nvSpPr>
            <p:cNvPr id="13" name="Полилиния: фигура 12">
              <a:extLst>
                <a:ext uri="{FF2B5EF4-FFF2-40B4-BE49-F238E27FC236}">
                  <a16:creationId xmlns:a16="http://schemas.microsoft.com/office/drawing/2014/main" id="{D1900A6F-25E2-467E-8CA0-88491E91ED1D}"/>
                </a:ext>
              </a:extLst>
            </p:cNvPr>
            <p:cNvSpPr/>
            <p:nvPr/>
          </p:nvSpPr>
          <p:spPr>
            <a:xfrm>
              <a:off x="5409247" y="3315652"/>
              <a:ext cx="446722" cy="214312"/>
            </a:xfrm>
            <a:custGeom>
              <a:avLst/>
              <a:gdLst>
                <a:gd name="connsiteX0" fmla="*/ 444818 w 446722"/>
                <a:gd name="connsiteY0" fmla="*/ 32385 h 214312"/>
                <a:gd name="connsiteX1" fmla="*/ 413385 w 446722"/>
                <a:gd name="connsiteY1" fmla="*/ 952 h 214312"/>
                <a:gd name="connsiteX2" fmla="*/ 380048 w 446722"/>
                <a:gd name="connsiteY2" fmla="*/ 952 h 214312"/>
                <a:gd name="connsiteX3" fmla="*/ 376238 w 446722"/>
                <a:gd name="connsiteY3" fmla="*/ 2858 h 214312"/>
                <a:gd name="connsiteX4" fmla="*/ 309563 w 446722"/>
                <a:gd name="connsiteY4" fmla="*/ 64770 h 214312"/>
                <a:gd name="connsiteX5" fmla="*/ 222885 w 446722"/>
                <a:gd name="connsiteY5" fmla="*/ 98108 h 214312"/>
                <a:gd name="connsiteX6" fmla="*/ 133350 w 446722"/>
                <a:gd name="connsiteY6" fmla="*/ 61913 h 214312"/>
                <a:gd name="connsiteX7" fmla="*/ 83820 w 446722"/>
                <a:gd name="connsiteY7" fmla="*/ 15240 h 214312"/>
                <a:gd name="connsiteX8" fmla="*/ 46672 w 446722"/>
                <a:gd name="connsiteY8" fmla="*/ 0 h 214312"/>
                <a:gd name="connsiteX9" fmla="*/ 6668 w 446722"/>
                <a:gd name="connsiteY9" fmla="*/ 0 h 214312"/>
                <a:gd name="connsiteX10" fmla="*/ 0 w 446722"/>
                <a:gd name="connsiteY10" fmla="*/ 6668 h 214312"/>
                <a:gd name="connsiteX11" fmla="*/ 0 w 446722"/>
                <a:gd name="connsiteY11" fmla="*/ 181927 h 214312"/>
                <a:gd name="connsiteX12" fmla="*/ 31433 w 446722"/>
                <a:gd name="connsiteY12" fmla="*/ 213360 h 214312"/>
                <a:gd name="connsiteX13" fmla="*/ 43815 w 446722"/>
                <a:gd name="connsiteY13" fmla="*/ 213360 h 214312"/>
                <a:gd name="connsiteX14" fmla="*/ 52388 w 446722"/>
                <a:gd name="connsiteY14" fmla="*/ 213360 h 214312"/>
                <a:gd name="connsiteX15" fmla="*/ 59055 w 446722"/>
                <a:gd name="connsiteY15" fmla="*/ 206693 h 214312"/>
                <a:gd name="connsiteX16" fmla="*/ 59055 w 446722"/>
                <a:gd name="connsiteY16" fmla="*/ 144780 h 214312"/>
                <a:gd name="connsiteX17" fmla="*/ 88583 w 446722"/>
                <a:gd name="connsiteY17" fmla="*/ 115252 h 214312"/>
                <a:gd name="connsiteX18" fmla="*/ 159067 w 446722"/>
                <a:gd name="connsiteY18" fmla="*/ 158115 h 214312"/>
                <a:gd name="connsiteX19" fmla="*/ 223838 w 446722"/>
                <a:gd name="connsiteY19" fmla="*/ 199073 h 214312"/>
                <a:gd name="connsiteX20" fmla="*/ 288608 w 446722"/>
                <a:gd name="connsiteY20" fmla="*/ 158115 h 214312"/>
                <a:gd name="connsiteX21" fmla="*/ 359093 w 446722"/>
                <a:gd name="connsiteY21" fmla="*/ 115252 h 214312"/>
                <a:gd name="connsiteX22" fmla="*/ 388620 w 446722"/>
                <a:gd name="connsiteY22" fmla="*/ 144780 h 214312"/>
                <a:gd name="connsiteX23" fmla="*/ 388620 w 446722"/>
                <a:gd name="connsiteY23" fmla="*/ 182880 h 214312"/>
                <a:gd name="connsiteX24" fmla="*/ 420053 w 446722"/>
                <a:gd name="connsiteY24" fmla="*/ 214313 h 214312"/>
                <a:gd name="connsiteX25" fmla="*/ 433388 w 446722"/>
                <a:gd name="connsiteY25" fmla="*/ 214313 h 214312"/>
                <a:gd name="connsiteX26" fmla="*/ 440055 w 446722"/>
                <a:gd name="connsiteY26" fmla="*/ 214313 h 214312"/>
                <a:gd name="connsiteX27" fmla="*/ 440055 w 446722"/>
                <a:gd name="connsiteY27" fmla="*/ 214313 h 214312"/>
                <a:gd name="connsiteX28" fmla="*/ 446723 w 446722"/>
                <a:gd name="connsiteY28" fmla="*/ 207645 h 214312"/>
                <a:gd name="connsiteX29" fmla="*/ 444818 w 446722"/>
                <a:gd name="connsiteY29" fmla="*/ 32385 h 214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46722" h="214312">
                  <a:moveTo>
                    <a:pt x="444818" y="32385"/>
                  </a:moveTo>
                  <a:cubicBezTo>
                    <a:pt x="444818" y="15240"/>
                    <a:pt x="430530" y="952"/>
                    <a:pt x="413385" y="952"/>
                  </a:cubicBezTo>
                  <a:lnTo>
                    <a:pt x="380048" y="952"/>
                  </a:lnTo>
                  <a:cubicBezTo>
                    <a:pt x="378143" y="952"/>
                    <a:pt x="377190" y="1905"/>
                    <a:pt x="376238" y="2858"/>
                  </a:cubicBezTo>
                  <a:lnTo>
                    <a:pt x="309563" y="64770"/>
                  </a:lnTo>
                  <a:cubicBezTo>
                    <a:pt x="286703" y="85725"/>
                    <a:pt x="256223" y="98108"/>
                    <a:pt x="222885" y="98108"/>
                  </a:cubicBezTo>
                  <a:cubicBezTo>
                    <a:pt x="187642" y="98108"/>
                    <a:pt x="156210" y="84773"/>
                    <a:pt x="133350" y="61913"/>
                  </a:cubicBezTo>
                  <a:cubicBezTo>
                    <a:pt x="133350" y="61913"/>
                    <a:pt x="84773" y="16193"/>
                    <a:pt x="83820" y="15240"/>
                  </a:cubicBezTo>
                  <a:cubicBezTo>
                    <a:pt x="74295" y="6668"/>
                    <a:pt x="61913" y="952"/>
                    <a:pt x="46672" y="0"/>
                  </a:cubicBezTo>
                  <a:lnTo>
                    <a:pt x="6668" y="0"/>
                  </a:lnTo>
                  <a:cubicBezTo>
                    <a:pt x="2858" y="0"/>
                    <a:pt x="0" y="2858"/>
                    <a:pt x="0" y="6668"/>
                  </a:cubicBezTo>
                  <a:lnTo>
                    <a:pt x="0" y="181927"/>
                  </a:lnTo>
                  <a:cubicBezTo>
                    <a:pt x="0" y="199073"/>
                    <a:pt x="14288" y="213360"/>
                    <a:pt x="31433" y="213360"/>
                  </a:cubicBezTo>
                  <a:lnTo>
                    <a:pt x="43815" y="213360"/>
                  </a:lnTo>
                  <a:lnTo>
                    <a:pt x="52388" y="213360"/>
                  </a:lnTo>
                  <a:cubicBezTo>
                    <a:pt x="56197" y="213360"/>
                    <a:pt x="59055" y="210502"/>
                    <a:pt x="59055" y="206693"/>
                  </a:cubicBezTo>
                  <a:lnTo>
                    <a:pt x="59055" y="144780"/>
                  </a:lnTo>
                  <a:cubicBezTo>
                    <a:pt x="59055" y="128588"/>
                    <a:pt x="72390" y="115252"/>
                    <a:pt x="88583" y="115252"/>
                  </a:cubicBezTo>
                  <a:cubicBezTo>
                    <a:pt x="118110" y="115252"/>
                    <a:pt x="140017" y="140970"/>
                    <a:pt x="159067" y="158115"/>
                  </a:cubicBezTo>
                  <a:cubicBezTo>
                    <a:pt x="182880" y="179070"/>
                    <a:pt x="200978" y="199073"/>
                    <a:pt x="223838" y="199073"/>
                  </a:cubicBezTo>
                  <a:cubicBezTo>
                    <a:pt x="246698" y="199073"/>
                    <a:pt x="264795" y="179070"/>
                    <a:pt x="288608" y="158115"/>
                  </a:cubicBezTo>
                  <a:cubicBezTo>
                    <a:pt x="307658" y="140970"/>
                    <a:pt x="329565" y="115252"/>
                    <a:pt x="359093" y="115252"/>
                  </a:cubicBezTo>
                  <a:cubicBezTo>
                    <a:pt x="375285" y="115252"/>
                    <a:pt x="388620" y="128588"/>
                    <a:pt x="388620" y="144780"/>
                  </a:cubicBezTo>
                  <a:lnTo>
                    <a:pt x="388620" y="182880"/>
                  </a:lnTo>
                  <a:cubicBezTo>
                    <a:pt x="388620" y="200025"/>
                    <a:pt x="402907" y="214313"/>
                    <a:pt x="420053" y="214313"/>
                  </a:cubicBezTo>
                  <a:lnTo>
                    <a:pt x="433388" y="214313"/>
                  </a:lnTo>
                  <a:cubicBezTo>
                    <a:pt x="437198" y="214313"/>
                    <a:pt x="440055" y="214313"/>
                    <a:pt x="440055" y="214313"/>
                  </a:cubicBezTo>
                  <a:lnTo>
                    <a:pt x="440055" y="214313"/>
                  </a:lnTo>
                  <a:cubicBezTo>
                    <a:pt x="443865" y="214313"/>
                    <a:pt x="446723" y="211455"/>
                    <a:pt x="446723" y="207645"/>
                  </a:cubicBezTo>
                  <a:cubicBezTo>
                    <a:pt x="444818" y="207645"/>
                    <a:pt x="444818" y="34290"/>
                    <a:pt x="444818" y="32385"/>
                  </a:cubicBezTo>
                </a:path>
              </a:pathLst>
            </a:custGeom>
            <a:grpFill/>
            <a:ln w="9525" cap="flat">
              <a:noFill/>
              <a:prstDash val="solid"/>
              <a:miter/>
            </a:ln>
          </p:spPr>
          <p:txBody>
            <a:bodyPr rtlCol="0" anchor="ctr"/>
            <a:lstStyle/>
            <a:p>
              <a:endParaRPr lang="ru-RU"/>
            </a:p>
          </p:txBody>
        </p:sp>
        <p:sp>
          <p:nvSpPr>
            <p:cNvPr id="14" name="Полилиния: фигура 13">
              <a:extLst>
                <a:ext uri="{FF2B5EF4-FFF2-40B4-BE49-F238E27FC236}">
                  <a16:creationId xmlns:a16="http://schemas.microsoft.com/office/drawing/2014/main" id="{85E9D78A-7D5B-47F0-BCD6-2B9BDE22C856}"/>
                </a:ext>
              </a:extLst>
            </p:cNvPr>
            <p:cNvSpPr/>
            <p:nvPr/>
          </p:nvSpPr>
          <p:spPr>
            <a:xfrm>
              <a:off x="6336029" y="3315652"/>
              <a:ext cx="213360" cy="216217"/>
            </a:xfrm>
            <a:custGeom>
              <a:avLst/>
              <a:gdLst>
                <a:gd name="connsiteX0" fmla="*/ 208598 w 213360"/>
                <a:gd name="connsiteY0" fmla="*/ 124777 h 216217"/>
                <a:gd name="connsiteX1" fmla="*/ 176213 w 213360"/>
                <a:gd name="connsiteY1" fmla="*/ 124777 h 216217"/>
                <a:gd name="connsiteX2" fmla="*/ 153353 w 213360"/>
                <a:gd name="connsiteY2" fmla="*/ 140018 h 216217"/>
                <a:gd name="connsiteX3" fmla="*/ 142875 w 213360"/>
                <a:gd name="connsiteY3" fmla="*/ 156210 h 216217"/>
                <a:gd name="connsiteX4" fmla="*/ 122873 w 213360"/>
                <a:gd name="connsiteY4" fmla="*/ 161925 h 216217"/>
                <a:gd name="connsiteX5" fmla="*/ 100013 w 213360"/>
                <a:gd name="connsiteY5" fmla="*/ 155258 h 216217"/>
                <a:gd name="connsiteX6" fmla="*/ 79058 w 213360"/>
                <a:gd name="connsiteY6" fmla="*/ 139065 h 216217"/>
                <a:gd name="connsiteX7" fmla="*/ 63817 w 213360"/>
                <a:gd name="connsiteY7" fmla="*/ 116205 h 216217"/>
                <a:gd name="connsiteX8" fmla="*/ 58103 w 213360"/>
                <a:gd name="connsiteY8" fmla="*/ 91440 h 216217"/>
                <a:gd name="connsiteX9" fmla="*/ 67628 w 213360"/>
                <a:gd name="connsiteY9" fmla="*/ 65723 h 216217"/>
                <a:gd name="connsiteX10" fmla="*/ 91440 w 213360"/>
                <a:gd name="connsiteY10" fmla="*/ 56198 h 216217"/>
                <a:gd name="connsiteX11" fmla="*/ 123825 w 213360"/>
                <a:gd name="connsiteY11" fmla="*/ 68580 h 216217"/>
                <a:gd name="connsiteX12" fmla="*/ 138113 w 213360"/>
                <a:gd name="connsiteY12" fmla="*/ 73343 h 216217"/>
                <a:gd name="connsiteX13" fmla="*/ 153353 w 213360"/>
                <a:gd name="connsiteY13" fmla="*/ 64770 h 216217"/>
                <a:gd name="connsiteX14" fmla="*/ 175260 w 213360"/>
                <a:gd name="connsiteY14" fmla="*/ 42863 h 216217"/>
                <a:gd name="connsiteX15" fmla="*/ 177165 w 213360"/>
                <a:gd name="connsiteY15" fmla="*/ 39052 h 216217"/>
                <a:gd name="connsiteX16" fmla="*/ 174308 w 213360"/>
                <a:gd name="connsiteY16" fmla="*/ 35243 h 216217"/>
                <a:gd name="connsiteX17" fmla="*/ 135255 w 213360"/>
                <a:gd name="connsiteY17" fmla="*/ 9525 h 216217"/>
                <a:gd name="connsiteX18" fmla="*/ 91440 w 213360"/>
                <a:gd name="connsiteY18" fmla="*/ 0 h 216217"/>
                <a:gd name="connsiteX19" fmla="*/ 4763 w 213360"/>
                <a:gd name="connsiteY19" fmla="*/ 0 h 216217"/>
                <a:gd name="connsiteX20" fmla="*/ 0 w 213360"/>
                <a:gd name="connsiteY20" fmla="*/ 5715 h 216217"/>
                <a:gd name="connsiteX21" fmla="*/ 0 w 213360"/>
                <a:gd name="connsiteY21" fmla="*/ 91440 h 216217"/>
                <a:gd name="connsiteX22" fmla="*/ 10478 w 213360"/>
                <a:gd name="connsiteY22" fmla="*/ 139065 h 216217"/>
                <a:gd name="connsiteX23" fmla="*/ 38100 w 213360"/>
                <a:gd name="connsiteY23" fmla="*/ 178118 h 216217"/>
                <a:gd name="connsiteX24" fmla="*/ 77153 w 213360"/>
                <a:gd name="connsiteY24" fmla="*/ 205740 h 216217"/>
                <a:gd name="connsiteX25" fmla="*/ 122873 w 213360"/>
                <a:gd name="connsiteY25" fmla="*/ 216218 h 216217"/>
                <a:gd name="connsiteX26" fmla="*/ 158115 w 213360"/>
                <a:gd name="connsiteY26" fmla="*/ 209550 h 216217"/>
                <a:gd name="connsiteX27" fmla="*/ 185738 w 213360"/>
                <a:gd name="connsiteY27" fmla="*/ 191452 h 216217"/>
                <a:gd name="connsiteX28" fmla="*/ 204788 w 213360"/>
                <a:gd name="connsiteY28" fmla="*/ 163830 h 216217"/>
                <a:gd name="connsiteX29" fmla="*/ 213360 w 213360"/>
                <a:gd name="connsiteY29" fmla="*/ 129540 h 216217"/>
                <a:gd name="connsiteX30" fmla="*/ 208598 w 213360"/>
                <a:gd name="connsiteY30" fmla="*/ 124777 h 216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13360" h="216217">
                  <a:moveTo>
                    <a:pt x="208598" y="124777"/>
                  </a:moveTo>
                  <a:lnTo>
                    <a:pt x="176213" y="124777"/>
                  </a:lnTo>
                  <a:cubicBezTo>
                    <a:pt x="164783" y="124777"/>
                    <a:pt x="156210" y="129540"/>
                    <a:pt x="153353" y="140018"/>
                  </a:cubicBezTo>
                  <a:cubicBezTo>
                    <a:pt x="151448" y="146685"/>
                    <a:pt x="147638" y="152400"/>
                    <a:pt x="142875" y="156210"/>
                  </a:cubicBezTo>
                  <a:cubicBezTo>
                    <a:pt x="138113" y="160020"/>
                    <a:pt x="131445" y="161925"/>
                    <a:pt x="122873" y="161925"/>
                  </a:cubicBezTo>
                  <a:cubicBezTo>
                    <a:pt x="115253" y="161925"/>
                    <a:pt x="107633" y="160020"/>
                    <a:pt x="100013" y="155258"/>
                  </a:cubicBezTo>
                  <a:cubicBezTo>
                    <a:pt x="92392" y="151448"/>
                    <a:pt x="85725" y="145733"/>
                    <a:pt x="79058" y="139065"/>
                  </a:cubicBezTo>
                  <a:cubicBezTo>
                    <a:pt x="73342" y="132398"/>
                    <a:pt x="67628" y="124777"/>
                    <a:pt x="63817" y="116205"/>
                  </a:cubicBezTo>
                  <a:cubicBezTo>
                    <a:pt x="60008" y="107633"/>
                    <a:pt x="58103" y="99060"/>
                    <a:pt x="58103" y="91440"/>
                  </a:cubicBezTo>
                  <a:cubicBezTo>
                    <a:pt x="58103" y="80963"/>
                    <a:pt x="60960" y="72390"/>
                    <a:pt x="67628" y="65723"/>
                  </a:cubicBezTo>
                  <a:cubicBezTo>
                    <a:pt x="74295" y="59055"/>
                    <a:pt x="81915" y="56198"/>
                    <a:pt x="91440" y="56198"/>
                  </a:cubicBezTo>
                  <a:cubicBezTo>
                    <a:pt x="102870" y="56198"/>
                    <a:pt x="113348" y="60008"/>
                    <a:pt x="123825" y="68580"/>
                  </a:cubicBezTo>
                  <a:cubicBezTo>
                    <a:pt x="128588" y="71438"/>
                    <a:pt x="133350" y="73343"/>
                    <a:pt x="138113" y="73343"/>
                  </a:cubicBezTo>
                  <a:cubicBezTo>
                    <a:pt x="142875" y="73343"/>
                    <a:pt x="148590" y="70485"/>
                    <a:pt x="153353" y="64770"/>
                  </a:cubicBezTo>
                  <a:lnTo>
                    <a:pt x="175260" y="42863"/>
                  </a:lnTo>
                  <a:cubicBezTo>
                    <a:pt x="176213" y="41910"/>
                    <a:pt x="177165" y="40005"/>
                    <a:pt x="177165" y="39052"/>
                  </a:cubicBezTo>
                  <a:cubicBezTo>
                    <a:pt x="177165" y="38100"/>
                    <a:pt x="176213" y="37148"/>
                    <a:pt x="174308" y="35243"/>
                  </a:cubicBezTo>
                  <a:cubicBezTo>
                    <a:pt x="162878" y="24765"/>
                    <a:pt x="149542" y="16193"/>
                    <a:pt x="135255" y="9525"/>
                  </a:cubicBezTo>
                  <a:cubicBezTo>
                    <a:pt x="120967" y="3810"/>
                    <a:pt x="106680" y="0"/>
                    <a:pt x="91440" y="0"/>
                  </a:cubicBezTo>
                  <a:lnTo>
                    <a:pt x="4763" y="0"/>
                  </a:lnTo>
                  <a:cubicBezTo>
                    <a:pt x="1905" y="0"/>
                    <a:pt x="0" y="1905"/>
                    <a:pt x="0" y="5715"/>
                  </a:cubicBezTo>
                  <a:lnTo>
                    <a:pt x="0" y="91440"/>
                  </a:lnTo>
                  <a:cubicBezTo>
                    <a:pt x="0" y="107633"/>
                    <a:pt x="3810" y="123825"/>
                    <a:pt x="10478" y="139065"/>
                  </a:cubicBezTo>
                  <a:cubicBezTo>
                    <a:pt x="17145" y="154305"/>
                    <a:pt x="26670" y="167640"/>
                    <a:pt x="38100" y="178118"/>
                  </a:cubicBezTo>
                  <a:cubicBezTo>
                    <a:pt x="49530" y="189548"/>
                    <a:pt x="62865" y="198120"/>
                    <a:pt x="77153" y="205740"/>
                  </a:cubicBezTo>
                  <a:cubicBezTo>
                    <a:pt x="91440" y="212408"/>
                    <a:pt x="106680" y="216218"/>
                    <a:pt x="122873" y="216218"/>
                  </a:cubicBezTo>
                  <a:cubicBezTo>
                    <a:pt x="135255" y="216218"/>
                    <a:pt x="147638" y="214313"/>
                    <a:pt x="158115" y="209550"/>
                  </a:cubicBezTo>
                  <a:cubicBezTo>
                    <a:pt x="168592" y="205740"/>
                    <a:pt x="178117" y="199073"/>
                    <a:pt x="185738" y="191452"/>
                  </a:cubicBezTo>
                  <a:cubicBezTo>
                    <a:pt x="193358" y="183833"/>
                    <a:pt x="200025" y="174308"/>
                    <a:pt x="204788" y="163830"/>
                  </a:cubicBezTo>
                  <a:cubicBezTo>
                    <a:pt x="209550" y="153352"/>
                    <a:pt x="212408" y="141923"/>
                    <a:pt x="213360" y="129540"/>
                  </a:cubicBezTo>
                  <a:cubicBezTo>
                    <a:pt x="213360" y="126683"/>
                    <a:pt x="212408" y="124777"/>
                    <a:pt x="208598" y="124777"/>
                  </a:cubicBezTo>
                </a:path>
              </a:pathLst>
            </a:custGeom>
            <a:grpFill/>
            <a:ln w="9525" cap="flat">
              <a:noFill/>
              <a:prstDash val="solid"/>
              <a:miter/>
            </a:ln>
          </p:spPr>
          <p:txBody>
            <a:bodyPr rtlCol="0" anchor="ctr"/>
            <a:lstStyle/>
            <a:p>
              <a:endParaRPr lang="ru-RU"/>
            </a:p>
          </p:txBody>
        </p:sp>
      </p:grpSp>
      <p:sp>
        <p:nvSpPr>
          <p:cNvPr id="27" name="Полилиния: фигура 26">
            <a:extLst>
              <a:ext uri="{FF2B5EF4-FFF2-40B4-BE49-F238E27FC236}">
                <a16:creationId xmlns:a16="http://schemas.microsoft.com/office/drawing/2014/main" id="{D2C061EF-8492-46AD-B925-36DFE8433EE3}"/>
              </a:ext>
            </a:extLst>
          </p:cNvPr>
          <p:cNvSpPr>
            <a:spLocks/>
          </p:cNvSpPr>
          <p:nvPr userDrawn="1"/>
        </p:nvSpPr>
        <p:spPr bwMode="auto">
          <a:xfrm rot="8577572">
            <a:off x="11479273" y="546141"/>
            <a:ext cx="1151816" cy="967694"/>
          </a:xfrm>
          <a:custGeom>
            <a:avLst/>
            <a:gdLst>
              <a:gd name="connsiteX0" fmla="*/ 0 w 1151816"/>
              <a:gd name="connsiteY0" fmla="*/ 967694 h 967694"/>
              <a:gd name="connsiteX1" fmla="*/ 730282 w 1151816"/>
              <a:gd name="connsiteY1" fmla="*/ 0 h 967694"/>
              <a:gd name="connsiteX2" fmla="*/ 763234 w 1151816"/>
              <a:gd name="connsiteY2" fmla="*/ 30926 h 967694"/>
              <a:gd name="connsiteX3" fmla="*/ 1099335 w 1151816"/>
              <a:gd name="connsiteY3" fmla="*/ 415702 h 967694"/>
              <a:gd name="connsiteX4" fmla="*/ 922766 w 1151816"/>
              <a:gd name="connsiteY4" fmla="*/ 859894 h 967694"/>
              <a:gd name="connsiteX5" fmla="*/ 64712 w 1151816"/>
              <a:gd name="connsiteY5" fmla="*/ 967064 h 967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1816" h="967694">
                <a:moveTo>
                  <a:pt x="0" y="967694"/>
                </a:moveTo>
                <a:lnTo>
                  <a:pt x="730282" y="0"/>
                </a:lnTo>
                <a:lnTo>
                  <a:pt x="763234" y="30926"/>
                </a:lnTo>
                <a:cubicBezTo>
                  <a:pt x="895919" y="160395"/>
                  <a:pt x="1020860" y="302059"/>
                  <a:pt x="1099335" y="415702"/>
                </a:cubicBezTo>
                <a:cubicBezTo>
                  <a:pt x="1218080" y="586944"/>
                  <a:pt x="1125149" y="817343"/>
                  <a:pt x="922766" y="859894"/>
                </a:cubicBezTo>
                <a:cubicBezTo>
                  <a:pt x="587568" y="929817"/>
                  <a:pt x="265811" y="961601"/>
                  <a:pt x="64712" y="967064"/>
                </a:cubicBezTo>
                <a:close/>
              </a:path>
            </a:pathLst>
          </a:custGeom>
          <a:gradFill>
            <a:gsLst>
              <a:gs pos="0">
                <a:srgbClr val="B0D901"/>
              </a:gs>
              <a:gs pos="100000">
                <a:srgbClr val="398ACB"/>
              </a:gs>
            </a:gsLst>
            <a:lin ang="0" scaled="1"/>
          </a:gradFill>
          <a:ln w="9525" cap="flat">
            <a:noFill/>
            <a:prstDash val="solid"/>
            <a:miter lim="800000"/>
            <a:headEnd/>
            <a:tailEnd/>
          </a:ln>
        </p:spPr>
        <p:txBody>
          <a:bodyPr vert="horz" wrap="square" lIns="91440" tIns="45720" rIns="91440" bIns="45720" numCol="1" anchor="t" anchorCtr="0" compatLnSpc="1">
            <a:prstTxWarp prst="textNoShape">
              <a:avLst/>
            </a:prstTxWarp>
            <a:noAutofit/>
          </a:bodyPr>
          <a:lstStyle/>
          <a:p>
            <a:endParaRPr lang="ru-RU"/>
          </a:p>
        </p:txBody>
      </p:sp>
      <p:sp>
        <p:nvSpPr>
          <p:cNvPr id="29" name="Полилиния: фигура 28">
            <a:extLst>
              <a:ext uri="{FF2B5EF4-FFF2-40B4-BE49-F238E27FC236}">
                <a16:creationId xmlns:a16="http://schemas.microsoft.com/office/drawing/2014/main" id="{28240FCA-FBAE-48EF-9096-93BF98D7DCF4}"/>
              </a:ext>
            </a:extLst>
          </p:cNvPr>
          <p:cNvSpPr>
            <a:spLocks/>
          </p:cNvSpPr>
          <p:nvPr userDrawn="1"/>
        </p:nvSpPr>
        <p:spPr bwMode="auto">
          <a:xfrm rot="12148300">
            <a:off x="10957805" y="-230629"/>
            <a:ext cx="1175267" cy="740171"/>
          </a:xfrm>
          <a:custGeom>
            <a:avLst/>
            <a:gdLst>
              <a:gd name="connsiteX0" fmla="*/ 1175267 w 1175267"/>
              <a:gd name="connsiteY0" fmla="*/ 277935 h 740171"/>
              <a:gd name="connsiteX1" fmla="*/ 57768 w 1175267"/>
              <a:gd name="connsiteY1" fmla="*/ 740171 h 740171"/>
              <a:gd name="connsiteX2" fmla="*/ 13310 w 1175267"/>
              <a:gd name="connsiteY2" fmla="*/ 692603 h 740171"/>
              <a:gd name="connsiteX3" fmla="*/ 3614 w 1175267"/>
              <a:gd name="connsiteY3" fmla="*/ 608356 h 740171"/>
              <a:gd name="connsiteX4" fmla="*/ 300993 w 1175267"/>
              <a:gd name="connsiteY4" fmla="*/ 101578 h 740171"/>
              <a:gd name="connsiteX5" fmla="*/ 730541 w 1175267"/>
              <a:gd name="connsiteY5" fmla="*/ 39135 h 740171"/>
              <a:gd name="connsiteX6" fmla="*/ 1113107 w 1175267"/>
              <a:gd name="connsiteY6" fmla="*/ 236489 h 740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5267" h="740171">
                <a:moveTo>
                  <a:pt x="1175267" y="277935"/>
                </a:moveTo>
                <a:lnTo>
                  <a:pt x="57768" y="740171"/>
                </a:lnTo>
                <a:lnTo>
                  <a:pt x="13310" y="692603"/>
                </a:lnTo>
                <a:cubicBezTo>
                  <a:pt x="194" y="666444"/>
                  <a:pt x="-3614" y="637934"/>
                  <a:pt x="3614" y="608356"/>
                </a:cubicBezTo>
                <a:cubicBezTo>
                  <a:pt x="51112" y="421025"/>
                  <a:pt x="193606" y="216605"/>
                  <a:pt x="300993" y="101578"/>
                </a:cubicBezTo>
                <a:cubicBezTo>
                  <a:pt x="404250" y="-8848"/>
                  <a:pt x="548809" y="-28567"/>
                  <a:pt x="730541" y="39135"/>
                </a:cubicBezTo>
                <a:cubicBezTo>
                  <a:pt x="839994" y="80216"/>
                  <a:pt x="980422" y="154491"/>
                  <a:pt x="1113107" y="236489"/>
                </a:cubicBezTo>
                <a:close/>
              </a:path>
            </a:pathLst>
          </a:custGeom>
          <a:gradFill>
            <a:gsLst>
              <a:gs pos="0">
                <a:srgbClr val="B0D901"/>
              </a:gs>
              <a:gs pos="70000">
                <a:srgbClr val="73B5D7"/>
              </a:gs>
            </a:gsLst>
            <a:lin ang="0" scaled="1"/>
          </a:gradFill>
          <a:ln w="9525" cap="flat">
            <a:noFill/>
            <a:prstDash val="solid"/>
            <a:miter lim="800000"/>
            <a:headEnd/>
            <a:tailEnd/>
          </a:ln>
        </p:spPr>
        <p:txBody>
          <a:bodyPr vert="horz" wrap="square" lIns="91440" tIns="45720" rIns="91440" bIns="45720" numCol="1" anchor="t" anchorCtr="0" compatLnSpc="1">
            <a:prstTxWarp prst="textNoShape">
              <a:avLst/>
            </a:prstTxWarp>
            <a:noAutofit/>
          </a:bodyPr>
          <a:lstStyle/>
          <a:p>
            <a:endParaRPr lang="ru-RU"/>
          </a:p>
        </p:txBody>
      </p:sp>
      <p:sp>
        <p:nvSpPr>
          <p:cNvPr id="6" name="Номер слайда 5">
            <a:extLst>
              <a:ext uri="{FF2B5EF4-FFF2-40B4-BE49-F238E27FC236}">
                <a16:creationId xmlns:a16="http://schemas.microsoft.com/office/drawing/2014/main" id="{52812879-4A0B-421F-A730-4384137DAF06}"/>
              </a:ext>
            </a:extLst>
          </p:cNvPr>
          <p:cNvSpPr>
            <a:spLocks noGrp="1"/>
          </p:cNvSpPr>
          <p:nvPr>
            <p:ph type="sldNum" sz="quarter" idx="12"/>
          </p:nvPr>
        </p:nvSpPr>
        <p:spPr>
          <a:xfrm>
            <a:off x="88202" y="6334919"/>
            <a:ext cx="807741" cy="365125"/>
          </a:xfrm>
        </p:spPr>
        <p:txBody>
          <a:bodyPr/>
          <a:lstStyle>
            <a:lvl1pPr algn="l">
              <a:defRPr/>
            </a:lvl1pPr>
          </a:lstStyle>
          <a:p>
            <a:fld id="{E05DA353-F16A-46E9-BF3A-5C7883ED105A}" type="slidenum">
              <a:rPr lang="ru-RU" smtClean="0"/>
              <a:pPr/>
              <a:t>‹#›</a:t>
            </a:fld>
            <a:endParaRPr lang="ru-RU" dirty="0"/>
          </a:p>
        </p:txBody>
      </p:sp>
    </p:spTree>
    <p:extLst>
      <p:ext uri="{BB962C8B-B14F-4D97-AF65-F5344CB8AC3E}">
        <p14:creationId xmlns:p14="http://schemas.microsoft.com/office/powerpoint/2010/main" val="76251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Заголовок и объект">
    <p:spTree>
      <p:nvGrpSpPr>
        <p:cNvPr id="1" name=""/>
        <p:cNvGrpSpPr/>
        <p:nvPr/>
      </p:nvGrpSpPr>
      <p:grpSpPr>
        <a:xfrm>
          <a:off x="0" y="0"/>
          <a:ext cx="0" cy="0"/>
          <a:chOff x="0" y="0"/>
          <a:chExt cx="0" cy="0"/>
        </a:xfrm>
      </p:grpSpPr>
      <p:sp>
        <p:nvSpPr>
          <p:cNvPr id="23" name="Полилиния: фигура 22">
            <a:extLst>
              <a:ext uri="{FF2B5EF4-FFF2-40B4-BE49-F238E27FC236}">
                <a16:creationId xmlns:a16="http://schemas.microsoft.com/office/drawing/2014/main" id="{CB4F5692-ACBE-4155-A563-B123939F81BC}"/>
              </a:ext>
            </a:extLst>
          </p:cNvPr>
          <p:cNvSpPr/>
          <p:nvPr userDrawn="1"/>
        </p:nvSpPr>
        <p:spPr>
          <a:xfrm flipH="1" flipV="1">
            <a:off x="10166464" y="-2"/>
            <a:ext cx="2062186" cy="960184"/>
          </a:xfrm>
          <a:custGeom>
            <a:avLst/>
            <a:gdLst>
              <a:gd name="connsiteX0" fmla="*/ 1573352 w 4492234"/>
              <a:gd name="connsiteY0" fmla="*/ 1156 h 1442145"/>
              <a:gd name="connsiteX1" fmla="*/ 4488913 w 4492234"/>
              <a:gd name="connsiteY1" fmla="*/ 1393672 h 1442145"/>
              <a:gd name="connsiteX2" fmla="*/ 4492234 w 4492234"/>
              <a:gd name="connsiteY2" fmla="*/ 1442145 h 1442145"/>
              <a:gd name="connsiteX3" fmla="*/ 0 w 4492234"/>
              <a:gd name="connsiteY3" fmla="*/ 1442145 h 1442145"/>
              <a:gd name="connsiteX4" fmla="*/ 0 w 4492234"/>
              <a:gd name="connsiteY4" fmla="*/ 139377 h 1442145"/>
              <a:gd name="connsiteX5" fmla="*/ 254017 w 4492234"/>
              <a:gd name="connsiteY5" fmla="*/ 101642 h 1442145"/>
              <a:gd name="connsiteX6" fmla="*/ 1189986 w 4492234"/>
              <a:gd name="connsiteY6" fmla="*/ 15161 h 1442145"/>
              <a:gd name="connsiteX7" fmla="*/ 1573352 w 4492234"/>
              <a:gd name="connsiteY7" fmla="*/ 1156 h 1442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92234" h="1442145">
                <a:moveTo>
                  <a:pt x="1573352" y="1156"/>
                </a:moveTo>
                <a:cubicBezTo>
                  <a:pt x="3313092" y="-27080"/>
                  <a:pt x="4357404" y="462522"/>
                  <a:pt x="4488913" y="1393672"/>
                </a:cubicBezTo>
                <a:lnTo>
                  <a:pt x="4492234" y="1442145"/>
                </a:lnTo>
                <a:lnTo>
                  <a:pt x="0" y="1442145"/>
                </a:lnTo>
                <a:lnTo>
                  <a:pt x="0" y="139377"/>
                </a:lnTo>
                <a:lnTo>
                  <a:pt x="254017" y="101642"/>
                </a:lnTo>
                <a:cubicBezTo>
                  <a:pt x="555703" y="61452"/>
                  <a:pt x="869981" y="33025"/>
                  <a:pt x="1189986" y="15161"/>
                </a:cubicBezTo>
                <a:cubicBezTo>
                  <a:pt x="1321270" y="7832"/>
                  <a:pt x="1449085" y="3173"/>
                  <a:pt x="1573352" y="1156"/>
                </a:cubicBezTo>
                <a:close/>
              </a:path>
            </a:pathLst>
          </a:custGeom>
          <a:solidFill>
            <a:srgbClr val="BDDFEB">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9" name="Полилиния: фигура 18">
            <a:extLst>
              <a:ext uri="{FF2B5EF4-FFF2-40B4-BE49-F238E27FC236}">
                <a16:creationId xmlns:a16="http://schemas.microsoft.com/office/drawing/2014/main" id="{F9774D38-0B4E-4EAE-927A-07F8A112FA16}"/>
              </a:ext>
            </a:extLst>
          </p:cNvPr>
          <p:cNvSpPr/>
          <p:nvPr userDrawn="1"/>
        </p:nvSpPr>
        <p:spPr>
          <a:xfrm>
            <a:off x="-1730" y="5818909"/>
            <a:ext cx="3734145" cy="1039091"/>
          </a:xfrm>
          <a:custGeom>
            <a:avLst/>
            <a:gdLst>
              <a:gd name="connsiteX0" fmla="*/ 1573352 w 4492234"/>
              <a:gd name="connsiteY0" fmla="*/ 1156 h 1442145"/>
              <a:gd name="connsiteX1" fmla="*/ 4488913 w 4492234"/>
              <a:gd name="connsiteY1" fmla="*/ 1393672 h 1442145"/>
              <a:gd name="connsiteX2" fmla="*/ 4492234 w 4492234"/>
              <a:gd name="connsiteY2" fmla="*/ 1442145 h 1442145"/>
              <a:gd name="connsiteX3" fmla="*/ 0 w 4492234"/>
              <a:gd name="connsiteY3" fmla="*/ 1442145 h 1442145"/>
              <a:gd name="connsiteX4" fmla="*/ 0 w 4492234"/>
              <a:gd name="connsiteY4" fmla="*/ 139377 h 1442145"/>
              <a:gd name="connsiteX5" fmla="*/ 254017 w 4492234"/>
              <a:gd name="connsiteY5" fmla="*/ 101642 h 1442145"/>
              <a:gd name="connsiteX6" fmla="*/ 1189986 w 4492234"/>
              <a:gd name="connsiteY6" fmla="*/ 15161 h 1442145"/>
              <a:gd name="connsiteX7" fmla="*/ 1573352 w 4492234"/>
              <a:gd name="connsiteY7" fmla="*/ 1156 h 1442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92234" h="1442145">
                <a:moveTo>
                  <a:pt x="1573352" y="1156"/>
                </a:moveTo>
                <a:cubicBezTo>
                  <a:pt x="3313092" y="-27080"/>
                  <a:pt x="4357404" y="462522"/>
                  <a:pt x="4488913" y="1393672"/>
                </a:cubicBezTo>
                <a:lnTo>
                  <a:pt x="4492234" y="1442145"/>
                </a:lnTo>
                <a:lnTo>
                  <a:pt x="0" y="1442145"/>
                </a:lnTo>
                <a:lnTo>
                  <a:pt x="0" y="139377"/>
                </a:lnTo>
                <a:lnTo>
                  <a:pt x="254017" y="101642"/>
                </a:lnTo>
                <a:cubicBezTo>
                  <a:pt x="555703" y="61452"/>
                  <a:pt x="869981" y="33025"/>
                  <a:pt x="1189986" y="15161"/>
                </a:cubicBezTo>
                <a:cubicBezTo>
                  <a:pt x="1321270" y="7832"/>
                  <a:pt x="1449085" y="3173"/>
                  <a:pt x="1573352" y="1156"/>
                </a:cubicBezTo>
                <a:close/>
              </a:path>
            </a:pathLst>
          </a:custGeom>
          <a:solidFill>
            <a:srgbClr val="BDDFEB">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21" name="Полилиния: фигура 20">
            <a:extLst>
              <a:ext uri="{FF2B5EF4-FFF2-40B4-BE49-F238E27FC236}">
                <a16:creationId xmlns:a16="http://schemas.microsoft.com/office/drawing/2014/main" id="{DC452AFA-2352-4479-938B-FA93E7EC8EFE}"/>
              </a:ext>
            </a:extLst>
          </p:cNvPr>
          <p:cNvSpPr/>
          <p:nvPr userDrawn="1"/>
        </p:nvSpPr>
        <p:spPr>
          <a:xfrm rot="19883963">
            <a:off x="-494636" y="5095599"/>
            <a:ext cx="1333758" cy="1671500"/>
          </a:xfrm>
          <a:custGeom>
            <a:avLst/>
            <a:gdLst>
              <a:gd name="connsiteX0" fmla="*/ 1653557 w 2179316"/>
              <a:gd name="connsiteY0" fmla="*/ 88090 h 2731176"/>
              <a:gd name="connsiteX1" fmla="*/ 2179316 w 2179316"/>
              <a:gd name="connsiteY1" fmla="*/ 995019 h 2731176"/>
              <a:gd name="connsiteX2" fmla="*/ 152408 w 2179316"/>
              <a:gd name="connsiteY2" fmla="*/ 2702427 h 2731176"/>
              <a:gd name="connsiteX3" fmla="*/ 0 w 2179316"/>
              <a:gd name="connsiteY3" fmla="*/ 2731176 h 2731176"/>
              <a:gd name="connsiteX4" fmla="*/ 1489124 w 2179316"/>
              <a:gd name="connsiteY4" fmla="*/ 0 h 2731176"/>
              <a:gd name="connsiteX5" fmla="*/ 1496595 w 2179316"/>
              <a:gd name="connsiteY5" fmla="*/ 3112 h 2731176"/>
              <a:gd name="connsiteX6" fmla="*/ 1653557 w 2179316"/>
              <a:gd name="connsiteY6" fmla="*/ 88090 h 2731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79316" h="2731176">
                <a:moveTo>
                  <a:pt x="1653557" y="88090"/>
                </a:moveTo>
                <a:cubicBezTo>
                  <a:pt x="1996946" y="299732"/>
                  <a:pt x="2179316" y="604539"/>
                  <a:pt x="2179316" y="995019"/>
                </a:cubicBezTo>
                <a:cubicBezTo>
                  <a:pt x="2179316" y="1775976"/>
                  <a:pt x="1287285" y="2454044"/>
                  <a:pt x="152408" y="2702427"/>
                </a:cubicBezTo>
                <a:lnTo>
                  <a:pt x="0" y="2731176"/>
                </a:lnTo>
                <a:lnTo>
                  <a:pt x="1489124" y="0"/>
                </a:lnTo>
                <a:lnTo>
                  <a:pt x="1496595" y="3112"/>
                </a:lnTo>
                <a:cubicBezTo>
                  <a:pt x="1552160" y="29522"/>
                  <a:pt x="1604502" y="57855"/>
                  <a:pt x="1653557" y="88090"/>
                </a:cubicBezTo>
                <a:close/>
              </a:path>
            </a:pathLst>
          </a:custGeom>
          <a:solidFill>
            <a:srgbClr val="BDDFEB">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grpSp>
        <p:nvGrpSpPr>
          <p:cNvPr id="8" name="Группа 7">
            <a:extLst>
              <a:ext uri="{FF2B5EF4-FFF2-40B4-BE49-F238E27FC236}">
                <a16:creationId xmlns:a16="http://schemas.microsoft.com/office/drawing/2014/main" id="{731B0DE8-632B-49C0-BA65-E35CCB03ED26}"/>
              </a:ext>
            </a:extLst>
          </p:cNvPr>
          <p:cNvGrpSpPr/>
          <p:nvPr userDrawn="1"/>
        </p:nvGrpSpPr>
        <p:grpSpPr>
          <a:xfrm>
            <a:off x="10753760" y="6379029"/>
            <a:ext cx="1155242" cy="182109"/>
            <a:chOff x="5409247" y="3315652"/>
            <a:chExt cx="1371600" cy="216217"/>
          </a:xfrm>
          <a:solidFill>
            <a:srgbClr val="398ACB"/>
          </a:solidFill>
        </p:grpSpPr>
        <p:sp>
          <p:nvSpPr>
            <p:cNvPr id="9" name="Полилиния: фигура 8">
              <a:extLst>
                <a:ext uri="{FF2B5EF4-FFF2-40B4-BE49-F238E27FC236}">
                  <a16:creationId xmlns:a16="http://schemas.microsoft.com/office/drawing/2014/main" id="{48AD9ABC-F5A0-44CB-815C-B2BF20C91B69}"/>
                </a:ext>
              </a:extLst>
            </p:cNvPr>
            <p:cNvSpPr/>
            <p:nvPr/>
          </p:nvSpPr>
          <p:spPr>
            <a:xfrm>
              <a:off x="6568440" y="3317557"/>
              <a:ext cx="212407" cy="213359"/>
            </a:xfrm>
            <a:custGeom>
              <a:avLst/>
              <a:gdLst>
                <a:gd name="connsiteX0" fmla="*/ 16192 w 212407"/>
                <a:gd name="connsiteY0" fmla="*/ 212407 h 213359"/>
                <a:gd name="connsiteX1" fmla="*/ 51435 w 212407"/>
                <a:gd name="connsiteY1" fmla="*/ 197167 h 213359"/>
                <a:gd name="connsiteX2" fmla="*/ 64770 w 212407"/>
                <a:gd name="connsiteY2" fmla="*/ 182880 h 213359"/>
                <a:gd name="connsiteX3" fmla="*/ 81915 w 212407"/>
                <a:gd name="connsiteY3" fmla="*/ 174307 h 213359"/>
                <a:gd name="connsiteX4" fmla="*/ 86677 w 212407"/>
                <a:gd name="connsiteY4" fmla="*/ 174307 h 213359"/>
                <a:gd name="connsiteX5" fmla="*/ 93345 w 212407"/>
                <a:gd name="connsiteY5" fmla="*/ 175260 h 213359"/>
                <a:gd name="connsiteX6" fmla="*/ 113347 w 212407"/>
                <a:gd name="connsiteY6" fmla="*/ 180975 h 213359"/>
                <a:gd name="connsiteX7" fmla="*/ 172402 w 212407"/>
                <a:gd name="connsiteY7" fmla="*/ 205740 h 213359"/>
                <a:gd name="connsiteX8" fmla="*/ 199072 w 212407"/>
                <a:gd name="connsiteY8" fmla="*/ 212407 h 213359"/>
                <a:gd name="connsiteX9" fmla="*/ 207645 w 212407"/>
                <a:gd name="connsiteY9" fmla="*/ 212407 h 213359"/>
                <a:gd name="connsiteX10" fmla="*/ 212407 w 212407"/>
                <a:gd name="connsiteY10" fmla="*/ 207645 h 213359"/>
                <a:gd name="connsiteX11" fmla="*/ 212407 w 212407"/>
                <a:gd name="connsiteY11" fmla="*/ 185738 h 213359"/>
                <a:gd name="connsiteX12" fmla="*/ 188595 w 212407"/>
                <a:gd name="connsiteY12" fmla="*/ 150495 h 213359"/>
                <a:gd name="connsiteX13" fmla="*/ 175260 w 212407"/>
                <a:gd name="connsiteY13" fmla="*/ 144780 h 213359"/>
                <a:gd name="connsiteX14" fmla="*/ 146685 w 212407"/>
                <a:gd name="connsiteY14" fmla="*/ 126682 h 213359"/>
                <a:gd name="connsiteX15" fmla="*/ 148590 w 212407"/>
                <a:gd name="connsiteY15" fmla="*/ 99060 h 213359"/>
                <a:gd name="connsiteX16" fmla="*/ 201930 w 212407"/>
                <a:gd name="connsiteY16" fmla="*/ 45720 h 213359"/>
                <a:gd name="connsiteX17" fmla="*/ 212407 w 212407"/>
                <a:gd name="connsiteY17" fmla="*/ 20002 h 213359"/>
                <a:gd name="connsiteX18" fmla="*/ 211455 w 212407"/>
                <a:gd name="connsiteY18" fmla="*/ 12382 h 213359"/>
                <a:gd name="connsiteX19" fmla="*/ 207645 w 212407"/>
                <a:gd name="connsiteY19" fmla="*/ 5715 h 213359"/>
                <a:gd name="connsiteX20" fmla="*/ 193357 w 212407"/>
                <a:gd name="connsiteY20" fmla="*/ 0 h 213359"/>
                <a:gd name="connsiteX21" fmla="*/ 184785 w 212407"/>
                <a:gd name="connsiteY21" fmla="*/ 0 h 213359"/>
                <a:gd name="connsiteX22" fmla="*/ 149542 w 212407"/>
                <a:gd name="connsiteY22" fmla="*/ 15240 h 213359"/>
                <a:gd name="connsiteX23" fmla="*/ 105727 w 212407"/>
                <a:gd name="connsiteY23" fmla="*/ 59055 h 213359"/>
                <a:gd name="connsiteX24" fmla="*/ 57150 w 212407"/>
                <a:gd name="connsiteY24" fmla="*/ 107632 h 213359"/>
                <a:gd name="connsiteX25" fmla="*/ 57150 w 212407"/>
                <a:gd name="connsiteY25" fmla="*/ 31432 h 213359"/>
                <a:gd name="connsiteX26" fmla="*/ 25717 w 212407"/>
                <a:gd name="connsiteY26" fmla="*/ 0 h 213359"/>
                <a:gd name="connsiteX27" fmla="*/ 13335 w 212407"/>
                <a:gd name="connsiteY27" fmla="*/ 0 h 213359"/>
                <a:gd name="connsiteX28" fmla="*/ 1905 w 212407"/>
                <a:gd name="connsiteY28" fmla="*/ 952 h 213359"/>
                <a:gd name="connsiteX29" fmla="*/ 0 w 212407"/>
                <a:gd name="connsiteY29" fmla="*/ 6667 h 213359"/>
                <a:gd name="connsiteX30" fmla="*/ 0 w 212407"/>
                <a:gd name="connsiteY30" fmla="*/ 208597 h 213359"/>
                <a:gd name="connsiteX31" fmla="*/ 4763 w 212407"/>
                <a:gd name="connsiteY31" fmla="*/ 213360 h 213359"/>
                <a:gd name="connsiteX32" fmla="*/ 16192 w 212407"/>
                <a:gd name="connsiteY32" fmla="*/ 213360 h 213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12407" h="213359">
                  <a:moveTo>
                    <a:pt x="16192" y="212407"/>
                  </a:moveTo>
                  <a:cubicBezTo>
                    <a:pt x="30480" y="212407"/>
                    <a:pt x="41910" y="205740"/>
                    <a:pt x="51435" y="197167"/>
                  </a:cubicBezTo>
                  <a:cubicBezTo>
                    <a:pt x="51435" y="197167"/>
                    <a:pt x="57150" y="190500"/>
                    <a:pt x="64770" y="182880"/>
                  </a:cubicBezTo>
                  <a:cubicBezTo>
                    <a:pt x="69532" y="178117"/>
                    <a:pt x="75247" y="175260"/>
                    <a:pt x="81915" y="174307"/>
                  </a:cubicBezTo>
                  <a:cubicBezTo>
                    <a:pt x="82867" y="174307"/>
                    <a:pt x="86677" y="174307"/>
                    <a:pt x="86677" y="174307"/>
                  </a:cubicBezTo>
                  <a:cubicBezTo>
                    <a:pt x="88582" y="174307"/>
                    <a:pt x="91440" y="174307"/>
                    <a:pt x="93345" y="175260"/>
                  </a:cubicBezTo>
                  <a:cubicBezTo>
                    <a:pt x="100965" y="176213"/>
                    <a:pt x="107632" y="178117"/>
                    <a:pt x="113347" y="180975"/>
                  </a:cubicBezTo>
                  <a:lnTo>
                    <a:pt x="172402" y="205740"/>
                  </a:lnTo>
                  <a:cubicBezTo>
                    <a:pt x="172402" y="205740"/>
                    <a:pt x="186690" y="212407"/>
                    <a:pt x="199072" y="212407"/>
                  </a:cubicBezTo>
                  <a:lnTo>
                    <a:pt x="207645" y="212407"/>
                  </a:lnTo>
                  <a:cubicBezTo>
                    <a:pt x="210502" y="212407"/>
                    <a:pt x="212407" y="209550"/>
                    <a:pt x="212407" y="207645"/>
                  </a:cubicBezTo>
                  <a:lnTo>
                    <a:pt x="212407" y="185738"/>
                  </a:lnTo>
                  <a:cubicBezTo>
                    <a:pt x="212407" y="170497"/>
                    <a:pt x="203835" y="156210"/>
                    <a:pt x="188595" y="150495"/>
                  </a:cubicBezTo>
                  <a:lnTo>
                    <a:pt x="175260" y="144780"/>
                  </a:lnTo>
                  <a:cubicBezTo>
                    <a:pt x="164782" y="140970"/>
                    <a:pt x="152400" y="132397"/>
                    <a:pt x="146685" y="126682"/>
                  </a:cubicBezTo>
                  <a:cubicBezTo>
                    <a:pt x="146685" y="126682"/>
                    <a:pt x="134302" y="112395"/>
                    <a:pt x="148590" y="99060"/>
                  </a:cubicBezTo>
                  <a:lnTo>
                    <a:pt x="201930" y="45720"/>
                  </a:lnTo>
                  <a:cubicBezTo>
                    <a:pt x="208597" y="38100"/>
                    <a:pt x="212407" y="29527"/>
                    <a:pt x="212407" y="20002"/>
                  </a:cubicBezTo>
                  <a:cubicBezTo>
                    <a:pt x="212407" y="20002"/>
                    <a:pt x="212407" y="16192"/>
                    <a:pt x="211455" y="12382"/>
                  </a:cubicBezTo>
                  <a:cubicBezTo>
                    <a:pt x="210502" y="9525"/>
                    <a:pt x="208597" y="6667"/>
                    <a:pt x="207645" y="5715"/>
                  </a:cubicBezTo>
                  <a:cubicBezTo>
                    <a:pt x="203835" y="1905"/>
                    <a:pt x="200025" y="952"/>
                    <a:pt x="193357" y="0"/>
                  </a:cubicBezTo>
                  <a:lnTo>
                    <a:pt x="184785" y="0"/>
                  </a:lnTo>
                  <a:cubicBezTo>
                    <a:pt x="170497" y="0"/>
                    <a:pt x="159067" y="6667"/>
                    <a:pt x="149542" y="15240"/>
                  </a:cubicBezTo>
                  <a:cubicBezTo>
                    <a:pt x="149542" y="15240"/>
                    <a:pt x="114300" y="50482"/>
                    <a:pt x="105727" y="59055"/>
                  </a:cubicBezTo>
                  <a:lnTo>
                    <a:pt x="57150" y="107632"/>
                  </a:lnTo>
                  <a:lnTo>
                    <a:pt x="57150" y="31432"/>
                  </a:lnTo>
                  <a:cubicBezTo>
                    <a:pt x="57150" y="14288"/>
                    <a:pt x="42863" y="0"/>
                    <a:pt x="25717" y="0"/>
                  </a:cubicBezTo>
                  <a:lnTo>
                    <a:pt x="13335" y="0"/>
                  </a:lnTo>
                  <a:cubicBezTo>
                    <a:pt x="9525" y="0"/>
                    <a:pt x="4763" y="0"/>
                    <a:pt x="1905" y="952"/>
                  </a:cubicBezTo>
                  <a:cubicBezTo>
                    <a:pt x="0" y="1905"/>
                    <a:pt x="0" y="3810"/>
                    <a:pt x="0" y="6667"/>
                  </a:cubicBezTo>
                  <a:lnTo>
                    <a:pt x="0" y="208597"/>
                  </a:lnTo>
                  <a:cubicBezTo>
                    <a:pt x="0" y="211455"/>
                    <a:pt x="1905" y="213360"/>
                    <a:pt x="4763" y="213360"/>
                  </a:cubicBezTo>
                  <a:lnTo>
                    <a:pt x="16192" y="213360"/>
                  </a:lnTo>
                  <a:close/>
                </a:path>
              </a:pathLst>
            </a:custGeom>
            <a:grpFill/>
            <a:ln w="9525" cap="flat">
              <a:noFill/>
              <a:prstDash val="solid"/>
              <a:miter/>
            </a:ln>
          </p:spPr>
          <p:txBody>
            <a:bodyPr rtlCol="0" anchor="ctr"/>
            <a:lstStyle/>
            <a:p>
              <a:endParaRPr lang="ru-RU"/>
            </a:p>
          </p:txBody>
        </p:sp>
        <p:sp>
          <p:nvSpPr>
            <p:cNvPr id="11" name="Полилиния: фигура 10">
              <a:extLst>
                <a:ext uri="{FF2B5EF4-FFF2-40B4-BE49-F238E27FC236}">
                  <a16:creationId xmlns:a16="http://schemas.microsoft.com/office/drawing/2014/main" id="{A2B58CB1-F6A7-4EAA-9959-1CF154441928}"/>
                </a:ext>
              </a:extLst>
            </p:cNvPr>
            <p:cNvSpPr/>
            <p:nvPr/>
          </p:nvSpPr>
          <p:spPr>
            <a:xfrm>
              <a:off x="6104572" y="3315652"/>
              <a:ext cx="233362" cy="214312"/>
            </a:xfrm>
            <a:custGeom>
              <a:avLst/>
              <a:gdLst>
                <a:gd name="connsiteX0" fmla="*/ 228600 w 233362"/>
                <a:gd name="connsiteY0" fmla="*/ 188595 h 214312"/>
                <a:gd name="connsiteX1" fmla="*/ 195263 w 233362"/>
                <a:gd name="connsiteY1" fmla="*/ 167640 h 214312"/>
                <a:gd name="connsiteX2" fmla="*/ 171450 w 233362"/>
                <a:gd name="connsiteY2" fmla="*/ 148590 h 214312"/>
                <a:gd name="connsiteX3" fmla="*/ 200977 w 233362"/>
                <a:gd name="connsiteY3" fmla="*/ 126683 h 214312"/>
                <a:gd name="connsiteX4" fmla="*/ 212407 w 233362"/>
                <a:gd name="connsiteY4" fmla="*/ 93345 h 214312"/>
                <a:gd name="connsiteX5" fmla="*/ 200977 w 233362"/>
                <a:gd name="connsiteY5" fmla="*/ 57150 h 214312"/>
                <a:gd name="connsiteX6" fmla="*/ 172402 w 233362"/>
                <a:gd name="connsiteY6" fmla="*/ 27623 h 214312"/>
                <a:gd name="connsiteX7" fmla="*/ 133350 w 233362"/>
                <a:gd name="connsiteY7" fmla="*/ 7620 h 214312"/>
                <a:gd name="connsiteX8" fmla="*/ 90488 w 233362"/>
                <a:gd name="connsiteY8" fmla="*/ 0 h 214312"/>
                <a:gd name="connsiteX9" fmla="*/ 4763 w 233362"/>
                <a:gd name="connsiteY9" fmla="*/ 0 h 214312"/>
                <a:gd name="connsiteX10" fmla="*/ 0 w 233362"/>
                <a:gd name="connsiteY10" fmla="*/ 4763 h 214312"/>
                <a:gd name="connsiteX11" fmla="*/ 0 w 233362"/>
                <a:gd name="connsiteY11" fmla="*/ 148590 h 214312"/>
                <a:gd name="connsiteX12" fmla="*/ 0 w 233362"/>
                <a:gd name="connsiteY12" fmla="*/ 180975 h 214312"/>
                <a:gd name="connsiteX13" fmla="*/ 0 w 233362"/>
                <a:gd name="connsiteY13" fmla="*/ 192405 h 214312"/>
                <a:gd name="connsiteX14" fmla="*/ 0 w 233362"/>
                <a:gd name="connsiteY14" fmla="*/ 206693 h 214312"/>
                <a:gd name="connsiteX15" fmla="*/ 1905 w 233362"/>
                <a:gd name="connsiteY15" fmla="*/ 212408 h 214312"/>
                <a:gd name="connsiteX16" fmla="*/ 14288 w 233362"/>
                <a:gd name="connsiteY16" fmla="*/ 214313 h 214312"/>
                <a:gd name="connsiteX17" fmla="*/ 29527 w 233362"/>
                <a:gd name="connsiteY17" fmla="*/ 212408 h 214312"/>
                <a:gd name="connsiteX18" fmla="*/ 47625 w 233362"/>
                <a:gd name="connsiteY18" fmla="*/ 199073 h 214312"/>
                <a:gd name="connsiteX19" fmla="*/ 58102 w 233362"/>
                <a:gd name="connsiteY19" fmla="*/ 162877 h 214312"/>
                <a:gd name="connsiteX20" fmla="*/ 58102 w 233362"/>
                <a:gd name="connsiteY20" fmla="*/ 75248 h 214312"/>
                <a:gd name="connsiteX21" fmla="*/ 59055 w 233362"/>
                <a:gd name="connsiteY21" fmla="*/ 69533 h 214312"/>
                <a:gd name="connsiteX22" fmla="*/ 60960 w 233362"/>
                <a:gd name="connsiteY22" fmla="*/ 65723 h 214312"/>
                <a:gd name="connsiteX23" fmla="*/ 114300 w 233362"/>
                <a:gd name="connsiteY23" fmla="*/ 55245 h 214312"/>
                <a:gd name="connsiteX24" fmla="*/ 152400 w 233362"/>
                <a:gd name="connsiteY24" fmla="*/ 95250 h 214312"/>
                <a:gd name="connsiteX25" fmla="*/ 122873 w 233362"/>
                <a:gd name="connsiteY25" fmla="*/ 112395 h 214312"/>
                <a:gd name="connsiteX26" fmla="*/ 101917 w 233362"/>
                <a:gd name="connsiteY26" fmla="*/ 108585 h 214312"/>
                <a:gd name="connsiteX27" fmla="*/ 93345 w 233362"/>
                <a:gd name="connsiteY27" fmla="*/ 105727 h 214312"/>
                <a:gd name="connsiteX28" fmla="*/ 85725 w 233362"/>
                <a:gd name="connsiteY28" fmla="*/ 103823 h 214312"/>
                <a:gd name="connsiteX29" fmla="*/ 81915 w 233362"/>
                <a:gd name="connsiteY29" fmla="*/ 109538 h 214312"/>
                <a:gd name="connsiteX30" fmla="*/ 81915 w 233362"/>
                <a:gd name="connsiteY30" fmla="*/ 132398 h 214312"/>
                <a:gd name="connsiteX31" fmla="*/ 89535 w 233362"/>
                <a:gd name="connsiteY31" fmla="*/ 151448 h 214312"/>
                <a:gd name="connsiteX32" fmla="*/ 160020 w 233362"/>
                <a:gd name="connsiteY32" fmla="*/ 206693 h 214312"/>
                <a:gd name="connsiteX33" fmla="*/ 181927 w 233362"/>
                <a:gd name="connsiteY33" fmla="*/ 214313 h 214312"/>
                <a:gd name="connsiteX34" fmla="*/ 228600 w 233362"/>
                <a:gd name="connsiteY34" fmla="*/ 214313 h 214312"/>
                <a:gd name="connsiteX35" fmla="*/ 233363 w 233362"/>
                <a:gd name="connsiteY35" fmla="*/ 208598 h 214312"/>
                <a:gd name="connsiteX36" fmla="*/ 233363 w 233362"/>
                <a:gd name="connsiteY36" fmla="*/ 193358 h 214312"/>
                <a:gd name="connsiteX37" fmla="*/ 228600 w 233362"/>
                <a:gd name="connsiteY37" fmla="*/ 188595 h 214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33362" h="214312">
                  <a:moveTo>
                    <a:pt x="228600" y="188595"/>
                  </a:moveTo>
                  <a:cubicBezTo>
                    <a:pt x="228600" y="188595"/>
                    <a:pt x="217170" y="185738"/>
                    <a:pt x="195263" y="167640"/>
                  </a:cubicBezTo>
                  <a:cubicBezTo>
                    <a:pt x="183832" y="158115"/>
                    <a:pt x="175260" y="151448"/>
                    <a:pt x="171450" y="148590"/>
                  </a:cubicBezTo>
                  <a:cubicBezTo>
                    <a:pt x="175260" y="145733"/>
                    <a:pt x="188595" y="140970"/>
                    <a:pt x="200977" y="126683"/>
                  </a:cubicBezTo>
                  <a:cubicBezTo>
                    <a:pt x="208598" y="118110"/>
                    <a:pt x="212407" y="106680"/>
                    <a:pt x="212407" y="93345"/>
                  </a:cubicBezTo>
                  <a:cubicBezTo>
                    <a:pt x="212407" y="80963"/>
                    <a:pt x="208598" y="68580"/>
                    <a:pt x="200977" y="57150"/>
                  </a:cubicBezTo>
                  <a:cubicBezTo>
                    <a:pt x="193357" y="45720"/>
                    <a:pt x="183832" y="36195"/>
                    <a:pt x="172402" y="27623"/>
                  </a:cubicBezTo>
                  <a:cubicBezTo>
                    <a:pt x="160973" y="19050"/>
                    <a:pt x="147638" y="12383"/>
                    <a:pt x="133350" y="7620"/>
                  </a:cubicBezTo>
                  <a:cubicBezTo>
                    <a:pt x="119063" y="2858"/>
                    <a:pt x="104775" y="0"/>
                    <a:pt x="90488" y="0"/>
                  </a:cubicBezTo>
                  <a:cubicBezTo>
                    <a:pt x="90488" y="0"/>
                    <a:pt x="4763" y="0"/>
                    <a:pt x="4763" y="0"/>
                  </a:cubicBezTo>
                  <a:cubicBezTo>
                    <a:pt x="1905" y="0"/>
                    <a:pt x="0" y="1905"/>
                    <a:pt x="0" y="4763"/>
                  </a:cubicBezTo>
                  <a:lnTo>
                    <a:pt x="0" y="148590"/>
                  </a:lnTo>
                  <a:lnTo>
                    <a:pt x="0" y="180975"/>
                  </a:lnTo>
                  <a:lnTo>
                    <a:pt x="0" y="192405"/>
                  </a:lnTo>
                  <a:lnTo>
                    <a:pt x="0" y="206693"/>
                  </a:lnTo>
                  <a:cubicBezTo>
                    <a:pt x="0" y="208598"/>
                    <a:pt x="0" y="210502"/>
                    <a:pt x="1905" y="212408"/>
                  </a:cubicBezTo>
                  <a:cubicBezTo>
                    <a:pt x="4763" y="213360"/>
                    <a:pt x="10477" y="214313"/>
                    <a:pt x="14288" y="214313"/>
                  </a:cubicBezTo>
                  <a:cubicBezTo>
                    <a:pt x="19050" y="214313"/>
                    <a:pt x="24765" y="213360"/>
                    <a:pt x="29527" y="212408"/>
                  </a:cubicBezTo>
                  <a:cubicBezTo>
                    <a:pt x="37148" y="209550"/>
                    <a:pt x="42863" y="204788"/>
                    <a:pt x="47625" y="199073"/>
                  </a:cubicBezTo>
                  <a:cubicBezTo>
                    <a:pt x="56198" y="188595"/>
                    <a:pt x="58102" y="176213"/>
                    <a:pt x="58102" y="162877"/>
                  </a:cubicBezTo>
                  <a:lnTo>
                    <a:pt x="58102" y="75248"/>
                  </a:lnTo>
                  <a:cubicBezTo>
                    <a:pt x="58102" y="74295"/>
                    <a:pt x="58102" y="71438"/>
                    <a:pt x="59055" y="69533"/>
                  </a:cubicBezTo>
                  <a:cubicBezTo>
                    <a:pt x="60007" y="67627"/>
                    <a:pt x="60960" y="65723"/>
                    <a:pt x="60960" y="65723"/>
                  </a:cubicBezTo>
                  <a:cubicBezTo>
                    <a:pt x="67627" y="53340"/>
                    <a:pt x="89535" y="48577"/>
                    <a:pt x="114300" y="55245"/>
                  </a:cubicBezTo>
                  <a:cubicBezTo>
                    <a:pt x="146685" y="63818"/>
                    <a:pt x="156210" y="85725"/>
                    <a:pt x="152400" y="95250"/>
                  </a:cubicBezTo>
                  <a:cubicBezTo>
                    <a:pt x="148590" y="105727"/>
                    <a:pt x="137160" y="112395"/>
                    <a:pt x="122873" y="112395"/>
                  </a:cubicBezTo>
                  <a:cubicBezTo>
                    <a:pt x="116205" y="112395"/>
                    <a:pt x="108585" y="111443"/>
                    <a:pt x="101917" y="108585"/>
                  </a:cubicBezTo>
                  <a:cubicBezTo>
                    <a:pt x="101917" y="108585"/>
                    <a:pt x="97155" y="107633"/>
                    <a:pt x="93345" y="105727"/>
                  </a:cubicBezTo>
                  <a:cubicBezTo>
                    <a:pt x="91440" y="104775"/>
                    <a:pt x="88582" y="103823"/>
                    <a:pt x="85725" y="103823"/>
                  </a:cubicBezTo>
                  <a:cubicBezTo>
                    <a:pt x="82867" y="103823"/>
                    <a:pt x="81915" y="105727"/>
                    <a:pt x="81915" y="109538"/>
                  </a:cubicBezTo>
                  <a:lnTo>
                    <a:pt x="81915" y="132398"/>
                  </a:lnTo>
                  <a:cubicBezTo>
                    <a:pt x="81915" y="140018"/>
                    <a:pt x="84773" y="147638"/>
                    <a:pt x="89535" y="151448"/>
                  </a:cubicBezTo>
                  <a:cubicBezTo>
                    <a:pt x="89535" y="151448"/>
                    <a:pt x="160020" y="206693"/>
                    <a:pt x="160020" y="206693"/>
                  </a:cubicBezTo>
                  <a:cubicBezTo>
                    <a:pt x="166688" y="211455"/>
                    <a:pt x="174307" y="214313"/>
                    <a:pt x="181927" y="214313"/>
                  </a:cubicBezTo>
                  <a:lnTo>
                    <a:pt x="228600" y="214313"/>
                  </a:lnTo>
                  <a:cubicBezTo>
                    <a:pt x="231457" y="214313"/>
                    <a:pt x="233363" y="212408"/>
                    <a:pt x="233363" y="208598"/>
                  </a:cubicBezTo>
                  <a:lnTo>
                    <a:pt x="233363" y="193358"/>
                  </a:lnTo>
                  <a:cubicBezTo>
                    <a:pt x="231457" y="191452"/>
                    <a:pt x="230505" y="188595"/>
                    <a:pt x="228600" y="188595"/>
                  </a:cubicBezTo>
                </a:path>
              </a:pathLst>
            </a:custGeom>
            <a:grpFill/>
            <a:ln w="9525" cap="flat">
              <a:noFill/>
              <a:prstDash val="solid"/>
              <a:miter/>
            </a:ln>
          </p:spPr>
          <p:txBody>
            <a:bodyPr rtlCol="0" anchor="ctr"/>
            <a:lstStyle/>
            <a:p>
              <a:endParaRPr lang="ru-RU"/>
            </a:p>
          </p:txBody>
        </p:sp>
        <p:sp>
          <p:nvSpPr>
            <p:cNvPr id="12" name="Полилиния: фигура 11">
              <a:extLst>
                <a:ext uri="{FF2B5EF4-FFF2-40B4-BE49-F238E27FC236}">
                  <a16:creationId xmlns:a16="http://schemas.microsoft.com/office/drawing/2014/main" id="{74A2172D-B5CA-44B5-8424-6F3873933518}"/>
                </a:ext>
              </a:extLst>
            </p:cNvPr>
            <p:cNvSpPr/>
            <p:nvPr/>
          </p:nvSpPr>
          <p:spPr>
            <a:xfrm>
              <a:off x="5873114" y="3315652"/>
              <a:ext cx="213360" cy="212407"/>
            </a:xfrm>
            <a:custGeom>
              <a:avLst/>
              <a:gdLst>
                <a:gd name="connsiteX0" fmla="*/ 180023 w 213360"/>
                <a:gd name="connsiteY0" fmla="*/ 159068 h 212407"/>
                <a:gd name="connsiteX1" fmla="*/ 118110 w 213360"/>
                <a:gd name="connsiteY1" fmla="*/ 159068 h 212407"/>
                <a:gd name="connsiteX2" fmla="*/ 93345 w 213360"/>
                <a:gd name="connsiteY2" fmla="*/ 153352 h 212407"/>
                <a:gd name="connsiteX3" fmla="*/ 73343 w 213360"/>
                <a:gd name="connsiteY3" fmla="*/ 138113 h 212407"/>
                <a:gd name="connsiteX4" fmla="*/ 60008 w 213360"/>
                <a:gd name="connsiteY4" fmla="*/ 116205 h 212407"/>
                <a:gd name="connsiteX5" fmla="*/ 55245 w 213360"/>
                <a:gd name="connsiteY5" fmla="*/ 91440 h 212407"/>
                <a:gd name="connsiteX6" fmla="*/ 64770 w 213360"/>
                <a:gd name="connsiteY6" fmla="*/ 65723 h 212407"/>
                <a:gd name="connsiteX7" fmla="*/ 71438 w 213360"/>
                <a:gd name="connsiteY7" fmla="*/ 60960 h 212407"/>
                <a:gd name="connsiteX8" fmla="*/ 80010 w 213360"/>
                <a:gd name="connsiteY8" fmla="*/ 58102 h 212407"/>
                <a:gd name="connsiteX9" fmla="*/ 92393 w 213360"/>
                <a:gd name="connsiteY9" fmla="*/ 57150 h 212407"/>
                <a:gd name="connsiteX10" fmla="*/ 104775 w 213360"/>
                <a:gd name="connsiteY10" fmla="*/ 58102 h 212407"/>
                <a:gd name="connsiteX11" fmla="*/ 124777 w 213360"/>
                <a:gd name="connsiteY11" fmla="*/ 66675 h 212407"/>
                <a:gd name="connsiteX12" fmla="*/ 151448 w 213360"/>
                <a:gd name="connsiteY12" fmla="*/ 90488 h 212407"/>
                <a:gd name="connsiteX13" fmla="*/ 87630 w 213360"/>
                <a:gd name="connsiteY13" fmla="*/ 90488 h 212407"/>
                <a:gd name="connsiteX14" fmla="*/ 81915 w 213360"/>
                <a:gd name="connsiteY14" fmla="*/ 95250 h 212407"/>
                <a:gd name="connsiteX15" fmla="*/ 85725 w 213360"/>
                <a:gd name="connsiteY15" fmla="*/ 111443 h 212407"/>
                <a:gd name="connsiteX16" fmla="*/ 125730 w 213360"/>
                <a:gd name="connsiteY16" fmla="*/ 135255 h 212407"/>
                <a:gd name="connsiteX17" fmla="*/ 185738 w 213360"/>
                <a:gd name="connsiteY17" fmla="*/ 135255 h 212407"/>
                <a:gd name="connsiteX18" fmla="*/ 207645 w 213360"/>
                <a:gd name="connsiteY18" fmla="*/ 126683 h 212407"/>
                <a:gd name="connsiteX19" fmla="*/ 212408 w 213360"/>
                <a:gd name="connsiteY19" fmla="*/ 108585 h 212407"/>
                <a:gd name="connsiteX20" fmla="*/ 202883 w 213360"/>
                <a:gd name="connsiteY20" fmla="*/ 71438 h 212407"/>
                <a:gd name="connsiteX21" fmla="*/ 176213 w 213360"/>
                <a:gd name="connsiteY21" fmla="*/ 36195 h 212407"/>
                <a:gd name="connsiteX22" fmla="*/ 138113 w 213360"/>
                <a:gd name="connsiteY22" fmla="*/ 10477 h 212407"/>
                <a:gd name="connsiteX23" fmla="*/ 92393 w 213360"/>
                <a:gd name="connsiteY23" fmla="*/ 0 h 212407"/>
                <a:gd name="connsiteX24" fmla="*/ 4763 w 213360"/>
                <a:gd name="connsiteY24" fmla="*/ 0 h 212407"/>
                <a:gd name="connsiteX25" fmla="*/ 0 w 213360"/>
                <a:gd name="connsiteY25" fmla="*/ 4763 h 212407"/>
                <a:gd name="connsiteX26" fmla="*/ 0 w 213360"/>
                <a:gd name="connsiteY26" fmla="*/ 92393 h 212407"/>
                <a:gd name="connsiteX27" fmla="*/ 9525 w 213360"/>
                <a:gd name="connsiteY27" fmla="*/ 139065 h 212407"/>
                <a:gd name="connsiteX28" fmla="*/ 35243 w 213360"/>
                <a:gd name="connsiteY28" fmla="*/ 177165 h 212407"/>
                <a:gd name="connsiteX29" fmla="*/ 73343 w 213360"/>
                <a:gd name="connsiteY29" fmla="*/ 202883 h 212407"/>
                <a:gd name="connsiteX30" fmla="*/ 120015 w 213360"/>
                <a:gd name="connsiteY30" fmla="*/ 212408 h 212407"/>
                <a:gd name="connsiteX31" fmla="*/ 208598 w 213360"/>
                <a:gd name="connsiteY31" fmla="*/ 212408 h 212407"/>
                <a:gd name="connsiteX32" fmla="*/ 213360 w 213360"/>
                <a:gd name="connsiteY32" fmla="*/ 207645 h 212407"/>
                <a:gd name="connsiteX33" fmla="*/ 213360 w 213360"/>
                <a:gd name="connsiteY33" fmla="*/ 189548 h 212407"/>
                <a:gd name="connsiteX34" fmla="*/ 204788 w 213360"/>
                <a:gd name="connsiteY34" fmla="*/ 165735 h 212407"/>
                <a:gd name="connsiteX35" fmla="*/ 180023 w 213360"/>
                <a:gd name="connsiteY35" fmla="*/ 159068 h 21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3360" h="212407">
                  <a:moveTo>
                    <a:pt x="180023" y="159068"/>
                  </a:moveTo>
                  <a:lnTo>
                    <a:pt x="118110" y="159068"/>
                  </a:lnTo>
                  <a:cubicBezTo>
                    <a:pt x="109538" y="159068"/>
                    <a:pt x="100965" y="157163"/>
                    <a:pt x="93345" y="153352"/>
                  </a:cubicBezTo>
                  <a:cubicBezTo>
                    <a:pt x="86677" y="150495"/>
                    <a:pt x="76200" y="141923"/>
                    <a:pt x="73343" y="138113"/>
                  </a:cubicBezTo>
                  <a:cubicBezTo>
                    <a:pt x="67627" y="131445"/>
                    <a:pt x="62865" y="124777"/>
                    <a:pt x="60008" y="116205"/>
                  </a:cubicBezTo>
                  <a:cubicBezTo>
                    <a:pt x="57150" y="107633"/>
                    <a:pt x="55245" y="100013"/>
                    <a:pt x="55245" y="91440"/>
                  </a:cubicBezTo>
                  <a:cubicBezTo>
                    <a:pt x="55245" y="80010"/>
                    <a:pt x="58102" y="71438"/>
                    <a:pt x="64770" y="65723"/>
                  </a:cubicBezTo>
                  <a:cubicBezTo>
                    <a:pt x="65723" y="64770"/>
                    <a:pt x="68580" y="62865"/>
                    <a:pt x="71438" y="60960"/>
                  </a:cubicBezTo>
                  <a:cubicBezTo>
                    <a:pt x="74295" y="59055"/>
                    <a:pt x="78105" y="58102"/>
                    <a:pt x="80010" y="58102"/>
                  </a:cubicBezTo>
                  <a:cubicBezTo>
                    <a:pt x="83820" y="57150"/>
                    <a:pt x="87630" y="57150"/>
                    <a:pt x="92393" y="57150"/>
                  </a:cubicBezTo>
                  <a:cubicBezTo>
                    <a:pt x="97155" y="57150"/>
                    <a:pt x="100965" y="58102"/>
                    <a:pt x="104775" y="58102"/>
                  </a:cubicBezTo>
                  <a:cubicBezTo>
                    <a:pt x="111443" y="59055"/>
                    <a:pt x="118110" y="61913"/>
                    <a:pt x="124777" y="66675"/>
                  </a:cubicBezTo>
                  <a:cubicBezTo>
                    <a:pt x="134302" y="72390"/>
                    <a:pt x="144780" y="81915"/>
                    <a:pt x="151448" y="90488"/>
                  </a:cubicBezTo>
                  <a:lnTo>
                    <a:pt x="87630" y="90488"/>
                  </a:lnTo>
                  <a:cubicBezTo>
                    <a:pt x="83820" y="90488"/>
                    <a:pt x="81915" y="92393"/>
                    <a:pt x="81915" y="95250"/>
                  </a:cubicBezTo>
                  <a:cubicBezTo>
                    <a:pt x="81915" y="101918"/>
                    <a:pt x="82868" y="105727"/>
                    <a:pt x="85725" y="111443"/>
                  </a:cubicBezTo>
                  <a:cubicBezTo>
                    <a:pt x="88583" y="117158"/>
                    <a:pt x="100965" y="135255"/>
                    <a:pt x="125730" y="135255"/>
                  </a:cubicBezTo>
                  <a:lnTo>
                    <a:pt x="185738" y="135255"/>
                  </a:lnTo>
                  <a:cubicBezTo>
                    <a:pt x="196215" y="135255"/>
                    <a:pt x="203835" y="132398"/>
                    <a:pt x="207645" y="126683"/>
                  </a:cubicBezTo>
                  <a:cubicBezTo>
                    <a:pt x="211455" y="120968"/>
                    <a:pt x="212408" y="116205"/>
                    <a:pt x="212408" y="108585"/>
                  </a:cubicBezTo>
                  <a:cubicBezTo>
                    <a:pt x="212408" y="96202"/>
                    <a:pt x="209550" y="84773"/>
                    <a:pt x="202883" y="71438"/>
                  </a:cubicBezTo>
                  <a:cubicBezTo>
                    <a:pt x="196215" y="58102"/>
                    <a:pt x="187643" y="46673"/>
                    <a:pt x="176213" y="36195"/>
                  </a:cubicBezTo>
                  <a:cubicBezTo>
                    <a:pt x="164783" y="25718"/>
                    <a:pt x="152400" y="17145"/>
                    <a:pt x="138113" y="10477"/>
                  </a:cubicBezTo>
                  <a:cubicBezTo>
                    <a:pt x="123825" y="3810"/>
                    <a:pt x="108585" y="0"/>
                    <a:pt x="92393" y="0"/>
                  </a:cubicBezTo>
                  <a:lnTo>
                    <a:pt x="4763" y="0"/>
                  </a:lnTo>
                  <a:cubicBezTo>
                    <a:pt x="1905" y="0"/>
                    <a:pt x="0" y="1905"/>
                    <a:pt x="0" y="4763"/>
                  </a:cubicBezTo>
                  <a:lnTo>
                    <a:pt x="0" y="92393"/>
                  </a:lnTo>
                  <a:cubicBezTo>
                    <a:pt x="0" y="108585"/>
                    <a:pt x="2858" y="123825"/>
                    <a:pt x="9525" y="139065"/>
                  </a:cubicBezTo>
                  <a:cubicBezTo>
                    <a:pt x="16193" y="153352"/>
                    <a:pt x="24765" y="166688"/>
                    <a:pt x="35243" y="177165"/>
                  </a:cubicBezTo>
                  <a:cubicBezTo>
                    <a:pt x="45720" y="188595"/>
                    <a:pt x="59055" y="197168"/>
                    <a:pt x="73343" y="202883"/>
                  </a:cubicBezTo>
                  <a:cubicBezTo>
                    <a:pt x="87630" y="209550"/>
                    <a:pt x="102870" y="212408"/>
                    <a:pt x="120015" y="212408"/>
                  </a:cubicBezTo>
                  <a:lnTo>
                    <a:pt x="208598" y="212408"/>
                  </a:lnTo>
                  <a:cubicBezTo>
                    <a:pt x="211455" y="212408"/>
                    <a:pt x="213360" y="210502"/>
                    <a:pt x="213360" y="207645"/>
                  </a:cubicBezTo>
                  <a:lnTo>
                    <a:pt x="213360" y="189548"/>
                  </a:lnTo>
                  <a:cubicBezTo>
                    <a:pt x="213360" y="179070"/>
                    <a:pt x="210502" y="171450"/>
                    <a:pt x="204788" y="165735"/>
                  </a:cubicBezTo>
                  <a:cubicBezTo>
                    <a:pt x="198120" y="161925"/>
                    <a:pt x="190500" y="159068"/>
                    <a:pt x="180023" y="159068"/>
                  </a:cubicBezTo>
                </a:path>
              </a:pathLst>
            </a:custGeom>
            <a:grpFill/>
            <a:ln w="9525" cap="flat">
              <a:noFill/>
              <a:prstDash val="solid"/>
              <a:miter/>
            </a:ln>
          </p:spPr>
          <p:txBody>
            <a:bodyPr rtlCol="0" anchor="ctr"/>
            <a:lstStyle/>
            <a:p>
              <a:endParaRPr lang="ru-RU"/>
            </a:p>
          </p:txBody>
        </p:sp>
        <p:sp>
          <p:nvSpPr>
            <p:cNvPr id="13" name="Полилиния: фигура 12">
              <a:extLst>
                <a:ext uri="{FF2B5EF4-FFF2-40B4-BE49-F238E27FC236}">
                  <a16:creationId xmlns:a16="http://schemas.microsoft.com/office/drawing/2014/main" id="{D1900A6F-25E2-467E-8CA0-88491E91ED1D}"/>
                </a:ext>
              </a:extLst>
            </p:cNvPr>
            <p:cNvSpPr/>
            <p:nvPr/>
          </p:nvSpPr>
          <p:spPr>
            <a:xfrm>
              <a:off x="5409247" y="3315652"/>
              <a:ext cx="446722" cy="214312"/>
            </a:xfrm>
            <a:custGeom>
              <a:avLst/>
              <a:gdLst>
                <a:gd name="connsiteX0" fmla="*/ 444818 w 446722"/>
                <a:gd name="connsiteY0" fmla="*/ 32385 h 214312"/>
                <a:gd name="connsiteX1" fmla="*/ 413385 w 446722"/>
                <a:gd name="connsiteY1" fmla="*/ 952 h 214312"/>
                <a:gd name="connsiteX2" fmla="*/ 380048 w 446722"/>
                <a:gd name="connsiteY2" fmla="*/ 952 h 214312"/>
                <a:gd name="connsiteX3" fmla="*/ 376238 w 446722"/>
                <a:gd name="connsiteY3" fmla="*/ 2858 h 214312"/>
                <a:gd name="connsiteX4" fmla="*/ 309563 w 446722"/>
                <a:gd name="connsiteY4" fmla="*/ 64770 h 214312"/>
                <a:gd name="connsiteX5" fmla="*/ 222885 w 446722"/>
                <a:gd name="connsiteY5" fmla="*/ 98108 h 214312"/>
                <a:gd name="connsiteX6" fmla="*/ 133350 w 446722"/>
                <a:gd name="connsiteY6" fmla="*/ 61913 h 214312"/>
                <a:gd name="connsiteX7" fmla="*/ 83820 w 446722"/>
                <a:gd name="connsiteY7" fmla="*/ 15240 h 214312"/>
                <a:gd name="connsiteX8" fmla="*/ 46672 w 446722"/>
                <a:gd name="connsiteY8" fmla="*/ 0 h 214312"/>
                <a:gd name="connsiteX9" fmla="*/ 6668 w 446722"/>
                <a:gd name="connsiteY9" fmla="*/ 0 h 214312"/>
                <a:gd name="connsiteX10" fmla="*/ 0 w 446722"/>
                <a:gd name="connsiteY10" fmla="*/ 6668 h 214312"/>
                <a:gd name="connsiteX11" fmla="*/ 0 w 446722"/>
                <a:gd name="connsiteY11" fmla="*/ 181927 h 214312"/>
                <a:gd name="connsiteX12" fmla="*/ 31433 w 446722"/>
                <a:gd name="connsiteY12" fmla="*/ 213360 h 214312"/>
                <a:gd name="connsiteX13" fmla="*/ 43815 w 446722"/>
                <a:gd name="connsiteY13" fmla="*/ 213360 h 214312"/>
                <a:gd name="connsiteX14" fmla="*/ 52388 w 446722"/>
                <a:gd name="connsiteY14" fmla="*/ 213360 h 214312"/>
                <a:gd name="connsiteX15" fmla="*/ 59055 w 446722"/>
                <a:gd name="connsiteY15" fmla="*/ 206693 h 214312"/>
                <a:gd name="connsiteX16" fmla="*/ 59055 w 446722"/>
                <a:gd name="connsiteY16" fmla="*/ 144780 h 214312"/>
                <a:gd name="connsiteX17" fmla="*/ 88583 w 446722"/>
                <a:gd name="connsiteY17" fmla="*/ 115252 h 214312"/>
                <a:gd name="connsiteX18" fmla="*/ 159067 w 446722"/>
                <a:gd name="connsiteY18" fmla="*/ 158115 h 214312"/>
                <a:gd name="connsiteX19" fmla="*/ 223838 w 446722"/>
                <a:gd name="connsiteY19" fmla="*/ 199073 h 214312"/>
                <a:gd name="connsiteX20" fmla="*/ 288608 w 446722"/>
                <a:gd name="connsiteY20" fmla="*/ 158115 h 214312"/>
                <a:gd name="connsiteX21" fmla="*/ 359093 w 446722"/>
                <a:gd name="connsiteY21" fmla="*/ 115252 h 214312"/>
                <a:gd name="connsiteX22" fmla="*/ 388620 w 446722"/>
                <a:gd name="connsiteY22" fmla="*/ 144780 h 214312"/>
                <a:gd name="connsiteX23" fmla="*/ 388620 w 446722"/>
                <a:gd name="connsiteY23" fmla="*/ 182880 h 214312"/>
                <a:gd name="connsiteX24" fmla="*/ 420053 w 446722"/>
                <a:gd name="connsiteY24" fmla="*/ 214313 h 214312"/>
                <a:gd name="connsiteX25" fmla="*/ 433388 w 446722"/>
                <a:gd name="connsiteY25" fmla="*/ 214313 h 214312"/>
                <a:gd name="connsiteX26" fmla="*/ 440055 w 446722"/>
                <a:gd name="connsiteY26" fmla="*/ 214313 h 214312"/>
                <a:gd name="connsiteX27" fmla="*/ 440055 w 446722"/>
                <a:gd name="connsiteY27" fmla="*/ 214313 h 214312"/>
                <a:gd name="connsiteX28" fmla="*/ 446723 w 446722"/>
                <a:gd name="connsiteY28" fmla="*/ 207645 h 214312"/>
                <a:gd name="connsiteX29" fmla="*/ 444818 w 446722"/>
                <a:gd name="connsiteY29" fmla="*/ 32385 h 214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46722" h="214312">
                  <a:moveTo>
                    <a:pt x="444818" y="32385"/>
                  </a:moveTo>
                  <a:cubicBezTo>
                    <a:pt x="444818" y="15240"/>
                    <a:pt x="430530" y="952"/>
                    <a:pt x="413385" y="952"/>
                  </a:cubicBezTo>
                  <a:lnTo>
                    <a:pt x="380048" y="952"/>
                  </a:lnTo>
                  <a:cubicBezTo>
                    <a:pt x="378143" y="952"/>
                    <a:pt x="377190" y="1905"/>
                    <a:pt x="376238" y="2858"/>
                  </a:cubicBezTo>
                  <a:lnTo>
                    <a:pt x="309563" y="64770"/>
                  </a:lnTo>
                  <a:cubicBezTo>
                    <a:pt x="286703" y="85725"/>
                    <a:pt x="256223" y="98108"/>
                    <a:pt x="222885" y="98108"/>
                  </a:cubicBezTo>
                  <a:cubicBezTo>
                    <a:pt x="187642" y="98108"/>
                    <a:pt x="156210" y="84773"/>
                    <a:pt x="133350" y="61913"/>
                  </a:cubicBezTo>
                  <a:cubicBezTo>
                    <a:pt x="133350" y="61913"/>
                    <a:pt x="84773" y="16193"/>
                    <a:pt x="83820" y="15240"/>
                  </a:cubicBezTo>
                  <a:cubicBezTo>
                    <a:pt x="74295" y="6668"/>
                    <a:pt x="61913" y="952"/>
                    <a:pt x="46672" y="0"/>
                  </a:cubicBezTo>
                  <a:lnTo>
                    <a:pt x="6668" y="0"/>
                  </a:lnTo>
                  <a:cubicBezTo>
                    <a:pt x="2858" y="0"/>
                    <a:pt x="0" y="2858"/>
                    <a:pt x="0" y="6668"/>
                  </a:cubicBezTo>
                  <a:lnTo>
                    <a:pt x="0" y="181927"/>
                  </a:lnTo>
                  <a:cubicBezTo>
                    <a:pt x="0" y="199073"/>
                    <a:pt x="14288" y="213360"/>
                    <a:pt x="31433" y="213360"/>
                  </a:cubicBezTo>
                  <a:lnTo>
                    <a:pt x="43815" y="213360"/>
                  </a:lnTo>
                  <a:lnTo>
                    <a:pt x="52388" y="213360"/>
                  </a:lnTo>
                  <a:cubicBezTo>
                    <a:pt x="56197" y="213360"/>
                    <a:pt x="59055" y="210502"/>
                    <a:pt x="59055" y="206693"/>
                  </a:cubicBezTo>
                  <a:lnTo>
                    <a:pt x="59055" y="144780"/>
                  </a:lnTo>
                  <a:cubicBezTo>
                    <a:pt x="59055" y="128588"/>
                    <a:pt x="72390" y="115252"/>
                    <a:pt x="88583" y="115252"/>
                  </a:cubicBezTo>
                  <a:cubicBezTo>
                    <a:pt x="118110" y="115252"/>
                    <a:pt x="140017" y="140970"/>
                    <a:pt x="159067" y="158115"/>
                  </a:cubicBezTo>
                  <a:cubicBezTo>
                    <a:pt x="182880" y="179070"/>
                    <a:pt x="200978" y="199073"/>
                    <a:pt x="223838" y="199073"/>
                  </a:cubicBezTo>
                  <a:cubicBezTo>
                    <a:pt x="246698" y="199073"/>
                    <a:pt x="264795" y="179070"/>
                    <a:pt x="288608" y="158115"/>
                  </a:cubicBezTo>
                  <a:cubicBezTo>
                    <a:pt x="307658" y="140970"/>
                    <a:pt x="329565" y="115252"/>
                    <a:pt x="359093" y="115252"/>
                  </a:cubicBezTo>
                  <a:cubicBezTo>
                    <a:pt x="375285" y="115252"/>
                    <a:pt x="388620" y="128588"/>
                    <a:pt x="388620" y="144780"/>
                  </a:cubicBezTo>
                  <a:lnTo>
                    <a:pt x="388620" y="182880"/>
                  </a:lnTo>
                  <a:cubicBezTo>
                    <a:pt x="388620" y="200025"/>
                    <a:pt x="402907" y="214313"/>
                    <a:pt x="420053" y="214313"/>
                  </a:cubicBezTo>
                  <a:lnTo>
                    <a:pt x="433388" y="214313"/>
                  </a:lnTo>
                  <a:cubicBezTo>
                    <a:pt x="437198" y="214313"/>
                    <a:pt x="440055" y="214313"/>
                    <a:pt x="440055" y="214313"/>
                  </a:cubicBezTo>
                  <a:lnTo>
                    <a:pt x="440055" y="214313"/>
                  </a:lnTo>
                  <a:cubicBezTo>
                    <a:pt x="443865" y="214313"/>
                    <a:pt x="446723" y="211455"/>
                    <a:pt x="446723" y="207645"/>
                  </a:cubicBezTo>
                  <a:cubicBezTo>
                    <a:pt x="444818" y="207645"/>
                    <a:pt x="444818" y="34290"/>
                    <a:pt x="444818" y="32385"/>
                  </a:cubicBezTo>
                </a:path>
              </a:pathLst>
            </a:custGeom>
            <a:grpFill/>
            <a:ln w="9525" cap="flat">
              <a:noFill/>
              <a:prstDash val="solid"/>
              <a:miter/>
            </a:ln>
          </p:spPr>
          <p:txBody>
            <a:bodyPr rtlCol="0" anchor="ctr"/>
            <a:lstStyle/>
            <a:p>
              <a:endParaRPr lang="ru-RU"/>
            </a:p>
          </p:txBody>
        </p:sp>
        <p:sp>
          <p:nvSpPr>
            <p:cNvPr id="14" name="Полилиния: фигура 13">
              <a:extLst>
                <a:ext uri="{FF2B5EF4-FFF2-40B4-BE49-F238E27FC236}">
                  <a16:creationId xmlns:a16="http://schemas.microsoft.com/office/drawing/2014/main" id="{85E9D78A-7D5B-47F0-BCD6-2B9BDE22C856}"/>
                </a:ext>
              </a:extLst>
            </p:cNvPr>
            <p:cNvSpPr/>
            <p:nvPr/>
          </p:nvSpPr>
          <p:spPr>
            <a:xfrm>
              <a:off x="6336029" y="3315652"/>
              <a:ext cx="213360" cy="216217"/>
            </a:xfrm>
            <a:custGeom>
              <a:avLst/>
              <a:gdLst>
                <a:gd name="connsiteX0" fmla="*/ 208598 w 213360"/>
                <a:gd name="connsiteY0" fmla="*/ 124777 h 216217"/>
                <a:gd name="connsiteX1" fmla="*/ 176213 w 213360"/>
                <a:gd name="connsiteY1" fmla="*/ 124777 h 216217"/>
                <a:gd name="connsiteX2" fmla="*/ 153353 w 213360"/>
                <a:gd name="connsiteY2" fmla="*/ 140018 h 216217"/>
                <a:gd name="connsiteX3" fmla="*/ 142875 w 213360"/>
                <a:gd name="connsiteY3" fmla="*/ 156210 h 216217"/>
                <a:gd name="connsiteX4" fmla="*/ 122873 w 213360"/>
                <a:gd name="connsiteY4" fmla="*/ 161925 h 216217"/>
                <a:gd name="connsiteX5" fmla="*/ 100013 w 213360"/>
                <a:gd name="connsiteY5" fmla="*/ 155258 h 216217"/>
                <a:gd name="connsiteX6" fmla="*/ 79058 w 213360"/>
                <a:gd name="connsiteY6" fmla="*/ 139065 h 216217"/>
                <a:gd name="connsiteX7" fmla="*/ 63817 w 213360"/>
                <a:gd name="connsiteY7" fmla="*/ 116205 h 216217"/>
                <a:gd name="connsiteX8" fmla="*/ 58103 w 213360"/>
                <a:gd name="connsiteY8" fmla="*/ 91440 h 216217"/>
                <a:gd name="connsiteX9" fmla="*/ 67628 w 213360"/>
                <a:gd name="connsiteY9" fmla="*/ 65723 h 216217"/>
                <a:gd name="connsiteX10" fmla="*/ 91440 w 213360"/>
                <a:gd name="connsiteY10" fmla="*/ 56198 h 216217"/>
                <a:gd name="connsiteX11" fmla="*/ 123825 w 213360"/>
                <a:gd name="connsiteY11" fmla="*/ 68580 h 216217"/>
                <a:gd name="connsiteX12" fmla="*/ 138113 w 213360"/>
                <a:gd name="connsiteY12" fmla="*/ 73343 h 216217"/>
                <a:gd name="connsiteX13" fmla="*/ 153353 w 213360"/>
                <a:gd name="connsiteY13" fmla="*/ 64770 h 216217"/>
                <a:gd name="connsiteX14" fmla="*/ 175260 w 213360"/>
                <a:gd name="connsiteY14" fmla="*/ 42863 h 216217"/>
                <a:gd name="connsiteX15" fmla="*/ 177165 w 213360"/>
                <a:gd name="connsiteY15" fmla="*/ 39052 h 216217"/>
                <a:gd name="connsiteX16" fmla="*/ 174308 w 213360"/>
                <a:gd name="connsiteY16" fmla="*/ 35243 h 216217"/>
                <a:gd name="connsiteX17" fmla="*/ 135255 w 213360"/>
                <a:gd name="connsiteY17" fmla="*/ 9525 h 216217"/>
                <a:gd name="connsiteX18" fmla="*/ 91440 w 213360"/>
                <a:gd name="connsiteY18" fmla="*/ 0 h 216217"/>
                <a:gd name="connsiteX19" fmla="*/ 4763 w 213360"/>
                <a:gd name="connsiteY19" fmla="*/ 0 h 216217"/>
                <a:gd name="connsiteX20" fmla="*/ 0 w 213360"/>
                <a:gd name="connsiteY20" fmla="*/ 5715 h 216217"/>
                <a:gd name="connsiteX21" fmla="*/ 0 w 213360"/>
                <a:gd name="connsiteY21" fmla="*/ 91440 h 216217"/>
                <a:gd name="connsiteX22" fmla="*/ 10478 w 213360"/>
                <a:gd name="connsiteY22" fmla="*/ 139065 h 216217"/>
                <a:gd name="connsiteX23" fmla="*/ 38100 w 213360"/>
                <a:gd name="connsiteY23" fmla="*/ 178118 h 216217"/>
                <a:gd name="connsiteX24" fmla="*/ 77153 w 213360"/>
                <a:gd name="connsiteY24" fmla="*/ 205740 h 216217"/>
                <a:gd name="connsiteX25" fmla="*/ 122873 w 213360"/>
                <a:gd name="connsiteY25" fmla="*/ 216218 h 216217"/>
                <a:gd name="connsiteX26" fmla="*/ 158115 w 213360"/>
                <a:gd name="connsiteY26" fmla="*/ 209550 h 216217"/>
                <a:gd name="connsiteX27" fmla="*/ 185738 w 213360"/>
                <a:gd name="connsiteY27" fmla="*/ 191452 h 216217"/>
                <a:gd name="connsiteX28" fmla="*/ 204788 w 213360"/>
                <a:gd name="connsiteY28" fmla="*/ 163830 h 216217"/>
                <a:gd name="connsiteX29" fmla="*/ 213360 w 213360"/>
                <a:gd name="connsiteY29" fmla="*/ 129540 h 216217"/>
                <a:gd name="connsiteX30" fmla="*/ 208598 w 213360"/>
                <a:gd name="connsiteY30" fmla="*/ 124777 h 216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13360" h="216217">
                  <a:moveTo>
                    <a:pt x="208598" y="124777"/>
                  </a:moveTo>
                  <a:lnTo>
                    <a:pt x="176213" y="124777"/>
                  </a:lnTo>
                  <a:cubicBezTo>
                    <a:pt x="164783" y="124777"/>
                    <a:pt x="156210" y="129540"/>
                    <a:pt x="153353" y="140018"/>
                  </a:cubicBezTo>
                  <a:cubicBezTo>
                    <a:pt x="151448" y="146685"/>
                    <a:pt x="147638" y="152400"/>
                    <a:pt x="142875" y="156210"/>
                  </a:cubicBezTo>
                  <a:cubicBezTo>
                    <a:pt x="138113" y="160020"/>
                    <a:pt x="131445" y="161925"/>
                    <a:pt x="122873" y="161925"/>
                  </a:cubicBezTo>
                  <a:cubicBezTo>
                    <a:pt x="115253" y="161925"/>
                    <a:pt x="107633" y="160020"/>
                    <a:pt x="100013" y="155258"/>
                  </a:cubicBezTo>
                  <a:cubicBezTo>
                    <a:pt x="92392" y="151448"/>
                    <a:pt x="85725" y="145733"/>
                    <a:pt x="79058" y="139065"/>
                  </a:cubicBezTo>
                  <a:cubicBezTo>
                    <a:pt x="73342" y="132398"/>
                    <a:pt x="67628" y="124777"/>
                    <a:pt x="63817" y="116205"/>
                  </a:cubicBezTo>
                  <a:cubicBezTo>
                    <a:pt x="60008" y="107633"/>
                    <a:pt x="58103" y="99060"/>
                    <a:pt x="58103" y="91440"/>
                  </a:cubicBezTo>
                  <a:cubicBezTo>
                    <a:pt x="58103" y="80963"/>
                    <a:pt x="60960" y="72390"/>
                    <a:pt x="67628" y="65723"/>
                  </a:cubicBezTo>
                  <a:cubicBezTo>
                    <a:pt x="74295" y="59055"/>
                    <a:pt x="81915" y="56198"/>
                    <a:pt x="91440" y="56198"/>
                  </a:cubicBezTo>
                  <a:cubicBezTo>
                    <a:pt x="102870" y="56198"/>
                    <a:pt x="113348" y="60008"/>
                    <a:pt x="123825" y="68580"/>
                  </a:cubicBezTo>
                  <a:cubicBezTo>
                    <a:pt x="128588" y="71438"/>
                    <a:pt x="133350" y="73343"/>
                    <a:pt x="138113" y="73343"/>
                  </a:cubicBezTo>
                  <a:cubicBezTo>
                    <a:pt x="142875" y="73343"/>
                    <a:pt x="148590" y="70485"/>
                    <a:pt x="153353" y="64770"/>
                  </a:cubicBezTo>
                  <a:lnTo>
                    <a:pt x="175260" y="42863"/>
                  </a:lnTo>
                  <a:cubicBezTo>
                    <a:pt x="176213" y="41910"/>
                    <a:pt x="177165" y="40005"/>
                    <a:pt x="177165" y="39052"/>
                  </a:cubicBezTo>
                  <a:cubicBezTo>
                    <a:pt x="177165" y="38100"/>
                    <a:pt x="176213" y="37148"/>
                    <a:pt x="174308" y="35243"/>
                  </a:cubicBezTo>
                  <a:cubicBezTo>
                    <a:pt x="162878" y="24765"/>
                    <a:pt x="149542" y="16193"/>
                    <a:pt x="135255" y="9525"/>
                  </a:cubicBezTo>
                  <a:cubicBezTo>
                    <a:pt x="120967" y="3810"/>
                    <a:pt x="106680" y="0"/>
                    <a:pt x="91440" y="0"/>
                  </a:cubicBezTo>
                  <a:lnTo>
                    <a:pt x="4763" y="0"/>
                  </a:lnTo>
                  <a:cubicBezTo>
                    <a:pt x="1905" y="0"/>
                    <a:pt x="0" y="1905"/>
                    <a:pt x="0" y="5715"/>
                  </a:cubicBezTo>
                  <a:lnTo>
                    <a:pt x="0" y="91440"/>
                  </a:lnTo>
                  <a:cubicBezTo>
                    <a:pt x="0" y="107633"/>
                    <a:pt x="3810" y="123825"/>
                    <a:pt x="10478" y="139065"/>
                  </a:cubicBezTo>
                  <a:cubicBezTo>
                    <a:pt x="17145" y="154305"/>
                    <a:pt x="26670" y="167640"/>
                    <a:pt x="38100" y="178118"/>
                  </a:cubicBezTo>
                  <a:cubicBezTo>
                    <a:pt x="49530" y="189548"/>
                    <a:pt x="62865" y="198120"/>
                    <a:pt x="77153" y="205740"/>
                  </a:cubicBezTo>
                  <a:cubicBezTo>
                    <a:pt x="91440" y="212408"/>
                    <a:pt x="106680" y="216218"/>
                    <a:pt x="122873" y="216218"/>
                  </a:cubicBezTo>
                  <a:cubicBezTo>
                    <a:pt x="135255" y="216218"/>
                    <a:pt x="147638" y="214313"/>
                    <a:pt x="158115" y="209550"/>
                  </a:cubicBezTo>
                  <a:cubicBezTo>
                    <a:pt x="168592" y="205740"/>
                    <a:pt x="178117" y="199073"/>
                    <a:pt x="185738" y="191452"/>
                  </a:cubicBezTo>
                  <a:cubicBezTo>
                    <a:pt x="193358" y="183833"/>
                    <a:pt x="200025" y="174308"/>
                    <a:pt x="204788" y="163830"/>
                  </a:cubicBezTo>
                  <a:cubicBezTo>
                    <a:pt x="209550" y="153352"/>
                    <a:pt x="212408" y="141923"/>
                    <a:pt x="213360" y="129540"/>
                  </a:cubicBezTo>
                  <a:cubicBezTo>
                    <a:pt x="213360" y="126683"/>
                    <a:pt x="212408" y="124777"/>
                    <a:pt x="208598" y="124777"/>
                  </a:cubicBezTo>
                </a:path>
              </a:pathLst>
            </a:custGeom>
            <a:grpFill/>
            <a:ln w="9525" cap="flat">
              <a:noFill/>
              <a:prstDash val="solid"/>
              <a:miter/>
            </a:ln>
          </p:spPr>
          <p:txBody>
            <a:bodyPr rtlCol="0" anchor="ctr"/>
            <a:lstStyle/>
            <a:p>
              <a:endParaRPr lang="ru-RU"/>
            </a:p>
          </p:txBody>
        </p:sp>
      </p:grpSp>
      <p:sp>
        <p:nvSpPr>
          <p:cNvPr id="27" name="Полилиния: фигура 26">
            <a:extLst>
              <a:ext uri="{FF2B5EF4-FFF2-40B4-BE49-F238E27FC236}">
                <a16:creationId xmlns:a16="http://schemas.microsoft.com/office/drawing/2014/main" id="{D2C061EF-8492-46AD-B925-36DFE8433EE3}"/>
              </a:ext>
            </a:extLst>
          </p:cNvPr>
          <p:cNvSpPr>
            <a:spLocks/>
          </p:cNvSpPr>
          <p:nvPr userDrawn="1"/>
        </p:nvSpPr>
        <p:spPr bwMode="auto">
          <a:xfrm rot="8577572">
            <a:off x="11479273" y="546141"/>
            <a:ext cx="1151816" cy="967694"/>
          </a:xfrm>
          <a:custGeom>
            <a:avLst/>
            <a:gdLst>
              <a:gd name="connsiteX0" fmla="*/ 0 w 1151816"/>
              <a:gd name="connsiteY0" fmla="*/ 967694 h 967694"/>
              <a:gd name="connsiteX1" fmla="*/ 730282 w 1151816"/>
              <a:gd name="connsiteY1" fmla="*/ 0 h 967694"/>
              <a:gd name="connsiteX2" fmla="*/ 763234 w 1151816"/>
              <a:gd name="connsiteY2" fmla="*/ 30926 h 967694"/>
              <a:gd name="connsiteX3" fmla="*/ 1099335 w 1151816"/>
              <a:gd name="connsiteY3" fmla="*/ 415702 h 967694"/>
              <a:gd name="connsiteX4" fmla="*/ 922766 w 1151816"/>
              <a:gd name="connsiteY4" fmla="*/ 859894 h 967694"/>
              <a:gd name="connsiteX5" fmla="*/ 64712 w 1151816"/>
              <a:gd name="connsiteY5" fmla="*/ 967064 h 967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1816" h="967694">
                <a:moveTo>
                  <a:pt x="0" y="967694"/>
                </a:moveTo>
                <a:lnTo>
                  <a:pt x="730282" y="0"/>
                </a:lnTo>
                <a:lnTo>
                  <a:pt x="763234" y="30926"/>
                </a:lnTo>
                <a:cubicBezTo>
                  <a:pt x="895919" y="160395"/>
                  <a:pt x="1020860" y="302059"/>
                  <a:pt x="1099335" y="415702"/>
                </a:cubicBezTo>
                <a:cubicBezTo>
                  <a:pt x="1218080" y="586944"/>
                  <a:pt x="1125149" y="817343"/>
                  <a:pt x="922766" y="859894"/>
                </a:cubicBezTo>
                <a:cubicBezTo>
                  <a:pt x="587568" y="929817"/>
                  <a:pt x="265811" y="961601"/>
                  <a:pt x="64712" y="967064"/>
                </a:cubicBezTo>
                <a:close/>
              </a:path>
            </a:pathLst>
          </a:custGeom>
          <a:gradFill>
            <a:gsLst>
              <a:gs pos="0">
                <a:srgbClr val="B0D901"/>
              </a:gs>
              <a:gs pos="100000">
                <a:srgbClr val="398ACB"/>
              </a:gs>
            </a:gsLst>
            <a:lin ang="0" scaled="1"/>
          </a:gradFill>
          <a:ln w="9525" cap="flat">
            <a:noFill/>
            <a:prstDash val="solid"/>
            <a:miter lim="800000"/>
            <a:headEnd/>
            <a:tailEnd/>
          </a:ln>
        </p:spPr>
        <p:txBody>
          <a:bodyPr vert="horz" wrap="square" lIns="91440" tIns="45720" rIns="91440" bIns="45720" numCol="1" anchor="t" anchorCtr="0" compatLnSpc="1">
            <a:prstTxWarp prst="textNoShape">
              <a:avLst/>
            </a:prstTxWarp>
            <a:noAutofit/>
          </a:bodyPr>
          <a:lstStyle/>
          <a:p>
            <a:endParaRPr lang="ru-RU"/>
          </a:p>
        </p:txBody>
      </p:sp>
      <p:sp>
        <p:nvSpPr>
          <p:cNvPr id="29" name="Полилиния: фигура 28">
            <a:extLst>
              <a:ext uri="{FF2B5EF4-FFF2-40B4-BE49-F238E27FC236}">
                <a16:creationId xmlns:a16="http://schemas.microsoft.com/office/drawing/2014/main" id="{28240FCA-FBAE-48EF-9096-93BF98D7DCF4}"/>
              </a:ext>
            </a:extLst>
          </p:cNvPr>
          <p:cNvSpPr>
            <a:spLocks/>
          </p:cNvSpPr>
          <p:nvPr userDrawn="1"/>
        </p:nvSpPr>
        <p:spPr bwMode="auto">
          <a:xfrm rot="12148300">
            <a:off x="10957805" y="-230629"/>
            <a:ext cx="1175267" cy="740171"/>
          </a:xfrm>
          <a:custGeom>
            <a:avLst/>
            <a:gdLst>
              <a:gd name="connsiteX0" fmla="*/ 1175267 w 1175267"/>
              <a:gd name="connsiteY0" fmla="*/ 277935 h 740171"/>
              <a:gd name="connsiteX1" fmla="*/ 57768 w 1175267"/>
              <a:gd name="connsiteY1" fmla="*/ 740171 h 740171"/>
              <a:gd name="connsiteX2" fmla="*/ 13310 w 1175267"/>
              <a:gd name="connsiteY2" fmla="*/ 692603 h 740171"/>
              <a:gd name="connsiteX3" fmla="*/ 3614 w 1175267"/>
              <a:gd name="connsiteY3" fmla="*/ 608356 h 740171"/>
              <a:gd name="connsiteX4" fmla="*/ 300993 w 1175267"/>
              <a:gd name="connsiteY4" fmla="*/ 101578 h 740171"/>
              <a:gd name="connsiteX5" fmla="*/ 730541 w 1175267"/>
              <a:gd name="connsiteY5" fmla="*/ 39135 h 740171"/>
              <a:gd name="connsiteX6" fmla="*/ 1113107 w 1175267"/>
              <a:gd name="connsiteY6" fmla="*/ 236489 h 740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5267" h="740171">
                <a:moveTo>
                  <a:pt x="1175267" y="277935"/>
                </a:moveTo>
                <a:lnTo>
                  <a:pt x="57768" y="740171"/>
                </a:lnTo>
                <a:lnTo>
                  <a:pt x="13310" y="692603"/>
                </a:lnTo>
                <a:cubicBezTo>
                  <a:pt x="194" y="666444"/>
                  <a:pt x="-3614" y="637934"/>
                  <a:pt x="3614" y="608356"/>
                </a:cubicBezTo>
                <a:cubicBezTo>
                  <a:pt x="51112" y="421025"/>
                  <a:pt x="193606" y="216605"/>
                  <a:pt x="300993" y="101578"/>
                </a:cubicBezTo>
                <a:cubicBezTo>
                  <a:pt x="404250" y="-8848"/>
                  <a:pt x="548809" y="-28567"/>
                  <a:pt x="730541" y="39135"/>
                </a:cubicBezTo>
                <a:cubicBezTo>
                  <a:pt x="839994" y="80216"/>
                  <a:pt x="980422" y="154491"/>
                  <a:pt x="1113107" y="236489"/>
                </a:cubicBezTo>
                <a:close/>
              </a:path>
            </a:pathLst>
          </a:custGeom>
          <a:gradFill>
            <a:gsLst>
              <a:gs pos="0">
                <a:srgbClr val="B0D901"/>
              </a:gs>
              <a:gs pos="70000">
                <a:srgbClr val="73B5D7"/>
              </a:gs>
            </a:gsLst>
            <a:lin ang="0" scaled="1"/>
          </a:gradFill>
          <a:ln w="9525" cap="flat">
            <a:noFill/>
            <a:prstDash val="solid"/>
            <a:miter lim="800000"/>
            <a:headEnd/>
            <a:tailEnd/>
          </a:ln>
        </p:spPr>
        <p:txBody>
          <a:bodyPr vert="horz" wrap="square" lIns="91440" tIns="45720" rIns="91440" bIns="45720" numCol="1" anchor="t" anchorCtr="0" compatLnSpc="1">
            <a:prstTxWarp prst="textNoShape">
              <a:avLst/>
            </a:prstTxWarp>
            <a:noAutofit/>
          </a:bodyPr>
          <a:lstStyle/>
          <a:p>
            <a:endParaRPr lang="ru-RU"/>
          </a:p>
        </p:txBody>
      </p:sp>
      <p:sp>
        <p:nvSpPr>
          <p:cNvPr id="6" name="Номер слайда 5">
            <a:extLst>
              <a:ext uri="{FF2B5EF4-FFF2-40B4-BE49-F238E27FC236}">
                <a16:creationId xmlns:a16="http://schemas.microsoft.com/office/drawing/2014/main" id="{52812879-4A0B-421F-A730-4384137DAF06}"/>
              </a:ext>
            </a:extLst>
          </p:cNvPr>
          <p:cNvSpPr>
            <a:spLocks noGrp="1"/>
          </p:cNvSpPr>
          <p:nvPr>
            <p:ph type="sldNum" sz="quarter" idx="12"/>
          </p:nvPr>
        </p:nvSpPr>
        <p:spPr>
          <a:xfrm>
            <a:off x="88202" y="6334919"/>
            <a:ext cx="807741" cy="365125"/>
          </a:xfrm>
        </p:spPr>
        <p:txBody>
          <a:bodyPr/>
          <a:lstStyle>
            <a:lvl1pPr algn="l">
              <a:defRPr/>
            </a:lvl1pPr>
          </a:lstStyle>
          <a:p>
            <a:fld id="{E05DA353-F16A-46E9-BF3A-5C7883ED105A}" type="slidenum">
              <a:rPr lang="ru-RU" smtClean="0"/>
              <a:pPr/>
              <a:t>‹#›</a:t>
            </a:fld>
            <a:endParaRPr lang="ru-RU" dirty="0"/>
          </a:p>
        </p:txBody>
      </p:sp>
    </p:spTree>
    <p:extLst>
      <p:ext uri="{BB962C8B-B14F-4D97-AF65-F5344CB8AC3E}">
        <p14:creationId xmlns:p14="http://schemas.microsoft.com/office/powerpoint/2010/main" val="84135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3_Заголовок и объект">
    <p:spTree>
      <p:nvGrpSpPr>
        <p:cNvPr id="1" name=""/>
        <p:cNvGrpSpPr/>
        <p:nvPr/>
      </p:nvGrpSpPr>
      <p:grpSpPr>
        <a:xfrm>
          <a:off x="0" y="0"/>
          <a:ext cx="0" cy="0"/>
          <a:chOff x="0" y="0"/>
          <a:chExt cx="0" cy="0"/>
        </a:xfrm>
      </p:grpSpPr>
      <p:sp>
        <p:nvSpPr>
          <p:cNvPr id="23" name="Полилиния: фигура 22">
            <a:extLst>
              <a:ext uri="{FF2B5EF4-FFF2-40B4-BE49-F238E27FC236}">
                <a16:creationId xmlns:a16="http://schemas.microsoft.com/office/drawing/2014/main" id="{CB4F5692-ACBE-4155-A563-B123939F81BC}"/>
              </a:ext>
            </a:extLst>
          </p:cNvPr>
          <p:cNvSpPr/>
          <p:nvPr userDrawn="1"/>
        </p:nvSpPr>
        <p:spPr>
          <a:xfrm flipH="1" flipV="1">
            <a:off x="10166464" y="-2"/>
            <a:ext cx="2062186" cy="960184"/>
          </a:xfrm>
          <a:custGeom>
            <a:avLst/>
            <a:gdLst>
              <a:gd name="connsiteX0" fmla="*/ 1573352 w 4492234"/>
              <a:gd name="connsiteY0" fmla="*/ 1156 h 1442145"/>
              <a:gd name="connsiteX1" fmla="*/ 4488913 w 4492234"/>
              <a:gd name="connsiteY1" fmla="*/ 1393672 h 1442145"/>
              <a:gd name="connsiteX2" fmla="*/ 4492234 w 4492234"/>
              <a:gd name="connsiteY2" fmla="*/ 1442145 h 1442145"/>
              <a:gd name="connsiteX3" fmla="*/ 0 w 4492234"/>
              <a:gd name="connsiteY3" fmla="*/ 1442145 h 1442145"/>
              <a:gd name="connsiteX4" fmla="*/ 0 w 4492234"/>
              <a:gd name="connsiteY4" fmla="*/ 139377 h 1442145"/>
              <a:gd name="connsiteX5" fmla="*/ 254017 w 4492234"/>
              <a:gd name="connsiteY5" fmla="*/ 101642 h 1442145"/>
              <a:gd name="connsiteX6" fmla="*/ 1189986 w 4492234"/>
              <a:gd name="connsiteY6" fmla="*/ 15161 h 1442145"/>
              <a:gd name="connsiteX7" fmla="*/ 1573352 w 4492234"/>
              <a:gd name="connsiteY7" fmla="*/ 1156 h 1442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92234" h="1442145">
                <a:moveTo>
                  <a:pt x="1573352" y="1156"/>
                </a:moveTo>
                <a:cubicBezTo>
                  <a:pt x="3313092" y="-27080"/>
                  <a:pt x="4357404" y="462522"/>
                  <a:pt x="4488913" y="1393672"/>
                </a:cubicBezTo>
                <a:lnTo>
                  <a:pt x="4492234" y="1442145"/>
                </a:lnTo>
                <a:lnTo>
                  <a:pt x="0" y="1442145"/>
                </a:lnTo>
                <a:lnTo>
                  <a:pt x="0" y="139377"/>
                </a:lnTo>
                <a:lnTo>
                  <a:pt x="254017" y="101642"/>
                </a:lnTo>
                <a:cubicBezTo>
                  <a:pt x="555703" y="61452"/>
                  <a:pt x="869981" y="33025"/>
                  <a:pt x="1189986" y="15161"/>
                </a:cubicBezTo>
                <a:cubicBezTo>
                  <a:pt x="1321270" y="7832"/>
                  <a:pt x="1449085" y="3173"/>
                  <a:pt x="1573352" y="1156"/>
                </a:cubicBezTo>
                <a:close/>
              </a:path>
            </a:pathLst>
          </a:custGeom>
          <a:solidFill>
            <a:srgbClr val="BDDFEB">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2" name="Заголовок 1">
            <a:extLst>
              <a:ext uri="{FF2B5EF4-FFF2-40B4-BE49-F238E27FC236}">
                <a16:creationId xmlns:a16="http://schemas.microsoft.com/office/drawing/2014/main" id="{A269540D-4B84-4D48-B17E-A752B4EEAF6F}"/>
              </a:ext>
            </a:extLst>
          </p:cNvPr>
          <p:cNvSpPr>
            <a:spLocks noGrp="1"/>
          </p:cNvSpPr>
          <p:nvPr>
            <p:ph type="title"/>
          </p:nvPr>
        </p:nvSpPr>
        <p:spPr>
          <a:xfrm>
            <a:off x="924971" y="621000"/>
            <a:ext cx="10909300" cy="783083"/>
          </a:xfrm>
          <a:prstGeom prst="rect">
            <a:avLst/>
          </a:prstGeom>
        </p:spPr>
        <p:txBody>
          <a:bodyPr/>
          <a:lstStyle/>
          <a:p>
            <a:r>
              <a:rPr lang="ru-RU" dirty="0"/>
              <a:t>Образец заголовка</a:t>
            </a:r>
          </a:p>
        </p:txBody>
      </p:sp>
      <p:sp>
        <p:nvSpPr>
          <p:cNvPr id="3" name="Объект 2">
            <a:extLst>
              <a:ext uri="{FF2B5EF4-FFF2-40B4-BE49-F238E27FC236}">
                <a16:creationId xmlns:a16="http://schemas.microsoft.com/office/drawing/2014/main" id="{A0A6F06F-C669-43A6-800C-BFBE16B846FB}"/>
              </a:ext>
            </a:extLst>
          </p:cNvPr>
          <p:cNvSpPr>
            <a:spLocks noGrp="1"/>
          </p:cNvSpPr>
          <p:nvPr>
            <p:ph idx="1"/>
          </p:nvPr>
        </p:nvSpPr>
        <p:spPr/>
        <p:txBody>
          <a:bodyPr/>
          <a:lstStyle>
            <a:lvl1pPr marL="179388" indent="-179388">
              <a:lnSpc>
                <a:spcPct val="110000"/>
              </a:lnSpc>
              <a:defRPr/>
            </a:lvl1pPr>
            <a:lvl2pPr marL="625475" indent="-168275">
              <a:lnSpc>
                <a:spcPct val="110000"/>
              </a:lnSpc>
              <a:defRPr/>
            </a:lvl2pPr>
            <a:lvl3pPr marL="1077913" indent="-163513">
              <a:lnSpc>
                <a:spcPct val="110000"/>
              </a:lnSpc>
              <a:defRPr/>
            </a:lvl3pPr>
            <a:lvl4pPr marL="1524000" indent="-152400">
              <a:lnSpc>
                <a:spcPct val="110000"/>
              </a:lnSpc>
              <a:defRPr/>
            </a:lvl4pPr>
            <a:lvl5pPr marL="1976438" indent="-147638">
              <a:lnSpc>
                <a:spcPct val="110000"/>
              </a:lnSpc>
              <a:defRPr/>
            </a:lvl5p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grpSp>
        <p:nvGrpSpPr>
          <p:cNvPr id="8" name="Группа 7">
            <a:extLst>
              <a:ext uri="{FF2B5EF4-FFF2-40B4-BE49-F238E27FC236}">
                <a16:creationId xmlns:a16="http://schemas.microsoft.com/office/drawing/2014/main" id="{731B0DE8-632B-49C0-BA65-E35CCB03ED26}"/>
              </a:ext>
            </a:extLst>
          </p:cNvPr>
          <p:cNvGrpSpPr/>
          <p:nvPr userDrawn="1"/>
        </p:nvGrpSpPr>
        <p:grpSpPr>
          <a:xfrm>
            <a:off x="10753760" y="6379029"/>
            <a:ext cx="1155242" cy="182109"/>
            <a:chOff x="5409247" y="3315652"/>
            <a:chExt cx="1371600" cy="216217"/>
          </a:xfrm>
          <a:solidFill>
            <a:srgbClr val="398ACB"/>
          </a:solidFill>
        </p:grpSpPr>
        <p:sp>
          <p:nvSpPr>
            <p:cNvPr id="9" name="Полилиния: фигура 8">
              <a:extLst>
                <a:ext uri="{FF2B5EF4-FFF2-40B4-BE49-F238E27FC236}">
                  <a16:creationId xmlns:a16="http://schemas.microsoft.com/office/drawing/2014/main" id="{48AD9ABC-F5A0-44CB-815C-B2BF20C91B69}"/>
                </a:ext>
              </a:extLst>
            </p:cNvPr>
            <p:cNvSpPr/>
            <p:nvPr/>
          </p:nvSpPr>
          <p:spPr>
            <a:xfrm>
              <a:off x="6568440" y="3317557"/>
              <a:ext cx="212407" cy="213359"/>
            </a:xfrm>
            <a:custGeom>
              <a:avLst/>
              <a:gdLst>
                <a:gd name="connsiteX0" fmla="*/ 16192 w 212407"/>
                <a:gd name="connsiteY0" fmla="*/ 212407 h 213359"/>
                <a:gd name="connsiteX1" fmla="*/ 51435 w 212407"/>
                <a:gd name="connsiteY1" fmla="*/ 197167 h 213359"/>
                <a:gd name="connsiteX2" fmla="*/ 64770 w 212407"/>
                <a:gd name="connsiteY2" fmla="*/ 182880 h 213359"/>
                <a:gd name="connsiteX3" fmla="*/ 81915 w 212407"/>
                <a:gd name="connsiteY3" fmla="*/ 174307 h 213359"/>
                <a:gd name="connsiteX4" fmla="*/ 86677 w 212407"/>
                <a:gd name="connsiteY4" fmla="*/ 174307 h 213359"/>
                <a:gd name="connsiteX5" fmla="*/ 93345 w 212407"/>
                <a:gd name="connsiteY5" fmla="*/ 175260 h 213359"/>
                <a:gd name="connsiteX6" fmla="*/ 113347 w 212407"/>
                <a:gd name="connsiteY6" fmla="*/ 180975 h 213359"/>
                <a:gd name="connsiteX7" fmla="*/ 172402 w 212407"/>
                <a:gd name="connsiteY7" fmla="*/ 205740 h 213359"/>
                <a:gd name="connsiteX8" fmla="*/ 199072 w 212407"/>
                <a:gd name="connsiteY8" fmla="*/ 212407 h 213359"/>
                <a:gd name="connsiteX9" fmla="*/ 207645 w 212407"/>
                <a:gd name="connsiteY9" fmla="*/ 212407 h 213359"/>
                <a:gd name="connsiteX10" fmla="*/ 212407 w 212407"/>
                <a:gd name="connsiteY10" fmla="*/ 207645 h 213359"/>
                <a:gd name="connsiteX11" fmla="*/ 212407 w 212407"/>
                <a:gd name="connsiteY11" fmla="*/ 185738 h 213359"/>
                <a:gd name="connsiteX12" fmla="*/ 188595 w 212407"/>
                <a:gd name="connsiteY12" fmla="*/ 150495 h 213359"/>
                <a:gd name="connsiteX13" fmla="*/ 175260 w 212407"/>
                <a:gd name="connsiteY13" fmla="*/ 144780 h 213359"/>
                <a:gd name="connsiteX14" fmla="*/ 146685 w 212407"/>
                <a:gd name="connsiteY14" fmla="*/ 126682 h 213359"/>
                <a:gd name="connsiteX15" fmla="*/ 148590 w 212407"/>
                <a:gd name="connsiteY15" fmla="*/ 99060 h 213359"/>
                <a:gd name="connsiteX16" fmla="*/ 201930 w 212407"/>
                <a:gd name="connsiteY16" fmla="*/ 45720 h 213359"/>
                <a:gd name="connsiteX17" fmla="*/ 212407 w 212407"/>
                <a:gd name="connsiteY17" fmla="*/ 20002 h 213359"/>
                <a:gd name="connsiteX18" fmla="*/ 211455 w 212407"/>
                <a:gd name="connsiteY18" fmla="*/ 12382 h 213359"/>
                <a:gd name="connsiteX19" fmla="*/ 207645 w 212407"/>
                <a:gd name="connsiteY19" fmla="*/ 5715 h 213359"/>
                <a:gd name="connsiteX20" fmla="*/ 193357 w 212407"/>
                <a:gd name="connsiteY20" fmla="*/ 0 h 213359"/>
                <a:gd name="connsiteX21" fmla="*/ 184785 w 212407"/>
                <a:gd name="connsiteY21" fmla="*/ 0 h 213359"/>
                <a:gd name="connsiteX22" fmla="*/ 149542 w 212407"/>
                <a:gd name="connsiteY22" fmla="*/ 15240 h 213359"/>
                <a:gd name="connsiteX23" fmla="*/ 105727 w 212407"/>
                <a:gd name="connsiteY23" fmla="*/ 59055 h 213359"/>
                <a:gd name="connsiteX24" fmla="*/ 57150 w 212407"/>
                <a:gd name="connsiteY24" fmla="*/ 107632 h 213359"/>
                <a:gd name="connsiteX25" fmla="*/ 57150 w 212407"/>
                <a:gd name="connsiteY25" fmla="*/ 31432 h 213359"/>
                <a:gd name="connsiteX26" fmla="*/ 25717 w 212407"/>
                <a:gd name="connsiteY26" fmla="*/ 0 h 213359"/>
                <a:gd name="connsiteX27" fmla="*/ 13335 w 212407"/>
                <a:gd name="connsiteY27" fmla="*/ 0 h 213359"/>
                <a:gd name="connsiteX28" fmla="*/ 1905 w 212407"/>
                <a:gd name="connsiteY28" fmla="*/ 952 h 213359"/>
                <a:gd name="connsiteX29" fmla="*/ 0 w 212407"/>
                <a:gd name="connsiteY29" fmla="*/ 6667 h 213359"/>
                <a:gd name="connsiteX30" fmla="*/ 0 w 212407"/>
                <a:gd name="connsiteY30" fmla="*/ 208597 h 213359"/>
                <a:gd name="connsiteX31" fmla="*/ 4763 w 212407"/>
                <a:gd name="connsiteY31" fmla="*/ 213360 h 213359"/>
                <a:gd name="connsiteX32" fmla="*/ 16192 w 212407"/>
                <a:gd name="connsiteY32" fmla="*/ 213360 h 213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12407" h="213359">
                  <a:moveTo>
                    <a:pt x="16192" y="212407"/>
                  </a:moveTo>
                  <a:cubicBezTo>
                    <a:pt x="30480" y="212407"/>
                    <a:pt x="41910" y="205740"/>
                    <a:pt x="51435" y="197167"/>
                  </a:cubicBezTo>
                  <a:cubicBezTo>
                    <a:pt x="51435" y="197167"/>
                    <a:pt x="57150" y="190500"/>
                    <a:pt x="64770" y="182880"/>
                  </a:cubicBezTo>
                  <a:cubicBezTo>
                    <a:pt x="69532" y="178117"/>
                    <a:pt x="75247" y="175260"/>
                    <a:pt x="81915" y="174307"/>
                  </a:cubicBezTo>
                  <a:cubicBezTo>
                    <a:pt x="82867" y="174307"/>
                    <a:pt x="86677" y="174307"/>
                    <a:pt x="86677" y="174307"/>
                  </a:cubicBezTo>
                  <a:cubicBezTo>
                    <a:pt x="88582" y="174307"/>
                    <a:pt x="91440" y="174307"/>
                    <a:pt x="93345" y="175260"/>
                  </a:cubicBezTo>
                  <a:cubicBezTo>
                    <a:pt x="100965" y="176213"/>
                    <a:pt x="107632" y="178117"/>
                    <a:pt x="113347" y="180975"/>
                  </a:cubicBezTo>
                  <a:lnTo>
                    <a:pt x="172402" y="205740"/>
                  </a:lnTo>
                  <a:cubicBezTo>
                    <a:pt x="172402" y="205740"/>
                    <a:pt x="186690" y="212407"/>
                    <a:pt x="199072" y="212407"/>
                  </a:cubicBezTo>
                  <a:lnTo>
                    <a:pt x="207645" y="212407"/>
                  </a:lnTo>
                  <a:cubicBezTo>
                    <a:pt x="210502" y="212407"/>
                    <a:pt x="212407" y="209550"/>
                    <a:pt x="212407" y="207645"/>
                  </a:cubicBezTo>
                  <a:lnTo>
                    <a:pt x="212407" y="185738"/>
                  </a:lnTo>
                  <a:cubicBezTo>
                    <a:pt x="212407" y="170497"/>
                    <a:pt x="203835" y="156210"/>
                    <a:pt x="188595" y="150495"/>
                  </a:cubicBezTo>
                  <a:lnTo>
                    <a:pt x="175260" y="144780"/>
                  </a:lnTo>
                  <a:cubicBezTo>
                    <a:pt x="164782" y="140970"/>
                    <a:pt x="152400" y="132397"/>
                    <a:pt x="146685" y="126682"/>
                  </a:cubicBezTo>
                  <a:cubicBezTo>
                    <a:pt x="146685" y="126682"/>
                    <a:pt x="134302" y="112395"/>
                    <a:pt x="148590" y="99060"/>
                  </a:cubicBezTo>
                  <a:lnTo>
                    <a:pt x="201930" y="45720"/>
                  </a:lnTo>
                  <a:cubicBezTo>
                    <a:pt x="208597" y="38100"/>
                    <a:pt x="212407" y="29527"/>
                    <a:pt x="212407" y="20002"/>
                  </a:cubicBezTo>
                  <a:cubicBezTo>
                    <a:pt x="212407" y="20002"/>
                    <a:pt x="212407" y="16192"/>
                    <a:pt x="211455" y="12382"/>
                  </a:cubicBezTo>
                  <a:cubicBezTo>
                    <a:pt x="210502" y="9525"/>
                    <a:pt x="208597" y="6667"/>
                    <a:pt x="207645" y="5715"/>
                  </a:cubicBezTo>
                  <a:cubicBezTo>
                    <a:pt x="203835" y="1905"/>
                    <a:pt x="200025" y="952"/>
                    <a:pt x="193357" y="0"/>
                  </a:cubicBezTo>
                  <a:lnTo>
                    <a:pt x="184785" y="0"/>
                  </a:lnTo>
                  <a:cubicBezTo>
                    <a:pt x="170497" y="0"/>
                    <a:pt x="159067" y="6667"/>
                    <a:pt x="149542" y="15240"/>
                  </a:cubicBezTo>
                  <a:cubicBezTo>
                    <a:pt x="149542" y="15240"/>
                    <a:pt x="114300" y="50482"/>
                    <a:pt x="105727" y="59055"/>
                  </a:cubicBezTo>
                  <a:lnTo>
                    <a:pt x="57150" y="107632"/>
                  </a:lnTo>
                  <a:lnTo>
                    <a:pt x="57150" y="31432"/>
                  </a:lnTo>
                  <a:cubicBezTo>
                    <a:pt x="57150" y="14288"/>
                    <a:pt x="42863" y="0"/>
                    <a:pt x="25717" y="0"/>
                  </a:cubicBezTo>
                  <a:lnTo>
                    <a:pt x="13335" y="0"/>
                  </a:lnTo>
                  <a:cubicBezTo>
                    <a:pt x="9525" y="0"/>
                    <a:pt x="4763" y="0"/>
                    <a:pt x="1905" y="952"/>
                  </a:cubicBezTo>
                  <a:cubicBezTo>
                    <a:pt x="0" y="1905"/>
                    <a:pt x="0" y="3810"/>
                    <a:pt x="0" y="6667"/>
                  </a:cubicBezTo>
                  <a:lnTo>
                    <a:pt x="0" y="208597"/>
                  </a:lnTo>
                  <a:cubicBezTo>
                    <a:pt x="0" y="211455"/>
                    <a:pt x="1905" y="213360"/>
                    <a:pt x="4763" y="213360"/>
                  </a:cubicBezTo>
                  <a:lnTo>
                    <a:pt x="16192" y="213360"/>
                  </a:lnTo>
                  <a:close/>
                </a:path>
              </a:pathLst>
            </a:custGeom>
            <a:grpFill/>
            <a:ln w="9525" cap="flat">
              <a:noFill/>
              <a:prstDash val="solid"/>
              <a:miter/>
            </a:ln>
          </p:spPr>
          <p:txBody>
            <a:bodyPr rtlCol="0" anchor="ctr"/>
            <a:lstStyle/>
            <a:p>
              <a:endParaRPr lang="ru-RU"/>
            </a:p>
          </p:txBody>
        </p:sp>
        <p:sp>
          <p:nvSpPr>
            <p:cNvPr id="11" name="Полилиния: фигура 10">
              <a:extLst>
                <a:ext uri="{FF2B5EF4-FFF2-40B4-BE49-F238E27FC236}">
                  <a16:creationId xmlns:a16="http://schemas.microsoft.com/office/drawing/2014/main" id="{A2B58CB1-F6A7-4EAA-9959-1CF154441928}"/>
                </a:ext>
              </a:extLst>
            </p:cNvPr>
            <p:cNvSpPr/>
            <p:nvPr/>
          </p:nvSpPr>
          <p:spPr>
            <a:xfrm>
              <a:off x="6104572" y="3315652"/>
              <a:ext cx="233362" cy="214312"/>
            </a:xfrm>
            <a:custGeom>
              <a:avLst/>
              <a:gdLst>
                <a:gd name="connsiteX0" fmla="*/ 228600 w 233362"/>
                <a:gd name="connsiteY0" fmla="*/ 188595 h 214312"/>
                <a:gd name="connsiteX1" fmla="*/ 195263 w 233362"/>
                <a:gd name="connsiteY1" fmla="*/ 167640 h 214312"/>
                <a:gd name="connsiteX2" fmla="*/ 171450 w 233362"/>
                <a:gd name="connsiteY2" fmla="*/ 148590 h 214312"/>
                <a:gd name="connsiteX3" fmla="*/ 200977 w 233362"/>
                <a:gd name="connsiteY3" fmla="*/ 126683 h 214312"/>
                <a:gd name="connsiteX4" fmla="*/ 212407 w 233362"/>
                <a:gd name="connsiteY4" fmla="*/ 93345 h 214312"/>
                <a:gd name="connsiteX5" fmla="*/ 200977 w 233362"/>
                <a:gd name="connsiteY5" fmla="*/ 57150 h 214312"/>
                <a:gd name="connsiteX6" fmla="*/ 172402 w 233362"/>
                <a:gd name="connsiteY6" fmla="*/ 27623 h 214312"/>
                <a:gd name="connsiteX7" fmla="*/ 133350 w 233362"/>
                <a:gd name="connsiteY7" fmla="*/ 7620 h 214312"/>
                <a:gd name="connsiteX8" fmla="*/ 90488 w 233362"/>
                <a:gd name="connsiteY8" fmla="*/ 0 h 214312"/>
                <a:gd name="connsiteX9" fmla="*/ 4763 w 233362"/>
                <a:gd name="connsiteY9" fmla="*/ 0 h 214312"/>
                <a:gd name="connsiteX10" fmla="*/ 0 w 233362"/>
                <a:gd name="connsiteY10" fmla="*/ 4763 h 214312"/>
                <a:gd name="connsiteX11" fmla="*/ 0 w 233362"/>
                <a:gd name="connsiteY11" fmla="*/ 148590 h 214312"/>
                <a:gd name="connsiteX12" fmla="*/ 0 w 233362"/>
                <a:gd name="connsiteY12" fmla="*/ 180975 h 214312"/>
                <a:gd name="connsiteX13" fmla="*/ 0 w 233362"/>
                <a:gd name="connsiteY13" fmla="*/ 192405 h 214312"/>
                <a:gd name="connsiteX14" fmla="*/ 0 w 233362"/>
                <a:gd name="connsiteY14" fmla="*/ 206693 h 214312"/>
                <a:gd name="connsiteX15" fmla="*/ 1905 w 233362"/>
                <a:gd name="connsiteY15" fmla="*/ 212408 h 214312"/>
                <a:gd name="connsiteX16" fmla="*/ 14288 w 233362"/>
                <a:gd name="connsiteY16" fmla="*/ 214313 h 214312"/>
                <a:gd name="connsiteX17" fmla="*/ 29527 w 233362"/>
                <a:gd name="connsiteY17" fmla="*/ 212408 h 214312"/>
                <a:gd name="connsiteX18" fmla="*/ 47625 w 233362"/>
                <a:gd name="connsiteY18" fmla="*/ 199073 h 214312"/>
                <a:gd name="connsiteX19" fmla="*/ 58102 w 233362"/>
                <a:gd name="connsiteY19" fmla="*/ 162877 h 214312"/>
                <a:gd name="connsiteX20" fmla="*/ 58102 w 233362"/>
                <a:gd name="connsiteY20" fmla="*/ 75248 h 214312"/>
                <a:gd name="connsiteX21" fmla="*/ 59055 w 233362"/>
                <a:gd name="connsiteY21" fmla="*/ 69533 h 214312"/>
                <a:gd name="connsiteX22" fmla="*/ 60960 w 233362"/>
                <a:gd name="connsiteY22" fmla="*/ 65723 h 214312"/>
                <a:gd name="connsiteX23" fmla="*/ 114300 w 233362"/>
                <a:gd name="connsiteY23" fmla="*/ 55245 h 214312"/>
                <a:gd name="connsiteX24" fmla="*/ 152400 w 233362"/>
                <a:gd name="connsiteY24" fmla="*/ 95250 h 214312"/>
                <a:gd name="connsiteX25" fmla="*/ 122873 w 233362"/>
                <a:gd name="connsiteY25" fmla="*/ 112395 h 214312"/>
                <a:gd name="connsiteX26" fmla="*/ 101917 w 233362"/>
                <a:gd name="connsiteY26" fmla="*/ 108585 h 214312"/>
                <a:gd name="connsiteX27" fmla="*/ 93345 w 233362"/>
                <a:gd name="connsiteY27" fmla="*/ 105727 h 214312"/>
                <a:gd name="connsiteX28" fmla="*/ 85725 w 233362"/>
                <a:gd name="connsiteY28" fmla="*/ 103823 h 214312"/>
                <a:gd name="connsiteX29" fmla="*/ 81915 w 233362"/>
                <a:gd name="connsiteY29" fmla="*/ 109538 h 214312"/>
                <a:gd name="connsiteX30" fmla="*/ 81915 w 233362"/>
                <a:gd name="connsiteY30" fmla="*/ 132398 h 214312"/>
                <a:gd name="connsiteX31" fmla="*/ 89535 w 233362"/>
                <a:gd name="connsiteY31" fmla="*/ 151448 h 214312"/>
                <a:gd name="connsiteX32" fmla="*/ 160020 w 233362"/>
                <a:gd name="connsiteY32" fmla="*/ 206693 h 214312"/>
                <a:gd name="connsiteX33" fmla="*/ 181927 w 233362"/>
                <a:gd name="connsiteY33" fmla="*/ 214313 h 214312"/>
                <a:gd name="connsiteX34" fmla="*/ 228600 w 233362"/>
                <a:gd name="connsiteY34" fmla="*/ 214313 h 214312"/>
                <a:gd name="connsiteX35" fmla="*/ 233363 w 233362"/>
                <a:gd name="connsiteY35" fmla="*/ 208598 h 214312"/>
                <a:gd name="connsiteX36" fmla="*/ 233363 w 233362"/>
                <a:gd name="connsiteY36" fmla="*/ 193358 h 214312"/>
                <a:gd name="connsiteX37" fmla="*/ 228600 w 233362"/>
                <a:gd name="connsiteY37" fmla="*/ 188595 h 214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33362" h="214312">
                  <a:moveTo>
                    <a:pt x="228600" y="188595"/>
                  </a:moveTo>
                  <a:cubicBezTo>
                    <a:pt x="228600" y="188595"/>
                    <a:pt x="217170" y="185738"/>
                    <a:pt x="195263" y="167640"/>
                  </a:cubicBezTo>
                  <a:cubicBezTo>
                    <a:pt x="183832" y="158115"/>
                    <a:pt x="175260" y="151448"/>
                    <a:pt x="171450" y="148590"/>
                  </a:cubicBezTo>
                  <a:cubicBezTo>
                    <a:pt x="175260" y="145733"/>
                    <a:pt x="188595" y="140970"/>
                    <a:pt x="200977" y="126683"/>
                  </a:cubicBezTo>
                  <a:cubicBezTo>
                    <a:pt x="208598" y="118110"/>
                    <a:pt x="212407" y="106680"/>
                    <a:pt x="212407" y="93345"/>
                  </a:cubicBezTo>
                  <a:cubicBezTo>
                    <a:pt x="212407" y="80963"/>
                    <a:pt x="208598" y="68580"/>
                    <a:pt x="200977" y="57150"/>
                  </a:cubicBezTo>
                  <a:cubicBezTo>
                    <a:pt x="193357" y="45720"/>
                    <a:pt x="183832" y="36195"/>
                    <a:pt x="172402" y="27623"/>
                  </a:cubicBezTo>
                  <a:cubicBezTo>
                    <a:pt x="160973" y="19050"/>
                    <a:pt x="147638" y="12383"/>
                    <a:pt x="133350" y="7620"/>
                  </a:cubicBezTo>
                  <a:cubicBezTo>
                    <a:pt x="119063" y="2858"/>
                    <a:pt x="104775" y="0"/>
                    <a:pt x="90488" y="0"/>
                  </a:cubicBezTo>
                  <a:cubicBezTo>
                    <a:pt x="90488" y="0"/>
                    <a:pt x="4763" y="0"/>
                    <a:pt x="4763" y="0"/>
                  </a:cubicBezTo>
                  <a:cubicBezTo>
                    <a:pt x="1905" y="0"/>
                    <a:pt x="0" y="1905"/>
                    <a:pt x="0" y="4763"/>
                  </a:cubicBezTo>
                  <a:lnTo>
                    <a:pt x="0" y="148590"/>
                  </a:lnTo>
                  <a:lnTo>
                    <a:pt x="0" y="180975"/>
                  </a:lnTo>
                  <a:lnTo>
                    <a:pt x="0" y="192405"/>
                  </a:lnTo>
                  <a:lnTo>
                    <a:pt x="0" y="206693"/>
                  </a:lnTo>
                  <a:cubicBezTo>
                    <a:pt x="0" y="208598"/>
                    <a:pt x="0" y="210502"/>
                    <a:pt x="1905" y="212408"/>
                  </a:cubicBezTo>
                  <a:cubicBezTo>
                    <a:pt x="4763" y="213360"/>
                    <a:pt x="10477" y="214313"/>
                    <a:pt x="14288" y="214313"/>
                  </a:cubicBezTo>
                  <a:cubicBezTo>
                    <a:pt x="19050" y="214313"/>
                    <a:pt x="24765" y="213360"/>
                    <a:pt x="29527" y="212408"/>
                  </a:cubicBezTo>
                  <a:cubicBezTo>
                    <a:pt x="37148" y="209550"/>
                    <a:pt x="42863" y="204788"/>
                    <a:pt x="47625" y="199073"/>
                  </a:cubicBezTo>
                  <a:cubicBezTo>
                    <a:pt x="56198" y="188595"/>
                    <a:pt x="58102" y="176213"/>
                    <a:pt x="58102" y="162877"/>
                  </a:cubicBezTo>
                  <a:lnTo>
                    <a:pt x="58102" y="75248"/>
                  </a:lnTo>
                  <a:cubicBezTo>
                    <a:pt x="58102" y="74295"/>
                    <a:pt x="58102" y="71438"/>
                    <a:pt x="59055" y="69533"/>
                  </a:cubicBezTo>
                  <a:cubicBezTo>
                    <a:pt x="60007" y="67627"/>
                    <a:pt x="60960" y="65723"/>
                    <a:pt x="60960" y="65723"/>
                  </a:cubicBezTo>
                  <a:cubicBezTo>
                    <a:pt x="67627" y="53340"/>
                    <a:pt x="89535" y="48577"/>
                    <a:pt x="114300" y="55245"/>
                  </a:cubicBezTo>
                  <a:cubicBezTo>
                    <a:pt x="146685" y="63818"/>
                    <a:pt x="156210" y="85725"/>
                    <a:pt x="152400" y="95250"/>
                  </a:cubicBezTo>
                  <a:cubicBezTo>
                    <a:pt x="148590" y="105727"/>
                    <a:pt x="137160" y="112395"/>
                    <a:pt x="122873" y="112395"/>
                  </a:cubicBezTo>
                  <a:cubicBezTo>
                    <a:pt x="116205" y="112395"/>
                    <a:pt x="108585" y="111443"/>
                    <a:pt x="101917" y="108585"/>
                  </a:cubicBezTo>
                  <a:cubicBezTo>
                    <a:pt x="101917" y="108585"/>
                    <a:pt x="97155" y="107633"/>
                    <a:pt x="93345" y="105727"/>
                  </a:cubicBezTo>
                  <a:cubicBezTo>
                    <a:pt x="91440" y="104775"/>
                    <a:pt x="88582" y="103823"/>
                    <a:pt x="85725" y="103823"/>
                  </a:cubicBezTo>
                  <a:cubicBezTo>
                    <a:pt x="82867" y="103823"/>
                    <a:pt x="81915" y="105727"/>
                    <a:pt x="81915" y="109538"/>
                  </a:cubicBezTo>
                  <a:lnTo>
                    <a:pt x="81915" y="132398"/>
                  </a:lnTo>
                  <a:cubicBezTo>
                    <a:pt x="81915" y="140018"/>
                    <a:pt x="84773" y="147638"/>
                    <a:pt x="89535" y="151448"/>
                  </a:cubicBezTo>
                  <a:cubicBezTo>
                    <a:pt x="89535" y="151448"/>
                    <a:pt x="160020" y="206693"/>
                    <a:pt x="160020" y="206693"/>
                  </a:cubicBezTo>
                  <a:cubicBezTo>
                    <a:pt x="166688" y="211455"/>
                    <a:pt x="174307" y="214313"/>
                    <a:pt x="181927" y="214313"/>
                  </a:cubicBezTo>
                  <a:lnTo>
                    <a:pt x="228600" y="214313"/>
                  </a:lnTo>
                  <a:cubicBezTo>
                    <a:pt x="231457" y="214313"/>
                    <a:pt x="233363" y="212408"/>
                    <a:pt x="233363" y="208598"/>
                  </a:cubicBezTo>
                  <a:lnTo>
                    <a:pt x="233363" y="193358"/>
                  </a:lnTo>
                  <a:cubicBezTo>
                    <a:pt x="231457" y="191452"/>
                    <a:pt x="230505" y="188595"/>
                    <a:pt x="228600" y="188595"/>
                  </a:cubicBezTo>
                </a:path>
              </a:pathLst>
            </a:custGeom>
            <a:grpFill/>
            <a:ln w="9525" cap="flat">
              <a:noFill/>
              <a:prstDash val="solid"/>
              <a:miter/>
            </a:ln>
          </p:spPr>
          <p:txBody>
            <a:bodyPr rtlCol="0" anchor="ctr"/>
            <a:lstStyle/>
            <a:p>
              <a:endParaRPr lang="ru-RU"/>
            </a:p>
          </p:txBody>
        </p:sp>
        <p:sp>
          <p:nvSpPr>
            <p:cNvPr id="12" name="Полилиния: фигура 11">
              <a:extLst>
                <a:ext uri="{FF2B5EF4-FFF2-40B4-BE49-F238E27FC236}">
                  <a16:creationId xmlns:a16="http://schemas.microsoft.com/office/drawing/2014/main" id="{74A2172D-B5CA-44B5-8424-6F3873933518}"/>
                </a:ext>
              </a:extLst>
            </p:cNvPr>
            <p:cNvSpPr/>
            <p:nvPr/>
          </p:nvSpPr>
          <p:spPr>
            <a:xfrm>
              <a:off x="5873114" y="3315652"/>
              <a:ext cx="213360" cy="212407"/>
            </a:xfrm>
            <a:custGeom>
              <a:avLst/>
              <a:gdLst>
                <a:gd name="connsiteX0" fmla="*/ 180023 w 213360"/>
                <a:gd name="connsiteY0" fmla="*/ 159068 h 212407"/>
                <a:gd name="connsiteX1" fmla="*/ 118110 w 213360"/>
                <a:gd name="connsiteY1" fmla="*/ 159068 h 212407"/>
                <a:gd name="connsiteX2" fmla="*/ 93345 w 213360"/>
                <a:gd name="connsiteY2" fmla="*/ 153352 h 212407"/>
                <a:gd name="connsiteX3" fmla="*/ 73343 w 213360"/>
                <a:gd name="connsiteY3" fmla="*/ 138113 h 212407"/>
                <a:gd name="connsiteX4" fmla="*/ 60008 w 213360"/>
                <a:gd name="connsiteY4" fmla="*/ 116205 h 212407"/>
                <a:gd name="connsiteX5" fmla="*/ 55245 w 213360"/>
                <a:gd name="connsiteY5" fmla="*/ 91440 h 212407"/>
                <a:gd name="connsiteX6" fmla="*/ 64770 w 213360"/>
                <a:gd name="connsiteY6" fmla="*/ 65723 h 212407"/>
                <a:gd name="connsiteX7" fmla="*/ 71438 w 213360"/>
                <a:gd name="connsiteY7" fmla="*/ 60960 h 212407"/>
                <a:gd name="connsiteX8" fmla="*/ 80010 w 213360"/>
                <a:gd name="connsiteY8" fmla="*/ 58102 h 212407"/>
                <a:gd name="connsiteX9" fmla="*/ 92393 w 213360"/>
                <a:gd name="connsiteY9" fmla="*/ 57150 h 212407"/>
                <a:gd name="connsiteX10" fmla="*/ 104775 w 213360"/>
                <a:gd name="connsiteY10" fmla="*/ 58102 h 212407"/>
                <a:gd name="connsiteX11" fmla="*/ 124777 w 213360"/>
                <a:gd name="connsiteY11" fmla="*/ 66675 h 212407"/>
                <a:gd name="connsiteX12" fmla="*/ 151448 w 213360"/>
                <a:gd name="connsiteY12" fmla="*/ 90488 h 212407"/>
                <a:gd name="connsiteX13" fmla="*/ 87630 w 213360"/>
                <a:gd name="connsiteY13" fmla="*/ 90488 h 212407"/>
                <a:gd name="connsiteX14" fmla="*/ 81915 w 213360"/>
                <a:gd name="connsiteY14" fmla="*/ 95250 h 212407"/>
                <a:gd name="connsiteX15" fmla="*/ 85725 w 213360"/>
                <a:gd name="connsiteY15" fmla="*/ 111443 h 212407"/>
                <a:gd name="connsiteX16" fmla="*/ 125730 w 213360"/>
                <a:gd name="connsiteY16" fmla="*/ 135255 h 212407"/>
                <a:gd name="connsiteX17" fmla="*/ 185738 w 213360"/>
                <a:gd name="connsiteY17" fmla="*/ 135255 h 212407"/>
                <a:gd name="connsiteX18" fmla="*/ 207645 w 213360"/>
                <a:gd name="connsiteY18" fmla="*/ 126683 h 212407"/>
                <a:gd name="connsiteX19" fmla="*/ 212408 w 213360"/>
                <a:gd name="connsiteY19" fmla="*/ 108585 h 212407"/>
                <a:gd name="connsiteX20" fmla="*/ 202883 w 213360"/>
                <a:gd name="connsiteY20" fmla="*/ 71438 h 212407"/>
                <a:gd name="connsiteX21" fmla="*/ 176213 w 213360"/>
                <a:gd name="connsiteY21" fmla="*/ 36195 h 212407"/>
                <a:gd name="connsiteX22" fmla="*/ 138113 w 213360"/>
                <a:gd name="connsiteY22" fmla="*/ 10477 h 212407"/>
                <a:gd name="connsiteX23" fmla="*/ 92393 w 213360"/>
                <a:gd name="connsiteY23" fmla="*/ 0 h 212407"/>
                <a:gd name="connsiteX24" fmla="*/ 4763 w 213360"/>
                <a:gd name="connsiteY24" fmla="*/ 0 h 212407"/>
                <a:gd name="connsiteX25" fmla="*/ 0 w 213360"/>
                <a:gd name="connsiteY25" fmla="*/ 4763 h 212407"/>
                <a:gd name="connsiteX26" fmla="*/ 0 w 213360"/>
                <a:gd name="connsiteY26" fmla="*/ 92393 h 212407"/>
                <a:gd name="connsiteX27" fmla="*/ 9525 w 213360"/>
                <a:gd name="connsiteY27" fmla="*/ 139065 h 212407"/>
                <a:gd name="connsiteX28" fmla="*/ 35243 w 213360"/>
                <a:gd name="connsiteY28" fmla="*/ 177165 h 212407"/>
                <a:gd name="connsiteX29" fmla="*/ 73343 w 213360"/>
                <a:gd name="connsiteY29" fmla="*/ 202883 h 212407"/>
                <a:gd name="connsiteX30" fmla="*/ 120015 w 213360"/>
                <a:gd name="connsiteY30" fmla="*/ 212408 h 212407"/>
                <a:gd name="connsiteX31" fmla="*/ 208598 w 213360"/>
                <a:gd name="connsiteY31" fmla="*/ 212408 h 212407"/>
                <a:gd name="connsiteX32" fmla="*/ 213360 w 213360"/>
                <a:gd name="connsiteY32" fmla="*/ 207645 h 212407"/>
                <a:gd name="connsiteX33" fmla="*/ 213360 w 213360"/>
                <a:gd name="connsiteY33" fmla="*/ 189548 h 212407"/>
                <a:gd name="connsiteX34" fmla="*/ 204788 w 213360"/>
                <a:gd name="connsiteY34" fmla="*/ 165735 h 212407"/>
                <a:gd name="connsiteX35" fmla="*/ 180023 w 213360"/>
                <a:gd name="connsiteY35" fmla="*/ 159068 h 21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3360" h="212407">
                  <a:moveTo>
                    <a:pt x="180023" y="159068"/>
                  </a:moveTo>
                  <a:lnTo>
                    <a:pt x="118110" y="159068"/>
                  </a:lnTo>
                  <a:cubicBezTo>
                    <a:pt x="109538" y="159068"/>
                    <a:pt x="100965" y="157163"/>
                    <a:pt x="93345" y="153352"/>
                  </a:cubicBezTo>
                  <a:cubicBezTo>
                    <a:pt x="86677" y="150495"/>
                    <a:pt x="76200" y="141923"/>
                    <a:pt x="73343" y="138113"/>
                  </a:cubicBezTo>
                  <a:cubicBezTo>
                    <a:pt x="67627" y="131445"/>
                    <a:pt x="62865" y="124777"/>
                    <a:pt x="60008" y="116205"/>
                  </a:cubicBezTo>
                  <a:cubicBezTo>
                    <a:pt x="57150" y="107633"/>
                    <a:pt x="55245" y="100013"/>
                    <a:pt x="55245" y="91440"/>
                  </a:cubicBezTo>
                  <a:cubicBezTo>
                    <a:pt x="55245" y="80010"/>
                    <a:pt x="58102" y="71438"/>
                    <a:pt x="64770" y="65723"/>
                  </a:cubicBezTo>
                  <a:cubicBezTo>
                    <a:pt x="65723" y="64770"/>
                    <a:pt x="68580" y="62865"/>
                    <a:pt x="71438" y="60960"/>
                  </a:cubicBezTo>
                  <a:cubicBezTo>
                    <a:pt x="74295" y="59055"/>
                    <a:pt x="78105" y="58102"/>
                    <a:pt x="80010" y="58102"/>
                  </a:cubicBezTo>
                  <a:cubicBezTo>
                    <a:pt x="83820" y="57150"/>
                    <a:pt x="87630" y="57150"/>
                    <a:pt x="92393" y="57150"/>
                  </a:cubicBezTo>
                  <a:cubicBezTo>
                    <a:pt x="97155" y="57150"/>
                    <a:pt x="100965" y="58102"/>
                    <a:pt x="104775" y="58102"/>
                  </a:cubicBezTo>
                  <a:cubicBezTo>
                    <a:pt x="111443" y="59055"/>
                    <a:pt x="118110" y="61913"/>
                    <a:pt x="124777" y="66675"/>
                  </a:cubicBezTo>
                  <a:cubicBezTo>
                    <a:pt x="134302" y="72390"/>
                    <a:pt x="144780" y="81915"/>
                    <a:pt x="151448" y="90488"/>
                  </a:cubicBezTo>
                  <a:lnTo>
                    <a:pt x="87630" y="90488"/>
                  </a:lnTo>
                  <a:cubicBezTo>
                    <a:pt x="83820" y="90488"/>
                    <a:pt x="81915" y="92393"/>
                    <a:pt x="81915" y="95250"/>
                  </a:cubicBezTo>
                  <a:cubicBezTo>
                    <a:pt x="81915" y="101918"/>
                    <a:pt x="82868" y="105727"/>
                    <a:pt x="85725" y="111443"/>
                  </a:cubicBezTo>
                  <a:cubicBezTo>
                    <a:pt x="88583" y="117158"/>
                    <a:pt x="100965" y="135255"/>
                    <a:pt x="125730" y="135255"/>
                  </a:cubicBezTo>
                  <a:lnTo>
                    <a:pt x="185738" y="135255"/>
                  </a:lnTo>
                  <a:cubicBezTo>
                    <a:pt x="196215" y="135255"/>
                    <a:pt x="203835" y="132398"/>
                    <a:pt x="207645" y="126683"/>
                  </a:cubicBezTo>
                  <a:cubicBezTo>
                    <a:pt x="211455" y="120968"/>
                    <a:pt x="212408" y="116205"/>
                    <a:pt x="212408" y="108585"/>
                  </a:cubicBezTo>
                  <a:cubicBezTo>
                    <a:pt x="212408" y="96202"/>
                    <a:pt x="209550" y="84773"/>
                    <a:pt x="202883" y="71438"/>
                  </a:cubicBezTo>
                  <a:cubicBezTo>
                    <a:pt x="196215" y="58102"/>
                    <a:pt x="187643" y="46673"/>
                    <a:pt x="176213" y="36195"/>
                  </a:cubicBezTo>
                  <a:cubicBezTo>
                    <a:pt x="164783" y="25718"/>
                    <a:pt x="152400" y="17145"/>
                    <a:pt x="138113" y="10477"/>
                  </a:cubicBezTo>
                  <a:cubicBezTo>
                    <a:pt x="123825" y="3810"/>
                    <a:pt x="108585" y="0"/>
                    <a:pt x="92393" y="0"/>
                  </a:cubicBezTo>
                  <a:lnTo>
                    <a:pt x="4763" y="0"/>
                  </a:lnTo>
                  <a:cubicBezTo>
                    <a:pt x="1905" y="0"/>
                    <a:pt x="0" y="1905"/>
                    <a:pt x="0" y="4763"/>
                  </a:cubicBezTo>
                  <a:lnTo>
                    <a:pt x="0" y="92393"/>
                  </a:lnTo>
                  <a:cubicBezTo>
                    <a:pt x="0" y="108585"/>
                    <a:pt x="2858" y="123825"/>
                    <a:pt x="9525" y="139065"/>
                  </a:cubicBezTo>
                  <a:cubicBezTo>
                    <a:pt x="16193" y="153352"/>
                    <a:pt x="24765" y="166688"/>
                    <a:pt x="35243" y="177165"/>
                  </a:cubicBezTo>
                  <a:cubicBezTo>
                    <a:pt x="45720" y="188595"/>
                    <a:pt x="59055" y="197168"/>
                    <a:pt x="73343" y="202883"/>
                  </a:cubicBezTo>
                  <a:cubicBezTo>
                    <a:pt x="87630" y="209550"/>
                    <a:pt x="102870" y="212408"/>
                    <a:pt x="120015" y="212408"/>
                  </a:cubicBezTo>
                  <a:lnTo>
                    <a:pt x="208598" y="212408"/>
                  </a:lnTo>
                  <a:cubicBezTo>
                    <a:pt x="211455" y="212408"/>
                    <a:pt x="213360" y="210502"/>
                    <a:pt x="213360" y="207645"/>
                  </a:cubicBezTo>
                  <a:lnTo>
                    <a:pt x="213360" y="189548"/>
                  </a:lnTo>
                  <a:cubicBezTo>
                    <a:pt x="213360" y="179070"/>
                    <a:pt x="210502" y="171450"/>
                    <a:pt x="204788" y="165735"/>
                  </a:cubicBezTo>
                  <a:cubicBezTo>
                    <a:pt x="198120" y="161925"/>
                    <a:pt x="190500" y="159068"/>
                    <a:pt x="180023" y="159068"/>
                  </a:cubicBezTo>
                </a:path>
              </a:pathLst>
            </a:custGeom>
            <a:grpFill/>
            <a:ln w="9525" cap="flat">
              <a:noFill/>
              <a:prstDash val="solid"/>
              <a:miter/>
            </a:ln>
          </p:spPr>
          <p:txBody>
            <a:bodyPr rtlCol="0" anchor="ctr"/>
            <a:lstStyle/>
            <a:p>
              <a:endParaRPr lang="ru-RU"/>
            </a:p>
          </p:txBody>
        </p:sp>
        <p:sp>
          <p:nvSpPr>
            <p:cNvPr id="13" name="Полилиния: фигура 12">
              <a:extLst>
                <a:ext uri="{FF2B5EF4-FFF2-40B4-BE49-F238E27FC236}">
                  <a16:creationId xmlns:a16="http://schemas.microsoft.com/office/drawing/2014/main" id="{D1900A6F-25E2-467E-8CA0-88491E91ED1D}"/>
                </a:ext>
              </a:extLst>
            </p:cNvPr>
            <p:cNvSpPr/>
            <p:nvPr/>
          </p:nvSpPr>
          <p:spPr>
            <a:xfrm>
              <a:off x="5409247" y="3315652"/>
              <a:ext cx="446722" cy="214312"/>
            </a:xfrm>
            <a:custGeom>
              <a:avLst/>
              <a:gdLst>
                <a:gd name="connsiteX0" fmla="*/ 444818 w 446722"/>
                <a:gd name="connsiteY0" fmla="*/ 32385 h 214312"/>
                <a:gd name="connsiteX1" fmla="*/ 413385 w 446722"/>
                <a:gd name="connsiteY1" fmla="*/ 952 h 214312"/>
                <a:gd name="connsiteX2" fmla="*/ 380048 w 446722"/>
                <a:gd name="connsiteY2" fmla="*/ 952 h 214312"/>
                <a:gd name="connsiteX3" fmla="*/ 376238 w 446722"/>
                <a:gd name="connsiteY3" fmla="*/ 2858 h 214312"/>
                <a:gd name="connsiteX4" fmla="*/ 309563 w 446722"/>
                <a:gd name="connsiteY4" fmla="*/ 64770 h 214312"/>
                <a:gd name="connsiteX5" fmla="*/ 222885 w 446722"/>
                <a:gd name="connsiteY5" fmla="*/ 98108 h 214312"/>
                <a:gd name="connsiteX6" fmla="*/ 133350 w 446722"/>
                <a:gd name="connsiteY6" fmla="*/ 61913 h 214312"/>
                <a:gd name="connsiteX7" fmla="*/ 83820 w 446722"/>
                <a:gd name="connsiteY7" fmla="*/ 15240 h 214312"/>
                <a:gd name="connsiteX8" fmla="*/ 46672 w 446722"/>
                <a:gd name="connsiteY8" fmla="*/ 0 h 214312"/>
                <a:gd name="connsiteX9" fmla="*/ 6668 w 446722"/>
                <a:gd name="connsiteY9" fmla="*/ 0 h 214312"/>
                <a:gd name="connsiteX10" fmla="*/ 0 w 446722"/>
                <a:gd name="connsiteY10" fmla="*/ 6668 h 214312"/>
                <a:gd name="connsiteX11" fmla="*/ 0 w 446722"/>
                <a:gd name="connsiteY11" fmla="*/ 181927 h 214312"/>
                <a:gd name="connsiteX12" fmla="*/ 31433 w 446722"/>
                <a:gd name="connsiteY12" fmla="*/ 213360 h 214312"/>
                <a:gd name="connsiteX13" fmla="*/ 43815 w 446722"/>
                <a:gd name="connsiteY13" fmla="*/ 213360 h 214312"/>
                <a:gd name="connsiteX14" fmla="*/ 52388 w 446722"/>
                <a:gd name="connsiteY14" fmla="*/ 213360 h 214312"/>
                <a:gd name="connsiteX15" fmla="*/ 59055 w 446722"/>
                <a:gd name="connsiteY15" fmla="*/ 206693 h 214312"/>
                <a:gd name="connsiteX16" fmla="*/ 59055 w 446722"/>
                <a:gd name="connsiteY16" fmla="*/ 144780 h 214312"/>
                <a:gd name="connsiteX17" fmla="*/ 88583 w 446722"/>
                <a:gd name="connsiteY17" fmla="*/ 115252 h 214312"/>
                <a:gd name="connsiteX18" fmla="*/ 159067 w 446722"/>
                <a:gd name="connsiteY18" fmla="*/ 158115 h 214312"/>
                <a:gd name="connsiteX19" fmla="*/ 223838 w 446722"/>
                <a:gd name="connsiteY19" fmla="*/ 199073 h 214312"/>
                <a:gd name="connsiteX20" fmla="*/ 288608 w 446722"/>
                <a:gd name="connsiteY20" fmla="*/ 158115 h 214312"/>
                <a:gd name="connsiteX21" fmla="*/ 359093 w 446722"/>
                <a:gd name="connsiteY21" fmla="*/ 115252 h 214312"/>
                <a:gd name="connsiteX22" fmla="*/ 388620 w 446722"/>
                <a:gd name="connsiteY22" fmla="*/ 144780 h 214312"/>
                <a:gd name="connsiteX23" fmla="*/ 388620 w 446722"/>
                <a:gd name="connsiteY23" fmla="*/ 182880 h 214312"/>
                <a:gd name="connsiteX24" fmla="*/ 420053 w 446722"/>
                <a:gd name="connsiteY24" fmla="*/ 214313 h 214312"/>
                <a:gd name="connsiteX25" fmla="*/ 433388 w 446722"/>
                <a:gd name="connsiteY25" fmla="*/ 214313 h 214312"/>
                <a:gd name="connsiteX26" fmla="*/ 440055 w 446722"/>
                <a:gd name="connsiteY26" fmla="*/ 214313 h 214312"/>
                <a:gd name="connsiteX27" fmla="*/ 440055 w 446722"/>
                <a:gd name="connsiteY27" fmla="*/ 214313 h 214312"/>
                <a:gd name="connsiteX28" fmla="*/ 446723 w 446722"/>
                <a:gd name="connsiteY28" fmla="*/ 207645 h 214312"/>
                <a:gd name="connsiteX29" fmla="*/ 444818 w 446722"/>
                <a:gd name="connsiteY29" fmla="*/ 32385 h 214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46722" h="214312">
                  <a:moveTo>
                    <a:pt x="444818" y="32385"/>
                  </a:moveTo>
                  <a:cubicBezTo>
                    <a:pt x="444818" y="15240"/>
                    <a:pt x="430530" y="952"/>
                    <a:pt x="413385" y="952"/>
                  </a:cubicBezTo>
                  <a:lnTo>
                    <a:pt x="380048" y="952"/>
                  </a:lnTo>
                  <a:cubicBezTo>
                    <a:pt x="378143" y="952"/>
                    <a:pt x="377190" y="1905"/>
                    <a:pt x="376238" y="2858"/>
                  </a:cubicBezTo>
                  <a:lnTo>
                    <a:pt x="309563" y="64770"/>
                  </a:lnTo>
                  <a:cubicBezTo>
                    <a:pt x="286703" y="85725"/>
                    <a:pt x="256223" y="98108"/>
                    <a:pt x="222885" y="98108"/>
                  </a:cubicBezTo>
                  <a:cubicBezTo>
                    <a:pt x="187642" y="98108"/>
                    <a:pt x="156210" y="84773"/>
                    <a:pt x="133350" y="61913"/>
                  </a:cubicBezTo>
                  <a:cubicBezTo>
                    <a:pt x="133350" y="61913"/>
                    <a:pt x="84773" y="16193"/>
                    <a:pt x="83820" y="15240"/>
                  </a:cubicBezTo>
                  <a:cubicBezTo>
                    <a:pt x="74295" y="6668"/>
                    <a:pt x="61913" y="952"/>
                    <a:pt x="46672" y="0"/>
                  </a:cubicBezTo>
                  <a:lnTo>
                    <a:pt x="6668" y="0"/>
                  </a:lnTo>
                  <a:cubicBezTo>
                    <a:pt x="2858" y="0"/>
                    <a:pt x="0" y="2858"/>
                    <a:pt x="0" y="6668"/>
                  </a:cubicBezTo>
                  <a:lnTo>
                    <a:pt x="0" y="181927"/>
                  </a:lnTo>
                  <a:cubicBezTo>
                    <a:pt x="0" y="199073"/>
                    <a:pt x="14288" y="213360"/>
                    <a:pt x="31433" y="213360"/>
                  </a:cubicBezTo>
                  <a:lnTo>
                    <a:pt x="43815" y="213360"/>
                  </a:lnTo>
                  <a:lnTo>
                    <a:pt x="52388" y="213360"/>
                  </a:lnTo>
                  <a:cubicBezTo>
                    <a:pt x="56197" y="213360"/>
                    <a:pt x="59055" y="210502"/>
                    <a:pt x="59055" y="206693"/>
                  </a:cubicBezTo>
                  <a:lnTo>
                    <a:pt x="59055" y="144780"/>
                  </a:lnTo>
                  <a:cubicBezTo>
                    <a:pt x="59055" y="128588"/>
                    <a:pt x="72390" y="115252"/>
                    <a:pt x="88583" y="115252"/>
                  </a:cubicBezTo>
                  <a:cubicBezTo>
                    <a:pt x="118110" y="115252"/>
                    <a:pt x="140017" y="140970"/>
                    <a:pt x="159067" y="158115"/>
                  </a:cubicBezTo>
                  <a:cubicBezTo>
                    <a:pt x="182880" y="179070"/>
                    <a:pt x="200978" y="199073"/>
                    <a:pt x="223838" y="199073"/>
                  </a:cubicBezTo>
                  <a:cubicBezTo>
                    <a:pt x="246698" y="199073"/>
                    <a:pt x="264795" y="179070"/>
                    <a:pt x="288608" y="158115"/>
                  </a:cubicBezTo>
                  <a:cubicBezTo>
                    <a:pt x="307658" y="140970"/>
                    <a:pt x="329565" y="115252"/>
                    <a:pt x="359093" y="115252"/>
                  </a:cubicBezTo>
                  <a:cubicBezTo>
                    <a:pt x="375285" y="115252"/>
                    <a:pt x="388620" y="128588"/>
                    <a:pt x="388620" y="144780"/>
                  </a:cubicBezTo>
                  <a:lnTo>
                    <a:pt x="388620" y="182880"/>
                  </a:lnTo>
                  <a:cubicBezTo>
                    <a:pt x="388620" y="200025"/>
                    <a:pt x="402907" y="214313"/>
                    <a:pt x="420053" y="214313"/>
                  </a:cubicBezTo>
                  <a:lnTo>
                    <a:pt x="433388" y="214313"/>
                  </a:lnTo>
                  <a:cubicBezTo>
                    <a:pt x="437198" y="214313"/>
                    <a:pt x="440055" y="214313"/>
                    <a:pt x="440055" y="214313"/>
                  </a:cubicBezTo>
                  <a:lnTo>
                    <a:pt x="440055" y="214313"/>
                  </a:lnTo>
                  <a:cubicBezTo>
                    <a:pt x="443865" y="214313"/>
                    <a:pt x="446723" y="211455"/>
                    <a:pt x="446723" y="207645"/>
                  </a:cubicBezTo>
                  <a:cubicBezTo>
                    <a:pt x="444818" y="207645"/>
                    <a:pt x="444818" y="34290"/>
                    <a:pt x="444818" y="32385"/>
                  </a:cubicBezTo>
                </a:path>
              </a:pathLst>
            </a:custGeom>
            <a:grpFill/>
            <a:ln w="9525" cap="flat">
              <a:noFill/>
              <a:prstDash val="solid"/>
              <a:miter/>
            </a:ln>
          </p:spPr>
          <p:txBody>
            <a:bodyPr rtlCol="0" anchor="ctr"/>
            <a:lstStyle/>
            <a:p>
              <a:endParaRPr lang="ru-RU"/>
            </a:p>
          </p:txBody>
        </p:sp>
        <p:sp>
          <p:nvSpPr>
            <p:cNvPr id="14" name="Полилиния: фигура 13">
              <a:extLst>
                <a:ext uri="{FF2B5EF4-FFF2-40B4-BE49-F238E27FC236}">
                  <a16:creationId xmlns:a16="http://schemas.microsoft.com/office/drawing/2014/main" id="{85E9D78A-7D5B-47F0-BCD6-2B9BDE22C856}"/>
                </a:ext>
              </a:extLst>
            </p:cNvPr>
            <p:cNvSpPr/>
            <p:nvPr/>
          </p:nvSpPr>
          <p:spPr>
            <a:xfrm>
              <a:off x="6336029" y="3315652"/>
              <a:ext cx="213360" cy="216217"/>
            </a:xfrm>
            <a:custGeom>
              <a:avLst/>
              <a:gdLst>
                <a:gd name="connsiteX0" fmla="*/ 208598 w 213360"/>
                <a:gd name="connsiteY0" fmla="*/ 124777 h 216217"/>
                <a:gd name="connsiteX1" fmla="*/ 176213 w 213360"/>
                <a:gd name="connsiteY1" fmla="*/ 124777 h 216217"/>
                <a:gd name="connsiteX2" fmla="*/ 153353 w 213360"/>
                <a:gd name="connsiteY2" fmla="*/ 140018 h 216217"/>
                <a:gd name="connsiteX3" fmla="*/ 142875 w 213360"/>
                <a:gd name="connsiteY3" fmla="*/ 156210 h 216217"/>
                <a:gd name="connsiteX4" fmla="*/ 122873 w 213360"/>
                <a:gd name="connsiteY4" fmla="*/ 161925 h 216217"/>
                <a:gd name="connsiteX5" fmla="*/ 100013 w 213360"/>
                <a:gd name="connsiteY5" fmla="*/ 155258 h 216217"/>
                <a:gd name="connsiteX6" fmla="*/ 79058 w 213360"/>
                <a:gd name="connsiteY6" fmla="*/ 139065 h 216217"/>
                <a:gd name="connsiteX7" fmla="*/ 63817 w 213360"/>
                <a:gd name="connsiteY7" fmla="*/ 116205 h 216217"/>
                <a:gd name="connsiteX8" fmla="*/ 58103 w 213360"/>
                <a:gd name="connsiteY8" fmla="*/ 91440 h 216217"/>
                <a:gd name="connsiteX9" fmla="*/ 67628 w 213360"/>
                <a:gd name="connsiteY9" fmla="*/ 65723 h 216217"/>
                <a:gd name="connsiteX10" fmla="*/ 91440 w 213360"/>
                <a:gd name="connsiteY10" fmla="*/ 56198 h 216217"/>
                <a:gd name="connsiteX11" fmla="*/ 123825 w 213360"/>
                <a:gd name="connsiteY11" fmla="*/ 68580 h 216217"/>
                <a:gd name="connsiteX12" fmla="*/ 138113 w 213360"/>
                <a:gd name="connsiteY12" fmla="*/ 73343 h 216217"/>
                <a:gd name="connsiteX13" fmla="*/ 153353 w 213360"/>
                <a:gd name="connsiteY13" fmla="*/ 64770 h 216217"/>
                <a:gd name="connsiteX14" fmla="*/ 175260 w 213360"/>
                <a:gd name="connsiteY14" fmla="*/ 42863 h 216217"/>
                <a:gd name="connsiteX15" fmla="*/ 177165 w 213360"/>
                <a:gd name="connsiteY15" fmla="*/ 39052 h 216217"/>
                <a:gd name="connsiteX16" fmla="*/ 174308 w 213360"/>
                <a:gd name="connsiteY16" fmla="*/ 35243 h 216217"/>
                <a:gd name="connsiteX17" fmla="*/ 135255 w 213360"/>
                <a:gd name="connsiteY17" fmla="*/ 9525 h 216217"/>
                <a:gd name="connsiteX18" fmla="*/ 91440 w 213360"/>
                <a:gd name="connsiteY18" fmla="*/ 0 h 216217"/>
                <a:gd name="connsiteX19" fmla="*/ 4763 w 213360"/>
                <a:gd name="connsiteY19" fmla="*/ 0 h 216217"/>
                <a:gd name="connsiteX20" fmla="*/ 0 w 213360"/>
                <a:gd name="connsiteY20" fmla="*/ 5715 h 216217"/>
                <a:gd name="connsiteX21" fmla="*/ 0 w 213360"/>
                <a:gd name="connsiteY21" fmla="*/ 91440 h 216217"/>
                <a:gd name="connsiteX22" fmla="*/ 10478 w 213360"/>
                <a:gd name="connsiteY22" fmla="*/ 139065 h 216217"/>
                <a:gd name="connsiteX23" fmla="*/ 38100 w 213360"/>
                <a:gd name="connsiteY23" fmla="*/ 178118 h 216217"/>
                <a:gd name="connsiteX24" fmla="*/ 77153 w 213360"/>
                <a:gd name="connsiteY24" fmla="*/ 205740 h 216217"/>
                <a:gd name="connsiteX25" fmla="*/ 122873 w 213360"/>
                <a:gd name="connsiteY25" fmla="*/ 216218 h 216217"/>
                <a:gd name="connsiteX26" fmla="*/ 158115 w 213360"/>
                <a:gd name="connsiteY26" fmla="*/ 209550 h 216217"/>
                <a:gd name="connsiteX27" fmla="*/ 185738 w 213360"/>
                <a:gd name="connsiteY27" fmla="*/ 191452 h 216217"/>
                <a:gd name="connsiteX28" fmla="*/ 204788 w 213360"/>
                <a:gd name="connsiteY28" fmla="*/ 163830 h 216217"/>
                <a:gd name="connsiteX29" fmla="*/ 213360 w 213360"/>
                <a:gd name="connsiteY29" fmla="*/ 129540 h 216217"/>
                <a:gd name="connsiteX30" fmla="*/ 208598 w 213360"/>
                <a:gd name="connsiteY30" fmla="*/ 124777 h 216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13360" h="216217">
                  <a:moveTo>
                    <a:pt x="208598" y="124777"/>
                  </a:moveTo>
                  <a:lnTo>
                    <a:pt x="176213" y="124777"/>
                  </a:lnTo>
                  <a:cubicBezTo>
                    <a:pt x="164783" y="124777"/>
                    <a:pt x="156210" y="129540"/>
                    <a:pt x="153353" y="140018"/>
                  </a:cubicBezTo>
                  <a:cubicBezTo>
                    <a:pt x="151448" y="146685"/>
                    <a:pt x="147638" y="152400"/>
                    <a:pt x="142875" y="156210"/>
                  </a:cubicBezTo>
                  <a:cubicBezTo>
                    <a:pt x="138113" y="160020"/>
                    <a:pt x="131445" y="161925"/>
                    <a:pt x="122873" y="161925"/>
                  </a:cubicBezTo>
                  <a:cubicBezTo>
                    <a:pt x="115253" y="161925"/>
                    <a:pt x="107633" y="160020"/>
                    <a:pt x="100013" y="155258"/>
                  </a:cubicBezTo>
                  <a:cubicBezTo>
                    <a:pt x="92392" y="151448"/>
                    <a:pt x="85725" y="145733"/>
                    <a:pt x="79058" y="139065"/>
                  </a:cubicBezTo>
                  <a:cubicBezTo>
                    <a:pt x="73342" y="132398"/>
                    <a:pt x="67628" y="124777"/>
                    <a:pt x="63817" y="116205"/>
                  </a:cubicBezTo>
                  <a:cubicBezTo>
                    <a:pt x="60008" y="107633"/>
                    <a:pt x="58103" y="99060"/>
                    <a:pt x="58103" y="91440"/>
                  </a:cubicBezTo>
                  <a:cubicBezTo>
                    <a:pt x="58103" y="80963"/>
                    <a:pt x="60960" y="72390"/>
                    <a:pt x="67628" y="65723"/>
                  </a:cubicBezTo>
                  <a:cubicBezTo>
                    <a:pt x="74295" y="59055"/>
                    <a:pt x="81915" y="56198"/>
                    <a:pt x="91440" y="56198"/>
                  </a:cubicBezTo>
                  <a:cubicBezTo>
                    <a:pt x="102870" y="56198"/>
                    <a:pt x="113348" y="60008"/>
                    <a:pt x="123825" y="68580"/>
                  </a:cubicBezTo>
                  <a:cubicBezTo>
                    <a:pt x="128588" y="71438"/>
                    <a:pt x="133350" y="73343"/>
                    <a:pt x="138113" y="73343"/>
                  </a:cubicBezTo>
                  <a:cubicBezTo>
                    <a:pt x="142875" y="73343"/>
                    <a:pt x="148590" y="70485"/>
                    <a:pt x="153353" y="64770"/>
                  </a:cubicBezTo>
                  <a:lnTo>
                    <a:pt x="175260" y="42863"/>
                  </a:lnTo>
                  <a:cubicBezTo>
                    <a:pt x="176213" y="41910"/>
                    <a:pt x="177165" y="40005"/>
                    <a:pt x="177165" y="39052"/>
                  </a:cubicBezTo>
                  <a:cubicBezTo>
                    <a:pt x="177165" y="38100"/>
                    <a:pt x="176213" y="37148"/>
                    <a:pt x="174308" y="35243"/>
                  </a:cubicBezTo>
                  <a:cubicBezTo>
                    <a:pt x="162878" y="24765"/>
                    <a:pt x="149542" y="16193"/>
                    <a:pt x="135255" y="9525"/>
                  </a:cubicBezTo>
                  <a:cubicBezTo>
                    <a:pt x="120967" y="3810"/>
                    <a:pt x="106680" y="0"/>
                    <a:pt x="91440" y="0"/>
                  </a:cubicBezTo>
                  <a:lnTo>
                    <a:pt x="4763" y="0"/>
                  </a:lnTo>
                  <a:cubicBezTo>
                    <a:pt x="1905" y="0"/>
                    <a:pt x="0" y="1905"/>
                    <a:pt x="0" y="5715"/>
                  </a:cubicBezTo>
                  <a:lnTo>
                    <a:pt x="0" y="91440"/>
                  </a:lnTo>
                  <a:cubicBezTo>
                    <a:pt x="0" y="107633"/>
                    <a:pt x="3810" y="123825"/>
                    <a:pt x="10478" y="139065"/>
                  </a:cubicBezTo>
                  <a:cubicBezTo>
                    <a:pt x="17145" y="154305"/>
                    <a:pt x="26670" y="167640"/>
                    <a:pt x="38100" y="178118"/>
                  </a:cubicBezTo>
                  <a:cubicBezTo>
                    <a:pt x="49530" y="189548"/>
                    <a:pt x="62865" y="198120"/>
                    <a:pt x="77153" y="205740"/>
                  </a:cubicBezTo>
                  <a:cubicBezTo>
                    <a:pt x="91440" y="212408"/>
                    <a:pt x="106680" y="216218"/>
                    <a:pt x="122873" y="216218"/>
                  </a:cubicBezTo>
                  <a:cubicBezTo>
                    <a:pt x="135255" y="216218"/>
                    <a:pt x="147638" y="214313"/>
                    <a:pt x="158115" y="209550"/>
                  </a:cubicBezTo>
                  <a:cubicBezTo>
                    <a:pt x="168592" y="205740"/>
                    <a:pt x="178117" y="199073"/>
                    <a:pt x="185738" y="191452"/>
                  </a:cubicBezTo>
                  <a:cubicBezTo>
                    <a:pt x="193358" y="183833"/>
                    <a:pt x="200025" y="174308"/>
                    <a:pt x="204788" y="163830"/>
                  </a:cubicBezTo>
                  <a:cubicBezTo>
                    <a:pt x="209550" y="153352"/>
                    <a:pt x="212408" y="141923"/>
                    <a:pt x="213360" y="129540"/>
                  </a:cubicBezTo>
                  <a:cubicBezTo>
                    <a:pt x="213360" y="126683"/>
                    <a:pt x="212408" y="124777"/>
                    <a:pt x="208598" y="124777"/>
                  </a:cubicBezTo>
                </a:path>
              </a:pathLst>
            </a:custGeom>
            <a:grpFill/>
            <a:ln w="9525" cap="flat">
              <a:noFill/>
              <a:prstDash val="solid"/>
              <a:miter/>
            </a:ln>
          </p:spPr>
          <p:txBody>
            <a:bodyPr rtlCol="0" anchor="ctr"/>
            <a:lstStyle/>
            <a:p>
              <a:endParaRPr lang="ru-RU"/>
            </a:p>
          </p:txBody>
        </p:sp>
      </p:grpSp>
      <p:sp>
        <p:nvSpPr>
          <p:cNvPr id="27" name="Полилиния: фигура 26">
            <a:extLst>
              <a:ext uri="{FF2B5EF4-FFF2-40B4-BE49-F238E27FC236}">
                <a16:creationId xmlns:a16="http://schemas.microsoft.com/office/drawing/2014/main" id="{D2C061EF-8492-46AD-B925-36DFE8433EE3}"/>
              </a:ext>
            </a:extLst>
          </p:cNvPr>
          <p:cNvSpPr>
            <a:spLocks/>
          </p:cNvSpPr>
          <p:nvPr userDrawn="1"/>
        </p:nvSpPr>
        <p:spPr bwMode="auto">
          <a:xfrm rot="8577572">
            <a:off x="11479273" y="546141"/>
            <a:ext cx="1151816" cy="967694"/>
          </a:xfrm>
          <a:custGeom>
            <a:avLst/>
            <a:gdLst>
              <a:gd name="connsiteX0" fmla="*/ 0 w 1151816"/>
              <a:gd name="connsiteY0" fmla="*/ 967694 h 967694"/>
              <a:gd name="connsiteX1" fmla="*/ 730282 w 1151816"/>
              <a:gd name="connsiteY1" fmla="*/ 0 h 967694"/>
              <a:gd name="connsiteX2" fmla="*/ 763234 w 1151816"/>
              <a:gd name="connsiteY2" fmla="*/ 30926 h 967694"/>
              <a:gd name="connsiteX3" fmla="*/ 1099335 w 1151816"/>
              <a:gd name="connsiteY3" fmla="*/ 415702 h 967694"/>
              <a:gd name="connsiteX4" fmla="*/ 922766 w 1151816"/>
              <a:gd name="connsiteY4" fmla="*/ 859894 h 967694"/>
              <a:gd name="connsiteX5" fmla="*/ 64712 w 1151816"/>
              <a:gd name="connsiteY5" fmla="*/ 967064 h 967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1816" h="967694">
                <a:moveTo>
                  <a:pt x="0" y="967694"/>
                </a:moveTo>
                <a:lnTo>
                  <a:pt x="730282" y="0"/>
                </a:lnTo>
                <a:lnTo>
                  <a:pt x="763234" y="30926"/>
                </a:lnTo>
                <a:cubicBezTo>
                  <a:pt x="895919" y="160395"/>
                  <a:pt x="1020860" y="302059"/>
                  <a:pt x="1099335" y="415702"/>
                </a:cubicBezTo>
                <a:cubicBezTo>
                  <a:pt x="1218080" y="586944"/>
                  <a:pt x="1125149" y="817343"/>
                  <a:pt x="922766" y="859894"/>
                </a:cubicBezTo>
                <a:cubicBezTo>
                  <a:pt x="587568" y="929817"/>
                  <a:pt x="265811" y="961601"/>
                  <a:pt x="64712" y="967064"/>
                </a:cubicBezTo>
                <a:close/>
              </a:path>
            </a:pathLst>
          </a:custGeom>
          <a:gradFill>
            <a:gsLst>
              <a:gs pos="0">
                <a:srgbClr val="B0D901"/>
              </a:gs>
              <a:gs pos="100000">
                <a:srgbClr val="398ACB"/>
              </a:gs>
            </a:gsLst>
            <a:lin ang="0" scaled="1"/>
          </a:gradFill>
          <a:ln w="9525" cap="flat">
            <a:noFill/>
            <a:prstDash val="solid"/>
            <a:miter lim="800000"/>
            <a:headEnd/>
            <a:tailEnd/>
          </a:ln>
        </p:spPr>
        <p:txBody>
          <a:bodyPr vert="horz" wrap="square" lIns="91440" tIns="45720" rIns="91440" bIns="45720" numCol="1" anchor="t" anchorCtr="0" compatLnSpc="1">
            <a:prstTxWarp prst="textNoShape">
              <a:avLst/>
            </a:prstTxWarp>
            <a:noAutofit/>
          </a:bodyPr>
          <a:lstStyle/>
          <a:p>
            <a:endParaRPr lang="ru-RU"/>
          </a:p>
        </p:txBody>
      </p:sp>
      <p:sp>
        <p:nvSpPr>
          <p:cNvPr id="29" name="Полилиния: фигура 28">
            <a:extLst>
              <a:ext uri="{FF2B5EF4-FFF2-40B4-BE49-F238E27FC236}">
                <a16:creationId xmlns:a16="http://schemas.microsoft.com/office/drawing/2014/main" id="{28240FCA-FBAE-48EF-9096-93BF98D7DCF4}"/>
              </a:ext>
            </a:extLst>
          </p:cNvPr>
          <p:cNvSpPr>
            <a:spLocks/>
          </p:cNvSpPr>
          <p:nvPr userDrawn="1"/>
        </p:nvSpPr>
        <p:spPr bwMode="auto">
          <a:xfrm rot="12148300">
            <a:off x="10957805" y="-230629"/>
            <a:ext cx="1175267" cy="740171"/>
          </a:xfrm>
          <a:custGeom>
            <a:avLst/>
            <a:gdLst>
              <a:gd name="connsiteX0" fmla="*/ 1175267 w 1175267"/>
              <a:gd name="connsiteY0" fmla="*/ 277935 h 740171"/>
              <a:gd name="connsiteX1" fmla="*/ 57768 w 1175267"/>
              <a:gd name="connsiteY1" fmla="*/ 740171 h 740171"/>
              <a:gd name="connsiteX2" fmla="*/ 13310 w 1175267"/>
              <a:gd name="connsiteY2" fmla="*/ 692603 h 740171"/>
              <a:gd name="connsiteX3" fmla="*/ 3614 w 1175267"/>
              <a:gd name="connsiteY3" fmla="*/ 608356 h 740171"/>
              <a:gd name="connsiteX4" fmla="*/ 300993 w 1175267"/>
              <a:gd name="connsiteY4" fmla="*/ 101578 h 740171"/>
              <a:gd name="connsiteX5" fmla="*/ 730541 w 1175267"/>
              <a:gd name="connsiteY5" fmla="*/ 39135 h 740171"/>
              <a:gd name="connsiteX6" fmla="*/ 1113107 w 1175267"/>
              <a:gd name="connsiteY6" fmla="*/ 236489 h 740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5267" h="740171">
                <a:moveTo>
                  <a:pt x="1175267" y="277935"/>
                </a:moveTo>
                <a:lnTo>
                  <a:pt x="57768" y="740171"/>
                </a:lnTo>
                <a:lnTo>
                  <a:pt x="13310" y="692603"/>
                </a:lnTo>
                <a:cubicBezTo>
                  <a:pt x="194" y="666444"/>
                  <a:pt x="-3614" y="637934"/>
                  <a:pt x="3614" y="608356"/>
                </a:cubicBezTo>
                <a:cubicBezTo>
                  <a:pt x="51112" y="421025"/>
                  <a:pt x="193606" y="216605"/>
                  <a:pt x="300993" y="101578"/>
                </a:cubicBezTo>
                <a:cubicBezTo>
                  <a:pt x="404250" y="-8848"/>
                  <a:pt x="548809" y="-28567"/>
                  <a:pt x="730541" y="39135"/>
                </a:cubicBezTo>
                <a:cubicBezTo>
                  <a:pt x="839994" y="80216"/>
                  <a:pt x="980422" y="154491"/>
                  <a:pt x="1113107" y="236489"/>
                </a:cubicBezTo>
                <a:close/>
              </a:path>
            </a:pathLst>
          </a:custGeom>
          <a:gradFill>
            <a:gsLst>
              <a:gs pos="0">
                <a:srgbClr val="B0D901"/>
              </a:gs>
              <a:gs pos="70000">
                <a:srgbClr val="73B5D7"/>
              </a:gs>
            </a:gsLst>
            <a:lin ang="0" scaled="1"/>
          </a:gradFill>
          <a:ln w="9525" cap="flat">
            <a:noFill/>
            <a:prstDash val="solid"/>
            <a:miter lim="800000"/>
            <a:headEnd/>
            <a:tailEnd/>
          </a:ln>
        </p:spPr>
        <p:txBody>
          <a:bodyPr vert="horz" wrap="square" lIns="91440" tIns="45720" rIns="91440" bIns="45720" numCol="1" anchor="t" anchorCtr="0" compatLnSpc="1">
            <a:prstTxWarp prst="textNoShape">
              <a:avLst/>
            </a:prstTxWarp>
            <a:noAutofit/>
          </a:bodyPr>
          <a:lstStyle/>
          <a:p>
            <a:endParaRPr lang="ru-RU"/>
          </a:p>
        </p:txBody>
      </p:sp>
      <p:sp>
        <p:nvSpPr>
          <p:cNvPr id="6" name="Номер слайда 5">
            <a:extLst>
              <a:ext uri="{FF2B5EF4-FFF2-40B4-BE49-F238E27FC236}">
                <a16:creationId xmlns:a16="http://schemas.microsoft.com/office/drawing/2014/main" id="{52812879-4A0B-421F-A730-4384137DAF06}"/>
              </a:ext>
            </a:extLst>
          </p:cNvPr>
          <p:cNvSpPr>
            <a:spLocks noGrp="1"/>
          </p:cNvSpPr>
          <p:nvPr>
            <p:ph type="sldNum" sz="quarter" idx="12"/>
          </p:nvPr>
        </p:nvSpPr>
        <p:spPr>
          <a:xfrm>
            <a:off x="88202" y="6334919"/>
            <a:ext cx="807741" cy="365125"/>
          </a:xfrm>
        </p:spPr>
        <p:txBody>
          <a:bodyPr/>
          <a:lstStyle>
            <a:lvl1pPr algn="l">
              <a:defRPr/>
            </a:lvl1pPr>
          </a:lstStyle>
          <a:p>
            <a:fld id="{E05DA353-F16A-46E9-BF3A-5C7883ED105A}" type="slidenum">
              <a:rPr lang="ru-RU" smtClean="0"/>
              <a:pPr/>
              <a:t>‹#›</a:t>
            </a:fld>
            <a:endParaRPr lang="ru-RU" dirty="0"/>
          </a:p>
        </p:txBody>
      </p:sp>
    </p:spTree>
    <p:extLst>
      <p:ext uri="{BB962C8B-B14F-4D97-AF65-F5344CB8AC3E}">
        <p14:creationId xmlns:p14="http://schemas.microsoft.com/office/powerpoint/2010/main" val="1859739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4_Заголовок и объект">
    <p:spTree>
      <p:nvGrpSpPr>
        <p:cNvPr id="1" name=""/>
        <p:cNvGrpSpPr/>
        <p:nvPr/>
      </p:nvGrpSpPr>
      <p:grpSpPr>
        <a:xfrm>
          <a:off x="0" y="0"/>
          <a:ext cx="0" cy="0"/>
          <a:chOff x="0" y="0"/>
          <a:chExt cx="0" cy="0"/>
        </a:xfrm>
      </p:grpSpPr>
      <p:sp>
        <p:nvSpPr>
          <p:cNvPr id="4" name="Полилиния: фигура 3">
            <a:extLst>
              <a:ext uri="{FF2B5EF4-FFF2-40B4-BE49-F238E27FC236}">
                <a16:creationId xmlns:a16="http://schemas.microsoft.com/office/drawing/2014/main" id="{21530C11-7445-2790-2907-850DFBA918EF}"/>
              </a:ext>
            </a:extLst>
          </p:cNvPr>
          <p:cNvSpPr/>
          <p:nvPr userDrawn="1"/>
        </p:nvSpPr>
        <p:spPr>
          <a:xfrm>
            <a:off x="-1730" y="5818909"/>
            <a:ext cx="3734145" cy="1039091"/>
          </a:xfrm>
          <a:custGeom>
            <a:avLst/>
            <a:gdLst>
              <a:gd name="connsiteX0" fmla="*/ 1573352 w 4492234"/>
              <a:gd name="connsiteY0" fmla="*/ 1156 h 1442145"/>
              <a:gd name="connsiteX1" fmla="*/ 4488913 w 4492234"/>
              <a:gd name="connsiteY1" fmla="*/ 1393672 h 1442145"/>
              <a:gd name="connsiteX2" fmla="*/ 4492234 w 4492234"/>
              <a:gd name="connsiteY2" fmla="*/ 1442145 h 1442145"/>
              <a:gd name="connsiteX3" fmla="*/ 0 w 4492234"/>
              <a:gd name="connsiteY3" fmla="*/ 1442145 h 1442145"/>
              <a:gd name="connsiteX4" fmla="*/ 0 w 4492234"/>
              <a:gd name="connsiteY4" fmla="*/ 139377 h 1442145"/>
              <a:gd name="connsiteX5" fmla="*/ 254017 w 4492234"/>
              <a:gd name="connsiteY5" fmla="*/ 101642 h 1442145"/>
              <a:gd name="connsiteX6" fmla="*/ 1189986 w 4492234"/>
              <a:gd name="connsiteY6" fmla="*/ 15161 h 1442145"/>
              <a:gd name="connsiteX7" fmla="*/ 1573352 w 4492234"/>
              <a:gd name="connsiteY7" fmla="*/ 1156 h 1442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92234" h="1442145">
                <a:moveTo>
                  <a:pt x="1573352" y="1156"/>
                </a:moveTo>
                <a:cubicBezTo>
                  <a:pt x="3313092" y="-27080"/>
                  <a:pt x="4357404" y="462522"/>
                  <a:pt x="4488913" y="1393672"/>
                </a:cubicBezTo>
                <a:lnTo>
                  <a:pt x="4492234" y="1442145"/>
                </a:lnTo>
                <a:lnTo>
                  <a:pt x="0" y="1442145"/>
                </a:lnTo>
                <a:lnTo>
                  <a:pt x="0" y="139377"/>
                </a:lnTo>
                <a:lnTo>
                  <a:pt x="254017" y="101642"/>
                </a:lnTo>
                <a:cubicBezTo>
                  <a:pt x="555703" y="61452"/>
                  <a:pt x="869981" y="33025"/>
                  <a:pt x="1189986" y="15161"/>
                </a:cubicBezTo>
                <a:cubicBezTo>
                  <a:pt x="1321270" y="7832"/>
                  <a:pt x="1449085" y="3173"/>
                  <a:pt x="1573352" y="1156"/>
                </a:cubicBezTo>
                <a:close/>
              </a:path>
            </a:pathLst>
          </a:custGeom>
          <a:solidFill>
            <a:srgbClr val="BDDFEB">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5" name="Полилиния: фигура 4">
            <a:extLst>
              <a:ext uri="{FF2B5EF4-FFF2-40B4-BE49-F238E27FC236}">
                <a16:creationId xmlns:a16="http://schemas.microsoft.com/office/drawing/2014/main" id="{6B645F25-3158-EF92-B965-F02F8DB0DD6F}"/>
              </a:ext>
            </a:extLst>
          </p:cNvPr>
          <p:cNvSpPr/>
          <p:nvPr userDrawn="1"/>
        </p:nvSpPr>
        <p:spPr>
          <a:xfrm rot="19883963">
            <a:off x="-494636" y="5095599"/>
            <a:ext cx="1333758" cy="1671500"/>
          </a:xfrm>
          <a:custGeom>
            <a:avLst/>
            <a:gdLst>
              <a:gd name="connsiteX0" fmla="*/ 1653557 w 2179316"/>
              <a:gd name="connsiteY0" fmla="*/ 88090 h 2731176"/>
              <a:gd name="connsiteX1" fmla="*/ 2179316 w 2179316"/>
              <a:gd name="connsiteY1" fmla="*/ 995019 h 2731176"/>
              <a:gd name="connsiteX2" fmla="*/ 152408 w 2179316"/>
              <a:gd name="connsiteY2" fmla="*/ 2702427 h 2731176"/>
              <a:gd name="connsiteX3" fmla="*/ 0 w 2179316"/>
              <a:gd name="connsiteY3" fmla="*/ 2731176 h 2731176"/>
              <a:gd name="connsiteX4" fmla="*/ 1489124 w 2179316"/>
              <a:gd name="connsiteY4" fmla="*/ 0 h 2731176"/>
              <a:gd name="connsiteX5" fmla="*/ 1496595 w 2179316"/>
              <a:gd name="connsiteY5" fmla="*/ 3112 h 2731176"/>
              <a:gd name="connsiteX6" fmla="*/ 1653557 w 2179316"/>
              <a:gd name="connsiteY6" fmla="*/ 88090 h 2731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79316" h="2731176">
                <a:moveTo>
                  <a:pt x="1653557" y="88090"/>
                </a:moveTo>
                <a:cubicBezTo>
                  <a:pt x="1996946" y="299732"/>
                  <a:pt x="2179316" y="604539"/>
                  <a:pt x="2179316" y="995019"/>
                </a:cubicBezTo>
                <a:cubicBezTo>
                  <a:pt x="2179316" y="1775976"/>
                  <a:pt x="1287285" y="2454044"/>
                  <a:pt x="152408" y="2702427"/>
                </a:cubicBezTo>
                <a:lnTo>
                  <a:pt x="0" y="2731176"/>
                </a:lnTo>
                <a:lnTo>
                  <a:pt x="1489124" y="0"/>
                </a:lnTo>
                <a:lnTo>
                  <a:pt x="1496595" y="3112"/>
                </a:lnTo>
                <a:cubicBezTo>
                  <a:pt x="1552160" y="29522"/>
                  <a:pt x="1604502" y="57855"/>
                  <a:pt x="1653557" y="88090"/>
                </a:cubicBezTo>
                <a:close/>
              </a:path>
            </a:pathLst>
          </a:custGeom>
          <a:solidFill>
            <a:srgbClr val="BDDFEB">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2" name="Заголовок 1">
            <a:extLst>
              <a:ext uri="{FF2B5EF4-FFF2-40B4-BE49-F238E27FC236}">
                <a16:creationId xmlns:a16="http://schemas.microsoft.com/office/drawing/2014/main" id="{A269540D-4B84-4D48-B17E-A752B4EEAF6F}"/>
              </a:ext>
            </a:extLst>
          </p:cNvPr>
          <p:cNvSpPr>
            <a:spLocks noGrp="1"/>
          </p:cNvSpPr>
          <p:nvPr>
            <p:ph type="title"/>
          </p:nvPr>
        </p:nvSpPr>
        <p:spPr>
          <a:xfrm>
            <a:off x="924971" y="621000"/>
            <a:ext cx="10909300" cy="783083"/>
          </a:xfrm>
          <a:prstGeom prst="rect">
            <a:avLst/>
          </a:prstGeom>
        </p:spPr>
        <p:txBody>
          <a:bodyPr/>
          <a:lstStyle/>
          <a:p>
            <a:r>
              <a:rPr lang="ru-RU" dirty="0"/>
              <a:t>Образец заголовка</a:t>
            </a:r>
          </a:p>
        </p:txBody>
      </p:sp>
      <p:sp>
        <p:nvSpPr>
          <p:cNvPr id="3" name="Объект 2">
            <a:extLst>
              <a:ext uri="{FF2B5EF4-FFF2-40B4-BE49-F238E27FC236}">
                <a16:creationId xmlns:a16="http://schemas.microsoft.com/office/drawing/2014/main" id="{A0A6F06F-C669-43A6-800C-BFBE16B846FB}"/>
              </a:ext>
            </a:extLst>
          </p:cNvPr>
          <p:cNvSpPr>
            <a:spLocks noGrp="1"/>
          </p:cNvSpPr>
          <p:nvPr>
            <p:ph idx="1"/>
          </p:nvPr>
        </p:nvSpPr>
        <p:spPr/>
        <p:txBody>
          <a:bodyPr/>
          <a:lstStyle>
            <a:lvl1pPr marL="179388" indent="-179388">
              <a:lnSpc>
                <a:spcPct val="110000"/>
              </a:lnSpc>
              <a:defRPr/>
            </a:lvl1pPr>
            <a:lvl2pPr marL="625475" indent="-168275">
              <a:lnSpc>
                <a:spcPct val="110000"/>
              </a:lnSpc>
              <a:defRPr/>
            </a:lvl2pPr>
            <a:lvl3pPr marL="1077913" indent="-163513">
              <a:lnSpc>
                <a:spcPct val="110000"/>
              </a:lnSpc>
              <a:defRPr/>
            </a:lvl3pPr>
            <a:lvl4pPr marL="1524000" indent="-152400">
              <a:lnSpc>
                <a:spcPct val="110000"/>
              </a:lnSpc>
              <a:defRPr/>
            </a:lvl4pPr>
            <a:lvl5pPr marL="1976438" indent="-147638">
              <a:lnSpc>
                <a:spcPct val="110000"/>
              </a:lnSpc>
              <a:defRPr/>
            </a:lvl5p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grpSp>
        <p:nvGrpSpPr>
          <p:cNvPr id="8" name="Группа 7">
            <a:extLst>
              <a:ext uri="{FF2B5EF4-FFF2-40B4-BE49-F238E27FC236}">
                <a16:creationId xmlns:a16="http://schemas.microsoft.com/office/drawing/2014/main" id="{731B0DE8-632B-49C0-BA65-E35CCB03ED26}"/>
              </a:ext>
            </a:extLst>
          </p:cNvPr>
          <p:cNvGrpSpPr/>
          <p:nvPr userDrawn="1"/>
        </p:nvGrpSpPr>
        <p:grpSpPr>
          <a:xfrm>
            <a:off x="10753760" y="6379029"/>
            <a:ext cx="1155242" cy="182109"/>
            <a:chOff x="5409247" y="3315652"/>
            <a:chExt cx="1371600" cy="216217"/>
          </a:xfrm>
          <a:solidFill>
            <a:srgbClr val="398ACB"/>
          </a:solidFill>
        </p:grpSpPr>
        <p:sp>
          <p:nvSpPr>
            <p:cNvPr id="9" name="Полилиния: фигура 8">
              <a:extLst>
                <a:ext uri="{FF2B5EF4-FFF2-40B4-BE49-F238E27FC236}">
                  <a16:creationId xmlns:a16="http://schemas.microsoft.com/office/drawing/2014/main" id="{48AD9ABC-F5A0-44CB-815C-B2BF20C91B69}"/>
                </a:ext>
              </a:extLst>
            </p:cNvPr>
            <p:cNvSpPr/>
            <p:nvPr/>
          </p:nvSpPr>
          <p:spPr>
            <a:xfrm>
              <a:off x="6568440" y="3317557"/>
              <a:ext cx="212407" cy="213359"/>
            </a:xfrm>
            <a:custGeom>
              <a:avLst/>
              <a:gdLst>
                <a:gd name="connsiteX0" fmla="*/ 16192 w 212407"/>
                <a:gd name="connsiteY0" fmla="*/ 212407 h 213359"/>
                <a:gd name="connsiteX1" fmla="*/ 51435 w 212407"/>
                <a:gd name="connsiteY1" fmla="*/ 197167 h 213359"/>
                <a:gd name="connsiteX2" fmla="*/ 64770 w 212407"/>
                <a:gd name="connsiteY2" fmla="*/ 182880 h 213359"/>
                <a:gd name="connsiteX3" fmla="*/ 81915 w 212407"/>
                <a:gd name="connsiteY3" fmla="*/ 174307 h 213359"/>
                <a:gd name="connsiteX4" fmla="*/ 86677 w 212407"/>
                <a:gd name="connsiteY4" fmla="*/ 174307 h 213359"/>
                <a:gd name="connsiteX5" fmla="*/ 93345 w 212407"/>
                <a:gd name="connsiteY5" fmla="*/ 175260 h 213359"/>
                <a:gd name="connsiteX6" fmla="*/ 113347 w 212407"/>
                <a:gd name="connsiteY6" fmla="*/ 180975 h 213359"/>
                <a:gd name="connsiteX7" fmla="*/ 172402 w 212407"/>
                <a:gd name="connsiteY7" fmla="*/ 205740 h 213359"/>
                <a:gd name="connsiteX8" fmla="*/ 199072 w 212407"/>
                <a:gd name="connsiteY8" fmla="*/ 212407 h 213359"/>
                <a:gd name="connsiteX9" fmla="*/ 207645 w 212407"/>
                <a:gd name="connsiteY9" fmla="*/ 212407 h 213359"/>
                <a:gd name="connsiteX10" fmla="*/ 212407 w 212407"/>
                <a:gd name="connsiteY10" fmla="*/ 207645 h 213359"/>
                <a:gd name="connsiteX11" fmla="*/ 212407 w 212407"/>
                <a:gd name="connsiteY11" fmla="*/ 185738 h 213359"/>
                <a:gd name="connsiteX12" fmla="*/ 188595 w 212407"/>
                <a:gd name="connsiteY12" fmla="*/ 150495 h 213359"/>
                <a:gd name="connsiteX13" fmla="*/ 175260 w 212407"/>
                <a:gd name="connsiteY13" fmla="*/ 144780 h 213359"/>
                <a:gd name="connsiteX14" fmla="*/ 146685 w 212407"/>
                <a:gd name="connsiteY14" fmla="*/ 126682 h 213359"/>
                <a:gd name="connsiteX15" fmla="*/ 148590 w 212407"/>
                <a:gd name="connsiteY15" fmla="*/ 99060 h 213359"/>
                <a:gd name="connsiteX16" fmla="*/ 201930 w 212407"/>
                <a:gd name="connsiteY16" fmla="*/ 45720 h 213359"/>
                <a:gd name="connsiteX17" fmla="*/ 212407 w 212407"/>
                <a:gd name="connsiteY17" fmla="*/ 20002 h 213359"/>
                <a:gd name="connsiteX18" fmla="*/ 211455 w 212407"/>
                <a:gd name="connsiteY18" fmla="*/ 12382 h 213359"/>
                <a:gd name="connsiteX19" fmla="*/ 207645 w 212407"/>
                <a:gd name="connsiteY19" fmla="*/ 5715 h 213359"/>
                <a:gd name="connsiteX20" fmla="*/ 193357 w 212407"/>
                <a:gd name="connsiteY20" fmla="*/ 0 h 213359"/>
                <a:gd name="connsiteX21" fmla="*/ 184785 w 212407"/>
                <a:gd name="connsiteY21" fmla="*/ 0 h 213359"/>
                <a:gd name="connsiteX22" fmla="*/ 149542 w 212407"/>
                <a:gd name="connsiteY22" fmla="*/ 15240 h 213359"/>
                <a:gd name="connsiteX23" fmla="*/ 105727 w 212407"/>
                <a:gd name="connsiteY23" fmla="*/ 59055 h 213359"/>
                <a:gd name="connsiteX24" fmla="*/ 57150 w 212407"/>
                <a:gd name="connsiteY24" fmla="*/ 107632 h 213359"/>
                <a:gd name="connsiteX25" fmla="*/ 57150 w 212407"/>
                <a:gd name="connsiteY25" fmla="*/ 31432 h 213359"/>
                <a:gd name="connsiteX26" fmla="*/ 25717 w 212407"/>
                <a:gd name="connsiteY26" fmla="*/ 0 h 213359"/>
                <a:gd name="connsiteX27" fmla="*/ 13335 w 212407"/>
                <a:gd name="connsiteY27" fmla="*/ 0 h 213359"/>
                <a:gd name="connsiteX28" fmla="*/ 1905 w 212407"/>
                <a:gd name="connsiteY28" fmla="*/ 952 h 213359"/>
                <a:gd name="connsiteX29" fmla="*/ 0 w 212407"/>
                <a:gd name="connsiteY29" fmla="*/ 6667 h 213359"/>
                <a:gd name="connsiteX30" fmla="*/ 0 w 212407"/>
                <a:gd name="connsiteY30" fmla="*/ 208597 h 213359"/>
                <a:gd name="connsiteX31" fmla="*/ 4763 w 212407"/>
                <a:gd name="connsiteY31" fmla="*/ 213360 h 213359"/>
                <a:gd name="connsiteX32" fmla="*/ 16192 w 212407"/>
                <a:gd name="connsiteY32" fmla="*/ 213360 h 213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12407" h="213359">
                  <a:moveTo>
                    <a:pt x="16192" y="212407"/>
                  </a:moveTo>
                  <a:cubicBezTo>
                    <a:pt x="30480" y="212407"/>
                    <a:pt x="41910" y="205740"/>
                    <a:pt x="51435" y="197167"/>
                  </a:cubicBezTo>
                  <a:cubicBezTo>
                    <a:pt x="51435" y="197167"/>
                    <a:pt x="57150" y="190500"/>
                    <a:pt x="64770" y="182880"/>
                  </a:cubicBezTo>
                  <a:cubicBezTo>
                    <a:pt x="69532" y="178117"/>
                    <a:pt x="75247" y="175260"/>
                    <a:pt x="81915" y="174307"/>
                  </a:cubicBezTo>
                  <a:cubicBezTo>
                    <a:pt x="82867" y="174307"/>
                    <a:pt x="86677" y="174307"/>
                    <a:pt x="86677" y="174307"/>
                  </a:cubicBezTo>
                  <a:cubicBezTo>
                    <a:pt x="88582" y="174307"/>
                    <a:pt x="91440" y="174307"/>
                    <a:pt x="93345" y="175260"/>
                  </a:cubicBezTo>
                  <a:cubicBezTo>
                    <a:pt x="100965" y="176213"/>
                    <a:pt x="107632" y="178117"/>
                    <a:pt x="113347" y="180975"/>
                  </a:cubicBezTo>
                  <a:lnTo>
                    <a:pt x="172402" y="205740"/>
                  </a:lnTo>
                  <a:cubicBezTo>
                    <a:pt x="172402" y="205740"/>
                    <a:pt x="186690" y="212407"/>
                    <a:pt x="199072" y="212407"/>
                  </a:cubicBezTo>
                  <a:lnTo>
                    <a:pt x="207645" y="212407"/>
                  </a:lnTo>
                  <a:cubicBezTo>
                    <a:pt x="210502" y="212407"/>
                    <a:pt x="212407" y="209550"/>
                    <a:pt x="212407" y="207645"/>
                  </a:cubicBezTo>
                  <a:lnTo>
                    <a:pt x="212407" y="185738"/>
                  </a:lnTo>
                  <a:cubicBezTo>
                    <a:pt x="212407" y="170497"/>
                    <a:pt x="203835" y="156210"/>
                    <a:pt x="188595" y="150495"/>
                  </a:cubicBezTo>
                  <a:lnTo>
                    <a:pt x="175260" y="144780"/>
                  </a:lnTo>
                  <a:cubicBezTo>
                    <a:pt x="164782" y="140970"/>
                    <a:pt x="152400" y="132397"/>
                    <a:pt x="146685" y="126682"/>
                  </a:cubicBezTo>
                  <a:cubicBezTo>
                    <a:pt x="146685" y="126682"/>
                    <a:pt x="134302" y="112395"/>
                    <a:pt x="148590" y="99060"/>
                  </a:cubicBezTo>
                  <a:lnTo>
                    <a:pt x="201930" y="45720"/>
                  </a:lnTo>
                  <a:cubicBezTo>
                    <a:pt x="208597" y="38100"/>
                    <a:pt x="212407" y="29527"/>
                    <a:pt x="212407" y="20002"/>
                  </a:cubicBezTo>
                  <a:cubicBezTo>
                    <a:pt x="212407" y="20002"/>
                    <a:pt x="212407" y="16192"/>
                    <a:pt x="211455" y="12382"/>
                  </a:cubicBezTo>
                  <a:cubicBezTo>
                    <a:pt x="210502" y="9525"/>
                    <a:pt x="208597" y="6667"/>
                    <a:pt x="207645" y="5715"/>
                  </a:cubicBezTo>
                  <a:cubicBezTo>
                    <a:pt x="203835" y="1905"/>
                    <a:pt x="200025" y="952"/>
                    <a:pt x="193357" y="0"/>
                  </a:cubicBezTo>
                  <a:lnTo>
                    <a:pt x="184785" y="0"/>
                  </a:lnTo>
                  <a:cubicBezTo>
                    <a:pt x="170497" y="0"/>
                    <a:pt x="159067" y="6667"/>
                    <a:pt x="149542" y="15240"/>
                  </a:cubicBezTo>
                  <a:cubicBezTo>
                    <a:pt x="149542" y="15240"/>
                    <a:pt x="114300" y="50482"/>
                    <a:pt x="105727" y="59055"/>
                  </a:cubicBezTo>
                  <a:lnTo>
                    <a:pt x="57150" y="107632"/>
                  </a:lnTo>
                  <a:lnTo>
                    <a:pt x="57150" y="31432"/>
                  </a:lnTo>
                  <a:cubicBezTo>
                    <a:pt x="57150" y="14288"/>
                    <a:pt x="42863" y="0"/>
                    <a:pt x="25717" y="0"/>
                  </a:cubicBezTo>
                  <a:lnTo>
                    <a:pt x="13335" y="0"/>
                  </a:lnTo>
                  <a:cubicBezTo>
                    <a:pt x="9525" y="0"/>
                    <a:pt x="4763" y="0"/>
                    <a:pt x="1905" y="952"/>
                  </a:cubicBezTo>
                  <a:cubicBezTo>
                    <a:pt x="0" y="1905"/>
                    <a:pt x="0" y="3810"/>
                    <a:pt x="0" y="6667"/>
                  </a:cubicBezTo>
                  <a:lnTo>
                    <a:pt x="0" y="208597"/>
                  </a:lnTo>
                  <a:cubicBezTo>
                    <a:pt x="0" y="211455"/>
                    <a:pt x="1905" y="213360"/>
                    <a:pt x="4763" y="213360"/>
                  </a:cubicBezTo>
                  <a:lnTo>
                    <a:pt x="16192" y="213360"/>
                  </a:lnTo>
                  <a:close/>
                </a:path>
              </a:pathLst>
            </a:custGeom>
            <a:grpFill/>
            <a:ln w="9525" cap="flat">
              <a:noFill/>
              <a:prstDash val="solid"/>
              <a:miter/>
            </a:ln>
          </p:spPr>
          <p:txBody>
            <a:bodyPr rtlCol="0" anchor="ctr"/>
            <a:lstStyle/>
            <a:p>
              <a:endParaRPr lang="ru-RU"/>
            </a:p>
          </p:txBody>
        </p:sp>
        <p:sp>
          <p:nvSpPr>
            <p:cNvPr id="11" name="Полилиния: фигура 10">
              <a:extLst>
                <a:ext uri="{FF2B5EF4-FFF2-40B4-BE49-F238E27FC236}">
                  <a16:creationId xmlns:a16="http://schemas.microsoft.com/office/drawing/2014/main" id="{A2B58CB1-F6A7-4EAA-9959-1CF154441928}"/>
                </a:ext>
              </a:extLst>
            </p:cNvPr>
            <p:cNvSpPr/>
            <p:nvPr/>
          </p:nvSpPr>
          <p:spPr>
            <a:xfrm>
              <a:off x="6104572" y="3315652"/>
              <a:ext cx="233362" cy="214312"/>
            </a:xfrm>
            <a:custGeom>
              <a:avLst/>
              <a:gdLst>
                <a:gd name="connsiteX0" fmla="*/ 228600 w 233362"/>
                <a:gd name="connsiteY0" fmla="*/ 188595 h 214312"/>
                <a:gd name="connsiteX1" fmla="*/ 195263 w 233362"/>
                <a:gd name="connsiteY1" fmla="*/ 167640 h 214312"/>
                <a:gd name="connsiteX2" fmla="*/ 171450 w 233362"/>
                <a:gd name="connsiteY2" fmla="*/ 148590 h 214312"/>
                <a:gd name="connsiteX3" fmla="*/ 200977 w 233362"/>
                <a:gd name="connsiteY3" fmla="*/ 126683 h 214312"/>
                <a:gd name="connsiteX4" fmla="*/ 212407 w 233362"/>
                <a:gd name="connsiteY4" fmla="*/ 93345 h 214312"/>
                <a:gd name="connsiteX5" fmla="*/ 200977 w 233362"/>
                <a:gd name="connsiteY5" fmla="*/ 57150 h 214312"/>
                <a:gd name="connsiteX6" fmla="*/ 172402 w 233362"/>
                <a:gd name="connsiteY6" fmla="*/ 27623 h 214312"/>
                <a:gd name="connsiteX7" fmla="*/ 133350 w 233362"/>
                <a:gd name="connsiteY7" fmla="*/ 7620 h 214312"/>
                <a:gd name="connsiteX8" fmla="*/ 90488 w 233362"/>
                <a:gd name="connsiteY8" fmla="*/ 0 h 214312"/>
                <a:gd name="connsiteX9" fmla="*/ 4763 w 233362"/>
                <a:gd name="connsiteY9" fmla="*/ 0 h 214312"/>
                <a:gd name="connsiteX10" fmla="*/ 0 w 233362"/>
                <a:gd name="connsiteY10" fmla="*/ 4763 h 214312"/>
                <a:gd name="connsiteX11" fmla="*/ 0 w 233362"/>
                <a:gd name="connsiteY11" fmla="*/ 148590 h 214312"/>
                <a:gd name="connsiteX12" fmla="*/ 0 w 233362"/>
                <a:gd name="connsiteY12" fmla="*/ 180975 h 214312"/>
                <a:gd name="connsiteX13" fmla="*/ 0 w 233362"/>
                <a:gd name="connsiteY13" fmla="*/ 192405 h 214312"/>
                <a:gd name="connsiteX14" fmla="*/ 0 w 233362"/>
                <a:gd name="connsiteY14" fmla="*/ 206693 h 214312"/>
                <a:gd name="connsiteX15" fmla="*/ 1905 w 233362"/>
                <a:gd name="connsiteY15" fmla="*/ 212408 h 214312"/>
                <a:gd name="connsiteX16" fmla="*/ 14288 w 233362"/>
                <a:gd name="connsiteY16" fmla="*/ 214313 h 214312"/>
                <a:gd name="connsiteX17" fmla="*/ 29527 w 233362"/>
                <a:gd name="connsiteY17" fmla="*/ 212408 h 214312"/>
                <a:gd name="connsiteX18" fmla="*/ 47625 w 233362"/>
                <a:gd name="connsiteY18" fmla="*/ 199073 h 214312"/>
                <a:gd name="connsiteX19" fmla="*/ 58102 w 233362"/>
                <a:gd name="connsiteY19" fmla="*/ 162877 h 214312"/>
                <a:gd name="connsiteX20" fmla="*/ 58102 w 233362"/>
                <a:gd name="connsiteY20" fmla="*/ 75248 h 214312"/>
                <a:gd name="connsiteX21" fmla="*/ 59055 w 233362"/>
                <a:gd name="connsiteY21" fmla="*/ 69533 h 214312"/>
                <a:gd name="connsiteX22" fmla="*/ 60960 w 233362"/>
                <a:gd name="connsiteY22" fmla="*/ 65723 h 214312"/>
                <a:gd name="connsiteX23" fmla="*/ 114300 w 233362"/>
                <a:gd name="connsiteY23" fmla="*/ 55245 h 214312"/>
                <a:gd name="connsiteX24" fmla="*/ 152400 w 233362"/>
                <a:gd name="connsiteY24" fmla="*/ 95250 h 214312"/>
                <a:gd name="connsiteX25" fmla="*/ 122873 w 233362"/>
                <a:gd name="connsiteY25" fmla="*/ 112395 h 214312"/>
                <a:gd name="connsiteX26" fmla="*/ 101917 w 233362"/>
                <a:gd name="connsiteY26" fmla="*/ 108585 h 214312"/>
                <a:gd name="connsiteX27" fmla="*/ 93345 w 233362"/>
                <a:gd name="connsiteY27" fmla="*/ 105727 h 214312"/>
                <a:gd name="connsiteX28" fmla="*/ 85725 w 233362"/>
                <a:gd name="connsiteY28" fmla="*/ 103823 h 214312"/>
                <a:gd name="connsiteX29" fmla="*/ 81915 w 233362"/>
                <a:gd name="connsiteY29" fmla="*/ 109538 h 214312"/>
                <a:gd name="connsiteX30" fmla="*/ 81915 w 233362"/>
                <a:gd name="connsiteY30" fmla="*/ 132398 h 214312"/>
                <a:gd name="connsiteX31" fmla="*/ 89535 w 233362"/>
                <a:gd name="connsiteY31" fmla="*/ 151448 h 214312"/>
                <a:gd name="connsiteX32" fmla="*/ 160020 w 233362"/>
                <a:gd name="connsiteY32" fmla="*/ 206693 h 214312"/>
                <a:gd name="connsiteX33" fmla="*/ 181927 w 233362"/>
                <a:gd name="connsiteY33" fmla="*/ 214313 h 214312"/>
                <a:gd name="connsiteX34" fmla="*/ 228600 w 233362"/>
                <a:gd name="connsiteY34" fmla="*/ 214313 h 214312"/>
                <a:gd name="connsiteX35" fmla="*/ 233363 w 233362"/>
                <a:gd name="connsiteY35" fmla="*/ 208598 h 214312"/>
                <a:gd name="connsiteX36" fmla="*/ 233363 w 233362"/>
                <a:gd name="connsiteY36" fmla="*/ 193358 h 214312"/>
                <a:gd name="connsiteX37" fmla="*/ 228600 w 233362"/>
                <a:gd name="connsiteY37" fmla="*/ 188595 h 214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33362" h="214312">
                  <a:moveTo>
                    <a:pt x="228600" y="188595"/>
                  </a:moveTo>
                  <a:cubicBezTo>
                    <a:pt x="228600" y="188595"/>
                    <a:pt x="217170" y="185738"/>
                    <a:pt x="195263" y="167640"/>
                  </a:cubicBezTo>
                  <a:cubicBezTo>
                    <a:pt x="183832" y="158115"/>
                    <a:pt x="175260" y="151448"/>
                    <a:pt x="171450" y="148590"/>
                  </a:cubicBezTo>
                  <a:cubicBezTo>
                    <a:pt x="175260" y="145733"/>
                    <a:pt x="188595" y="140970"/>
                    <a:pt x="200977" y="126683"/>
                  </a:cubicBezTo>
                  <a:cubicBezTo>
                    <a:pt x="208598" y="118110"/>
                    <a:pt x="212407" y="106680"/>
                    <a:pt x="212407" y="93345"/>
                  </a:cubicBezTo>
                  <a:cubicBezTo>
                    <a:pt x="212407" y="80963"/>
                    <a:pt x="208598" y="68580"/>
                    <a:pt x="200977" y="57150"/>
                  </a:cubicBezTo>
                  <a:cubicBezTo>
                    <a:pt x="193357" y="45720"/>
                    <a:pt x="183832" y="36195"/>
                    <a:pt x="172402" y="27623"/>
                  </a:cubicBezTo>
                  <a:cubicBezTo>
                    <a:pt x="160973" y="19050"/>
                    <a:pt x="147638" y="12383"/>
                    <a:pt x="133350" y="7620"/>
                  </a:cubicBezTo>
                  <a:cubicBezTo>
                    <a:pt x="119063" y="2858"/>
                    <a:pt x="104775" y="0"/>
                    <a:pt x="90488" y="0"/>
                  </a:cubicBezTo>
                  <a:cubicBezTo>
                    <a:pt x="90488" y="0"/>
                    <a:pt x="4763" y="0"/>
                    <a:pt x="4763" y="0"/>
                  </a:cubicBezTo>
                  <a:cubicBezTo>
                    <a:pt x="1905" y="0"/>
                    <a:pt x="0" y="1905"/>
                    <a:pt x="0" y="4763"/>
                  </a:cubicBezTo>
                  <a:lnTo>
                    <a:pt x="0" y="148590"/>
                  </a:lnTo>
                  <a:lnTo>
                    <a:pt x="0" y="180975"/>
                  </a:lnTo>
                  <a:lnTo>
                    <a:pt x="0" y="192405"/>
                  </a:lnTo>
                  <a:lnTo>
                    <a:pt x="0" y="206693"/>
                  </a:lnTo>
                  <a:cubicBezTo>
                    <a:pt x="0" y="208598"/>
                    <a:pt x="0" y="210502"/>
                    <a:pt x="1905" y="212408"/>
                  </a:cubicBezTo>
                  <a:cubicBezTo>
                    <a:pt x="4763" y="213360"/>
                    <a:pt x="10477" y="214313"/>
                    <a:pt x="14288" y="214313"/>
                  </a:cubicBezTo>
                  <a:cubicBezTo>
                    <a:pt x="19050" y="214313"/>
                    <a:pt x="24765" y="213360"/>
                    <a:pt x="29527" y="212408"/>
                  </a:cubicBezTo>
                  <a:cubicBezTo>
                    <a:pt x="37148" y="209550"/>
                    <a:pt x="42863" y="204788"/>
                    <a:pt x="47625" y="199073"/>
                  </a:cubicBezTo>
                  <a:cubicBezTo>
                    <a:pt x="56198" y="188595"/>
                    <a:pt x="58102" y="176213"/>
                    <a:pt x="58102" y="162877"/>
                  </a:cubicBezTo>
                  <a:lnTo>
                    <a:pt x="58102" y="75248"/>
                  </a:lnTo>
                  <a:cubicBezTo>
                    <a:pt x="58102" y="74295"/>
                    <a:pt x="58102" y="71438"/>
                    <a:pt x="59055" y="69533"/>
                  </a:cubicBezTo>
                  <a:cubicBezTo>
                    <a:pt x="60007" y="67627"/>
                    <a:pt x="60960" y="65723"/>
                    <a:pt x="60960" y="65723"/>
                  </a:cubicBezTo>
                  <a:cubicBezTo>
                    <a:pt x="67627" y="53340"/>
                    <a:pt x="89535" y="48577"/>
                    <a:pt x="114300" y="55245"/>
                  </a:cubicBezTo>
                  <a:cubicBezTo>
                    <a:pt x="146685" y="63818"/>
                    <a:pt x="156210" y="85725"/>
                    <a:pt x="152400" y="95250"/>
                  </a:cubicBezTo>
                  <a:cubicBezTo>
                    <a:pt x="148590" y="105727"/>
                    <a:pt x="137160" y="112395"/>
                    <a:pt x="122873" y="112395"/>
                  </a:cubicBezTo>
                  <a:cubicBezTo>
                    <a:pt x="116205" y="112395"/>
                    <a:pt x="108585" y="111443"/>
                    <a:pt x="101917" y="108585"/>
                  </a:cubicBezTo>
                  <a:cubicBezTo>
                    <a:pt x="101917" y="108585"/>
                    <a:pt x="97155" y="107633"/>
                    <a:pt x="93345" y="105727"/>
                  </a:cubicBezTo>
                  <a:cubicBezTo>
                    <a:pt x="91440" y="104775"/>
                    <a:pt x="88582" y="103823"/>
                    <a:pt x="85725" y="103823"/>
                  </a:cubicBezTo>
                  <a:cubicBezTo>
                    <a:pt x="82867" y="103823"/>
                    <a:pt x="81915" y="105727"/>
                    <a:pt x="81915" y="109538"/>
                  </a:cubicBezTo>
                  <a:lnTo>
                    <a:pt x="81915" y="132398"/>
                  </a:lnTo>
                  <a:cubicBezTo>
                    <a:pt x="81915" y="140018"/>
                    <a:pt x="84773" y="147638"/>
                    <a:pt x="89535" y="151448"/>
                  </a:cubicBezTo>
                  <a:cubicBezTo>
                    <a:pt x="89535" y="151448"/>
                    <a:pt x="160020" y="206693"/>
                    <a:pt x="160020" y="206693"/>
                  </a:cubicBezTo>
                  <a:cubicBezTo>
                    <a:pt x="166688" y="211455"/>
                    <a:pt x="174307" y="214313"/>
                    <a:pt x="181927" y="214313"/>
                  </a:cubicBezTo>
                  <a:lnTo>
                    <a:pt x="228600" y="214313"/>
                  </a:lnTo>
                  <a:cubicBezTo>
                    <a:pt x="231457" y="214313"/>
                    <a:pt x="233363" y="212408"/>
                    <a:pt x="233363" y="208598"/>
                  </a:cubicBezTo>
                  <a:lnTo>
                    <a:pt x="233363" y="193358"/>
                  </a:lnTo>
                  <a:cubicBezTo>
                    <a:pt x="231457" y="191452"/>
                    <a:pt x="230505" y="188595"/>
                    <a:pt x="228600" y="188595"/>
                  </a:cubicBezTo>
                </a:path>
              </a:pathLst>
            </a:custGeom>
            <a:grpFill/>
            <a:ln w="9525" cap="flat">
              <a:noFill/>
              <a:prstDash val="solid"/>
              <a:miter/>
            </a:ln>
          </p:spPr>
          <p:txBody>
            <a:bodyPr rtlCol="0" anchor="ctr"/>
            <a:lstStyle/>
            <a:p>
              <a:endParaRPr lang="ru-RU"/>
            </a:p>
          </p:txBody>
        </p:sp>
        <p:sp>
          <p:nvSpPr>
            <p:cNvPr id="12" name="Полилиния: фигура 11">
              <a:extLst>
                <a:ext uri="{FF2B5EF4-FFF2-40B4-BE49-F238E27FC236}">
                  <a16:creationId xmlns:a16="http://schemas.microsoft.com/office/drawing/2014/main" id="{74A2172D-B5CA-44B5-8424-6F3873933518}"/>
                </a:ext>
              </a:extLst>
            </p:cNvPr>
            <p:cNvSpPr/>
            <p:nvPr/>
          </p:nvSpPr>
          <p:spPr>
            <a:xfrm>
              <a:off x="5873114" y="3315652"/>
              <a:ext cx="213360" cy="212407"/>
            </a:xfrm>
            <a:custGeom>
              <a:avLst/>
              <a:gdLst>
                <a:gd name="connsiteX0" fmla="*/ 180023 w 213360"/>
                <a:gd name="connsiteY0" fmla="*/ 159068 h 212407"/>
                <a:gd name="connsiteX1" fmla="*/ 118110 w 213360"/>
                <a:gd name="connsiteY1" fmla="*/ 159068 h 212407"/>
                <a:gd name="connsiteX2" fmla="*/ 93345 w 213360"/>
                <a:gd name="connsiteY2" fmla="*/ 153352 h 212407"/>
                <a:gd name="connsiteX3" fmla="*/ 73343 w 213360"/>
                <a:gd name="connsiteY3" fmla="*/ 138113 h 212407"/>
                <a:gd name="connsiteX4" fmla="*/ 60008 w 213360"/>
                <a:gd name="connsiteY4" fmla="*/ 116205 h 212407"/>
                <a:gd name="connsiteX5" fmla="*/ 55245 w 213360"/>
                <a:gd name="connsiteY5" fmla="*/ 91440 h 212407"/>
                <a:gd name="connsiteX6" fmla="*/ 64770 w 213360"/>
                <a:gd name="connsiteY6" fmla="*/ 65723 h 212407"/>
                <a:gd name="connsiteX7" fmla="*/ 71438 w 213360"/>
                <a:gd name="connsiteY7" fmla="*/ 60960 h 212407"/>
                <a:gd name="connsiteX8" fmla="*/ 80010 w 213360"/>
                <a:gd name="connsiteY8" fmla="*/ 58102 h 212407"/>
                <a:gd name="connsiteX9" fmla="*/ 92393 w 213360"/>
                <a:gd name="connsiteY9" fmla="*/ 57150 h 212407"/>
                <a:gd name="connsiteX10" fmla="*/ 104775 w 213360"/>
                <a:gd name="connsiteY10" fmla="*/ 58102 h 212407"/>
                <a:gd name="connsiteX11" fmla="*/ 124777 w 213360"/>
                <a:gd name="connsiteY11" fmla="*/ 66675 h 212407"/>
                <a:gd name="connsiteX12" fmla="*/ 151448 w 213360"/>
                <a:gd name="connsiteY12" fmla="*/ 90488 h 212407"/>
                <a:gd name="connsiteX13" fmla="*/ 87630 w 213360"/>
                <a:gd name="connsiteY13" fmla="*/ 90488 h 212407"/>
                <a:gd name="connsiteX14" fmla="*/ 81915 w 213360"/>
                <a:gd name="connsiteY14" fmla="*/ 95250 h 212407"/>
                <a:gd name="connsiteX15" fmla="*/ 85725 w 213360"/>
                <a:gd name="connsiteY15" fmla="*/ 111443 h 212407"/>
                <a:gd name="connsiteX16" fmla="*/ 125730 w 213360"/>
                <a:gd name="connsiteY16" fmla="*/ 135255 h 212407"/>
                <a:gd name="connsiteX17" fmla="*/ 185738 w 213360"/>
                <a:gd name="connsiteY17" fmla="*/ 135255 h 212407"/>
                <a:gd name="connsiteX18" fmla="*/ 207645 w 213360"/>
                <a:gd name="connsiteY18" fmla="*/ 126683 h 212407"/>
                <a:gd name="connsiteX19" fmla="*/ 212408 w 213360"/>
                <a:gd name="connsiteY19" fmla="*/ 108585 h 212407"/>
                <a:gd name="connsiteX20" fmla="*/ 202883 w 213360"/>
                <a:gd name="connsiteY20" fmla="*/ 71438 h 212407"/>
                <a:gd name="connsiteX21" fmla="*/ 176213 w 213360"/>
                <a:gd name="connsiteY21" fmla="*/ 36195 h 212407"/>
                <a:gd name="connsiteX22" fmla="*/ 138113 w 213360"/>
                <a:gd name="connsiteY22" fmla="*/ 10477 h 212407"/>
                <a:gd name="connsiteX23" fmla="*/ 92393 w 213360"/>
                <a:gd name="connsiteY23" fmla="*/ 0 h 212407"/>
                <a:gd name="connsiteX24" fmla="*/ 4763 w 213360"/>
                <a:gd name="connsiteY24" fmla="*/ 0 h 212407"/>
                <a:gd name="connsiteX25" fmla="*/ 0 w 213360"/>
                <a:gd name="connsiteY25" fmla="*/ 4763 h 212407"/>
                <a:gd name="connsiteX26" fmla="*/ 0 w 213360"/>
                <a:gd name="connsiteY26" fmla="*/ 92393 h 212407"/>
                <a:gd name="connsiteX27" fmla="*/ 9525 w 213360"/>
                <a:gd name="connsiteY27" fmla="*/ 139065 h 212407"/>
                <a:gd name="connsiteX28" fmla="*/ 35243 w 213360"/>
                <a:gd name="connsiteY28" fmla="*/ 177165 h 212407"/>
                <a:gd name="connsiteX29" fmla="*/ 73343 w 213360"/>
                <a:gd name="connsiteY29" fmla="*/ 202883 h 212407"/>
                <a:gd name="connsiteX30" fmla="*/ 120015 w 213360"/>
                <a:gd name="connsiteY30" fmla="*/ 212408 h 212407"/>
                <a:gd name="connsiteX31" fmla="*/ 208598 w 213360"/>
                <a:gd name="connsiteY31" fmla="*/ 212408 h 212407"/>
                <a:gd name="connsiteX32" fmla="*/ 213360 w 213360"/>
                <a:gd name="connsiteY32" fmla="*/ 207645 h 212407"/>
                <a:gd name="connsiteX33" fmla="*/ 213360 w 213360"/>
                <a:gd name="connsiteY33" fmla="*/ 189548 h 212407"/>
                <a:gd name="connsiteX34" fmla="*/ 204788 w 213360"/>
                <a:gd name="connsiteY34" fmla="*/ 165735 h 212407"/>
                <a:gd name="connsiteX35" fmla="*/ 180023 w 213360"/>
                <a:gd name="connsiteY35" fmla="*/ 159068 h 21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3360" h="212407">
                  <a:moveTo>
                    <a:pt x="180023" y="159068"/>
                  </a:moveTo>
                  <a:lnTo>
                    <a:pt x="118110" y="159068"/>
                  </a:lnTo>
                  <a:cubicBezTo>
                    <a:pt x="109538" y="159068"/>
                    <a:pt x="100965" y="157163"/>
                    <a:pt x="93345" y="153352"/>
                  </a:cubicBezTo>
                  <a:cubicBezTo>
                    <a:pt x="86677" y="150495"/>
                    <a:pt x="76200" y="141923"/>
                    <a:pt x="73343" y="138113"/>
                  </a:cubicBezTo>
                  <a:cubicBezTo>
                    <a:pt x="67627" y="131445"/>
                    <a:pt x="62865" y="124777"/>
                    <a:pt x="60008" y="116205"/>
                  </a:cubicBezTo>
                  <a:cubicBezTo>
                    <a:pt x="57150" y="107633"/>
                    <a:pt x="55245" y="100013"/>
                    <a:pt x="55245" y="91440"/>
                  </a:cubicBezTo>
                  <a:cubicBezTo>
                    <a:pt x="55245" y="80010"/>
                    <a:pt x="58102" y="71438"/>
                    <a:pt x="64770" y="65723"/>
                  </a:cubicBezTo>
                  <a:cubicBezTo>
                    <a:pt x="65723" y="64770"/>
                    <a:pt x="68580" y="62865"/>
                    <a:pt x="71438" y="60960"/>
                  </a:cubicBezTo>
                  <a:cubicBezTo>
                    <a:pt x="74295" y="59055"/>
                    <a:pt x="78105" y="58102"/>
                    <a:pt x="80010" y="58102"/>
                  </a:cubicBezTo>
                  <a:cubicBezTo>
                    <a:pt x="83820" y="57150"/>
                    <a:pt x="87630" y="57150"/>
                    <a:pt x="92393" y="57150"/>
                  </a:cubicBezTo>
                  <a:cubicBezTo>
                    <a:pt x="97155" y="57150"/>
                    <a:pt x="100965" y="58102"/>
                    <a:pt x="104775" y="58102"/>
                  </a:cubicBezTo>
                  <a:cubicBezTo>
                    <a:pt x="111443" y="59055"/>
                    <a:pt x="118110" y="61913"/>
                    <a:pt x="124777" y="66675"/>
                  </a:cubicBezTo>
                  <a:cubicBezTo>
                    <a:pt x="134302" y="72390"/>
                    <a:pt x="144780" y="81915"/>
                    <a:pt x="151448" y="90488"/>
                  </a:cubicBezTo>
                  <a:lnTo>
                    <a:pt x="87630" y="90488"/>
                  </a:lnTo>
                  <a:cubicBezTo>
                    <a:pt x="83820" y="90488"/>
                    <a:pt x="81915" y="92393"/>
                    <a:pt x="81915" y="95250"/>
                  </a:cubicBezTo>
                  <a:cubicBezTo>
                    <a:pt x="81915" y="101918"/>
                    <a:pt x="82868" y="105727"/>
                    <a:pt x="85725" y="111443"/>
                  </a:cubicBezTo>
                  <a:cubicBezTo>
                    <a:pt x="88583" y="117158"/>
                    <a:pt x="100965" y="135255"/>
                    <a:pt x="125730" y="135255"/>
                  </a:cubicBezTo>
                  <a:lnTo>
                    <a:pt x="185738" y="135255"/>
                  </a:lnTo>
                  <a:cubicBezTo>
                    <a:pt x="196215" y="135255"/>
                    <a:pt x="203835" y="132398"/>
                    <a:pt x="207645" y="126683"/>
                  </a:cubicBezTo>
                  <a:cubicBezTo>
                    <a:pt x="211455" y="120968"/>
                    <a:pt x="212408" y="116205"/>
                    <a:pt x="212408" y="108585"/>
                  </a:cubicBezTo>
                  <a:cubicBezTo>
                    <a:pt x="212408" y="96202"/>
                    <a:pt x="209550" y="84773"/>
                    <a:pt x="202883" y="71438"/>
                  </a:cubicBezTo>
                  <a:cubicBezTo>
                    <a:pt x="196215" y="58102"/>
                    <a:pt x="187643" y="46673"/>
                    <a:pt x="176213" y="36195"/>
                  </a:cubicBezTo>
                  <a:cubicBezTo>
                    <a:pt x="164783" y="25718"/>
                    <a:pt x="152400" y="17145"/>
                    <a:pt x="138113" y="10477"/>
                  </a:cubicBezTo>
                  <a:cubicBezTo>
                    <a:pt x="123825" y="3810"/>
                    <a:pt x="108585" y="0"/>
                    <a:pt x="92393" y="0"/>
                  </a:cubicBezTo>
                  <a:lnTo>
                    <a:pt x="4763" y="0"/>
                  </a:lnTo>
                  <a:cubicBezTo>
                    <a:pt x="1905" y="0"/>
                    <a:pt x="0" y="1905"/>
                    <a:pt x="0" y="4763"/>
                  </a:cubicBezTo>
                  <a:lnTo>
                    <a:pt x="0" y="92393"/>
                  </a:lnTo>
                  <a:cubicBezTo>
                    <a:pt x="0" y="108585"/>
                    <a:pt x="2858" y="123825"/>
                    <a:pt x="9525" y="139065"/>
                  </a:cubicBezTo>
                  <a:cubicBezTo>
                    <a:pt x="16193" y="153352"/>
                    <a:pt x="24765" y="166688"/>
                    <a:pt x="35243" y="177165"/>
                  </a:cubicBezTo>
                  <a:cubicBezTo>
                    <a:pt x="45720" y="188595"/>
                    <a:pt x="59055" y="197168"/>
                    <a:pt x="73343" y="202883"/>
                  </a:cubicBezTo>
                  <a:cubicBezTo>
                    <a:pt x="87630" y="209550"/>
                    <a:pt x="102870" y="212408"/>
                    <a:pt x="120015" y="212408"/>
                  </a:cubicBezTo>
                  <a:lnTo>
                    <a:pt x="208598" y="212408"/>
                  </a:lnTo>
                  <a:cubicBezTo>
                    <a:pt x="211455" y="212408"/>
                    <a:pt x="213360" y="210502"/>
                    <a:pt x="213360" y="207645"/>
                  </a:cubicBezTo>
                  <a:lnTo>
                    <a:pt x="213360" y="189548"/>
                  </a:lnTo>
                  <a:cubicBezTo>
                    <a:pt x="213360" y="179070"/>
                    <a:pt x="210502" y="171450"/>
                    <a:pt x="204788" y="165735"/>
                  </a:cubicBezTo>
                  <a:cubicBezTo>
                    <a:pt x="198120" y="161925"/>
                    <a:pt x="190500" y="159068"/>
                    <a:pt x="180023" y="159068"/>
                  </a:cubicBezTo>
                </a:path>
              </a:pathLst>
            </a:custGeom>
            <a:grpFill/>
            <a:ln w="9525" cap="flat">
              <a:noFill/>
              <a:prstDash val="solid"/>
              <a:miter/>
            </a:ln>
          </p:spPr>
          <p:txBody>
            <a:bodyPr rtlCol="0" anchor="ctr"/>
            <a:lstStyle/>
            <a:p>
              <a:endParaRPr lang="ru-RU"/>
            </a:p>
          </p:txBody>
        </p:sp>
        <p:sp>
          <p:nvSpPr>
            <p:cNvPr id="13" name="Полилиния: фигура 12">
              <a:extLst>
                <a:ext uri="{FF2B5EF4-FFF2-40B4-BE49-F238E27FC236}">
                  <a16:creationId xmlns:a16="http://schemas.microsoft.com/office/drawing/2014/main" id="{D1900A6F-25E2-467E-8CA0-88491E91ED1D}"/>
                </a:ext>
              </a:extLst>
            </p:cNvPr>
            <p:cNvSpPr/>
            <p:nvPr/>
          </p:nvSpPr>
          <p:spPr>
            <a:xfrm>
              <a:off x="5409247" y="3315652"/>
              <a:ext cx="446722" cy="214312"/>
            </a:xfrm>
            <a:custGeom>
              <a:avLst/>
              <a:gdLst>
                <a:gd name="connsiteX0" fmla="*/ 444818 w 446722"/>
                <a:gd name="connsiteY0" fmla="*/ 32385 h 214312"/>
                <a:gd name="connsiteX1" fmla="*/ 413385 w 446722"/>
                <a:gd name="connsiteY1" fmla="*/ 952 h 214312"/>
                <a:gd name="connsiteX2" fmla="*/ 380048 w 446722"/>
                <a:gd name="connsiteY2" fmla="*/ 952 h 214312"/>
                <a:gd name="connsiteX3" fmla="*/ 376238 w 446722"/>
                <a:gd name="connsiteY3" fmla="*/ 2858 h 214312"/>
                <a:gd name="connsiteX4" fmla="*/ 309563 w 446722"/>
                <a:gd name="connsiteY4" fmla="*/ 64770 h 214312"/>
                <a:gd name="connsiteX5" fmla="*/ 222885 w 446722"/>
                <a:gd name="connsiteY5" fmla="*/ 98108 h 214312"/>
                <a:gd name="connsiteX6" fmla="*/ 133350 w 446722"/>
                <a:gd name="connsiteY6" fmla="*/ 61913 h 214312"/>
                <a:gd name="connsiteX7" fmla="*/ 83820 w 446722"/>
                <a:gd name="connsiteY7" fmla="*/ 15240 h 214312"/>
                <a:gd name="connsiteX8" fmla="*/ 46672 w 446722"/>
                <a:gd name="connsiteY8" fmla="*/ 0 h 214312"/>
                <a:gd name="connsiteX9" fmla="*/ 6668 w 446722"/>
                <a:gd name="connsiteY9" fmla="*/ 0 h 214312"/>
                <a:gd name="connsiteX10" fmla="*/ 0 w 446722"/>
                <a:gd name="connsiteY10" fmla="*/ 6668 h 214312"/>
                <a:gd name="connsiteX11" fmla="*/ 0 w 446722"/>
                <a:gd name="connsiteY11" fmla="*/ 181927 h 214312"/>
                <a:gd name="connsiteX12" fmla="*/ 31433 w 446722"/>
                <a:gd name="connsiteY12" fmla="*/ 213360 h 214312"/>
                <a:gd name="connsiteX13" fmla="*/ 43815 w 446722"/>
                <a:gd name="connsiteY13" fmla="*/ 213360 h 214312"/>
                <a:gd name="connsiteX14" fmla="*/ 52388 w 446722"/>
                <a:gd name="connsiteY14" fmla="*/ 213360 h 214312"/>
                <a:gd name="connsiteX15" fmla="*/ 59055 w 446722"/>
                <a:gd name="connsiteY15" fmla="*/ 206693 h 214312"/>
                <a:gd name="connsiteX16" fmla="*/ 59055 w 446722"/>
                <a:gd name="connsiteY16" fmla="*/ 144780 h 214312"/>
                <a:gd name="connsiteX17" fmla="*/ 88583 w 446722"/>
                <a:gd name="connsiteY17" fmla="*/ 115252 h 214312"/>
                <a:gd name="connsiteX18" fmla="*/ 159067 w 446722"/>
                <a:gd name="connsiteY18" fmla="*/ 158115 h 214312"/>
                <a:gd name="connsiteX19" fmla="*/ 223838 w 446722"/>
                <a:gd name="connsiteY19" fmla="*/ 199073 h 214312"/>
                <a:gd name="connsiteX20" fmla="*/ 288608 w 446722"/>
                <a:gd name="connsiteY20" fmla="*/ 158115 h 214312"/>
                <a:gd name="connsiteX21" fmla="*/ 359093 w 446722"/>
                <a:gd name="connsiteY21" fmla="*/ 115252 h 214312"/>
                <a:gd name="connsiteX22" fmla="*/ 388620 w 446722"/>
                <a:gd name="connsiteY22" fmla="*/ 144780 h 214312"/>
                <a:gd name="connsiteX23" fmla="*/ 388620 w 446722"/>
                <a:gd name="connsiteY23" fmla="*/ 182880 h 214312"/>
                <a:gd name="connsiteX24" fmla="*/ 420053 w 446722"/>
                <a:gd name="connsiteY24" fmla="*/ 214313 h 214312"/>
                <a:gd name="connsiteX25" fmla="*/ 433388 w 446722"/>
                <a:gd name="connsiteY25" fmla="*/ 214313 h 214312"/>
                <a:gd name="connsiteX26" fmla="*/ 440055 w 446722"/>
                <a:gd name="connsiteY26" fmla="*/ 214313 h 214312"/>
                <a:gd name="connsiteX27" fmla="*/ 440055 w 446722"/>
                <a:gd name="connsiteY27" fmla="*/ 214313 h 214312"/>
                <a:gd name="connsiteX28" fmla="*/ 446723 w 446722"/>
                <a:gd name="connsiteY28" fmla="*/ 207645 h 214312"/>
                <a:gd name="connsiteX29" fmla="*/ 444818 w 446722"/>
                <a:gd name="connsiteY29" fmla="*/ 32385 h 214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46722" h="214312">
                  <a:moveTo>
                    <a:pt x="444818" y="32385"/>
                  </a:moveTo>
                  <a:cubicBezTo>
                    <a:pt x="444818" y="15240"/>
                    <a:pt x="430530" y="952"/>
                    <a:pt x="413385" y="952"/>
                  </a:cubicBezTo>
                  <a:lnTo>
                    <a:pt x="380048" y="952"/>
                  </a:lnTo>
                  <a:cubicBezTo>
                    <a:pt x="378143" y="952"/>
                    <a:pt x="377190" y="1905"/>
                    <a:pt x="376238" y="2858"/>
                  </a:cubicBezTo>
                  <a:lnTo>
                    <a:pt x="309563" y="64770"/>
                  </a:lnTo>
                  <a:cubicBezTo>
                    <a:pt x="286703" y="85725"/>
                    <a:pt x="256223" y="98108"/>
                    <a:pt x="222885" y="98108"/>
                  </a:cubicBezTo>
                  <a:cubicBezTo>
                    <a:pt x="187642" y="98108"/>
                    <a:pt x="156210" y="84773"/>
                    <a:pt x="133350" y="61913"/>
                  </a:cubicBezTo>
                  <a:cubicBezTo>
                    <a:pt x="133350" y="61913"/>
                    <a:pt x="84773" y="16193"/>
                    <a:pt x="83820" y="15240"/>
                  </a:cubicBezTo>
                  <a:cubicBezTo>
                    <a:pt x="74295" y="6668"/>
                    <a:pt x="61913" y="952"/>
                    <a:pt x="46672" y="0"/>
                  </a:cubicBezTo>
                  <a:lnTo>
                    <a:pt x="6668" y="0"/>
                  </a:lnTo>
                  <a:cubicBezTo>
                    <a:pt x="2858" y="0"/>
                    <a:pt x="0" y="2858"/>
                    <a:pt x="0" y="6668"/>
                  </a:cubicBezTo>
                  <a:lnTo>
                    <a:pt x="0" y="181927"/>
                  </a:lnTo>
                  <a:cubicBezTo>
                    <a:pt x="0" y="199073"/>
                    <a:pt x="14288" y="213360"/>
                    <a:pt x="31433" y="213360"/>
                  </a:cubicBezTo>
                  <a:lnTo>
                    <a:pt x="43815" y="213360"/>
                  </a:lnTo>
                  <a:lnTo>
                    <a:pt x="52388" y="213360"/>
                  </a:lnTo>
                  <a:cubicBezTo>
                    <a:pt x="56197" y="213360"/>
                    <a:pt x="59055" y="210502"/>
                    <a:pt x="59055" y="206693"/>
                  </a:cubicBezTo>
                  <a:lnTo>
                    <a:pt x="59055" y="144780"/>
                  </a:lnTo>
                  <a:cubicBezTo>
                    <a:pt x="59055" y="128588"/>
                    <a:pt x="72390" y="115252"/>
                    <a:pt x="88583" y="115252"/>
                  </a:cubicBezTo>
                  <a:cubicBezTo>
                    <a:pt x="118110" y="115252"/>
                    <a:pt x="140017" y="140970"/>
                    <a:pt x="159067" y="158115"/>
                  </a:cubicBezTo>
                  <a:cubicBezTo>
                    <a:pt x="182880" y="179070"/>
                    <a:pt x="200978" y="199073"/>
                    <a:pt x="223838" y="199073"/>
                  </a:cubicBezTo>
                  <a:cubicBezTo>
                    <a:pt x="246698" y="199073"/>
                    <a:pt x="264795" y="179070"/>
                    <a:pt x="288608" y="158115"/>
                  </a:cubicBezTo>
                  <a:cubicBezTo>
                    <a:pt x="307658" y="140970"/>
                    <a:pt x="329565" y="115252"/>
                    <a:pt x="359093" y="115252"/>
                  </a:cubicBezTo>
                  <a:cubicBezTo>
                    <a:pt x="375285" y="115252"/>
                    <a:pt x="388620" y="128588"/>
                    <a:pt x="388620" y="144780"/>
                  </a:cubicBezTo>
                  <a:lnTo>
                    <a:pt x="388620" y="182880"/>
                  </a:lnTo>
                  <a:cubicBezTo>
                    <a:pt x="388620" y="200025"/>
                    <a:pt x="402907" y="214313"/>
                    <a:pt x="420053" y="214313"/>
                  </a:cubicBezTo>
                  <a:lnTo>
                    <a:pt x="433388" y="214313"/>
                  </a:lnTo>
                  <a:cubicBezTo>
                    <a:pt x="437198" y="214313"/>
                    <a:pt x="440055" y="214313"/>
                    <a:pt x="440055" y="214313"/>
                  </a:cubicBezTo>
                  <a:lnTo>
                    <a:pt x="440055" y="214313"/>
                  </a:lnTo>
                  <a:cubicBezTo>
                    <a:pt x="443865" y="214313"/>
                    <a:pt x="446723" y="211455"/>
                    <a:pt x="446723" y="207645"/>
                  </a:cubicBezTo>
                  <a:cubicBezTo>
                    <a:pt x="444818" y="207645"/>
                    <a:pt x="444818" y="34290"/>
                    <a:pt x="444818" y="32385"/>
                  </a:cubicBezTo>
                </a:path>
              </a:pathLst>
            </a:custGeom>
            <a:grpFill/>
            <a:ln w="9525" cap="flat">
              <a:noFill/>
              <a:prstDash val="solid"/>
              <a:miter/>
            </a:ln>
          </p:spPr>
          <p:txBody>
            <a:bodyPr rtlCol="0" anchor="ctr"/>
            <a:lstStyle/>
            <a:p>
              <a:endParaRPr lang="ru-RU"/>
            </a:p>
          </p:txBody>
        </p:sp>
        <p:sp>
          <p:nvSpPr>
            <p:cNvPr id="14" name="Полилиния: фигура 13">
              <a:extLst>
                <a:ext uri="{FF2B5EF4-FFF2-40B4-BE49-F238E27FC236}">
                  <a16:creationId xmlns:a16="http://schemas.microsoft.com/office/drawing/2014/main" id="{85E9D78A-7D5B-47F0-BCD6-2B9BDE22C856}"/>
                </a:ext>
              </a:extLst>
            </p:cNvPr>
            <p:cNvSpPr/>
            <p:nvPr/>
          </p:nvSpPr>
          <p:spPr>
            <a:xfrm>
              <a:off x="6336029" y="3315652"/>
              <a:ext cx="213360" cy="216217"/>
            </a:xfrm>
            <a:custGeom>
              <a:avLst/>
              <a:gdLst>
                <a:gd name="connsiteX0" fmla="*/ 208598 w 213360"/>
                <a:gd name="connsiteY0" fmla="*/ 124777 h 216217"/>
                <a:gd name="connsiteX1" fmla="*/ 176213 w 213360"/>
                <a:gd name="connsiteY1" fmla="*/ 124777 h 216217"/>
                <a:gd name="connsiteX2" fmla="*/ 153353 w 213360"/>
                <a:gd name="connsiteY2" fmla="*/ 140018 h 216217"/>
                <a:gd name="connsiteX3" fmla="*/ 142875 w 213360"/>
                <a:gd name="connsiteY3" fmla="*/ 156210 h 216217"/>
                <a:gd name="connsiteX4" fmla="*/ 122873 w 213360"/>
                <a:gd name="connsiteY4" fmla="*/ 161925 h 216217"/>
                <a:gd name="connsiteX5" fmla="*/ 100013 w 213360"/>
                <a:gd name="connsiteY5" fmla="*/ 155258 h 216217"/>
                <a:gd name="connsiteX6" fmla="*/ 79058 w 213360"/>
                <a:gd name="connsiteY6" fmla="*/ 139065 h 216217"/>
                <a:gd name="connsiteX7" fmla="*/ 63817 w 213360"/>
                <a:gd name="connsiteY7" fmla="*/ 116205 h 216217"/>
                <a:gd name="connsiteX8" fmla="*/ 58103 w 213360"/>
                <a:gd name="connsiteY8" fmla="*/ 91440 h 216217"/>
                <a:gd name="connsiteX9" fmla="*/ 67628 w 213360"/>
                <a:gd name="connsiteY9" fmla="*/ 65723 h 216217"/>
                <a:gd name="connsiteX10" fmla="*/ 91440 w 213360"/>
                <a:gd name="connsiteY10" fmla="*/ 56198 h 216217"/>
                <a:gd name="connsiteX11" fmla="*/ 123825 w 213360"/>
                <a:gd name="connsiteY11" fmla="*/ 68580 h 216217"/>
                <a:gd name="connsiteX12" fmla="*/ 138113 w 213360"/>
                <a:gd name="connsiteY12" fmla="*/ 73343 h 216217"/>
                <a:gd name="connsiteX13" fmla="*/ 153353 w 213360"/>
                <a:gd name="connsiteY13" fmla="*/ 64770 h 216217"/>
                <a:gd name="connsiteX14" fmla="*/ 175260 w 213360"/>
                <a:gd name="connsiteY14" fmla="*/ 42863 h 216217"/>
                <a:gd name="connsiteX15" fmla="*/ 177165 w 213360"/>
                <a:gd name="connsiteY15" fmla="*/ 39052 h 216217"/>
                <a:gd name="connsiteX16" fmla="*/ 174308 w 213360"/>
                <a:gd name="connsiteY16" fmla="*/ 35243 h 216217"/>
                <a:gd name="connsiteX17" fmla="*/ 135255 w 213360"/>
                <a:gd name="connsiteY17" fmla="*/ 9525 h 216217"/>
                <a:gd name="connsiteX18" fmla="*/ 91440 w 213360"/>
                <a:gd name="connsiteY18" fmla="*/ 0 h 216217"/>
                <a:gd name="connsiteX19" fmla="*/ 4763 w 213360"/>
                <a:gd name="connsiteY19" fmla="*/ 0 h 216217"/>
                <a:gd name="connsiteX20" fmla="*/ 0 w 213360"/>
                <a:gd name="connsiteY20" fmla="*/ 5715 h 216217"/>
                <a:gd name="connsiteX21" fmla="*/ 0 w 213360"/>
                <a:gd name="connsiteY21" fmla="*/ 91440 h 216217"/>
                <a:gd name="connsiteX22" fmla="*/ 10478 w 213360"/>
                <a:gd name="connsiteY22" fmla="*/ 139065 h 216217"/>
                <a:gd name="connsiteX23" fmla="*/ 38100 w 213360"/>
                <a:gd name="connsiteY23" fmla="*/ 178118 h 216217"/>
                <a:gd name="connsiteX24" fmla="*/ 77153 w 213360"/>
                <a:gd name="connsiteY24" fmla="*/ 205740 h 216217"/>
                <a:gd name="connsiteX25" fmla="*/ 122873 w 213360"/>
                <a:gd name="connsiteY25" fmla="*/ 216218 h 216217"/>
                <a:gd name="connsiteX26" fmla="*/ 158115 w 213360"/>
                <a:gd name="connsiteY26" fmla="*/ 209550 h 216217"/>
                <a:gd name="connsiteX27" fmla="*/ 185738 w 213360"/>
                <a:gd name="connsiteY27" fmla="*/ 191452 h 216217"/>
                <a:gd name="connsiteX28" fmla="*/ 204788 w 213360"/>
                <a:gd name="connsiteY28" fmla="*/ 163830 h 216217"/>
                <a:gd name="connsiteX29" fmla="*/ 213360 w 213360"/>
                <a:gd name="connsiteY29" fmla="*/ 129540 h 216217"/>
                <a:gd name="connsiteX30" fmla="*/ 208598 w 213360"/>
                <a:gd name="connsiteY30" fmla="*/ 124777 h 216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13360" h="216217">
                  <a:moveTo>
                    <a:pt x="208598" y="124777"/>
                  </a:moveTo>
                  <a:lnTo>
                    <a:pt x="176213" y="124777"/>
                  </a:lnTo>
                  <a:cubicBezTo>
                    <a:pt x="164783" y="124777"/>
                    <a:pt x="156210" y="129540"/>
                    <a:pt x="153353" y="140018"/>
                  </a:cubicBezTo>
                  <a:cubicBezTo>
                    <a:pt x="151448" y="146685"/>
                    <a:pt x="147638" y="152400"/>
                    <a:pt x="142875" y="156210"/>
                  </a:cubicBezTo>
                  <a:cubicBezTo>
                    <a:pt x="138113" y="160020"/>
                    <a:pt x="131445" y="161925"/>
                    <a:pt x="122873" y="161925"/>
                  </a:cubicBezTo>
                  <a:cubicBezTo>
                    <a:pt x="115253" y="161925"/>
                    <a:pt x="107633" y="160020"/>
                    <a:pt x="100013" y="155258"/>
                  </a:cubicBezTo>
                  <a:cubicBezTo>
                    <a:pt x="92392" y="151448"/>
                    <a:pt x="85725" y="145733"/>
                    <a:pt x="79058" y="139065"/>
                  </a:cubicBezTo>
                  <a:cubicBezTo>
                    <a:pt x="73342" y="132398"/>
                    <a:pt x="67628" y="124777"/>
                    <a:pt x="63817" y="116205"/>
                  </a:cubicBezTo>
                  <a:cubicBezTo>
                    <a:pt x="60008" y="107633"/>
                    <a:pt x="58103" y="99060"/>
                    <a:pt x="58103" y="91440"/>
                  </a:cubicBezTo>
                  <a:cubicBezTo>
                    <a:pt x="58103" y="80963"/>
                    <a:pt x="60960" y="72390"/>
                    <a:pt x="67628" y="65723"/>
                  </a:cubicBezTo>
                  <a:cubicBezTo>
                    <a:pt x="74295" y="59055"/>
                    <a:pt x="81915" y="56198"/>
                    <a:pt x="91440" y="56198"/>
                  </a:cubicBezTo>
                  <a:cubicBezTo>
                    <a:pt x="102870" y="56198"/>
                    <a:pt x="113348" y="60008"/>
                    <a:pt x="123825" y="68580"/>
                  </a:cubicBezTo>
                  <a:cubicBezTo>
                    <a:pt x="128588" y="71438"/>
                    <a:pt x="133350" y="73343"/>
                    <a:pt x="138113" y="73343"/>
                  </a:cubicBezTo>
                  <a:cubicBezTo>
                    <a:pt x="142875" y="73343"/>
                    <a:pt x="148590" y="70485"/>
                    <a:pt x="153353" y="64770"/>
                  </a:cubicBezTo>
                  <a:lnTo>
                    <a:pt x="175260" y="42863"/>
                  </a:lnTo>
                  <a:cubicBezTo>
                    <a:pt x="176213" y="41910"/>
                    <a:pt x="177165" y="40005"/>
                    <a:pt x="177165" y="39052"/>
                  </a:cubicBezTo>
                  <a:cubicBezTo>
                    <a:pt x="177165" y="38100"/>
                    <a:pt x="176213" y="37148"/>
                    <a:pt x="174308" y="35243"/>
                  </a:cubicBezTo>
                  <a:cubicBezTo>
                    <a:pt x="162878" y="24765"/>
                    <a:pt x="149542" y="16193"/>
                    <a:pt x="135255" y="9525"/>
                  </a:cubicBezTo>
                  <a:cubicBezTo>
                    <a:pt x="120967" y="3810"/>
                    <a:pt x="106680" y="0"/>
                    <a:pt x="91440" y="0"/>
                  </a:cubicBezTo>
                  <a:lnTo>
                    <a:pt x="4763" y="0"/>
                  </a:lnTo>
                  <a:cubicBezTo>
                    <a:pt x="1905" y="0"/>
                    <a:pt x="0" y="1905"/>
                    <a:pt x="0" y="5715"/>
                  </a:cubicBezTo>
                  <a:lnTo>
                    <a:pt x="0" y="91440"/>
                  </a:lnTo>
                  <a:cubicBezTo>
                    <a:pt x="0" y="107633"/>
                    <a:pt x="3810" y="123825"/>
                    <a:pt x="10478" y="139065"/>
                  </a:cubicBezTo>
                  <a:cubicBezTo>
                    <a:pt x="17145" y="154305"/>
                    <a:pt x="26670" y="167640"/>
                    <a:pt x="38100" y="178118"/>
                  </a:cubicBezTo>
                  <a:cubicBezTo>
                    <a:pt x="49530" y="189548"/>
                    <a:pt x="62865" y="198120"/>
                    <a:pt x="77153" y="205740"/>
                  </a:cubicBezTo>
                  <a:cubicBezTo>
                    <a:pt x="91440" y="212408"/>
                    <a:pt x="106680" y="216218"/>
                    <a:pt x="122873" y="216218"/>
                  </a:cubicBezTo>
                  <a:cubicBezTo>
                    <a:pt x="135255" y="216218"/>
                    <a:pt x="147638" y="214313"/>
                    <a:pt x="158115" y="209550"/>
                  </a:cubicBezTo>
                  <a:cubicBezTo>
                    <a:pt x="168592" y="205740"/>
                    <a:pt x="178117" y="199073"/>
                    <a:pt x="185738" y="191452"/>
                  </a:cubicBezTo>
                  <a:cubicBezTo>
                    <a:pt x="193358" y="183833"/>
                    <a:pt x="200025" y="174308"/>
                    <a:pt x="204788" y="163830"/>
                  </a:cubicBezTo>
                  <a:cubicBezTo>
                    <a:pt x="209550" y="153352"/>
                    <a:pt x="212408" y="141923"/>
                    <a:pt x="213360" y="129540"/>
                  </a:cubicBezTo>
                  <a:cubicBezTo>
                    <a:pt x="213360" y="126683"/>
                    <a:pt x="212408" y="124777"/>
                    <a:pt x="208598" y="124777"/>
                  </a:cubicBezTo>
                </a:path>
              </a:pathLst>
            </a:custGeom>
            <a:grpFill/>
            <a:ln w="9525" cap="flat">
              <a:noFill/>
              <a:prstDash val="solid"/>
              <a:miter/>
            </a:ln>
          </p:spPr>
          <p:txBody>
            <a:bodyPr rtlCol="0" anchor="ctr"/>
            <a:lstStyle/>
            <a:p>
              <a:endParaRPr lang="ru-RU"/>
            </a:p>
          </p:txBody>
        </p:sp>
      </p:grpSp>
      <p:sp>
        <p:nvSpPr>
          <p:cNvPr id="6" name="Номер слайда 5">
            <a:extLst>
              <a:ext uri="{FF2B5EF4-FFF2-40B4-BE49-F238E27FC236}">
                <a16:creationId xmlns:a16="http://schemas.microsoft.com/office/drawing/2014/main" id="{52812879-4A0B-421F-A730-4384137DAF06}"/>
              </a:ext>
            </a:extLst>
          </p:cNvPr>
          <p:cNvSpPr>
            <a:spLocks noGrp="1"/>
          </p:cNvSpPr>
          <p:nvPr>
            <p:ph type="sldNum" sz="quarter" idx="12"/>
          </p:nvPr>
        </p:nvSpPr>
        <p:spPr>
          <a:xfrm>
            <a:off x="88202" y="6334919"/>
            <a:ext cx="807741" cy="365125"/>
          </a:xfrm>
        </p:spPr>
        <p:txBody>
          <a:bodyPr/>
          <a:lstStyle>
            <a:lvl1pPr algn="l">
              <a:defRPr/>
            </a:lvl1pPr>
          </a:lstStyle>
          <a:p>
            <a:fld id="{E05DA353-F16A-46E9-BF3A-5C7883ED105A}" type="slidenum">
              <a:rPr lang="ru-RU" smtClean="0"/>
              <a:pPr/>
              <a:t>‹#›</a:t>
            </a:fld>
            <a:endParaRPr lang="ru-RU" dirty="0"/>
          </a:p>
        </p:txBody>
      </p:sp>
    </p:spTree>
    <p:extLst>
      <p:ext uri="{BB962C8B-B14F-4D97-AF65-F5344CB8AC3E}">
        <p14:creationId xmlns:p14="http://schemas.microsoft.com/office/powerpoint/2010/main" val="1577440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Заголовок и объект">
    <p:spTree>
      <p:nvGrpSpPr>
        <p:cNvPr id="1" name=""/>
        <p:cNvGrpSpPr/>
        <p:nvPr/>
      </p:nvGrpSpPr>
      <p:grpSpPr>
        <a:xfrm>
          <a:off x="0" y="0"/>
          <a:ext cx="0" cy="0"/>
          <a:chOff x="0" y="0"/>
          <a:chExt cx="0" cy="0"/>
        </a:xfrm>
      </p:grpSpPr>
      <p:sp>
        <p:nvSpPr>
          <p:cNvPr id="23" name="Полилиния: фигура 22">
            <a:extLst>
              <a:ext uri="{FF2B5EF4-FFF2-40B4-BE49-F238E27FC236}">
                <a16:creationId xmlns:a16="http://schemas.microsoft.com/office/drawing/2014/main" id="{CB4F5692-ACBE-4155-A563-B123939F81BC}"/>
              </a:ext>
            </a:extLst>
          </p:cNvPr>
          <p:cNvSpPr/>
          <p:nvPr userDrawn="1"/>
        </p:nvSpPr>
        <p:spPr>
          <a:xfrm flipH="1" flipV="1">
            <a:off x="10166464" y="-2"/>
            <a:ext cx="2062186" cy="960184"/>
          </a:xfrm>
          <a:custGeom>
            <a:avLst/>
            <a:gdLst>
              <a:gd name="connsiteX0" fmla="*/ 1573352 w 4492234"/>
              <a:gd name="connsiteY0" fmla="*/ 1156 h 1442145"/>
              <a:gd name="connsiteX1" fmla="*/ 4488913 w 4492234"/>
              <a:gd name="connsiteY1" fmla="*/ 1393672 h 1442145"/>
              <a:gd name="connsiteX2" fmla="*/ 4492234 w 4492234"/>
              <a:gd name="connsiteY2" fmla="*/ 1442145 h 1442145"/>
              <a:gd name="connsiteX3" fmla="*/ 0 w 4492234"/>
              <a:gd name="connsiteY3" fmla="*/ 1442145 h 1442145"/>
              <a:gd name="connsiteX4" fmla="*/ 0 w 4492234"/>
              <a:gd name="connsiteY4" fmla="*/ 139377 h 1442145"/>
              <a:gd name="connsiteX5" fmla="*/ 254017 w 4492234"/>
              <a:gd name="connsiteY5" fmla="*/ 101642 h 1442145"/>
              <a:gd name="connsiteX6" fmla="*/ 1189986 w 4492234"/>
              <a:gd name="connsiteY6" fmla="*/ 15161 h 1442145"/>
              <a:gd name="connsiteX7" fmla="*/ 1573352 w 4492234"/>
              <a:gd name="connsiteY7" fmla="*/ 1156 h 1442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92234" h="1442145">
                <a:moveTo>
                  <a:pt x="1573352" y="1156"/>
                </a:moveTo>
                <a:cubicBezTo>
                  <a:pt x="3313092" y="-27080"/>
                  <a:pt x="4357404" y="462522"/>
                  <a:pt x="4488913" y="1393672"/>
                </a:cubicBezTo>
                <a:lnTo>
                  <a:pt x="4492234" y="1442145"/>
                </a:lnTo>
                <a:lnTo>
                  <a:pt x="0" y="1442145"/>
                </a:lnTo>
                <a:lnTo>
                  <a:pt x="0" y="139377"/>
                </a:lnTo>
                <a:lnTo>
                  <a:pt x="254017" y="101642"/>
                </a:lnTo>
                <a:cubicBezTo>
                  <a:pt x="555703" y="61452"/>
                  <a:pt x="869981" y="33025"/>
                  <a:pt x="1189986" y="15161"/>
                </a:cubicBezTo>
                <a:cubicBezTo>
                  <a:pt x="1321270" y="7832"/>
                  <a:pt x="1449085" y="3173"/>
                  <a:pt x="1573352" y="1156"/>
                </a:cubicBezTo>
                <a:close/>
              </a:path>
            </a:pathLst>
          </a:custGeom>
          <a:solidFill>
            <a:srgbClr val="BDDFEB">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9" name="Полилиния: фигура 18">
            <a:extLst>
              <a:ext uri="{FF2B5EF4-FFF2-40B4-BE49-F238E27FC236}">
                <a16:creationId xmlns:a16="http://schemas.microsoft.com/office/drawing/2014/main" id="{F9774D38-0B4E-4EAE-927A-07F8A112FA16}"/>
              </a:ext>
            </a:extLst>
          </p:cNvPr>
          <p:cNvSpPr/>
          <p:nvPr userDrawn="1"/>
        </p:nvSpPr>
        <p:spPr>
          <a:xfrm>
            <a:off x="-1730" y="5818909"/>
            <a:ext cx="3734145" cy="1039091"/>
          </a:xfrm>
          <a:custGeom>
            <a:avLst/>
            <a:gdLst>
              <a:gd name="connsiteX0" fmla="*/ 1573352 w 4492234"/>
              <a:gd name="connsiteY0" fmla="*/ 1156 h 1442145"/>
              <a:gd name="connsiteX1" fmla="*/ 4488913 w 4492234"/>
              <a:gd name="connsiteY1" fmla="*/ 1393672 h 1442145"/>
              <a:gd name="connsiteX2" fmla="*/ 4492234 w 4492234"/>
              <a:gd name="connsiteY2" fmla="*/ 1442145 h 1442145"/>
              <a:gd name="connsiteX3" fmla="*/ 0 w 4492234"/>
              <a:gd name="connsiteY3" fmla="*/ 1442145 h 1442145"/>
              <a:gd name="connsiteX4" fmla="*/ 0 w 4492234"/>
              <a:gd name="connsiteY4" fmla="*/ 139377 h 1442145"/>
              <a:gd name="connsiteX5" fmla="*/ 254017 w 4492234"/>
              <a:gd name="connsiteY5" fmla="*/ 101642 h 1442145"/>
              <a:gd name="connsiteX6" fmla="*/ 1189986 w 4492234"/>
              <a:gd name="connsiteY6" fmla="*/ 15161 h 1442145"/>
              <a:gd name="connsiteX7" fmla="*/ 1573352 w 4492234"/>
              <a:gd name="connsiteY7" fmla="*/ 1156 h 1442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92234" h="1442145">
                <a:moveTo>
                  <a:pt x="1573352" y="1156"/>
                </a:moveTo>
                <a:cubicBezTo>
                  <a:pt x="3313092" y="-27080"/>
                  <a:pt x="4357404" y="462522"/>
                  <a:pt x="4488913" y="1393672"/>
                </a:cubicBezTo>
                <a:lnTo>
                  <a:pt x="4492234" y="1442145"/>
                </a:lnTo>
                <a:lnTo>
                  <a:pt x="0" y="1442145"/>
                </a:lnTo>
                <a:lnTo>
                  <a:pt x="0" y="139377"/>
                </a:lnTo>
                <a:lnTo>
                  <a:pt x="254017" y="101642"/>
                </a:lnTo>
                <a:cubicBezTo>
                  <a:pt x="555703" y="61452"/>
                  <a:pt x="869981" y="33025"/>
                  <a:pt x="1189986" y="15161"/>
                </a:cubicBezTo>
                <a:cubicBezTo>
                  <a:pt x="1321270" y="7832"/>
                  <a:pt x="1449085" y="3173"/>
                  <a:pt x="1573352" y="1156"/>
                </a:cubicBezTo>
                <a:close/>
              </a:path>
            </a:pathLst>
          </a:custGeom>
          <a:solidFill>
            <a:srgbClr val="BDDFEB">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21" name="Полилиния: фигура 20">
            <a:extLst>
              <a:ext uri="{FF2B5EF4-FFF2-40B4-BE49-F238E27FC236}">
                <a16:creationId xmlns:a16="http://schemas.microsoft.com/office/drawing/2014/main" id="{DC452AFA-2352-4479-938B-FA93E7EC8EFE}"/>
              </a:ext>
            </a:extLst>
          </p:cNvPr>
          <p:cNvSpPr/>
          <p:nvPr userDrawn="1"/>
        </p:nvSpPr>
        <p:spPr>
          <a:xfrm rot="19883963">
            <a:off x="-494636" y="5095599"/>
            <a:ext cx="1333758" cy="1671500"/>
          </a:xfrm>
          <a:custGeom>
            <a:avLst/>
            <a:gdLst>
              <a:gd name="connsiteX0" fmla="*/ 1653557 w 2179316"/>
              <a:gd name="connsiteY0" fmla="*/ 88090 h 2731176"/>
              <a:gd name="connsiteX1" fmla="*/ 2179316 w 2179316"/>
              <a:gd name="connsiteY1" fmla="*/ 995019 h 2731176"/>
              <a:gd name="connsiteX2" fmla="*/ 152408 w 2179316"/>
              <a:gd name="connsiteY2" fmla="*/ 2702427 h 2731176"/>
              <a:gd name="connsiteX3" fmla="*/ 0 w 2179316"/>
              <a:gd name="connsiteY3" fmla="*/ 2731176 h 2731176"/>
              <a:gd name="connsiteX4" fmla="*/ 1489124 w 2179316"/>
              <a:gd name="connsiteY4" fmla="*/ 0 h 2731176"/>
              <a:gd name="connsiteX5" fmla="*/ 1496595 w 2179316"/>
              <a:gd name="connsiteY5" fmla="*/ 3112 h 2731176"/>
              <a:gd name="connsiteX6" fmla="*/ 1653557 w 2179316"/>
              <a:gd name="connsiteY6" fmla="*/ 88090 h 2731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79316" h="2731176">
                <a:moveTo>
                  <a:pt x="1653557" y="88090"/>
                </a:moveTo>
                <a:cubicBezTo>
                  <a:pt x="1996946" y="299732"/>
                  <a:pt x="2179316" y="604539"/>
                  <a:pt x="2179316" y="995019"/>
                </a:cubicBezTo>
                <a:cubicBezTo>
                  <a:pt x="2179316" y="1775976"/>
                  <a:pt x="1287285" y="2454044"/>
                  <a:pt x="152408" y="2702427"/>
                </a:cubicBezTo>
                <a:lnTo>
                  <a:pt x="0" y="2731176"/>
                </a:lnTo>
                <a:lnTo>
                  <a:pt x="1489124" y="0"/>
                </a:lnTo>
                <a:lnTo>
                  <a:pt x="1496595" y="3112"/>
                </a:lnTo>
                <a:cubicBezTo>
                  <a:pt x="1552160" y="29522"/>
                  <a:pt x="1604502" y="57855"/>
                  <a:pt x="1653557" y="88090"/>
                </a:cubicBezTo>
                <a:close/>
              </a:path>
            </a:pathLst>
          </a:custGeom>
          <a:solidFill>
            <a:srgbClr val="BDDFEB">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grpSp>
        <p:nvGrpSpPr>
          <p:cNvPr id="8" name="Группа 7">
            <a:extLst>
              <a:ext uri="{FF2B5EF4-FFF2-40B4-BE49-F238E27FC236}">
                <a16:creationId xmlns:a16="http://schemas.microsoft.com/office/drawing/2014/main" id="{731B0DE8-632B-49C0-BA65-E35CCB03ED26}"/>
              </a:ext>
            </a:extLst>
          </p:cNvPr>
          <p:cNvGrpSpPr/>
          <p:nvPr userDrawn="1"/>
        </p:nvGrpSpPr>
        <p:grpSpPr>
          <a:xfrm>
            <a:off x="10753760" y="6379029"/>
            <a:ext cx="1155242" cy="182109"/>
            <a:chOff x="5409247" y="3315652"/>
            <a:chExt cx="1371600" cy="216217"/>
          </a:xfrm>
          <a:solidFill>
            <a:srgbClr val="398ACB"/>
          </a:solidFill>
        </p:grpSpPr>
        <p:sp>
          <p:nvSpPr>
            <p:cNvPr id="9" name="Полилиния: фигура 8">
              <a:extLst>
                <a:ext uri="{FF2B5EF4-FFF2-40B4-BE49-F238E27FC236}">
                  <a16:creationId xmlns:a16="http://schemas.microsoft.com/office/drawing/2014/main" id="{48AD9ABC-F5A0-44CB-815C-B2BF20C91B69}"/>
                </a:ext>
              </a:extLst>
            </p:cNvPr>
            <p:cNvSpPr/>
            <p:nvPr/>
          </p:nvSpPr>
          <p:spPr>
            <a:xfrm>
              <a:off x="6568440" y="3317557"/>
              <a:ext cx="212407" cy="213359"/>
            </a:xfrm>
            <a:custGeom>
              <a:avLst/>
              <a:gdLst>
                <a:gd name="connsiteX0" fmla="*/ 16192 w 212407"/>
                <a:gd name="connsiteY0" fmla="*/ 212407 h 213359"/>
                <a:gd name="connsiteX1" fmla="*/ 51435 w 212407"/>
                <a:gd name="connsiteY1" fmla="*/ 197167 h 213359"/>
                <a:gd name="connsiteX2" fmla="*/ 64770 w 212407"/>
                <a:gd name="connsiteY2" fmla="*/ 182880 h 213359"/>
                <a:gd name="connsiteX3" fmla="*/ 81915 w 212407"/>
                <a:gd name="connsiteY3" fmla="*/ 174307 h 213359"/>
                <a:gd name="connsiteX4" fmla="*/ 86677 w 212407"/>
                <a:gd name="connsiteY4" fmla="*/ 174307 h 213359"/>
                <a:gd name="connsiteX5" fmla="*/ 93345 w 212407"/>
                <a:gd name="connsiteY5" fmla="*/ 175260 h 213359"/>
                <a:gd name="connsiteX6" fmla="*/ 113347 w 212407"/>
                <a:gd name="connsiteY6" fmla="*/ 180975 h 213359"/>
                <a:gd name="connsiteX7" fmla="*/ 172402 w 212407"/>
                <a:gd name="connsiteY7" fmla="*/ 205740 h 213359"/>
                <a:gd name="connsiteX8" fmla="*/ 199072 w 212407"/>
                <a:gd name="connsiteY8" fmla="*/ 212407 h 213359"/>
                <a:gd name="connsiteX9" fmla="*/ 207645 w 212407"/>
                <a:gd name="connsiteY9" fmla="*/ 212407 h 213359"/>
                <a:gd name="connsiteX10" fmla="*/ 212407 w 212407"/>
                <a:gd name="connsiteY10" fmla="*/ 207645 h 213359"/>
                <a:gd name="connsiteX11" fmla="*/ 212407 w 212407"/>
                <a:gd name="connsiteY11" fmla="*/ 185738 h 213359"/>
                <a:gd name="connsiteX12" fmla="*/ 188595 w 212407"/>
                <a:gd name="connsiteY12" fmla="*/ 150495 h 213359"/>
                <a:gd name="connsiteX13" fmla="*/ 175260 w 212407"/>
                <a:gd name="connsiteY13" fmla="*/ 144780 h 213359"/>
                <a:gd name="connsiteX14" fmla="*/ 146685 w 212407"/>
                <a:gd name="connsiteY14" fmla="*/ 126682 h 213359"/>
                <a:gd name="connsiteX15" fmla="*/ 148590 w 212407"/>
                <a:gd name="connsiteY15" fmla="*/ 99060 h 213359"/>
                <a:gd name="connsiteX16" fmla="*/ 201930 w 212407"/>
                <a:gd name="connsiteY16" fmla="*/ 45720 h 213359"/>
                <a:gd name="connsiteX17" fmla="*/ 212407 w 212407"/>
                <a:gd name="connsiteY17" fmla="*/ 20002 h 213359"/>
                <a:gd name="connsiteX18" fmla="*/ 211455 w 212407"/>
                <a:gd name="connsiteY18" fmla="*/ 12382 h 213359"/>
                <a:gd name="connsiteX19" fmla="*/ 207645 w 212407"/>
                <a:gd name="connsiteY19" fmla="*/ 5715 h 213359"/>
                <a:gd name="connsiteX20" fmla="*/ 193357 w 212407"/>
                <a:gd name="connsiteY20" fmla="*/ 0 h 213359"/>
                <a:gd name="connsiteX21" fmla="*/ 184785 w 212407"/>
                <a:gd name="connsiteY21" fmla="*/ 0 h 213359"/>
                <a:gd name="connsiteX22" fmla="*/ 149542 w 212407"/>
                <a:gd name="connsiteY22" fmla="*/ 15240 h 213359"/>
                <a:gd name="connsiteX23" fmla="*/ 105727 w 212407"/>
                <a:gd name="connsiteY23" fmla="*/ 59055 h 213359"/>
                <a:gd name="connsiteX24" fmla="*/ 57150 w 212407"/>
                <a:gd name="connsiteY24" fmla="*/ 107632 h 213359"/>
                <a:gd name="connsiteX25" fmla="*/ 57150 w 212407"/>
                <a:gd name="connsiteY25" fmla="*/ 31432 h 213359"/>
                <a:gd name="connsiteX26" fmla="*/ 25717 w 212407"/>
                <a:gd name="connsiteY26" fmla="*/ 0 h 213359"/>
                <a:gd name="connsiteX27" fmla="*/ 13335 w 212407"/>
                <a:gd name="connsiteY27" fmla="*/ 0 h 213359"/>
                <a:gd name="connsiteX28" fmla="*/ 1905 w 212407"/>
                <a:gd name="connsiteY28" fmla="*/ 952 h 213359"/>
                <a:gd name="connsiteX29" fmla="*/ 0 w 212407"/>
                <a:gd name="connsiteY29" fmla="*/ 6667 h 213359"/>
                <a:gd name="connsiteX30" fmla="*/ 0 w 212407"/>
                <a:gd name="connsiteY30" fmla="*/ 208597 h 213359"/>
                <a:gd name="connsiteX31" fmla="*/ 4763 w 212407"/>
                <a:gd name="connsiteY31" fmla="*/ 213360 h 213359"/>
                <a:gd name="connsiteX32" fmla="*/ 16192 w 212407"/>
                <a:gd name="connsiteY32" fmla="*/ 213360 h 213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12407" h="213359">
                  <a:moveTo>
                    <a:pt x="16192" y="212407"/>
                  </a:moveTo>
                  <a:cubicBezTo>
                    <a:pt x="30480" y="212407"/>
                    <a:pt x="41910" y="205740"/>
                    <a:pt x="51435" y="197167"/>
                  </a:cubicBezTo>
                  <a:cubicBezTo>
                    <a:pt x="51435" y="197167"/>
                    <a:pt x="57150" y="190500"/>
                    <a:pt x="64770" y="182880"/>
                  </a:cubicBezTo>
                  <a:cubicBezTo>
                    <a:pt x="69532" y="178117"/>
                    <a:pt x="75247" y="175260"/>
                    <a:pt x="81915" y="174307"/>
                  </a:cubicBezTo>
                  <a:cubicBezTo>
                    <a:pt x="82867" y="174307"/>
                    <a:pt x="86677" y="174307"/>
                    <a:pt x="86677" y="174307"/>
                  </a:cubicBezTo>
                  <a:cubicBezTo>
                    <a:pt x="88582" y="174307"/>
                    <a:pt x="91440" y="174307"/>
                    <a:pt x="93345" y="175260"/>
                  </a:cubicBezTo>
                  <a:cubicBezTo>
                    <a:pt x="100965" y="176213"/>
                    <a:pt x="107632" y="178117"/>
                    <a:pt x="113347" y="180975"/>
                  </a:cubicBezTo>
                  <a:lnTo>
                    <a:pt x="172402" y="205740"/>
                  </a:lnTo>
                  <a:cubicBezTo>
                    <a:pt x="172402" y="205740"/>
                    <a:pt x="186690" y="212407"/>
                    <a:pt x="199072" y="212407"/>
                  </a:cubicBezTo>
                  <a:lnTo>
                    <a:pt x="207645" y="212407"/>
                  </a:lnTo>
                  <a:cubicBezTo>
                    <a:pt x="210502" y="212407"/>
                    <a:pt x="212407" y="209550"/>
                    <a:pt x="212407" y="207645"/>
                  </a:cubicBezTo>
                  <a:lnTo>
                    <a:pt x="212407" y="185738"/>
                  </a:lnTo>
                  <a:cubicBezTo>
                    <a:pt x="212407" y="170497"/>
                    <a:pt x="203835" y="156210"/>
                    <a:pt x="188595" y="150495"/>
                  </a:cubicBezTo>
                  <a:lnTo>
                    <a:pt x="175260" y="144780"/>
                  </a:lnTo>
                  <a:cubicBezTo>
                    <a:pt x="164782" y="140970"/>
                    <a:pt x="152400" y="132397"/>
                    <a:pt x="146685" y="126682"/>
                  </a:cubicBezTo>
                  <a:cubicBezTo>
                    <a:pt x="146685" y="126682"/>
                    <a:pt x="134302" y="112395"/>
                    <a:pt x="148590" y="99060"/>
                  </a:cubicBezTo>
                  <a:lnTo>
                    <a:pt x="201930" y="45720"/>
                  </a:lnTo>
                  <a:cubicBezTo>
                    <a:pt x="208597" y="38100"/>
                    <a:pt x="212407" y="29527"/>
                    <a:pt x="212407" y="20002"/>
                  </a:cubicBezTo>
                  <a:cubicBezTo>
                    <a:pt x="212407" y="20002"/>
                    <a:pt x="212407" y="16192"/>
                    <a:pt x="211455" y="12382"/>
                  </a:cubicBezTo>
                  <a:cubicBezTo>
                    <a:pt x="210502" y="9525"/>
                    <a:pt x="208597" y="6667"/>
                    <a:pt x="207645" y="5715"/>
                  </a:cubicBezTo>
                  <a:cubicBezTo>
                    <a:pt x="203835" y="1905"/>
                    <a:pt x="200025" y="952"/>
                    <a:pt x="193357" y="0"/>
                  </a:cubicBezTo>
                  <a:lnTo>
                    <a:pt x="184785" y="0"/>
                  </a:lnTo>
                  <a:cubicBezTo>
                    <a:pt x="170497" y="0"/>
                    <a:pt x="159067" y="6667"/>
                    <a:pt x="149542" y="15240"/>
                  </a:cubicBezTo>
                  <a:cubicBezTo>
                    <a:pt x="149542" y="15240"/>
                    <a:pt x="114300" y="50482"/>
                    <a:pt x="105727" y="59055"/>
                  </a:cubicBezTo>
                  <a:lnTo>
                    <a:pt x="57150" y="107632"/>
                  </a:lnTo>
                  <a:lnTo>
                    <a:pt x="57150" y="31432"/>
                  </a:lnTo>
                  <a:cubicBezTo>
                    <a:pt x="57150" y="14288"/>
                    <a:pt x="42863" y="0"/>
                    <a:pt x="25717" y="0"/>
                  </a:cubicBezTo>
                  <a:lnTo>
                    <a:pt x="13335" y="0"/>
                  </a:lnTo>
                  <a:cubicBezTo>
                    <a:pt x="9525" y="0"/>
                    <a:pt x="4763" y="0"/>
                    <a:pt x="1905" y="952"/>
                  </a:cubicBezTo>
                  <a:cubicBezTo>
                    <a:pt x="0" y="1905"/>
                    <a:pt x="0" y="3810"/>
                    <a:pt x="0" y="6667"/>
                  </a:cubicBezTo>
                  <a:lnTo>
                    <a:pt x="0" y="208597"/>
                  </a:lnTo>
                  <a:cubicBezTo>
                    <a:pt x="0" y="211455"/>
                    <a:pt x="1905" y="213360"/>
                    <a:pt x="4763" y="213360"/>
                  </a:cubicBezTo>
                  <a:lnTo>
                    <a:pt x="16192" y="213360"/>
                  </a:lnTo>
                  <a:close/>
                </a:path>
              </a:pathLst>
            </a:custGeom>
            <a:grpFill/>
            <a:ln w="9525" cap="flat">
              <a:noFill/>
              <a:prstDash val="solid"/>
              <a:miter/>
            </a:ln>
          </p:spPr>
          <p:txBody>
            <a:bodyPr rtlCol="0" anchor="ctr"/>
            <a:lstStyle/>
            <a:p>
              <a:endParaRPr lang="ru-RU"/>
            </a:p>
          </p:txBody>
        </p:sp>
        <p:sp>
          <p:nvSpPr>
            <p:cNvPr id="11" name="Полилиния: фигура 10">
              <a:extLst>
                <a:ext uri="{FF2B5EF4-FFF2-40B4-BE49-F238E27FC236}">
                  <a16:creationId xmlns:a16="http://schemas.microsoft.com/office/drawing/2014/main" id="{A2B58CB1-F6A7-4EAA-9959-1CF154441928}"/>
                </a:ext>
              </a:extLst>
            </p:cNvPr>
            <p:cNvSpPr/>
            <p:nvPr/>
          </p:nvSpPr>
          <p:spPr>
            <a:xfrm>
              <a:off x="6104572" y="3315652"/>
              <a:ext cx="233362" cy="214312"/>
            </a:xfrm>
            <a:custGeom>
              <a:avLst/>
              <a:gdLst>
                <a:gd name="connsiteX0" fmla="*/ 228600 w 233362"/>
                <a:gd name="connsiteY0" fmla="*/ 188595 h 214312"/>
                <a:gd name="connsiteX1" fmla="*/ 195263 w 233362"/>
                <a:gd name="connsiteY1" fmla="*/ 167640 h 214312"/>
                <a:gd name="connsiteX2" fmla="*/ 171450 w 233362"/>
                <a:gd name="connsiteY2" fmla="*/ 148590 h 214312"/>
                <a:gd name="connsiteX3" fmla="*/ 200977 w 233362"/>
                <a:gd name="connsiteY3" fmla="*/ 126683 h 214312"/>
                <a:gd name="connsiteX4" fmla="*/ 212407 w 233362"/>
                <a:gd name="connsiteY4" fmla="*/ 93345 h 214312"/>
                <a:gd name="connsiteX5" fmla="*/ 200977 w 233362"/>
                <a:gd name="connsiteY5" fmla="*/ 57150 h 214312"/>
                <a:gd name="connsiteX6" fmla="*/ 172402 w 233362"/>
                <a:gd name="connsiteY6" fmla="*/ 27623 h 214312"/>
                <a:gd name="connsiteX7" fmla="*/ 133350 w 233362"/>
                <a:gd name="connsiteY7" fmla="*/ 7620 h 214312"/>
                <a:gd name="connsiteX8" fmla="*/ 90488 w 233362"/>
                <a:gd name="connsiteY8" fmla="*/ 0 h 214312"/>
                <a:gd name="connsiteX9" fmla="*/ 4763 w 233362"/>
                <a:gd name="connsiteY9" fmla="*/ 0 h 214312"/>
                <a:gd name="connsiteX10" fmla="*/ 0 w 233362"/>
                <a:gd name="connsiteY10" fmla="*/ 4763 h 214312"/>
                <a:gd name="connsiteX11" fmla="*/ 0 w 233362"/>
                <a:gd name="connsiteY11" fmla="*/ 148590 h 214312"/>
                <a:gd name="connsiteX12" fmla="*/ 0 w 233362"/>
                <a:gd name="connsiteY12" fmla="*/ 180975 h 214312"/>
                <a:gd name="connsiteX13" fmla="*/ 0 w 233362"/>
                <a:gd name="connsiteY13" fmla="*/ 192405 h 214312"/>
                <a:gd name="connsiteX14" fmla="*/ 0 w 233362"/>
                <a:gd name="connsiteY14" fmla="*/ 206693 h 214312"/>
                <a:gd name="connsiteX15" fmla="*/ 1905 w 233362"/>
                <a:gd name="connsiteY15" fmla="*/ 212408 h 214312"/>
                <a:gd name="connsiteX16" fmla="*/ 14288 w 233362"/>
                <a:gd name="connsiteY16" fmla="*/ 214313 h 214312"/>
                <a:gd name="connsiteX17" fmla="*/ 29527 w 233362"/>
                <a:gd name="connsiteY17" fmla="*/ 212408 h 214312"/>
                <a:gd name="connsiteX18" fmla="*/ 47625 w 233362"/>
                <a:gd name="connsiteY18" fmla="*/ 199073 h 214312"/>
                <a:gd name="connsiteX19" fmla="*/ 58102 w 233362"/>
                <a:gd name="connsiteY19" fmla="*/ 162877 h 214312"/>
                <a:gd name="connsiteX20" fmla="*/ 58102 w 233362"/>
                <a:gd name="connsiteY20" fmla="*/ 75248 h 214312"/>
                <a:gd name="connsiteX21" fmla="*/ 59055 w 233362"/>
                <a:gd name="connsiteY21" fmla="*/ 69533 h 214312"/>
                <a:gd name="connsiteX22" fmla="*/ 60960 w 233362"/>
                <a:gd name="connsiteY22" fmla="*/ 65723 h 214312"/>
                <a:gd name="connsiteX23" fmla="*/ 114300 w 233362"/>
                <a:gd name="connsiteY23" fmla="*/ 55245 h 214312"/>
                <a:gd name="connsiteX24" fmla="*/ 152400 w 233362"/>
                <a:gd name="connsiteY24" fmla="*/ 95250 h 214312"/>
                <a:gd name="connsiteX25" fmla="*/ 122873 w 233362"/>
                <a:gd name="connsiteY25" fmla="*/ 112395 h 214312"/>
                <a:gd name="connsiteX26" fmla="*/ 101917 w 233362"/>
                <a:gd name="connsiteY26" fmla="*/ 108585 h 214312"/>
                <a:gd name="connsiteX27" fmla="*/ 93345 w 233362"/>
                <a:gd name="connsiteY27" fmla="*/ 105727 h 214312"/>
                <a:gd name="connsiteX28" fmla="*/ 85725 w 233362"/>
                <a:gd name="connsiteY28" fmla="*/ 103823 h 214312"/>
                <a:gd name="connsiteX29" fmla="*/ 81915 w 233362"/>
                <a:gd name="connsiteY29" fmla="*/ 109538 h 214312"/>
                <a:gd name="connsiteX30" fmla="*/ 81915 w 233362"/>
                <a:gd name="connsiteY30" fmla="*/ 132398 h 214312"/>
                <a:gd name="connsiteX31" fmla="*/ 89535 w 233362"/>
                <a:gd name="connsiteY31" fmla="*/ 151448 h 214312"/>
                <a:gd name="connsiteX32" fmla="*/ 160020 w 233362"/>
                <a:gd name="connsiteY32" fmla="*/ 206693 h 214312"/>
                <a:gd name="connsiteX33" fmla="*/ 181927 w 233362"/>
                <a:gd name="connsiteY33" fmla="*/ 214313 h 214312"/>
                <a:gd name="connsiteX34" fmla="*/ 228600 w 233362"/>
                <a:gd name="connsiteY34" fmla="*/ 214313 h 214312"/>
                <a:gd name="connsiteX35" fmla="*/ 233363 w 233362"/>
                <a:gd name="connsiteY35" fmla="*/ 208598 h 214312"/>
                <a:gd name="connsiteX36" fmla="*/ 233363 w 233362"/>
                <a:gd name="connsiteY36" fmla="*/ 193358 h 214312"/>
                <a:gd name="connsiteX37" fmla="*/ 228600 w 233362"/>
                <a:gd name="connsiteY37" fmla="*/ 188595 h 214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33362" h="214312">
                  <a:moveTo>
                    <a:pt x="228600" y="188595"/>
                  </a:moveTo>
                  <a:cubicBezTo>
                    <a:pt x="228600" y="188595"/>
                    <a:pt x="217170" y="185738"/>
                    <a:pt x="195263" y="167640"/>
                  </a:cubicBezTo>
                  <a:cubicBezTo>
                    <a:pt x="183832" y="158115"/>
                    <a:pt x="175260" y="151448"/>
                    <a:pt x="171450" y="148590"/>
                  </a:cubicBezTo>
                  <a:cubicBezTo>
                    <a:pt x="175260" y="145733"/>
                    <a:pt x="188595" y="140970"/>
                    <a:pt x="200977" y="126683"/>
                  </a:cubicBezTo>
                  <a:cubicBezTo>
                    <a:pt x="208598" y="118110"/>
                    <a:pt x="212407" y="106680"/>
                    <a:pt x="212407" y="93345"/>
                  </a:cubicBezTo>
                  <a:cubicBezTo>
                    <a:pt x="212407" y="80963"/>
                    <a:pt x="208598" y="68580"/>
                    <a:pt x="200977" y="57150"/>
                  </a:cubicBezTo>
                  <a:cubicBezTo>
                    <a:pt x="193357" y="45720"/>
                    <a:pt x="183832" y="36195"/>
                    <a:pt x="172402" y="27623"/>
                  </a:cubicBezTo>
                  <a:cubicBezTo>
                    <a:pt x="160973" y="19050"/>
                    <a:pt x="147638" y="12383"/>
                    <a:pt x="133350" y="7620"/>
                  </a:cubicBezTo>
                  <a:cubicBezTo>
                    <a:pt x="119063" y="2858"/>
                    <a:pt x="104775" y="0"/>
                    <a:pt x="90488" y="0"/>
                  </a:cubicBezTo>
                  <a:cubicBezTo>
                    <a:pt x="90488" y="0"/>
                    <a:pt x="4763" y="0"/>
                    <a:pt x="4763" y="0"/>
                  </a:cubicBezTo>
                  <a:cubicBezTo>
                    <a:pt x="1905" y="0"/>
                    <a:pt x="0" y="1905"/>
                    <a:pt x="0" y="4763"/>
                  </a:cubicBezTo>
                  <a:lnTo>
                    <a:pt x="0" y="148590"/>
                  </a:lnTo>
                  <a:lnTo>
                    <a:pt x="0" y="180975"/>
                  </a:lnTo>
                  <a:lnTo>
                    <a:pt x="0" y="192405"/>
                  </a:lnTo>
                  <a:lnTo>
                    <a:pt x="0" y="206693"/>
                  </a:lnTo>
                  <a:cubicBezTo>
                    <a:pt x="0" y="208598"/>
                    <a:pt x="0" y="210502"/>
                    <a:pt x="1905" y="212408"/>
                  </a:cubicBezTo>
                  <a:cubicBezTo>
                    <a:pt x="4763" y="213360"/>
                    <a:pt x="10477" y="214313"/>
                    <a:pt x="14288" y="214313"/>
                  </a:cubicBezTo>
                  <a:cubicBezTo>
                    <a:pt x="19050" y="214313"/>
                    <a:pt x="24765" y="213360"/>
                    <a:pt x="29527" y="212408"/>
                  </a:cubicBezTo>
                  <a:cubicBezTo>
                    <a:pt x="37148" y="209550"/>
                    <a:pt x="42863" y="204788"/>
                    <a:pt x="47625" y="199073"/>
                  </a:cubicBezTo>
                  <a:cubicBezTo>
                    <a:pt x="56198" y="188595"/>
                    <a:pt x="58102" y="176213"/>
                    <a:pt x="58102" y="162877"/>
                  </a:cubicBezTo>
                  <a:lnTo>
                    <a:pt x="58102" y="75248"/>
                  </a:lnTo>
                  <a:cubicBezTo>
                    <a:pt x="58102" y="74295"/>
                    <a:pt x="58102" y="71438"/>
                    <a:pt x="59055" y="69533"/>
                  </a:cubicBezTo>
                  <a:cubicBezTo>
                    <a:pt x="60007" y="67627"/>
                    <a:pt x="60960" y="65723"/>
                    <a:pt x="60960" y="65723"/>
                  </a:cubicBezTo>
                  <a:cubicBezTo>
                    <a:pt x="67627" y="53340"/>
                    <a:pt x="89535" y="48577"/>
                    <a:pt x="114300" y="55245"/>
                  </a:cubicBezTo>
                  <a:cubicBezTo>
                    <a:pt x="146685" y="63818"/>
                    <a:pt x="156210" y="85725"/>
                    <a:pt x="152400" y="95250"/>
                  </a:cubicBezTo>
                  <a:cubicBezTo>
                    <a:pt x="148590" y="105727"/>
                    <a:pt x="137160" y="112395"/>
                    <a:pt x="122873" y="112395"/>
                  </a:cubicBezTo>
                  <a:cubicBezTo>
                    <a:pt x="116205" y="112395"/>
                    <a:pt x="108585" y="111443"/>
                    <a:pt x="101917" y="108585"/>
                  </a:cubicBezTo>
                  <a:cubicBezTo>
                    <a:pt x="101917" y="108585"/>
                    <a:pt x="97155" y="107633"/>
                    <a:pt x="93345" y="105727"/>
                  </a:cubicBezTo>
                  <a:cubicBezTo>
                    <a:pt x="91440" y="104775"/>
                    <a:pt x="88582" y="103823"/>
                    <a:pt x="85725" y="103823"/>
                  </a:cubicBezTo>
                  <a:cubicBezTo>
                    <a:pt x="82867" y="103823"/>
                    <a:pt x="81915" y="105727"/>
                    <a:pt x="81915" y="109538"/>
                  </a:cubicBezTo>
                  <a:lnTo>
                    <a:pt x="81915" y="132398"/>
                  </a:lnTo>
                  <a:cubicBezTo>
                    <a:pt x="81915" y="140018"/>
                    <a:pt x="84773" y="147638"/>
                    <a:pt x="89535" y="151448"/>
                  </a:cubicBezTo>
                  <a:cubicBezTo>
                    <a:pt x="89535" y="151448"/>
                    <a:pt x="160020" y="206693"/>
                    <a:pt x="160020" y="206693"/>
                  </a:cubicBezTo>
                  <a:cubicBezTo>
                    <a:pt x="166688" y="211455"/>
                    <a:pt x="174307" y="214313"/>
                    <a:pt x="181927" y="214313"/>
                  </a:cubicBezTo>
                  <a:lnTo>
                    <a:pt x="228600" y="214313"/>
                  </a:lnTo>
                  <a:cubicBezTo>
                    <a:pt x="231457" y="214313"/>
                    <a:pt x="233363" y="212408"/>
                    <a:pt x="233363" y="208598"/>
                  </a:cubicBezTo>
                  <a:lnTo>
                    <a:pt x="233363" y="193358"/>
                  </a:lnTo>
                  <a:cubicBezTo>
                    <a:pt x="231457" y="191452"/>
                    <a:pt x="230505" y="188595"/>
                    <a:pt x="228600" y="188595"/>
                  </a:cubicBezTo>
                </a:path>
              </a:pathLst>
            </a:custGeom>
            <a:grpFill/>
            <a:ln w="9525" cap="flat">
              <a:noFill/>
              <a:prstDash val="solid"/>
              <a:miter/>
            </a:ln>
          </p:spPr>
          <p:txBody>
            <a:bodyPr rtlCol="0" anchor="ctr"/>
            <a:lstStyle/>
            <a:p>
              <a:endParaRPr lang="ru-RU"/>
            </a:p>
          </p:txBody>
        </p:sp>
        <p:sp>
          <p:nvSpPr>
            <p:cNvPr id="12" name="Полилиния: фигура 11">
              <a:extLst>
                <a:ext uri="{FF2B5EF4-FFF2-40B4-BE49-F238E27FC236}">
                  <a16:creationId xmlns:a16="http://schemas.microsoft.com/office/drawing/2014/main" id="{74A2172D-B5CA-44B5-8424-6F3873933518}"/>
                </a:ext>
              </a:extLst>
            </p:cNvPr>
            <p:cNvSpPr/>
            <p:nvPr/>
          </p:nvSpPr>
          <p:spPr>
            <a:xfrm>
              <a:off x="5873114" y="3315652"/>
              <a:ext cx="213360" cy="212407"/>
            </a:xfrm>
            <a:custGeom>
              <a:avLst/>
              <a:gdLst>
                <a:gd name="connsiteX0" fmla="*/ 180023 w 213360"/>
                <a:gd name="connsiteY0" fmla="*/ 159068 h 212407"/>
                <a:gd name="connsiteX1" fmla="*/ 118110 w 213360"/>
                <a:gd name="connsiteY1" fmla="*/ 159068 h 212407"/>
                <a:gd name="connsiteX2" fmla="*/ 93345 w 213360"/>
                <a:gd name="connsiteY2" fmla="*/ 153352 h 212407"/>
                <a:gd name="connsiteX3" fmla="*/ 73343 w 213360"/>
                <a:gd name="connsiteY3" fmla="*/ 138113 h 212407"/>
                <a:gd name="connsiteX4" fmla="*/ 60008 w 213360"/>
                <a:gd name="connsiteY4" fmla="*/ 116205 h 212407"/>
                <a:gd name="connsiteX5" fmla="*/ 55245 w 213360"/>
                <a:gd name="connsiteY5" fmla="*/ 91440 h 212407"/>
                <a:gd name="connsiteX6" fmla="*/ 64770 w 213360"/>
                <a:gd name="connsiteY6" fmla="*/ 65723 h 212407"/>
                <a:gd name="connsiteX7" fmla="*/ 71438 w 213360"/>
                <a:gd name="connsiteY7" fmla="*/ 60960 h 212407"/>
                <a:gd name="connsiteX8" fmla="*/ 80010 w 213360"/>
                <a:gd name="connsiteY8" fmla="*/ 58102 h 212407"/>
                <a:gd name="connsiteX9" fmla="*/ 92393 w 213360"/>
                <a:gd name="connsiteY9" fmla="*/ 57150 h 212407"/>
                <a:gd name="connsiteX10" fmla="*/ 104775 w 213360"/>
                <a:gd name="connsiteY10" fmla="*/ 58102 h 212407"/>
                <a:gd name="connsiteX11" fmla="*/ 124777 w 213360"/>
                <a:gd name="connsiteY11" fmla="*/ 66675 h 212407"/>
                <a:gd name="connsiteX12" fmla="*/ 151448 w 213360"/>
                <a:gd name="connsiteY12" fmla="*/ 90488 h 212407"/>
                <a:gd name="connsiteX13" fmla="*/ 87630 w 213360"/>
                <a:gd name="connsiteY13" fmla="*/ 90488 h 212407"/>
                <a:gd name="connsiteX14" fmla="*/ 81915 w 213360"/>
                <a:gd name="connsiteY14" fmla="*/ 95250 h 212407"/>
                <a:gd name="connsiteX15" fmla="*/ 85725 w 213360"/>
                <a:gd name="connsiteY15" fmla="*/ 111443 h 212407"/>
                <a:gd name="connsiteX16" fmla="*/ 125730 w 213360"/>
                <a:gd name="connsiteY16" fmla="*/ 135255 h 212407"/>
                <a:gd name="connsiteX17" fmla="*/ 185738 w 213360"/>
                <a:gd name="connsiteY17" fmla="*/ 135255 h 212407"/>
                <a:gd name="connsiteX18" fmla="*/ 207645 w 213360"/>
                <a:gd name="connsiteY18" fmla="*/ 126683 h 212407"/>
                <a:gd name="connsiteX19" fmla="*/ 212408 w 213360"/>
                <a:gd name="connsiteY19" fmla="*/ 108585 h 212407"/>
                <a:gd name="connsiteX20" fmla="*/ 202883 w 213360"/>
                <a:gd name="connsiteY20" fmla="*/ 71438 h 212407"/>
                <a:gd name="connsiteX21" fmla="*/ 176213 w 213360"/>
                <a:gd name="connsiteY21" fmla="*/ 36195 h 212407"/>
                <a:gd name="connsiteX22" fmla="*/ 138113 w 213360"/>
                <a:gd name="connsiteY22" fmla="*/ 10477 h 212407"/>
                <a:gd name="connsiteX23" fmla="*/ 92393 w 213360"/>
                <a:gd name="connsiteY23" fmla="*/ 0 h 212407"/>
                <a:gd name="connsiteX24" fmla="*/ 4763 w 213360"/>
                <a:gd name="connsiteY24" fmla="*/ 0 h 212407"/>
                <a:gd name="connsiteX25" fmla="*/ 0 w 213360"/>
                <a:gd name="connsiteY25" fmla="*/ 4763 h 212407"/>
                <a:gd name="connsiteX26" fmla="*/ 0 w 213360"/>
                <a:gd name="connsiteY26" fmla="*/ 92393 h 212407"/>
                <a:gd name="connsiteX27" fmla="*/ 9525 w 213360"/>
                <a:gd name="connsiteY27" fmla="*/ 139065 h 212407"/>
                <a:gd name="connsiteX28" fmla="*/ 35243 w 213360"/>
                <a:gd name="connsiteY28" fmla="*/ 177165 h 212407"/>
                <a:gd name="connsiteX29" fmla="*/ 73343 w 213360"/>
                <a:gd name="connsiteY29" fmla="*/ 202883 h 212407"/>
                <a:gd name="connsiteX30" fmla="*/ 120015 w 213360"/>
                <a:gd name="connsiteY30" fmla="*/ 212408 h 212407"/>
                <a:gd name="connsiteX31" fmla="*/ 208598 w 213360"/>
                <a:gd name="connsiteY31" fmla="*/ 212408 h 212407"/>
                <a:gd name="connsiteX32" fmla="*/ 213360 w 213360"/>
                <a:gd name="connsiteY32" fmla="*/ 207645 h 212407"/>
                <a:gd name="connsiteX33" fmla="*/ 213360 w 213360"/>
                <a:gd name="connsiteY33" fmla="*/ 189548 h 212407"/>
                <a:gd name="connsiteX34" fmla="*/ 204788 w 213360"/>
                <a:gd name="connsiteY34" fmla="*/ 165735 h 212407"/>
                <a:gd name="connsiteX35" fmla="*/ 180023 w 213360"/>
                <a:gd name="connsiteY35" fmla="*/ 159068 h 21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3360" h="212407">
                  <a:moveTo>
                    <a:pt x="180023" y="159068"/>
                  </a:moveTo>
                  <a:lnTo>
                    <a:pt x="118110" y="159068"/>
                  </a:lnTo>
                  <a:cubicBezTo>
                    <a:pt x="109538" y="159068"/>
                    <a:pt x="100965" y="157163"/>
                    <a:pt x="93345" y="153352"/>
                  </a:cubicBezTo>
                  <a:cubicBezTo>
                    <a:pt x="86677" y="150495"/>
                    <a:pt x="76200" y="141923"/>
                    <a:pt x="73343" y="138113"/>
                  </a:cubicBezTo>
                  <a:cubicBezTo>
                    <a:pt x="67627" y="131445"/>
                    <a:pt x="62865" y="124777"/>
                    <a:pt x="60008" y="116205"/>
                  </a:cubicBezTo>
                  <a:cubicBezTo>
                    <a:pt x="57150" y="107633"/>
                    <a:pt x="55245" y="100013"/>
                    <a:pt x="55245" y="91440"/>
                  </a:cubicBezTo>
                  <a:cubicBezTo>
                    <a:pt x="55245" y="80010"/>
                    <a:pt x="58102" y="71438"/>
                    <a:pt x="64770" y="65723"/>
                  </a:cubicBezTo>
                  <a:cubicBezTo>
                    <a:pt x="65723" y="64770"/>
                    <a:pt x="68580" y="62865"/>
                    <a:pt x="71438" y="60960"/>
                  </a:cubicBezTo>
                  <a:cubicBezTo>
                    <a:pt x="74295" y="59055"/>
                    <a:pt x="78105" y="58102"/>
                    <a:pt x="80010" y="58102"/>
                  </a:cubicBezTo>
                  <a:cubicBezTo>
                    <a:pt x="83820" y="57150"/>
                    <a:pt x="87630" y="57150"/>
                    <a:pt x="92393" y="57150"/>
                  </a:cubicBezTo>
                  <a:cubicBezTo>
                    <a:pt x="97155" y="57150"/>
                    <a:pt x="100965" y="58102"/>
                    <a:pt x="104775" y="58102"/>
                  </a:cubicBezTo>
                  <a:cubicBezTo>
                    <a:pt x="111443" y="59055"/>
                    <a:pt x="118110" y="61913"/>
                    <a:pt x="124777" y="66675"/>
                  </a:cubicBezTo>
                  <a:cubicBezTo>
                    <a:pt x="134302" y="72390"/>
                    <a:pt x="144780" y="81915"/>
                    <a:pt x="151448" y="90488"/>
                  </a:cubicBezTo>
                  <a:lnTo>
                    <a:pt x="87630" y="90488"/>
                  </a:lnTo>
                  <a:cubicBezTo>
                    <a:pt x="83820" y="90488"/>
                    <a:pt x="81915" y="92393"/>
                    <a:pt x="81915" y="95250"/>
                  </a:cubicBezTo>
                  <a:cubicBezTo>
                    <a:pt x="81915" y="101918"/>
                    <a:pt x="82868" y="105727"/>
                    <a:pt x="85725" y="111443"/>
                  </a:cubicBezTo>
                  <a:cubicBezTo>
                    <a:pt x="88583" y="117158"/>
                    <a:pt x="100965" y="135255"/>
                    <a:pt x="125730" y="135255"/>
                  </a:cubicBezTo>
                  <a:lnTo>
                    <a:pt x="185738" y="135255"/>
                  </a:lnTo>
                  <a:cubicBezTo>
                    <a:pt x="196215" y="135255"/>
                    <a:pt x="203835" y="132398"/>
                    <a:pt x="207645" y="126683"/>
                  </a:cubicBezTo>
                  <a:cubicBezTo>
                    <a:pt x="211455" y="120968"/>
                    <a:pt x="212408" y="116205"/>
                    <a:pt x="212408" y="108585"/>
                  </a:cubicBezTo>
                  <a:cubicBezTo>
                    <a:pt x="212408" y="96202"/>
                    <a:pt x="209550" y="84773"/>
                    <a:pt x="202883" y="71438"/>
                  </a:cubicBezTo>
                  <a:cubicBezTo>
                    <a:pt x="196215" y="58102"/>
                    <a:pt x="187643" y="46673"/>
                    <a:pt x="176213" y="36195"/>
                  </a:cubicBezTo>
                  <a:cubicBezTo>
                    <a:pt x="164783" y="25718"/>
                    <a:pt x="152400" y="17145"/>
                    <a:pt x="138113" y="10477"/>
                  </a:cubicBezTo>
                  <a:cubicBezTo>
                    <a:pt x="123825" y="3810"/>
                    <a:pt x="108585" y="0"/>
                    <a:pt x="92393" y="0"/>
                  </a:cubicBezTo>
                  <a:lnTo>
                    <a:pt x="4763" y="0"/>
                  </a:lnTo>
                  <a:cubicBezTo>
                    <a:pt x="1905" y="0"/>
                    <a:pt x="0" y="1905"/>
                    <a:pt x="0" y="4763"/>
                  </a:cubicBezTo>
                  <a:lnTo>
                    <a:pt x="0" y="92393"/>
                  </a:lnTo>
                  <a:cubicBezTo>
                    <a:pt x="0" y="108585"/>
                    <a:pt x="2858" y="123825"/>
                    <a:pt x="9525" y="139065"/>
                  </a:cubicBezTo>
                  <a:cubicBezTo>
                    <a:pt x="16193" y="153352"/>
                    <a:pt x="24765" y="166688"/>
                    <a:pt x="35243" y="177165"/>
                  </a:cubicBezTo>
                  <a:cubicBezTo>
                    <a:pt x="45720" y="188595"/>
                    <a:pt x="59055" y="197168"/>
                    <a:pt x="73343" y="202883"/>
                  </a:cubicBezTo>
                  <a:cubicBezTo>
                    <a:pt x="87630" y="209550"/>
                    <a:pt x="102870" y="212408"/>
                    <a:pt x="120015" y="212408"/>
                  </a:cubicBezTo>
                  <a:lnTo>
                    <a:pt x="208598" y="212408"/>
                  </a:lnTo>
                  <a:cubicBezTo>
                    <a:pt x="211455" y="212408"/>
                    <a:pt x="213360" y="210502"/>
                    <a:pt x="213360" y="207645"/>
                  </a:cubicBezTo>
                  <a:lnTo>
                    <a:pt x="213360" y="189548"/>
                  </a:lnTo>
                  <a:cubicBezTo>
                    <a:pt x="213360" y="179070"/>
                    <a:pt x="210502" y="171450"/>
                    <a:pt x="204788" y="165735"/>
                  </a:cubicBezTo>
                  <a:cubicBezTo>
                    <a:pt x="198120" y="161925"/>
                    <a:pt x="190500" y="159068"/>
                    <a:pt x="180023" y="159068"/>
                  </a:cubicBezTo>
                </a:path>
              </a:pathLst>
            </a:custGeom>
            <a:grpFill/>
            <a:ln w="9525" cap="flat">
              <a:noFill/>
              <a:prstDash val="solid"/>
              <a:miter/>
            </a:ln>
          </p:spPr>
          <p:txBody>
            <a:bodyPr rtlCol="0" anchor="ctr"/>
            <a:lstStyle/>
            <a:p>
              <a:endParaRPr lang="ru-RU"/>
            </a:p>
          </p:txBody>
        </p:sp>
        <p:sp>
          <p:nvSpPr>
            <p:cNvPr id="13" name="Полилиния: фигура 12">
              <a:extLst>
                <a:ext uri="{FF2B5EF4-FFF2-40B4-BE49-F238E27FC236}">
                  <a16:creationId xmlns:a16="http://schemas.microsoft.com/office/drawing/2014/main" id="{D1900A6F-25E2-467E-8CA0-88491E91ED1D}"/>
                </a:ext>
              </a:extLst>
            </p:cNvPr>
            <p:cNvSpPr/>
            <p:nvPr/>
          </p:nvSpPr>
          <p:spPr>
            <a:xfrm>
              <a:off x="5409247" y="3315652"/>
              <a:ext cx="446722" cy="214312"/>
            </a:xfrm>
            <a:custGeom>
              <a:avLst/>
              <a:gdLst>
                <a:gd name="connsiteX0" fmla="*/ 444818 w 446722"/>
                <a:gd name="connsiteY0" fmla="*/ 32385 h 214312"/>
                <a:gd name="connsiteX1" fmla="*/ 413385 w 446722"/>
                <a:gd name="connsiteY1" fmla="*/ 952 h 214312"/>
                <a:gd name="connsiteX2" fmla="*/ 380048 w 446722"/>
                <a:gd name="connsiteY2" fmla="*/ 952 h 214312"/>
                <a:gd name="connsiteX3" fmla="*/ 376238 w 446722"/>
                <a:gd name="connsiteY3" fmla="*/ 2858 h 214312"/>
                <a:gd name="connsiteX4" fmla="*/ 309563 w 446722"/>
                <a:gd name="connsiteY4" fmla="*/ 64770 h 214312"/>
                <a:gd name="connsiteX5" fmla="*/ 222885 w 446722"/>
                <a:gd name="connsiteY5" fmla="*/ 98108 h 214312"/>
                <a:gd name="connsiteX6" fmla="*/ 133350 w 446722"/>
                <a:gd name="connsiteY6" fmla="*/ 61913 h 214312"/>
                <a:gd name="connsiteX7" fmla="*/ 83820 w 446722"/>
                <a:gd name="connsiteY7" fmla="*/ 15240 h 214312"/>
                <a:gd name="connsiteX8" fmla="*/ 46672 w 446722"/>
                <a:gd name="connsiteY8" fmla="*/ 0 h 214312"/>
                <a:gd name="connsiteX9" fmla="*/ 6668 w 446722"/>
                <a:gd name="connsiteY9" fmla="*/ 0 h 214312"/>
                <a:gd name="connsiteX10" fmla="*/ 0 w 446722"/>
                <a:gd name="connsiteY10" fmla="*/ 6668 h 214312"/>
                <a:gd name="connsiteX11" fmla="*/ 0 w 446722"/>
                <a:gd name="connsiteY11" fmla="*/ 181927 h 214312"/>
                <a:gd name="connsiteX12" fmla="*/ 31433 w 446722"/>
                <a:gd name="connsiteY12" fmla="*/ 213360 h 214312"/>
                <a:gd name="connsiteX13" fmla="*/ 43815 w 446722"/>
                <a:gd name="connsiteY13" fmla="*/ 213360 h 214312"/>
                <a:gd name="connsiteX14" fmla="*/ 52388 w 446722"/>
                <a:gd name="connsiteY14" fmla="*/ 213360 h 214312"/>
                <a:gd name="connsiteX15" fmla="*/ 59055 w 446722"/>
                <a:gd name="connsiteY15" fmla="*/ 206693 h 214312"/>
                <a:gd name="connsiteX16" fmla="*/ 59055 w 446722"/>
                <a:gd name="connsiteY16" fmla="*/ 144780 h 214312"/>
                <a:gd name="connsiteX17" fmla="*/ 88583 w 446722"/>
                <a:gd name="connsiteY17" fmla="*/ 115252 h 214312"/>
                <a:gd name="connsiteX18" fmla="*/ 159067 w 446722"/>
                <a:gd name="connsiteY18" fmla="*/ 158115 h 214312"/>
                <a:gd name="connsiteX19" fmla="*/ 223838 w 446722"/>
                <a:gd name="connsiteY19" fmla="*/ 199073 h 214312"/>
                <a:gd name="connsiteX20" fmla="*/ 288608 w 446722"/>
                <a:gd name="connsiteY20" fmla="*/ 158115 h 214312"/>
                <a:gd name="connsiteX21" fmla="*/ 359093 w 446722"/>
                <a:gd name="connsiteY21" fmla="*/ 115252 h 214312"/>
                <a:gd name="connsiteX22" fmla="*/ 388620 w 446722"/>
                <a:gd name="connsiteY22" fmla="*/ 144780 h 214312"/>
                <a:gd name="connsiteX23" fmla="*/ 388620 w 446722"/>
                <a:gd name="connsiteY23" fmla="*/ 182880 h 214312"/>
                <a:gd name="connsiteX24" fmla="*/ 420053 w 446722"/>
                <a:gd name="connsiteY24" fmla="*/ 214313 h 214312"/>
                <a:gd name="connsiteX25" fmla="*/ 433388 w 446722"/>
                <a:gd name="connsiteY25" fmla="*/ 214313 h 214312"/>
                <a:gd name="connsiteX26" fmla="*/ 440055 w 446722"/>
                <a:gd name="connsiteY26" fmla="*/ 214313 h 214312"/>
                <a:gd name="connsiteX27" fmla="*/ 440055 w 446722"/>
                <a:gd name="connsiteY27" fmla="*/ 214313 h 214312"/>
                <a:gd name="connsiteX28" fmla="*/ 446723 w 446722"/>
                <a:gd name="connsiteY28" fmla="*/ 207645 h 214312"/>
                <a:gd name="connsiteX29" fmla="*/ 444818 w 446722"/>
                <a:gd name="connsiteY29" fmla="*/ 32385 h 214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46722" h="214312">
                  <a:moveTo>
                    <a:pt x="444818" y="32385"/>
                  </a:moveTo>
                  <a:cubicBezTo>
                    <a:pt x="444818" y="15240"/>
                    <a:pt x="430530" y="952"/>
                    <a:pt x="413385" y="952"/>
                  </a:cubicBezTo>
                  <a:lnTo>
                    <a:pt x="380048" y="952"/>
                  </a:lnTo>
                  <a:cubicBezTo>
                    <a:pt x="378143" y="952"/>
                    <a:pt x="377190" y="1905"/>
                    <a:pt x="376238" y="2858"/>
                  </a:cubicBezTo>
                  <a:lnTo>
                    <a:pt x="309563" y="64770"/>
                  </a:lnTo>
                  <a:cubicBezTo>
                    <a:pt x="286703" y="85725"/>
                    <a:pt x="256223" y="98108"/>
                    <a:pt x="222885" y="98108"/>
                  </a:cubicBezTo>
                  <a:cubicBezTo>
                    <a:pt x="187642" y="98108"/>
                    <a:pt x="156210" y="84773"/>
                    <a:pt x="133350" y="61913"/>
                  </a:cubicBezTo>
                  <a:cubicBezTo>
                    <a:pt x="133350" y="61913"/>
                    <a:pt x="84773" y="16193"/>
                    <a:pt x="83820" y="15240"/>
                  </a:cubicBezTo>
                  <a:cubicBezTo>
                    <a:pt x="74295" y="6668"/>
                    <a:pt x="61913" y="952"/>
                    <a:pt x="46672" y="0"/>
                  </a:cubicBezTo>
                  <a:lnTo>
                    <a:pt x="6668" y="0"/>
                  </a:lnTo>
                  <a:cubicBezTo>
                    <a:pt x="2858" y="0"/>
                    <a:pt x="0" y="2858"/>
                    <a:pt x="0" y="6668"/>
                  </a:cubicBezTo>
                  <a:lnTo>
                    <a:pt x="0" y="181927"/>
                  </a:lnTo>
                  <a:cubicBezTo>
                    <a:pt x="0" y="199073"/>
                    <a:pt x="14288" y="213360"/>
                    <a:pt x="31433" y="213360"/>
                  </a:cubicBezTo>
                  <a:lnTo>
                    <a:pt x="43815" y="213360"/>
                  </a:lnTo>
                  <a:lnTo>
                    <a:pt x="52388" y="213360"/>
                  </a:lnTo>
                  <a:cubicBezTo>
                    <a:pt x="56197" y="213360"/>
                    <a:pt x="59055" y="210502"/>
                    <a:pt x="59055" y="206693"/>
                  </a:cubicBezTo>
                  <a:lnTo>
                    <a:pt x="59055" y="144780"/>
                  </a:lnTo>
                  <a:cubicBezTo>
                    <a:pt x="59055" y="128588"/>
                    <a:pt x="72390" y="115252"/>
                    <a:pt x="88583" y="115252"/>
                  </a:cubicBezTo>
                  <a:cubicBezTo>
                    <a:pt x="118110" y="115252"/>
                    <a:pt x="140017" y="140970"/>
                    <a:pt x="159067" y="158115"/>
                  </a:cubicBezTo>
                  <a:cubicBezTo>
                    <a:pt x="182880" y="179070"/>
                    <a:pt x="200978" y="199073"/>
                    <a:pt x="223838" y="199073"/>
                  </a:cubicBezTo>
                  <a:cubicBezTo>
                    <a:pt x="246698" y="199073"/>
                    <a:pt x="264795" y="179070"/>
                    <a:pt x="288608" y="158115"/>
                  </a:cubicBezTo>
                  <a:cubicBezTo>
                    <a:pt x="307658" y="140970"/>
                    <a:pt x="329565" y="115252"/>
                    <a:pt x="359093" y="115252"/>
                  </a:cubicBezTo>
                  <a:cubicBezTo>
                    <a:pt x="375285" y="115252"/>
                    <a:pt x="388620" y="128588"/>
                    <a:pt x="388620" y="144780"/>
                  </a:cubicBezTo>
                  <a:lnTo>
                    <a:pt x="388620" y="182880"/>
                  </a:lnTo>
                  <a:cubicBezTo>
                    <a:pt x="388620" y="200025"/>
                    <a:pt x="402907" y="214313"/>
                    <a:pt x="420053" y="214313"/>
                  </a:cubicBezTo>
                  <a:lnTo>
                    <a:pt x="433388" y="214313"/>
                  </a:lnTo>
                  <a:cubicBezTo>
                    <a:pt x="437198" y="214313"/>
                    <a:pt x="440055" y="214313"/>
                    <a:pt x="440055" y="214313"/>
                  </a:cubicBezTo>
                  <a:lnTo>
                    <a:pt x="440055" y="214313"/>
                  </a:lnTo>
                  <a:cubicBezTo>
                    <a:pt x="443865" y="214313"/>
                    <a:pt x="446723" y="211455"/>
                    <a:pt x="446723" y="207645"/>
                  </a:cubicBezTo>
                  <a:cubicBezTo>
                    <a:pt x="444818" y="207645"/>
                    <a:pt x="444818" y="34290"/>
                    <a:pt x="444818" y="32385"/>
                  </a:cubicBezTo>
                </a:path>
              </a:pathLst>
            </a:custGeom>
            <a:grpFill/>
            <a:ln w="9525" cap="flat">
              <a:noFill/>
              <a:prstDash val="solid"/>
              <a:miter/>
            </a:ln>
          </p:spPr>
          <p:txBody>
            <a:bodyPr rtlCol="0" anchor="ctr"/>
            <a:lstStyle/>
            <a:p>
              <a:endParaRPr lang="ru-RU"/>
            </a:p>
          </p:txBody>
        </p:sp>
        <p:sp>
          <p:nvSpPr>
            <p:cNvPr id="14" name="Полилиния: фигура 13">
              <a:extLst>
                <a:ext uri="{FF2B5EF4-FFF2-40B4-BE49-F238E27FC236}">
                  <a16:creationId xmlns:a16="http://schemas.microsoft.com/office/drawing/2014/main" id="{85E9D78A-7D5B-47F0-BCD6-2B9BDE22C856}"/>
                </a:ext>
              </a:extLst>
            </p:cNvPr>
            <p:cNvSpPr/>
            <p:nvPr/>
          </p:nvSpPr>
          <p:spPr>
            <a:xfrm>
              <a:off x="6336029" y="3315652"/>
              <a:ext cx="213360" cy="216217"/>
            </a:xfrm>
            <a:custGeom>
              <a:avLst/>
              <a:gdLst>
                <a:gd name="connsiteX0" fmla="*/ 208598 w 213360"/>
                <a:gd name="connsiteY0" fmla="*/ 124777 h 216217"/>
                <a:gd name="connsiteX1" fmla="*/ 176213 w 213360"/>
                <a:gd name="connsiteY1" fmla="*/ 124777 h 216217"/>
                <a:gd name="connsiteX2" fmla="*/ 153353 w 213360"/>
                <a:gd name="connsiteY2" fmla="*/ 140018 h 216217"/>
                <a:gd name="connsiteX3" fmla="*/ 142875 w 213360"/>
                <a:gd name="connsiteY3" fmla="*/ 156210 h 216217"/>
                <a:gd name="connsiteX4" fmla="*/ 122873 w 213360"/>
                <a:gd name="connsiteY4" fmla="*/ 161925 h 216217"/>
                <a:gd name="connsiteX5" fmla="*/ 100013 w 213360"/>
                <a:gd name="connsiteY5" fmla="*/ 155258 h 216217"/>
                <a:gd name="connsiteX6" fmla="*/ 79058 w 213360"/>
                <a:gd name="connsiteY6" fmla="*/ 139065 h 216217"/>
                <a:gd name="connsiteX7" fmla="*/ 63817 w 213360"/>
                <a:gd name="connsiteY7" fmla="*/ 116205 h 216217"/>
                <a:gd name="connsiteX8" fmla="*/ 58103 w 213360"/>
                <a:gd name="connsiteY8" fmla="*/ 91440 h 216217"/>
                <a:gd name="connsiteX9" fmla="*/ 67628 w 213360"/>
                <a:gd name="connsiteY9" fmla="*/ 65723 h 216217"/>
                <a:gd name="connsiteX10" fmla="*/ 91440 w 213360"/>
                <a:gd name="connsiteY10" fmla="*/ 56198 h 216217"/>
                <a:gd name="connsiteX11" fmla="*/ 123825 w 213360"/>
                <a:gd name="connsiteY11" fmla="*/ 68580 h 216217"/>
                <a:gd name="connsiteX12" fmla="*/ 138113 w 213360"/>
                <a:gd name="connsiteY12" fmla="*/ 73343 h 216217"/>
                <a:gd name="connsiteX13" fmla="*/ 153353 w 213360"/>
                <a:gd name="connsiteY13" fmla="*/ 64770 h 216217"/>
                <a:gd name="connsiteX14" fmla="*/ 175260 w 213360"/>
                <a:gd name="connsiteY14" fmla="*/ 42863 h 216217"/>
                <a:gd name="connsiteX15" fmla="*/ 177165 w 213360"/>
                <a:gd name="connsiteY15" fmla="*/ 39052 h 216217"/>
                <a:gd name="connsiteX16" fmla="*/ 174308 w 213360"/>
                <a:gd name="connsiteY16" fmla="*/ 35243 h 216217"/>
                <a:gd name="connsiteX17" fmla="*/ 135255 w 213360"/>
                <a:gd name="connsiteY17" fmla="*/ 9525 h 216217"/>
                <a:gd name="connsiteX18" fmla="*/ 91440 w 213360"/>
                <a:gd name="connsiteY18" fmla="*/ 0 h 216217"/>
                <a:gd name="connsiteX19" fmla="*/ 4763 w 213360"/>
                <a:gd name="connsiteY19" fmla="*/ 0 h 216217"/>
                <a:gd name="connsiteX20" fmla="*/ 0 w 213360"/>
                <a:gd name="connsiteY20" fmla="*/ 5715 h 216217"/>
                <a:gd name="connsiteX21" fmla="*/ 0 w 213360"/>
                <a:gd name="connsiteY21" fmla="*/ 91440 h 216217"/>
                <a:gd name="connsiteX22" fmla="*/ 10478 w 213360"/>
                <a:gd name="connsiteY22" fmla="*/ 139065 h 216217"/>
                <a:gd name="connsiteX23" fmla="*/ 38100 w 213360"/>
                <a:gd name="connsiteY23" fmla="*/ 178118 h 216217"/>
                <a:gd name="connsiteX24" fmla="*/ 77153 w 213360"/>
                <a:gd name="connsiteY24" fmla="*/ 205740 h 216217"/>
                <a:gd name="connsiteX25" fmla="*/ 122873 w 213360"/>
                <a:gd name="connsiteY25" fmla="*/ 216218 h 216217"/>
                <a:gd name="connsiteX26" fmla="*/ 158115 w 213360"/>
                <a:gd name="connsiteY26" fmla="*/ 209550 h 216217"/>
                <a:gd name="connsiteX27" fmla="*/ 185738 w 213360"/>
                <a:gd name="connsiteY27" fmla="*/ 191452 h 216217"/>
                <a:gd name="connsiteX28" fmla="*/ 204788 w 213360"/>
                <a:gd name="connsiteY28" fmla="*/ 163830 h 216217"/>
                <a:gd name="connsiteX29" fmla="*/ 213360 w 213360"/>
                <a:gd name="connsiteY29" fmla="*/ 129540 h 216217"/>
                <a:gd name="connsiteX30" fmla="*/ 208598 w 213360"/>
                <a:gd name="connsiteY30" fmla="*/ 124777 h 216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13360" h="216217">
                  <a:moveTo>
                    <a:pt x="208598" y="124777"/>
                  </a:moveTo>
                  <a:lnTo>
                    <a:pt x="176213" y="124777"/>
                  </a:lnTo>
                  <a:cubicBezTo>
                    <a:pt x="164783" y="124777"/>
                    <a:pt x="156210" y="129540"/>
                    <a:pt x="153353" y="140018"/>
                  </a:cubicBezTo>
                  <a:cubicBezTo>
                    <a:pt x="151448" y="146685"/>
                    <a:pt x="147638" y="152400"/>
                    <a:pt x="142875" y="156210"/>
                  </a:cubicBezTo>
                  <a:cubicBezTo>
                    <a:pt x="138113" y="160020"/>
                    <a:pt x="131445" y="161925"/>
                    <a:pt x="122873" y="161925"/>
                  </a:cubicBezTo>
                  <a:cubicBezTo>
                    <a:pt x="115253" y="161925"/>
                    <a:pt x="107633" y="160020"/>
                    <a:pt x="100013" y="155258"/>
                  </a:cubicBezTo>
                  <a:cubicBezTo>
                    <a:pt x="92392" y="151448"/>
                    <a:pt x="85725" y="145733"/>
                    <a:pt x="79058" y="139065"/>
                  </a:cubicBezTo>
                  <a:cubicBezTo>
                    <a:pt x="73342" y="132398"/>
                    <a:pt x="67628" y="124777"/>
                    <a:pt x="63817" y="116205"/>
                  </a:cubicBezTo>
                  <a:cubicBezTo>
                    <a:pt x="60008" y="107633"/>
                    <a:pt x="58103" y="99060"/>
                    <a:pt x="58103" y="91440"/>
                  </a:cubicBezTo>
                  <a:cubicBezTo>
                    <a:pt x="58103" y="80963"/>
                    <a:pt x="60960" y="72390"/>
                    <a:pt x="67628" y="65723"/>
                  </a:cubicBezTo>
                  <a:cubicBezTo>
                    <a:pt x="74295" y="59055"/>
                    <a:pt x="81915" y="56198"/>
                    <a:pt x="91440" y="56198"/>
                  </a:cubicBezTo>
                  <a:cubicBezTo>
                    <a:pt x="102870" y="56198"/>
                    <a:pt x="113348" y="60008"/>
                    <a:pt x="123825" y="68580"/>
                  </a:cubicBezTo>
                  <a:cubicBezTo>
                    <a:pt x="128588" y="71438"/>
                    <a:pt x="133350" y="73343"/>
                    <a:pt x="138113" y="73343"/>
                  </a:cubicBezTo>
                  <a:cubicBezTo>
                    <a:pt x="142875" y="73343"/>
                    <a:pt x="148590" y="70485"/>
                    <a:pt x="153353" y="64770"/>
                  </a:cubicBezTo>
                  <a:lnTo>
                    <a:pt x="175260" y="42863"/>
                  </a:lnTo>
                  <a:cubicBezTo>
                    <a:pt x="176213" y="41910"/>
                    <a:pt x="177165" y="40005"/>
                    <a:pt x="177165" y="39052"/>
                  </a:cubicBezTo>
                  <a:cubicBezTo>
                    <a:pt x="177165" y="38100"/>
                    <a:pt x="176213" y="37148"/>
                    <a:pt x="174308" y="35243"/>
                  </a:cubicBezTo>
                  <a:cubicBezTo>
                    <a:pt x="162878" y="24765"/>
                    <a:pt x="149542" y="16193"/>
                    <a:pt x="135255" y="9525"/>
                  </a:cubicBezTo>
                  <a:cubicBezTo>
                    <a:pt x="120967" y="3810"/>
                    <a:pt x="106680" y="0"/>
                    <a:pt x="91440" y="0"/>
                  </a:cubicBezTo>
                  <a:lnTo>
                    <a:pt x="4763" y="0"/>
                  </a:lnTo>
                  <a:cubicBezTo>
                    <a:pt x="1905" y="0"/>
                    <a:pt x="0" y="1905"/>
                    <a:pt x="0" y="5715"/>
                  </a:cubicBezTo>
                  <a:lnTo>
                    <a:pt x="0" y="91440"/>
                  </a:lnTo>
                  <a:cubicBezTo>
                    <a:pt x="0" y="107633"/>
                    <a:pt x="3810" y="123825"/>
                    <a:pt x="10478" y="139065"/>
                  </a:cubicBezTo>
                  <a:cubicBezTo>
                    <a:pt x="17145" y="154305"/>
                    <a:pt x="26670" y="167640"/>
                    <a:pt x="38100" y="178118"/>
                  </a:cubicBezTo>
                  <a:cubicBezTo>
                    <a:pt x="49530" y="189548"/>
                    <a:pt x="62865" y="198120"/>
                    <a:pt x="77153" y="205740"/>
                  </a:cubicBezTo>
                  <a:cubicBezTo>
                    <a:pt x="91440" y="212408"/>
                    <a:pt x="106680" y="216218"/>
                    <a:pt x="122873" y="216218"/>
                  </a:cubicBezTo>
                  <a:cubicBezTo>
                    <a:pt x="135255" y="216218"/>
                    <a:pt x="147638" y="214313"/>
                    <a:pt x="158115" y="209550"/>
                  </a:cubicBezTo>
                  <a:cubicBezTo>
                    <a:pt x="168592" y="205740"/>
                    <a:pt x="178117" y="199073"/>
                    <a:pt x="185738" y="191452"/>
                  </a:cubicBezTo>
                  <a:cubicBezTo>
                    <a:pt x="193358" y="183833"/>
                    <a:pt x="200025" y="174308"/>
                    <a:pt x="204788" y="163830"/>
                  </a:cubicBezTo>
                  <a:cubicBezTo>
                    <a:pt x="209550" y="153352"/>
                    <a:pt x="212408" y="141923"/>
                    <a:pt x="213360" y="129540"/>
                  </a:cubicBezTo>
                  <a:cubicBezTo>
                    <a:pt x="213360" y="126683"/>
                    <a:pt x="212408" y="124777"/>
                    <a:pt x="208598" y="124777"/>
                  </a:cubicBezTo>
                </a:path>
              </a:pathLst>
            </a:custGeom>
            <a:grpFill/>
            <a:ln w="9525" cap="flat">
              <a:noFill/>
              <a:prstDash val="solid"/>
              <a:miter/>
            </a:ln>
          </p:spPr>
          <p:txBody>
            <a:bodyPr rtlCol="0" anchor="ctr"/>
            <a:lstStyle/>
            <a:p>
              <a:endParaRPr lang="ru-RU"/>
            </a:p>
          </p:txBody>
        </p:sp>
      </p:grpSp>
      <p:sp>
        <p:nvSpPr>
          <p:cNvPr id="27" name="Полилиния: фигура 26">
            <a:extLst>
              <a:ext uri="{FF2B5EF4-FFF2-40B4-BE49-F238E27FC236}">
                <a16:creationId xmlns:a16="http://schemas.microsoft.com/office/drawing/2014/main" id="{D2C061EF-8492-46AD-B925-36DFE8433EE3}"/>
              </a:ext>
            </a:extLst>
          </p:cNvPr>
          <p:cNvSpPr>
            <a:spLocks/>
          </p:cNvSpPr>
          <p:nvPr userDrawn="1"/>
        </p:nvSpPr>
        <p:spPr bwMode="auto">
          <a:xfrm rot="8577572">
            <a:off x="11479273" y="546141"/>
            <a:ext cx="1151816" cy="967694"/>
          </a:xfrm>
          <a:custGeom>
            <a:avLst/>
            <a:gdLst>
              <a:gd name="connsiteX0" fmla="*/ 0 w 1151816"/>
              <a:gd name="connsiteY0" fmla="*/ 967694 h 967694"/>
              <a:gd name="connsiteX1" fmla="*/ 730282 w 1151816"/>
              <a:gd name="connsiteY1" fmla="*/ 0 h 967694"/>
              <a:gd name="connsiteX2" fmla="*/ 763234 w 1151816"/>
              <a:gd name="connsiteY2" fmla="*/ 30926 h 967694"/>
              <a:gd name="connsiteX3" fmla="*/ 1099335 w 1151816"/>
              <a:gd name="connsiteY3" fmla="*/ 415702 h 967694"/>
              <a:gd name="connsiteX4" fmla="*/ 922766 w 1151816"/>
              <a:gd name="connsiteY4" fmla="*/ 859894 h 967694"/>
              <a:gd name="connsiteX5" fmla="*/ 64712 w 1151816"/>
              <a:gd name="connsiteY5" fmla="*/ 967064 h 967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1816" h="967694">
                <a:moveTo>
                  <a:pt x="0" y="967694"/>
                </a:moveTo>
                <a:lnTo>
                  <a:pt x="730282" y="0"/>
                </a:lnTo>
                <a:lnTo>
                  <a:pt x="763234" y="30926"/>
                </a:lnTo>
                <a:cubicBezTo>
                  <a:pt x="895919" y="160395"/>
                  <a:pt x="1020860" y="302059"/>
                  <a:pt x="1099335" y="415702"/>
                </a:cubicBezTo>
                <a:cubicBezTo>
                  <a:pt x="1218080" y="586944"/>
                  <a:pt x="1125149" y="817343"/>
                  <a:pt x="922766" y="859894"/>
                </a:cubicBezTo>
                <a:cubicBezTo>
                  <a:pt x="587568" y="929817"/>
                  <a:pt x="265811" y="961601"/>
                  <a:pt x="64712" y="967064"/>
                </a:cubicBezTo>
                <a:close/>
              </a:path>
            </a:pathLst>
          </a:custGeom>
          <a:gradFill>
            <a:gsLst>
              <a:gs pos="0">
                <a:srgbClr val="B0D901"/>
              </a:gs>
              <a:gs pos="100000">
                <a:srgbClr val="398ACB"/>
              </a:gs>
            </a:gsLst>
            <a:lin ang="0" scaled="1"/>
          </a:gradFill>
          <a:ln w="9525" cap="flat">
            <a:noFill/>
            <a:prstDash val="solid"/>
            <a:miter lim="800000"/>
            <a:headEnd/>
            <a:tailEnd/>
          </a:ln>
        </p:spPr>
        <p:txBody>
          <a:bodyPr vert="horz" wrap="square" lIns="91440" tIns="45720" rIns="91440" bIns="45720" numCol="1" anchor="t" anchorCtr="0" compatLnSpc="1">
            <a:prstTxWarp prst="textNoShape">
              <a:avLst/>
            </a:prstTxWarp>
            <a:noAutofit/>
          </a:bodyPr>
          <a:lstStyle/>
          <a:p>
            <a:endParaRPr lang="ru-RU"/>
          </a:p>
        </p:txBody>
      </p:sp>
      <p:sp>
        <p:nvSpPr>
          <p:cNvPr id="29" name="Полилиния: фигура 28">
            <a:extLst>
              <a:ext uri="{FF2B5EF4-FFF2-40B4-BE49-F238E27FC236}">
                <a16:creationId xmlns:a16="http://schemas.microsoft.com/office/drawing/2014/main" id="{28240FCA-FBAE-48EF-9096-93BF98D7DCF4}"/>
              </a:ext>
            </a:extLst>
          </p:cNvPr>
          <p:cNvSpPr>
            <a:spLocks/>
          </p:cNvSpPr>
          <p:nvPr userDrawn="1"/>
        </p:nvSpPr>
        <p:spPr bwMode="auto">
          <a:xfrm rot="12148300">
            <a:off x="10957805" y="-230629"/>
            <a:ext cx="1175267" cy="740171"/>
          </a:xfrm>
          <a:custGeom>
            <a:avLst/>
            <a:gdLst>
              <a:gd name="connsiteX0" fmla="*/ 1175267 w 1175267"/>
              <a:gd name="connsiteY0" fmla="*/ 277935 h 740171"/>
              <a:gd name="connsiteX1" fmla="*/ 57768 w 1175267"/>
              <a:gd name="connsiteY1" fmla="*/ 740171 h 740171"/>
              <a:gd name="connsiteX2" fmla="*/ 13310 w 1175267"/>
              <a:gd name="connsiteY2" fmla="*/ 692603 h 740171"/>
              <a:gd name="connsiteX3" fmla="*/ 3614 w 1175267"/>
              <a:gd name="connsiteY3" fmla="*/ 608356 h 740171"/>
              <a:gd name="connsiteX4" fmla="*/ 300993 w 1175267"/>
              <a:gd name="connsiteY4" fmla="*/ 101578 h 740171"/>
              <a:gd name="connsiteX5" fmla="*/ 730541 w 1175267"/>
              <a:gd name="connsiteY5" fmla="*/ 39135 h 740171"/>
              <a:gd name="connsiteX6" fmla="*/ 1113107 w 1175267"/>
              <a:gd name="connsiteY6" fmla="*/ 236489 h 740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5267" h="740171">
                <a:moveTo>
                  <a:pt x="1175267" y="277935"/>
                </a:moveTo>
                <a:lnTo>
                  <a:pt x="57768" y="740171"/>
                </a:lnTo>
                <a:lnTo>
                  <a:pt x="13310" y="692603"/>
                </a:lnTo>
                <a:cubicBezTo>
                  <a:pt x="194" y="666444"/>
                  <a:pt x="-3614" y="637934"/>
                  <a:pt x="3614" y="608356"/>
                </a:cubicBezTo>
                <a:cubicBezTo>
                  <a:pt x="51112" y="421025"/>
                  <a:pt x="193606" y="216605"/>
                  <a:pt x="300993" y="101578"/>
                </a:cubicBezTo>
                <a:cubicBezTo>
                  <a:pt x="404250" y="-8848"/>
                  <a:pt x="548809" y="-28567"/>
                  <a:pt x="730541" y="39135"/>
                </a:cubicBezTo>
                <a:cubicBezTo>
                  <a:pt x="839994" y="80216"/>
                  <a:pt x="980422" y="154491"/>
                  <a:pt x="1113107" y="236489"/>
                </a:cubicBezTo>
                <a:close/>
              </a:path>
            </a:pathLst>
          </a:custGeom>
          <a:gradFill>
            <a:gsLst>
              <a:gs pos="0">
                <a:srgbClr val="B0D901"/>
              </a:gs>
              <a:gs pos="70000">
                <a:srgbClr val="73B5D7"/>
              </a:gs>
            </a:gsLst>
            <a:lin ang="0" scaled="1"/>
          </a:gradFill>
          <a:ln w="9525" cap="flat">
            <a:noFill/>
            <a:prstDash val="solid"/>
            <a:miter lim="800000"/>
            <a:headEnd/>
            <a:tailEnd/>
          </a:ln>
        </p:spPr>
        <p:txBody>
          <a:bodyPr vert="horz" wrap="square" lIns="91440" tIns="45720" rIns="91440" bIns="45720" numCol="1" anchor="t" anchorCtr="0" compatLnSpc="1">
            <a:prstTxWarp prst="textNoShape">
              <a:avLst/>
            </a:prstTxWarp>
            <a:noAutofit/>
          </a:bodyPr>
          <a:lstStyle/>
          <a:p>
            <a:endParaRPr lang="ru-RU"/>
          </a:p>
        </p:txBody>
      </p:sp>
      <p:sp>
        <p:nvSpPr>
          <p:cNvPr id="6" name="Номер слайда 5">
            <a:extLst>
              <a:ext uri="{FF2B5EF4-FFF2-40B4-BE49-F238E27FC236}">
                <a16:creationId xmlns:a16="http://schemas.microsoft.com/office/drawing/2014/main" id="{52812879-4A0B-421F-A730-4384137DAF06}"/>
              </a:ext>
            </a:extLst>
          </p:cNvPr>
          <p:cNvSpPr>
            <a:spLocks noGrp="1"/>
          </p:cNvSpPr>
          <p:nvPr>
            <p:ph type="sldNum" sz="quarter" idx="12"/>
          </p:nvPr>
        </p:nvSpPr>
        <p:spPr>
          <a:xfrm>
            <a:off x="88202" y="6334919"/>
            <a:ext cx="807741" cy="365125"/>
          </a:xfrm>
        </p:spPr>
        <p:txBody>
          <a:bodyPr/>
          <a:lstStyle>
            <a:lvl1pPr algn="l">
              <a:defRPr/>
            </a:lvl1pPr>
          </a:lstStyle>
          <a:p>
            <a:fld id="{E05DA353-F16A-46E9-BF3A-5C7883ED105A}" type="slidenum">
              <a:rPr lang="ru-RU" smtClean="0"/>
              <a:pPr/>
              <a:t>‹#›</a:t>
            </a:fld>
            <a:endParaRPr lang="ru-RU" dirty="0"/>
          </a:p>
        </p:txBody>
      </p:sp>
    </p:spTree>
    <p:extLst>
      <p:ext uri="{BB962C8B-B14F-4D97-AF65-F5344CB8AC3E}">
        <p14:creationId xmlns:p14="http://schemas.microsoft.com/office/powerpoint/2010/main" val="2442103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Заголовок и объект">
    <p:spTree>
      <p:nvGrpSpPr>
        <p:cNvPr id="1" name=""/>
        <p:cNvGrpSpPr/>
        <p:nvPr/>
      </p:nvGrpSpPr>
      <p:grpSpPr>
        <a:xfrm>
          <a:off x="0" y="0"/>
          <a:ext cx="0" cy="0"/>
          <a:chOff x="0" y="0"/>
          <a:chExt cx="0" cy="0"/>
        </a:xfrm>
      </p:grpSpPr>
      <p:sp>
        <p:nvSpPr>
          <p:cNvPr id="23" name="Полилиния: фигура 22">
            <a:extLst>
              <a:ext uri="{FF2B5EF4-FFF2-40B4-BE49-F238E27FC236}">
                <a16:creationId xmlns:a16="http://schemas.microsoft.com/office/drawing/2014/main" id="{CB4F5692-ACBE-4155-A563-B123939F81BC}"/>
              </a:ext>
            </a:extLst>
          </p:cNvPr>
          <p:cNvSpPr/>
          <p:nvPr userDrawn="1"/>
        </p:nvSpPr>
        <p:spPr>
          <a:xfrm flipH="1" flipV="1">
            <a:off x="10166464" y="-2"/>
            <a:ext cx="2062186" cy="960184"/>
          </a:xfrm>
          <a:custGeom>
            <a:avLst/>
            <a:gdLst>
              <a:gd name="connsiteX0" fmla="*/ 1573352 w 4492234"/>
              <a:gd name="connsiteY0" fmla="*/ 1156 h 1442145"/>
              <a:gd name="connsiteX1" fmla="*/ 4488913 w 4492234"/>
              <a:gd name="connsiteY1" fmla="*/ 1393672 h 1442145"/>
              <a:gd name="connsiteX2" fmla="*/ 4492234 w 4492234"/>
              <a:gd name="connsiteY2" fmla="*/ 1442145 h 1442145"/>
              <a:gd name="connsiteX3" fmla="*/ 0 w 4492234"/>
              <a:gd name="connsiteY3" fmla="*/ 1442145 h 1442145"/>
              <a:gd name="connsiteX4" fmla="*/ 0 w 4492234"/>
              <a:gd name="connsiteY4" fmla="*/ 139377 h 1442145"/>
              <a:gd name="connsiteX5" fmla="*/ 254017 w 4492234"/>
              <a:gd name="connsiteY5" fmla="*/ 101642 h 1442145"/>
              <a:gd name="connsiteX6" fmla="*/ 1189986 w 4492234"/>
              <a:gd name="connsiteY6" fmla="*/ 15161 h 1442145"/>
              <a:gd name="connsiteX7" fmla="*/ 1573352 w 4492234"/>
              <a:gd name="connsiteY7" fmla="*/ 1156 h 1442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92234" h="1442145">
                <a:moveTo>
                  <a:pt x="1573352" y="1156"/>
                </a:moveTo>
                <a:cubicBezTo>
                  <a:pt x="3313092" y="-27080"/>
                  <a:pt x="4357404" y="462522"/>
                  <a:pt x="4488913" y="1393672"/>
                </a:cubicBezTo>
                <a:lnTo>
                  <a:pt x="4492234" y="1442145"/>
                </a:lnTo>
                <a:lnTo>
                  <a:pt x="0" y="1442145"/>
                </a:lnTo>
                <a:lnTo>
                  <a:pt x="0" y="139377"/>
                </a:lnTo>
                <a:lnTo>
                  <a:pt x="254017" y="101642"/>
                </a:lnTo>
                <a:cubicBezTo>
                  <a:pt x="555703" y="61452"/>
                  <a:pt x="869981" y="33025"/>
                  <a:pt x="1189986" y="15161"/>
                </a:cubicBezTo>
                <a:cubicBezTo>
                  <a:pt x="1321270" y="7832"/>
                  <a:pt x="1449085" y="3173"/>
                  <a:pt x="1573352" y="1156"/>
                </a:cubicBezTo>
                <a:close/>
              </a:path>
            </a:pathLst>
          </a:custGeom>
          <a:solidFill>
            <a:srgbClr val="BDDFEB">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2" name="Заголовок 1">
            <a:extLst>
              <a:ext uri="{FF2B5EF4-FFF2-40B4-BE49-F238E27FC236}">
                <a16:creationId xmlns:a16="http://schemas.microsoft.com/office/drawing/2014/main" id="{A269540D-4B84-4D48-B17E-A752B4EEAF6F}"/>
              </a:ext>
            </a:extLst>
          </p:cNvPr>
          <p:cNvSpPr>
            <a:spLocks noGrp="1"/>
          </p:cNvSpPr>
          <p:nvPr>
            <p:ph type="title"/>
          </p:nvPr>
        </p:nvSpPr>
        <p:spPr>
          <a:xfrm>
            <a:off x="924971" y="497766"/>
            <a:ext cx="10909300" cy="783083"/>
          </a:xfrm>
          <a:prstGeom prst="rect">
            <a:avLst/>
          </a:prstGeom>
        </p:spPr>
        <p:txBody>
          <a:bodyPr/>
          <a:lstStyle/>
          <a:p>
            <a:r>
              <a:rPr lang="ru-RU" dirty="0"/>
              <a:t>Образец заголовка</a:t>
            </a:r>
          </a:p>
        </p:txBody>
      </p:sp>
      <p:sp>
        <p:nvSpPr>
          <p:cNvPr id="3" name="Объект 2">
            <a:extLst>
              <a:ext uri="{FF2B5EF4-FFF2-40B4-BE49-F238E27FC236}">
                <a16:creationId xmlns:a16="http://schemas.microsoft.com/office/drawing/2014/main" id="{A0A6F06F-C669-43A6-800C-BFBE16B846FB}"/>
              </a:ext>
            </a:extLst>
          </p:cNvPr>
          <p:cNvSpPr>
            <a:spLocks noGrp="1"/>
          </p:cNvSpPr>
          <p:nvPr>
            <p:ph idx="1"/>
          </p:nvPr>
        </p:nvSpPr>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grpSp>
        <p:nvGrpSpPr>
          <p:cNvPr id="8" name="Группа 7">
            <a:extLst>
              <a:ext uri="{FF2B5EF4-FFF2-40B4-BE49-F238E27FC236}">
                <a16:creationId xmlns:a16="http://schemas.microsoft.com/office/drawing/2014/main" id="{731B0DE8-632B-49C0-BA65-E35CCB03ED26}"/>
              </a:ext>
            </a:extLst>
          </p:cNvPr>
          <p:cNvGrpSpPr/>
          <p:nvPr userDrawn="1"/>
        </p:nvGrpSpPr>
        <p:grpSpPr>
          <a:xfrm>
            <a:off x="10753760" y="6379029"/>
            <a:ext cx="1155242" cy="182109"/>
            <a:chOff x="5409247" y="3315652"/>
            <a:chExt cx="1371600" cy="216217"/>
          </a:xfrm>
          <a:solidFill>
            <a:srgbClr val="398ACB"/>
          </a:solidFill>
        </p:grpSpPr>
        <p:sp>
          <p:nvSpPr>
            <p:cNvPr id="9" name="Полилиния: фигура 8">
              <a:extLst>
                <a:ext uri="{FF2B5EF4-FFF2-40B4-BE49-F238E27FC236}">
                  <a16:creationId xmlns:a16="http://schemas.microsoft.com/office/drawing/2014/main" id="{48AD9ABC-F5A0-44CB-815C-B2BF20C91B69}"/>
                </a:ext>
              </a:extLst>
            </p:cNvPr>
            <p:cNvSpPr/>
            <p:nvPr/>
          </p:nvSpPr>
          <p:spPr>
            <a:xfrm>
              <a:off x="6568440" y="3317557"/>
              <a:ext cx="212407" cy="213359"/>
            </a:xfrm>
            <a:custGeom>
              <a:avLst/>
              <a:gdLst>
                <a:gd name="connsiteX0" fmla="*/ 16192 w 212407"/>
                <a:gd name="connsiteY0" fmla="*/ 212407 h 213359"/>
                <a:gd name="connsiteX1" fmla="*/ 51435 w 212407"/>
                <a:gd name="connsiteY1" fmla="*/ 197167 h 213359"/>
                <a:gd name="connsiteX2" fmla="*/ 64770 w 212407"/>
                <a:gd name="connsiteY2" fmla="*/ 182880 h 213359"/>
                <a:gd name="connsiteX3" fmla="*/ 81915 w 212407"/>
                <a:gd name="connsiteY3" fmla="*/ 174307 h 213359"/>
                <a:gd name="connsiteX4" fmla="*/ 86677 w 212407"/>
                <a:gd name="connsiteY4" fmla="*/ 174307 h 213359"/>
                <a:gd name="connsiteX5" fmla="*/ 93345 w 212407"/>
                <a:gd name="connsiteY5" fmla="*/ 175260 h 213359"/>
                <a:gd name="connsiteX6" fmla="*/ 113347 w 212407"/>
                <a:gd name="connsiteY6" fmla="*/ 180975 h 213359"/>
                <a:gd name="connsiteX7" fmla="*/ 172402 w 212407"/>
                <a:gd name="connsiteY7" fmla="*/ 205740 h 213359"/>
                <a:gd name="connsiteX8" fmla="*/ 199072 w 212407"/>
                <a:gd name="connsiteY8" fmla="*/ 212407 h 213359"/>
                <a:gd name="connsiteX9" fmla="*/ 207645 w 212407"/>
                <a:gd name="connsiteY9" fmla="*/ 212407 h 213359"/>
                <a:gd name="connsiteX10" fmla="*/ 212407 w 212407"/>
                <a:gd name="connsiteY10" fmla="*/ 207645 h 213359"/>
                <a:gd name="connsiteX11" fmla="*/ 212407 w 212407"/>
                <a:gd name="connsiteY11" fmla="*/ 185738 h 213359"/>
                <a:gd name="connsiteX12" fmla="*/ 188595 w 212407"/>
                <a:gd name="connsiteY12" fmla="*/ 150495 h 213359"/>
                <a:gd name="connsiteX13" fmla="*/ 175260 w 212407"/>
                <a:gd name="connsiteY13" fmla="*/ 144780 h 213359"/>
                <a:gd name="connsiteX14" fmla="*/ 146685 w 212407"/>
                <a:gd name="connsiteY14" fmla="*/ 126682 h 213359"/>
                <a:gd name="connsiteX15" fmla="*/ 148590 w 212407"/>
                <a:gd name="connsiteY15" fmla="*/ 99060 h 213359"/>
                <a:gd name="connsiteX16" fmla="*/ 201930 w 212407"/>
                <a:gd name="connsiteY16" fmla="*/ 45720 h 213359"/>
                <a:gd name="connsiteX17" fmla="*/ 212407 w 212407"/>
                <a:gd name="connsiteY17" fmla="*/ 20002 h 213359"/>
                <a:gd name="connsiteX18" fmla="*/ 211455 w 212407"/>
                <a:gd name="connsiteY18" fmla="*/ 12382 h 213359"/>
                <a:gd name="connsiteX19" fmla="*/ 207645 w 212407"/>
                <a:gd name="connsiteY19" fmla="*/ 5715 h 213359"/>
                <a:gd name="connsiteX20" fmla="*/ 193357 w 212407"/>
                <a:gd name="connsiteY20" fmla="*/ 0 h 213359"/>
                <a:gd name="connsiteX21" fmla="*/ 184785 w 212407"/>
                <a:gd name="connsiteY21" fmla="*/ 0 h 213359"/>
                <a:gd name="connsiteX22" fmla="*/ 149542 w 212407"/>
                <a:gd name="connsiteY22" fmla="*/ 15240 h 213359"/>
                <a:gd name="connsiteX23" fmla="*/ 105727 w 212407"/>
                <a:gd name="connsiteY23" fmla="*/ 59055 h 213359"/>
                <a:gd name="connsiteX24" fmla="*/ 57150 w 212407"/>
                <a:gd name="connsiteY24" fmla="*/ 107632 h 213359"/>
                <a:gd name="connsiteX25" fmla="*/ 57150 w 212407"/>
                <a:gd name="connsiteY25" fmla="*/ 31432 h 213359"/>
                <a:gd name="connsiteX26" fmla="*/ 25717 w 212407"/>
                <a:gd name="connsiteY26" fmla="*/ 0 h 213359"/>
                <a:gd name="connsiteX27" fmla="*/ 13335 w 212407"/>
                <a:gd name="connsiteY27" fmla="*/ 0 h 213359"/>
                <a:gd name="connsiteX28" fmla="*/ 1905 w 212407"/>
                <a:gd name="connsiteY28" fmla="*/ 952 h 213359"/>
                <a:gd name="connsiteX29" fmla="*/ 0 w 212407"/>
                <a:gd name="connsiteY29" fmla="*/ 6667 h 213359"/>
                <a:gd name="connsiteX30" fmla="*/ 0 w 212407"/>
                <a:gd name="connsiteY30" fmla="*/ 208597 h 213359"/>
                <a:gd name="connsiteX31" fmla="*/ 4763 w 212407"/>
                <a:gd name="connsiteY31" fmla="*/ 213360 h 213359"/>
                <a:gd name="connsiteX32" fmla="*/ 16192 w 212407"/>
                <a:gd name="connsiteY32" fmla="*/ 213360 h 213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12407" h="213359">
                  <a:moveTo>
                    <a:pt x="16192" y="212407"/>
                  </a:moveTo>
                  <a:cubicBezTo>
                    <a:pt x="30480" y="212407"/>
                    <a:pt x="41910" y="205740"/>
                    <a:pt x="51435" y="197167"/>
                  </a:cubicBezTo>
                  <a:cubicBezTo>
                    <a:pt x="51435" y="197167"/>
                    <a:pt x="57150" y="190500"/>
                    <a:pt x="64770" y="182880"/>
                  </a:cubicBezTo>
                  <a:cubicBezTo>
                    <a:pt x="69532" y="178117"/>
                    <a:pt x="75247" y="175260"/>
                    <a:pt x="81915" y="174307"/>
                  </a:cubicBezTo>
                  <a:cubicBezTo>
                    <a:pt x="82867" y="174307"/>
                    <a:pt x="86677" y="174307"/>
                    <a:pt x="86677" y="174307"/>
                  </a:cubicBezTo>
                  <a:cubicBezTo>
                    <a:pt x="88582" y="174307"/>
                    <a:pt x="91440" y="174307"/>
                    <a:pt x="93345" y="175260"/>
                  </a:cubicBezTo>
                  <a:cubicBezTo>
                    <a:pt x="100965" y="176213"/>
                    <a:pt x="107632" y="178117"/>
                    <a:pt x="113347" y="180975"/>
                  </a:cubicBezTo>
                  <a:lnTo>
                    <a:pt x="172402" y="205740"/>
                  </a:lnTo>
                  <a:cubicBezTo>
                    <a:pt x="172402" y="205740"/>
                    <a:pt x="186690" y="212407"/>
                    <a:pt x="199072" y="212407"/>
                  </a:cubicBezTo>
                  <a:lnTo>
                    <a:pt x="207645" y="212407"/>
                  </a:lnTo>
                  <a:cubicBezTo>
                    <a:pt x="210502" y="212407"/>
                    <a:pt x="212407" y="209550"/>
                    <a:pt x="212407" y="207645"/>
                  </a:cubicBezTo>
                  <a:lnTo>
                    <a:pt x="212407" y="185738"/>
                  </a:lnTo>
                  <a:cubicBezTo>
                    <a:pt x="212407" y="170497"/>
                    <a:pt x="203835" y="156210"/>
                    <a:pt x="188595" y="150495"/>
                  </a:cubicBezTo>
                  <a:lnTo>
                    <a:pt x="175260" y="144780"/>
                  </a:lnTo>
                  <a:cubicBezTo>
                    <a:pt x="164782" y="140970"/>
                    <a:pt x="152400" y="132397"/>
                    <a:pt x="146685" y="126682"/>
                  </a:cubicBezTo>
                  <a:cubicBezTo>
                    <a:pt x="146685" y="126682"/>
                    <a:pt x="134302" y="112395"/>
                    <a:pt x="148590" y="99060"/>
                  </a:cubicBezTo>
                  <a:lnTo>
                    <a:pt x="201930" y="45720"/>
                  </a:lnTo>
                  <a:cubicBezTo>
                    <a:pt x="208597" y="38100"/>
                    <a:pt x="212407" y="29527"/>
                    <a:pt x="212407" y="20002"/>
                  </a:cubicBezTo>
                  <a:cubicBezTo>
                    <a:pt x="212407" y="20002"/>
                    <a:pt x="212407" y="16192"/>
                    <a:pt x="211455" y="12382"/>
                  </a:cubicBezTo>
                  <a:cubicBezTo>
                    <a:pt x="210502" y="9525"/>
                    <a:pt x="208597" y="6667"/>
                    <a:pt x="207645" y="5715"/>
                  </a:cubicBezTo>
                  <a:cubicBezTo>
                    <a:pt x="203835" y="1905"/>
                    <a:pt x="200025" y="952"/>
                    <a:pt x="193357" y="0"/>
                  </a:cubicBezTo>
                  <a:lnTo>
                    <a:pt x="184785" y="0"/>
                  </a:lnTo>
                  <a:cubicBezTo>
                    <a:pt x="170497" y="0"/>
                    <a:pt x="159067" y="6667"/>
                    <a:pt x="149542" y="15240"/>
                  </a:cubicBezTo>
                  <a:cubicBezTo>
                    <a:pt x="149542" y="15240"/>
                    <a:pt x="114300" y="50482"/>
                    <a:pt x="105727" y="59055"/>
                  </a:cubicBezTo>
                  <a:lnTo>
                    <a:pt x="57150" y="107632"/>
                  </a:lnTo>
                  <a:lnTo>
                    <a:pt x="57150" y="31432"/>
                  </a:lnTo>
                  <a:cubicBezTo>
                    <a:pt x="57150" y="14288"/>
                    <a:pt x="42863" y="0"/>
                    <a:pt x="25717" y="0"/>
                  </a:cubicBezTo>
                  <a:lnTo>
                    <a:pt x="13335" y="0"/>
                  </a:lnTo>
                  <a:cubicBezTo>
                    <a:pt x="9525" y="0"/>
                    <a:pt x="4763" y="0"/>
                    <a:pt x="1905" y="952"/>
                  </a:cubicBezTo>
                  <a:cubicBezTo>
                    <a:pt x="0" y="1905"/>
                    <a:pt x="0" y="3810"/>
                    <a:pt x="0" y="6667"/>
                  </a:cubicBezTo>
                  <a:lnTo>
                    <a:pt x="0" y="208597"/>
                  </a:lnTo>
                  <a:cubicBezTo>
                    <a:pt x="0" y="211455"/>
                    <a:pt x="1905" y="213360"/>
                    <a:pt x="4763" y="213360"/>
                  </a:cubicBezTo>
                  <a:lnTo>
                    <a:pt x="16192" y="213360"/>
                  </a:lnTo>
                  <a:close/>
                </a:path>
              </a:pathLst>
            </a:custGeom>
            <a:grpFill/>
            <a:ln w="9525" cap="flat">
              <a:noFill/>
              <a:prstDash val="solid"/>
              <a:miter/>
            </a:ln>
          </p:spPr>
          <p:txBody>
            <a:bodyPr rtlCol="0" anchor="ctr"/>
            <a:lstStyle/>
            <a:p>
              <a:endParaRPr lang="ru-RU"/>
            </a:p>
          </p:txBody>
        </p:sp>
        <p:sp>
          <p:nvSpPr>
            <p:cNvPr id="11" name="Полилиния: фигура 10">
              <a:extLst>
                <a:ext uri="{FF2B5EF4-FFF2-40B4-BE49-F238E27FC236}">
                  <a16:creationId xmlns:a16="http://schemas.microsoft.com/office/drawing/2014/main" id="{A2B58CB1-F6A7-4EAA-9959-1CF154441928}"/>
                </a:ext>
              </a:extLst>
            </p:cNvPr>
            <p:cNvSpPr/>
            <p:nvPr/>
          </p:nvSpPr>
          <p:spPr>
            <a:xfrm>
              <a:off x="6104572" y="3315652"/>
              <a:ext cx="233362" cy="214312"/>
            </a:xfrm>
            <a:custGeom>
              <a:avLst/>
              <a:gdLst>
                <a:gd name="connsiteX0" fmla="*/ 228600 w 233362"/>
                <a:gd name="connsiteY0" fmla="*/ 188595 h 214312"/>
                <a:gd name="connsiteX1" fmla="*/ 195263 w 233362"/>
                <a:gd name="connsiteY1" fmla="*/ 167640 h 214312"/>
                <a:gd name="connsiteX2" fmla="*/ 171450 w 233362"/>
                <a:gd name="connsiteY2" fmla="*/ 148590 h 214312"/>
                <a:gd name="connsiteX3" fmla="*/ 200977 w 233362"/>
                <a:gd name="connsiteY3" fmla="*/ 126683 h 214312"/>
                <a:gd name="connsiteX4" fmla="*/ 212407 w 233362"/>
                <a:gd name="connsiteY4" fmla="*/ 93345 h 214312"/>
                <a:gd name="connsiteX5" fmla="*/ 200977 w 233362"/>
                <a:gd name="connsiteY5" fmla="*/ 57150 h 214312"/>
                <a:gd name="connsiteX6" fmla="*/ 172402 w 233362"/>
                <a:gd name="connsiteY6" fmla="*/ 27623 h 214312"/>
                <a:gd name="connsiteX7" fmla="*/ 133350 w 233362"/>
                <a:gd name="connsiteY7" fmla="*/ 7620 h 214312"/>
                <a:gd name="connsiteX8" fmla="*/ 90488 w 233362"/>
                <a:gd name="connsiteY8" fmla="*/ 0 h 214312"/>
                <a:gd name="connsiteX9" fmla="*/ 4763 w 233362"/>
                <a:gd name="connsiteY9" fmla="*/ 0 h 214312"/>
                <a:gd name="connsiteX10" fmla="*/ 0 w 233362"/>
                <a:gd name="connsiteY10" fmla="*/ 4763 h 214312"/>
                <a:gd name="connsiteX11" fmla="*/ 0 w 233362"/>
                <a:gd name="connsiteY11" fmla="*/ 148590 h 214312"/>
                <a:gd name="connsiteX12" fmla="*/ 0 w 233362"/>
                <a:gd name="connsiteY12" fmla="*/ 180975 h 214312"/>
                <a:gd name="connsiteX13" fmla="*/ 0 w 233362"/>
                <a:gd name="connsiteY13" fmla="*/ 192405 h 214312"/>
                <a:gd name="connsiteX14" fmla="*/ 0 w 233362"/>
                <a:gd name="connsiteY14" fmla="*/ 206693 h 214312"/>
                <a:gd name="connsiteX15" fmla="*/ 1905 w 233362"/>
                <a:gd name="connsiteY15" fmla="*/ 212408 h 214312"/>
                <a:gd name="connsiteX16" fmla="*/ 14288 w 233362"/>
                <a:gd name="connsiteY16" fmla="*/ 214313 h 214312"/>
                <a:gd name="connsiteX17" fmla="*/ 29527 w 233362"/>
                <a:gd name="connsiteY17" fmla="*/ 212408 h 214312"/>
                <a:gd name="connsiteX18" fmla="*/ 47625 w 233362"/>
                <a:gd name="connsiteY18" fmla="*/ 199073 h 214312"/>
                <a:gd name="connsiteX19" fmla="*/ 58102 w 233362"/>
                <a:gd name="connsiteY19" fmla="*/ 162877 h 214312"/>
                <a:gd name="connsiteX20" fmla="*/ 58102 w 233362"/>
                <a:gd name="connsiteY20" fmla="*/ 75248 h 214312"/>
                <a:gd name="connsiteX21" fmla="*/ 59055 w 233362"/>
                <a:gd name="connsiteY21" fmla="*/ 69533 h 214312"/>
                <a:gd name="connsiteX22" fmla="*/ 60960 w 233362"/>
                <a:gd name="connsiteY22" fmla="*/ 65723 h 214312"/>
                <a:gd name="connsiteX23" fmla="*/ 114300 w 233362"/>
                <a:gd name="connsiteY23" fmla="*/ 55245 h 214312"/>
                <a:gd name="connsiteX24" fmla="*/ 152400 w 233362"/>
                <a:gd name="connsiteY24" fmla="*/ 95250 h 214312"/>
                <a:gd name="connsiteX25" fmla="*/ 122873 w 233362"/>
                <a:gd name="connsiteY25" fmla="*/ 112395 h 214312"/>
                <a:gd name="connsiteX26" fmla="*/ 101917 w 233362"/>
                <a:gd name="connsiteY26" fmla="*/ 108585 h 214312"/>
                <a:gd name="connsiteX27" fmla="*/ 93345 w 233362"/>
                <a:gd name="connsiteY27" fmla="*/ 105727 h 214312"/>
                <a:gd name="connsiteX28" fmla="*/ 85725 w 233362"/>
                <a:gd name="connsiteY28" fmla="*/ 103823 h 214312"/>
                <a:gd name="connsiteX29" fmla="*/ 81915 w 233362"/>
                <a:gd name="connsiteY29" fmla="*/ 109538 h 214312"/>
                <a:gd name="connsiteX30" fmla="*/ 81915 w 233362"/>
                <a:gd name="connsiteY30" fmla="*/ 132398 h 214312"/>
                <a:gd name="connsiteX31" fmla="*/ 89535 w 233362"/>
                <a:gd name="connsiteY31" fmla="*/ 151448 h 214312"/>
                <a:gd name="connsiteX32" fmla="*/ 160020 w 233362"/>
                <a:gd name="connsiteY32" fmla="*/ 206693 h 214312"/>
                <a:gd name="connsiteX33" fmla="*/ 181927 w 233362"/>
                <a:gd name="connsiteY33" fmla="*/ 214313 h 214312"/>
                <a:gd name="connsiteX34" fmla="*/ 228600 w 233362"/>
                <a:gd name="connsiteY34" fmla="*/ 214313 h 214312"/>
                <a:gd name="connsiteX35" fmla="*/ 233363 w 233362"/>
                <a:gd name="connsiteY35" fmla="*/ 208598 h 214312"/>
                <a:gd name="connsiteX36" fmla="*/ 233363 w 233362"/>
                <a:gd name="connsiteY36" fmla="*/ 193358 h 214312"/>
                <a:gd name="connsiteX37" fmla="*/ 228600 w 233362"/>
                <a:gd name="connsiteY37" fmla="*/ 188595 h 214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33362" h="214312">
                  <a:moveTo>
                    <a:pt x="228600" y="188595"/>
                  </a:moveTo>
                  <a:cubicBezTo>
                    <a:pt x="228600" y="188595"/>
                    <a:pt x="217170" y="185738"/>
                    <a:pt x="195263" y="167640"/>
                  </a:cubicBezTo>
                  <a:cubicBezTo>
                    <a:pt x="183832" y="158115"/>
                    <a:pt x="175260" y="151448"/>
                    <a:pt x="171450" y="148590"/>
                  </a:cubicBezTo>
                  <a:cubicBezTo>
                    <a:pt x="175260" y="145733"/>
                    <a:pt x="188595" y="140970"/>
                    <a:pt x="200977" y="126683"/>
                  </a:cubicBezTo>
                  <a:cubicBezTo>
                    <a:pt x="208598" y="118110"/>
                    <a:pt x="212407" y="106680"/>
                    <a:pt x="212407" y="93345"/>
                  </a:cubicBezTo>
                  <a:cubicBezTo>
                    <a:pt x="212407" y="80963"/>
                    <a:pt x="208598" y="68580"/>
                    <a:pt x="200977" y="57150"/>
                  </a:cubicBezTo>
                  <a:cubicBezTo>
                    <a:pt x="193357" y="45720"/>
                    <a:pt x="183832" y="36195"/>
                    <a:pt x="172402" y="27623"/>
                  </a:cubicBezTo>
                  <a:cubicBezTo>
                    <a:pt x="160973" y="19050"/>
                    <a:pt x="147638" y="12383"/>
                    <a:pt x="133350" y="7620"/>
                  </a:cubicBezTo>
                  <a:cubicBezTo>
                    <a:pt x="119063" y="2858"/>
                    <a:pt x="104775" y="0"/>
                    <a:pt x="90488" y="0"/>
                  </a:cubicBezTo>
                  <a:cubicBezTo>
                    <a:pt x="90488" y="0"/>
                    <a:pt x="4763" y="0"/>
                    <a:pt x="4763" y="0"/>
                  </a:cubicBezTo>
                  <a:cubicBezTo>
                    <a:pt x="1905" y="0"/>
                    <a:pt x="0" y="1905"/>
                    <a:pt x="0" y="4763"/>
                  </a:cubicBezTo>
                  <a:lnTo>
                    <a:pt x="0" y="148590"/>
                  </a:lnTo>
                  <a:lnTo>
                    <a:pt x="0" y="180975"/>
                  </a:lnTo>
                  <a:lnTo>
                    <a:pt x="0" y="192405"/>
                  </a:lnTo>
                  <a:lnTo>
                    <a:pt x="0" y="206693"/>
                  </a:lnTo>
                  <a:cubicBezTo>
                    <a:pt x="0" y="208598"/>
                    <a:pt x="0" y="210502"/>
                    <a:pt x="1905" y="212408"/>
                  </a:cubicBezTo>
                  <a:cubicBezTo>
                    <a:pt x="4763" y="213360"/>
                    <a:pt x="10477" y="214313"/>
                    <a:pt x="14288" y="214313"/>
                  </a:cubicBezTo>
                  <a:cubicBezTo>
                    <a:pt x="19050" y="214313"/>
                    <a:pt x="24765" y="213360"/>
                    <a:pt x="29527" y="212408"/>
                  </a:cubicBezTo>
                  <a:cubicBezTo>
                    <a:pt x="37148" y="209550"/>
                    <a:pt x="42863" y="204788"/>
                    <a:pt x="47625" y="199073"/>
                  </a:cubicBezTo>
                  <a:cubicBezTo>
                    <a:pt x="56198" y="188595"/>
                    <a:pt x="58102" y="176213"/>
                    <a:pt x="58102" y="162877"/>
                  </a:cubicBezTo>
                  <a:lnTo>
                    <a:pt x="58102" y="75248"/>
                  </a:lnTo>
                  <a:cubicBezTo>
                    <a:pt x="58102" y="74295"/>
                    <a:pt x="58102" y="71438"/>
                    <a:pt x="59055" y="69533"/>
                  </a:cubicBezTo>
                  <a:cubicBezTo>
                    <a:pt x="60007" y="67627"/>
                    <a:pt x="60960" y="65723"/>
                    <a:pt x="60960" y="65723"/>
                  </a:cubicBezTo>
                  <a:cubicBezTo>
                    <a:pt x="67627" y="53340"/>
                    <a:pt x="89535" y="48577"/>
                    <a:pt x="114300" y="55245"/>
                  </a:cubicBezTo>
                  <a:cubicBezTo>
                    <a:pt x="146685" y="63818"/>
                    <a:pt x="156210" y="85725"/>
                    <a:pt x="152400" y="95250"/>
                  </a:cubicBezTo>
                  <a:cubicBezTo>
                    <a:pt x="148590" y="105727"/>
                    <a:pt x="137160" y="112395"/>
                    <a:pt x="122873" y="112395"/>
                  </a:cubicBezTo>
                  <a:cubicBezTo>
                    <a:pt x="116205" y="112395"/>
                    <a:pt x="108585" y="111443"/>
                    <a:pt x="101917" y="108585"/>
                  </a:cubicBezTo>
                  <a:cubicBezTo>
                    <a:pt x="101917" y="108585"/>
                    <a:pt x="97155" y="107633"/>
                    <a:pt x="93345" y="105727"/>
                  </a:cubicBezTo>
                  <a:cubicBezTo>
                    <a:pt x="91440" y="104775"/>
                    <a:pt x="88582" y="103823"/>
                    <a:pt x="85725" y="103823"/>
                  </a:cubicBezTo>
                  <a:cubicBezTo>
                    <a:pt x="82867" y="103823"/>
                    <a:pt x="81915" y="105727"/>
                    <a:pt x="81915" y="109538"/>
                  </a:cubicBezTo>
                  <a:lnTo>
                    <a:pt x="81915" y="132398"/>
                  </a:lnTo>
                  <a:cubicBezTo>
                    <a:pt x="81915" y="140018"/>
                    <a:pt x="84773" y="147638"/>
                    <a:pt x="89535" y="151448"/>
                  </a:cubicBezTo>
                  <a:cubicBezTo>
                    <a:pt x="89535" y="151448"/>
                    <a:pt x="160020" y="206693"/>
                    <a:pt x="160020" y="206693"/>
                  </a:cubicBezTo>
                  <a:cubicBezTo>
                    <a:pt x="166688" y="211455"/>
                    <a:pt x="174307" y="214313"/>
                    <a:pt x="181927" y="214313"/>
                  </a:cubicBezTo>
                  <a:lnTo>
                    <a:pt x="228600" y="214313"/>
                  </a:lnTo>
                  <a:cubicBezTo>
                    <a:pt x="231457" y="214313"/>
                    <a:pt x="233363" y="212408"/>
                    <a:pt x="233363" y="208598"/>
                  </a:cubicBezTo>
                  <a:lnTo>
                    <a:pt x="233363" y="193358"/>
                  </a:lnTo>
                  <a:cubicBezTo>
                    <a:pt x="231457" y="191452"/>
                    <a:pt x="230505" y="188595"/>
                    <a:pt x="228600" y="188595"/>
                  </a:cubicBezTo>
                </a:path>
              </a:pathLst>
            </a:custGeom>
            <a:grpFill/>
            <a:ln w="9525" cap="flat">
              <a:noFill/>
              <a:prstDash val="solid"/>
              <a:miter/>
            </a:ln>
          </p:spPr>
          <p:txBody>
            <a:bodyPr rtlCol="0" anchor="ctr"/>
            <a:lstStyle/>
            <a:p>
              <a:endParaRPr lang="ru-RU"/>
            </a:p>
          </p:txBody>
        </p:sp>
        <p:sp>
          <p:nvSpPr>
            <p:cNvPr id="12" name="Полилиния: фигура 11">
              <a:extLst>
                <a:ext uri="{FF2B5EF4-FFF2-40B4-BE49-F238E27FC236}">
                  <a16:creationId xmlns:a16="http://schemas.microsoft.com/office/drawing/2014/main" id="{74A2172D-B5CA-44B5-8424-6F3873933518}"/>
                </a:ext>
              </a:extLst>
            </p:cNvPr>
            <p:cNvSpPr/>
            <p:nvPr/>
          </p:nvSpPr>
          <p:spPr>
            <a:xfrm>
              <a:off x="5873114" y="3315652"/>
              <a:ext cx="213360" cy="212407"/>
            </a:xfrm>
            <a:custGeom>
              <a:avLst/>
              <a:gdLst>
                <a:gd name="connsiteX0" fmla="*/ 180023 w 213360"/>
                <a:gd name="connsiteY0" fmla="*/ 159068 h 212407"/>
                <a:gd name="connsiteX1" fmla="*/ 118110 w 213360"/>
                <a:gd name="connsiteY1" fmla="*/ 159068 h 212407"/>
                <a:gd name="connsiteX2" fmla="*/ 93345 w 213360"/>
                <a:gd name="connsiteY2" fmla="*/ 153352 h 212407"/>
                <a:gd name="connsiteX3" fmla="*/ 73343 w 213360"/>
                <a:gd name="connsiteY3" fmla="*/ 138113 h 212407"/>
                <a:gd name="connsiteX4" fmla="*/ 60008 w 213360"/>
                <a:gd name="connsiteY4" fmla="*/ 116205 h 212407"/>
                <a:gd name="connsiteX5" fmla="*/ 55245 w 213360"/>
                <a:gd name="connsiteY5" fmla="*/ 91440 h 212407"/>
                <a:gd name="connsiteX6" fmla="*/ 64770 w 213360"/>
                <a:gd name="connsiteY6" fmla="*/ 65723 h 212407"/>
                <a:gd name="connsiteX7" fmla="*/ 71438 w 213360"/>
                <a:gd name="connsiteY7" fmla="*/ 60960 h 212407"/>
                <a:gd name="connsiteX8" fmla="*/ 80010 w 213360"/>
                <a:gd name="connsiteY8" fmla="*/ 58102 h 212407"/>
                <a:gd name="connsiteX9" fmla="*/ 92393 w 213360"/>
                <a:gd name="connsiteY9" fmla="*/ 57150 h 212407"/>
                <a:gd name="connsiteX10" fmla="*/ 104775 w 213360"/>
                <a:gd name="connsiteY10" fmla="*/ 58102 h 212407"/>
                <a:gd name="connsiteX11" fmla="*/ 124777 w 213360"/>
                <a:gd name="connsiteY11" fmla="*/ 66675 h 212407"/>
                <a:gd name="connsiteX12" fmla="*/ 151448 w 213360"/>
                <a:gd name="connsiteY12" fmla="*/ 90488 h 212407"/>
                <a:gd name="connsiteX13" fmla="*/ 87630 w 213360"/>
                <a:gd name="connsiteY13" fmla="*/ 90488 h 212407"/>
                <a:gd name="connsiteX14" fmla="*/ 81915 w 213360"/>
                <a:gd name="connsiteY14" fmla="*/ 95250 h 212407"/>
                <a:gd name="connsiteX15" fmla="*/ 85725 w 213360"/>
                <a:gd name="connsiteY15" fmla="*/ 111443 h 212407"/>
                <a:gd name="connsiteX16" fmla="*/ 125730 w 213360"/>
                <a:gd name="connsiteY16" fmla="*/ 135255 h 212407"/>
                <a:gd name="connsiteX17" fmla="*/ 185738 w 213360"/>
                <a:gd name="connsiteY17" fmla="*/ 135255 h 212407"/>
                <a:gd name="connsiteX18" fmla="*/ 207645 w 213360"/>
                <a:gd name="connsiteY18" fmla="*/ 126683 h 212407"/>
                <a:gd name="connsiteX19" fmla="*/ 212408 w 213360"/>
                <a:gd name="connsiteY19" fmla="*/ 108585 h 212407"/>
                <a:gd name="connsiteX20" fmla="*/ 202883 w 213360"/>
                <a:gd name="connsiteY20" fmla="*/ 71438 h 212407"/>
                <a:gd name="connsiteX21" fmla="*/ 176213 w 213360"/>
                <a:gd name="connsiteY21" fmla="*/ 36195 h 212407"/>
                <a:gd name="connsiteX22" fmla="*/ 138113 w 213360"/>
                <a:gd name="connsiteY22" fmla="*/ 10477 h 212407"/>
                <a:gd name="connsiteX23" fmla="*/ 92393 w 213360"/>
                <a:gd name="connsiteY23" fmla="*/ 0 h 212407"/>
                <a:gd name="connsiteX24" fmla="*/ 4763 w 213360"/>
                <a:gd name="connsiteY24" fmla="*/ 0 h 212407"/>
                <a:gd name="connsiteX25" fmla="*/ 0 w 213360"/>
                <a:gd name="connsiteY25" fmla="*/ 4763 h 212407"/>
                <a:gd name="connsiteX26" fmla="*/ 0 w 213360"/>
                <a:gd name="connsiteY26" fmla="*/ 92393 h 212407"/>
                <a:gd name="connsiteX27" fmla="*/ 9525 w 213360"/>
                <a:gd name="connsiteY27" fmla="*/ 139065 h 212407"/>
                <a:gd name="connsiteX28" fmla="*/ 35243 w 213360"/>
                <a:gd name="connsiteY28" fmla="*/ 177165 h 212407"/>
                <a:gd name="connsiteX29" fmla="*/ 73343 w 213360"/>
                <a:gd name="connsiteY29" fmla="*/ 202883 h 212407"/>
                <a:gd name="connsiteX30" fmla="*/ 120015 w 213360"/>
                <a:gd name="connsiteY30" fmla="*/ 212408 h 212407"/>
                <a:gd name="connsiteX31" fmla="*/ 208598 w 213360"/>
                <a:gd name="connsiteY31" fmla="*/ 212408 h 212407"/>
                <a:gd name="connsiteX32" fmla="*/ 213360 w 213360"/>
                <a:gd name="connsiteY32" fmla="*/ 207645 h 212407"/>
                <a:gd name="connsiteX33" fmla="*/ 213360 w 213360"/>
                <a:gd name="connsiteY33" fmla="*/ 189548 h 212407"/>
                <a:gd name="connsiteX34" fmla="*/ 204788 w 213360"/>
                <a:gd name="connsiteY34" fmla="*/ 165735 h 212407"/>
                <a:gd name="connsiteX35" fmla="*/ 180023 w 213360"/>
                <a:gd name="connsiteY35" fmla="*/ 159068 h 21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3360" h="212407">
                  <a:moveTo>
                    <a:pt x="180023" y="159068"/>
                  </a:moveTo>
                  <a:lnTo>
                    <a:pt x="118110" y="159068"/>
                  </a:lnTo>
                  <a:cubicBezTo>
                    <a:pt x="109538" y="159068"/>
                    <a:pt x="100965" y="157163"/>
                    <a:pt x="93345" y="153352"/>
                  </a:cubicBezTo>
                  <a:cubicBezTo>
                    <a:pt x="86677" y="150495"/>
                    <a:pt x="76200" y="141923"/>
                    <a:pt x="73343" y="138113"/>
                  </a:cubicBezTo>
                  <a:cubicBezTo>
                    <a:pt x="67627" y="131445"/>
                    <a:pt x="62865" y="124777"/>
                    <a:pt x="60008" y="116205"/>
                  </a:cubicBezTo>
                  <a:cubicBezTo>
                    <a:pt x="57150" y="107633"/>
                    <a:pt x="55245" y="100013"/>
                    <a:pt x="55245" y="91440"/>
                  </a:cubicBezTo>
                  <a:cubicBezTo>
                    <a:pt x="55245" y="80010"/>
                    <a:pt x="58102" y="71438"/>
                    <a:pt x="64770" y="65723"/>
                  </a:cubicBezTo>
                  <a:cubicBezTo>
                    <a:pt x="65723" y="64770"/>
                    <a:pt x="68580" y="62865"/>
                    <a:pt x="71438" y="60960"/>
                  </a:cubicBezTo>
                  <a:cubicBezTo>
                    <a:pt x="74295" y="59055"/>
                    <a:pt x="78105" y="58102"/>
                    <a:pt x="80010" y="58102"/>
                  </a:cubicBezTo>
                  <a:cubicBezTo>
                    <a:pt x="83820" y="57150"/>
                    <a:pt x="87630" y="57150"/>
                    <a:pt x="92393" y="57150"/>
                  </a:cubicBezTo>
                  <a:cubicBezTo>
                    <a:pt x="97155" y="57150"/>
                    <a:pt x="100965" y="58102"/>
                    <a:pt x="104775" y="58102"/>
                  </a:cubicBezTo>
                  <a:cubicBezTo>
                    <a:pt x="111443" y="59055"/>
                    <a:pt x="118110" y="61913"/>
                    <a:pt x="124777" y="66675"/>
                  </a:cubicBezTo>
                  <a:cubicBezTo>
                    <a:pt x="134302" y="72390"/>
                    <a:pt x="144780" y="81915"/>
                    <a:pt x="151448" y="90488"/>
                  </a:cubicBezTo>
                  <a:lnTo>
                    <a:pt x="87630" y="90488"/>
                  </a:lnTo>
                  <a:cubicBezTo>
                    <a:pt x="83820" y="90488"/>
                    <a:pt x="81915" y="92393"/>
                    <a:pt x="81915" y="95250"/>
                  </a:cubicBezTo>
                  <a:cubicBezTo>
                    <a:pt x="81915" y="101918"/>
                    <a:pt x="82868" y="105727"/>
                    <a:pt x="85725" y="111443"/>
                  </a:cubicBezTo>
                  <a:cubicBezTo>
                    <a:pt x="88583" y="117158"/>
                    <a:pt x="100965" y="135255"/>
                    <a:pt x="125730" y="135255"/>
                  </a:cubicBezTo>
                  <a:lnTo>
                    <a:pt x="185738" y="135255"/>
                  </a:lnTo>
                  <a:cubicBezTo>
                    <a:pt x="196215" y="135255"/>
                    <a:pt x="203835" y="132398"/>
                    <a:pt x="207645" y="126683"/>
                  </a:cubicBezTo>
                  <a:cubicBezTo>
                    <a:pt x="211455" y="120968"/>
                    <a:pt x="212408" y="116205"/>
                    <a:pt x="212408" y="108585"/>
                  </a:cubicBezTo>
                  <a:cubicBezTo>
                    <a:pt x="212408" y="96202"/>
                    <a:pt x="209550" y="84773"/>
                    <a:pt x="202883" y="71438"/>
                  </a:cubicBezTo>
                  <a:cubicBezTo>
                    <a:pt x="196215" y="58102"/>
                    <a:pt x="187643" y="46673"/>
                    <a:pt x="176213" y="36195"/>
                  </a:cubicBezTo>
                  <a:cubicBezTo>
                    <a:pt x="164783" y="25718"/>
                    <a:pt x="152400" y="17145"/>
                    <a:pt x="138113" y="10477"/>
                  </a:cubicBezTo>
                  <a:cubicBezTo>
                    <a:pt x="123825" y="3810"/>
                    <a:pt x="108585" y="0"/>
                    <a:pt x="92393" y="0"/>
                  </a:cubicBezTo>
                  <a:lnTo>
                    <a:pt x="4763" y="0"/>
                  </a:lnTo>
                  <a:cubicBezTo>
                    <a:pt x="1905" y="0"/>
                    <a:pt x="0" y="1905"/>
                    <a:pt x="0" y="4763"/>
                  </a:cubicBezTo>
                  <a:lnTo>
                    <a:pt x="0" y="92393"/>
                  </a:lnTo>
                  <a:cubicBezTo>
                    <a:pt x="0" y="108585"/>
                    <a:pt x="2858" y="123825"/>
                    <a:pt x="9525" y="139065"/>
                  </a:cubicBezTo>
                  <a:cubicBezTo>
                    <a:pt x="16193" y="153352"/>
                    <a:pt x="24765" y="166688"/>
                    <a:pt x="35243" y="177165"/>
                  </a:cubicBezTo>
                  <a:cubicBezTo>
                    <a:pt x="45720" y="188595"/>
                    <a:pt x="59055" y="197168"/>
                    <a:pt x="73343" y="202883"/>
                  </a:cubicBezTo>
                  <a:cubicBezTo>
                    <a:pt x="87630" y="209550"/>
                    <a:pt x="102870" y="212408"/>
                    <a:pt x="120015" y="212408"/>
                  </a:cubicBezTo>
                  <a:lnTo>
                    <a:pt x="208598" y="212408"/>
                  </a:lnTo>
                  <a:cubicBezTo>
                    <a:pt x="211455" y="212408"/>
                    <a:pt x="213360" y="210502"/>
                    <a:pt x="213360" y="207645"/>
                  </a:cubicBezTo>
                  <a:lnTo>
                    <a:pt x="213360" y="189548"/>
                  </a:lnTo>
                  <a:cubicBezTo>
                    <a:pt x="213360" y="179070"/>
                    <a:pt x="210502" y="171450"/>
                    <a:pt x="204788" y="165735"/>
                  </a:cubicBezTo>
                  <a:cubicBezTo>
                    <a:pt x="198120" y="161925"/>
                    <a:pt x="190500" y="159068"/>
                    <a:pt x="180023" y="159068"/>
                  </a:cubicBezTo>
                </a:path>
              </a:pathLst>
            </a:custGeom>
            <a:grpFill/>
            <a:ln w="9525" cap="flat">
              <a:noFill/>
              <a:prstDash val="solid"/>
              <a:miter/>
            </a:ln>
          </p:spPr>
          <p:txBody>
            <a:bodyPr rtlCol="0" anchor="ctr"/>
            <a:lstStyle/>
            <a:p>
              <a:endParaRPr lang="ru-RU"/>
            </a:p>
          </p:txBody>
        </p:sp>
        <p:sp>
          <p:nvSpPr>
            <p:cNvPr id="13" name="Полилиния: фигура 12">
              <a:extLst>
                <a:ext uri="{FF2B5EF4-FFF2-40B4-BE49-F238E27FC236}">
                  <a16:creationId xmlns:a16="http://schemas.microsoft.com/office/drawing/2014/main" id="{D1900A6F-25E2-467E-8CA0-88491E91ED1D}"/>
                </a:ext>
              </a:extLst>
            </p:cNvPr>
            <p:cNvSpPr/>
            <p:nvPr/>
          </p:nvSpPr>
          <p:spPr>
            <a:xfrm>
              <a:off x="5409247" y="3315652"/>
              <a:ext cx="446722" cy="214312"/>
            </a:xfrm>
            <a:custGeom>
              <a:avLst/>
              <a:gdLst>
                <a:gd name="connsiteX0" fmla="*/ 444818 w 446722"/>
                <a:gd name="connsiteY0" fmla="*/ 32385 h 214312"/>
                <a:gd name="connsiteX1" fmla="*/ 413385 w 446722"/>
                <a:gd name="connsiteY1" fmla="*/ 952 h 214312"/>
                <a:gd name="connsiteX2" fmla="*/ 380048 w 446722"/>
                <a:gd name="connsiteY2" fmla="*/ 952 h 214312"/>
                <a:gd name="connsiteX3" fmla="*/ 376238 w 446722"/>
                <a:gd name="connsiteY3" fmla="*/ 2858 h 214312"/>
                <a:gd name="connsiteX4" fmla="*/ 309563 w 446722"/>
                <a:gd name="connsiteY4" fmla="*/ 64770 h 214312"/>
                <a:gd name="connsiteX5" fmla="*/ 222885 w 446722"/>
                <a:gd name="connsiteY5" fmla="*/ 98108 h 214312"/>
                <a:gd name="connsiteX6" fmla="*/ 133350 w 446722"/>
                <a:gd name="connsiteY6" fmla="*/ 61913 h 214312"/>
                <a:gd name="connsiteX7" fmla="*/ 83820 w 446722"/>
                <a:gd name="connsiteY7" fmla="*/ 15240 h 214312"/>
                <a:gd name="connsiteX8" fmla="*/ 46672 w 446722"/>
                <a:gd name="connsiteY8" fmla="*/ 0 h 214312"/>
                <a:gd name="connsiteX9" fmla="*/ 6668 w 446722"/>
                <a:gd name="connsiteY9" fmla="*/ 0 h 214312"/>
                <a:gd name="connsiteX10" fmla="*/ 0 w 446722"/>
                <a:gd name="connsiteY10" fmla="*/ 6668 h 214312"/>
                <a:gd name="connsiteX11" fmla="*/ 0 w 446722"/>
                <a:gd name="connsiteY11" fmla="*/ 181927 h 214312"/>
                <a:gd name="connsiteX12" fmla="*/ 31433 w 446722"/>
                <a:gd name="connsiteY12" fmla="*/ 213360 h 214312"/>
                <a:gd name="connsiteX13" fmla="*/ 43815 w 446722"/>
                <a:gd name="connsiteY13" fmla="*/ 213360 h 214312"/>
                <a:gd name="connsiteX14" fmla="*/ 52388 w 446722"/>
                <a:gd name="connsiteY14" fmla="*/ 213360 h 214312"/>
                <a:gd name="connsiteX15" fmla="*/ 59055 w 446722"/>
                <a:gd name="connsiteY15" fmla="*/ 206693 h 214312"/>
                <a:gd name="connsiteX16" fmla="*/ 59055 w 446722"/>
                <a:gd name="connsiteY16" fmla="*/ 144780 h 214312"/>
                <a:gd name="connsiteX17" fmla="*/ 88583 w 446722"/>
                <a:gd name="connsiteY17" fmla="*/ 115252 h 214312"/>
                <a:gd name="connsiteX18" fmla="*/ 159067 w 446722"/>
                <a:gd name="connsiteY18" fmla="*/ 158115 h 214312"/>
                <a:gd name="connsiteX19" fmla="*/ 223838 w 446722"/>
                <a:gd name="connsiteY19" fmla="*/ 199073 h 214312"/>
                <a:gd name="connsiteX20" fmla="*/ 288608 w 446722"/>
                <a:gd name="connsiteY20" fmla="*/ 158115 h 214312"/>
                <a:gd name="connsiteX21" fmla="*/ 359093 w 446722"/>
                <a:gd name="connsiteY21" fmla="*/ 115252 h 214312"/>
                <a:gd name="connsiteX22" fmla="*/ 388620 w 446722"/>
                <a:gd name="connsiteY22" fmla="*/ 144780 h 214312"/>
                <a:gd name="connsiteX23" fmla="*/ 388620 w 446722"/>
                <a:gd name="connsiteY23" fmla="*/ 182880 h 214312"/>
                <a:gd name="connsiteX24" fmla="*/ 420053 w 446722"/>
                <a:gd name="connsiteY24" fmla="*/ 214313 h 214312"/>
                <a:gd name="connsiteX25" fmla="*/ 433388 w 446722"/>
                <a:gd name="connsiteY25" fmla="*/ 214313 h 214312"/>
                <a:gd name="connsiteX26" fmla="*/ 440055 w 446722"/>
                <a:gd name="connsiteY26" fmla="*/ 214313 h 214312"/>
                <a:gd name="connsiteX27" fmla="*/ 440055 w 446722"/>
                <a:gd name="connsiteY27" fmla="*/ 214313 h 214312"/>
                <a:gd name="connsiteX28" fmla="*/ 446723 w 446722"/>
                <a:gd name="connsiteY28" fmla="*/ 207645 h 214312"/>
                <a:gd name="connsiteX29" fmla="*/ 444818 w 446722"/>
                <a:gd name="connsiteY29" fmla="*/ 32385 h 214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46722" h="214312">
                  <a:moveTo>
                    <a:pt x="444818" y="32385"/>
                  </a:moveTo>
                  <a:cubicBezTo>
                    <a:pt x="444818" y="15240"/>
                    <a:pt x="430530" y="952"/>
                    <a:pt x="413385" y="952"/>
                  </a:cubicBezTo>
                  <a:lnTo>
                    <a:pt x="380048" y="952"/>
                  </a:lnTo>
                  <a:cubicBezTo>
                    <a:pt x="378143" y="952"/>
                    <a:pt x="377190" y="1905"/>
                    <a:pt x="376238" y="2858"/>
                  </a:cubicBezTo>
                  <a:lnTo>
                    <a:pt x="309563" y="64770"/>
                  </a:lnTo>
                  <a:cubicBezTo>
                    <a:pt x="286703" y="85725"/>
                    <a:pt x="256223" y="98108"/>
                    <a:pt x="222885" y="98108"/>
                  </a:cubicBezTo>
                  <a:cubicBezTo>
                    <a:pt x="187642" y="98108"/>
                    <a:pt x="156210" y="84773"/>
                    <a:pt x="133350" y="61913"/>
                  </a:cubicBezTo>
                  <a:cubicBezTo>
                    <a:pt x="133350" y="61913"/>
                    <a:pt x="84773" y="16193"/>
                    <a:pt x="83820" y="15240"/>
                  </a:cubicBezTo>
                  <a:cubicBezTo>
                    <a:pt x="74295" y="6668"/>
                    <a:pt x="61913" y="952"/>
                    <a:pt x="46672" y="0"/>
                  </a:cubicBezTo>
                  <a:lnTo>
                    <a:pt x="6668" y="0"/>
                  </a:lnTo>
                  <a:cubicBezTo>
                    <a:pt x="2858" y="0"/>
                    <a:pt x="0" y="2858"/>
                    <a:pt x="0" y="6668"/>
                  </a:cubicBezTo>
                  <a:lnTo>
                    <a:pt x="0" y="181927"/>
                  </a:lnTo>
                  <a:cubicBezTo>
                    <a:pt x="0" y="199073"/>
                    <a:pt x="14288" y="213360"/>
                    <a:pt x="31433" y="213360"/>
                  </a:cubicBezTo>
                  <a:lnTo>
                    <a:pt x="43815" y="213360"/>
                  </a:lnTo>
                  <a:lnTo>
                    <a:pt x="52388" y="213360"/>
                  </a:lnTo>
                  <a:cubicBezTo>
                    <a:pt x="56197" y="213360"/>
                    <a:pt x="59055" y="210502"/>
                    <a:pt x="59055" y="206693"/>
                  </a:cubicBezTo>
                  <a:lnTo>
                    <a:pt x="59055" y="144780"/>
                  </a:lnTo>
                  <a:cubicBezTo>
                    <a:pt x="59055" y="128588"/>
                    <a:pt x="72390" y="115252"/>
                    <a:pt x="88583" y="115252"/>
                  </a:cubicBezTo>
                  <a:cubicBezTo>
                    <a:pt x="118110" y="115252"/>
                    <a:pt x="140017" y="140970"/>
                    <a:pt x="159067" y="158115"/>
                  </a:cubicBezTo>
                  <a:cubicBezTo>
                    <a:pt x="182880" y="179070"/>
                    <a:pt x="200978" y="199073"/>
                    <a:pt x="223838" y="199073"/>
                  </a:cubicBezTo>
                  <a:cubicBezTo>
                    <a:pt x="246698" y="199073"/>
                    <a:pt x="264795" y="179070"/>
                    <a:pt x="288608" y="158115"/>
                  </a:cubicBezTo>
                  <a:cubicBezTo>
                    <a:pt x="307658" y="140970"/>
                    <a:pt x="329565" y="115252"/>
                    <a:pt x="359093" y="115252"/>
                  </a:cubicBezTo>
                  <a:cubicBezTo>
                    <a:pt x="375285" y="115252"/>
                    <a:pt x="388620" y="128588"/>
                    <a:pt x="388620" y="144780"/>
                  </a:cubicBezTo>
                  <a:lnTo>
                    <a:pt x="388620" y="182880"/>
                  </a:lnTo>
                  <a:cubicBezTo>
                    <a:pt x="388620" y="200025"/>
                    <a:pt x="402907" y="214313"/>
                    <a:pt x="420053" y="214313"/>
                  </a:cubicBezTo>
                  <a:lnTo>
                    <a:pt x="433388" y="214313"/>
                  </a:lnTo>
                  <a:cubicBezTo>
                    <a:pt x="437198" y="214313"/>
                    <a:pt x="440055" y="214313"/>
                    <a:pt x="440055" y="214313"/>
                  </a:cubicBezTo>
                  <a:lnTo>
                    <a:pt x="440055" y="214313"/>
                  </a:lnTo>
                  <a:cubicBezTo>
                    <a:pt x="443865" y="214313"/>
                    <a:pt x="446723" y="211455"/>
                    <a:pt x="446723" y="207645"/>
                  </a:cubicBezTo>
                  <a:cubicBezTo>
                    <a:pt x="444818" y="207645"/>
                    <a:pt x="444818" y="34290"/>
                    <a:pt x="444818" y="32385"/>
                  </a:cubicBezTo>
                </a:path>
              </a:pathLst>
            </a:custGeom>
            <a:grpFill/>
            <a:ln w="9525" cap="flat">
              <a:noFill/>
              <a:prstDash val="solid"/>
              <a:miter/>
            </a:ln>
          </p:spPr>
          <p:txBody>
            <a:bodyPr rtlCol="0" anchor="ctr"/>
            <a:lstStyle/>
            <a:p>
              <a:endParaRPr lang="ru-RU"/>
            </a:p>
          </p:txBody>
        </p:sp>
        <p:sp>
          <p:nvSpPr>
            <p:cNvPr id="14" name="Полилиния: фигура 13">
              <a:extLst>
                <a:ext uri="{FF2B5EF4-FFF2-40B4-BE49-F238E27FC236}">
                  <a16:creationId xmlns:a16="http://schemas.microsoft.com/office/drawing/2014/main" id="{85E9D78A-7D5B-47F0-BCD6-2B9BDE22C856}"/>
                </a:ext>
              </a:extLst>
            </p:cNvPr>
            <p:cNvSpPr/>
            <p:nvPr/>
          </p:nvSpPr>
          <p:spPr>
            <a:xfrm>
              <a:off x="6336029" y="3315652"/>
              <a:ext cx="213360" cy="216217"/>
            </a:xfrm>
            <a:custGeom>
              <a:avLst/>
              <a:gdLst>
                <a:gd name="connsiteX0" fmla="*/ 208598 w 213360"/>
                <a:gd name="connsiteY0" fmla="*/ 124777 h 216217"/>
                <a:gd name="connsiteX1" fmla="*/ 176213 w 213360"/>
                <a:gd name="connsiteY1" fmla="*/ 124777 h 216217"/>
                <a:gd name="connsiteX2" fmla="*/ 153353 w 213360"/>
                <a:gd name="connsiteY2" fmla="*/ 140018 h 216217"/>
                <a:gd name="connsiteX3" fmla="*/ 142875 w 213360"/>
                <a:gd name="connsiteY3" fmla="*/ 156210 h 216217"/>
                <a:gd name="connsiteX4" fmla="*/ 122873 w 213360"/>
                <a:gd name="connsiteY4" fmla="*/ 161925 h 216217"/>
                <a:gd name="connsiteX5" fmla="*/ 100013 w 213360"/>
                <a:gd name="connsiteY5" fmla="*/ 155258 h 216217"/>
                <a:gd name="connsiteX6" fmla="*/ 79058 w 213360"/>
                <a:gd name="connsiteY6" fmla="*/ 139065 h 216217"/>
                <a:gd name="connsiteX7" fmla="*/ 63817 w 213360"/>
                <a:gd name="connsiteY7" fmla="*/ 116205 h 216217"/>
                <a:gd name="connsiteX8" fmla="*/ 58103 w 213360"/>
                <a:gd name="connsiteY8" fmla="*/ 91440 h 216217"/>
                <a:gd name="connsiteX9" fmla="*/ 67628 w 213360"/>
                <a:gd name="connsiteY9" fmla="*/ 65723 h 216217"/>
                <a:gd name="connsiteX10" fmla="*/ 91440 w 213360"/>
                <a:gd name="connsiteY10" fmla="*/ 56198 h 216217"/>
                <a:gd name="connsiteX11" fmla="*/ 123825 w 213360"/>
                <a:gd name="connsiteY11" fmla="*/ 68580 h 216217"/>
                <a:gd name="connsiteX12" fmla="*/ 138113 w 213360"/>
                <a:gd name="connsiteY12" fmla="*/ 73343 h 216217"/>
                <a:gd name="connsiteX13" fmla="*/ 153353 w 213360"/>
                <a:gd name="connsiteY13" fmla="*/ 64770 h 216217"/>
                <a:gd name="connsiteX14" fmla="*/ 175260 w 213360"/>
                <a:gd name="connsiteY14" fmla="*/ 42863 h 216217"/>
                <a:gd name="connsiteX15" fmla="*/ 177165 w 213360"/>
                <a:gd name="connsiteY15" fmla="*/ 39052 h 216217"/>
                <a:gd name="connsiteX16" fmla="*/ 174308 w 213360"/>
                <a:gd name="connsiteY16" fmla="*/ 35243 h 216217"/>
                <a:gd name="connsiteX17" fmla="*/ 135255 w 213360"/>
                <a:gd name="connsiteY17" fmla="*/ 9525 h 216217"/>
                <a:gd name="connsiteX18" fmla="*/ 91440 w 213360"/>
                <a:gd name="connsiteY18" fmla="*/ 0 h 216217"/>
                <a:gd name="connsiteX19" fmla="*/ 4763 w 213360"/>
                <a:gd name="connsiteY19" fmla="*/ 0 h 216217"/>
                <a:gd name="connsiteX20" fmla="*/ 0 w 213360"/>
                <a:gd name="connsiteY20" fmla="*/ 5715 h 216217"/>
                <a:gd name="connsiteX21" fmla="*/ 0 w 213360"/>
                <a:gd name="connsiteY21" fmla="*/ 91440 h 216217"/>
                <a:gd name="connsiteX22" fmla="*/ 10478 w 213360"/>
                <a:gd name="connsiteY22" fmla="*/ 139065 h 216217"/>
                <a:gd name="connsiteX23" fmla="*/ 38100 w 213360"/>
                <a:gd name="connsiteY23" fmla="*/ 178118 h 216217"/>
                <a:gd name="connsiteX24" fmla="*/ 77153 w 213360"/>
                <a:gd name="connsiteY24" fmla="*/ 205740 h 216217"/>
                <a:gd name="connsiteX25" fmla="*/ 122873 w 213360"/>
                <a:gd name="connsiteY25" fmla="*/ 216218 h 216217"/>
                <a:gd name="connsiteX26" fmla="*/ 158115 w 213360"/>
                <a:gd name="connsiteY26" fmla="*/ 209550 h 216217"/>
                <a:gd name="connsiteX27" fmla="*/ 185738 w 213360"/>
                <a:gd name="connsiteY27" fmla="*/ 191452 h 216217"/>
                <a:gd name="connsiteX28" fmla="*/ 204788 w 213360"/>
                <a:gd name="connsiteY28" fmla="*/ 163830 h 216217"/>
                <a:gd name="connsiteX29" fmla="*/ 213360 w 213360"/>
                <a:gd name="connsiteY29" fmla="*/ 129540 h 216217"/>
                <a:gd name="connsiteX30" fmla="*/ 208598 w 213360"/>
                <a:gd name="connsiteY30" fmla="*/ 124777 h 216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13360" h="216217">
                  <a:moveTo>
                    <a:pt x="208598" y="124777"/>
                  </a:moveTo>
                  <a:lnTo>
                    <a:pt x="176213" y="124777"/>
                  </a:lnTo>
                  <a:cubicBezTo>
                    <a:pt x="164783" y="124777"/>
                    <a:pt x="156210" y="129540"/>
                    <a:pt x="153353" y="140018"/>
                  </a:cubicBezTo>
                  <a:cubicBezTo>
                    <a:pt x="151448" y="146685"/>
                    <a:pt x="147638" y="152400"/>
                    <a:pt x="142875" y="156210"/>
                  </a:cubicBezTo>
                  <a:cubicBezTo>
                    <a:pt x="138113" y="160020"/>
                    <a:pt x="131445" y="161925"/>
                    <a:pt x="122873" y="161925"/>
                  </a:cubicBezTo>
                  <a:cubicBezTo>
                    <a:pt x="115253" y="161925"/>
                    <a:pt x="107633" y="160020"/>
                    <a:pt x="100013" y="155258"/>
                  </a:cubicBezTo>
                  <a:cubicBezTo>
                    <a:pt x="92392" y="151448"/>
                    <a:pt x="85725" y="145733"/>
                    <a:pt x="79058" y="139065"/>
                  </a:cubicBezTo>
                  <a:cubicBezTo>
                    <a:pt x="73342" y="132398"/>
                    <a:pt x="67628" y="124777"/>
                    <a:pt x="63817" y="116205"/>
                  </a:cubicBezTo>
                  <a:cubicBezTo>
                    <a:pt x="60008" y="107633"/>
                    <a:pt x="58103" y="99060"/>
                    <a:pt x="58103" y="91440"/>
                  </a:cubicBezTo>
                  <a:cubicBezTo>
                    <a:pt x="58103" y="80963"/>
                    <a:pt x="60960" y="72390"/>
                    <a:pt x="67628" y="65723"/>
                  </a:cubicBezTo>
                  <a:cubicBezTo>
                    <a:pt x="74295" y="59055"/>
                    <a:pt x="81915" y="56198"/>
                    <a:pt x="91440" y="56198"/>
                  </a:cubicBezTo>
                  <a:cubicBezTo>
                    <a:pt x="102870" y="56198"/>
                    <a:pt x="113348" y="60008"/>
                    <a:pt x="123825" y="68580"/>
                  </a:cubicBezTo>
                  <a:cubicBezTo>
                    <a:pt x="128588" y="71438"/>
                    <a:pt x="133350" y="73343"/>
                    <a:pt x="138113" y="73343"/>
                  </a:cubicBezTo>
                  <a:cubicBezTo>
                    <a:pt x="142875" y="73343"/>
                    <a:pt x="148590" y="70485"/>
                    <a:pt x="153353" y="64770"/>
                  </a:cubicBezTo>
                  <a:lnTo>
                    <a:pt x="175260" y="42863"/>
                  </a:lnTo>
                  <a:cubicBezTo>
                    <a:pt x="176213" y="41910"/>
                    <a:pt x="177165" y="40005"/>
                    <a:pt x="177165" y="39052"/>
                  </a:cubicBezTo>
                  <a:cubicBezTo>
                    <a:pt x="177165" y="38100"/>
                    <a:pt x="176213" y="37148"/>
                    <a:pt x="174308" y="35243"/>
                  </a:cubicBezTo>
                  <a:cubicBezTo>
                    <a:pt x="162878" y="24765"/>
                    <a:pt x="149542" y="16193"/>
                    <a:pt x="135255" y="9525"/>
                  </a:cubicBezTo>
                  <a:cubicBezTo>
                    <a:pt x="120967" y="3810"/>
                    <a:pt x="106680" y="0"/>
                    <a:pt x="91440" y="0"/>
                  </a:cubicBezTo>
                  <a:lnTo>
                    <a:pt x="4763" y="0"/>
                  </a:lnTo>
                  <a:cubicBezTo>
                    <a:pt x="1905" y="0"/>
                    <a:pt x="0" y="1905"/>
                    <a:pt x="0" y="5715"/>
                  </a:cubicBezTo>
                  <a:lnTo>
                    <a:pt x="0" y="91440"/>
                  </a:lnTo>
                  <a:cubicBezTo>
                    <a:pt x="0" y="107633"/>
                    <a:pt x="3810" y="123825"/>
                    <a:pt x="10478" y="139065"/>
                  </a:cubicBezTo>
                  <a:cubicBezTo>
                    <a:pt x="17145" y="154305"/>
                    <a:pt x="26670" y="167640"/>
                    <a:pt x="38100" y="178118"/>
                  </a:cubicBezTo>
                  <a:cubicBezTo>
                    <a:pt x="49530" y="189548"/>
                    <a:pt x="62865" y="198120"/>
                    <a:pt x="77153" y="205740"/>
                  </a:cubicBezTo>
                  <a:cubicBezTo>
                    <a:pt x="91440" y="212408"/>
                    <a:pt x="106680" y="216218"/>
                    <a:pt x="122873" y="216218"/>
                  </a:cubicBezTo>
                  <a:cubicBezTo>
                    <a:pt x="135255" y="216218"/>
                    <a:pt x="147638" y="214313"/>
                    <a:pt x="158115" y="209550"/>
                  </a:cubicBezTo>
                  <a:cubicBezTo>
                    <a:pt x="168592" y="205740"/>
                    <a:pt x="178117" y="199073"/>
                    <a:pt x="185738" y="191452"/>
                  </a:cubicBezTo>
                  <a:cubicBezTo>
                    <a:pt x="193358" y="183833"/>
                    <a:pt x="200025" y="174308"/>
                    <a:pt x="204788" y="163830"/>
                  </a:cubicBezTo>
                  <a:cubicBezTo>
                    <a:pt x="209550" y="153352"/>
                    <a:pt x="212408" y="141923"/>
                    <a:pt x="213360" y="129540"/>
                  </a:cubicBezTo>
                  <a:cubicBezTo>
                    <a:pt x="213360" y="126683"/>
                    <a:pt x="212408" y="124777"/>
                    <a:pt x="208598" y="124777"/>
                  </a:cubicBezTo>
                </a:path>
              </a:pathLst>
            </a:custGeom>
            <a:grpFill/>
            <a:ln w="9525" cap="flat">
              <a:noFill/>
              <a:prstDash val="solid"/>
              <a:miter/>
            </a:ln>
          </p:spPr>
          <p:txBody>
            <a:bodyPr rtlCol="0" anchor="ctr"/>
            <a:lstStyle/>
            <a:p>
              <a:endParaRPr lang="ru-RU"/>
            </a:p>
          </p:txBody>
        </p:sp>
      </p:grpSp>
      <p:sp>
        <p:nvSpPr>
          <p:cNvPr id="27" name="Полилиния: фигура 26">
            <a:extLst>
              <a:ext uri="{FF2B5EF4-FFF2-40B4-BE49-F238E27FC236}">
                <a16:creationId xmlns:a16="http://schemas.microsoft.com/office/drawing/2014/main" id="{D2C061EF-8492-46AD-B925-36DFE8433EE3}"/>
              </a:ext>
            </a:extLst>
          </p:cNvPr>
          <p:cNvSpPr>
            <a:spLocks/>
          </p:cNvSpPr>
          <p:nvPr userDrawn="1"/>
        </p:nvSpPr>
        <p:spPr bwMode="auto">
          <a:xfrm rot="8577572">
            <a:off x="11479273" y="546141"/>
            <a:ext cx="1151816" cy="967694"/>
          </a:xfrm>
          <a:custGeom>
            <a:avLst/>
            <a:gdLst>
              <a:gd name="connsiteX0" fmla="*/ 0 w 1151816"/>
              <a:gd name="connsiteY0" fmla="*/ 967694 h 967694"/>
              <a:gd name="connsiteX1" fmla="*/ 730282 w 1151816"/>
              <a:gd name="connsiteY1" fmla="*/ 0 h 967694"/>
              <a:gd name="connsiteX2" fmla="*/ 763234 w 1151816"/>
              <a:gd name="connsiteY2" fmla="*/ 30926 h 967694"/>
              <a:gd name="connsiteX3" fmla="*/ 1099335 w 1151816"/>
              <a:gd name="connsiteY3" fmla="*/ 415702 h 967694"/>
              <a:gd name="connsiteX4" fmla="*/ 922766 w 1151816"/>
              <a:gd name="connsiteY4" fmla="*/ 859894 h 967694"/>
              <a:gd name="connsiteX5" fmla="*/ 64712 w 1151816"/>
              <a:gd name="connsiteY5" fmla="*/ 967064 h 967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1816" h="967694">
                <a:moveTo>
                  <a:pt x="0" y="967694"/>
                </a:moveTo>
                <a:lnTo>
                  <a:pt x="730282" y="0"/>
                </a:lnTo>
                <a:lnTo>
                  <a:pt x="763234" y="30926"/>
                </a:lnTo>
                <a:cubicBezTo>
                  <a:pt x="895919" y="160395"/>
                  <a:pt x="1020860" y="302059"/>
                  <a:pt x="1099335" y="415702"/>
                </a:cubicBezTo>
                <a:cubicBezTo>
                  <a:pt x="1218080" y="586944"/>
                  <a:pt x="1125149" y="817343"/>
                  <a:pt x="922766" y="859894"/>
                </a:cubicBezTo>
                <a:cubicBezTo>
                  <a:pt x="587568" y="929817"/>
                  <a:pt x="265811" y="961601"/>
                  <a:pt x="64712" y="967064"/>
                </a:cubicBezTo>
                <a:close/>
              </a:path>
            </a:pathLst>
          </a:custGeom>
          <a:gradFill>
            <a:gsLst>
              <a:gs pos="0">
                <a:srgbClr val="B0D901"/>
              </a:gs>
              <a:gs pos="100000">
                <a:srgbClr val="398ACB"/>
              </a:gs>
            </a:gsLst>
            <a:lin ang="0" scaled="1"/>
          </a:gradFill>
          <a:ln w="9525" cap="flat">
            <a:noFill/>
            <a:prstDash val="solid"/>
            <a:miter lim="800000"/>
            <a:headEnd/>
            <a:tailEnd/>
          </a:ln>
        </p:spPr>
        <p:txBody>
          <a:bodyPr vert="horz" wrap="square" lIns="91440" tIns="45720" rIns="91440" bIns="45720" numCol="1" anchor="t" anchorCtr="0" compatLnSpc="1">
            <a:prstTxWarp prst="textNoShape">
              <a:avLst/>
            </a:prstTxWarp>
            <a:noAutofit/>
          </a:bodyPr>
          <a:lstStyle/>
          <a:p>
            <a:endParaRPr lang="ru-RU"/>
          </a:p>
        </p:txBody>
      </p:sp>
      <p:sp>
        <p:nvSpPr>
          <p:cNvPr id="29" name="Полилиния: фигура 28">
            <a:extLst>
              <a:ext uri="{FF2B5EF4-FFF2-40B4-BE49-F238E27FC236}">
                <a16:creationId xmlns:a16="http://schemas.microsoft.com/office/drawing/2014/main" id="{28240FCA-FBAE-48EF-9096-93BF98D7DCF4}"/>
              </a:ext>
            </a:extLst>
          </p:cNvPr>
          <p:cNvSpPr>
            <a:spLocks/>
          </p:cNvSpPr>
          <p:nvPr userDrawn="1"/>
        </p:nvSpPr>
        <p:spPr bwMode="auto">
          <a:xfrm rot="12148300">
            <a:off x="10957805" y="-230629"/>
            <a:ext cx="1175267" cy="740171"/>
          </a:xfrm>
          <a:custGeom>
            <a:avLst/>
            <a:gdLst>
              <a:gd name="connsiteX0" fmla="*/ 1175267 w 1175267"/>
              <a:gd name="connsiteY0" fmla="*/ 277935 h 740171"/>
              <a:gd name="connsiteX1" fmla="*/ 57768 w 1175267"/>
              <a:gd name="connsiteY1" fmla="*/ 740171 h 740171"/>
              <a:gd name="connsiteX2" fmla="*/ 13310 w 1175267"/>
              <a:gd name="connsiteY2" fmla="*/ 692603 h 740171"/>
              <a:gd name="connsiteX3" fmla="*/ 3614 w 1175267"/>
              <a:gd name="connsiteY3" fmla="*/ 608356 h 740171"/>
              <a:gd name="connsiteX4" fmla="*/ 300993 w 1175267"/>
              <a:gd name="connsiteY4" fmla="*/ 101578 h 740171"/>
              <a:gd name="connsiteX5" fmla="*/ 730541 w 1175267"/>
              <a:gd name="connsiteY5" fmla="*/ 39135 h 740171"/>
              <a:gd name="connsiteX6" fmla="*/ 1113107 w 1175267"/>
              <a:gd name="connsiteY6" fmla="*/ 236489 h 740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5267" h="740171">
                <a:moveTo>
                  <a:pt x="1175267" y="277935"/>
                </a:moveTo>
                <a:lnTo>
                  <a:pt x="57768" y="740171"/>
                </a:lnTo>
                <a:lnTo>
                  <a:pt x="13310" y="692603"/>
                </a:lnTo>
                <a:cubicBezTo>
                  <a:pt x="194" y="666444"/>
                  <a:pt x="-3614" y="637934"/>
                  <a:pt x="3614" y="608356"/>
                </a:cubicBezTo>
                <a:cubicBezTo>
                  <a:pt x="51112" y="421025"/>
                  <a:pt x="193606" y="216605"/>
                  <a:pt x="300993" y="101578"/>
                </a:cubicBezTo>
                <a:cubicBezTo>
                  <a:pt x="404250" y="-8848"/>
                  <a:pt x="548809" y="-28567"/>
                  <a:pt x="730541" y="39135"/>
                </a:cubicBezTo>
                <a:cubicBezTo>
                  <a:pt x="839994" y="80216"/>
                  <a:pt x="980422" y="154491"/>
                  <a:pt x="1113107" y="236489"/>
                </a:cubicBezTo>
                <a:close/>
              </a:path>
            </a:pathLst>
          </a:custGeom>
          <a:gradFill>
            <a:gsLst>
              <a:gs pos="0">
                <a:srgbClr val="B0D901"/>
              </a:gs>
              <a:gs pos="70000">
                <a:srgbClr val="73B5D7"/>
              </a:gs>
            </a:gsLst>
            <a:lin ang="0" scaled="1"/>
          </a:gradFill>
          <a:ln w="9525" cap="flat">
            <a:noFill/>
            <a:prstDash val="solid"/>
            <a:miter lim="800000"/>
            <a:headEnd/>
            <a:tailEnd/>
          </a:ln>
        </p:spPr>
        <p:txBody>
          <a:bodyPr vert="horz" wrap="square" lIns="91440" tIns="45720" rIns="91440" bIns="45720" numCol="1" anchor="t" anchorCtr="0" compatLnSpc="1">
            <a:prstTxWarp prst="textNoShape">
              <a:avLst/>
            </a:prstTxWarp>
            <a:noAutofit/>
          </a:bodyPr>
          <a:lstStyle/>
          <a:p>
            <a:endParaRPr lang="ru-RU"/>
          </a:p>
        </p:txBody>
      </p:sp>
      <p:sp>
        <p:nvSpPr>
          <p:cNvPr id="6" name="Номер слайда 5">
            <a:extLst>
              <a:ext uri="{FF2B5EF4-FFF2-40B4-BE49-F238E27FC236}">
                <a16:creationId xmlns:a16="http://schemas.microsoft.com/office/drawing/2014/main" id="{52812879-4A0B-421F-A730-4384137DAF06}"/>
              </a:ext>
            </a:extLst>
          </p:cNvPr>
          <p:cNvSpPr>
            <a:spLocks noGrp="1"/>
          </p:cNvSpPr>
          <p:nvPr>
            <p:ph type="sldNum" sz="quarter" idx="12"/>
          </p:nvPr>
        </p:nvSpPr>
        <p:spPr>
          <a:xfrm>
            <a:off x="88202" y="6334919"/>
            <a:ext cx="807741" cy="365125"/>
          </a:xfrm>
        </p:spPr>
        <p:txBody>
          <a:bodyPr/>
          <a:lstStyle>
            <a:lvl1pPr algn="l">
              <a:defRPr/>
            </a:lvl1pPr>
          </a:lstStyle>
          <a:p>
            <a:fld id="{E05DA353-F16A-46E9-BF3A-5C7883ED105A}" type="slidenum">
              <a:rPr lang="ru-RU" smtClean="0"/>
              <a:pPr/>
              <a:t>‹#›</a:t>
            </a:fld>
            <a:endParaRPr lang="ru-RU" dirty="0"/>
          </a:p>
        </p:txBody>
      </p:sp>
      <p:sp>
        <p:nvSpPr>
          <p:cNvPr id="28" name="Рисунок 27">
            <a:extLst>
              <a:ext uri="{FF2B5EF4-FFF2-40B4-BE49-F238E27FC236}">
                <a16:creationId xmlns:a16="http://schemas.microsoft.com/office/drawing/2014/main" id="{498123F7-DA78-4230-9BC5-1959ABA9C875}"/>
              </a:ext>
            </a:extLst>
          </p:cNvPr>
          <p:cNvSpPr>
            <a:spLocks noGrp="1"/>
          </p:cNvSpPr>
          <p:nvPr>
            <p:ph type="pic" sz="quarter" idx="13"/>
          </p:nvPr>
        </p:nvSpPr>
        <p:spPr>
          <a:xfrm>
            <a:off x="6818612" y="2857146"/>
            <a:ext cx="4448417" cy="3210859"/>
          </a:xfrm>
          <a:custGeom>
            <a:avLst/>
            <a:gdLst>
              <a:gd name="connsiteX0" fmla="*/ 2334530 w 5313129"/>
              <a:gd name="connsiteY0" fmla="*/ 952 h 3835006"/>
              <a:gd name="connsiteX1" fmla="*/ 3193135 w 5313129"/>
              <a:gd name="connsiteY1" fmla="*/ 52223 h 3835006"/>
              <a:gd name="connsiteX2" fmla="*/ 5308816 w 5313129"/>
              <a:gd name="connsiteY2" fmla="*/ 1506499 h 3835006"/>
              <a:gd name="connsiteX3" fmla="*/ 3538747 w 5313129"/>
              <a:gd name="connsiteY3" fmla="*/ 3520529 h 3835006"/>
              <a:gd name="connsiteX4" fmla="*/ 250702 w 5313129"/>
              <a:gd name="connsiteY4" fmla="*/ 2943156 h 3835006"/>
              <a:gd name="connsiteX5" fmla="*/ 2334530 w 5313129"/>
              <a:gd name="connsiteY5" fmla="*/ 952 h 3835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13129" h="3835006">
                <a:moveTo>
                  <a:pt x="2334530" y="952"/>
                </a:moveTo>
                <a:cubicBezTo>
                  <a:pt x="2594142" y="-4244"/>
                  <a:pt x="2879672" y="11690"/>
                  <a:pt x="3193135" y="52223"/>
                </a:cubicBezTo>
                <a:cubicBezTo>
                  <a:pt x="4963204" y="281275"/>
                  <a:pt x="5276288" y="1098542"/>
                  <a:pt x="5308816" y="1506499"/>
                </a:cubicBezTo>
                <a:cubicBezTo>
                  <a:pt x="5341344" y="1914455"/>
                  <a:pt x="5230206" y="2850993"/>
                  <a:pt x="3538747" y="3520529"/>
                </a:cubicBezTo>
                <a:cubicBezTo>
                  <a:pt x="1847287" y="4190065"/>
                  <a:pt x="695252" y="3692656"/>
                  <a:pt x="250702" y="2943156"/>
                </a:cubicBezTo>
                <a:cubicBezTo>
                  <a:pt x="-262716" y="2075994"/>
                  <a:pt x="-175048" y="51186"/>
                  <a:pt x="2334530" y="952"/>
                </a:cubicBezTo>
                <a:close/>
              </a:path>
            </a:pathLst>
          </a:custGeom>
          <a:solidFill>
            <a:srgbClr val="BDDFEB"/>
          </a:solidFill>
        </p:spPr>
        <p:txBody>
          <a:bodyPr wrap="square">
            <a:noAutofit/>
          </a:bodyPr>
          <a:lstStyle/>
          <a:p>
            <a:endParaRPr lang="ru-RU" dirty="0"/>
          </a:p>
        </p:txBody>
      </p:sp>
    </p:spTree>
    <p:extLst>
      <p:ext uri="{BB962C8B-B14F-4D97-AF65-F5344CB8AC3E}">
        <p14:creationId xmlns:p14="http://schemas.microsoft.com/office/powerpoint/2010/main" val="3600494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Сравнение">
    <p:spTree>
      <p:nvGrpSpPr>
        <p:cNvPr id="1" name=""/>
        <p:cNvGrpSpPr/>
        <p:nvPr/>
      </p:nvGrpSpPr>
      <p:grpSpPr>
        <a:xfrm>
          <a:off x="0" y="0"/>
          <a:ext cx="0" cy="0"/>
          <a:chOff x="0" y="0"/>
          <a:chExt cx="0" cy="0"/>
        </a:xfrm>
      </p:grpSpPr>
      <p:sp>
        <p:nvSpPr>
          <p:cNvPr id="10" name="Полилиния: фигура 9">
            <a:extLst>
              <a:ext uri="{FF2B5EF4-FFF2-40B4-BE49-F238E27FC236}">
                <a16:creationId xmlns:a16="http://schemas.microsoft.com/office/drawing/2014/main" id="{F519098C-1D8F-410A-8DE0-C4E55CFCCB80}"/>
              </a:ext>
            </a:extLst>
          </p:cNvPr>
          <p:cNvSpPr/>
          <p:nvPr userDrawn="1"/>
        </p:nvSpPr>
        <p:spPr>
          <a:xfrm flipH="1" flipV="1">
            <a:off x="10166464" y="-2"/>
            <a:ext cx="2062186" cy="960184"/>
          </a:xfrm>
          <a:custGeom>
            <a:avLst/>
            <a:gdLst>
              <a:gd name="connsiteX0" fmla="*/ 1573352 w 4492234"/>
              <a:gd name="connsiteY0" fmla="*/ 1156 h 1442145"/>
              <a:gd name="connsiteX1" fmla="*/ 4488913 w 4492234"/>
              <a:gd name="connsiteY1" fmla="*/ 1393672 h 1442145"/>
              <a:gd name="connsiteX2" fmla="*/ 4492234 w 4492234"/>
              <a:gd name="connsiteY2" fmla="*/ 1442145 h 1442145"/>
              <a:gd name="connsiteX3" fmla="*/ 0 w 4492234"/>
              <a:gd name="connsiteY3" fmla="*/ 1442145 h 1442145"/>
              <a:gd name="connsiteX4" fmla="*/ 0 w 4492234"/>
              <a:gd name="connsiteY4" fmla="*/ 139377 h 1442145"/>
              <a:gd name="connsiteX5" fmla="*/ 254017 w 4492234"/>
              <a:gd name="connsiteY5" fmla="*/ 101642 h 1442145"/>
              <a:gd name="connsiteX6" fmla="*/ 1189986 w 4492234"/>
              <a:gd name="connsiteY6" fmla="*/ 15161 h 1442145"/>
              <a:gd name="connsiteX7" fmla="*/ 1573352 w 4492234"/>
              <a:gd name="connsiteY7" fmla="*/ 1156 h 1442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92234" h="1442145">
                <a:moveTo>
                  <a:pt x="1573352" y="1156"/>
                </a:moveTo>
                <a:cubicBezTo>
                  <a:pt x="3313092" y="-27080"/>
                  <a:pt x="4357404" y="462522"/>
                  <a:pt x="4488913" y="1393672"/>
                </a:cubicBezTo>
                <a:lnTo>
                  <a:pt x="4492234" y="1442145"/>
                </a:lnTo>
                <a:lnTo>
                  <a:pt x="0" y="1442145"/>
                </a:lnTo>
                <a:lnTo>
                  <a:pt x="0" y="139377"/>
                </a:lnTo>
                <a:lnTo>
                  <a:pt x="254017" y="101642"/>
                </a:lnTo>
                <a:cubicBezTo>
                  <a:pt x="555703" y="61452"/>
                  <a:pt x="869981" y="33025"/>
                  <a:pt x="1189986" y="15161"/>
                </a:cubicBezTo>
                <a:cubicBezTo>
                  <a:pt x="1321270" y="7832"/>
                  <a:pt x="1449085" y="3173"/>
                  <a:pt x="1573352" y="1156"/>
                </a:cubicBezTo>
                <a:close/>
              </a:path>
            </a:pathLst>
          </a:custGeom>
          <a:solidFill>
            <a:srgbClr val="BDDFEB">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1" name="Полилиния: фигура 10">
            <a:extLst>
              <a:ext uri="{FF2B5EF4-FFF2-40B4-BE49-F238E27FC236}">
                <a16:creationId xmlns:a16="http://schemas.microsoft.com/office/drawing/2014/main" id="{933ECDC1-506B-4DB5-A533-B75154608A60}"/>
              </a:ext>
            </a:extLst>
          </p:cNvPr>
          <p:cNvSpPr/>
          <p:nvPr userDrawn="1"/>
        </p:nvSpPr>
        <p:spPr>
          <a:xfrm>
            <a:off x="-1730" y="5818909"/>
            <a:ext cx="3734145" cy="1039091"/>
          </a:xfrm>
          <a:custGeom>
            <a:avLst/>
            <a:gdLst>
              <a:gd name="connsiteX0" fmla="*/ 1573352 w 4492234"/>
              <a:gd name="connsiteY0" fmla="*/ 1156 h 1442145"/>
              <a:gd name="connsiteX1" fmla="*/ 4488913 w 4492234"/>
              <a:gd name="connsiteY1" fmla="*/ 1393672 h 1442145"/>
              <a:gd name="connsiteX2" fmla="*/ 4492234 w 4492234"/>
              <a:gd name="connsiteY2" fmla="*/ 1442145 h 1442145"/>
              <a:gd name="connsiteX3" fmla="*/ 0 w 4492234"/>
              <a:gd name="connsiteY3" fmla="*/ 1442145 h 1442145"/>
              <a:gd name="connsiteX4" fmla="*/ 0 w 4492234"/>
              <a:gd name="connsiteY4" fmla="*/ 139377 h 1442145"/>
              <a:gd name="connsiteX5" fmla="*/ 254017 w 4492234"/>
              <a:gd name="connsiteY5" fmla="*/ 101642 h 1442145"/>
              <a:gd name="connsiteX6" fmla="*/ 1189986 w 4492234"/>
              <a:gd name="connsiteY6" fmla="*/ 15161 h 1442145"/>
              <a:gd name="connsiteX7" fmla="*/ 1573352 w 4492234"/>
              <a:gd name="connsiteY7" fmla="*/ 1156 h 1442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92234" h="1442145">
                <a:moveTo>
                  <a:pt x="1573352" y="1156"/>
                </a:moveTo>
                <a:cubicBezTo>
                  <a:pt x="3313092" y="-27080"/>
                  <a:pt x="4357404" y="462522"/>
                  <a:pt x="4488913" y="1393672"/>
                </a:cubicBezTo>
                <a:lnTo>
                  <a:pt x="4492234" y="1442145"/>
                </a:lnTo>
                <a:lnTo>
                  <a:pt x="0" y="1442145"/>
                </a:lnTo>
                <a:lnTo>
                  <a:pt x="0" y="139377"/>
                </a:lnTo>
                <a:lnTo>
                  <a:pt x="254017" y="101642"/>
                </a:lnTo>
                <a:cubicBezTo>
                  <a:pt x="555703" y="61452"/>
                  <a:pt x="869981" y="33025"/>
                  <a:pt x="1189986" y="15161"/>
                </a:cubicBezTo>
                <a:cubicBezTo>
                  <a:pt x="1321270" y="7832"/>
                  <a:pt x="1449085" y="3173"/>
                  <a:pt x="1573352" y="1156"/>
                </a:cubicBezTo>
                <a:close/>
              </a:path>
            </a:pathLst>
          </a:custGeom>
          <a:solidFill>
            <a:srgbClr val="BDDFEB">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2" name="Полилиния: фигура 11">
            <a:extLst>
              <a:ext uri="{FF2B5EF4-FFF2-40B4-BE49-F238E27FC236}">
                <a16:creationId xmlns:a16="http://schemas.microsoft.com/office/drawing/2014/main" id="{55A6FE03-D351-4480-8C0B-3E8C014239AE}"/>
              </a:ext>
            </a:extLst>
          </p:cNvPr>
          <p:cNvSpPr/>
          <p:nvPr userDrawn="1"/>
        </p:nvSpPr>
        <p:spPr>
          <a:xfrm rot="19883963">
            <a:off x="-494636" y="5095599"/>
            <a:ext cx="1333758" cy="1671500"/>
          </a:xfrm>
          <a:custGeom>
            <a:avLst/>
            <a:gdLst>
              <a:gd name="connsiteX0" fmla="*/ 1653557 w 2179316"/>
              <a:gd name="connsiteY0" fmla="*/ 88090 h 2731176"/>
              <a:gd name="connsiteX1" fmla="*/ 2179316 w 2179316"/>
              <a:gd name="connsiteY1" fmla="*/ 995019 h 2731176"/>
              <a:gd name="connsiteX2" fmla="*/ 152408 w 2179316"/>
              <a:gd name="connsiteY2" fmla="*/ 2702427 h 2731176"/>
              <a:gd name="connsiteX3" fmla="*/ 0 w 2179316"/>
              <a:gd name="connsiteY3" fmla="*/ 2731176 h 2731176"/>
              <a:gd name="connsiteX4" fmla="*/ 1489124 w 2179316"/>
              <a:gd name="connsiteY4" fmla="*/ 0 h 2731176"/>
              <a:gd name="connsiteX5" fmla="*/ 1496595 w 2179316"/>
              <a:gd name="connsiteY5" fmla="*/ 3112 h 2731176"/>
              <a:gd name="connsiteX6" fmla="*/ 1653557 w 2179316"/>
              <a:gd name="connsiteY6" fmla="*/ 88090 h 2731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79316" h="2731176">
                <a:moveTo>
                  <a:pt x="1653557" y="88090"/>
                </a:moveTo>
                <a:cubicBezTo>
                  <a:pt x="1996946" y="299732"/>
                  <a:pt x="2179316" y="604539"/>
                  <a:pt x="2179316" y="995019"/>
                </a:cubicBezTo>
                <a:cubicBezTo>
                  <a:pt x="2179316" y="1775976"/>
                  <a:pt x="1287285" y="2454044"/>
                  <a:pt x="152408" y="2702427"/>
                </a:cubicBezTo>
                <a:lnTo>
                  <a:pt x="0" y="2731176"/>
                </a:lnTo>
                <a:lnTo>
                  <a:pt x="1489124" y="0"/>
                </a:lnTo>
                <a:lnTo>
                  <a:pt x="1496595" y="3112"/>
                </a:lnTo>
                <a:cubicBezTo>
                  <a:pt x="1552160" y="29522"/>
                  <a:pt x="1604502" y="57855"/>
                  <a:pt x="1653557" y="88090"/>
                </a:cubicBezTo>
                <a:close/>
              </a:path>
            </a:pathLst>
          </a:custGeom>
          <a:solidFill>
            <a:srgbClr val="BDDFEB">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3" name="Полилиния: фигура 12">
            <a:extLst>
              <a:ext uri="{FF2B5EF4-FFF2-40B4-BE49-F238E27FC236}">
                <a16:creationId xmlns:a16="http://schemas.microsoft.com/office/drawing/2014/main" id="{AE364247-1447-4A8C-AFD7-2F81D1395CB3}"/>
              </a:ext>
            </a:extLst>
          </p:cNvPr>
          <p:cNvSpPr>
            <a:spLocks/>
          </p:cNvSpPr>
          <p:nvPr userDrawn="1"/>
        </p:nvSpPr>
        <p:spPr bwMode="auto">
          <a:xfrm rot="8577572">
            <a:off x="11447855" y="557825"/>
            <a:ext cx="1151816" cy="967694"/>
          </a:xfrm>
          <a:custGeom>
            <a:avLst/>
            <a:gdLst>
              <a:gd name="connsiteX0" fmla="*/ 0 w 1151816"/>
              <a:gd name="connsiteY0" fmla="*/ 967694 h 967694"/>
              <a:gd name="connsiteX1" fmla="*/ 730282 w 1151816"/>
              <a:gd name="connsiteY1" fmla="*/ 0 h 967694"/>
              <a:gd name="connsiteX2" fmla="*/ 763234 w 1151816"/>
              <a:gd name="connsiteY2" fmla="*/ 30926 h 967694"/>
              <a:gd name="connsiteX3" fmla="*/ 1099335 w 1151816"/>
              <a:gd name="connsiteY3" fmla="*/ 415702 h 967694"/>
              <a:gd name="connsiteX4" fmla="*/ 922766 w 1151816"/>
              <a:gd name="connsiteY4" fmla="*/ 859894 h 967694"/>
              <a:gd name="connsiteX5" fmla="*/ 64712 w 1151816"/>
              <a:gd name="connsiteY5" fmla="*/ 967064 h 967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1816" h="967694">
                <a:moveTo>
                  <a:pt x="0" y="967694"/>
                </a:moveTo>
                <a:lnTo>
                  <a:pt x="730282" y="0"/>
                </a:lnTo>
                <a:lnTo>
                  <a:pt x="763234" y="30926"/>
                </a:lnTo>
                <a:cubicBezTo>
                  <a:pt x="895919" y="160395"/>
                  <a:pt x="1020860" y="302059"/>
                  <a:pt x="1099335" y="415702"/>
                </a:cubicBezTo>
                <a:cubicBezTo>
                  <a:pt x="1218080" y="586944"/>
                  <a:pt x="1125149" y="817343"/>
                  <a:pt x="922766" y="859894"/>
                </a:cubicBezTo>
                <a:cubicBezTo>
                  <a:pt x="587568" y="929817"/>
                  <a:pt x="265811" y="961601"/>
                  <a:pt x="64712" y="967064"/>
                </a:cubicBezTo>
                <a:close/>
              </a:path>
            </a:pathLst>
          </a:custGeom>
          <a:gradFill>
            <a:gsLst>
              <a:gs pos="0">
                <a:srgbClr val="B0D901"/>
              </a:gs>
              <a:gs pos="100000">
                <a:srgbClr val="398ACB"/>
              </a:gs>
            </a:gsLst>
            <a:lin ang="0" scaled="1"/>
          </a:gradFill>
          <a:ln w="9525" cap="flat">
            <a:noFill/>
            <a:prstDash val="solid"/>
            <a:miter lim="800000"/>
            <a:headEnd/>
            <a:tailEnd/>
          </a:ln>
        </p:spPr>
        <p:txBody>
          <a:bodyPr vert="horz" wrap="square" lIns="91440" tIns="45720" rIns="91440" bIns="45720" numCol="1" anchor="t" anchorCtr="0" compatLnSpc="1">
            <a:prstTxWarp prst="textNoShape">
              <a:avLst/>
            </a:prstTxWarp>
            <a:noAutofit/>
          </a:bodyPr>
          <a:lstStyle/>
          <a:p>
            <a:endParaRPr lang="ru-RU"/>
          </a:p>
        </p:txBody>
      </p:sp>
      <p:sp>
        <p:nvSpPr>
          <p:cNvPr id="14" name="Полилиния: фигура 13">
            <a:extLst>
              <a:ext uri="{FF2B5EF4-FFF2-40B4-BE49-F238E27FC236}">
                <a16:creationId xmlns:a16="http://schemas.microsoft.com/office/drawing/2014/main" id="{6D003CC3-599C-4B2A-A31D-0023379A8150}"/>
              </a:ext>
            </a:extLst>
          </p:cNvPr>
          <p:cNvSpPr>
            <a:spLocks/>
          </p:cNvSpPr>
          <p:nvPr userDrawn="1"/>
        </p:nvSpPr>
        <p:spPr bwMode="auto">
          <a:xfrm rot="12148300">
            <a:off x="10957805" y="-230629"/>
            <a:ext cx="1175267" cy="740171"/>
          </a:xfrm>
          <a:custGeom>
            <a:avLst/>
            <a:gdLst>
              <a:gd name="connsiteX0" fmla="*/ 1175267 w 1175267"/>
              <a:gd name="connsiteY0" fmla="*/ 277935 h 740171"/>
              <a:gd name="connsiteX1" fmla="*/ 57768 w 1175267"/>
              <a:gd name="connsiteY1" fmla="*/ 740171 h 740171"/>
              <a:gd name="connsiteX2" fmla="*/ 13310 w 1175267"/>
              <a:gd name="connsiteY2" fmla="*/ 692603 h 740171"/>
              <a:gd name="connsiteX3" fmla="*/ 3614 w 1175267"/>
              <a:gd name="connsiteY3" fmla="*/ 608356 h 740171"/>
              <a:gd name="connsiteX4" fmla="*/ 300993 w 1175267"/>
              <a:gd name="connsiteY4" fmla="*/ 101578 h 740171"/>
              <a:gd name="connsiteX5" fmla="*/ 730541 w 1175267"/>
              <a:gd name="connsiteY5" fmla="*/ 39135 h 740171"/>
              <a:gd name="connsiteX6" fmla="*/ 1113107 w 1175267"/>
              <a:gd name="connsiteY6" fmla="*/ 236489 h 740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5267" h="740171">
                <a:moveTo>
                  <a:pt x="1175267" y="277935"/>
                </a:moveTo>
                <a:lnTo>
                  <a:pt x="57768" y="740171"/>
                </a:lnTo>
                <a:lnTo>
                  <a:pt x="13310" y="692603"/>
                </a:lnTo>
                <a:cubicBezTo>
                  <a:pt x="194" y="666444"/>
                  <a:pt x="-3614" y="637934"/>
                  <a:pt x="3614" y="608356"/>
                </a:cubicBezTo>
                <a:cubicBezTo>
                  <a:pt x="51112" y="421025"/>
                  <a:pt x="193606" y="216605"/>
                  <a:pt x="300993" y="101578"/>
                </a:cubicBezTo>
                <a:cubicBezTo>
                  <a:pt x="404250" y="-8848"/>
                  <a:pt x="548809" y="-28567"/>
                  <a:pt x="730541" y="39135"/>
                </a:cubicBezTo>
                <a:cubicBezTo>
                  <a:pt x="839994" y="80216"/>
                  <a:pt x="980422" y="154491"/>
                  <a:pt x="1113107" y="236489"/>
                </a:cubicBezTo>
                <a:close/>
              </a:path>
            </a:pathLst>
          </a:custGeom>
          <a:gradFill>
            <a:gsLst>
              <a:gs pos="0">
                <a:srgbClr val="B0D901"/>
              </a:gs>
              <a:gs pos="70000">
                <a:srgbClr val="73B5D7"/>
              </a:gs>
            </a:gsLst>
            <a:lin ang="0" scaled="1"/>
          </a:gradFill>
          <a:ln w="9525" cap="flat">
            <a:noFill/>
            <a:prstDash val="solid"/>
            <a:miter lim="800000"/>
            <a:headEnd/>
            <a:tailEnd/>
          </a:ln>
        </p:spPr>
        <p:txBody>
          <a:bodyPr vert="horz" wrap="square" lIns="91440" tIns="45720" rIns="91440" bIns="45720" numCol="1" anchor="t" anchorCtr="0" compatLnSpc="1">
            <a:prstTxWarp prst="textNoShape">
              <a:avLst/>
            </a:prstTxWarp>
            <a:noAutofit/>
          </a:bodyPr>
          <a:lstStyle/>
          <a:p>
            <a:endParaRPr lang="ru-RU"/>
          </a:p>
        </p:txBody>
      </p:sp>
      <p:sp>
        <p:nvSpPr>
          <p:cNvPr id="3" name="Текст 2">
            <a:extLst>
              <a:ext uri="{FF2B5EF4-FFF2-40B4-BE49-F238E27FC236}">
                <a16:creationId xmlns:a16="http://schemas.microsoft.com/office/drawing/2014/main" id="{A53CDF69-9E9F-4CA4-BD30-BAD8F3C479F4}"/>
              </a:ext>
            </a:extLst>
          </p:cNvPr>
          <p:cNvSpPr>
            <a:spLocks noGrp="1"/>
          </p:cNvSpPr>
          <p:nvPr>
            <p:ph type="body" idx="1"/>
          </p:nvPr>
        </p:nvSpPr>
        <p:spPr>
          <a:xfrm>
            <a:off x="911225" y="510246"/>
            <a:ext cx="5157787" cy="823912"/>
          </a:xfrm>
        </p:spPr>
        <p:txBody>
          <a:bodyPr anchor="b">
            <a:normAutofit/>
          </a:bodyPr>
          <a:lstStyle>
            <a:lvl1pPr marL="0" indent="0">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dirty="0"/>
              <a:t>Образец текста</a:t>
            </a:r>
          </a:p>
        </p:txBody>
      </p:sp>
      <p:sp>
        <p:nvSpPr>
          <p:cNvPr id="4" name="Объект 3">
            <a:extLst>
              <a:ext uri="{FF2B5EF4-FFF2-40B4-BE49-F238E27FC236}">
                <a16:creationId xmlns:a16="http://schemas.microsoft.com/office/drawing/2014/main" id="{079832C3-14E0-4AF8-B61C-0BBCEF3AAAE0}"/>
              </a:ext>
            </a:extLst>
          </p:cNvPr>
          <p:cNvSpPr>
            <a:spLocks noGrp="1"/>
          </p:cNvSpPr>
          <p:nvPr>
            <p:ph sz="half" idx="2"/>
          </p:nvPr>
        </p:nvSpPr>
        <p:spPr>
          <a:xfrm>
            <a:off x="911225" y="1586706"/>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7183873C-ECFE-421A-9AB9-4663978AB0FF}"/>
              </a:ext>
            </a:extLst>
          </p:cNvPr>
          <p:cNvSpPr>
            <a:spLocks noGrp="1"/>
          </p:cNvSpPr>
          <p:nvPr>
            <p:ph type="body" sz="quarter" idx="3"/>
          </p:nvPr>
        </p:nvSpPr>
        <p:spPr>
          <a:xfrm>
            <a:off x="6243637" y="510246"/>
            <a:ext cx="5183188" cy="823912"/>
          </a:xfrm>
        </p:spPr>
        <p:txBody>
          <a:bodyPr anchor="b">
            <a:normAutofit/>
          </a:bodyPr>
          <a:lstStyle>
            <a:lvl1pPr marL="0" indent="0">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dirty="0"/>
              <a:t>Образец текста</a:t>
            </a:r>
          </a:p>
        </p:txBody>
      </p:sp>
      <p:sp>
        <p:nvSpPr>
          <p:cNvPr id="6" name="Объект 5">
            <a:extLst>
              <a:ext uri="{FF2B5EF4-FFF2-40B4-BE49-F238E27FC236}">
                <a16:creationId xmlns:a16="http://schemas.microsoft.com/office/drawing/2014/main" id="{4AE5FF87-8F7D-4E74-95BD-76A4B01CC799}"/>
              </a:ext>
            </a:extLst>
          </p:cNvPr>
          <p:cNvSpPr>
            <a:spLocks noGrp="1"/>
          </p:cNvSpPr>
          <p:nvPr>
            <p:ph sz="quarter" idx="4"/>
          </p:nvPr>
        </p:nvSpPr>
        <p:spPr>
          <a:xfrm>
            <a:off x="6243637" y="1586706"/>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9" name="Номер слайда 8">
            <a:extLst>
              <a:ext uri="{FF2B5EF4-FFF2-40B4-BE49-F238E27FC236}">
                <a16:creationId xmlns:a16="http://schemas.microsoft.com/office/drawing/2014/main" id="{49C6E9D8-1CF2-4076-95AB-3463CEF9BB02}"/>
              </a:ext>
            </a:extLst>
          </p:cNvPr>
          <p:cNvSpPr>
            <a:spLocks noGrp="1"/>
          </p:cNvSpPr>
          <p:nvPr>
            <p:ph type="sldNum" sz="quarter" idx="12"/>
          </p:nvPr>
        </p:nvSpPr>
        <p:spPr/>
        <p:txBody>
          <a:bodyPr/>
          <a:lstStyle/>
          <a:p>
            <a:fld id="{E05DA353-F16A-46E9-BF3A-5C7883ED105A}" type="slidenum">
              <a:rPr lang="ru-RU" smtClean="0"/>
              <a:t>‹#›</a:t>
            </a:fld>
            <a:endParaRPr lang="ru-RU"/>
          </a:p>
        </p:txBody>
      </p:sp>
    </p:spTree>
    <p:extLst>
      <p:ext uri="{BB962C8B-B14F-4D97-AF65-F5344CB8AC3E}">
        <p14:creationId xmlns:p14="http://schemas.microsoft.com/office/powerpoint/2010/main" val="3349409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Рисунок с подписью">
    <p:spTree>
      <p:nvGrpSpPr>
        <p:cNvPr id="1" name=""/>
        <p:cNvGrpSpPr/>
        <p:nvPr/>
      </p:nvGrpSpPr>
      <p:grpSpPr>
        <a:xfrm>
          <a:off x="0" y="0"/>
          <a:ext cx="0" cy="0"/>
          <a:chOff x="0" y="0"/>
          <a:chExt cx="0" cy="0"/>
        </a:xfrm>
      </p:grpSpPr>
      <p:sp>
        <p:nvSpPr>
          <p:cNvPr id="8" name="Полилиния: фигура 7">
            <a:extLst>
              <a:ext uri="{FF2B5EF4-FFF2-40B4-BE49-F238E27FC236}">
                <a16:creationId xmlns:a16="http://schemas.microsoft.com/office/drawing/2014/main" id="{2AF8A1DB-1F60-45E6-B768-B8A852786D19}"/>
              </a:ext>
            </a:extLst>
          </p:cNvPr>
          <p:cNvSpPr/>
          <p:nvPr userDrawn="1"/>
        </p:nvSpPr>
        <p:spPr>
          <a:xfrm flipH="1" flipV="1">
            <a:off x="10166464" y="-2"/>
            <a:ext cx="2062186" cy="960184"/>
          </a:xfrm>
          <a:custGeom>
            <a:avLst/>
            <a:gdLst>
              <a:gd name="connsiteX0" fmla="*/ 1573352 w 4492234"/>
              <a:gd name="connsiteY0" fmla="*/ 1156 h 1442145"/>
              <a:gd name="connsiteX1" fmla="*/ 4488913 w 4492234"/>
              <a:gd name="connsiteY1" fmla="*/ 1393672 h 1442145"/>
              <a:gd name="connsiteX2" fmla="*/ 4492234 w 4492234"/>
              <a:gd name="connsiteY2" fmla="*/ 1442145 h 1442145"/>
              <a:gd name="connsiteX3" fmla="*/ 0 w 4492234"/>
              <a:gd name="connsiteY3" fmla="*/ 1442145 h 1442145"/>
              <a:gd name="connsiteX4" fmla="*/ 0 w 4492234"/>
              <a:gd name="connsiteY4" fmla="*/ 139377 h 1442145"/>
              <a:gd name="connsiteX5" fmla="*/ 254017 w 4492234"/>
              <a:gd name="connsiteY5" fmla="*/ 101642 h 1442145"/>
              <a:gd name="connsiteX6" fmla="*/ 1189986 w 4492234"/>
              <a:gd name="connsiteY6" fmla="*/ 15161 h 1442145"/>
              <a:gd name="connsiteX7" fmla="*/ 1573352 w 4492234"/>
              <a:gd name="connsiteY7" fmla="*/ 1156 h 1442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92234" h="1442145">
                <a:moveTo>
                  <a:pt x="1573352" y="1156"/>
                </a:moveTo>
                <a:cubicBezTo>
                  <a:pt x="3313092" y="-27080"/>
                  <a:pt x="4357404" y="462522"/>
                  <a:pt x="4488913" y="1393672"/>
                </a:cubicBezTo>
                <a:lnTo>
                  <a:pt x="4492234" y="1442145"/>
                </a:lnTo>
                <a:lnTo>
                  <a:pt x="0" y="1442145"/>
                </a:lnTo>
                <a:lnTo>
                  <a:pt x="0" y="139377"/>
                </a:lnTo>
                <a:lnTo>
                  <a:pt x="254017" y="101642"/>
                </a:lnTo>
                <a:cubicBezTo>
                  <a:pt x="555703" y="61452"/>
                  <a:pt x="869981" y="33025"/>
                  <a:pt x="1189986" y="15161"/>
                </a:cubicBezTo>
                <a:cubicBezTo>
                  <a:pt x="1321270" y="7832"/>
                  <a:pt x="1449085" y="3173"/>
                  <a:pt x="1573352" y="1156"/>
                </a:cubicBezTo>
                <a:close/>
              </a:path>
            </a:pathLst>
          </a:custGeom>
          <a:solidFill>
            <a:srgbClr val="BDDFEB">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9" name="Полилиния: фигура 8">
            <a:extLst>
              <a:ext uri="{FF2B5EF4-FFF2-40B4-BE49-F238E27FC236}">
                <a16:creationId xmlns:a16="http://schemas.microsoft.com/office/drawing/2014/main" id="{E2914E09-D443-477D-A3D1-D46F9DCB191B}"/>
              </a:ext>
            </a:extLst>
          </p:cNvPr>
          <p:cNvSpPr/>
          <p:nvPr userDrawn="1"/>
        </p:nvSpPr>
        <p:spPr>
          <a:xfrm>
            <a:off x="-1730" y="5818909"/>
            <a:ext cx="3734145" cy="1039091"/>
          </a:xfrm>
          <a:custGeom>
            <a:avLst/>
            <a:gdLst>
              <a:gd name="connsiteX0" fmla="*/ 1573352 w 4492234"/>
              <a:gd name="connsiteY0" fmla="*/ 1156 h 1442145"/>
              <a:gd name="connsiteX1" fmla="*/ 4488913 w 4492234"/>
              <a:gd name="connsiteY1" fmla="*/ 1393672 h 1442145"/>
              <a:gd name="connsiteX2" fmla="*/ 4492234 w 4492234"/>
              <a:gd name="connsiteY2" fmla="*/ 1442145 h 1442145"/>
              <a:gd name="connsiteX3" fmla="*/ 0 w 4492234"/>
              <a:gd name="connsiteY3" fmla="*/ 1442145 h 1442145"/>
              <a:gd name="connsiteX4" fmla="*/ 0 w 4492234"/>
              <a:gd name="connsiteY4" fmla="*/ 139377 h 1442145"/>
              <a:gd name="connsiteX5" fmla="*/ 254017 w 4492234"/>
              <a:gd name="connsiteY5" fmla="*/ 101642 h 1442145"/>
              <a:gd name="connsiteX6" fmla="*/ 1189986 w 4492234"/>
              <a:gd name="connsiteY6" fmla="*/ 15161 h 1442145"/>
              <a:gd name="connsiteX7" fmla="*/ 1573352 w 4492234"/>
              <a:gd name="connsiteY7" fmla="*/ 1156 h 1442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92234" h="1442145">
                <a:moveTo>
                  <a:pt x="1573352" y="1156"/>
                </a:moveTo>
                <a:cubicBezTo>
                  <a:pt x="3313092" y="-27080"/>
                  <a:pt x="4357404" y="462522"/>
                  <a:pt x="4488913" y="1393672"/>
                </a:cubicBezTo>
                <a:lnTo>
                  <a:pt x="4492234" y="1442145"/>
                </a:lnTo>
                <a:lnTo>
                  <a:pt x="0" y="1442145"/>
                </a:lnTo>
                <a:lnTo>
                  <a:pt x="0" y="139377"/>
                </a:lnTo>
                <a:lnTo>
                  <a:pt x="254017" y="101642"/>
                </a:lnTo>
                <a:cubicBezTo>
                  <a:pt x="555703" y="61452"/>
                  <a:pt x="869981" y="33025"/>
                  <a:pt x="1189986" y="15161"/>
                </a:cubicBezTo>
                <a:cubicBezTo>
                  <a:pt x="1321270" y="7832"/>
                  <a:pt x="1449085" y="3173"/>
                  <a:pt x="1573352" y="1156"/>
                </a:cubicBezTo>
                <a:close/>
              </a:path>
            </a:pathLst>
          </a:custGeom>
          <a:solidFill>
            <a:srgbClr val="BDDFEB">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0" name="Полилиния: фигура 9">
            <a:extLst>
              <a:ext uri="{FF2B5EF4-FFF2-40B4-BE49-F238E27FC236}">
                <a16:creationId xmlns:a16="http://schemas.microsoft.com/office/drawing/2014/main" id="{7BD8E4EE-45D6-4022-A50E-7DDC33C2C55B}"/>
              </a:ext>
            </a:extLst>
          </p:cNvPr>
          <p:cNvSpPr/>
          <p:nvPr userDrawn="1"/>
        </p:nvSpPr>
        <p:spPr>
          <a:xfrm rot="19883963">
            <a:off x="-494636" y="5095599"/>
            <a:ext cx="1333758" cy="1671500"/>
          </a:xfrm>
          <a:custGeom>
            <a:avLst/>
            <a:gdLst>
              <a:gd name="connsiteX0" fmla="*/ 1653557 w 2179316"/>
              <a:gd name="connsiteY0" fmla="*/ 88090 h 2731176"/>
              <a:gd name="connsiteX1" fmla="*/ 2179316 w 2179316"/>
              <a:gd name="connsiteY1" fmla="*/ 995019 h 2731176"/>
              <a:gd name="connsiteX2" fmla="*/ 152408 w 2179316"/>
              <a:gd name="connsiteY2" fmla="*/ 2702427 h 2731176"/>
              <a:gd name="connsiteX3" fmla="*/ 0 w 2179316"/>
              <a:gd name="connsiteY3" fmla="*/ 2731176 h 2731176"/>
              <a:gd name="connsiteX4" fmla="*/ 1489124 w 2179316"/>
              <a:gd name="connsiteY4" fmla="*/ 0 h 2731176"/>
              <a:gd name="connsiteX5" fmla="*/ 1496595 w 2179316"/>
              <a:gd name="connsiteY5" fmla="*/ 3112 h 2731176"/>
              <a:gd name="connsiteX6" fmla="*/ 1653557 w 2179316"/>
              <a:gd name="connsiteY6" fmla="*/ 88090 h 2731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79316" h="2731176">
                <a:moveTo>
                  <a:pt x="1653557" y="88090"/>
                </a:moveTo>
                <a:cubicBezTo>
                  <a:pt x="1996946" y="299732"/>
                  <a:pt x="2179316" y="604539"/>
                  <a:pt x="2179316" y="995019"/>
                </a:cubicBezTo>
                <a:cubicBezTo>
                  <a:pt x="2179316" y="1775976"/>
                  <a:pt x="1287285" y="2454044"/>
                  <a:pt x="152408" y="2702427"/>
                </a:cubicBezTo>
                <a:lnTo>
                  <a:pt x="0" y="2731176"/>
                </a:lnTo>
                <a:lnTo>
                  <a:pt x="1489124" y="0"/>
                </a:lnTo>
                <a:lnTo>
                  <a:pt x="1496595" y="3112"/>
                </a:lnTo>
                <a:cubicBezTo>
                  <a:pt x="1552160" y="29522"/>
                  <a:pt x="1604502" y="57855"/>
                  <a:pt x="1653557" y="88090"/>
                </a:cubicBezTo>
                <a:close/>
              </a:path>
            </a:pathLst>
          </a:custGeom>
          <a:solidFill>
            <a:srgbClr val="BDDFEB">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1" name="Полилиния: фигура 10">
            <a:extLst>
              <a:ext uri="{FF2B5EF4-FFF2-40B4-BE49-F238E27FC236}">
                <a16:creationId xmlns:a16="http://schemas.microsoft.com/office/drawing/2014/main" id="{E58AE2DF-C43C-463F-87E0-B0EF7EB302FB}"/>
              </a:ext>
            </a:extLst>
          </p:cNvPr>
          <p:cNvSpPr>
            <a:spLocks/>
          </p:cNvSpPr>
          <p:nvPr userDrawn="1"/>
        </p:nvSpPr>
        <p:spPr bwMode="auto">
          <a:xfrm rot="8577572">
            <a:off x="11447855" y="557825"/>
            <a:ext cx="1151816" cy="967694"/>
          </a:xfrm>
          <a:custGeom>
            <a:avLst/>
            <a:gdLst>
              <a:gd name="connsiteX0" fmla="*/ 0 w 1151816"/>
              <a:gd name="connsiteY0" fmla="*/ 967694 h 967694"/>
              <a:gd name="connsiteX1" fmla="*/ 730282 w 1151816"/>
              <a:gd name="connsiteY1" fmla="*/ 0 h 967694"/>
              <a:gd name="connsiteX2" fmla="*/ 763234 w 1151816"/>
              <a:gd name="connsiteY2" fmla="*/ 30926 h 967694"/>
              <a:gd name="connsiteX3" fmla="*/ 1099335 w 1151816"/>
              <a:gd name="connsiteY3" fmla="*/ 415702 h 967694"/>
              <a:gd name="connsiteX4" fmla="*/ 922766 w 1151816"/>
              <a:gd name="connsiteY4" fmla="*/ 859894 h 967694"/>
              <a:gd name="connsiteX5" fmla="*/ 64712 w 1151816"/>
              <a:gd name="connsiteY5" fmla="*/ 967064 h 967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1816" h="967694">
                <a:moveTo>
                  <a:pt x="0" y="967694"/>
                </a:moveTo>
                <a:lnTo>
                  <a:pt x="730282" y="0"/>
                </a:lnTo>
                <a:lnTo>
                  <a:pt x="763234" y="30926"/>
                </a:lnTo>
                <a:cubicBezTo>
                  <a:pt x="895919" y="160395"/>
                  <a:pt x="1020860" y="302059"/>
                  <a:pt x="1099335" y="415702"/>
                </a:cubicBezTo>
                <a:cubicBezTo>
                  <a:pt x="1218080" y="586944"/>
                  <a:pt x="1125149" y="817343"/>
                  <a:pt x="922766" y="859894"/>
                </a:cubicBezTo>
                <a:cubicBezTo>
                  <a:pt x="587568" y="929817"/>
                  <a:pt x="265811" y="961601"/>
                  <a:pt x="64712" y="967064"/>
                </a:cubicBezTo>
                <a:close/>
              </a:path>
            </a:pathLst>
          </a:custGeom>
          <a:gradFill>
            <a:gsLst>
              <a:gs pos="0">
                <a:srgbClr val="B0D901"/>
              </a:gs>
              <a:gs pos="100000">
                <a:srgbClr val="398ACB"/>
              </a:gs>
            </a:gsLst>
            <a:lin ang="0" scaled="1"/>
          </a:gradFill>
          <a:ln w="9525" cap="flat">
            <a:noFill/>
            <a:prstDash val="solid"/>
            <a:miter lim="800000"/>
            <a:headEnd/>
            <a:tailEnd/>
          </a:ln>
        </p:spPr>
        <p:txBody>
          <a:bodyPr vert="horz" wrap="square" lIns="91440" tIns="45720" rIns="91440" bIns="45720" numCol="1" anchor="t" anchorCtr="0" compatLnSpc="1">
            <a:prstTxWarp prst="textNoShape">
              <a:avLst/>
            </a:prstTxWarp>
            <a:noAutofit/>
          </a:bodyPr>
          <a:lstStyle/>
          <a:p>
            <a:endParaRPr lang="ru-RU"/>
          </a:p>
        </p:txBody>
      </p:sp>
      <p:sp>
        <p:nvSpPr>
          <p:cNvPr id="12" name="Полилиния: фигура 11">
            <a:extLst>
              <a:ext uri="{FF2B5EF4-FFF2-40B4-BE49-F238E27FC236}">
                <a16:creationId xmlns:a16="http://schemas.microsoft.com/office/drawing/2014/main" id="{CD37E6BC-C40C-470C-A33E-9F5C9EAA3506}"/>
              </a:ext>
            </a:extLst>
          </p:cNvPr>
          <p:cNvSpPr>
            <a:spLocks/>
          </p:cNvSpPr>
          <p:nvPr userDrawn="1"/>
        </p:nvSpPr>
        <p:spPr bwMode="auto">
          <a:xfrm rot="12148300">
            <a:off x="10957805" y="-230629"/>
            <a:ext cx="1175267" cy="740171"/>
          </a:xfrm>
          <a:custGeom>
            <a:avLst/>
            <a:gdLst>
              <a:gd name="connsiteX0" fmla="*/ 1175267 w 1175267"/>
              <a:gd name="connsiteY0" fmla="*/ 277935 h 740171"/>
              <a:gd name="connsiteX1" fmla="*/ 57768 w 1175267"/>
              <a:gd name="connsiteY1" fmla="*/ 740171 h 740171"/>
              <a:gd name="connsiteX2" fmla="*/ 13310 w 1175267"/>
              <a:gd name="connsiteY2" fmla="*/ 692603 h 740171"/>
              <a:gd name="connsiteX3" fmla="*/ 3614 w 1175267"/>
              <a:gd name="connsiteY3" fmla="*/ 608356 h 740171"/>
              <a:gd name="connsiteX4" fmla="*/ 300993 w 1175267"/>
              <a:gd name="connsiteY4" fmla="*/ 101578 h 740171"/>
              <a:gd name="connsiteX5" fmla="*/ 730541 w 1175267"/>
              <a:gd name="connsiteY5" fmla="*/ 39135 h 740171"/>
              <a:gd name="connsiteX6" fmla="*/ 1113107 w 1175267"/>
              <a:gd name="connsiteY6" fmla="*/ 236489 h 740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5267" h="740171">
                <a:moveTo>
                  <a:pt x="1175267" y="277935"/>
                </a:moveTo>
                <a:lnTo>
                  <a:pt x="57768" y="740171"/>
                </a:lnTo>
                <a:lnTo>
                  <a:pt x="13310" y="692603"/>
                </a:lnTo>
                <a:cubicBezTo>
                  <a:pt x="194" y="666444"/>
                  <a:pt x="-3614" y="637934"/>
                  <a:pt x="3614" y="608356"/>
                </a:cubicBezTo>
                <a:cubicBezTo>
                  <a:pt x="51112" y="421025"/>
                  <a:pt x="193606" y="216605"/>
                  <a:pt x="300993" y="101578"/>
                </a:cubicBezTo>
                <a:cubicBezTo>
                  <a:pt x="404250" y="-8848"/>
                  <a:pt x="548809" y="-28567"/>
                  <a:pt x="730541" y="39135"/>
                </a:cubicBezTo>
                <a:cubicBezTo>
                  <a:pt x="839994" y="80216"/>
                  <a:pt x="980422" y="154491"/>
                  <a:pt x="1113107" y="236489"/>
                </a:cubicBezTo>
                <a:close/>
              </a:path>
            </a:pathLst>
          </a:custGeom>
          <a:gradFill>
            <a:gsLst>
              <a:gs pos="0">
                <a:srgbClr val="B0D901"/>
              </a:gs>
              <a:gs pos="70000">
                <a:srgbClr val="73B5D7"/>
              </a:gs>
            </a:gsLst>
            <a:lin ang="0" scaled="1"/>
          </a:gradFill>
          <a:ln w="9525" cap="flat">
            <a:noFill/>
            <a:prstDash val="solid"/>
            <a:miter lim="800000"/>
            <a:headEnd/>
            <a:tailEnd/>
          </a:ln>
        </p:spPr>
        <p:txBody>
          <a:bodyPr vert="horz" wrap="square" lIns="91440" tIns="45720" rIns="91440" bIns="45720" numCol="1" anchor="t" anchorCtr="0" compatLnSpc="1">
            <a:prstTxWarp prst="textNoShape">
              <a:avLst/>
            </a:prstTxWarp>
            <a:noAutofit/>
          </a:bodyPr>
          <a:lstStyle/>
          <a:p>
            <a:endParaRPr lang="ru-RU"/>
          </a:p>
        </p:txBody>
      </p:sp>
      <p:sp>
        <p:nvSpPr>
          <p:cNvPr id="2" name="Заголовок 1">
            <a:extLst>
              <a:ext uri="{FF2B5EF4-FFF2-40B4-BE49-F238E27FC236}">
                <a16:creationId xmlns:a16="http://schemas.microsoft.com/office/drawing/2014/main" id="{1329B07A-9B72-4316-A92D-9EE308D311E1}"/>
              </a:ext>
            </a:extLst>
          </p:cNvPr>
          <p:cNvSpPr>
            <a:spLocks noGrp="1"/>
          </p:cNvSpPr>
          <p:nvPr>
            <p:ph type="title"/>
          </p:nvPr>
        </p:nvSpPr>
        <p:spPr>
          <a:xfrm>
            <a:off x="924971" y="898144"/>
            <a:ext cx="3932237" cy="898906"/>
          </a:xfrm>
          <a:prstGeom prst="rect">
            <a:avLst/>
          </a:prstGeom>
        </p:spPr>
        <p:txBody>
          <a:bodyPr anchor="b">
            <a:normAutofit/>
          </a:bodyPr>
          <a:lstStyle>
            <a:lvl1pPr>
              <a:defRPr sz="2600"/>
            </a:lvl1pPr>
          </a:lstStyle>
          <a:p>
            <a:r>
              <a:rPr lang="ru-RU" dirty="0"/>
              <a:t>Образец заголовка</a:t>
            </a:r>
          </a:p>
        </p:txBody>
      </p:sp>
      <p:sp>
        <p:nvSpPr>
          <p:cNvPr id="4" name="Текст 3">
            <a:extLst>
              <a:ext uri="{FF2B5EF4-FFF2-40B4-BE49-F238E27FC236}">
                <a16:creationId xmlns:a16="http://schemas.microsoft.com/office/drawing/2014/main" id="{16EE1CC9-0645-497F-9D9E-6C47154BC861}"/>
              </a:ext>
            </a:extLst>
          </p:cNvPr>
          <p:cNvSpPr>
            <a:spLocks noGrp="1"/>
          </p:cNvSpPr>
          <p:nvPr>
            <p:ph type="body" sz="half" idx="2"/>
          </p:nvPr>
        </p:nvSpPr>
        <p:spPr>
          <a:xfrm>
            <a:off x="924971" y="2049462"/>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7" name="Номер слайда 6">
            <a:extLst>
              <a:ext uri="{FF2B5EF4-FFF2-40B4-BE49-F238E27FC236}">
                <a16:creationId xmlns:a16="http://schemas.microsoft.com/office/drawing/2014/main" id="{3C690643-CBC2-458D-B90C-6D589EECDF2B}"/>
              </a:ext>
            </a:extLst>
          </p:cNvPr>
          <p:cNvSpPr>
            <a:spLocks noGrp="1"/>
          </p:cNvSpPr>
          <p:nvPr>
            <p:ph type="sldNum" sz="quarter" idx="12"/>
          </p:nvPr>
        </p:nvSpPr>
        <p:spPr/>
        <p:txBody>
          <a:bodyPr/>
          <a:lstStyle/>
          <a:p>
            <a:fld id="{E05DA353-F16A-46E9-BF3A-5C7883ED105A}" type="slidenum">
              <a:rPr lang="ru-RU" smtClean="0"/>
              <a:t>‹#›</a:t>
            </a:fld>
            <a:endParaRPr lang="ru-RU"/>
          </a:p>
        </p:txBody>
      </p:sp>
      <p:sp>
        <p:nvSpPr>
          <p:cNvPr id="13" name="Рисунок 12">
            <a:extLst>
              <a:ext uri="{FF2B5EF4-FFF2-40B4-BE49-F238E27FC236}">
                <a16:creationId xmlns:a16="http://schemas.microsoft.com/office/drawing/2014/main" id="{CA2F8305-A510-4D86-890A-26567AABB199}"/>
              </a:ext>
            </a:extLst>
          </p:cNvPr>
          <p:cNvSpPr>
            <a:spLocks noGrp="1"/>
          </p:cNvSpPr>
          <p:nvPr>
            <p:ph type="pic" sz="quarter" idx="13"/>
          </p:nvPr>
        </p:nvSpPr>
        <p:spPr>
          <a:xfrm>
            <a:off x="6046452" y="1441734"/>
            <a:ext cx="5946312" cy="4292037"/>
          </a:xfrm>
          <a:custGeom>
            <a:avLst/>
            <a:gdLst>
              <a:gd name="connsiteX0" fmla="*/ 2334530 w 5313129"/>
              <a:gd name="connsiteY0" fmla="*/ 952 h 3835006"/>
              <a:gd name="connsiteX1" fmla="*/ 3193135 w 5313129"/>
              <a:gd name="connsiteY1" fmla="*/ 52223 h 3835006"/>
              <a:gd name="connsiteX2" fmla="*/ 5308816 w 5313129"/>
              <a:gd name="connsiteY2" fmla="*/ 1506499 h 3835006"/>
              <a:gd name="connsiteX3" fmla="*/ 3538747 w 5313129"/>
              <a:gd name="connsiteY3" fmla="*/ 3520529 h 3835006"/>
              <a:gd name="connsiteX4" fmla="*/ 250702 w 5313129"/>
              <a:gd name="connsiteY4" fmla="*/ 2943156 h 3835006"/>
              <a:gd name="connsiteX5" fmla="*/ 2334530 w 5313129"/>
              <a:gd name="connsiteY5" fmla="*/ 952 h 3835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13129" h="3835006">
                <a:moveTo>
                  <a:pt x="2334530" y="952"/>
                </a:moveTo>
                <a:cubicBezTo>
                  <a:pt x="2594142" y="-4244"/>
                  <a:pt x="2879672" y="11690"/>
                  <a:pt x="3193135" y="52223"/>
                </a:cubicBezTo>
                <a:cubicBezTo>
                  <a:pt x="4963204" y="281275"/>
                  <a:pt x="5276288" y="1098542"/>
                  <a:pt x="5308816" y="1506499"/>
                </a:cubicBezTo>
                <a:cubicBezTo>
                  <a:pt x="5341344" y="1914455"/>
                  <a:pt x="5230206" y="2850993"/>
                  <a:pt x="3538747" y="3520529"/>
                </a:cubicBezTo>
                <a:cubicBezTo>
                  <a:pt x="1847287" y="4190065"/>
                  <a:pt x="695252" y="3692656"/>
                  <a:pt x="250702" y="2943156"/>
                </a:cubicBezTo>
                <a:cubicBezTo>
                  <a:pt x="-262716" y="2075994"/>
                  <a:pt x="-175048" y="51186"/>
                  <a:pt x="2334530" y="952"/>
                </a:cubicBezTo>
                <a:close/>
              </a:path>
            </a:pathLst>
          </a:custGeom>
          <a:solidFill>
            <a:srgbClr val="BDDFEB"/>
          </a:solidFill>
        </p:spPr>
        <p:txBody>
          <a:bodyPr wrap="square">
            <a:noAutofit/>
          </a:bodyPr>
          <a:lstStyle/>
          <a:p>
            <a:endParaRPr lang="ru-RU" dirty="0"/>
          </a:p>
        </p:txBody>
      </p:sp>
    </p:spTree>
    <p:extLst>
      <p:ext uri="{BB962C8B-B14F-4D97-AF65-F5344CB8AC3E}">
        <p14:creationId xmlns:p14="http://schemas.microsoft.com/office/powerpoint/2010/main" val="994453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Объект с подписью">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5290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pic>
        <p:nvPicPr>
          <p:cNvPr id="9" name="Рисунок 8">
            <a:extLst>
              <a:ext uri="{FF2B5EF4-FFF2-40B4-BE49-F238E27FC236}">
                <a16:creationId xmlns:a16="http://schemas.microsoft.com/office/drawing/2014/main" id="{723D8AA9-5A8C-49C9-BF21-CF422F2EB022}"/>
              </a:ext>
            </a:extLst>
          </p:cNvPr>
          <p:cNvPicPr>
            <a:picLocks noChangeAspect="1"/>
          </p:cNvPicPr>
          <p:nvPr userDrawn="1"/>
        </p:nvPicPr>
        <p:blipFill rotWithShape="1">
          <a:blip r:embed="rId2" cstate="print"/>
          <a:srcRect r="26167" b="22632"/>
          <a:stretch/>
        </p:blipFill>
        <p:spPr>
          <a:xfrm>
            <a:off x="6705600" y="1113013"/>
            <a:ext cx="5486400" cy="5744987"/>
          </a:xfrm>
          <a:prstGeom prst="rect">
            <a:avLst/>
          </a:prstGeom>
        </p:spPr>
      </p:pic>
      <p:sp>
        <p:nvSpPr>
          <p:cNvPr id="10" name="Прямоугольник 9">
            <a:extLst>
              <a:ext uri="{FF2B5EF4-FFF2-40B4-BE49-F238E27FC236}">
                <a16:creationId xmlns:a16="http://schemas.microsoft.com/office/drawing/2014/main" id="{021AF58F-6D0E-4F8B-9FD3-2228C590E28F}"/>
              </a:ext>
            </a:extLst>
          </p:cNvPr>
          <p:cNvSpPr/>
          <p:nvPr userDrawn="1"/>
        </p:nvSpPr>
        <p:spPr>
          <a:xfrm>
            <a:off x="6689558" y="1097280"/>
            <a:ext cx="5502442" cy="576072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1" name="Овал 10">
            <a:extLst>
              <a:ext uri="{FF2B5EF4-FFF2-40B4-BE49-F238E27FC236}">
                <a16:creationId xmlns:a16="http://schemas.microsoft.com/office/drawing/2014/main" id="{97F6474D-5D27-4750-9A67-7CC38A5634F2}"/>
              </a:ext>
            </a:extLst>
          </p:cNvPr>
          <p:cNvSpPr/>
          <p:nvPr userDrawn="1"/>
        </p:nvSpPr>
        <p:spPr>
          <a:xfrm rot="20651627">
            <a:off x="-347810" y="-824901"/>
            <a:ext cx="2562326" cy="1724226"/>
          </a:xfrm>
          <a:prstGeom prst="ellipse">
            <a:avLst/>
          </a:prstGeom>
          <a:solidFill>
            <a:srgbClr val="ECF5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Tree>
    <p:extLst>
      <p:ext uri="{BB962C8B-B14F-4D97-AF65-F5344CB8AC3E}">
        <p14:creationId xmlns:p14="http://schemas.microsoft.com/office/powerpoint/2010/main" val="39507732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2C115-0495-4076-9936-ED8C63184C3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DE8FD1F-4783-4EAA-9222-B0886506070A}"/>
              </a:ext>
            </a:extLst>
          </p:cNvPr>
          <p:cNvSpPr>
            <a:spLocks noGrp="1"/>
          </p:cNvSpPr>
          <p:nvPr>
            <p:ph type="dt" sz="half" idx="10"/>
          </p:nvPr>
        </p:nvSpPr>
        <p:spPr/>
        <p:txBody>
          <a:bodyPr/>
          <a:lstStyle/>
          <a:p>
            <a:fld id="{6573E8FC-83F1-46FF-80AF-4832ADAA5C57}" type="datetimeFigureOut">
              <a:rPr lang="en-US" smtClean="0"/>
              <a:t>5/14/2026</a:t>
            </a:fld>
            <a:endParaRPr lang="en-US"/>
          </a:p>
        </p:txBody>
      </p:sp>
      <p:sp>
        <p:nvSpPr>
          <p:cNvPr id="4" name="Footer Placeholder 3">
            <a:extLst>
              <a:ext uri="{FF2B5EF4-FFF2-40B4-BE49-F238E27FC236}">
                <a16:creationId xmlns:a16="http://schemas.microsoft.com/office/drawing/2014/main" id="{F8275BE8-4AD5-472B-A01D-089735FED9D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1887627-9D01-42C8-B25C-BAB4627F07F5}"/>
              </a:ext>
            </a:extLst>
          </p:cNvPr>
          <p:cNvSpPr>
            <a:spLocks noGrp="1"/>
          </p:cNvSpPr>
          <p:nvPr>
            <p:ph type="sldNum" sz="quarter" idx="12"/>
          </p:nvPr>
        </p:nvSpPr>
        <p:spPr/>
        <p:txBody>
          <a:bodyPr/>
          <a:lstStyle/>
          <a:p>
            <a:fld id="{DA22F6C6-F679-4153-8683-5166282730A0}" type="slidenum">
              <a:rPr lang="en-US" smtClean="0"/>
              <a:t>‹#›</a:t>
            </a:fld>
            <a:endParaRPr lang="en-US"/>
          </a:p>
        </p:txBody>
      </p:sp>
    </p:spTree>
    <p:extLst>
      <p:ext uri="{BB962C8B-B14F-4D97-AF65-F5344CB8AC3E}">
        <p14:creationId xmlns:p14="http://schemas.microsoft.com/office/powerpoint/2010/main" val="33692269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ly Title with Elements">
  <p:cSld name="Only Title with Elements">
    <p:bg>
      <p:bgPr>
        <a:solidFill>
          <a:schemeClr val="lt1"/>
        </a:solidFill>
        <a:effectLst/>
      </p:bgPr>
    </p:bg>
    <p:spTree>
      <p:nvGrpSpPr>
        <p:cNvPr id="1" name="Shape 75"/>
        <p:cNvGrpSpPr/>
        <p:nvPr/>
      </p:nvGrpSpPr>
      <p:grpSpPr>
        <a:xfrm>
          <a:off x="0" y="0"/>
          <a:ext cx="0" cy="0"/>
          <a:chOff x="0" y="0"/>
          <a:chExt cx="0" cy="0"/>
        </a:xfrm>
      </p:grpSpPr>
      <p:sp>
        <p:nvSpPr>
          <p:cNvPr id="76" name="Google Shape;76;p8"/>
          <p:cNvSpPr/>
          <p:nvPr/>
        </p:nvSpPr>
        <p:spPr>
          <a:xfrm>
            <a:off x="1" y="6331916"/>
            <a:ext cx="1246337" cy="526085"/>
          </a:xfrm>
          <a:custGeom>
            <a:avLst/>
            <a:gdLst/>
            <a:ahLst/>
            <a:cxnLst/>
            <a:rect l="l" t="t" r="r" b="b"/>
            <a:pathLst>
              <a:path w="1246337" h="526085" extrusionOk="0">
                <a:moveTo>
                  <a:pt x="464152" y="50"/>
                </a:moveTo>
                <a:cubicBezTo>
                  <a:pt x="746849" y="-2552"/>
                  <a:pt x="923534" y="96974"/>
                  <a:pt x="1175880" y="429161"/>
                </a:cubicBezTo>
                <a:cubicBezTo>
                  <a:pt x="1246337" y="526085"/>
                  <a:pt x="1246337" y="526085"/>
                  <a:pt x="1246337" y="526085"/>
                </a:cubicBezTo>
                <a:lnTo>
                  <a:pt x="1009931" y="526085"/>
                </a:lnTo>
                <a:lnTo>
                  <a:pt x="803034" y="526085"/>
                </a:lnTo>
                <a:lnTo>
                  <a:pt x="623680" y="526085"/>
                </a:lnTo>
                <a:lnTo>
                  <a:pt x="469901" y="526085"/>
                </a:lnTo>
                <a:lnTo>
                  <a:pt x="339730" y="526085"/>
                </a:lnTo>
                <a:lnTo>
                  <a:pt x="231199" y="526085"/>
                </a:lnTo>
                <a:lnTo>
                  <a:pt x="142342" y="526085"/>
                </a:lnTo>
                <a:lnTo>
                  <a:pt x="71190" y="526085"/>
                </a:lnTo>
                <a:lnTo>
                  <a:pt x="0" y="526085"/>
                </a:lnTo>
                <a:lnTo>
                  <a:pt x="0" y="54115"/>
                </a:lnTo>
                <a:lnTo>
                  <a:pt x="91701" y="39202"/>
                </a:lnTo>
                <a:cubicBezTo>
                  <a:pt x="237131" y="16394"/>
                  <a:pt x="358141" y="1026"/>
                  <a:pt x="464152" y="5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dk1"/>
              </a:solidFill>
              <a:latin typeface="Verdana"/>
              <a:ea typeface="Verdana"/>
              <a:cs typeface="Verdana"/>
              <a:sym typeface="Verdana"/>
            </a:endParaRPr>
          </a:p>
        </p:txBody>
      </p:sp>
      <p:sp>
        <p:nvSpPr>
          <p:cNvPr id="77" name="Google Shape;77;p8"/>
          <p:cNvSpPr/>
          <p:nvPr/>
        </p:nvSpPr>
        <p:spPr>
          <a:xfrm>
            <a:off x="1" y="4811181"/>
            <a:ext cx="503411" cy="1443357"/>
          </a:xfrm>
          <a:custGeom>
            <a:avLst/>
            <a:gdLst/>
            <a:ahLst/>
            <a:cxnLst/>
            <a:rect l="l" t="t" r="r" b="b"/>
            <a:pathLst>
              <a:path w="503411" h="1443357" extrusionOk="0">
                <a:moveTo>
                  <a:pt x="0" y="0"/>
                </a:moveTo>
                <a:lnTo>
                  <a:pt x="37739" y="54036"/>
                </a:lnTo>
                <a:cubicBezTo>
                  <a:pt x="71346" y="113239"/>
                  <a:pt x="102672" y="179647"/>
                  <a:pt x="133728" y="254288"/>
                </a:cubicBezTo>
                <a:cubicBezTo>
                  <a:pt x="212342" y="443869"/>
                  <a:pt x="467298" y="1071979"/>
                  <a:pt x="486843" y="1182044"/>
                </a:cubicBezTo>
                <a:cubicBezTo>
                  <a:pt x="508126" y="1288643"/>
                  <a:pt x="538312" y="1333493"/>
                  <a:pt x="365663" y="1376609"/>
                </a:cubicBezTo>
                <a:cubicBezTo>
                  <a:pt x="302793" y="1393184"/>
                  <a:pt x="193747" y="1412927"/>
                  <a:pt x="66287" y="1433189"/>
                </a:cubicBezTo>
                <a:lnTo>
                  <a:pt x="0" y="1443357"/>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dk1"/>
              </a:solidFill>
              <a:latin typeface="Verdana"/>
              <a:ea typeface="Verdana"/>
              <a:cs typeface="Verdana"/>
              <a:sym typeface="Verdana"/>
            </a:endParaRPr>
          </a:p>
        </p:txBody>
      </p:sp>
      <p:sp>
        <p:nvSpPr>
          <p:cNvPr id="78" name="Google Shape;78;p8"/>
          <p:cNvSpPr txBox="1">
            <a:spLocks noGrp="1"/>
          </p:cNvSpPr>
          <p:nvPr>
            <p:ph type="sldNum" idx="12"/>
          </p:nvPr>
        </p:nvSpPr>
        <p:spPr>
          <a:xfrm>
            <a:off x="624001" y="6380999"/>
            <a:ext cx="648000" cy="216172"/>
          </a:xfrm>
          <a:prstGeom prst="rect">
            <a:avLst/>
          </a:prstGeom>
          <a:noFill/>
          <a:ln>
            <a:noFill/>
          </a:ln>
        </p:spPr>
        <p:txBody>
          <a:bodyPr spcFirstLastPara="1" wrap="square" lIns="0" tIns="0" rIns="0" bIns="36000" anchor="b" anchorCtr="0">
            <a:noAutofit/>
          </a:bodyPr>
          <a:lstStyle>
            <a:lvl1pPr marL="0" lvl="0" indent="0" algn="l">
              <a:spcBef>
                <a:spcPts val="0"/>
              </a:spcBef>
              <a:buNone/>
              <a:defRPr sz="800">
                <a:solidFill>
                  <a:schemeClr val="lt1"/>
                </a:solidFill>
                <a:latin typeface="Verdana"/>
                <a:ea typeface="Verdana"/>
                <a:cs typeface="Verdana"/>
                <a:sym typeface="Verdana"/>
              </a:defRPr>
            </a:lvl1pPr>
            <a:lvl2pPr marL="0" lvl="1" indent="0" algn="l">
              <a:spcBef>
                <a:spcPts val="0"/>
              </a:spcBef>
              <a:buNone/>
              <a:defRPr sz="800">
                <a:solidFill>
                  <a:schemeClr val="lt1"/>
                </a:solidFill>
                <a:latin typeface="Verdana"/>
                <a:ea typeface="Verdana"/>
                <a:cs typeface="Verdana"/>
                <a:sym typeface="Verdana"/>
              </a:defRPr>
            </a:lvl2pPr>
            <a:lvl3pPr marL="0" lvl="2" indent="0" algn="l">
              <a:spcBef>
                <a:spcPts val="0"/>
              </a:spcBef>
              <a:buNone/>
              <a:defRPr sz="800">
                <a:solidFill>
                  <a:schemeClr val="lt1"/>
                </a:solidFill>
                <a:latin typeface="Verdana"/>
                <a:ea typeface="Verdana"/>
                <a:cs typeface="Verdana"/>
                <a:sym typeface="Verdana"/>
              </a:defRPr>
            </a:lvl3pPr>
            <a:lvl4pPr marL="0" lvl="3" indent="0" algn="l">
              <a:spcBef>
                <a:spcPts val="0"/>
              </a:spcBef>
              <a:buNone/>
              <a:defRPr sz="800">
                <a:solidFill>
                  <a:schemeClr val="lt1"/>
                </a:solidFill>
                <a:latin typeface="Verdana"/>
                <a:ea typeface="Verdana"/>
                <a:cs typeface="Verdana"/>
                <a:sym typeface="Verdana"/>
              </a:defRPr>
            </a:lvl4pPr>
            <a:lvl5pPr marL="0" lvl="4" indent="0" algn="l">
              <a:spcBef>
                <a:spcPts val="0"/>
              </a:spcBef>
              <a:buNone/>
              <a:defRPr sz="800">
                <a:solidFill>
                  <a:schemeClr val="lt1"/>
                </a:solidFill>
                <a:latin typeface="Verdana"/>
                <a:ea typeface="Verdana"/>
                <a:cs typeface="Verdana"/>
                <a:sym typeface="Verdana"/>
              </a:defRPr>
            </a:lvl5pPr>
            <a:lvl6pPr marL="0" lvl="5" indent="0" algn="l">
              <a:spcBef>
                <a:spcPts val="0"/>
              </a:spcBef>
              <a:buNone/>
              <a:defRPr sz="800">
                <a:solidFill>
                  <a:schemeClr val="lt1"/>
                </a:solidFill>
                <a:latin typeface="Verdana"/>
                <a:ea typeface="Verdana"/>
                <a:cs typeface="Verdana"/>
                <a:sym typeface="Verdana"/>
              </a:defRPr>
            </a:lvl6pPr>
            <a:lvl7pPr marL="0" lvl="6" indent="0" algn="l">
              <a:spcBef>
                <a:spcPts val="0"/>
              </a:spcBef>
              <a:buNone/>
              <a:defRPr sz="800">
                <a:solidFill>
                  <a:schemeClr val="lt1"/>
                </a:solidFill>
                <a:latin typeface="Verdana"/>
                <a:ea typeface="Verdana"/>
                <a:cs typeface="Verdana"/>
                <a:sym typeface="Verdana"/>
              </a:defRPr>
            </a:lvl7pPr>
            <a:lvl8pPr marL="0" lvl="7" indent="0" algn="l">
              <a:spcBef>
                <a:spcPts val="0"/>
              </a:spcBef>
              <a:buNone/>
              <a:defRPr sz="800">
                <a:solidFill>
                  <a:schemeClr val="lt1"/>
                </a:solidFill>
                <a:latin typeface="Verdana"/>
                <a:ea typeface="Verdana"/>
                <a:cs typeface="Verdana"/>
                <a:sym typeface="Verdana"/>
              </a:defRPr>
            </a:lvl8pPr>
            <a:lvl9pPr marL="0" lvl="8" indent="0" algn="l">
              <a:spcBef>
                <a:spcPts val="0"/>
              </a:spcBef>
              <a:buNone/>
              <a:defRPr sz="800">
                <a:solidFill>
                  <a:schemeClr val="lt1"/>
                </a:solidFill>
                <a:latin typeface="Verdana"/>
                <a:ea typeface="Verdana"/>
                <a:cs typeface="Verdana"/>
                <a:sym typeface="Verdana"/>
              </a:defRPr>
            </a:lvl9pPr>
          </a:lstStyle>
          <a:p>
            <a:pPr marL="0" lvl="0" indent="0" algn="l" rtl="0">
              <a:spcBef>
                <a:spcPts val="0"/>
              </a:spcBef>
              <a:spcAft>
                <a:spcPts val="0"/>
              </a:spcAft>
              <a:buNone/>
            </a:pPr>
            <a:fld id="{00000000-1234-1234-1234-123412341234}" type="slidenum">
              <a:rPr lang="en-US"/>
              <a:t>‹#›</a:t>
            </a:fld>
            <a:endParaRPr/>
          </a:p>
        </p:txBody>
      </p:sp>
      <p:sp>
        <p:nvSpPr>
          <p:cNvPr id="79" name="Google Shape;79;p8"/>
          <p:cNvSpPr txBox="1">
            <a:spLocks noGrp="1"/>
          </p:cNvSpPr>
          <p:nvPr>
            <p:ph type="title"/>
          </p:nvPr>
        </p:nvSpPr>
        <p:spPr>
          <a:xfrm>
            <a:off x="623888" y="685801"/>
            <a:ext cx="10944225" cy="798512"/>
          </a:xfrm>
          <a:prstGeom prst="rect">
            <a:avLst/>
          </a:prstGeom>
          <a:solidFill>
            <a:schemeClr val="lt1"/>
          </a:solidFill>
          <a:ln>
            <a:noFill/>
          </a:ln>
        </p:spPr>
        <p:txBody>
          <a:bodyPr spcFirstLastPara="1" wrap="square" lIns="0" tIns="0" rIns="0" bIns="0" anchor="ctr" anchorCtr="0">
            <a:noAutofit/>
          </a:bodyPr>
          <a:lstStyle>
            <a:lvl1pPr lvl="0" algn="l">
              <a:lnSpc>
                <a:spcPct val="100000"/>
              </a:lnSpc>
              <a:spcBef>
                <a:spcPts val="0"/>
              </a:spcBef>
              <a:spcAft>
                <a:spcPts val="0"/>
              </a:spcAft>
              <a:buClr>
                <a:schemeClr val="accent1"/>
              </a:buClr>
              <a:buSzPts val="1600"/>
              <a:buFont typeface="Verdan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18358460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3DB594F-BA72-C2A6-012B-06DAB414C57E}"/>
              </a:ext>
            </a:extLst>
          </p:cNvPr>
          <p:cNvPicPr>
            <a:picLocks noChangeAspect="1"/>
          </p:cNvPicPr>
          <p:nvPr userDrawn="1"/>
        </p:nvPicPr>
        <p:blipFill>
          <a:blip r:embed="rId2"/>
          <a:stretch>
            <a:fillRect/>
          </a:stretch>
        </p:blipFill>
        <p:spPr>
          <a:xfrm>
            <a:off x="0" y="6286500"/>
            <a:ext cx="12192000" cy="571500"/>
          </a:xfrm>
          <a:prstGeom prst="rect">
            <a:avLst/>
          </a:prstGeom>
        </p:spPr>
      </p:pic>
      <p:pic>
        <p:nvPicPr>
          <p:cNvPr id="12" name="Picture 11" descr="A yellow lines on a black background&#10;&#10;AI-generated content may be incorrect.">
            <a:extLst>
              <a:ext uri="{FF2B5EF4-FFF2-40B4-BE49-F238E27FC236}">
                <a16:creationId xmlns:a16="http://schemas.microsoft.com/office/drawing/2014/main" id="{716BE581-591E-FF28-FE96-C0A113CD2BD1}"/>
              </a:ext>
            </a:extLst>
          </p:cNvPr>
          <p:cNvPicPr>
            <a:picLocks noChangeAspect="1"/>
          </p:cNvPicPr>
          <p:nvPr userDrawn="1"/>
        </p:nvPicPr>
        <p:blipFill>
          <a:blip r:embed="rId3"/>
          <a:stretch>
            <a:fillRect/>
          </a:stretch>
        </p:blipFill>
        <p:spPr>
          <a:xfrm>
            <a:off x="11103041" y="0"/>
            <a:ext cx="1088959" cy="2133600"/>
          </a:xfrm>
          <a:prstGeom prst="rect">
            <a:avLst/>
          </a:prstGeom>
        </p:spPr>
      </p:pic>
      <p:pic>
        <p:nvPicPr>
          <p:cNvPr id="14" name="Picture 13" descr="A close up of a black and pink background&#10;&#10;AI-generated content may be incorrect.">
            <a:extLst>
              <a:ext uri="{FF2B5EF4-FFF2-40B4-BE49-F238E27FC236}">
                <a16:creationId xmlns:a16="http://schemas.microsoft.com/office/drawing/2014/main" id="{C9A8639A-7C60-8798-91AE-DE4626FC1536}"/>
              </a:ext>
            </a:extLst>
          </p:cNvPr>
          <p:cNvPicPr>
            <a:picLocks noChangeAspect="1"/>
          </p:cNvPicPr>
          <p:nvPr userDrawn="1"/>
        </p:nvPicPr>
        <p:blipFill>
          <a:blip r:embed="rId4"/>
          <a:stretch>
            <a:fillRect/>
          </a:stretch>
        </p:blipFill>
        <p:spPr>
          <a:xfrm>
            <a:off x="0" y="0"/>
            <a:ext cx="838200" cy="1470074"/>
          </a:xfrm>
          <a:prstGeom prst="rect">
            <a:avLst/>
          </a:prstGeom>
        </p:spPr>
      </p:pic>
    </p:spTree>
    <p:extLst>
      <p:ext uri="{BB962C8B-B14F-4D97-AF65-F5344CB8AC3E}">
        <p14:creationId xmlns:p14="http://schemas.microsoft.com/office/powerpoint/2010/main" val="15469346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23375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2_Titolo">
  <p:cSld name="2_Titolo">
    <p:spTree>
      <p:nvGrpSpPr>
        <p:cNvPr id="1" name="Shape 28"/>
        <p:cNvGrpSpPr/>
        <p:nvPr/>
      </p:nvGrpSpPr>
      <p:grpSpPr>
        <a:xfrm>
          <a:off x="0" y="0"/>
          <a:ext cx="0" cy="0"/>
          <a:chOff x="0" y="0"/>
          <a:chExt cx="0" cy="0"/>
        </a:xfrm>
      </p:grpSpPr>
      <p:pic>
        <p:nvPicPr>
          <p:cNvPr id="29" name="Google Shape;29;p4"/>
          <p:cNvPicPr preferRelativeResize="0"/>
          <p:nvPr/>
        </p:nvPicPr>
        <p:blipFill rotWithShape="1">
          <a:blip r:embed="rId2">
            <a:alphaModFix/>
          </a:blip>
          <a:srcRect/>
          <a:stretch/>
        </p:blipFill>
        <p:spPr>
          <a:xfrm>
            <a:off x="0" y="159604"/>
            <a:ext cx="533304" cy="980502"/>
          </a:xfrm>
          <a:prstGeom prst="rect">
            <a:avLst/>
          </a:prstGeom>
          <a:noFill/>
          <a:ln>
            <a:noFill/>
          </a:ln>
        </p:spPr>
      </p:pic>
      <p:sp>
        <p:nvSpPr>
          <p:cNvPr id="30" name="Google Shape;30;p4"/>
          <p:cNvSpPr txBox="1">
            <a:spLocks noGrp="1"/>
          </p:cNvSpPr>
          <p:nvPr>
            <p:ph type="body" idx="1"/>
          </p:nvPr>
        </p:nvSpPr>
        <p:spPr>
          <a:xfrm>
            <a:off x="637037" y="466499"/>
            <a:ext cx="10931075" cy="36671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503292"/>
              </a:buClr>
              <a:buSzPts val="2000"/>
              <a:buNone/>
              <a:defRPr sz="2000" b="1">
                <a:solidFill>
                  <a:srgbClr val="503292"/>
                </a:solidFill>
                <a:latin typeface="Verdana"/>
                <a:ea typeface="Verdana"/>
                <a:cs typeface="Verdana"/>
                <a:sym typeface="Verdana"/>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1" name="Google Shape;31;p4"/>
          <p:cNvPicPr preferRelativeResize="0"/>
          <p:nvPr/>
        </p:nvPicPr>
        <p:blipFill rotWithShape="1">
          <a:blip r:embed="rId3">
            <a:alphaModFix/>
          </a:blip>
          <a:srcRect/>
          <a:stretch/>
        </p:blipFill>
        <p:spPr>
          <a:xfrm>
            <a:off x="10509812" y="6402474"/>
            <a:ext cx="1099595" cy="217720"/>
          </a:xfrm>
          <a:prstGeom prst="rect">
            <a:avLst/>
          </a:prstGeom>
          <a:noFill/>
          <a:ln>
            <a:noFill/>
          </a:ln>
        </p:spPr>
      </p:pic>
      <p:sp>
        <p:nvSpPr>
          <p:cNvPr id="32" name="Google Shape;32;p4"/>
          <p:cNvSpPr txBox="1">
            <a:spLocks noGrp="1"/>
          </p:cNvSpPr>
          <p:nvPr>
            <p:ph type="body" idx="2"/>
          </p:nvPr>
        </p:nvSpPr>
        <p:spPr>
          <a:xfrm>
            <a:off x="636588" y="1411358"/>
            <a:ext cx="10931256" cy="484021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0"/>
              </a:spcBef>
              <a:spcAft>
                <a:spcPts val="0"/>
              </a:spcAft>
              <a:buClr>
                <a:srgbClr val="503192"/>
              </a:buClr>
              <a:buSzPts val="1800"/>
              <a:buChar char="•"/>
              <a:defRPr sz="1800">
                <a:solidFill>
                  <a:srgbClr val="503192"/>
                </a:solidFill>
                <a:latin typeface="Verdana"/>
                <a:ea typeface="Verdana"/>
                <a:cs typeface="Verdana"/>
                <a:sym typeface="Verdana"/>
              </a:defRPr>
            </a:lvl1pPr>
            <a:lvl2pPr marL="914400" lvl="1" indent="-330200" algn="l">
              <a:lnSpc>
                <a:spcPct val="100000"/>
              </a:lnSpc>
              <a:spcBef>
                <a:spcPts val="0"/>
              </a:spcBef>
              <a:spcAft>
                <a:spcPts val="0"/>
              </a:spcAft>
              <a:buClr>
                <a:srgbClr val="503192"/>
              </a:buClr>
              <a:buSzPts val="1600"/>
              <a:buChar char="•"/>
              <a:defRPr sz="1600">
                <a:solidFill>
                  <a:srgbClr val="503192"/>
                </a:solidFill>
                <a:latin typeface="Verdana"/>
                <a:ea typeface="Verdana"/>
                <a:cs typeface="Verdana"/>
                <a:sym typeface="Verdana"/>
              </a:defRPr>
            </a:lvl2pPr>
            <a:lvl3pPr marL="1371600" lvl="2" indent="-317500" algn="l">
              <a:lnSpc>
                <a:spcPct val="100000"/>
              </a:lnSpc>
              <a:spcBef>
                <a:spcPts val="0"/>
              </a:spcBef>
              <a:spcAft>
                <a:spcPts val="0"/>
              </a:spcAft>
              <a:buClr>
                <a:srgbClr val="503192"/>
              </a:buClr>
              <a:buSzPts val="1400"/>
              <a:buChar char="•"/>
              <a:defRPr sz="1400">
                <a:solidFill>
                  <a:srgbClr val="503192"/>
                </a:solidFill>
                <a:latin typeface="Verdana"/>
                <a:ea typeface="Verdana"/>
                <a:cs typeface="Verdana"/>
                <a:sym typeface="Verdana"/>
              </a:defRPr>
            </a:lvl3pPr>
            <a:lvl4pPr marL="1828800" lvl="3" indent="-304800" algn="l">
              <a:lnSpc>
                <a:spcPct val="100000"/>
              </a:lnSpc>
              <a:spcBef>
                <a:spcPts val="0"/>
              </a:spcBef>
              <a:spcAft>
                <a:spcPts val="0"/>
              </a:spcAft>
              <a:buClr>
                <a:srgbClr val="503192"/>
              </a:buClr>
              <a:buSzPts val="1200"/>
              <a:buChar char="•"/>
              <a:defRPr sz="1200">
                <a:solidFill>
                  <a:srgbClr val="503192"/>
                </a:solidFill>
                <a:latin typeface="Verdana"/>
                <a:ea typeface="Verdana"/>
                <a:cs typeface="Verdana"/>
                <a:sym typeface="Verdana"/>
              </a:defRPr>
            </a:lvl4pPr>
            <a:lvl5pPr marL="2286000" lvl="4" indent="-304800" algn="l">
              <a:lnSpc>
                <a:spcPct val="100000"/>
              </a:lnSpc>
              <a:spcBef>
                <a:spcPts val="0"/>
              </a:spcBef>
              <a:spcAft>
                <a:spcPts val="0"/>
              </a:spcAft>
              <a:buClr>
                <a:srgbClr val="503192"/>
              </a:buClr>
              <a:buSzPts val="1200"/>
              <a:buChar char="•"/>
              <a:defRPr sz="1200">
                <a:solidFill>
                  <a:srgbClr val="503192"/>
                </a:solidFill>
                <a:latin typeface="Verdana"/>
                <a:ea typeface="Verdana"/>
                <a:cs typeface="Verdana"/>
                <a:sym typeface="Verdana"/>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4"/>
          <p:cNvSpPr txBox="1">
            <a:spLocks noGrp="1"/>
          </p:cNvSpPr>
          <p:nvPr>
            <p:ph type="ftr" idx="11"/>
          </p:nvPr>
        </p:nvSpPr>
        <p:spPr>
          <a:xfrm>
            <a:off x="636588" y="6380999"/>
            <a:ext cx="9354384" cy="216172"/>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800">
                <a:solidFill>
                  <a:srgbClr val="060F18"/>
                </a:solidFill>
                <a:latin typeface="Verdana"/>
                <a:ea typeface="Verdana"/>
                <a:cs typeface="Verdana"/>
                <a:sym typeface="Verdan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extLst>
      <p:ext uri="{BB962C8B-B14F-4D97-AF65-F5344CB8AC3E}">
        <p14:creationId xmlns:p14="http://schemas.microsoft.com/office/powerpoint/2010/main" val="1265976787"/>
      </p:ext>
    </p:extLst>
  </p:cSld>
  <p:clrMapOvr>
    <a:masterClrMapping/>
  </p:clrMapOvr>
  <p:extLst>
    <p:ext uri="{DCECCB84-F9BA-43D5-87BE-67443E8EF086}">
      <p15:sldGuideLst xmlns:p15="http://schemas.microsoft.com/office/powerpoint/2012/main">
        <p15:guide id="1" pos="7296">
          <p15:clr>
            <a:srgbClr val="FBAE40"/>
          </p15:clr>
        </p15:guide>
        <p15:guide id="2" pos="393">
          <p15:clr>
            <a:srgbClr val="FBAE40"/>
          </p15:clr>
        </p15:guide>
        <p15:guide id="3" orient="horz" pos="890">
          <p15:clr>
            <a:srgbClr val="FBAE40"/>
          </p15:clr>
        </p15:guide>
        <p15:guide id="4" orient="horz" pos="3943">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E1540-36E6-874E-9402-DE1CCD121B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83572B1-1A8D-3E26-D9B0-B7E831BE73A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0577706-6783-D324-14A3-B7AE085B9D1F}"/>
              </a:ext>
            </a:extLst>
          </p:cNvPr>
          <p:cNvSpPr>
            <a:spLocks noGrp="1"/>
          </p:cNvSpPr>
          <p:nvPr>
            <p:ph type="dt" sz="half" idx="10"/>
          </p:nvPr>
        </p:nvSpPr>
        <p:spPr/>
        <p:txBody>
          <a:bodyPr/>
          <a:lstStyle/>
          <a:p>
            <a:fld id="{E654D76E-BC91-4C30-BD87-DDEF40A030B9}" type="datetimeFigureOut">
              <a:rPr lang="en-US" smtClean="0"/>
              <a:t>5/14/2026</a:t>
            </a:fld>
            <a:endParaRPr lang="en-US"/>
          </a:p>
        </p:txBody>
      </p:sp>
      <p:sp>
        <p:nvSpPr>
          <p:cNvPr id="6" name="Slide Number Placeholder 5">
            <a:extLst>
              <a:ext uri="{FF2B5EF4-FFF2-40B4-BE49-F238E27FC236}">
                <a16:creationId xmlns:a16="http://schemas.microsoft.com/office/drawing/2014/main" id="{48807810-FAED-CAC0-69AF-A42AE7E8CC96}"/>
              </a:ext>
            </a:extLst>
          </p:cNvPr>
          <p:cNvSpPr>
            <a:spLocks noGrp="1"/>
          </p:cNvSpPr>
          <p:nvPr>
            <p:ph type="sldNum" sz="quarter" idx="12"/>
          </p:nvPr>
        </p:nvSpPr>
        <p:spPr/>
        <p:txBody>
          <a:bodyPr/>
          <a:lstStyle/>
          <a:p>
            <a:fld id="{43D8F547-B9A0-4BD7-ADD7-907807ED13A7}" type="slidenum">
              <a:rPr lang="en-US" smtClean="0"/>
              <a:t>‹#›</a:t>
            </a:fld>
            <a:endParaRPr lang="en-US"/>
          </a:p>
        </p:txBody>
      </p:sp>
      <p:sp>
        <p:nvSpPr>
          <p:cNvPr id="7" name="TextBox 6">
            <a:extLst>
              <a:ext uri="{FF2B5EF4-FFF2-40B4-BE49-F238E27FC236}">
                <a16:creationId xmlns:a16="http://schemas.microsoft.com/office/drawing/2014/main" id="{69805826-5A3E-A3A3-A644-9E6DEB30B128}"/>
              </a:ext>
            </a:extLst>
          </p:cNvPr>
          <p:cNvSpPr txBox="1"/>
          <p:nvPr userDrawn="1"/>
        </p:nvSpPr>
        <p:spPr>
          <a:xfrm>
            <a:off x="3181350" y="6567586"/>
            <a:ext cx="7486650" cy="307777"/>
          </a:xfrm>
          <a:prstGeom prst="rect">
            <a:avLst/>
          </a:prstGeom>
          <a:noFill/>
        </p:spPr>
        <p:txBody>
          <a:bodyPr wrap="square" rtlCol="0">
            <a:spAutoFit/>
          </a:bodyPr>
          <a:lstStyle/>
          <a:p>
            <a:r>
              <a:rPr lang="en-US" sz="1400" dirty="0"/>
              <a:t>Please don´t distribute slides externally, for internal discussion only</a:t>
            </a:r>
          </a:p>
        </p:txBody>
      </p:sp>
    </p:spTree>
    <p:extLst>
      <p:ext uri="{BB962C8B-B14F-4D97-AF65-F5344CB8AC3E}">
        <p14:creationId xmlns:p14="http://schemas.microsoft.com/office/powerpoint/2010/main" val="3257112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0DBD9-C9B4-4BF4-1B2D-E986A039A0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D316B1-17D2-D6A4-4CF8-2368DE4327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D142D8-C72F-F895-9979-B3E97EA1F08B}"/>
              </a:ext>
            </a:extLst>
          </p:cNvPr>
          <p:cNvSpPr>
            <a:spLocks noGrp="1"/>
          </p:cNvSpPr>
          <p:nvPr>
            <p:ph type="dt" sz="half" idx="10"/>
          </p:nvPr>
        </p:nvSpPr>
        <p:spPr/>
        <p:txBody>
          <a:bodyPr/>
          <a:lstStyle/>
          <a:p>
            <a:fld id="{E654D76E-BC91-4C30-BD87-DDEF40A030B9}" type="datetimeFigureOut">
              <a:rPr lang="en-US" smtClean="0"/>
              <a:t>5/14/2026</a:t>
            </a:fld>
            <a:endParaRPr lang="en-US"/>
          </a:p>
        </p:txBody>
      </p:sp>
      <p:sp>
        <p:nvSpPr>
          <p:cNvPr id="5" name="Footer Placeholder 4">
            <a:extLst>
              <a:ext uri="{FF2B5EF4-FFF2-40B4-BE49-F238E27FC236}">
                <a16:creationId xmlns:a16="http://schemas.microsoft.com/office/drawing/2014/main" id="{703C2039-618A-4F37-8C14-6DCF6D84E3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FDABA4-9BAD-CEC7-A95D-54323A60B50E}"/>
              </a:ext>
            </a:extLst>
          </p:cNvPr>
          <p:cNvSpPr>
            <a:spLocks noGrp="1"/>
          </p:cNvSpPr>
          <p:nvPr>
            <p:ph type="sldNum" sz="quarter" idx="12"/>
          </p:nvPr>
        </p:nvSpPr>
        <p:spPr/>
        <p:txBody>
          <a:bodyPr/>
          <a:lstStyle/>
          <a:p>
            <a:fld id="{43D8F547-B9A0-4BD7-ADD7-907807ED13A7}" type="slidenum">
              <a:rPr lang="en-US" smtClean="0"/>
              <a:t>‹#›</a:t>
            </a:fld>
            <a:endParaRPr lang="en-US"/>
          </a:p>
        </p:txBody>
      </p:sp>
    </p:spTree>
    <p:extLst>
      <p:ext uri="{BB962C8B-B14F-4D97-AF65-F5344CB8AC3E}">
        <p14:creationId xmlns:p14="http://schemas.microsoft.com/office/powerpoint/2010/main" val="15425286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F1C90-6925-6792-4A17-0E5B841E899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7C85EA0-E4BA-9402-5CF7-40A3F57F1DE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652C84-6091-9765-8F52-93245C6D336D}"/>
              </a:ext>
            </a:extLst>
          </p:cNvPr>
          <p:cNvSpPr>
            <a:spLocks noGrp="1"/>
          </p:cNvSpPr>
          <p:nvPr>
            <p:ph type="dt" sz="half" idx="10"/>
          </p:nvPr>
        </p:nvSpPr>
        <p:spPr/>
        <p:txBody>
          <a:bodyPr/>
          <a:lstStyle/>
          <a:p>
            <a:fld id="{E654D76E-BC91-4C30-BD87-DDEF40A030B9}" type="datetimeFigureOut">
              <a:rPr lang="en-US" smtClean="0"/>
              <a:t>5/14/2026</a:t>
            </a:fld>
            <a:endParaRPr lang="en-US"/>
          </a:p>
        </p:txBody>
      </p:sp>
      <p:sp>
        <p:nvSpPr>
          <p:cNvPr id="5" name="Footer Placeholder 4">
            <a:extLst>
              <a:ext uri="{FF2B5EF4-FFF2-40B4-BE49-F238E27FC236}">
                <a16:creationId xmlns:a16="http://schemas.microsoft.com/office/drawing/2014/main" id="{B173D4DE-A90A-E9C5-A31A-B168EE7FC2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48E7BC-08E1-6B13-4132-49BED45526E6}"/>
              </a:ext>
            </a:extLst>
          </p:cNvPr>
          <p:cNvSpPr>
            <a:spLocks noGrp="1"/>
          </p:cNvSpPr>
          <p:nvPr>
            <p:ph type="sldNum" sz="quarter" idx="12"/>
          </p:nvPr>
        </p:nvSpPr>
        <p:spPr/>
        <p:txBody>
          <a:bodyPr/>
          <a:lstStyle/>
          <a:p>
            <a:fld id="{43D8F547-B9A0-4BD7-ADD7-907807ED13A7}" type="slidenum">
              <a:rPr lang="en-US" smtClean="0"/>
              <a:t>‹#›</a:t>
            </a:fld>
            <a:endParaRPr lang="en-US"/>
          </a:p>
        </p:txBody>
      </p:sp>
    </p:spTree>
    <p:extLst>
      <p:ext uri="{BB962C8B-B14F-4D97-AF65-F5344CB8AC3E}">
        <p14:creationId xmlns:p14="http://schemas.microsoft.com/office/powerpoint/2010/main" val="24051607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01838-F413-320D-2ED5-1227FFB1222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E97740-702A-B132-7E0A-FB069C6A83C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1961C47-A0D6-530A-20E1-508E36ABCC8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D04FE36-1996-8B51-FD5E-37CEEC0E546D}"/>
              </a:ext>
            </a:extLst>
          </p:cNvPr>
          <p:cNvSpPr>
            <a:spLocks noGrp="1"/>
          </p:cNvSpPr>
          <p:nvPr>
            <p:ph type="dt" sz="half" idx="10"/>
          </p:nvPr>
        </p:nvSpPr>
        <p:spPr/>
        <p:txBody>
          <a:bodyPr/>
          <a:lstStyle/>
          <a:p>
            <a:fld id="{E654D76E-BC91-4C30-BD87-DDEF40A030B9}" type="datetimeFigureOut">
              <a:rPr lang="en-US" smtClean="0"/>
              <a:t>5/14/2026</a:t>
            </a:fld>
            <a:endParaRPr lang="en-US"/>
          </a:p>
        </p:txBody>
      </p:sp>
      <p:sp>
        <p:nvSpPr>
          <p:cNvPr id="6" name="Footer Placeholder 5">
            <a:extLst>
              <a:ext uri="{FF2B5EF4-FFF2-40B4-BE49-F238E27FC236}">
                <a16:creationId xmlns:a16="http://schemas.microsoft.com/office/drawing/2014/main" id="{0A2F862A-042A-23E8-C01C-74E1698A22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59BEBA-5614-B159-631D-83369538F2E6}"/>
              </a:ext>
            </a:extLst>
          </p:cNvPr>
          <p:cNvSpPr>
            <a:spLocks noGrp="1"/>
          </p:cNvSpPr>
          <p:nvPr>
            <p:ph type="sldNum" sz="quarter" idx="12"/>
          </p:nvPr>
        </p:nvSpPr>
        <p:spPr/>
        <p:txBody>
          <a:bodyPr/>
          <a:lstStyle/>
          <a:p>
            <a:fld id="{43D8F547-B9A0-4BD7-ADD7-907807ED13A7}" type="slidenum">
              <a:rPr lang="en-US" smtClean="0"/>
              <a:t>‹#›</a:t>
            </a:fld>
            <a:endParaRPr lang="en-US"/>
          </a:p>
        </p:txBody>
      </p:sp>
    </p:spTree>
    <p:extLst>
      <p:ext uri="{BB962C8B-B14F-4D97-AF65-F5344CB8AC3E}">
        <p14:creationId xmlns:p14="http://schemas.microsoft.com/office/powerpoint/2010/main" val="13131395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19C50-3381-5834-CE6E-7931F446977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F797A30-7836-BAF0-9EEA-914841D293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903B973-88F1-D0A2-C890-829BFF5F29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F3D4330-D16E-E647-3A98-A1D38B5BE3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16A2ED-B88E-CACD-3FA0-A0EBBE3D696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997F5AD-3802-C08D-476B-4AA29A96EED5}"/>
              </a:ext>
            </a:extLst>
          </p:cNvPr>
          <p:cNvSpPr>
            <a:spLocks noGrp="1"/>
          </p:cNvSpPr>
          <p:nvPr>
            <p:ph type="dt" sz="half" idx="10"/>
          </p:nvPr>
        </p:nvSpPr>
        <p:spPr/>
        <p:txBody>
          <a:bodyPr/>
          <a:lstStyle/>
          <a:p>
            <a:fld id="{E654D76E-BC91-4C30-BD87-DDEF40A030B9}" type="datetimeFigureOut">
              <a:rPr lang="en-US" smtClean="0"/>
              <a:t>5/14/2026</a:t>
            </a:fld>
            <a:endParaRPr lang="en-US"/>
          </a:p>
        </p:txBody>
      </p:sp>
      <p:sp>
        <p:nvSpPr>
          <p:cNvPr id="8" name="Footer Placeholder 7">
            <a:extLst>
              <a:ext uri="{FF2B5EF4-FFF2-40B4-BE49-F238E27FC236}">
                <a16:creationId xmlns:a16="http://schemas.microsoft.com/office/drawing/2014/main" id="{B2A1C301-3982-FF6E-EB86-AAC4B377BD0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68541B6-9B83-769F-3900-584475469869}"/>
              </a:ext>
            </a:extLst>
          </p:cNvPr>
          <p:cNvSpPr>
            <a:spLocks noGrp="1"/>
          </p:cNvSpPr>
          <p:nvPr>
            <p:ph type="sldNum" sz="quarter" idx="12"/>
          </p:nvPr>
        </p:nvSpPr>
        <p:spPr/>
        <p:txBody>
          <a:bodyPr/>
          <a:lstStyle/>
          <a:p>
            <a:fld id="{43D8F547-B9A0-4BD7-ADD7-907807ED13A7}" type="slidenum">
              <a:rPr lang="en-US" smtClean="0"/>
              <a:t>‹#›</a:t>
            </a:fld>
            <a:endParaRPr lang="en-US"/>
          </a:p>
        </p:txBody>
      </p:sp>
    </p:spTree>
    <p:extLst>
      <p:ext uri="{BB962C8B-B14F-4D97-AF65-F5344CB8AC3E}">
        <p14:creationId xmlns:p14="http://schemas.microsoft.com/office/powerpoint/2010/main" val="102172774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F78C0-7AD4-DD95-FBA0-FB9D2ED120E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0484C53-C830-16FF-51DE-333B4FA941CF}"/>
              </a:ext>
            </a:extLst>
          </p:cNvPr>
          <p:cNvSpPr>
            <a:spLocks noGrp="1"/>
          </p:cNvSpPr>
          <p:nvPr>
            <p:ph type="dt" sz="half" idx="10"/>
          </p:nvPr>
        </p:nvSpPr>
        <p:spPr/>
        <p:txBody>
          <a:bodyPr/>
          <a:lstStyle/>
          <a:p>
            <a:fld id="{E654D76E-BC91-4C30-BD87-DDEF40A030B9}" type="datetimeFigureOut">
              <a:rPr lang="en-US" smtClean="0"/>
              <a:t>5/14/2026</a:t>
            </a:fld>
            <a:endParaRPr lang="en-US"/>
          </a:p>
        </p:txBody>
      </p:sp>
      <p:sp>
        <p:nvSpPr>
          <p:cNvPr id="4" name="Footer Placeholder 3">
            <a:extLst>
              <a:ext uri="{FF2B5EF4-FFF2-40B4-BE49-F238E27FC236}">
                <a16:creationId xmlns:a16="http://schemas.microsoft.com/office/drawing/2014/main" id="{6D4ED537-B3F8-4791-EA63-C8B839BAD2C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F65D6FC-D2D1-B14C-C693-7048F3746413}"/>
              </a:ext>
            </a:extLst>
          </p:cNvPr>
          <p:cNvSpPr>
            <a:spLocks noGrp="1"/>
          </p:cNvSpPr>
          <p:nvPr>
            <p:ph type="sldNum" sz="quarter" idx="12"/>
          </p:nvPr>
        </p:nvSpPr>
        <p:spPr/>
        <p:txBody>
          <a:bodyPr/>
          <a:lstStyle/>
          <a:p>
            <a:fld id="{43D8F547-B9A0-4BD7-ADD7-907807ED13A7}" type="slidenum">
              <a:rPr lang="en-US" smtClean="0"/>
              <a:t>‹#›</a:t>
            </a:fld>
            <a:endParaRPr lang="en-US"/>
          </a:p>
        </p:txBody>
      </p:sp>
    </p:spTree>
    <p:extLst>
      <p:ext uri="{BB962C8B-B14F-4D97-AF65-F5344CB8AC3E}">
        <p14:creationId xmlns:p14="http://schemas.microsoft.com/office/powerpoint/2010/main" val="282792792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DA696D-1132-B417-D230-84ABFE1A0CF7}"/>
              </a:ext>
            </a:extLst>
          </p:cNvPr>
          <p:cNvSpPr>
            <a:spLocks noGrp="1"/>
          </p:cNvSpPr>
          <p:nvPr>
            <p:ph type="dt" sz="half" idx="10"/>
          </p:nvPr>
        </p:nvSpPr>
        <p:spPr/>
        <p:txBody>
          <a:bodyPr/>
          <a:lstStyle/>
          <a:p>
            <a:fld id="{E654D76E-BC91-4C30-BD87-DDEF40A030B9}" type="datetimeFigureOut">
              <a:rPr lang="en-US" smtClean="0"/>
              <a:t>5/14/2026</a:t>
            </a:fld>
            <a:endParaRPr lang="en-US"/>
          </a:p>
        </p:txBody>
      </p:sp>
      <p:sp>
        <p:nvSpPr>
          <p:cNvPr id="3" name="Footer Placeholder 2">
            <a:extLst>
              <a:ext uri="{FF2B5EF4-FFF2-40B4-BE49-F238E27FC236}">
                <a16:creationId xmlns:a16="http://schemas.microsoft.com/office/drawing/2014/main" id="{AB2FFF11-583D-21E0-4CE8-1212D001079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87E85FB-099F-320C-C423-F42AD9546005}"/>
              </a:ext>
            </a:extLst>
          </p:cNvPr>
          <p:cNvSpPr>
            <a:spLocks noGrp="1"/>
          </p:cNvSpPr>
          <p:nvPr>
            <p:ph type="sldNum" sz="quarter" idx="12"/>
          </p:nvPr>
        </p:nvSpPr>
        <p:spPr/>
        <p:txBody>
          <a:bodyPr/>
          <a:lstStyle/>
          <a:p>
            <a:fld id="{43D8F547-B9A0-4BD7-ADD7-907807ED13A7}" type="slidenum">
              <a:rPr lang="en-US" smtClean="0"/>
              <a:t>‹#›</a:t>
            </a:fld>
            <a:endParaRPr lang="en-US"/>
          </a:p>
        </p:txBody>
      </p:sp>
    </p:spTree>
    <p:extLst>
      <p:ext uri="{BB962C8B-B14F-4D97-AF65-F5344CB8AC3E}">
        <p14:creationId xmlns:p14="http://schemas.microsoft.com/office/powerpoint/2010/main" val="264495271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CCF37-47F4-22AA-7C3D-BBB2AC2C74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251A700-8C8D-21A6-ED2A-53451D2C6A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2B61A38-A929-D6E4-DA77-FA816E02E1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6E4195-F205-CEE4-3B03-01D52496D2C7}"/>
              </a:ext>
            </a:extLst>
          </p:cNvPr>
          <p:cNvSpPr>
            <a:spLocks noGrp="1"/>
          </p:cNvSpPr>
          <p:nvPr>
            <p:ph type="dt" sz="half" idx="10"/>
          </p:nvPr>
        </p:nvSpPr>
        <p:spPr/>
        <p:txBody>
          <a:bodyPr/>
          <a:lstStyle/>
          <a:p>
            <a:fld id="{E654D76E-BC91-4C30-BD87-DDEF40A030B9}" type="datetimeFigureOut">
              <a:rPr lang="en-US" smtClean="0"/>
              <a:t>5/14/2026</a:t>
            </a:fld>
            <a:endParaRPr lang="en-US"/>
          </a:p>
        </p:txBody>
      </p:sp>
      <p:sp>
        <p:nvSpPr>
          <p:cNvPr id="6" name="Footer Placeholder 5">
            <a:extLst>
              <a:ext uri="{FF2B5EF4-FFF2-40B4-BE49-F238E27FC236}">
                <a16:creationId xmlns:a16="http://schemas.microsoft.com/office/drawing/2014/main" id="{36967983-372E-B6C7-8131-3D36334D79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6A0575-90DC-4E1C-9546-B8C9F5F1446C}"/>
              </a:ext>
            </a:extLst>
          </p:cNvPr>
          <p:cNvSpPr>
            <a:spLocks noGrp="1"/>
          </p:cNvSpPr>
          <p:nvPr>
            <p:ph type="sldNum" sz="quarter" idx="12"/>
          </p:nvPr>
        </p:nvSpPr>
        <p:spPr/>
        <p:txBody>
          <a:bodyPr/>
          <a:lstStyle/>
          <a:p>
            <a:fld id="{43D8F547-B9A0-4BD7-ADD7-907807ED13A7}" type="slidenum">
              <a:rPr lang="en-US" smtClean="0"/>
              <a:t>‹#›</a:t>
            </a:fld>
            <a:endParaRPr lang="en-US"/>
          </a:p>
        </p:txBody>
      </p:sp>
    </p:spTree>
    <p:extLst>
      <p:ext uri="{BB962C8B-B14F-4D97-AF65-F5344CB8AC3E}">
        <p14:creationId xmlns:p14="http://schemas.microsoft.com/office/powerpoint/2010/main" val="331612318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3B159-20B4-B068-E56F-DB5364265B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D5DFF90-B4F0-EE83-CDE0-E5174BE29F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3801B0-A05C-C3FB-BCFB-7F7B757449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B668A5-E8AB-E852-F141-C336E4587541}"/>
              </a:ext>
            </a:extLst>
          </p:cNvPr>
          <p:cNvSpPr>
            <a:spLocks noGrp="1"/>
          </p:cNvSpPr>
          <p:nvPr>
            <p:ph type="dt" sz="half" idx="10"/>
          </p:nvPr>
        </p:nvSpPr>
        <p:spPr/>
        <p:txBody>
          <a:bodyPr/>
          <a:lstStyle/>
          <a:p>
            <a:fld id="{E654D76E-BC91-4C30-BD87-DDEF40A030B9}" type="datetimeFigureOut">
              <a:rPr lang="en-US" smtClean="0"/>
              <a:t>5/14/2026</a:t>
            </a:fld>
            <a:endParaRPr lang="en-US"/>
          </a:p>
        </p:txBody>
      </p:sp>
      <p:sp>
        <p:nvSpPr>
          <p:cNvPr id="6" name="Footer Placeholder 5">
            <a:extLst>
              <a:ext uri="{FF2B5EF4-FFF2-40B4-BE49-F238E27FC236}">
                <a16:creationId xmlns:a16="http://schemas.microsoft.com/office/drawing/2014/main" id="{BC1EFEBC-C560-D5E5-6F33-80CCAB2390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C37034-21EA-35A2-E0E1-D945DA1CADD1}"/>
              </a:ext>
            </a:extLst>
          </p:cNvPr>
          <p:cNvSpPr>
            <a:spLocks noGrp="1"/>
          </p:cNvSpPr>
          <p:nvPr>
            <p:ph type="sldNum" sz="quarter" idx="12"/>
          </p:nvPr>
        </p:nvSpPr>
        <p:spPr/>
        <p:txBody>
          <a:bodyPr/>
          <a:lstStyle/>
          <a:p>
            <a:fld id="{43D8F547-B9A0-4BD7-ADD7-907807ED13A7}" type="slidenum">
              <a:rPr lang="en-US" smtClean="0"/>
              <a:t>‹#›</a:t>
            </a:fld>
            <a:endParaRPr lang="en-US"/>
          </a:p>
        </p:txBody>
      </p:sp>
    </p:spTree>
    <p:extLst>
      <p:ext uri="{BB962C8B-B14F-4D97-AF65-F5344CB8AC3E}">
        <p14:creationId xmlns:p14="http://schemas.microsoft.com/office/powerpoint/2010/main" val="368309746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062D3-D02F-4868-2106-517B5EB85F4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82FEBAF-061C-7615-18F4-2712630EE2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C4A7EF-1F76-B197-1FD6-7524BEBD1634}"/>
              </a:ext>
            </a:extLst>
          </p:cNvPr>
          <p:cNvSpPr>
            <a:spLocks noGrp="1"/>
          </p:cNvSpPr>
          <p:nvPr>
            <p:ph type="dt" sz="half" idx="10"/>
          </p:nvPr>
        </p:nvSpPr>
        <p:spPr/>
        <p:txBody>
          <a:bodyPr/>
          <a:lstStyle/>
          <a:p>
            <a:fld id="{E654D76E-BC91-4C30-BD87-DDEF40A030B9}" type="datetimeFigureOut">
              <a:rPr lang="en-US" smtClean="0"/>
              <a:t>5/14/2026</a:t>
            </a:fld>
            <a:endParaRPr lang="en-US"/>
          </a:p>
        </p:txBody>
      </p:sp>
      <p:sp>
        <p:nvSpPr>
          <p:cNvPr id="5" name="Footer Placeholder 4">
            <a:extLst>
              <a:ext uri="{FF2B5EF4-FFF2-40B4-BE49-F238E27FC236}">
                <a16:creationId xmlns:a16="http://schemas.microsoft.com/office/drawing/2014/main" id="{45A48B82-CE41-80D0-CEE1-4AFE90DA7B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BAAD4D-9609-CBE3-C5DB-0C969B6B7E63}"/>
              </a:ext>
            </a:extLst>
          </p:cNvPr>
          <p:cNvSpPr>
            <a:spLocks noGrp="1"/>
          </p:cNvSpPr>
          <p:nvPr>
            <p:ph type="sldNum" sz="quarter" idx="12"/>
          </p:nvPr>
        </p:nvSpPr>
        <p:spPr/>
        <p:txBody>
          <a:bodyPr/>
          <a:lstStyle/>
          <a:p>
            <a:fld id="{43D8F547-B9A0-4BD7-ADD7-907807ED13A7}" type="slidenum">
              <a:rPr lang="en-US" smtClean="0"/>
              <a:t>‹#›</a:t>
            </a:fld>
            <a:endParaRPr lang="en-US"/>
          </a:p>
        </p:txBody>
      </p:sp>
    </p:spTree>
    <p:extLst>
      <p:ext uri="{BB962C8B-B14F-4D97-AF65-F5344CB8AC3E}">
        <p14:creationId xmlns:p14="http://schemas.microsoft.com/office/powerpoint/2010/main" val="164771050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EE3B73-EF89-9DD6-A334-939E1A479C5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0DF07F6-4E13-2CD5-FFCC-0EB0761C955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4C8349-B64C-55E7-EFD7-61DB2AD20C04}"/>
              </a:ext>
            </a:extLst>
          </p:cNvPr>
          <p:cNvSpPr>
            <a:spLocks noGrp="1"/>
          </p:cNvSpPr>
          <p:nvPr>
            <p:ph type="dt" sz="half" idx="10"/>
          </p:nvPr>
        </p:nvSpPr>
        <p:spPr/>
        <p:txBody>
          <a:bodyPr/>
          <a:lstStyle/>
          <a:p>
            <a:fld id="{E654D76E-BC91-4C30-BD87-DDEF40A030B9}" type="datetimeFigureOut">
              <a:rPr lang="en-US" smtClean="0"/>
              <a:t>5/14/2026</a:t>
            </a:fld>
            <a:endParaRPr lang="en-US"/>
          </a:p>
        </p:txBody>
      </p:sp>
      <p:sp>
        <p:nvSpPr>
          <p:cNvPr id="5" name="Footer Placeholder 4">
            <a:extLst>
              <a:ext uri="{FF2B5EF4-FFF2-40B4-BE49-F238E27FC236}">
                <a16:creationId xmlns:a16="http://schemas.microsoft.com/office/drawing/2014/main" id="{4990D17C-1EA8-39A1-77A1-A7DC58A464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79DA03-550C-84D9-293B-270DD8E38266}"/>
              </a:ext>
            </a:extLst>
          </p:cNvPr>
          <p:cNvSpPr>
            <a:spLocks noGrp="1"/>
          </p:cNvSpPr>
          <p:nvPr>
            <p:ph type="sldNum" sz="quarter" idx="12"/>
          </p:nvPr>
        </p:nvSpPr>
        <p:spPr/>
        <p:txBody>
          <a:bodyPr/>
          <a:lstStyle/>
          <a:p>
            <a:fld id="{43D8F547-B9A0-4BD7-ADD7-907807ED13A7}" type="slidenum">
              <a:rPr lang="en-US" smtClean="0"/>
              <a:t>‹#›</a:t>
            </a:fld>
            <a:endParaRPr lang="en-US"/>
          </a:p>
        </p:txBody>
      </p:sp>
    </p:spTree>
    <p:extLst>
      <p:ext uri="{BB962C8B-B14F-4D97-AF65-F5344CB8AC3E}">
        <p14:creationId xmlns:p14="http://schemas.microsoft.com/office/powerpoint/2010/main" val="225664937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_Content with Subject Line">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501F3407-B351-47E8-9F28-4EA4D5C49B7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7455"/>
          <a:stretch/>
        </p:blipFill>
        <p:spPr>
          <a:xfrm>
            <a:off x="0" y="6261261"/>
            <a:ext cx="1203184" cy="596739"/>
          </a:xfrm>
          <a:prstGeom prst="rect">
            <a:avLst/>
          </a:prstGeom>
        </p:spPr>
      </p:pic>
      <p:sp>
        <p:nvSpPr>
          <p:cNvPr id="4" name="Slide Number Placeholder 7">
            <a:extLst>
              <a:ext uri="{FF2B5EF4-FFF2-40B4-BE49-F238E27FC236}">
                <a16:creationId xmlns:a16="http://schemas.microsoft.com/office/drawing/2014/main" id="{5C289F63-EAA9-4BD0-93C7-7F4F954A776F}"/>
              </a:ext>
            </a:extLst>
          </p:cNvPr>
          <p:cNvSpPr>
            <a:spLocks noGrp="1"/>
          </p:cNvSpPr>
          <p:nvPr>
            <p:ph type="sldNum" sz="quarter" idx="12"/>
          </p:nvPr>
        </p:nvSpPr>
        <p:spPr bwMode="gray">
          <a:xfrm>
            <a:off x="532448" y="6422157"/>
            <a:ext cx="370522" cy="224625"/>
          </a:xfrm>
        </p:spPr>
        <p:txBody>
          <a:bodyPr/>
          <a:lstStyle>
            <a:lvl1pPr>
              <a:defRPr>
                <a:solidFill>
                  <a:srgbClr val="FFC832"/>
                </a:solidFill>
              </a:defRPr>
            </a:lvl1pPr>
          </a:lstStyle>
          <a:p>
            <a:fld id="{FD5E7EB4-4CDF-47BB-AF16-07782904B863}" type="slidenum">
              <a:rPr lang="en-US" smtClean="0"/>
              <a:pPr/>
              <a:t>‹#›</a:t>
            </a:fld>
            <a:endParaRPr lang="en-US" dirty="0"/>
          </a:p>
        </p:txBody>
      </p:sp>
      <p:sp>
        <p:nvSpPr>
          <p:cNvPr id="6" name="Text Placeholder 5">
            <a:extLst>
              <a:ext uri="{FF2B5EF4-FFF2-40B4-BE49-F238E27FC236}">
                <a16:creationId xmlns:a16="http://schemas.microsoft.com/office/drawing/2014/main" id="{39345B3F-4F68-4DD7-B4DD-9887716EF246}"/>
              </a:ext>
            </a:extLst>
          </p:cNvPr>
          <p:cNvSpPr>
            <a:spLocks noGrp="1"/>
          </p:cNvSpPr>
          <p:nvPr>
            <p:ph type="body" sz="quarter" idx="13" hasCustomPrompt="1"/>
          </p:nvPr>
        </p:nvSpPr>
        <p:spPr>
          <a:xfrm>
            <a:off x="1203184" y="6422159"/>
            <a:ext cx="9746756" cy="224623"/>
          </a:xfrm>
        </p:spPr>
        <p:txBody>
          <a:bodyPr/>
          <a:lstStyle>
            <a:lvl1pPr>
              <a:defRPr sz="800">
                <a:solidFill>
                  <a:srgbClr val="E61E50"/>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03291"/>
                </a:solidFill>
                <a:effectLst/>
                <a:uLnTx/>
                <a:uFillTx/>
                <a:latin typeface="Verdana" panose="020B0604030504040204" pitchFamily="34" charset="0"/>
                <a:ea typeface="Verdana" panose="020B0604030504040204" pitchFamily="34" charset="0"/>
              </a:rPr>
              <a:t>References:</a:t>
            </a:r>
          </a:p>
        </p:txBody>
      </p:sp>
      <p:sp>
        <p:nvSpPr>
          <p:cNvPr id="13" name="Title 4">
            <a:extLst>
              <a:ext uri="{FF2B5EF4-FFF2-40B4-BE49-F238E27FC236}">
                <a16:creationId xmlns:a16="http://schemas.microsoft.com/office/drawing/2014/main" id="{5A9E1DBA-BF4C-4DC5-BDD4-7E26B3379025}"/>
              </a:ext>
            </a:extLst>
          </p:cNvPr>
          <p:cNvSpPr>
            <a:spLocks noGrp="1"/>
          </p:cNvSpPr>
          <p:nvPr>
            <p:ph type="title" hasCustomPrompt="1"/>
          </p:nvPr>
        </p:nvSpPr>
        <p:spPr bwMode="gray">
          <a:xfrm>
            <a:off x="623888" y="562067"/>
            <a:ext cx="10944225" cy="364056"/>
          </a:xfrm>
        </p:spPr>
        <p:txBody>
          <a:bodyPr/>
          <a:lstStyle>
            <a:lvl1pPr>
              <a:defRPr/>
            </a:lvl1pPr>
          </a:lstStyle>
          <a:p>
            <a:r>
              <a:rPr lang="en-US" dirty="0"/>
              <a:t>Insert slide title here (max. 2 lines | max. 1 line with Action Title)</a:t>
            </a:r>
          </a:p>
        </p:txBody>
      </p:sp>
      <p:pic>
        <p:nvPicPr>
          <p:cNvPr id="3" name="Picture 2">
            <a:extLst>
              <a:ext uri="{FF2B5EF4-FFF2-40B4-BE49-F238E27FC236}">
                <a16:creationId xmlns:a16="http://schemas.microsoft.com/office/drawing/2014/main" id="{12AF1174-5768-4F6F-B4F4-0DE07CD217B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106488"/>
            <a:ext cx="474380" cy="1087503"/>
          </a:xfrm>
          <a:prstGeom prst="rect">
            <a:avLst/>
          </a:prstGeom>
        </p:spPr>
      </p:pic>
    </p:spTree>
    <p:extLst>
      <p:ext uri="{BB962C8B-B14F-4D97-AF65-F5344CB8AC3E}">
        <p14:creationId xmlns:p14="http://schemas.microsoft.com/office/powerpoint/2010/main" val="268141960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3DB594F-BA72-C2A6-012B-06DAB414C57E}"/>
              </a:ext>
            </a:extLst>
          </p:cNvPr>
          <p:cNvPicPr>
            <a:picLocks noChangeAspect="1"/>
          </p:cNvPicPr>
          <p:nvPr userDrawn="1"/>
        </p:nvPicPr>
        <p:blipFill>
          <a:blip r:embed="rId2"/>
          <a:stretch>
            <a:fillRect/>
          </a:stretch>
        </p:blipFill>
        <p:spPr>
          <a:xfrm>
            <a:off x="0" y="6286500"/>
            <a:ext cx="12192000" cy="571500"/>
          </a:xfrm>
          <a:prstGeom prst="rect">
            <a:avLst/>
          </a:prstGeom>
        </p:spPr>
      </p:pic>
      <p:sp>
        <p:nvSpPr>
          <p:cNvPr id="2" name="Title 1">
            <a:extLst>
              <a:ext uri="{FF2B5EF4-FFF2-40B4-BE49-F238E27FC236}">
                <a16:creationId xmlns:a16="http://schemas.microsoft.com/office/drawing/2014/main" id="{E16B40C4-DC97-1149-22DD-19F4B3F97D18}"/>
              </a:ext>
            </a:extLst>
          </p:cNvPr>
          <p:cNvSpPr>
            <a:spLocks noGrp="1"/>
          </p:cNvSpPr>
          <p:nvPr>
            <p:ph type="title" hasCustomPrompt="1"/>
          </p:nvPr>
        </p:nvSpPr>
        <p:spPr>
          <a:xfrm>
            <a:off x="838200" y="440792"/>
            <a:ext cx="10083800" cy="388938"/>
          </a:xfrm>
        </p:spPr>
        <p:txBody>
          <a:bodyPr lIns="0" tIns="0" rIns="0" bIns="0" anchor="t">
            <a:normAutofit/>
          </a:bodyPr>
          <a:lstStyle>
            <a:lvl1pPr marL="0" algn="l" defTabSz="914400" rtl="0" eaLnBrk="1" latinLnBrk="0" hangingPunct="1">
              <a:lnSpc>
                <a:spcPct val="90000"/>
              </a:lnSpc>
              <a:spcBef>
                <a:spcPct val="0"/>
              </a:spcBef>
              <a:buNone/>
              <a:defRPr lang="en-LB" sz="3000" kern="1200" dirty="0">
                <a:solidFill>
                  <a:srgbClr val="E61D4F"/>
                </a:solidFill>
                <a:latin typeface="Merck" panose="02060803030401040103" pitchFamily="18" charset="77"/>
                <a:ea typeface="+mj-ea"/>
                <a:cs typeface="+mj-cs"/>
              </a:defRPr>
            </a:lvl1pPr>
          </a:lstStyle>
          <a:p>
            <a:r>
              <a:rPr lang="en-US" dirty="0"/>
              <a:t>TITLE GOES HERE</a:t>
            </a:r>
            <a:endParaRPr lang="en-LB" dirty="0"/>
          </a:p>
        </p:txBody>
      </p:sp>
      <p:sp>
        <p:nvSpPr>
          <p:cNvPr id="3" name="Content Placeholder 2">
            <a:extLst>
              <a:ext uri="{FF2B5EF4-FFF2-40B4-BE49-F238E27FC236}">
                <a16:creationId xmlns:a16="http://schemas.microsoft.com/office/drawing/2014/main" id="{0B52E5E2-CAAD-C24E-E559-8C3B5175E77F}"/>
              </a:ext>
            </a:extLst>
          </p:cNvPr>
          <p:cNvSpPr>
            <a:spLocks noGrp="1"/>
          </p:cNvSpPr>
          <p:nvPr>
            <p:ph idx="1"/>
          </p:nvPr>
        </p:nvSpPr>
        <p:spPr>
          <a:xfrm>
            <a:off x="838200" y="1439282"/>
            <a:ext cx="5257800" cy="4740850"/>
          </a:xfrm>
        </p:spPr>
        <p:txBody>
          <a:bodyPr/>
          <a:lstStyle>
            <a:lvl1pPr>
              <a:defRPr b="0" i="0">
                <a:latin typeface="Verdana" panose="020B0604030504040204" pitchFamily="34" charset="0"/>
                <a:ea typeface="Verdana" panose="020B0604030504040204" pitchFamily="34" charset="0"/>
                <a:cs typeface="Verdana" panose="020B0604030504040204" pitchFamily="34" charset="0"/>
              </a:defRPr>
            </a:lvl1pPr>
            <a:lvl2pPr>
              <a:defRPr b="0" i="0">
                <a:latin typeface="Verdana" panose="020B0604030504040204" pitchFamily="34" charset="0"/>
                <a:ea typeface="Verdana" panose="020B0604030504040204" pitchFamily="34" charset="0"/>
                <a:cs typeface="Verdana" panose="020B0604030504040204" pitchFamily="34" charset="0"/>
              </a:defRPr>
            </a:lvl2pPr>
            <a:lvl3pPr>
              <a:defRPr b="0" i="0">
                <a:latin typeface="Verdana" panose="020B0604030504040204" pitchFamily="34" charset="0"/>
                <a:ea typeface="Verdana" panose="020B0604030504040204" pitchFamily="34" charset="0"/>
                <a:cs typeface="Verdana" panose="020B0604030504040204" pitchFamily="34" charset="0"/>
              </a:defRPr>
            </a:lvl3pPr>
            <a:lvl4pPr>
              <a:defRPr b="0" i="0">
                <a:latin typeface="Verdana" panose="020B0604030504040204" pitchFamily="34" charset="0"/>
                <a:ea typeface="Verdana" panose="020B0604030504040204" pitchFamily="34" charset="0"/>
                <a:cs typeface="Verdana" panose="020B0604030504040204" pitchFamily="34" charset="0"/>
              </a:defRPr>
            </a:lvl4pPr>
            <a:lvl5pPr>
              <a:defRPr b="0" i="0">
                <a:latin typeface="Verdana" panose="020B0604030504040204" pitchFamily="34" charset="0"/>
                <a:ea typeface="Verdana" panose="020B0604030504040204" pitchFamily="34" charset="0"/>
                <a:cs typeface="Verdan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LB" dirty="0"/>
          </a:p>
        </p:txBody>
      </p:sp>
      <p:pic>
        <p:nvPicPr>
          <p:cNvPr id="12" name="Picture 11" descr="A yellow lines on a black background&#10;&#10;AI-generated content may be incorrect.">
            <a:extLst>
              <a:ext uri="{FF2B5EF4-FFF2-40B4-BE49-F238E27FC236}">
                <a16:creationId xmlns:a16="http://schemas.microsoft.com/office/drawing/2014/main" id="{716BE581-591E-FF28-FE96-C0A113CD2BD1}"/>
              </a:ext>
            </a:extLst>
          </p:cNvPr>
          <p:cNvPicPr>
            <a:picLocks noChangeAspect="1"/>
          </p:cNvPicPr>
          <p:nvPr userDrawn="1"/>
        </p:nvPicPr>
        <p:blipFill>
          <a:blip r:embed="rId3"/>
          <a:stretch>
            <a:fillRect/>
          </a:stretch>
        </p:blipFill>
        <p:spPr>
          <a:xfrm>
            <a:off x="11103041" y="0"/>
            <a:ext cx="1088959" cy="2133600"/>
          </a:xfrm>
          <a:prstGeom prst="rect">
            <a:avLst/>
          </a:prstGeom>
        </p:spPr>
      </p:pic>
      <p:pic>
        <p:nvPicPr>
          <p:cNvPr id="14" name="Picture 13" descr="A close up of a black and pink background&#10;&#10;AI-generated content may be incorrect.">
            <a:extLst>
              <a:ext uri="{FF2B5EF4-FFF2-40B4-BE49-F238E27FC236}">
                <a16:creationId xmlns:a16="http://schemas.microsoft.com/office/drawing/2014/main" id="{C9A8639A-7C60-8798-91AE-DE4626FC1536}"/>
              </a:ext>
            </a:extLst>
          </p:cNvPr>
          <p:cNvPicPr>
            <a:picLocks noChangeAspect="1"/>
          </p:cNvPicPr>
          <p:nvPr userDrawn="1"/>
        </p:nvPicPr>
        <p:blipFill>
          <a:blip r:embed="rId4"/>
          <a:stretch>
            <a:fillRect/>
          </a:stretch>
        </p:blipFill>
        <p:spPr>
          <a:xfrm>
            <a:off x="0" y="0"/>
            <a:ext cx="838200" cy="1470074"/>
          </a:xfrm>
          <a:prstGeom prst="rect">
            <a:avLst/>
          </a:prstGeom>
        </p:spPr>
      </p:pic>
      <p:sp>
        <p:nvSpPr>
          <p:cNvPr id="17" name="Text Placeholder 16">
            <a:extLst>
              <a:ext uri="{FF2B5EF4-FFF2-40B4-BE49-F238E27FC236}">
                <a16:creationId xmlns:a16="http://schemas.microsoft.com/office/drawing/2014/main" id="{523F0FBB-93FE-70EF-39B3-0E9B2B3400DC}"/>
              </a:ext>
            </a:extLst>
          </p:cNvPr>
          <p:cNvSpPr>
            <a:spLocks noGrp="1"/>
          </p:cNvSpPr>
          <p:nvPr>
            <p:ph type="body" sz="quarter" idx="10" hasCustomPrompt="1"/>
          </p:nvPr>
        </p:nvSpPr>
        <p:spPr>
          <a:xfrm>
            <a:off x="838199" y="829731"/>
            <a:ext cx="10083799" cy="388938"/>
          </a:xfrm>
        </p:spPr>
        <p:txBody>
          <a:bodyPr lIns="0" tIns="0" rIns="0" bIns="0">
            <a:normAutofit/>
          </a:bodyPr>
          <a:lstStyle>
            <a:lvl1pPr marL="0" indent="0">
              <a:buNone/>
              <a:defRPr sz="2200" b="0" i="0">
                <a:solidFill>
                  <a:srgbClr val="96D7D3"/>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SUBTITLE GOES HERE</a:t>
            </a:r>
          </a:p>
        </p:txBody>
      </p:sp>
      <p:sp>
        <p:nvSpPr>
          <p:cNvPr id="7" name="Content Placeholder 6">
            <a:extLst>
              <a:ext uri="{FF2B5EF4-FFF2-40B4-BE49-F238E27FC236}">
                <a16:creationId xmlns:a16="http://schemas.microsoft.com/office/drawing/2014/main" id="{3945BFC2-98A3-FE09-D99A-0D6FF2134B53}"/>
              </a:ext>
            </a:extLst>
          </p:cNvPr>
          <p:cNvSpPr>
            <a:spLocks noGrp="1"/>
          </p:cNvSpPr>
          <p:nvPr>
            <p:ph sz="quarter" idx="11"/>
          </p:nvPr>
        </p:nvSpPr>
        <p:spPr>
          <a:xfrm>
            <a:off x="6285508" y="1439863"/>
            <a:ext cx="5457230" cy="4740275"/>
          </a:xfrm>
        </p:spPr>
        <p:txBody>
          <a:bodyPr/>
          <a:lstStyle>
            <a:lvl1pPr>
              <a:defRPr b="0" i="0">
                <a:latin typeface="Verdana" panose="020B0604030504040204" pitchFamily="34" charset="0"/>
                <a:ea typeface="Verdana" panose="020B0604030504040204" pitchFamily="34" charset="0"/>
                <a:cs typeface="Verdana" panose="020B0604030504040204" pitchFamily="34" charset="0"/>
              </a:defRPr>
            </a:lvl1pPr>
            <a:lvl2pPr>
              <a:defRPr b="0" i="0">
                <a:latin typeface="Verdana" panose="020B0604030504040204" pitchFamily="34" charset="0"/>
                <a:ea typeface="Verdana" panose="020B0604030504040204" pitchFamily="34" charset="0"/>
                <a:cs typeface="Verdana" panose="020B0604030504040204" pitchFamily="34" charset="0"/>
              </a:defRPr>
            </a:lvl2pPr>
            <a:lvl3pPr>
              <a:defRPr b="0" i="0">
                <a:latin typeface="Verdana" panose="020B0604030504040204" pitchFamily="34" charset="0"/>
                <a:ea typeface="Verdana" panose="020B0604030504040204" pitchFamily="34" charset="0"/>
                <a:cs typeface="Verdana" panose="020B0604030504040204" pitchFamily="34" charset="0"/>
              </a:defRPr>
            </a:lvl3pPr>
            <a:lvl4pPr>
              <a:defRPr b="0" i="0">
                <a:latin typeface="Verdana" panose="020B0604030504040204" pitchFamily="34" charset="0"/>
                <a:ea typeface="Verdana" panose="020B0604030504040204" pitchFamily="34" charset="0"/>
                <a:cs typeface="Verdana" panose="020B0604030504040204" pitchFamily="34" charset="0"/>
              </a:defRPr>
            </a:lvl4pPr>
            <a:lvl5pPr>
              <a:defRPr b="0" i="0">
                <a:latin typeface="Verdana" panose="020B0604030504040204" pitchFamily="34" charset="0"/>
                <a:ea typeface="Verdana" panose="020B0604030504040204" pitchFamily="34" charset="0"/>
                <a:cs typeface="Verdan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LB" dirty="0"/>
          </a:p>
        </p:txBody>
      </p:sp>
    </p:spTree>
    <p:extLst>
      <p:ext uri="{BB962C8B-B14F-4D97-AF65-F5344CB8AC3E}">
        <p14:creationId xmlns:p14="http://schemas.microsoft.com/office/powerpoint/2010/main" val="147472769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4_Titolo">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CB3F57C-78AC-754B-B22A-C707C825260A}"/>
              </a:ext>
            </a:extLst>
          </p:cNvPr>
          <p:cNvPicPr>
            <a:picLocks noChangeAspect="1"/>
          </p:cNvPicPr>
          <p:nvPr userDrawn="1"/>
        </p:nvPicPr>
        <p:blipFill>
          <a:blip r:embed="rId2"/>
          <a:stretch>
            <a:fillRect/>
          </a:stretch>
        </p:blipFill>
        <p:spPr>
          <a:xfrm>
            <a:off x="0" y="159604"/>
            <a:ext cx="533304" cy="980502"/>
          </a:xfrm>
          <a:prstGeom prst="rect">
            <a:avLst/>
          </a:prstGeom>
        </p:spPr>
      </p:pic>
      <p:sp>
        <p:nvSpPr>
          <p:cNvPr id="8" name="Text Placeholder 3">
            <a:extLst>
              <a:ext uri="{FF2B5EF4-FFF2-40B4-BE49-F238E27FC236}">
                <a16:creationId xmlns:a16="http://schemas.microsoft.com/office/drawing/2014/main" id="{836EBD35-A83D-224B-BAA9-63A573478886}"/>
              </a:ext>
            </a:extLst>
          </p:cNvPr>
          <p:cNvSpPr>
            <a:spLocks noGrp="1"/>
          </p:cNvSpPr>
          <p:nvPr>
            <p:ph type="body" sz="quarter" idx="11" hasCustomPrompt="1"/>
          </p:nvPr>
        </p:nvSpPr>
        <p:spPr>
          <a:xfrm>
            <a:off x="637038" y="466499"/>
            <a:ext cx="10494788" cy="366712"/>
          </a:xfrm>
        </p:spPr>
        <p:txBody>
          <a:bodyPr>
            <a:noAutofit/>
          </a:bodyPr>
          <a:lstStyle>
            <a:lvl1pPr marL="0" indent="0">
              <a:buNone/>
              <a:defRPr sz="2000" b="1">
                <a:solidFill>
                  <a:srgbClr val="503292"/>
                </a:solidFill>
                <a:latin typeface="Verdana" panose="020B0604030504040204" pitchFamily="34" charset="0"/>
                <a:ea typeface="Verdana" panose="020B0604030504040204" pitchFamily="34" charset="0"/>
                <a:cs typeface="Verdana" panose="020B0604030504040204" pitchFamily="34" charset="0"/>
              </a:defRPr>
            </a:lvl1pPr>
          </a:lstStyle>
          <a:p>
            <a:r>
              <a:rPr lang="en-LB" dirty="0"/>
              <a:t>Subtitle Goes Here</a:t>
            </a:r>
          </a:p>
        </p:txBody>
      </p:sp>
    </p:spTree>
    <p:extLst>
      <p:ext uri="{BB962C8B-B14F-4D97-AF65-F5344CB8AC3E}">
        <p14:creationId xmlns:p14="http://schemas.microsoft.com/office/powerpoint/2010/main" val="85160726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29650-DC63-C6AE-269C-D6CF935CA3F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ru-RU"/>
          </a:p>
        </p:txBody>
      </p:sp>
      <p:sp>
        <p:nvSpPr>
          <p:cNvPr id="3" name="Subtitle 2">
            <a:extLst>
              <a:ext uri="{FF2B5EF4-FFF2-40B4-BE49-F238E27FC236}">
                <a16:creationId xmlns:a16="http://schemas.microsoft.com/office/drawing/2014/main" id="{46D61C95-AFA9-F140-9EA7-68801BD455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ru-RU"/>
          </a:p>
        </p:txBody>
      </p:sp>
      <p:sp>
        <p:nvSpPr>
          <p:cNvPr id="4" name="Date Placeholder 3">
            <a:extLst>
              <a:ext uri="{FF2B5EF4-FFF2-40B4-BE49-F238E27FC236}">
                <a16:creationId xmlns:a16="http://schemas.microsoft.com/office/drawing/2014/main" id="{79C8D3BE-61D9-7D64-2C9A-18C28CEFE963}"/>
              </a:ext>
            </a:extLst>
          </p:cNvPr>
          <p:cNvSpPr>
            <a:spLocks noGrp="1"/>
          </p:cNvSpPr>
          <p:nvPr>
            <p:ph type="dt" sz="half" idx="10"/>
          </p:nvPr>
        </p:nvSpPr>
        <p:spPr/>
        <p:txBody>
          <a:bodyPr/>
          <a:lstStyle/>
          <a:p>
            <a:fld id="{D8396F77-D49E-467F-B134-58B7604C1329}" type="datetimeFigureOut">
              <a:rPr lang="ru-RU" smtClean="0"/>
              <a:t>14.05.2026</a:t>
            </a:fld>
            <a:endParaRPr lang="ru-RU"/>
          </a:p>
        </p:txBody>
      </p:sp>
      <p:sp>
        <p:nvSpPr>
          <p:cNvPr id="5" name="Footer Placeholder 4">
            <a:extLst>
              <a:ext uri="{FF2B5EF4-FFF2-40B4-BE49-F238E27FC236}">
                <a16:creationId xmlns:a16="http://schemas.microsoft.com/office/drawing/2014/main" id="{9E2BB709-0646-C081-937B-491FA851D840}"/>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9F543F7F-BBCA-4C0B-5691-3030B203465E}"/>
              </a:ext>
            </a:extLst>
          </p:cNvPr>
          <p:cNvSpPr>
            <a:spLocks noGrp="1"/>
          </p:cNvSpPr>
          <p:nvPr>
            <p:ph type="sldNum" sz="quarter" idx="12"/>
          </p:nvPr>
        </p:nvSpPr>
        <p:spPr/>
        <p:txBody>
          <a:bodyPr/>
          <a:lstStyle/>
          <a:p>
            <a:fld id="{A8BD98C1-5E4A-4FB0-BE45-8ACE47EAF06E}" type="slidenum">
              <a:rPr lang="ru-RU" smtClean="0"/>
              <a:t>‹#›</a:t>
            </a:fld>
            <a:endParaRPr lang="ru-RU"/>
          </a:p>
        </p:txBody>
      </p:sp>
    </p:spTree>
    <p:extLst>
      <p:ext uri="{BB962C8B-B14F-4D97-AF65-F5344CB8AC3E}">
        <p14:creationId xmlns:p14="http://schemas.microsoft.com/office/powerpoint/2010/main" val="385885921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07B61-A701-2BB6-C0DC-F8EE76433400}"/>
              </a:ext>
            </a:extLst>
          </p:cNvPr>
          <p:cNvSpPr>
            <a:spLocks noGrp="1"/>
          </p:cNvSpPr>
          <p:nvPr>
            <p:ph type="title"/>
          </p:nvPr>
        </p:nvSpPr>
        <p:spPr/>
        <p:txBody>
          <a:bodyPr/>
          <a:lstStyle/>
          <a:p>
            <a:r>
              <a:rPr lang="en-US"/>
              <a:t>Click to edit Master title style</a:t>
            </a:r>
            <a:endParaRPr lang="ru-RU"/>
          </a:p>
        </p:txBody>
      </p:sp>
      <p:sp>
        <p:nvSpPr>
          <p:cNvPr id="3" name="Content Placeholder 2">
            <a:extLst>
              <a:ext uri="{FF2B5EF4-FFF2-40B4-BE49-F238E27FC236}">
                <a16:creationId xmlns:a16="http://schemas.microsoft.com/office/drawing/2014/main" id="{7D63B781-55B4-E40F-1CDB-86EC0EDBBD8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85FD6D7B-54B1-7AE0-31C9-3F206BD7A394}"/>
              </a:ext>
            </a:extLst>
          </p:cNvPr>
          <p:cNvSpPr>
            <a:spLocks noGrp="1"/>
          </p:cNvSpPr>
          <p:nvPr>
            <p:ph type="dt" sz="half" idx="10"/>
          </p:nvPr>
        </p:nvSpPr>
        <p:spPr/>
        <p:txBody>
          <a:bodyPr/>
          <a:lstStyle/>
          <a:p>
            <a:fld id="{D8396F77-D49E-467F-B134-58B7604C1329}" type="datetimeFigureOut">
              <a:rPr lang="ru-RU" smtClean="0"/>
              <a:t>14.05.2026</a:t>
            </a:fld>
            <a:endParaRPr lang="ru-RU"/>
          </a:p>
        </p:txBody>
      </p:sp>
      <p:sp>
        <p:nvSpPr>
          <p:cNvPr id="5" name="Footer Placeholder 4">
            <a:extLst>
              <a:ext uri="{FF2B5EF4-FFF2-40B4-BE49-F238E27FC236}">
                <a16:creationId xmlns:a16="http://schemas.microsoft.com/office/drawing/2014/main" id="{3BF23907-C8DD-E445-5784-40CF7F4707AB}"/>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2A3D1198-90C2-0C8B-48CD-AC2388EF4174}"/>
              </a:ext>
            </a:extLst>
          </p:cNvPr>
          <p:cNvSpPr>
            <a:spLocks noGrp="1"/>
          </p:cNvSpPr>
          <p:nvPr>
            <p:ph type="sldNum" sz="quarter" idx="12"/>
          </p:nvPr>
        </p:nvSpPr>
        <p:spPr/>
        <p:txBody>
          <a:bodyPr/>
          <a:lstStyle/>
          <a:p>
            <a:fld id="{A8BD98C1-5E4A-4FB0-BE45-8ACE47EAF06E}" type="slidenum">
              <a:rPr lang="ru-RU" smtClean="0"/>
              <a:t>‹#›</a:t>
            </a:fld>
            <a:endParaRPr lang="ru-RU"/>
          </a:p>
        </p:txBody>
      </p:sp>
    </p:spTree>
    <p:extLst>
      <p:ext uri="{BB962C8B-B14F-4D97-AF65-F5344CB8AC3E}">
        <p14:creationId xmlns:p14="http://schemas.microsoft.com/office/powerpoint/2010/main" val="14163886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7075D-B0F6-DBA9-2CB5-98888D2D1B2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ru-RU"/>
          </a:p>
        </p:txBody>
      </p:sp>
      <p:sp>
        <p:nvSpPr>
          <p:cNvPr id="3" name="Text Placeholder 2">
            <a:extLst>
              <a:ext uri="{FF2B5EF4-FFF2-40B4-BE49-F238E27FC236}">
                <a16:creationId xmlns:a16="http://schemas.microsoft.com/office/drawing/2014/main" id="{8CEDD581-BA0A-5410-92B4-813AFD5FFA4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B2CDC6-0F4C-B64C-0315-72B54F0D8B24}"/>
              </a:ext>
            </a:extLst>
          </p:cNvPr>
          <p:cNvSpPr>
            <a:spLocks noGrp="1"/>
          </p:cNvSpPr>
          <p:nvPr>
            <p:ph type="dt" sz="half" idx="10"/>
          </p:nvPr>
        </p:nvSpPr>
        <p:spPr/>
        <p:txBody>
          <a:bodyPr/>
          <a:lstStyle/>
          <a:p>
            <a:fld id="{D8396F77-D49E-467F-B134-58B7604C1329}" type="datetimeFigureOut">
              <a:rPr lang="ru-RU" smtClean="0"/>
              <a:t>14.05.2026</a:t>
            </a:fld>
            <a:endParaRPr lang="ru-RU"/>
          </a:p>
        </p:txBody>
      </p:sp>
      <p:sp>
        <p:nvSpPr>
          <p:cNvPr id="5" name="Footer Placeholder 4">
            <a:extLst>
              <a:ext uri="{FF2B5EF4-FFF2-40B4-BE49-F238E27FC236}">
                <a16:creationId xmlns:a16="http://schemas.microsoft.com/office/drawing/2014/main" id="{6E53CC73-C042-EF40-439B-8EE708473496}"/>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7E189A20-681E-AF12-2354-7B8F73C70D1C}"/>
              </a:ext>
            </a:extLst>
          </p:cNvPr>
          <p:cNvSpPr>
            <a:spLocks noGrp="1"/>
          </p:cNvSpPr>
          <p:nvPr>
            <p:ph type="sldNum" sz="quarter" idx="12"/>
          </p:nvPr>
        </p:nvSpPr>
        <p:spPr/>
        <p:txBody>
          <a:bodyPr/>
          <a:lstStyle/>
          <a:p>
            <a:fld id="{A8BD98C1-5E4A-4FB0-BE45-8ACE47EAF06E}" type="slidenum">
              <a:rPr lang="ru-RU" smtClean="0"/>
              <a:t>‹#›</a:t>
            </a:fld>
            <a:endParaRPr lang="ru-RU"/>
          </a:p>
        </p:txBody>
      </p:sp>
    </p:spTree>
    <p:extLst>
      <p:ext uri="{BB962C8B-B14F-4D97-AF65-F5344CB8AC3E}">
        <p14:creationId xmlns:p14="http://schemas.microsoft.com/office/powerpoint/2010/main" val="363234575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5B654-F97E-E1E8-999F-A0EA201B1C2E}"/>
              </a:ext>
            </a:extLst>
          </p:cNvPr>
          <p:cNvSpPr>
            <a:spLocks noGrp="1"/>
          </p:cNvSpPr>
          <p:nvPr>
            <p:ph type="title"/>
          </p:nvPr>
        </p:nvSpPr>
        <p:spPr/>
        <p:txBody>
          <a:bodyPr/>
          <a:lstStyle/>
          <a:p>
            <a:r>
              <a:rPr lang="en-US"/>
              <a:t>Click to edit Master title style</a:t>
            </a:r>
            <a:endParaRPr lang="ru-RU"/>
          </a:p>
        </p:txBody>
      </p:sp>
      <p:sp>
        <p:nvSpPr>
          <p:cNvPr id="3" name="Content Placeholder 2">
            <a:extLst>
              <a:ext uri="{FF2B5EF4-FFF2-40B4-BE49-F238E27FC236}">
                <a16:creationId xmlns:a16="http://schemas.microsoft.com/office/drawing/2014/main" id="{2675556F-F807-6C16-2605-2205076A90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Content Placeholder 3">
            <a:extLst>
              <a:ext uri="{FF2B5EF4-FFF2-40B4-BE49-F238E27FC236}">
                <a16:creationId xmlns:a16="http://schemas.microsoft.com/office/drawing/2014/main" id="{E04485E7-8DAD-56CD-3D75-1381216750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Date Placeholder 4">
            <a:extLst>
              <a:ext uri="{FF2B5EF4-FFF2-40B4-BE49-F238E27FC236}">
                <a16:creationId xmlns:a16="http://schemas.microsoft.com/office/drawing/2014/main" id="{39F60D8E-3A7A-F88E-324F-5A5C3E604879}"/>
              </a:ext>
            </a:extLst>
          </p:cNvPr>
          <p:cNvSpPr>
            <a:spLocks noGrp="1"/>
          </p:cNvSpPr>
          <p:nvPr>
            <p:ph type="dt" sz="half" idx="10"/>
          </p:nvPr>
        </p:nvSpPr>
        <p:spPr/>
        <p:txBody>
          <a:bodyPr/>
          <a:lstStyle/>
          <a:p>
            <a:fld id="{D8396F77-D49E-467F-B134-58B7604C1329}" type="datetimeFigureOut">
              <a:rPr lang="ru-RU" smtClean="0"/>
              <a:t>14.05.2026</a:t>
            </a:fld>
            <a:endParaRPr lang="ru-RU"/>
          </a:p>
        </p:txBody>
      </p:sp>
      <p:sp>
        <p:nvSpPr>
          <p:cNvPr id="6" name="Footer Placeholder 5">
            <a:extLst>
              <a:ext uri="{FF2B5EF4-FFF2-40B4-BE49-F238E27FC236}">
                <a16:creationId xmlns:a16="http://schemas.microsoft.com/office/drawing/2014/main" id="{E0F39F2C-BE9C-4D22-85E3-705A6FAA868E}"/>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BBF72C7C-9A89-00BE-6415-6415DC4952A3}"/>
              </a:ext>
            </a:extLst>
          </p:cNvPr>
          <p:cNvSpPr>
            <a:spLocks noGrp="1"/>
          </p:cNvSpPr>
          <p:nvPr>
            <p:ph type="sldNum" sz="quarter" idx="12"/>
          </p:nvPr>
        </p:nvSpPr>
        <p:spPr/>
        <p:txBody>
          <a:bodyPr/>
          <a:lstStyle/>
          <a:p>
            <a:fld id="{A8BD98C1-5E4A-4FB0-BE45-8ACE47EAF06E}" type="slidenum">
              <a:rPr lang="ru-RU" smtClean="0"/>
              <a:t>‹#›</a:t>
            </a:fld>
            <a:endParaRPr lang="ru-RU"/>
          </a:p>
        </p:txBody>
      </p:sp>
    </p:spTree>
    <p:extLst>
      <p:ext uri="{BB962C8B-B14F-4D97-AF65-F5344CB8AC3E}">
        <p14:creationId xmlns:p14="http://schemas.microsoft.com/office/powerpoint/2010/main" val="190054392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2808C-76B6-E1CF-4F30-612ACFCB7E6A}"/>
              </a:ext>
            </a:extLst>
          </p:cNvPr>
          <p:cNvSpPr>
            <a:spLocks noGrp="1"/>
          </p:cNvSpPr>
          <p:nvPr>
            <p:ph type="title"/>
          </p:nvPr>
        </p:nvSpPr>
        <p:spPr>
          <a:xfrm>
            <a:off x="839788" y="365125"/>
            <a:ext cx="10515600" cy="1325563"/>
          </a:xfrm>
        </p:spPr>
        <p:txBody>
          <a:bodyPr/>
          <a:lstStyle/>
          <a:p>
            <a:r>
              <a:rPr lang="en-US"/>
              <a:t>Click to edit Master title style</a:t>
            </a:r>
            <a:endParaRPr lang="ru-RU"/>
          </a:p>
        </p:txBody>
      </p:sp>
      <p:sp>
        <p:nvSpPr>
          <p:cNvPr id="3" name="Text Placeholder 2">
            <a:extLst>
              <a:ext uri="{FF2B5EF4-FFF2-40B4-BE49-F238E27FC236}">
                <a16:creationId xmlns:a16="http://schemas.microsoft.com/office/drawing/2014/main" id="{CFCDB34F-A77F-61FD-7D1A-04DDC55164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055043A-BDFD-A048-5B26-559C8E2A413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Text Placeholder 4">
            <a:extLst>
              <a:ext uri="{FF2B5EF4-FFF2-40B4-BE49-F238E27FC236}">
                <a16:creationId xmlns:a16="http://schemas.microsoft.com/office/drawing/2014/main" id="{253A6E18-9B7D-87A7-836C-1E2A1C7CD9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023BC4-0647-8BB1-80AE-7482DA5DFBF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7" name="Date Placeholder 6">
            <a:extLst>
              <a:ext uri="{FF2B5EF4-FFF2-40B4-BE49-F238E27FC236}">
                <a16:creationId xmlns:a16="http://schemas.microsoft.com/office/drawing/2014/main" id="{F05DF568-6679-A350-B93E-D1B0F2FD3DBA}"/>
              </a:ext>
            </a:extLst>
          </p:cNvPr>
          <p:cNvSpPr>
            <a:spLocks noGrp="1"/>
          </p:cNvSpPr>
          <p:nvPr>
            <p:ph type="dt" sz="half" idx="10"/>
          </p:nvPr>
        </p:nvSpPr>
        <p:spPr/>
        <p:txBody>
          <a:bodyPr/>
          <a:lstStyle/>
          <a:p>
            <a:fld id="{D8396F77-D49E-467F-B134-58B7604C1329}" type="datetimeFigureOut">
              <a:rPr lang="ru-RU" smtClean="0"/>
              <a:t>14.05.2026</a:t>
            </a:fld>
            <a:endParaRPr lang="ru-RU"/>
          </a:p>
        </p:txBody>
      </p:sp>
      <p:sp>
        <p:nvSpPr>
          <p:cNvPr id="8" name="Footer Placeholder 7">
            <a:extLst>
              <a:ext uri="{FF2B5EF4-FFF2-40B4-BE49-F238E27FC236}">
                <a16:creationId xmlns:a16="http://schemas.microsoft.com/office/drawing/2014/main" id="{AA344E2D-6E3E-7094-7B87-D55AA16E67FB}"/>
              </a:ext>
            </a:extLst>
          </p:cNvPr>
          <p:cNvSpPr>
            <a:spLocks noGrp="1"/>
          </p:cNvSpPr>
          <p:nvPr>
            <p:ph type="ftr" sz="quarter" idx="11"/>
          </p:nvPr>
        </p:nvSpPr>
        <p:spPr/>
        <p:txBody>
          <a:bodyPr/>
          <a:lstStyle/>
          <a:p>
            <a:endParaRPr lang="ru-RU"/>
          </a:p>
        </p:txBody>
      </p:sp>
      <p:sp>
        <p:nvSpPr>
          <p:cNvPr id="9" name="Slide Number Placeholder 8">
            <a:extLst>
              <a:ext uri="{FF2B5EF4-FFF2-40B4-BE49-F238E27FC236}">
                <a16:creationId xmlns:a16="http://schemas.microsoft.com/office/drawing/2014/main" id="{0145E888-2BAB-F1CB-4FF0-7B2939B64F42}"/>
              </a:ext>
            </a:extLst>
          </p:cNvPr>
          <p:cNvSpPr>
            <a:spLocks noGrp="1"/>
          </p:cNvSpPr>
          <p:nvPr>
            <p:ph type="sldNum" sz="quarter" idx="12"/>
          </p:nvPr>
        </p:nvSpPr>
        <p:spPr/>
        <p:txBody>
          <a:bodyPr/>
          <a:lstStyle/>
          <a:p>
            <a:fld id="{A8BD98C1-5E4A-4FB0-BE45-8ACE47EAF06E}" type="slidenum">
              <a:rPr lang="ru-RU" smtClean="0"/>
              <a:t>‹#›</a:t>
            </a:fld>
            <a:endParaRPr lang="ru-RU"/>
          </a:p>
        </p:txBody>
      </p:sp>
    </p:spTree>
    <p:extLst>
      <p:ext uri="{BB962C8B-B14F-4D97-AF65-F5344CB8AC3E}">
        <p14:creationId xmlns:p14="http://schemas.microsoft.com/office/powerpoint/2010/main" val="112001479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BF679-C849-CF54-0851-A5906699CF8B}"/>
              </a:ext>
            </a:extLst>
          </p:cNvPr>
          <p:cNvSpPr>
            <a:spLocks noGrp="1"/>
          </p:cNvSpPr>
          <p:nvPr>
            <p:ph type="title"/>
          </p:nvPr>
        </p:nvSpPr>
        <p:spPr/>
        <p:txBody>
          <a:bodyPr/>
          <a:lstStyle/>
          <a:p>
            <a:r>
              <a:rPr lang="en-US"/>
              <a:t>Click to edit Master title style</a:t>
            </a:r>
            <a:endParaRPr lang="ru-RU"/>
          </a:p>
        </p:txBody>
      </p:sp>
      <p:sp>
        <p:nvSpPr>
          <p:cNvPr id="3" name="Date Placeholder 2">
            <a:extLst>
              <a:ext uri="{FF2B5EF4-FFF2-40B4-BE49-F238E27FC236}">
                <a16:creationId xmlns:a16="http://schemas.microsoft.com/office/drawing/2014/main" id="{67A32B40-C7FD-EFB4-65A9-D7DEEC7322BD}"/>
              </a:ext>
            </a:extLst>
          </p:cNvPr>
          <p:cNvSpPr>
            <a:spLocks noGrp="1"/>
          </p:cNvSpPr>
          <p:nvPr>
            <p:ph type="dt" sz="half" idx="10"/>
          </p:nvPr>
        </p:nvSpPr>
        <p:spPr/>
        <p:txBody>
          <a:bodyPr/>
          <a:lstStyle/>
          <a:p>
            <a:fld id="{D8396F77-D49E-467F-B134-58B7604C1329}" type="datetimeFigureOut">
              <a:rPr lang="ru-RU" smtClean="0"/>
              <a:t>14.05.2026</a:t>
            </a:fld>
            <a:endParaRPr lang="ru-RU"/>
          </a:p>
        </p:txBody>
      </p:sp>
      <p:sp>
        <p:nvSpPr>
          <p:cNvPr id="4" name="Footer Placeholder 3">
            <a:extLst>
              <a:ext uri="{FF2B5EF4-FFF2-40B4-BE49-F238E27FC236}">
                <a16:creationId xmlns:a16="http://schemas.microsoft.com/office/drawing/2014/main" id="{8660AD31-0EA8-FF53-5452-E99AFF626EC7}"/>
              </a:ext>
            </a:extLst>
          </p:cNvPr>
          <p:cNvSpPr>
            <a:spLocks noGrp="1"/>
          </p:cNvSpPr>
          <p:nvPr>
            <p:ph type="ftr" sz="quarter" idx="11"/>
          </p:nvPr>
        </p:nvSpPr>
        <p:spPr/>
        <p:txBody>
          <a:bodyPr/>
          <a:lstStyle/>
          <a:p>
            <a:endParaRPr lang="ru-RU"/>
          </a:p>
        </p:txBody>
      </p:sp>
      <p:sp>
        <p:nvSpPr>
          <p:cNvPr id="5" name="Slide Number Placeholder 4">
            <a:extLst>
              <a:ext uri="{FF2B5EF4-FFF2-40B4-BE49-F238E27FC236}">
                <a16:creationId xmlns:a16="http://schemas.microsoft.com/office/drawing/2014/main" id="{1D040331-75F2-B5B3-5C29-91B66FAA9921}"/>
              </a:ext>
            </a:extLst>
          </p:cNvPr>
          <p:cNvSpPr>
            <a:spLocks noGrp="1"/>
          </p:cNvSpPr>
          <p:nvPr>
            <p:ph type="sldNum" sz="quarter" idx="12"/>
          </p:nvPr>
        </p:nvSpPr>
        <p:spPr/>
        <p:txBody>
          <a:bodyPr/>
          <a:lstStyle/>
          <a:p>
            <a:fld id="{A8BD98C1-5E4A-4FB0-BE45-8ACE47EAF06E}" type="slidenum">
              <a:rPr lang="ru-RU" smtClean="0"/>
              <a:t>‹#›</a:t>
            </a:fld>
            <a:endParaRPr lang="ru-RU"/>
          </a:p>
        </p:txBody>
      </p:sp>
    </p:spTree>
    <p:extLst>
      <p:ext uri="{BB962C8B-B14F-4D97-AF65-F5344CB8AC3E}">
        <p14:creationId xmlns:p14="http://schemas.microsoft.com/office/powerpoint/2010/main" val="281233067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4D85AC-05E0-7459-11E2-8FD899EEA50D}"/>
              </a:ext>
            </a:extLst>
          </p:cNvPr>
          <p:cNvSpPr>
            <a:spLocks noGrp="1"/>
          </p:cNvSpPr>
          <p:nvPr>
            <p:ph type="dt" sz="half" idx="10"/>
          </p:nvPr>
        </p:nvSpPr>
        <p:spPr/>
        <p:txBody>
          <a:bodyPr/>
          <a:lstStyle/>
          <a:p>
            <a:fld id="{D8396F77-D49E-467F-B134-58B7604C1329}" type="datetimeFigureOut">
              <a:rPr lang="ru-RU" smtClean="0"/>
              <a:t>14.05.2026</a:t>
            </a:fld>
            <a:endParaRPr lang="ru-RU"/>
          </a:p>
        </p:txBody>
      </p:sp>
      <p:sp>
        <p:nvSpPr>
          <p:cNvPr id="3" name="Footer Placeholder 2">
            <a:extLst>
              <a:ext uri="{FF2B5EF4-FFF2-40B4-BE49-F238E27FC236}">
                <a16:creationId xmlns:a16="http://schemas.microsoft.com/office/drawing/2014/main" id="{C97438B9-7276-5CCD-C710-7594455B1254}"/>
              </a:ext>
            </a:extLst>
          </p:cNvPr>
          <p:cNvSpPr>
            <a:spLocks noGrp="1"/>
          </p:cNvSpPr>
          <p:nvPr>
            <p:ph type="ftr" sz="quarter" idx="11"/>
          </p:nvPr>
        </p:nvSpPr>
        <p:spPr/>
        <p:txBody>
          <a:bodyPr/>
          <a:lstStyle/>
          <a:p>
            <a:endParaRPr lang="ru-RU"/>
          </a:p>
        </p:txBody>
      </p:sp>
      <p:sp>
        <p:nvSpPr>
          <p:cNvPr id="4" name="Slide Number Placeholder 3">
            <a:extLst>
              <a:ext uri="{FF2B5EF4-FFF2-40B4-BE49-F238E27FC236}">
                <a16:creationId xmlns:a16="http://schemas.microsoft.com/office/drawing/2014/main" id="{099A57A6-F0B0-3C8B-F0C0-9C11317FF824}"/>
              </a:ext>
            </a:extLst>
          </p:cNvPr>
          <p:cNvSpPr>
            <a:spLocks noGrp="1"/>
          </p:cNvSpPr>
          <p:nvPr>
            <p:ph type="sldNum" sz="quarter" idx="12"/>
          </p:nvPr>
        </p:nvSpPr>
        <p:spPr/>
        <p:txBody>
          <a:bodyPr/>
          <a:lstStyle/>
          <a:p>
            <a:fld id="{A8BD98C1-5E4A-4FB0-BE45-8ACE47EAF06E}" type="slidenum">
              <a:rPr lang="ru-RU" smtClean="0"/>
              <a:t>‹#›</a:t>
            </a:fld>
            <a:endParaRPr lang="ru-RU"/>
          </a:p>
        </p:txBody>
      </p:sp>
    </p:spTree>
    <p:extLst>
      <p:ext uri="{BB962C8B-B14F-4D97-AF65-F5344CB8AC3E}">
        <p14:creationId xmlns:p14="http://schemas.microsoft.com/office/powerpoint/2010/main" val="418375807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EC00F-A1F7-8181-B0ED-1A579E3206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RU"/>
          </a:p>
        </p:txBody>
      </p:sp>
      <p:sp>
        <p:nvSpPr>
          <p:cNvPr id="3" name="Content Placeholder 2">
            <a:extLst>
              <a:ext uri="{FF2B5EF4-FFF2-40B4-BE49-F238E27FC236}">
                <a16:creationId xmlns:a16="http://schemas.microsoft.com/office/drawing/2014/main" id="{9343FCB6-C9F7-414D-49BE-15005C9133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Text Placeholder 3">
            <a:extLst>
              <a:ext uri="{FF2B5EF4-FFF2-40B4-BE49-F238E27FC236}">
                <a16:creationId xmlns:a16="http://schemas.microsoft.com/office/drawing/2014/main" id="{2092FD49-699E-6B1A-EE02-4CDDADC7EB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B24511-8884-2F83-B732-F583DB3DFBBC}"/>
              </a:ext>
            </a:extLst>
          </p:cNvPr>
          <p:cNvSpPr>
            <a:spLocks noGrp="1"/>
          </p:cNvSpPr>
          <p:nvPr>
            <p:ph type="dt" sz="half" idx="10"/>
          </p:nvPr>
        </p:nvSpPr>
        <p:spPr/>
        <p:txBody>
          <a:bodyPr/>
          <a:lstStyle/>
          <a:p>
            <a:fld id="{D8396F77-D49E-467F-B134-58B7604C1329}" type="datetimeFigureOut">
              <a:rPr lang="ru-RU" smtClean="0"/>
              <a:t>14.05.2026</a:t>
            </a:fld>
            <a:endParaRPr lang="ru-RU"/>
          </a:p>
        </p:txBody>
      </p:sp>
      <p:sp>
        <p:nvSpPr>
          <p:cNvPr id="6" name="Footer Placeholder 5">
            <a:extLst>
              <a:ext uri="{FF2B5EF4-FFF2-40B4-BE49-F238E27FC236}">
                <a16:creationId xmlns:a16="http://schemas.microsoft.com/office/drawing/2014/main" id="{4EB407C4-8BA0-9E25-CB84-95F59CEB050F}"/>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714F2BB8-D376-A86E-A59F-54D3A01B3E3F}"/>
              </a:ext>
            </a:extLst>
          </p:cNvPr>
          <p:cNvSpPr>
            <a:spLocks noGrp="1"/>
          </p:cNvSpPr>
          <p:nvPr>
            <p:ph type="sldNum" sz="quarter" idx="12"/>
          </p:nvPr>
        </p:nvSpPr>
        <p:spPr/>
        <p:txBody>
          <a:bodyPr/>
          <a:lstStyle/>
          <a:p>
            <a:fld id="{A8BD98C1-5E4A-4FB0-BE45-8ACE47EAF06E}" type="slidenum">
              <a:rPr lang="ru-RU" smtClean="0"/>
              <a:t>‹#›</a:t>
            </a:fld>
            <a:endParaRPr lang="ru-RU"/>
          </a:p>
        </p:txBody>
      </p:sp>
    </p:spTree>
    <p:extLst>
      <p:ext uri="{BB962C8B-B14F-4D97-AF65-F5344CB8AC3E}">
        <p14:creationId xmlns:p14="http://schemas.microsoft.com/office/powerpoint/2010/main" val="101838783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7BDBF-4999-FC52-3169-67188A8B56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RU"/>
          </a:p>
        </p:txBody>
      </p:sp>
      <p:sp>
        <p:nvSpPr>
          <p:cNvPr id="3" name="Picture Placeholder 2">
            <a:extLst>
              <a:ext uri="{FF2B5EF4-FFF2-40B4-BE49-F238E27FC236}">
                <a16:creationId xmlns:a16="http://schemas.microsoft.com/office/drawing/2014/main" id="{47B4A719-8D77-C73F-A3E9-D4A61DCE4F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Text Placeholder 3">
            <a:extLst>
              <a:ext uri="{FF2B5EF4-FFF2-40B4-BE49-F238E27FC236}">
                <a16:creationId xmlns:a16="http://schemas.microsoft.com/office/drawing/2014/main" id="{CC85F0B1-08AC-4D9C-9017-14E1D3883F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DEE1D6-F2F8-EE5F-541F-007CEFB732D3}"/>
              </a:ext>
            </a:extLst>
          </p:cNvPr>
          <p:cNvSpPr>
            <a:spLocks noGrp="1"/>
          </p:cNvSpPr>
          <p:nvPr>
            <p:ph type="dt" sz="half" idx="10"/>
          </p:nvPr>
        </p:nvSpPr>
        <p:spPr/>
        <p:txBody>
          <a:bodyPr/>
          <a:lstStyle/>
          <a:p>
            <a:fld id="{D8396F77-D49E-467F-B134-58B7604C1329}" type="datetimeFigureOut">
              <a:rPr lang="ru-RU" smtClean="0"/>
              <a:t>14.05.2026</a:t>
            </a:fld>
            <a:endParaRPr lang="ru-RU"/>
          </a:p>
        </p:txBody>
      </p:sp>
      <p:sp>
        <p:nvSpPr>
          <p:cNvPr id="6" name="Footer Placeholder 5">
            <a:extLst>
              <a:ext uri="{FF2B5EF4-FFF2-40B4-BE49-F238E27FC236}">
                <a16:creationId xmlns:a16="http://schemas.microsoft.com/office/drawing/2014/main" id="{4870D5FC-E6AA-88B6-11E3-525BD3BE2430}"/>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061D46E1-BB12-3331-83C7-8492D563A241}"/>
              </a:ext>
            </a:extLst>
          </p:cNvPr>
          <p:cNvSpPr>
            <a:spLocks noGrp="1"/>
          </p:cNvSpPr>
          <p:nvPr>
            <p:ph type="sldNum" sz="quarter" idx="12"/>
          </p:nvPr>
        </p:nvSpPr>
        <p:spPr/>
        <p:txBody>
          <a:bodyPr/>
          <a:lstStyle/>
          <a:p>
            <a:fld id="{A8BD98C1-5E4A-4FB0-BE45-8ACE47EAF06E}" type="slidenum">
              <a:rPr lang="ru-RU" smtClean="0"/>
              <a:t>‹#›</a:t>
            </a:fld>
            <a:endParaRPr lang="ru-RU"/>
          </a:p>
        </p:txBody>
      </p:sp>
    </p:spTree>
    <p:extLst>
      <p:ext uri="{BB962C8B-B14F-4D97-AF65-F5344CB8AC3E}">
        <p14:creationId xmlns:p14="http://schemas.microsoft.com/office/powerpoint/2010/main" val="197622528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84B73-9F72-E207-6980-9A0FC4290525}"/>
              </a:ext>
            </a:extLst>
          </p:cNvPr>
          <p:cNvSpPr>
            <a:spLocks noGrp="1"/>
          </p:cNvSpPr>
          <p:nvPr>
            <p:ph type="title"/>
          </p:nvPr>
        </p:nvSpPr>
        <p:spPr/>
        <p:txBody>
          <a:bodyPr/>
          <a:lstStyle/>
          <a:p>
            <a:r>
              <a:rPr lang="en-US"/>
              <a:t>Click to edit Master title style</a:t>
            </a:r>
            <a:endParaRPr lang="ru-RU"/>
          </a:p>
        </p:txBody>
      </p:sp>
      <p:sp>
        <p:nvSpPr>
          <p:cNvPr id="3" name="Vertical Text Placeholder 2">
            <a:extLst>
              <a:ext uri="{FF2B5EF4-FFF2-40B4-BE49-F238E27FC236}">
                <a16:creationId xmlns:a16="http://schemas.microsoft.com/office/drawing/2014/main" id="{2C4CABF6-4198-504D-BA81-FA39C4C06C3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68E3F9C2-1139-96F1-12FD-31392F6B0ACE}"/>
              </a:ext>
            </a:extLst>
          </p:cNvPr>
          <p:cNvSpPr>
            <a:spLocks noGrp="1"/>
          </p:cNvSpPr>
          <p:nvPr>
            <p:ph type="dt" sz="half" idx="10"/>
          </p:nvPr>
        </p:nvSpPr>
        <p:spPr/>
        <p:txBody>
          <a:bodyPr/>
          <a:lstStyle/>
          <a:p>
            <a:fld id="{D8396F77-D49E-467F-B134-58B7604C1329}" type="datetimeFigureOut">
              <a:rPr lang="ru-RU" smtClean="0"/>
              <a:t>14.05.2026</a:t>
            </a:fld>
            <a:endParaRPr lang="ru-RU"/>
          </a:p>
        </p:txBody>
      </p:sp>
      <p:sp>
        <p:nvSpPr>
          <p:cNvPr id="5" name="Footer Placeholder 4">
            <a:extLst>
              <a:ext uri="{FF2B5EF4-FFF2-40B4-BE49-F238E27FC236}">
                <a16:creationId xmlns:a16="http://schemas.microsoft.com/office/drawing/2014/main" id="{2A75673A-24F3-0333-AB78-8ADCE64EE1C1}"/>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03A9609D-0FAA-6E87-9DD4-43DF02248F88}"/>
              </a:ext>
            </a:extLst>
          </p:cNvPr>
          <p:cNvSpPr>
            <a:spLocks noGrp="1"/>
          </p:cNvSpPr>
          <p:nvPr>
            <p:ph type="sldNum" sz="quarter" idx="12"/>
          </p:nvPr>
        </p:nvSpPr>
        <p:spPr/>
        <p:txBody>
          <a:bodyPr/>
          <a:lstStyle/>
          <a:p>
            <a:fld id="{A8BD98C1-5E4A-4FB0-BE45-8ACE47EAF06E}" type="slidenum">
              <a:rPr lang="ru-RU" smtClean="0"/>
              <a:t>‹#›</a:t>
            </a:fld>
            <a:endParaRPr lang="ru-RU"/>
          </a:p>
        </p:txBody>
      </p:sp>
    </p:spTree>
    <p:extLst>
      <p:ext uri="{BB962C8B-B14F-4D97-AF65-F5344CB8AC3E}">
        <p14:creationId xmlns:p14="http://schemas.microsoft.com/office/powerpoint/2010/main" val="266710843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1EF2B84-7442-C61A-6312-386590B9C69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ru-RU"/>
          </a:p>
        </p:txBody>
      </p:sp>
      <p:sp>
        <p:nvSpPr>
          <p:cNvPr id="3" name="Vertical Text Placeholder 2">
            <a:extLst>
              <a:ext uri="{FF2B5EF4-FFF2-40B4-BE49-F238E27FC236}">
                <a16:creationId xmlns:a16="http://schemas.microsoft.com/office/drawing/2014/main" id="{313C328E-949C-252C-8146-0ED3F9E5181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3B10D243-599A-04F1-2185-AD890F304BED}"/>
              </a:ext>
            </a:extLst>
          </p:cNvPr>
          <p:cNvSpPr>
            <a:spLocks noGrp="1"/>
          </p:cNvSpPr>
          <p:nvPr>
            <p:ph type="dt" sz="half" idx="10"/>
          </p:nvPr>
        </p:nvSpPr>
        <p:spPr/>
        <p:txBody>
          <a:bodyPr/>
          <a:lstStyle/>
          <a:p>
            <a:fld id="{D8396F77-D49E-467F-B134-58B7604C1329}" type="datetimeFigureOut">
              <a:rPr lang="ru-RU" smtClean="0"/>
              <a:t>14.05.2026</a:t>
            </a:fld>
            <a:endParaRPr lang="ru-RU"/>
          </a:p>
        </p:txBody>
      </p:sp>
      <p:sp>
        <p:nvSpPr>
          <p:cNvPr id="5" name="Footer Placeholder 4">
            <a:extLst>
              <a:ext uri="{FF2B5EF4-FFF2-40B4-BE49-F238E27FC236}">
                <a16:creationId xmlns:a16="http://schemas.microsoft.com/office/drawing/2014/main" id="{7F67E19D-DBDC-AE44-9E9A-EF0DDD0DB713}"/>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3BDAE10A-943B-69CB-AA72-6C2D59157FC7}"/>
              </a:ext>
            </a:extLst>
          </p:cNvPr>
          <p:cNvSpPr>
            <a:spLocks noGrp="1"/>
          </p:cNvSpPr>
          <p:nvPr>
            <p:ph type="sldNum" sz="quarter" idx="12"/>
          </p:nvPr>
        </p:nvSpPr>
        <p:spPr/>
        <p:txBody>
          <a:bodyPr/>
          <a:lstStyle/>
          <a:p>
            <a:fld id="{A8BD98C1-5E4A-4FB0-BE45-8ACE47EAF06E}" type="slidenum">
              <a:rPr lang="ru-RU" smtClean="0"/>
              <a:t>‹#›</a:t>
            </a:fld>
            <a:endParaRPr lang="ru-RU"/>
          </a:p>
        </p:txBody>
      </p:sp>
    </p:spTree>
    <p:extLst>
      <p:ext uri="{BB962C8B-B14F-4D97-AF65-F5344CB8AC3E}">
        <p14:creationId xmlns:p14="http://schemas.microsoft.com/office/powerpoint/2010/main" val="361922248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Intro">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53" imgH="353" progId="TCLayout.ActiveDocument.1">
                  <p:embed/>
                </p:oleObj>
              </mc:Choice>
              <mc:Fallback>
                <p:oleObj name="think-cell Slide" r:id="rId3" imgW="353" imgH="353"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Rectangle 5"/>
          <p:cNvSpPr/>
          <p:nvPr userDrawn="1"/>
        </p:nvSpPr>
        <p:spPr bwMode="gray">
          <a:xfrm>
            <a:off x="1" y="0"/>
            <a:ext cx="12192000" cy="6858001"/>
          </a:xfrm>
          <a:prstGeom prst="rect">
            <a:avLst/>
          </a:prstGeom>
          <a:solidFill>
            <a:srgbClr val="FFC832"/>
          </a:solid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400" kern="0" dirty="0">
              <a:solidFill>
                <a:srgbClr val="FFFFFF"/>
              </a:solidFill>
              <a:latin typeface="Verdana"/>
            </a:endParaRPr>
          </a:p>
        </p:txBody>
      </p:sp>
      <p:pic>
        <p:nvPicPr>
          <p:cNvPr id="4" name="Grafik 3">
            <a:extLst>
              <a:ext uri="{FF2B5EF4-FFF2-40B4-BE49-F238E27FC236}">
                <a16:creationId xmlns:a16="http://schemas.microsoft.com/office/drawing/2014/main" id="{F4C228F8-C5FE-4286-B89D-B2A1A654621F}"/>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4044000" y="2391360"/>
            <a:ext cx="4104000" cy="2075280"/>
          </a:xfrm>
          <a:prstGeom prst="rect">
            <a:avLst/>
          </a:prstGeom>
        </p:spPr>
      </p:pic>
    </p:spTree>
    <p:extLst>
      <p:ext uri="{BB962C8B-B14F-4D97-AF65-F5344CB8AC3E}">
        <p14:creationId xmlns:p14="http://schemas.microsoft.com/office/powerpoint/2010/main" val="3601528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0" name="Rechteck 19">
            <a:extLst>
              <a:ext uri="{FF2B5EF4-FFF2-40B4-BE49-F238E27FC236}">
                <a16:creationId xmlns:a16="http://schemas.microsoft.com/office/drawing/2014/main" id="{2DD0114F-03FB-4D6B-B922-2EE26B37D628}"/>
              </a:ext>
            </a:extLst>
          </p:cNvPr>
          <p:cNvSpPr/>
          <p:nvPr userDrawn="1"/>
        </p:nvSpPr>
        <p:spPr bwMode="gray">
          <a:xfrm>
            <a:off x="0" y="0"/>
            <a:ext cx="12192000" cy="6859983"/>
          </a:xfrm>
          <a:prstGeom prst="rect">
            <a:avLst/>
          </a:prstGeom>
          <a:solidFill>
            <a:schemeClr val="bg2"/>
          </a:solid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
        <p:nvSpPr>
          <p:cNvPr id="41" name="Freihandform: Form 40">
            <a:extLst>
              <a:ext uri="{FF2B5EF4-FFF2-40B4-BE49-F238E27FC236}">
                <a16:creationId xmlns:a16="http://schemas.microsoft.com/office/drawing/2014/main" id="{EF2117F8-B09E-4640-9CBF-A78E3D245CFB}"/>
              </a:ext>
            </a:extLst>
          </p:cNvPr>
          <p:cNvSpPr/>
          <p:nvPr userDrawn="1"/>
        </p:nvSpPr>
        <p:spPr bwMode="gray">
          <a:xfrm>
            <a:off x="0" y="0"/>
            <a:ext cx="12192000" cy="6859983"/>
          </a:xfrm>
          <a:custGeom>
            <a:avLst/>
            <a:gdLst>
              <a:gd name="connsiteX0" fmla="*/ 0 w 12192000"/>
              <a:gd name="connsiteY0" fmla="*/ 0 h 6859983"/>
              <a:gd name="connsiteX1" fmla="*/ 3027733 w 12192000"/>
              <a:gd name="connsiteY1" fmla="*/ 0 h 6859983"/>
              <a:gd name="connsiteX2" fmla="*/ 3042541 w 12192000"/>
              <a:gd name="connsiteY2" fmla="*/ 92730 h 6859983"/>
              <a:gd name="connsiteX3" fmla="*/ 3003132 w 12192000"/>
              <a:gd name="connsiteY3" fmla="*/ 1019977 h 6859983"/>
              <a:gd name="connsiteX4" fmla="*/ 2998743 w 12192000"/>
              <a:gd name="connsiteY4" fmla="*/ 1040569 h 6859983"/>
              <a:gd name="connsiteX5" fmla="*/ 3421511 w 12192000"/>
              <a:gd name="connsiteY5" fmla="*/ 1873060 h 6859983"/>
              <a:gd name="connsiteX6" fmla="*/ 3449394 w 12192000"/>
              <a:gd name="connsiteY6" fmla="*/ 1886797 h 6859983"/>
              <a:gd name="connsiteX7" fmla="*/ 4524220 w 12192000"/>
              <a:gd name="connsiteY7" fmla="*/ 1664531 h 6859983"/>
              <a:gd name="connsiteX8" fmla="*/ 4541139 w 12192000"/>
              <a:gd name="connsiteY8" fmla="*/ 1644380 h 6859983"/>
              <a:gd name="connsiteX9" fmla="*/ 4941952 w 12192000"/>
              <a:gd name="connsiteY9" fmla="*/ 1242440 h 6859983"/>
              <a:gd name="connsiteX10" fmla="*/ 4949649 w 12192000"/>
              <a:gd name="connsiteY10" fmla="*/ 1235916 h 6859983"/>
              <a:gd name="connsiteX11" fmla="*/ 5020888 w 12192000"/>
              <a:gd name="connsiteY11" fmla="*/ 1176861 h 6859983"/>
              <a:gd name="connsiteX12" fmla="*/ 5049161 w 12192000"/>
              <a:gd name="connsiteY12" fmla="*/ 1153934 h 6859983"/>
              <a:gd name="connsiteX13" fmla="*/ 5102943 w 12192000"/>
              <a:gd name="connsiteY13" fmla="*/ 1112315 h 6859983"/>
              <a:gd name="connsiteX14" fmla="*/ 5150748 w 12192000"/>
              <a:gd name="connsiteY14" fmla="*/ 1076107 h 6859983"/>
              <a:gd name="connsiteX15" fmla="*/ 5189206 w 12192000"/>
              <a:gd name="connsiteY15" fmla="*/ 1047184 h 6859983"/>
              <a:gd name="connsiteX16" fmla="*/ 5254725 w 12192000"/>
              <a:gd name="connsiteY16" fmla="*/ 1001017 h 6859983"/>
              <a:gd name="connsiteX17" fmla="*/ 5263493 w 12192000"/>
              <a:gd name="connsiteY17" fmla="*/ 994722 h 6859983"/>
              <a:gd name="connsiteX18" fmla="*/ 5279430 w 12192000"/>
              <a:gd name="connsiteY18" fmla="*/ 984384 h 6859983"/>
              <a:gd name="connsiteX19" fmla="*/ 5357035 w 12192000"/>
              <a:gd name="connsiteY19" fmla="*/ 933738 h 6859983"/>
              <a:gd name="connsiteX20" fmla="*/ 5369022 w 12192000"/>
              <a:gd name="connsiteY20" fmla="*/ 926275 h 6859983"/>
              <a:gd name="connsiteX21" fmla="*/ 5460141 w 12192000"/>
              <a:gd name="connsiteY21" fmla="*/ 871459 h 6859983"/>
              <a:gd name="connsiteX22" fmla="*/ 6087980 w 12192000"/>
              <a:gd name="connsiteY22" fmla="*/ 579895 h 6859983"/>
              <a:gd name="connsiteX23" fmla="*/ 6094774 w 12192000"/>
              <a:gd name="connsiteY23" fmla="*/ 577631 h 6859983"/>
              <a:gd name="connsiteX24" fmla="*/ 6194739 w 12192000"/>
              <a:gd name="connsiteY24" fmla="*/ 544003 h 6859983"/>
              <a:gd name="connsiteX25" fmla="*/ 6214611 w 12192000"/>
              <a:gd name="connsiteY25" fmla="*/ 537845 h 6859983"/>
              <a:gd name="connsiteX26" fmla="*/ 6302158 w 12192000"/>
              <a:gd name="connsiteY26" fmla="*/ 511964 h 6859983"/>
              <a:gd name="connsiteX27" fmla="*/ 6336886 w 12192000"/>
              <a:gd name="connsiteY27" fmla="*/ 502289 h 6859983"/>
              <a:gd name="connsiteX28" fmla="*/ 6410040 w 12192000"/>
              <a:gd name="connsiteY28" fmla="*/ 482992 h 6859983"/>
              <a:gd name="connsiteX29" fmla="*/ 6460536 w 12192000"/>
              <a:gd name="connsiteY29" fmla="*/ 470742 h 6859983"/>
              <a:gd name="connsiteX30" fmla="*/ 6519092 w 12192000"/>
              <a:gd name="connsiteY30" fmla="*/ 457241 h 6859983"/>
              <a:gd name="connsiteX31" fmla="*/ 6585052 w 12192000"/>
              <a:gd name="connsiteY31" fmla="*/ 443829 h 6859983"/>
              <a:gd name="connsiteX32" fmla="*/ 6629161 w 12192000"/>
              <a:gd name="connsiteY32" fmla="*/ 435413 h 6859983"/>
              <a:gd name="connsiteX33" fmla="*/ 6709368 w 12192000"/>
              <a:gd name="connsiteY33" fmla="*/ 421331 h 6859983"/>
              <a:gd name="connsiteX34" fmla="*/ 6740121 w 12192000"/>
              <a:gd name="connsiteY34" fmla="*/ 416381 h 6859983"/>
              <a:gd name="connsiteX35" fmla="*/ 6832351 w 12192000"/>
              <a:gd name="connsiteY35" fmla="*/ 403375 h 6859983"/>
              <a:gd name="connsiteX36" fmla="*/ 6852177 w 12192000"/>
              <a:gd name="connsiteY36" fmla="*/ 400918 h 6859983"/>
              <a:gd name="connsiteX37" fmla="*/ 6953203 w 12192000"/>
              <a:gd name="connsiteY37" fmla="*/ 390158 h 6859983"/>
              <a:gd name="connsiteX38" fmla="*/ 6965325 w 12192000"/>
              <a:gd name="connsiteY38" fmla="*/ 389030 h 6859983"/>
              <a:gd name="connsiteX39" fmla="*/ 7071732 w 12192000"/>
              <a:gd name="connsiteY39" fmla="*/ 380899 h 6859983"/>
              <a:gd name="connsiteX40" fmla="*/ 7079996 w 12192000"/>
              <a:gd name="connsiteY40" fmla="*/ 380436 h 6859983"/>
              <a:gd name="connsiteX41" fmla="*/ 7187502 w 12192000"/>
              <a:gd name="connsiteY41" fmla="*/ 375882 h 6859983"/>
              <a:gd name="connsiteX42" fmla="*/ 7196122 w 12192000"/>
              <a:gd name="connsiteY42" fmla="*/ 375491 h 6859983"/>
              <a:gd name="connsiteX43" fmla="*/ 7301015 w 12192000"/>
              <a:gd name="connsiteY43" fmla="*/ 374463 h 6859983"/>
              <a:gd name="connsiteX44" fmla="*/ 7314048 w 12192000"/>
              <a:gd name="connsiteY44" fmla="*/ 374273 h 6859983"/>
              <a:gd name="connsiteX45" fmla="*/ 7411921 w 12192000"/>
              <a:gd name="connsiteY45" fmla="*/ 376575 h 6859983"/>
              <a:gd name="connsiteX46" fmla="*/ 7433272 w 12192000"/>
              <a:gd name="connsiteY46" fmla="*/ 377415 h 6859983"/>
              <a:gd name="connsiteX47" fmla="*/ 7521008 w 12192000"/>
              <a:gd name="connsiteY47" fmla="*/ 382010 h 6859983"/>
              <a:gd name="connsiteX48" fmla="*/ 7553945 w 12192000"/>
              <a:gd name="connsiteY48" fmla="*/ 384205 h 6859983"/>
              <a:gd name="connsiteX49" fmla="*/ 7628701 w 12192000"/>
              <a:gd name="connsiteY49" fmla="*/ 390488 h 6859983"/>
              <a:gd name="connsiteX50" fmla="*/ 7658570 w 12192000"/>
              <a:gd name="connsiteY50" fmla="*/ 393144 h 6859983"/>
              <a:gd name="connsiteX51" fmla="*/ 7675615 w 12192000"/>
              <a:gd name="connsiteY51" fmla="*/ 396777 h 6859983"/>
              <a:gd name="connsiteX52" fmla="*/ 7737541 w 12192000"/>
              <a:gd name="connsiteY52" fmla="*/ 404036 h 6859983"/>
              <a:gd name="connsiteX53" fmla="*/ 7801090 w 12192000"/>
              <a:gd name="connsiteY53" fmla="*/ 412384 h 6859983"/>
              <a:gd name="connsiteX54" fmla="*/ 7843085 w 12192000"/>
              <a:gd name="connsiteY54" fmla="*/ 419110 h 6859983"/>
              <a:gd name="connsiteX55" fmla="*/ 7927359 w 12192000"/>
              <a:gd name="connsiteY55" fmla="*/ 432987 h 6859983"/>
              <a:gd name="connsiteX56" fmla="*/ 7945467 w 12192000"/>
              <a:gd name="connsiteY56" fmla="*/ 436846 h 6859983"/>
              <a:gd name="connsiteX57" fmla="*/ 8600879 w 12192000"/>
              <a:gd name="connsiteY57" fmla="*/ 623687 h 6859983"/>
              <a:gd name="connsiteX58" fmla="*/ 8625106 w 12192000"/>
              <a:gd name="connsiteY58" fmla="*/ 633676 h 6859983"/>
              <a:gd name="connsiteX59" fmla="*/ 9677370 w 12192000"/>
              <a:gd name="connsiteY59" fmla="*/ 320483 h 6859983"/>
              <a:gd name="connsiteX60" fmla="*/ 9695345 w 12192000"/>
              <a:gd name="connsiteY60" fmla="*/ 295359 h 6859983"/>
              <a:gd name="connsiteX61" fmla="*/ 9807697 w 12192000"/>
              <a:gd name="connsiteY61" fmla="*/ 69393 h 6859983"/>
              <a:gd name="connsiteX62" fmla="*/ 9822952 w 12192000"/>
              <a:gd name="connsiteY62" fmla="*/ 0 h 6859983"/>
              <a:gd name="connsiteX63" fmla="*/ 12192000 w 12192000"/>
              <a:gd name="connsiteY63" fmla="*/ 0 h 6859983"/>
              <a:gd name="connsiteX64" fmla="*/ 12192000 w 12192000"/>
              <a:gd name="connsiteY64" fmla="*/ 474108 h 6859983"/>
              <a:gd name="connsiteX65" fmla="*/ 12149531 w 12192000"/>
              <a:gd name="connsiteY65" fmla="*/ 477591 h 6859983"/>
              <a:gd name="connsiteX66" fmla="*/ 10941388 w 12192000"/>
              <a:gd name="connsiteY66" fmla="*/ 272908 h 6859983"/>
              <a:gd name="connsiteX67" fmla="*/ 10921758 w 12192000"/>
              <a:gd name="connsiteY67" fmla="*/ 265754 h 6859983"/>
              <a:gd name="connsiteX68" fmla="*/ 10673739 w 12192000"/>
              <a:gd name="connsiteY68" fmla="*/ 217860 h 6859983"/>
              <a:gd name="connsiteX69" fmla="*/ 10028729 w 12192000"/>
              <a:gd name="connsiteY69" fmla="*/ 537171 h 6859983"/>
              <a:gd name="connsiteX70" fmla="*/ 10010678 w 12192000"/>
              <a:gd name="connsiteY70" fmla="*/ 562644 h 6859983"/>
              <a:gd name="connsiteX71" fmla="*/ 10042627 w 12192000"/>
              <a:gd name="connsiteY71" fmla="*/ 1659638 h 6859983"/>
              <a:gd name="connsiteX72" fmla="*/ 10059890 w 12192000"/>
              <a:gd name="connsiteY72" fmla="*/ 1679653 h 6859983"/>
              <a:gd name="connsiteX73" fmla="*/ 10572484 w 12192000"/>
              <a:gd name="connsiteY73" fmla="*/ 2503451 h 6859983"/>
              <a:gd name="connsiteX74" fmla="*/ 10861484 w 12192000"/>
              <a:gd name="connsiteY74" fmla="*/ 3549075 h 6859983"/>
              <a:gd name="connsiteX75" fmla="*/ 10863812 w 12192000"/>
              <a:gd name="connsiteY75" fmla="*/ 3567758 h 6859983"/>
              <a:gd name="connsiteX76" fmla="*/ 10882536 w 12192000"/>
              <a:gd name="connsiteY76" fmla="*/ 3788152 h 6859983"/>
              <a:gd name="connsiteX77" fmla="*/ 10884553 w 12192000"/>
              <a:gd name="connsiteY77" fmla="*/ 3825700 h 6859983"/>
              <a:gd name="connsiteX78" fmla="*/ 10886369 w 12192000"/>
              <a:gd name="connsiteY78" fmla="*/ 3885105 h 6859983"/>
              <a:gd name="connsiteX79" fmla="*/ 10887177 w 12192000"/>
              <a:gd name="connsiteY79" fmla="*/ 3928337 h 6859983"/>
              <a:gd name="connsiteX80" fmla="*/ 10887796 w 12192000"/>
              <a:gd name="connsiteY80" fmla="*/ 3986377 h 6859983"/>
              <a:gd name="connsiteX81" fmla="*/ 10887489 w 12192000"/>
              <a:gd name="connsiteY81" fmla="*/ 4027884 h 6859983"/>
              <a:gd name="connsiteX82" fmla="*/ 10883957 w 12192000"/>
              <a:gd name="connsiteY82" fmla="*/ 4138488 h 6859983"/>
              <a:gd name="connsiteX83" fmla="*/ 10882068 w 12192000"/>
              <a:gd name="connsiteY83" fmla="*/ 4175205 h 6859983"/>
              <a:gd name="connsiteX84" fmla="*/ 10877882 w 12192000"/>
              <a:gd name="connsiteY84" fmla="*/ 4241868 h 6859983"/>
              <a:gd name="connsiteX85" fmla="*/ 10875884 w 12192000"/>
              <a:gd name="connsiteY85" fmla="*/ 4270395 h 6859983"/>
              <a:gd name="connsiteX86" fmla="*/ 10314545 w 12192000"/>
              <a:gd name="connsiteY86" fmla="*/ 5928747 h 6859983"/>
              <a:gd name="connsiteX87" fmla="*/ 10289206 w 12192000"/>
              <a:gd name="connsiteY87" fmla="*/ 5967515 h 6859983"/>
              <a:gd name="connsiteX88" fmla="*/ 10263513 w 12192000"/>
              <a:gd name="connsiteY88" fmla="*/ 6006213 h 6859983"/>
              <a:gd name="connsiteX89" fmla="*/ 10206807 w 12192000"/>
              <a:gd name="connsiteY89" fmla="*/ 6087662 h 6859983"/>
              <a:gd name="connsiteX90" fmla="*/ 10205973 w 12192000"/>
              <a:gd name="connsiteY90" fmla="*/ 6091572 h 6859983"/>
              <a:gd name="connsiteX91" fmla="*/ 9604111 w 12192000"/>
              <a:gd name="connsiteY91" fmla="*/ 6739315 h 6859983"/>
              <a:gd name="connsiteX92" fmla="*/ 9450532 w 12192000"/>
              <a:gd name="connsiteY92" fmla="*/ 6858001 h 6859983"/>
              <a:gd name="connsiteX93" fmla="*/ 12192000 w 12192000"/>
              <a:gd name="connsiteY93" fmla="*/ 6858001 h 6859983"/>
              <a:gd name="connsiteX94" fmla="*/ 12192000 w 12192000"/>
              <a:gd name="connsiteY94" fmla="*/ 6859983 h 6859983"/>
              <a:gd name="connsiteX95" fmla="*/ 0 w 12192000"/>
              <a:gd name="connsiteY95" fmla="*/ 6859983 h 6859983"/>
              <a:gd name="connsiteX96" fmla="*/ 0 w 12192000"/>
              <a:gd name="connsiteY96" fmla="*/ 4409935 h 6859983"/>
              <a:gd name="connsiteX97" fmla="*/ 176030 w 12192000"/>
              <a:gd name="connsiteY97" fmla="*/ 4433416 h 6859983"/>
              <a:gd name="connsiteX98" fmla="*/ 2122430 w 12192000"/>
              <a:gd name="connsiteY98" fmla="*/ 6508958 h 6859983"/>
              <a:gd name="connsiteX99" fmla="*/ 2139246 w 12192000"/>
              <a:gd name="connsiteY99" fmla="*/ 6754020 h 6859983"/>
              <a:gd name="connsiteX100" fmla="*/ 2135867 w 12192000"/>
              <a:gd name="connsiteY100" fmla="*/ 6858001 h 6859983"/>
              <a:gd name="connsiteX101" fmla="*/ 5119582 w 12192000"/>
              <a:gd name="connsiteY101" fmla="*/ 6858001 h 6859983"/>
              <a:gd name="connsiteX102" fmla="*/ 4997148 w 12192000"/>
              <a:gd name="connsiteY102" fmla="*/ 6763600 h 6859983"/>
              <a:gd name="connsiteX103" fmla="*/ 4259188 w 12192000"/>
              <a:gd name="connsiteY103" fmla="*/ 5934625 h 6859983"/>
              <a:gd name="connsiteX104" fmla="*/ 4248292 w 12192000"/>
              <a:gd name="connsiteY104" fmla="*/ 5917826 h 6859983"/>
              <a:gd name="connsiteX105" fmla="*/ 4209561 w 12192000"/>
              <a:gd name="connsiteY105" fmla="*/ 5855749 h 6859983"/>
              <a:gd name="connsiteX106" fmla="*/ 4197008 w 12192000"/>
              <a:gd name="connsiteY106" fmla="*/ 5834514 h 6859983"/>
              <a:gd name="connsiteX107" fmla="*/ 4129918 w 12192000"/>
              <a:gd name="connsiteY107" fmla="*/ 5717394 h 6859983"/>
              <a:gd name="connsiteX108" fmla="*/ 4118637 w 12192000"/>
              <a:gd name="connsiteY108" fmla="*/ 5697173 h 6859983"/>
              <a:gd name="connsiteX109" fmla="*/ 4089365 w 12192000"/>
              <a:gd name="connsiteY109" fmla="*/ 5641196 h 6859983"/>
              <a:gd name="connsiteX110" fmla="*/ 4072346 w 12192000"/>
              <a:gd name="connsiteY110" fmla="*/ 5607871 h 6859983"/>
              <a:gd name="connsiteX111" fmla="*/ 4044009 w 12192000"/>
              <a:gd name="connsiteY111" fmla="*/ 5550978 h 6859983"/>
              <a:gd name="connsiteX112" fmla="*/ 4030766 w 12192000"/>
              <a:gd name="connsiteY112" fmla="*/ 5522545 h 6859983"/>
              <a:gd name="connsiteX113" fmla="*/ 3939922 w 12192000"/>
              <a:gd name="connsiteY113" fmla="*/ 5313133 h 6859983"/>
              <a:gd name="connsiteX114" fmla="*/ 3934401 w 12192000"/>
              <a:gd name="connsiteY114" fmla="*/ 5298962 h 6859983"/>
              <a:gd name="connsiteX115" fmla="*/ 3755190 w 12192000"/>
              <a:gd name="connsiteY115" fmla="*/ 3271559 h 6859983"/>
              <a:gd name="connsiteX116" fmla="*/ 3760639 w 12192000"/>
              <a:gd name="connsiteY116" fmla="*/ 3245995 h 6859983"/>
              <a:gd name="connsiteX117" fmla="*/ 3269830 w 12192000"/>
              <a:gd name="connsiteY117" fmla="*/ 2264259 h 6859983"/>
              <a:gd name="connsiteX118" fmla="*/ 3241594 w 12192000"/>
              <a:gd name="connsiteY118" fmla="*/ 2250447 h 6859983"/>
              <a:gd name="connsiteX119" fmla="*/ 2875628 w 12192000"/>
              <a:gd name="connsiteY119" fmla="*/ 2173713 h 6859983"/>
              <a:gd name="connsiteX120" fmla="*/ 2326464 w 12192000"/>
              <a:gd name="connsiteY120" fmla="*/ 2434001 h 6859983"/>
              <a:gd name="connsiteX121" fmla="*/ 2312662 w 12192000"/>
              <a:gd name="connsiteY121" fmla="*/ 2449990 h 6859983"/>
              <a:gd name="connsiteX122" fmla="*/ 103767 w 12192000"/>
              <a:gd name="connsiteY122" fmla="*/ 3520567 h 6859983"/>
              <a:gd name="connsiteX123" fmla="*/ 0 w 12192000"/>
              <a:gd name="connsiteY123" fmla="*/ 3520830 h 6859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2192000" h="6859983">
                <a:moveTo>
                  <a:pt x="0" y="0"/>
                </a:moveTo>
                <a:lnTo>
                  <a:pt x="3027733" y="0"/>
                </a:lnTo>
                <a:lnTo>
                  <a:pt x="3042541" y="92730"/>
                </a:lnTo>
                <a:cubicBezTo>
                  <a:pt x="3075577" y="394506"/>
                  <a:pt x="3064280" y="706317"/>
                  <a:pt x="3003132" y="1019977"/>
                </a:cubicBezTo>
                <a:cubicBezTo>
                  <a:pt x="3001619" y="1027076"/>
                  <a:pt x="3000180" y="1033824"/>
                  <a:pt x="2998743" y="1040569"/>
                </a:cubicBezTo>
                <a:cubicBezTo>
                  <a:pt x="2936838" y="1381490"/>
                  <a:pt x="3109630" y="1721952"/>
                  <a:pt x="3421511" y="1873060"/>
                </a:cubicBezTo>
                <a:lnTo>
                  <a:pt x="3449394" y="1886797"/>
                </a:lnTo>
                <a:cubicBezTo>
                  <a:pt x="3816757" y="2064952"/>
                  <a:pt x="4257872" y="1973751"/>
                  <a:pt x="4524220" y="1664531"/>
                </a:cubicBezTo>
                <a:cubicBezTo>
                  <a:pt x="4530071" y="1657979"/>
                  <a:pt x="4535566" y="1651357"/>
                  <a:pt x="4541139" y="1644380"/>
                </a:cubicBezTo>
                <a:cubicBezTo>
                  <a:pt x="4663650" y="1499747"/>
                  <a:pt x="4797709" y="1365368"/>
                  <a:pt x="4941952" y="1242440"/>
                </a:cubicBezTo>
                <a:cubicBezTo>
                  <a:pt x="4944329" y="1239978"/>
                  <a:pt x="4946993" y="1237945"/>
                  <a:pt x="4949649" y="1235916"/>
                </a:cubicBezTo>
                <a:cubicBezTo>
                  <a:pt x="4972905" y="1215630"/>
                  <a:pt x="4996719" y="1196206"/>
                  <a:pt x="5020888" y="1176861"/>
                </a:cubicBezTo>
                <a:lnTo>
                  <a:pt x="5049161" y="1153934"/>
                </a:lnTo>
                <a:cubicBezTo>
                  <a:pt x="5066991" y="1139918"/>
                  <a:pt x="5084829" y="1125904"/>
                  <a:pt x="5102943" y="1112315"/>
                </a:cubicBezTo>
                <a:lnTo>
                  <a:pt x="5150748" y="1076107"/>
                </a:lnTo>
                <a:lnTo>
                  <a:pt x="5189206" y="1047184"/>
                </a:lnTo>
                <a:cubicBezTo>
                  <a:pt x="5210690" y="1031723"/>
                  <a:pt x="5232530" y="1016332"/>
                  <a:pt x="5254725" y="1001017"/>
                </a:cubicBezTo>
                <a:lnTo>
                  <a:pt x="5263493" y="994722"/>
                </a:lnTo>
                <a:lnTo>
                  <a:pt x="5279430" y="984384"/>
                </a:lnTo>
                <a:cubicBezTo>
                  <a:pt x="5304993" y="967192"/>
                  <a:pt x="5330837" y="950430"/>
                  <a:pt x="5357035" y="933738"/>
                </a:cubicBezTo>
                <a:lnTo>
                  <a:pt x="5369022" y="926275"/>
                </a:lnTo>
                <a:cubicBezTo>
                  <a:pt x="5398951" y="907783"/>
                  <a:pt x="5429228" y="889365"/>
                  <a:pt x="5460141" y="871459"/>
                </a:cubicBezTo>
                <a:cubicBezTo>
                  <a:pt x="5659561" y="754351"/>
                  <a:pt x="5869704" y="656607"/>
                  <a:pt x="6087980" y="579895"/>
                </a:cubicBezTo>
                <a:lnTo>
                  <a:pt x="6094774" y="577631"/>
                </a:lnTo>
                <a:cubicBezTo>
                  <a:pt x="6127874" y="566871"/>
                  <a:pt x="6161279" y="554688"/>
                  <a:pt x="6194739" y="544003"/>
                </a:cubicBezTo>
                <a:lnTo>
                  <a:pt x="6214611" y="537845"/>
                </a:lnTo>
                <a:cubicBezTo>
                  <a:pt x="6243632" y="528811"/>
                  <a:pt x="6272577" y="520136"/>
                  <a:pt x="6302158" y="511964"/>
                </a:cubicBezTo>
                <a:lnTo>
                  <a:pt x="6336886" y="502289"/>
                </a:lnTo>
                <a:cubicBezTo>
                  <a:pt x="6361321" y="495621"/>
                  <a:pt x="6385755" y="488954"/>
                  <a:pt x="6410040" y="482992"/>
                </a:cubicBezTo>
                <a:lnTo>
                  <a:pt x="6460536" y="470742"/>
                </a:lnTo>
                <a:lnTo>
                  <a:pt x="6519092" y="457241"/>
                </a:lnTo>
                <a:lnTo>
                  <a:pt x="6585052" y="443829"/>
                </a:lnTo>
                <a:cubicBezTo>
                  <a:pt x="6599754" y="441027"/>
                  <a:pt x="6614533" y="437865"/>
                  <a:pt x="6629161" y="435413"/>
                </a:cubicBezTo>
                <a:cubicBezTo>
                  <a:pt x="6655856" y="430342"/>
                  <a:pt x="6682473" y="425621"/>
                  <a:pt x="6709368" y="421331"/>
                </a:cubicBezTo>
                <a:lnTo>
                  <a:pt x="6740121" y="416381"/>
                </a:lnTo>
                <a:lnTo>
                  <a:pt x="6832351" y="403375"/>
                </a:lnTo>
                <a:lnTo>
                  <a:pt x="6852177" y="400918"/>
                </a:lnTo>
                <a:cubicBezTo>
                  <a:pt x="6885693" y="396923"/>
                  <a:pt x="6919483" y="393365"/>
                  <a:pt x="6953203" y="390158"/>
                </a:cubicBezTo>
                <a:lnTo>
                  <a:pt x="6965325" y="389030"/>
                </a:lnTo>
                <a:cubicBezTo>
                  <a:pt x="7000538" y="385770"/>
                  <a:pt x="7034257" y="382563"/>
                  <a:pt x="7071732" y="380899"/>
                </a:cubicBezTo>
                <a:lnTo>
                  <a:pt x="7079996" y="380436"/>
                </a:lnTo>
                <a:cubicBezTo>
                  <a:pt x="7115697" y="378394"/>
                  <a:pt x="7150255" y="376480"/>
                  <a:pt x="7187502" y="375882"/>
                </a:cubicBezTo>
                <a:lnTo>
                  <a:pt x="7196122" y="375491"/>
                </a:lnTo>
                <a:cubicBezTo>
                  <a:pt x="7231159" y="374794"/>
                  <a:pt x="7263994" y="373999"/>
                  <a:pt x="7301015" y="374463"/>
                </a:cubicBezTo>
                <a:lnTo>
                  <a:pt x="7314048" y="374273"/>
                </a:lnTo>
                <a:cubicBezTo>
                  <a:pt x="7346655" y="374540"/>
                  <a:pt x="7379109" y="375522"/>
                  <a:pt x="7411921" y="376575"/>
                </a:cubicBezTo>
                <a:lnTo>
                  <a:pt x="7433272" y="377415"/>
                </a:lnTo>
                <a:cubicBezTo>
                  <a:pt x="7462380" y="378422"/>
                  <a:pt x="7491695" y="380217"/>
                  <a:pt x="7521008" y="382010"/>
                </a:cubicBezTo>
                <a:lnTo>
                  <a:pt x="7553945" y="384205"/>
                </a:lnTo>
                <a:lnTo>
                  <a:pt x="7628701" y="390488"/>
                </a:lnTo>
                <a:lnTo>
                  <a:pt x="7658570" y="393144"/>
                </a:lnTo>
                <a:lnTo>
                  <a:pt x="7675615" y="396777"/>
                </a:lnTo>
                <a:lnTo>
                  <a:pt x="7737541" y="404036"/>
                </a:lnTo>
                <a:lnTo>
                  <a:pt x="7801090" y="412384"/>
                </a:lnTo>
                <a:lnTo>
                  <a:pt x="7843085" y="419110"/>
                </a:lnTo>
                <a:cubicBezTo>
                  <a:pt x="7871159" y="423236"/>
                  <a:pt x="7899662" y="427083"/>
                  <a:pt x="7927359" y="432987"/>
                </a:cubicBezTo>
                <a:lnTo>
                  <a:pt x="7945467" y="436846"/>
                </a:lnTo>
                <a:cubicBezTo>
                  <a:pt x="8169373" y="478263"/>
                  <a:pt x="8388852" y="540632"/>
                  <a:pt x="8600879" y="623687"/>
                </a:cubicBezTo>
                <a:lnTo>
                  <a:pt x="8625106" y="633676"/>
                </a:lnTo>
                <a:cubicBezTo>
                  <a:pt x="9006335" y="779522"/>
                  <a:pt x="9438089" y="651065"/>
                  <a:pt x="9677370" y="320483"/>
                </a:cubicBezTo>
                <a:lnTo>
                  <a:pt x="9695345" y="295359"/>
                </a:lnTo>
                <a:cubicBezTo>
                  <a:pt x="9745982" y="225234"/>
                  <a:pt x="9783408" y="148812"/>
                  <a:pt x="9807697" y="69393"/>
                </a:cubicBezTo>
                <a:lnTo>
                  <a:pt x="9822952" y="0"/>
                </a:lnTo>
                <a:lnTo>
                  <a:pt x="12192000" y="0"/>
                </a:lnTo>
                <a:lnTo>
                  <a:pt x="12192000" y="474108"/>
                </a:lnTo>
                <a:lnTo>
                  <a:pt x="12149531" y="477591"/>
                </a:lnTo>
                <a:cubicBezTo>
                  <a:pt x="11748908" y="490848"/>
                  <a:pt x="11339068" y="425786"/>
                  <a:pt x="10941388" y="272908"/>
                </a:cubicBezTo>
                <a:lnTo>
                  <a:pt x="10921758" y="265754"/>
                </a:lnTo>
                <a:cubicBezTo>
                  <a:pt x="10840557" y="235641"/>
                  <a:pt x="10756828" y="219998"/>
                  <a:pt x="10673739" y="217860"/>
                </a:cubicBezTo>
                <a:cubicBezTo>
                  <a:pt x="10424472" y="211448"/>
                  <a:pt x="10180963" y="326579"/>
                  <a:pt x="10028729" y="537171"/>
                </a:cubicBezTo>
                <a:lnTo>
                  <a:pt x="10010678" y="562644"/>
                </a:lnTo>
                <a:cubicBezTo>
                  <a:pt x="9771468" y="893242"/>
                  <a:pt x="9784626" y="1343331"/>
                  <a:pt x="10042627" y="1659638"/>
                </a:cubicBezTo>
                <a:cubicBezTo>
                  <a:pt x="10048238" y="1666402"/>
                  <a:pt x="10053849" y="1673167"/>
                  <a:pt x="10059890" y="1679653"/>
                </a:cubicBezTo>
                <a:cubicBezTo>
                  <a:pt x="10267281" y="1929865"/>
                  <a:pt x="10439766" y="2206793"/>
                  <a:pt x="10572484" y="2503451"/>
                </a:cubicBezTo>
                <a:cubicBezTo>
                  <a:pt x="10720780" y="2835351"/>
                  <a:pt x="10818190" y="3187960"/>
                  <a:pt x="10861484" y="3549075"/>
                </a:cubicBezTo>
                <a:cubicBezTo>
                  <a:pt x="10862405" y="3555206"/>
                  <a:pt x="10862968" y="3561266"/>
                  <a:pt x="10863812" y="3567758"/>
                </a:cubicBezTo>
                <a:cubicBezTo>
                  <a:pt x="10872361" y="3640846"/>
                  <a:pt x="10878853" y="3713129"/>
                  <a:pt x="10882536" y="3788152"/>
                </a:cubicBezTo>
                <a:lnTo>
                  <a:pt x="10884553" y="3825700"/>
                </a:lnTo>
                <a:lnTo>
                  <a:pt x="10886369" y="3885105"/>
                </a:lnTo>
                <a:lnTo>
                  <a:pt x="10887177" y="3928337"/>
                </a:lnTo>
                <a:cubicBezTo>
                  <a:pt x="10887199" y="3949131"/>
                  <a:pt x="10887757" y="3972635"/>
                  <a:pt x="10887796" y="3986377"/>
                </a:cubicBezTo>
                <a:cubicBezTo>
                  <a:pt x="10887838" y="4000120"/>
                  <a:pt x="10887523" y="4013786"/>
                  <a:pt x="10887489" y="4027884"/>
                </a:cubicBezTo>
                <a:cubicBezTo>
                  <a:pt x="10886666" y="4064827"/>
                  <a:pt x="10885845" y="4101772"/>
                  <a:pt x="10883957" y="4138488"/>
                </a:cubicBezTo>
                <a:cubicBezTo>
                  <a:pt x="10883363" y="4151724"/>
                  <a:pt x="10882716" y="4163463"/>
                  <a:pt x="10882068" y="4175205"/>
                </a:cubicBezTo>
                <a:cubicBezTo>
                  <a:pt x="10881004" y="4197620"/>
                  <a:pt x="10879582" y="4219959"/>
                  <a:pt x="10877882" y="4241868"/>
                </a:cubicBezTo>
                <a:cubicBezTo>
                  <a:pt x="10877334" y="4251401"/>
                  <a:pt x="10877852" y="4261163"/>
                  <a:pt x="10875884" y="4270395"/>
                </a:cubicBezTo>
                <a:cubicBezTo>
                  <a:pt x="10828816" y="4860945"/>
                  <a:pt x="10635932" y="5430814"/>
                  <a:pt x="10314545" y="5928747"/>
                </a:cubicBezTo>
                <a:cubicBezTo>
                  <a:pt x="10306192" y="5941810"/>
                  <a:pt x="10297560" y="5954448"/>
                  <a:pt x="10289206" y="5967515"/>
                </a:cubicBezTo>
                <a:cubicBezTo>
                  <a:pt x="10280854" y="5980584"/>
                  <a:pt x="10272145" y="5993576"/>
                  <a:pt x="10263513" y="6006213"/>
                </a:cubicBezTo>
                <a:cubicBezTo>
                  <a:pt x="10244652" y="6033743"/>
                  <a:pt x="10225869" y="6060918"/>
                  <a:pt x="10206807" y="6087662"/>
                </a:cubicBezTo>
                <a:lnTo>
                  <a:pt x="10205973" y="6091572"/>
                </a:lnTo>
                <a:cubicBezTo>
                  <a:pt x="10031669" y="6332951"/>
                  <a:pt x="9829223" y="6550166"/>
                  <a:pt x="9604111" y="6739315"/>
                </a:cubicBezTo>
                <a:lnTo>
                  <a:pt x="9450532" y="6858001"/>
                </a:lnTo>
                <a:lnTo>
                  <a:pt x="12192000" y="6858001"/>
                </a:lnTo>
                <a:lnTo>
                  <a:pt x="12192000" y="6859983"/>
                </a:lnTo>
                <a:lnTo>
                  <a:pt x="0" y="6859983"/>
                </a:lnTo>
                <a:lnTo>
                  <a:pt x="0" y="4409935"/>
                </a:lnTo>
                <a:lnTo>
                  <a:pt x="176030" y="4433416"/>
                </a:lnTo>
                <a:cubicBezTo>
                  <a:pt x="1182032" y="4619064"/>
                  <a:pt x="1994513" y="5439642"/>
                  <a:pt x="2122430" y="6508958"/>
                </a:cubicBezTo>
                <a:cubicBezTo>
                  <a:pt x="2132260" y="6591194"/>
                  <a:pt x="2137807" y="6672956"/>
                  <a:pt x="2139246" y="6754020"/>
                </a:cubicBezTo>
                <a:lnTo>
                  <a:pt x="2135867" y="6858001"/>
                </a:lnTo>
                <a:lnTo>
                  <a:pt x="5119582" y="6858001"/>
                </a:lnTo>
                <a:lnTo>
                  <a:pt x="4997148" y="6763600"/>
                </a:lnTo>
                <a:cubicBezTo>
                  <a:pt x="4710638" y="6528130"/>
                  <a:pt x="4461358" y="6248687"/>
                  <a:pt x="4259188" y="5934625"/>
                </a:cubicBezTo>
                <a:lnTo>
                  <a:pt x="4248292" y="5917826"/>
                </a:lnTo>
                <a:cubicBezTo>
                  <a:pt x="4235010" y="5898292"/>
                  <a:pt x="4222182" y="5876627"/>
                  <a:pt x="4209561" y="5855749"/>
                </a:cubicBezTo>
                <a:lnTo>
                  <a:pt x="4197008" y="5834514"/>
                </a:lnTo>
                <a:cubicBezTo>
                  <a:pt x="4174071" y="5795845"/>
                  <a:pt x="4151564" y="5756902"/>
                  <a:pt x="4129918" y="5717394"/>
                </a:cubicBezTo>
                <a:lnTo>
                  <a:pt x="4118637" y="5697173"/>
                </a:lnTo>
                <a:lnTo>
                  <a:pt x="4089365" y="5641196"/>
                </a:lnTo>
                <a:cubicBezTo>
                  <a:pt x="4083599" y="5629943"/>
                  <a:pt x="4077758" y="5619048"/>
                  <a:pt x="4072346" y="5607871"/>
                </a:cubicBezTo>
                <a:cubicBezTo>
                  <a:pt x="4062613" y="5589095"/>
                  <a:pt x="4053310" y="5570034"/>
                  <a:pt x="4044009" y="5550978"/>
                </a:cubicBezTo>
                <a:lnTo>
                  <a:pt x="4030766" y="5522545"/>
                </a:lnTo>
                <a:cubicBezTo>
                  <a:pt x="3998317" y="5453639"/>
                  <a:pt x="3967937" y="5383691"/>
                  <a:pt x="3939922" y="5313133"/>
                </a:cubicBezTo>
                <a:cubicBezTo>
                  <a:pt x="3937988" y="5308263"/>
                  <a:pt x="3935982" y="5303753"/>
                  <a:pt x="3934401" y="5298962"/>
                </a:cubicBezTo>
                <a:cubicBezTo>
                  <a:pt x="3680504" y="4654656"/>
                  <a:pt x="3618252" y="3950598"/>
                  <a:pt x="3755190" y="3271559"/>
                </a:cubicBezTo>
                <a:cubicBezTo>
                  <a:pt x="3757006" y="3263037"/>
                  <a:pt x="3758822" y="3254516"/>
                  <a:pt x="3760639" y="3245995"/>
                </a:cubicBezTo>
                <a:cubicBezTo>
                  <a:pt x="3838603" y="2845396"/>
                  <a:pt x="3637198" y="2442411"/>
                  <a:pt x="3269830" y="2264259"/>
                </a:cubicBezTo>
                <a:lnTo>
                  <a:pt x="3241594" y="2250447"/>
                </a:lnTo>
                <a:cubicBezTo>
                  <a:pt x="3124771" y="2193809"/>
                  <a:pt x="2999136" y="2168962"/>
                  <a:pt x="2875628" y="2173713"/>
                </a:cubicBezTo>
                <a:cubicBezTo>
                  <a:pt x="2669782" y="2181633"/>
                  <a:pt x="2469846" y="2271775"/>
                  <a:pt x="2326464" y="2434001"/>
                </a:cubicBezTo>
                <a:lnTo>
                  <a:pt x="2312662" y="2449990"/>
                </a:lnTo>
                <a:cubicBezTo>
                  <a:pt x="1741349" y="3113513"/>
                  <a:pt x="935526" y="3484765"/>
                  <a:pt x="103767" y="3520567"/>
                </a:cubicBezTo>
                <a:lnTo>
                  <a:pt x="0" y="3520830"/>
                </a:lnTo>
                <a:close/>
              </a:path>
            </a:pathLst>
          </a:custGeom>
          <a:solidFill>
            <a:schemeClr val="accent1"/>
          </a:solidFill>
          <a:ln w="9525" cap="flat" cmpd="sng" algn="ctr">
            <a:noFill/>
            <a:prstDash val="solid"/>
          </a:ln>
          <a:effectLst/>
        </p:spPr>
        <p:txBody>
          <a:bodyPr wrap="square" rtlCol="0" anchor="ctr" anchorCtr="0">
            <a:noAutofit/>
          </a:bodyPr>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
        <p:nvSpPr>
          <p:cNvPr id="28" name="Freihandform: Form 27">
            <a:extLst>
              <a:ext uri="{FF2B5EF4-FFF2-40B4-BE49-F238E27FC236}">
                <a16:creationId xmlns:a16="http://schemas.microsoft.com/office/drawing/2014/main" id="{6AF4B39F-77E3-4B43-9442-F486EDAC4C60}"/>
              </a:ext>
            </a:extLst>
          </p:cNvPr>
          <p:cNvSpPr/>
          <p:nvPr userDrawn="1"/>
        </p:nvSpPr>
        <p:spPr bwMode="gray">
          <a:xfrm>
            <a:off x="2" y="2"/>
            <a:ext cx="12191999" cy="6862697"/>
          </a:xfrm>
          <a:custGeom>
            <a:avLst/>
            <a:gdLst>
              <a:gd name="connsiteX0" fmla="*/ 12191999 w 12191999"/>
              <a:gd name="connsiteY0" fmla="*/ 2251579 h 6862697"/>
              <a:gd name="connsiteX1" fmla="*/ 12191999 w 12191999"/>
              <a:gd name="connsiteY1" fmla="*/ 6862697 h 6862697"/>
              <a:gd name="connsiteX2" fmla="*/ 6067946 w 12191999"/>
              <a:gd name="connsiteY2" fmla="*/ 6862697 h 6862697"/>
              <a:gd name="connsiteX3" fmla="*/ 6134284 w 12191999"/>
              <a:gd name="connsiteY3" fmla="*/ 6774576 h 6862697"/>
              <a:gd name="connsiteX4" fmla="*/ 7009041 w 12191999"/>
              <a:gd name="connsiteY4" fmla="*/ 6366151 h 6862697"/>
              <a:gd name="connsiteX5" fmla="*/ 7044407 w 12191999"/>
              <a:gd name="connsiteY5" fmla="*/ 6366035 h 6862697"/>
              <a:gd name="connsiteX6" fmla="*/ 7957935 w 12191999"/>
              <a:gd name="connsiteY6" fmla="*/ 6258988 h 6862697"/>
              <a:gd name="connsiteX7" fmla="*/ 7982500 w 12191999"/>
              <a:gd name="connsiteY7" fmla="*/ 6254408 h 6862697"/>
              <a:gd name="connsiteX8" fmla="*/ 8094700 w 12191999"/>
              <a:gd name="connsiteY8" fmla="*/ 6227999 h 6862697"/>
              <a:gd name="connsiteX9" fmla="*/ 8150513 w 12191999"/>
              <a:gd name="connsiteY9" fmla="*/ 6214604 h 6862697"/>
              <a:gd name="connsiteX10" fmla="*/ 8234027 w 12191999"/>
              <a:gd name="connsiteY10" fmla="*/ 6192054 h 6862697"/>
              <a:gd name="connsiteX11" fmla="*/ 8314949 w 12191999"/>
              <a:gd name="connsiteY11" fmla="*/ 6168987 h 6862697"/>
              <a:gd name="connsiteX12" fmla="*/ 8338069 w 12191999"/>
              <a:gd name="connsiteY12" fmla="*/ 6164676 h 6862697"/>
              <a:gd name="connsiteX13" fmla="*/ 8376665 w 12191999"/>
              <a:gd name="connsiteY13" fmla="*/ 6152497 h 6862697"/>
              <a:gd name="connsiteX14" fmla="*/ 8473068 w 12191999"/>
              <a:gd name="connsiteY14" fmla="*/ 6121563 h 6862697"/>
              <a:gd name="connsiteX15" fmla="*/ 8515246 w 12191999"/>
              <a:gd name="connsiteY15" fmla="*/ 6107217 h 6862697"/>
              <a:gd name="connsiteX16" fmla="*/ 8626948 w 12191999"/>
              <a:gd name="connsiteY16" fmla="*/ 6067449 h 6862697"/>
              <a:gd name="connsiteX17" fmla="*/ 8653986 w 12191999"/>
              <a:gd name="connsiteY17" fmla="*/ 6057426 h 6862697"/>
              <a:gd name="connsiteX18" fmla="*/ 8777130 w 12191999"/>
              <a:gd name="connsiteY18" fmla="*/ 6009544 h 6862697"/>
              <a:gd name="connsiteX19" fmla="*/ 8793271 w 12191999"/>
              <a:gd name="connsiteY19" fmla="*/ 6002548 h 6862697"/>
              <a:gd name="connsiteX20" fmla="*/ 8923435 w 12191999"/>
              <a:gd name="connsiteY20" fmla="*/ 5946878 h 6862697"/>
              <a:gd name="connsiteX21" fmla="*/ 8933973 w 12191999"/>
              <a:gd name="connsiteY21" fmla="*/ 5941921 h 6862697"/>
              <a:gd name="connsiteX22" fmla="*/ 9065565 w 12191999"/>
              <a:gd name="connsiteY22" fmla="*/ 5880501 h 6862697"/>
              <a:gd name="connsiteX23" fmla="*/ 9075621 w 12191999"/>
              <a:gd name="connsiteY23" fmla="*/ 5875639 h 6862697"/>
              <a:gd name="connsiteX24" fmla="*/ 9203988 w 12191999"/>
              <a:gd name="connsiteY24" fmla="*/ 5810332 h 6862697"/>
              <a:gd name="connsiteX25" fmla="*/ 9218507 w 12191999"/>
              <a:gd name="connsiteY25" fmla="*/ 5802643 h 6862697"/>
              <a:gd name="connsiteX26" fmla="*/ 9338807 w 12191999"/>
              <a:gd name="connsiteY26" fmla="*/ 5736850 h 6862697"/>
              <a:gd name="connsiteX27" fmla="*/ 9362236 w 12191999"/>
              <a:gd name="connsiteY27" fmla="*/ 5723508 h 6862697"/>
              <a:gd name="connsiteX28" fmla="*/ 9470411 w 12191999"/>
              <a:gd name="connsiteY28" fmla="*/ 5659478 h 6862697"/>
              <a:gd name="connsiteX29" fmla="*/ 9506162 w 12191999"/>
              <a:gd name="connsiteY29" fmla="*/ 5637365 h 6862697"/>
              <a:gd name="connsiteX30" fmla="*/ 9598798 w 12191999"/>
              <a:gd name="connsiteY30" fmla="*/ 5578227 h 6862697"/>
              <a:gd name="connsiteX31" fmla="*/ 9649395 w 12191999"/>
              <a:gd name="connsiteY31" fmla="*/ 5544871 h 6862697"/>
              <a:gd name="connsiteX32" fmla="*/ 9724626 w 12191999"/>
              <a:gd name="connsiteY32" fmla="*/ 5493956 h 6862697"/>
              <a:gd name="connsiteX33" fmla="*/ 9790587 w 12191999"/>
              <a:gd name="connsiteY33" fmla="*/ 5446771 h 6862697"/>
              <a:gd name="connsiteX34" fmla="*/ 9847153 w 12191999"/>
              <a:gd name="connsiteY34" fmla="*/ 5405324 h 6862697"/>
              <a:gd name="connsiteX35" fmla="*/ 9928297 w 12191999"/>
              <a:gd name="connsiteY35" fmla="*/ 5343347 h 6862697"/>
              <a:gd name="connsiteX36" fmla="*/ 9966549 w 12191999"/>
              <a:gd name="connsiteY36" fmla="*/ 5313283 h 6862697"/>
              <a:gd name="connsiteX37" fmla="*/ 10062215 w 12191999"/>
              <a:gd name="connsiteY37" fmla="*/ 5235641 h 6862697"/>
              <a:gd name="connsiteX38" fmla="*/ 10083781 w 12191999"/>
              <a:gd name="connsiteY38" fmla="*/ 5217662 h 6862697"/>
              <a:gd name="connsiteX39" fmla="*/ 10190902 w 12191999"/>
              <a:gd name="connsiteY39" fmla="*/ 5123926 h 6862697"/>
              <a:gd name="connsiteX40" fmla="*/ 10198193 w 12191999"/>
              <a:gd name="connsiteY40" fmla="*/ 5117584 h 6862697"/>
              <a:gd name="connsiteX41" fmla="*/ 10829297 w 12191999"/>
              <a:gd name="connsiteY41" fmla="*/ 4428741 h 6862697"/>
              <a:gd name="connsiteX42" fmla="*/ 10914408 w 12191999"/>
              <a:gd name="connsiteY42" fmla="*/ 4313191 h 6862697"/>
              <a:gd name="connsiteX43" fmla="*/ 10925472 w 12191999"/>
              <a:gd name="connsiteY43" fmla="*/ 4297678 h 6862697"/>
              <a:gd name="connsiteX44" fmla="*/ 10995907 w 12191999"/>
              <a:gd name="connsiteY44" fmla="*/ 4194331 h 6862697"/>
              <a:gd name="connsiteX45" fmla="*/ 11010405 w 12191999"/>
              <a:gd name="connsiteY45" fmla="*/ 4173187 h 6862697"/>
              <a:gd name="connsiteX46" fmla="*/ 11018067 w 12191999"/>
              <a:gd name="connsiteY46" fmla="*/ 4160796 h 6862697"/>
              <a:gd name="connsiteX47" fmla="*/ 11075764 w 12191999"/>
              <a:gd name="connsiteY47" fmla="*/ 4069298 h 6862697"/>
              <a:gd name="connsiteX48" fmla="*/ 11108686 w 12191999"/>
              <a:gd name="connsiteY48" fmla="*/ 4013319 h 6862697"/>
              <a:gd name="connsiteX49" fmla="*/ 11149476 w 12191999"/>
              <a:gd name="connsiteY49" fmla="*/ 3943414 h 6862697"/>
              <a:gd name="connsiteX50" fmla="*/ 11194909 w 12191999"/>
              <a:gd name="connsiteY50" fmla="*/ 3863669 h 6862697"/>
              <a:gd name="connsiteX51" fmla="*/ 11218247 w 12191999"/>
              <a:gd name="connsiteY51" fmla="*/ 3820441 h 6862697"/>
              <a:gd name="connsiteX52" fmla="*/ 11276389 w 12191999"/>
              <a:gd name="connsiteY52" fmla="*/ 3709921 h 6862697"/>
              <a:gd name="connsiteX53" fmla="*/ 11282597 w 12191999"/>
              <a:gd name="connsiteY53" fmla="*/ 3697800 h 6862697"/>
              <a:gd name="connsiteX54" fmla="*/ 11573592 w 12191999"/>
              <a:gd name="connsiteY54" fmla="*/ 2989149 h 6862697"/>
              <a:gd name="connsiteX55" fmla="*/ 11584224 w 12191999"/>
              <a:gd name="connsiteY55" fmla="*/ 2955267 h 6862697"/>
              <a:gd name="connsiteX56" fmla="*/ 12054247 w 12191999"/>
              <a:gd name="connsiteY56" fmla="*/ 2330045 h 6862697"/>
              <a:gd name="connsiteX57" fmla="*/ 11562019 w 12191999"/>
              <a:gd name="connsiteY57" fmla="*/ 0 h 6862697"/>
              <a:gd name="connsiteX58" fmla="*/ 12191999 w 12191999"/>
              <a:gd name="connsiteY58" fmla="*/ 0 h 6862697"/>
              <a:gd name="connsiteX59" fmla="*/ 12191999 w 12191999"/>
              <a:gd name="connsiteY59" fmla="*/ 1323014 h 6862697"/>
              <a:gd name="connsiteX60" fmla="*/ 12111088 w 12191999"/>
              <a:gd name="connsiteY60" fmla="*/ 1263725 h 6862697"/>
              <a:gd name="connsiteX61" fmla="*/ 11715611 w 12191999"/>
              <a:gd name="connsiteY61" fmla="*/ 588818 h 6862697"/>
              <a:gd name="connsiteX62" fmla="*/ 11709145 w 12191999"/>
              <a:gd name="connsiteY62" fmla="*/ 554142 h 6862697"/>
              <a:gd name="connsiteX63" fmla="*/ 11628953 w 12191999"/>
              <a:gd name="connsiteY63" fmla="*/ 213811 h 6862697"/>
              <a:gd name="connsiteX64" fmla="*/ 0 w 12191999"/>
              <a:gd name="connsiteY64" fmla="*/ 0 h 6862697"/>
              <a:gd name="connsiteX65" fmla="*/ 2316798 w 12191999"/>
              <a:gd name="connsiteY65" fmla="*/ 0 h 6862697"/>
              <a:gd name="connsiteX66" fmla="*/ 2209189 w 12191999"/>
              <a:gd name="connsiteY66" fmla="*/ 385330 h 6862697"/>
              <a:gd name="connsiteX67" fmla="*/ 2210178 w 12191999"/>
              <a:gd name="connsiteY67" fmla="*/ 390634 h 6862697"/>
              <a:gd name="connsiteX68" fmla="*/ 2181755 w 12191999"/>
              <a:gd name="connsiteY68" fmla="*/ 521524 h 6862697"/>
              <a:gd name="connsiteX69" fmla="*/ 2169807 w 12191999"/>
              <a:gd name="connsiteY69" fmla="*/ 583063 h 6862697"/>
              <a:gd name="connsiteX70" fmla="*/ 2158338 w 12191999"/>
              <a:gd name="connsiteY70" fmla="*/ 644507 h 6862697"/>
              <a:gd name="connsiteX71" fmla="*/ 2318815 w 12191999"/>
              <a:gd name="connsiteY71" fmla="*/ 3001889 h 6862697"/>
              <a:gd name="connsiteX72" fmla="*/ 2331118 w 12191999"/>
              <a:gd name="connsiteY72" fmla="*/ 3038472 h 6862697"/>
              <a:gd name="connsiteX73" fmla="*/ 2360468 w 12191999"/>
              <a:gd name="connsiteY73" fmla="*/ 3123704 h 6862697"/>
              <a:gd name="connsiteX74" fmla="*/ 2377154 w 12191999"/>
              <a:gd name="connsiteY74" fmla="*/ 3170431 h 6862697"/>
              <a:gd name="connsiteX75" fmla="*/ 2430105 w 12191999"/>
              <a:gd name="connsiteY75" fmla="*/ 3310076 h 6862697"/>
              <a:gd name="connsiteX76" fmla="*/ 2451244 w 12191999"/>
              <a:gd name="connsiteY76" fmla="*/ 3361954 h 6862697"/>
              <a:gd name="connsiteX77" fmla="*/ 2482112 w 12191999"/>
              <a:gd name="connsiteY77" fmla="*/ 3433950 h 6862697"/>
              <a:gd name="connsiteX78" fmla="*/ 2505536 w 12191999"/>
              <a:gd name="connsiteY78" fmla="*/ 3487398 h 6862697"/>
              <a:gd name="connsiteX79" fmla="*/ 2538600 w 12191999"/>
              <a:gd name="connsiteY79" fmla="*/ 3560475 h 6862697"/>
              <a:gd name="connsiteX80" fmla="*/ 2560584 w 12191999"/>
              <a:gd name="connsiteY80" fmla="*/ 3606215 h 6862697"/>
              <a:gd name="connsiteX81" fmla="*/ 2698197 w 12191999"/>
              <a:gd name="connsiteY81" fmla="*/ 3871116 h 6862697"/>
              <a:gd name="connsiteX82" fmla="*/ 2710783 w 12191999"/>
              <a:gd name="connsiteY82" fmla="*/ 3893190 h 6862697"/>
              <a:gd name="connsiteX83" fmla="*/ 3613067 w 12191999"/>
              <a:gd name="connsiteY83" fmla="*/ 5046184 h 6862697"/>
              <a:gd name="connsiteX84" fmla="*/ 4678925 w 12191999"/>
              <a:gd name="connsiteY84" fmla="*/ 5806842 h 6862697"/>
              <a:gd name="connsiteX85" fmla="*/ 4710813 w 12191999"/>
              <a:gd name="connsiteY85" fmla="*/ 5822828 h 6862697"/>
              <a:gd name="connsiteX86" fmla="*/ 5346042 w 12191999"/>
              <a:gd name="connsiteY86" fmla="*/ 6772637 h 6862697"/>
              <a:gd name="connsiteX87" fmla="*/ 5351367 w 12191999"/>
              <a:gd name="connsiteY87" fmla="*/ 6862697 h 6862697"/>
              <a:gd name="connsiteX88" fmla="*/ 3092752 w 12191999"/>
              <a:gd name="connsiteY88" fmla="*/ 6862697 h 6862697"/>
              <a:gd name="connsiteX89" fmla="*/ 3126134 w 12191999"/>
              <a:gd name="connsiteY89" fmla="*/ 6799654 h 6862697"/>
              <a:gd name="connsiteX90" fmla="*/ 3192259 w 12191999"/>
              <a:gd name="connsiteY90" fmla="*/ 5382449 h 6862697"/>
              <a:gd name="connsiteX91" fmla="*/ 819638 w 12191999"/>
              <a:gd name="connsiteY91" fmla="*/ 4267667 h 6862697"/>
              <a:gd name="connsiteX92" fmla="*/ 801429 w 12191999"/>
              <a:gd name="connsiteY92" fmla="*/ 4274139 h 6862697"/>
              <a:gd name="connsiteX93" fmla="*/ 286468 w 12191999"/>
              <a:gd name="connsiteY93" fmla="*/ 4122625 h 6862697"/>
              <a:gd name="connsiteX94" fmla="*/ 275987 w 12191999"/>
              <a:gd name="connsiteY94" fmla="*/ 4109212 h 6862697"/>
              <a:gd name="connsiteX95" fmla="*/ 248153 w 12191999"/>
              <a:gd name="connsiteY95" fmla="*/ 3385986 h 6862697"/>
              <a:gd name="connsiteX96" fmla="*/ 274484 w 12191999"/>
              <a:gd name="connsiteY96" fmla="*/ 3348797 h 6862697"/>
              <a:gd name="connsiteX97" fmla="*/ 277922 w 12191999"/>
              <a:gd name="connsiteY97" fmla="*/ 3346111 h 6862697"/>
              <a:gd name="connsiteX98" fmla="*/ 417802 w 12191999"/>
              <a:gd name="connsiteY98" fmla="*/ 3126037 h 6862697"/>
              <a:gd name="connsiteX99" fmla="*/ 431186 w 12191999"/>
              <a:gd name="connsiteY99" fmla="*/ 3100627 h 6862697"/>
              <a:gd name="connsiteX100" fmla="*/ 476191 w 12191999"/>
              <a:gd name="connsiteY100" fmla="*/ 3010074 h 6862697"/>
              <a:gd name="connsiteX101" fmla="*/ 493447 w 12191999"/>
              <a:gd name="connsiteY101" fmla="*/ 2973325 h 6862697"/>
              <a:gd name="connsiteX102" fmla="*/ 529405 w 12191999"/>
              <a:gd name="connsiteY102" fmla="*/ 2893163 h 6862697"/>
              <a:gd name="connsiteX103" fmla="*/ 535425 w 12191999"/>
              <a:gd name="connsiteY103" fmla="*/ 2879598 h 6862697"/>
              <a:gd name="connsiteX104" fmla="*/ 565611 w 12191999"/>
              <a:gd name="connsiteY104" fmla="*/ 2803393 h 6862697"/>
              <a:gd name="connsiteX105" fmla="*/ 572003 w 12191999"/>
              <a:gd name="connsiteY105" fmla="*/ 2786765 h 6862697"/>
              <a:gd name="connsiteX106" fmla="*/ 603154 w 12191999"/>
              <a:gd name="connsiteY106" fmla="*/ 2697623 h 6862697"/>
              <a:gd name="connsiteX107" fmla="*/ 611785 w 12191999"/>
              <a:gd name="connsiteY107" fmla="*/ 2670386 h 6862697"/>
              <a:gd name="connsiteX108" fmla="*/ 641603 w 12191999"/>
              <a:gd name="connsiteY108" fmla="*/ 2566773 h 6862697"/>
              <a:gd name="connsiteX109" fmla="*/ 646233 w 12191999"/>
              <a:gd name="connsiteY109" fmla="*/ 2549309 h 6862697"/>
              <a:gd name="connsiteX110" fmla="*/ 669293 w 12191999"/>
              <a:gd name="connsiteY110" fmla="*/ 2452640 h 6862697"/>
              <a:gd name="connsiteX111" fmla="*/ 672668 w 12191999"/>
              <a:gd name="connsiteY111" fmla="*/ 2437819 h 6862697"/>
              <a:gd name="connsiteX112" fmla="*/ 674334 w 12191999"/>
              <a:gd name="connsiteY112" fmla="*/ 2429317 h 6862697"/>
              <a:gd name="connsiteX113" fmla="*/ 693659 w 12191999"/>
              <a:gd name="connsiteY113" fmla="*/ 2325038 h 6862697"/>
              <a:gd name="connsiteX114" fmla="*/ 699095 w 12191999"/>
              <a:gd name="connsiteY114" fmla="*/ 2290883 h 6862697"/>
              <a:gd name="connsiteX115" fmla="*/ 709032 w 12191999"/>
              <a:gd name="connsiteY115" fmla="*/ 2214992 h 6862697"/>
              <a:gd name="connsiteX116" fmla="*/ 714478 w 12191999"/>
              <a:gd name="connsiteY116" fmla="*/ 2168087 h 6862697"/>
              <a:gd name="connsiteX117" fmla="*/ 721265 w 12191999"/>
              <a:gd name="connsiteY117" fmla="*/ 2087456 h 6862697"/>
              <a:gd name="connsiteX118" fmla="*/ 722598 w 12191999"/>
              <a:gd name="connsiteY118" fmla="*/ 2031027 h 6862697"/>
              <a:gd name="connsiteX119" fmla="*/ 724440 w 12191999"/>
              <a:gd name="connsiteY119" fmla="*/ 1983059 h 6862697"/>
              <a:gd name="connsiteX120" fmla="*/ 725068 w 12191999"/>
              <a:gd name="connsiteY120" fmla="*/ 1886747 h 6862697"/>
              <a:gd name="connsiteX121" fmla="*/ 724252 w 12191999"/>
              <a:gd name="connsiteY121" fmla="*/ 1845290 h 6862697"/>
              <a:gd name="connsiteX122" fmla="*/ 721741 w 12191999"/>
              <a:gd name="connsiteY122" fmla="*/ 1784663 h 6862697"/>
              <a:gd name="connsiteX123" fmla="*/ 718501 w 12191999"/>
              <a:gd name="connsiteY123" fmla="*/ 1740116 h 6862697"/>
              <a:gd name="connsiteX124" fmla="*/ 710847 w 12191999"/>
              <a:gd name="connsiteY124" fmla="*/ 1653045 h 6862697"/>
              <a:gd name="connsiteX125" fmla="*/ 704326 w 12191999"/>
              <a:gd name="connsiteY125" fmla="*/ 1597211 h 6862697"/>
              <a:gd name="connsiteX126" fmla="*/ 697638 w 12191999"/>
              <a:gd name="connsiteY126" fmla="*/ 1550371 h 6862697"/>
              <a:gd name="connsiteX127" fmla="*/ 683641 w 12191999"/>
              <a:gd name="connsiteY127" fmla="*/ 1469365 h 6862697"/>
              <a:gd name="connsiteX128" fmla="*/ 679297 w 12191999"/>
              <a:gd name="connsiteY128" fmla="*/ 1443955 h 6862697"/>
              <a:gd name="connsiteX129" fmla="*/ 658601 w 12191999"/>
              <a:gd name="connsiteY129" fmla="*/ 1346581 h 6862697"/>
              <a:gd name="connsiteX130" fmla="*/ 653192 w 12191999"/>
              <a:gd name="connsiteY130" fmla="*/ 1324774 h 6862697"/>
              <a:gd name="connsiteX131" fmla="*/ 330792 w 12191999"/>
              <a:gd name="connsiteY131" fmla="*/ 579693 h 6862697"/>
              <a:gd name="connsiteX132" fmla="*/ 322731 w 12191999"/>
              <a:gd name="connsiteY132" fmla="*/ 569376 h 6862697"/>
              <a:gd name="connsiteX133" fmla="*/ 263125 w 12191999"/>
              <a:gd name="connsiteY133" fmla="*/ 482465 h 6862697"/>
              <a:gd name="connsiteX134" fmla="*/ 257750 w 12191999"/>
              <a:gd name="connsiteY134" fmla="*/ 475586 h 6862697"/>
              <a:gd name="connsiteX135" fmla="*/ 199707 w 12191999"/>
              <a:gd name="connsiteY135" fmla="*/ 401302 h 6862697"/>
              <a:gd name="connsiteX136" fmla="*/ 192989 w 12191999"/>
              <a:gd name="connsiteY136" fmla="*/ 392704 h 6862697"/>
              <a:gd name="connsiteX137" fmla="*/ 144350 w 12191999"/>
              <a:gd name="connsiteY137" fmla="*/ 330455 h 6862697"/>
              <a:gd name="connsiteX138" fmla="*/ 117478 w 12191999"/>
              <a:gd name="connsiteY138" fmla="*/ 296063 h 6862697"/>
              <a:gd name="connsiteX139" fmla="*/ 60262 w 12191999"/>
              <a:gd name="connsiteY139" fmla="*/ 232762 h 6862697"/>
              <a:gd name="connsiteX140" fmla="*/ 34747 w 12191999"/>
              <a:gd name="connsiteY140" fmla="*/ 205065 h 6862697"/>
              <a:gd name="connsiteX141" fmla="*/ 0 w 12191999"/>
              <a:gd name="connsiteY141" fmla="*/ 170596 h 6862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2191999" h="6862697">
                <a:moveTo>
                  <a:pt x="12191999" y="2251579"/>
                </a:moveTo>
                <a:lnTo>
                  <a:pt x="12191999" y="6862697"/>
                </a:lnTo>
                <a:lnTo>
                  <a:pt x="6067946" y="6862697"/>
                </a:lnTo>
                <a:lnTo>
                  <a:pt x="6134284" y="6774576"/>
                </a:lnTo>
                <a:cubicBezTo>
                  <a:pt x="6351712" y="6529837"/>
                  <a:pt x="6664892" y="6376123"/>
                  <a:pt x="7009041" y="6366151"/>
                </a:cubicBezTo>
                <a:lnTo>
                  <a:pt x="7044407" y="6366035"/>
                </a:lnTo>
                <a:cubicBezTo>
                  <a:pt x="7351660" y="6359580"/>
                  <a:pt x="7657472" y="6323484"/>
                  <a:pt x="7957935" y="6258988"/>
                </a:cubicBezTo>
                <a:lnTo>
                  <a:pt x="7982500" y="6254408"/>
                </a:lnTo>
                <a:cubicBezTo>
                  <a:pt x="8020070" y="6247403"/>
                  <a:pt x="8057580" y="6237415"/>
                  <a:pt x="8094700" y="6227999"/>
                </a:cubicBezTo>
                <a:lnTo>
                  <a:pt x="8150513" y="6214604"/>
                </a:lnTo>
                <a:lnTo>
                  <a:pt x="8234027" y="6192054"/>
                </a:lnTo>
                <a:lnTo>
                  <a:pt x="8314949" y="6168987"/>
                </a:lnTo>
                <a:lnTo>
                  <a:pt x="8338069" y="6164676"/>
                </a:lnTo>
                <a:lnTo>
                  <a:pt x="8376665" y="6152497"/>
                </a:lnTo>
                <a:lnTo>
                  <a:pt x="8473068" y="6121563"/>
                </a:lnTo>
                <a:lnTo>
                  <a:pt x="8515246" y="6107217"/>
                </a:lnTo>
                <a:cubicBezTo>
                  <a:pt x="8552700" y="6094253"/>
                  <a:pt x="8590157" y="6081289"/>
                  <a:pt x="8626948" y="6067449"/>
                </a:cubicBezTo>
                <a:lnTo>
                  <a:pt x="8653986" y="6057426"/>
                </a:lnTo>
                <a:cubicBezTo>
                  <a:pt x="8695416" y="6041724"/>
                  <a:pt x="8736363" y="6026119"/>
                  <a:pt x="8777130" y="6009544"/>
                </a:cubicBezTo>
                <a:lnTo>
                  <a:pt x="8793271" y="6002548"/>
                </a:lnTo>
                <a:cubicBezTo>
                  <a:pt x="8839639" y="5983932"/>
                  <a:pt x="8880138" y="5965915"/>
                  <a:pt x="8923435" y="5946878"/>
                </a:cubicBezTo>
                <a:lnTo>
                  <a:pt x="8933973" y="5941921"/>
                </a:lnTo>
                <a:cubicBezTo>
                  <a:pt x="8980072" y="5921861"/>
                  <a:pt x="9022141" y="5901557"/>
                  <a:pt x="9065565" y="5880501"/>
                </a:cubicBezTo>
                <a:lnTo>
                  <a:pt x="9075621" y="5875639"/>
                </a:lnTo>
                <a:cubicBezTo>
                  <a:pt x="9121452" y="5854135"/>
                  <a:pt x="9161803" y="5832653"/>
                  <a:pt x="9203988" y="5810332"/>
                </a:cubicBezTo>
                <a:lnTo>
                  <a:pt x="9218507" y="5802643"/>
                </a:lnTo>
                <a:cubicBezTo>
                  <a:pt x="9258859" y="5781162"/>
                  <a:pt x="9299116" y="5759205"/>
                  <a:pt x="9338807" y="5736850"/>
                </a:cubicBezTo>
                <a:lnTo>
                  <a:pt x="9362236" y="5723508"/>
                </a:lnTo>
                <a:lnTo>
                  <a:pt x="9470411" y="5659478"/>
                </a:lnTo>
                <a:lnTo>
                  <a:pt x="9506162" y="5637365"/>
                </a:lnTo>
                <a:cubicBezTo>
                  <a:pt x="9537449" y="5618073"/>
                  <a:pt x="9568165" y="5598389"/>
                  <a:pt x="9598798" y="5578227"/>
                </a:cubicBezTo>
                <a:cubicBezTo>
                  <a:pt x="9615753" y="5567590"/>
                  <a:pt x="9632529" y="5555986"/>
                  <a:pt x="9649395" y="5544871"/>
                </a:cubicBezTo>
                <a:lnTo>
                  <a:pt x="9724626" y="5493956"/>
                </a:lnTo>
                <a:lnTo>
                  <a:pt x="9790587" y="5446771"/>
                </a:lnTo>
                <a:lnTo>
                  <a:pt x="9847153" y="5405324"/>
                </a:lnTo>
                <a:cubicBezTo>
                  <a:pt x="9874320" y="5385304"/>
                  <a:pt x="9901308" y="5364325"/>
                  <a:pt x="9928297" y="5343347"/>
                </a:cubicBezTo>
                <a:lnTo>
                  <a:pt x="9966549" y="5313283"/>
                </a:lnTo>
                <a:cubicBezTo>
                  <a:pt x="9999170" y="5287762"/>
                  <a:pt x="10030737" y="5261945"/>
                  <a:pt x="10062215" y="5235641"/>
                </a:cubicBezTo>
                <a:lnTo>
                  <a:pt x="10083781" y="5217662"/>
                </a:lnTo>
                <a:cubicBezTo>
                  <a:pt x="10119934" y="5186999"/>
                  <a:pt x="10155238" y="5154498"/>
                  <a:pt x="10190902" y="5123926"/>
                </a:cubicBezTo>
                <a:lnTo>
                  <a:pt x="10198193" y="5117584"/>
                </a:lnTo>
                <a:cubicBezTo>
                  <a:pt x="10430388" y="4908817"/>
                  <a:pt x="10641545" y="4678061"/>
                  <a:pt x="10829297" y="4428741"/>
                </a:cubicBezTo>
                <a:cubicBezTo>
                  <a:pt x="10858530" y="4390401"/>
                  <a:pt x="10886707" y="4351752"/>
                  <a:pt x="10914408" y="4313191"/>
                </a:cubicBezTo>
                <a:lnTo>
                  <a:pt x="10925472" y="4297678"/>
                </a:lnTo>
                <a:cubicBezTo>
                  <a:pt x="10949462" y="4263295"/>
                  <a:pt x="10972971" y="4229009"/>
                  <a:pt x="10995907" y="4194331"/>
                </a:cubicBezTo>
                <a:lnTo>
                  <a:pt x="11010405" y="4173187"/>
                </a:lnTo>
                <a:lnTo>
                  <a:pt x="11018067" y="4160796"/>
                </a:lnTo>
                <a:cubicBezTo>
                  <a:pt x="11037780" y="4130204"/>
                  <a:pt x="11057013" y="4099702"/>
                  <a:pt x="11075764" y="4069298"/>
                </a:cubicBezTo>
                <a:lnTo>
                  <a:pt x="11108686" y="4013319"/>
                </a:lnTo>
                <a:lnTo>
                  <a:pt x="11149476" y="3943414"/>
                </a:lnTo>
                <a:cubicBezTo>
                  <a:pt x="11165003" y="3917090"/>
                  <a:pt x="11179959" y="3890379"/>
                  <a:pt x="11194909" y="3863669"/>
                </a:cubicBezTo>
                <a:lnTo>
                  <a:pt x="11218247" y="3820441"/>
                </a:lnTo>
                <a:cubicBezTo>
                  <a:pt x="11238331" y="3783807"/>
                  <a:pt x="11257932" y="3747256"/>
                  <a:pt x="11276389" y="3709921"/>
                </a:cubicBezTo>
                <a:cubicBezTo>
                  <a:pt x="11278647" y="3706014"/>
                  <a:pt x="11280911" y="3702100"/>
                  <a:pt x="11282597" y="3697800"/>
                </a:cubicBezTo>
                <a:cubicBezTo>
                  <a:pt x="11398581" y="3469837"/>
                  <a:pt x="11495939" y="3232887"/>
                  <a:pt x="11573592" y="2989149"/>
                </a:cubicBezTo>
                <a:cubicBezTo>
                  <a:pt x="11576919" y="2977565"/>
                  <a:pt x="11580332" y="2966465"/>
                  <a:pt x="11584224" y="2955267"/>
                </a:cubicBezTo>
                <a:cubicBezTo>
                  <a:pt x="11669989" y="2693568"/>
                  <a:pt x="11838457" y="2477126"/>
                  <a:pt x="12054247" y="2330045"/>
                </a:cubicBezTo>
                <a:close/>
                <a:moveTo>
                  <a:pt x="11562019" y="0"/>
                </a:moveTo>
                <a:lnTo>
                  <a:pt x="12191999" y="0"/>
                </a:lnTo>
                <a:lnTo>
                  <a:pt x="12191999" y="1323014"/>
                </a:lnTo>
                <a:lnTo>
                  <a:pt x="12111088" y="1263725"/>
                </a:lnTo>
                <a:cubicBezTo>
                  <a:pt x="11913523" y="1092920"/>
                  <a:pt x="11770901" y="858605"/>
                  <a:pt x="11715611" y="588818"/>
                </a:cubicBezTo>
                <a:cubicBezTo>
                  <a:pt x="11713455" y="577260"/>
                  <a:pt x="11711300" y="565701"/>
                  <a:pt x="11709145" y="554142"/>
                </a:cubicBezTo>
                <a:cubicBezTo>
                  <a:pt x="11686460" y="439505"/>
                  <a:pt x="11659695" y="325996"/>
                  <a:pt x="11628953" y="213811"/>
                </a:cubicBezTo>
                <a:close/>
                <a:moveTo>
                  <a:pt x="0" y="0"/>
                </a:moveTo>
                <a:lnTo>
                  <a:pt x="2316798" y="0"/>
                </a:lnTo>
                <a:lnTo>
                  <a:pt x="2209189" y="385330"/>
                </a:lnTo>
                <a:lnTo>
                  <a:pt x="2210178" y="390634"/>
                </a:lnTo>
                <a:cubicBezTo>
                  <a:pt x="2200293" y="433841"/>
                  <a:pt x="2190980" y="477441"/>
                  <a:pt x="2181755" y="521524"/>
                </a:cubicBezTo>
                <a:cubicBezTo>
                  <a:pt x="2177552" y="541745"/>
                  <a:pt x="2173438" y="562450"/>
                  <a:pt x="2169807" y="583063"/>
                </a:cubicBezTo>
                <a:cubicBezTo>
                  <a:pt x="2166174" y="603677"/>
                  <a:pt x="2161972" y="623899"/>
                  <a:pt x="2158338" y="644507"/>
                </a:cubicBezTo>
                <a:cubicBezTo>
                  <a:pt x="2016082" y="1431582"/>
                  <a:pt x="2071243" y="2241657"/>
                  <a:pt x="2318815" y="3001889"/>
                </a:cubicBezTo>
                <a:cubicBezTo>
                  <a:pt x="2321150" y="3014412"/>
                  <a:pt x="2326857" y="3026308"/>
                  <a:pt x="2331118" y="3038472"/>
                </a:cubicBezTo>
                <a:cubicBezTo>
                  <a:pt x="2340360" y="3066650"/>
                  <a:pt x="2350171" y="3095222"/>
                  <a:pt x="2360468" y="3123704"/>
                </a:cubicBezTo>
                <a:cubicBezTo>
                  <a:pt x="2365750" y="3138670"/>
                  <a:pt x="2371032" y="3153632"/>
                  <a:pt x="2377154" y="3170431"/>
                </a:cubicBezTo>
                <a:cubicBezTo>
                  <a:pt x="2393840" y="3217160"/>
                  <a:pt x="2411973" y="3263618"/>
                  <a:pt x="2430105" y="3310076"/>
                </a:cubicBezTo>
                <a:cubicBezTo>
                  <a:pt x="2437372" y="3327659"/>
                  <a:pt x="2444067" y="3344852"/>
                  <a:pt x="2451244" y="3361954"/>
                </a:cubicBezTo>
                <a:cubicBezTo>
                  <a:pt x="2458417" y="3379056"/>
                  <a:pt x="2471302" y="3408053"/>
                  <a:pt x="2482112" y="3433950"/>
                </a:cubicBezTo>
                <a:lnTo>
                  <a:pt x="2505536" y="3487398"/>
                </a:lnTo>
                <a:lnTo>
                  <a:pt x="2538600" y="3560475"/>
                </a:lnTo>
                <a:lnTo>
                  <a:pt x="2560584" y="3606215"/>
                </a:lnTo>
                <a:cubicBezTo>
                  <a:pt x="2604074" y="3697785"/>
                  <a:pt x="2649644" y="3784481"/>
                  <a:pt x="2698197" y="3871116"/>
                </a:cubicBezTo>
                <a:cubicBezTo>
                  <a:pt x="2702612" y="3878767"/>
                  <a:pt x="2706458" y="3886027"/>
                  <a:pt x="2710783" y="3893190"/>
                </a:cubicBezTo>
                <a:cubicBezTo>
                  <a:pt x="2951978" y="4320691"/>
                  <a:pt x="3256190" y="4709531"/>
                  <a:pt x="3613067" y="5046184"/>
                </a:cubicBezTo>
                <a:cubicBezTo>
                  <a:pt x="3932261" y="5347002"/>
                  <a:pt x="4290773" y="5602617"/>
                  <a:pt x="4678925" y="5806842"/>
                </a:cubicBezTo>
                <a:cubicBezTo>
                  <a:pt x="4689816" y="5811791"/>
                  <a:pt x="4700315" y="5817309"/>
                  <a:pt x="4710813" y="5822828"/>
                </a:cubicBezTo>
                <a:cubicBezTo>
                  <a:pt x="5074927" y="6018083"/>
                  <a:pt x="5306457" y="6378516"/>
                  <a:pt x="5346042" y="6772637"/>
                </a:cubicBezTo>
                <a:lnTo>
                  <a:pt x="5351367" y="6862697"/>
                </a:lnTo>
                <a:lnTo>
                  <a:pt x="3092752" y="6862697"/>
                </a:lnTo>
                <a:lnTo>
                  <a:pt x="3126134" y="6799654"/>
                </a:lnTo>
                <a:cubicBezTo>
                  <a:pt x="3327872" y="6370324"/>
                  <a:pt x="3365823" y="5864027"/>
                  <a:pt x="3192259" y="5382449"/>
                </a:cubicBezTo>
                <a:cubicBezTo>
                  <a:pt x="2844791" y="4419561"/>
                  <a:pt x="1782798" y="3920261"/>
                  <a:pt x="819638" y="4267667"/>
                </a:cubicBezTo>
                <a:cubicBezTo>
                  <a:pt x="813747" y="4270052"/>
                  <a:pt x="807588" y="4272096"/>
                  <a:pt x="801429" y="4274139"/>
                </a:cubicBezTo>
                <a:cubicBezTo>
                  <a:pt x="614971" y="4338187"/>
                  <a:pt x="408510" y="4277400"/>
                  <a:pt x="286468" y="4122625"/>
                </a:cubicBezTo>
                <a:lnTo>
                  <a:pt x="275987" y="4109212"/>
                </a:lnTo>
                <a:cubicBezTo>
                  <a:pt x="111959" y="3899286"/>
                  <a:pt x="100836" y="3607885"/>
                  <a:pt x="248153" y="3385986"/>
                </a:cubicBezTo>
                <a:cubicBezTo>
                  <a:pt x="256470" y="3373231"/>
                  <a:pt x="265130" y="3360926"/>
                  <a:pt x="274484" y="3348797"/>
                </a:cubicBezTo>
                <a:lnTo>
                  <a:pt x="277922" y="3346111"/>
                </a:lnTo>
                <a:cubicBezTo>
                  <a:pt x="328294" y="3275181"/>
                  <a:pt x="375001" y="3201688"/>
                  <a:pt x="417802" y="3126037"/>
                </a:cubicBezTo>
                <a:lnTo>
                  <a:pt x="431186" y="3100627"/>
                </a:lnTo>
                <a:cubicBezTo>
                  <a:pt x="445852" y="3069779"/>
                  <a:pt x="461594" y="3040309"/>
                  <a:pt x="476191" y="3010074"/>
                </a:cubicBezTo>
                <a:lnTo>
                  <a:pt x="493447" y="2973325"/>
                </a:lnTo>
                <a:cubicBezTo>
                  <a:pt x="505407" y="2946810"/>
                  <a:pt x="517984" y="2920366"/>
                  <a:pt x="529405" y="2893163"/>
                </a:cubicBezTo>
                <a:cubicBezTo>
                  <a:pt x="531232" y="2888413"/>
                  <a:pt x="533596" y="2884352"/>
                  <a:pt x="535425" y="2879598"/>
                </a:cubicBezTo>
                <a:cubicBezTo>
                  <a:pt x="546008" y="2854160"/>
                  <a:pt x="556251" y="2828986"/>
                  <a:pt x="565611" y="2803393"/>
                </a:cubicBezTo>
                <a:lnTo>
                  <a:pt x="572003" y="2786765"/>
                </a:lnTo>
                <a:cubicBezTo>
                  <a:pt x="582772" y="2757307"/>
                  <a:pt x="593270" y="2727503"/>
                  <a:pt x="603154" y="2697623"/>
                </a:cubicBezTo>
                <a:lnTo>
                  <a:pt x="611785" y="2670386"/>
                </a:lnTo>
                <a:cubicBezTo>
                  <a:pt x="622736" y="2636903"/>
                  <a:pt x="632339" y="2601705"/>
                  <a:pt x="641603" y="2566773"/>
                </a:cubicBezTo>
                <a:lnTo>
                  <a:pt x="646233" y="2549309"/>
                </a:lnTo>
                <a:cubicBezTo>
                  <a:pt x="654238" y="2517023"/>
                  <a:pt x="662245" y="2484732"/>
                  <a:pt x="669293" y="2452640"/>
                </a:cubicBezTo>
                <a:lnTo>
                  <a:pt x="672668" y="2437819"/>
                </a:lnTo>
                <a:lnTo>
                  <a:pt x="674334" y="2429317"/>
                </a:lnTo>
                <a:cubicBezTo>
                  <a:pt x="681683" y="2394772"/>
                  <a:pt x="688151" y="2359810"/>
                  <a:pt x="693659" y="2325038"/>
                </a:cubicBezTo>
                <a:lnTo>
                  <a:pt x="699095" y="2290883"/>
                </a:lnTo>
                <a:lnTo>
                  <a:pt x="709032" y="2214992"/>
                </a:lnTo>
                <a:lnTo>
                  <a:pt x="714478" y="2168087"/>
                </a:lnTo>
                <a:lnTo>
                  <a:pt x="721265" y="2087456"/>
                </a:lnTo>
                <a:lnTo>
                  <a:pt x="722598" y="2031027"/>
                </a:lnTo>
                <a:lnTo>
                  <a:pt x="724440" y="1983059"/>
                </a:lnTo>
                <a:cubicBezTo>
                  <a:pt x="725287" y="1950826"/>
                  <a:pt x="725181" y="1918787"/>
                  <a:pt x="725068" y="1886747"/>
                </a:cubicBezTo>
                <a:lnTo>
                  <a:pt x="724252" y="1845290"/>
                </a:lnTo>
                <a:lnTo>
                  <a:pt x="721741" y="1784663"/>
                </a:lnTo>
                <a:lnTo>
                  <a:pt x="718501" y="1740116"/>
                </a:lnTo>
                <a:cubicBezTo>
                  <a:pt x="716182" y="1710911"/>
                  <a:pt x="713859" y="1681709"/>
                  <a:pt x="710847" y="1653045"/>
                </a:cubicBezTo>
                <a:lnTo>
                  <a:pt x="704326" y="1597211"/>
                </a:lnTo>
                <a:lnTo>
                  <a:pt x="697638" y="1550371"/>
                </a:lnTo>
                <a:cubicBezTo>
                  <a:pt x="693523" y="1523124"/>
                  <a:pt x="688714" y="1496418"/>
                  <a:pt x="683641" y="1469365"/>
                </a:cubicBezTo>
                <a:lnTo>
                  <a:pt x="679297" y="1443955"/>
                </a:lnTo>
                <a:cubicBezTo>
                  <a:pt x="673404" y="1410896"/>
                  <a:pt x="666479" y="1378643"/>
                  <a:pt x="658601" y="1346581"/>
                </a:cubicBezTo>
                <a:lnTo>
                  <a:pt x="653192" y="1324774"/>
                </a:lnTo>
                <a:cubicBezTo>
                  <a:pt x="587748" y="1060252"/>
                  <a:pt x="478622" y="808591"/>
                  <a:pt x="330792" y="579693"/>
                </a:cubicBezTo>
                <a:lnTo>
                  <a:pt x="322731" y="569376"/>
                </a:lnTo>
                <a:cubicBezTo>
                  <a:pt x="303638" y="539983"/>
                  <a:pt x="284891" y="510322"/>
                  <a:pt x="263125" y="482465"/>
                </a:cubicBezTo>
                <a:lnTo>
                  <a:pt x="257750" y="475586"/>
                </a:lnTo>
                <a:cubicBezTo>
                  <a:pt x="238402" y="450825"/>
                  <a:pt x="219054" y="426062"/>
                  <a:pt x="199707" y="401302"/>
                </a:cubicBezTo>
                <a:lnTo>
                  <a:pt x="192989" y="392704"/>
                </a:lnTo>
                <a:cubicBezTo>
                  <a:pt x="176864" y="372067"/>
                  <a:pt x="160742" y="351433"/>
                  <a:pt x="144350" y="330455"/>
                </a:cubicBezTo>
                <a:lnTo>
                  <a:pt x="117478" y="296063"/>
                </a:lnTo>
                <a:cubicBezTo>
                  <a:pt x="98982" y="274511"/>
                  <a:pt x="79449" y="253770"/>
                  <a:pt x="60262" y="232762"/>
                </a:cubicBezTo>
                <a:lnTo>
                  <a:pt x="34747" y="205065"/>
                </a:lnTo>
                <a:lnTo>
                  <a:pt x="0" y="170596"/>
                </a:lnTo>
                <a:close/>
              </a:path>
            </a:pathLst>
          </a:custGeom>
          <a:solidFill>
            <a:schemeClr val="accent4"/>
          </a:solidFill>
          <a:ln w="9525" cap="flat" cmpd="sng" algn="ctr">
            <a:noFill/>
            <a:prstDash val="solid"/>
          </a:ln>
          <a:effectLst/>
        </p:spPr>
        <p:txBody>
          <a:bodyPr wrap="square" rtlCol="0" anchor="ctr" anchorCtr="0">
            <a:noAutofit/>
          </a:bodyPr>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
        <p:nvSpPr>
          <p:cNvPr id="7" name="Text Placeholder 12"/>
          <p:cNvSpPr>
            <a:spLocks noGrp="1"/>
          </p:cNvSpPr>
          <p:nvPr>
            <p:ph type="body" sz="quarter" idx="10" hasCustomPrompt="1"/>
          </p:nvPr>
        </p:nvSpPr>
        <p:spPr bwMode="gray">
          <a:xfrm>
            <a:off x="4656332" y="4220890"/>
            <a:ext cx="5904000" cy="576262"/>
          </a:xfrm>
          <a:prstGeom prst="rect">
            <a:avLst/>
          </a:prstGeom>
        </p:spPr>
        <p:txBody>
          <a:bodyPr>
            <a:noAutofit/>
          </a:bodyPr>
          <a:lstStyle>
            <a:lvl1pPr marL="0" indent="0">
              <a:spcBef>
                <a:spcPts val="0"/>
              </a:spcBef>
              <a:spcAft>
                <a:spcPts val="0"/>
              </a:spcAft>
              <a:buFont typeface="Arial" panose="020B0604020202020204" pitchFamily="34" charset="0"/>
              <a:buNone/>
              <a:defRPr sz="1600" baseline="0">
                <a:solidFill>
                  <a:schemeClr val="accent4"/>
                </a:solidFill>
              </a:defRPr>
            </a:lvl1pPr>
            <a:lvl2pPr marL="0" indent="0">
              <a:spcBef>
                <a:spcPts val="0"/>
              </a:spcBef>
              <a:spcAft>
                <a:spcPts val="0"/>
              </a:spcAft>
              <a:buNone/>
              <a:defRPr sz="1600">
                <a:solidFill>
                  <a:schemeClr val="accent1"/>
                </a:solidFill>
              </a:defRPr>
            </a:lvl2pPr>
            <a:lvl3pPr marL="0" indent="0">
              <a:spcBef>
                <a:spcPts val="0"/>
              </a:spcBef>
              <a:spcAft>
                <a:spcPts val="0"/>
              </a:spcAft>
              <a:buNone/>
              <a:defRPr sz="1600">
                <a:solidFill>
                  <a:schemeClr val="accent1"/>
                </a:solidFill>
              </a:defRPr>
            </a:lvl3pPr>
            <a:lvl4pPr marL="0" indent="0">
              <a:spcBef>
                <a:spcPts val="0"/>
              </a:spcBef>
              <a:spcAft>
                <a:spcPts val="0"/>
              </a:spcAft>
              <a:buNone/>
              <a:defRPr sz="1600">
                <a:solidFill>
                  <a:schemeClr val="accent1"/>
                </a:solidFill>
              </a:defRPr>
            </a:lvl4pPr>
            <a:lvl5pPr marL="0" indent="0">
              <a:spcBef>
                <a:spcPts val="0"/>
              </a:spcBef>
              <a:spcAft>
                <a:spcPts val="0"/>
              </a:spcAft>
              <a:buNone/>
              <a:defRPr sz="1600">
                <a:solidFill>
                  <a:schemeClr val="accent1"/>
                </a:solidFill>
              </a:defRPr>
            </a:lvl5pPr>
            <a:lvl6pPr marL="0" indent="0">
              <a:spcBef>
                <a:spcPts val="0"/>
              </a:spcBef>
              <a:spcAft>
                <a:spcPts val="0"/>
              </a:spcAft>
              <a:buNone/>
              <a:defRPr sz="1600">
                <a:solidFill>
                  <a:schemeClr val="accent1"/>
                </a:solidFill>
              </a:defRPr>
            </a:lvl6pPr>
            <a:lvl7pPr marL="0" indent="0">
              <a:spcBef>
                <a:spcPts val="0"/>
              </a:spcBef>
              <a:spcAft>
                <a:spcPts val="0"/>
              </a:spcAft>
              <a:buNone/>
              <a:defRPr sz="1600">
                <a:solidFill>
                  <a:schemeClr val="accent1"/>
                </a:solidFill>
              </a:defRPr>
            </a:lvl7pPr>
            <a:lvl8pPr marL="0" indent="0">
              <a:spcBef>
                <a:spcPts val="0"/>
              </a:spcBef>
              <a:spcAft>
                <a:spcPts val="0"/>
              </a:spcAft>
              <a:buNone/>
              <a:defRPr sz="1600">
                <a:solidFill>
                  <a:schemeClr val="accent1"/>
                </a:solidFill>
              </a:defRPr>
            </a:lvl8pPr>
            <a:lvl9pPr marL="0" indent="0">
              <a:spcBef>
                <a:spcPts val="0"/>
              </a:spcBef>
              <a:spcAft>
                <a:spcPts val="0"/>
              </a:spcAft>
              <a:buNone/>
              <a:defRPr sz="1600">
                <a:solidFill>
                  <a:schemeClr val="accent1"/>
                </a:solidFill>
              </a:defRPr>
            </a:lvl9pPr>
          </a:lstStyle>
          <a:p>
            <a:r>
              <a:rPr lang="en-US" noProof="0" dirty="0"/>
              <a:t>Name</a:t>
            </a:r>
            <a:br>
              <a:rPr lang="en-US" noProof="0" dirty="0"/>
            </a:br>
            <a:r>
              <a:rPr lang="en-US" noProof="0" dirty="0"/>
              <a:t>Place, Date</a:t>
            </a:r>
          </a:p>
        </p:txBody>
      </p:sp>
      <p:sp>
        <p:nvSpPr>
          <p:cNvPr id="3" name="Subtitle 2"/>
          <p:cNvSpPr>
            <a:spLocks noGrp="1"/>
          </p:cNvSpPr>
          <p:nvPr>
            <p:ph type="subTitle" idx="1" hasCustomPrompt="1"/>
          </p:nvPr>
        </p:nvSpPr>
        <p:spPr bwMode="gray">
          <a:xfrm>
            <a:off x="4656332" y="3500882"/>
            <a:ext cx="5904000" cy="576000"/>
          </a:xfrm>
          <a:prstGeom prst="rect">
            <a:avLst/>
          </a:prstGeom>
        </p:spPr>
        <p:txBody>
          <a:bodyPr>
            <a:noAutofit/>
          </a:bodyPr>
          <a:lstStyle>
            <a:lvl1pPr marL="0" indent="0" algn="l">
              <a:spcBef>
                <a:spcPts val="0"/>
              </a:spcBef>
              <a:spcAft>
                <a:spcPts val="1200"/>
              </a:spcAft>
              <a:buNone/>
              <a:defRPr sz="1600" b="1" i="0" baseline="0">
                <a:solidFill>
                  <a:schemeClr val="accent4"/>
                </a:solidFill>
                <a:latin typeface="+mn-lt"/>
              </a:defRPr>
            </a:lvl1pPr>
            <a:lvl2pPr marL="0" indent="0" algn="l">
              <a:spcBef>
                <a:spcPts val="0"/>
              </a:spcBef>
              <a:spcAft>
                <a:spcPts val="1200"/>
              </a:spcAft>
              <a:buNone/>
              <a:defRPr sz="1600" b="1">
                <a:solidFill>
                  <a:schemeClr val="accent1"/>
                </a:solidFill>
              </a:defRPr>
            </a:lvl2pPr>
            <a:lvl3pPr marL="0" indent="0" algn="l">
              <a:spcBef>
                <a:spcPts val="0"/>
              </a:spcBef>
              <a:spcAft>
                <a:spcPts val="1200"/>
              </a:spcAft>
              <a:buNone/>
              <a:defRPr sz="1600" b="1">
                <a:solidFill>
                  <a:schemeClr val="accent1"/>
                </a:solidFill>
              </a:defRPr>
            </a:lvl3pPr>
            <a:lvl4pPr marL="0" indent="0" algn="l">
              <a:spcBef>
                <a:spcPts val="0"/>
              </a:spcBef>
              <a:spcAft>
                <a:spcPts val="1200"/>
              </a:spcAft>
              <a:buNone/>
              <a:defRPr sz="1600" b="1">
                <a:solidFill>
                  <a:schemeClr val="accent1"/>
                </a:solidFill>
              </a:defRPr>
            </a:lvl4pPr>
            <a:lvl5pPr marL="0" indent="0" algn="l">
              <a:spcBef>
                <a:spcPts val="0"/>
              </a:spcBef>
              <a:spcAft>
                <a:spcPts val="1200"/>
              </a:spcAft>
              <a:buNone/>
              <a:defRPr sz="1600" b="1">
                <a:solidFill>
                  <a:schemeClr val="accent1"/>
                </a:solidFill>
              </a:defRPr>
            </a:lvl5pPr>
            <a:lvl6pPr marL="0" indent="0" algn="l">
              <a:spcBef>
                <a:spcPts val="0"/>
              </a:spcBef>
              <a:spcAft>
                <a:spcPts val="1200"/>
              </a:spcAft>
              <a:buNone/>
              <a:defRPr sz="1600" b="1">
                <a:solidFill>
                  <a:schemeClr val="accent1"/>
                </a:solidFill>
              </a:defRPr>
            </a:lvl6pPr>
            <a:lvl7pPr marL="0" indent="0" algn="l">
              <a:spcBef>
                <a:spcPts val="0"/>
              </a:spcBef>
              <a:spcAft>
                <a:spcPts val="1200"/>
              </a:spcAft>
              <a:buNone/>
              <a:defRPr sz="1600" b="1">
                <a:solidFill>
                  <a:schemeClr val="accent1"/>
                </a:solidFill>
              </a:defRPr>
            </a:lvl7pPr>
            <a:lvl8pPr marL="0" indent="0" algn="l">
              <a:spcBef>
                <a:spcPts val="0"/>
              </a:spcBef>
              <a:spcAft>
                <a:spcPts val="1200"/>
              </a:spcAft>
              <a:buNone/>
              <a:defRPr sz="1600" b="1">
                <a:solidFill>
                  <a:schemeClr val="accent1"/>
                </a:solidFill>
              </a:defRPr>
            </a:lvl8pPr>
            <a:lvl9pPr marL="0" indent="0" algn="l">
              <a:spcBef>
                <a:spcPts val="0"/>
              </a:spcBef>
              <a:spcAft>
                <a:spcPts val="1200"/>
              </a:spcAft>
              <a:buNone/>
              <a:defRPr sz="1600" b="1">
                <a:solidFill>
                  <a:schemeClr val="accent1"/>
                </a:solidFill>
              </a:defRPr>
            </a:lvl9pPr>
          </a:lstStyle>
          <a:p>
            <a:pPr lvl="0"/>
            <a:r>
              <a:rPr lang="en-US" noProof="0" dirty="0"/>
              <a:t>Subtitle and other information of this presentation</a:t>
            </a:r>
            <a:endParaRPr lang="en-US" dirty="0"/>
          </a:p>
          <a:p>
            <a:pPr lvl="0"/>
            <a:endParaRPr lang="en-US" noProof="0" dirty="0"/>
          </a:p>
        </p:txBody>
      </p:sp>
      <p:sp>
        <p:nvSpPr>
          <p:cNvPr id="2" name="Title 1"/>
          <p:cNvSpPr>
            <a:spLocks noGrp="1"/>
          </p:cNvSpPr>
          <p:nvPr>
            <p:ph type="ctrTitle" hasCustomPrompt="1"/>
          </p:nvPr>
        </p:nvSpPr>
        <p:spPr bwMode="gray">
          <a:xfrm>
            <a:off x="4656332" y="2108469"/>
            <a:ext cx="5904000" cy="1249282"/>
          </a:xfrm>
          <a:prstGeom prst="rect">
            <a:avLst/>
          </a:prstGeom>
          <a:noFill/>
        </p:spPr>
        <p:txBody>
          <a:bodyPr anchor="b"/>
          <a:lstStyle>
            <a:lvl1pPr algn="l">
              <a:lnSpc>
                <a:spcPct val="100000"/>
              </a:lnSpc>
              <a:defRPr sz="4000" b="0" cap="none" baseline="0">
                <a:solidFill>
                  <a:schemeClr val="accent4"/>
                </a:solidFill>
                <a:latin typeface="Merck" panose="04040805020F02020302" pitchFamily="82" charset="0"/>
                <a:ea typeface="Verdana" panose="020B0604030504040204" pitchFamily="34" charset="0"/>
                <a:cs typeface="Verdana" panose="020B0604030504040204" pitchFamily="34" charset="0"/>
              </a:defRPr>
            </a:lvl1pPr>
          </a:lstStyle>
          <a:p>
            <a:r>
              <a:rPr lang="en-US" noProof="0" dirty="0"/>
              <a:t>Title of presentation</a:t>
            </a:r>
          </a:p>
        </p:txBody>
      </p:sp>
      <p:grpSp>
        <p:nvGrpSpPr>
          <p:cNvPr id="12" name="Logo Merck"/>
          <p:cNvGrpSpPr>
            <a:grpSpLocks noChangeAspect="1"/>
          </p:cNvGrpSpPr>
          <p:nvPr userDrawn="1"/>
        </p:nvGrpSpPr>
        <p:grpSpPr bwMode="gray">
          <a:xfrm>
            <a:off x="9536024" y="6170950"/>
            <a:ext cx="2248608" cy="354050"/>
            <a:chOff x="396364" y="7173520"/>
            <a:chExt cx="1871956" cy="294745"/>
          </a:xfrm>
          <a:solidFill>
            <a:schemeClr val="bg2"/>
          </a:solidFill>
        </p:grpSpPr>
        <p:sp>
          <p:nvSpPr>
            <p:cNvPr id="14" name="Freeform 6"/>
            <p:cNvSpPr>
              <a:spLocks noEditPoints="1"/>
            </p:cNvSpPr>
            <p:nvPr userDrawn="1"/>
          </p:nvSpPr>
          <p:spPr bwMode="gray">
            <a:xfrm>
              <a:off x="1029112" y="7173520"/>
              <a:ext cx="1239208" cy="294745"/>
            </a:xfrm>
            <a:custGeom>
              <a:avLst/>
              <a:gdLst>
                <a:gd name="T0" fmla="*/ 8002 w 35641"/>
                <a:gd name="T1" fmla="*/ 6527 h 8475"/>
                <a:gd name="T2" fmla="*/ 3677 w 35641"/>
                <a:gd name="T3" fmla="*/ 5962 h 8475"/>
                <a:gd name="T4" fmla="*/ 2195 w 35641"/>
                <a:gd name="T5" fmla="*/ 3534 h 8475"/>
                <a:gd name="T6" fmla="*/ 2766 w 35641"/>
                <a:gd name="T7" fmla="*/ 2364 h 8475"/>
                <a:gd name="T8" fmla="*/ 2911 w 35641"/>
                <a:gd name="T9" fmla="*/ 2288 h 8475"/>
                <a:gd name="T10" fmla="*/ 3650 w 35641"/>
                <a:gd name="T11" fmla="*/ 2146 h 8475"/>
                <a:gd name="T12" fmla="*/ 5948 w 35641"/>
                <a:gd name="T13" fmla="*/ 3451 h 8475"/>
                <a:gd name="T14" fmla="*/ 5802 w 35641"/>
                <a:gd name="T15" fmla="*/ 3480 h 8475"/>
                <a:gd name="T16" fmla="*/ 3450 w 35641"/>
                <a:gd name="T17" fmla="*/ 3481 h 8475"/>
                <a:gd name="T18" fmla="*/ 4944 w 35641"/>
                <a:gd name="T19" fmla="*/ 5272 h 8475"/>
                <a:gd name="T20" fmla="*/ 7290 w 35641"/>
                <a:gd name="T21" fmla="*/ 5272 h 8475"/>
                <a:gd name="T22" fmla="*/ 7961 w 35641"/>
                <a:gd name="T23" fmla="*/ 2790 h 8475"/>
                <a:gd name="T24" fmla="*/ 3629 w 35641"/>
                <a:gd name="T25" fmla="*/ 0 h 8475"/>
                <a:gd name="T26" fmla="*/ 0 w 35641"/>
                <a:gd name="T27" fmla="*/ 3616 h 8475"/>
                <a:gd name="T28" fmla="*/ 2875 w 35641"/>
                <a:gd name="T29" fmla="*/ 7966 h 8475"/>
                <a:gd name="T30" fmla="*/ 8342 w 35641"/>
                <a:gd name="T31" fmla="*/ 8146 h 8475"/>
                <a:gd name="T32" fmla="*/ 18183 w 35641"/>
                <a:gd name="T33" fmla="*/ 7537 h 8475"/>
                <a:gd name="T34" fmla="*/ 15820 w 35641"/>
                <a:gd name="T35" fmla="*/ 5792 h 8475"/>
                <a:gd name="T36" fmla="*/ 17009 w 35641"/>
                <a:gd name="T37" fmla="*/ 2216 h 8475"/>
                <a:gd name="T38" fmla="*/ 12645 w 35641"/>
                <a:gd name="T39" fmla="*/ 0 h 8475"/>
                <a:gd name="T40" fmla="*/ 9100 w 35641"/>
                <a:gd name="T41" fmla="*/ 5836 h 8475"/>
                <a:gd name="T42" fmla="*/ 9100 w 35641"/>
                <a:gd name="T43" fmla="*/ 8082 h 8475"/>
                <a:gd name="T44" fmla="*/ 10232 w 35641"/>
                <a:gd name="T45" fmla="*/ 8273 h 8475"/>
                <a:gd name="T46" fmla="*/ 11344 w 35641"/>
                <a:gd name="T47" fmla="*/ 6101 h 8475"/>
                <a:gd name="T48" fmla="*/ 11379 w 35641"/>
                <a:gd name="T49" fmla="*/ 2676 h 8475"/>
                <a:gd name="T50" fmla="*/ 11436 w 35641"/>
                <a:gd name="T51" fmla="*/ 2533 h 8475"/>
                <a:gd name="T52" fmla="*/ 15015 w 35641"/>
                <a:gd name="T53" fmla="*/ 3676 h 8475"/>
                <a:gd name="T54" fmla="*/ 12983 w 35641"/>
                <a:gd name="T55" fmla="*/ 4188 h 8475"/>
                <a:gd name="T56" fmla="*/ 12245 w 35641"/>
                <a:gd name="T57" fmla="*/ 4238 h 8475"/>
                <a:gd name="T58" fmla="*/ 12244 w 35641"/>
                <a:gd name="T59" fmla="*/ 5128 h 8475"/>
                <a:gd name="T60" fmla="*/ 15206 w 35641"/>
                <a:gd name="T61" fmla="*/ 7967 h 8475"/>
                <a:gd name="T62" fmla="*/ 17991 w 35641"/>
                <a:gd name="T63" fmla="*/ 8345 h 8475"/>
                <a:gd name="T64" fmla="*/ 26540 w 35641"/>
                <a:gd name="T65" fmla="*/ 5085 h 8475"/>
                <a:gd name="T66" fmla="*/ 24192 w 35641"/>
                <a:gd name="T67" fmla="*/ 5460 h 8475"/>
                <a:gd name="T68" fmla="*/ 22103 w 35641"/>
                <a:gd name="T69" fmla="*/ 6071 h 8475"/>
                <a:gd name="T70" fmla="*/ 20467 w 35641"/>
                <a:gd name="T71" fmla="*/ 3537 h 8475"/>
                <a:gd name="T72" fmla="*/ 23058 w 35641"/>
                <a:gd name="T73" fmla="*/ 2625 h 8475"/>
                <a:gd name="T74" fmla="*/ 25083 w 35641"/>
                <a:gd name="T75" fmla="*/ 1646 h 8475"/>
                <a:gd name="T76" fmla="*/ 23512 w 35641"/>
                <a:gd name="T77" fmla="*/ 359 h 8475"/>
                <a:gd name="T78" fmla="*/ 18200 w 35641"/>
                <a:gd name="T79" fmla="*/ 229 h 8475"/>
                <a:gd name="T80" fmla="*/ 19665 w 35641"/>
                <a:gd name="T81" fmla="*/ 7009 h 8475"/>
                <a:gd name="T82" fmla="*/ 24370 w 35641"/>
                <a:gd name="T83" fmla="*/ 8222 h 8475"/>
                <a:gd name="T84" fmla="*/ 35641 w 35641"/>
                <a:gd name="T85" fmla="*/ 8152 h 8475"/>
                <a:gd name="T86" fmla="*/ 34704 w 35641"/>
                <a:gd name="T87" fmla="*/ 5892 h 8475"/>
                <a:gd name="T88" fmla="*/ 33145 w 35641"/>
                <a:gd name="T89" fmla="*/ 3887 h 8475"/>
                <a:gd name="T90" fmla="*/ 35637 w 35641"/>
                <a:gd name="T91" fmla="*/ 784 h 8475"/>
                <a:gd name="T92" fmla="*/ 35639 w 35641"/>
                <a:gd name="T93" fmla="*/ 753 h 8475"/>
                <a:gd name="T94" fmla="*/ 34865 w 35641"/>
                <a:gd name="T95" fmla="*/ 0 h 8475"/>
                <a:gd name="T96" fmla="*/ 31470 w 35641"/>
                <a:gd name="T97" fmla="*/ 2323 h 8475"/>
                <a:gd name="T98" fmla="*/ 29572 w 35641"/>
                <a:gd name="T99" fmla="*/ 1229 h 8475"/>
                <a:gd name="T100" fmla="*/ 27379 w 35641"/>
                <a:gd name="T101" fmla="*/ 53 h 8475"/>
                <a:gd name="T102" fmla="*/ 27489 w 35641"/>
                <a:gd name="T103" fmla="*/ 8342 h 8475"/>
                <a:gd name="T104" fmla="*/ 27910 w 35641"/>
                <a:gd name="T105" fmla="*/ 8345 h 8475"/>
                <a:gd name="T106" fmla="*/ 30620 w 35641"/>
                <a:gd name="T107" fmla="*/ 6875 h 8475"/>
                <a:gd name="T108" fmla="*/ 31733 w 35641"/>
                <a:gd name="T109" fmla="*/ 7123 h 8475"/>
                <a:gd name="T110" fmla="*/ 35451 w 35641"/>
                <a:gd name="T111" fmla="*/ 8345 h 8475"/>
                <a:gd name="T112" fmla="*/ 35641 w 35641"/>
                <a:gd name="T113" fmla="*/ 8152 h 8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5641" h="8475">
                  <a:moveTo>
                    <a:pt x="8342" y="8146"/>
                  </a:moveTo>
                  <a:cubicBezTo>
                    <a:pt x="8342" y="7475"/>
                    <a:pt x="8342" y="7475"/>
                    <a:pt x="8342" y="7475"/>
                  </a:cubicBezTo>
                  <a:cubicBezTo>
                    <a:pt x="8342" y="7072"/>
                    <a:pt x="8228" y="6756"/>
                    <a:pt x="8002" y="6527"/>
                  </a:cubicBezTo>
                  <a:cubicBezTo>
                    <a:pt x="7775" y="6297"/>
                    <a:pt x="7462" y="6183"/>
                    <a:pt x="7062" y="6183"/>
                  </a:cubicBezTo>
                  <a:cubicBezTo>
                    <a:pt x="4641" y="6183"/>
                    <a:pt x="4641" y="6183"/>
                    <a:pt x="4641" y="6183"/>
                  </a:cubicBezTo>
                  <a:cubicBezTo>
                    <a:pt x="4295" y="6183"/>
                    <a:pt x="3982" y="6092"/>
                    <a:pt x="3677" y="5962"/>
                  </a:cubicBezTo>
                  <a:cubicBezTo>
                    <a:pt x="3417" y="5852"/>
                    <a:pt x="3019" y="5505"/>
                    <a:pt x="2900" y="5373"/>
                  </a:cubicBezTo>
                  <a:cubicBezTo>
                    <a:pt x="2679" y="5129"/>
                    <a:pt x="2505" y="4845"/>
                    <a:pt x="2381" y="4523"/>
                  </a:cubicBezTo>
                  <a:cubicBezTo>
                    <a:pt x="2257" y="4202"/>
                    <a:pt x="2195" y="3872"/>
                    <a:pt x="2195" y="3534"/>
                  </a:cubicBezTo>
                  <a:cubicBezTo>
                    <a:pt x="2195" y="3098"/>
                    <a:pt x="2319" y="2760"/>
                    <a:pt x="2568" y="2519"/>
                  </a:cubicBezTo>
                  <a:cubicBezTo>
                    <a:pt x="2606" y="2482"/>
                    <a:pt x="2648" y="2448"/>
                    <a:pt x="2691" y="2417"/>
                  </a:cubicBezTo>
                  <a:cubicBezTo>
                    <a:pt x="2714" y="2399"/>
                    <a:pt x="2739" y="2381"/>
                    <a:pt x="2766" y="2364"/>
                  </a:cubicBezTo>
                  <a:cubicBezTo>
                    <a:pt x="2771" y="2361"/>
                    <a:pt x="2775" y="2359"/>
                    <a:pt x="2780" y="2356"/>
                  </a:cubicBezTo>
                  <a:cubicBezTo>
                    <a:pt x="2804" y="2342"/>
                    <a:pt x="2830" y="2328"/>
                    <a:pt x="2857" y="2314"/>
                  </a:cubicBezTo>
                  <a:cubicBezTo>
                    <a:pt x="2874" y="2305"/>
                    <a:pt x="2892" y="2296"/>
                    <a:pt x="2911" y="2288"/>
                  </a:cubicBezTo>
                  <a:cubicBezTo>
                    <a:pt x="2915" y="2286"/>
                    <a:pt x="2920" y="2284"/>
                    <a:pt x="2924" y="2282"/>
                  </a:cubicBezTo>
                  <a:cubicBezTo>
                    <a:pt x="3004" y="2247"/>
                    <a:pt x="3088" y="2220"/>
                    <a:pt x="3177" y="2200"/>
                  </a:cubicBezTo>
                  <a:cubicBezTo>
                    <a:pt x="3322" y="2166"/>
                    <a:pt x="3481" y="2146"/>
                    <a:pt x="3650" y="2146"/>
                  </a:cubicBezTo>
                  <a:cubicBezTo>
                    <a:pt x="3817" y="2146"/>
                    <a:pt x="3977" y="2166"/>
                    <a:pt x="4121" y="2200"/>
                  </a:cubicBezTo>
                  <a:cubicBezTo>
                    <a:pt x="4393" y="2254"/>
                    <a:pt x="4661" y="2362"/>
                    <a:pt x="4923" y="2528"/>
                  </a:cubicBezTo>
                  <a:cubicBezTo>
                    <a:pt x="5301" y="2767"/>
                    <a:pt x="5679" y="3102"/>
                    <a:pt x="5948" y="3451"/>
                  </a:cubicBezTo>
                  <a:cubicBezTo>
                    <a:pt x="5969" y="3480"/>
                    <a:pt x="5969" y="3480"/>
                    <a:pt x="5969" y="3480"/>
                  </a:cubicBezTo>
                  <a:cubicBezTo>
                    <a:pt x="5874" y="3480"/>
                    <a:pt x="5874" y="3480"/>
                    <a:pt x="5874" y="3480"/>
                  </a:cubicBezTo>
                  <a:cubicBezTo>
                    <a:pt x="5802" y="3480"/>
                    <a:pt x="5802" y="3480"/>
                    <a:pt x="5802" y="3480"/>
                  </a:cubicBezTo>
                  <a:cubicBezTo>
                    <a:pt x="3617" y="3480"/>
                    <a:pt x="3617" y="3480"/>
                    <a:pt x="3617" y="3480"/>
                  </a:cubicBezTo>
                  <a:cubicBezTo>
                    <a:pt x="3611" y="3480"/>
                    <a:pt x="3607" y="3481"/>
                    <a:pt x="3602" y="3481"/>
                  </a:cubicBezTo>
                  <a:cubicBezTo>
                    <a:pt x="3450" y="3481"/>
                    <a:pt x="3450" y="3481"/>
                    <a:pt x="3450" y="3481"/>
                  </a:cubicBezTo>
                  <a:cubicBezTo>
                    <a:pt x="3298" y="3481"/>
                    <a:pt x="3223" y="3546"/>
                    <a:pt x="3223" y="3678"/>
                  </a:cubicBezTo>
                  <a:cubicBezTo>
                    <a:pt x="3223" y="3938"/>
                    <a:pt x="3262" y="4107"/>
                    <a:pt x="3365" y="4319"/>
                  </a:cubicBezTo>
                  <a:cubicBezTo>
                    <a:pt x="3467" y="4531"/>
                    <a:pt x="3953" y="5272"/>
                    <a:pt x="4944" y="5272"/>
                  </a:cubicBezTo>
                  <a:cubicBezTo>
                    <a:pt x="5092" y="5272"/>
                    <a:pt x="5092" y="5272"/>
                    <a:pt x="5092" y="5272"/>
                  </a:cubicBezTo>
                  <a:cubicBezTo>
                    <a:pt x="5099" y="5272"/>
                    <a:pt x="5106" y="5272"/>
                    <a:pt x="5114" y="5272"/>
                  </a:cubicBezTo>
                  <a:cubicBezTo>
                    <a:pt x="7290" y="5272"/>
                    <a:pt x="7290" y="5272"/>
                    <a:pt x="7290" y="5272"/>
                  </a:cubicBezTo>
                  <a:cubicBezTo>
                    <a:pt x="7700" y="5272"/>
                    <a:pt x="7984" y="5164"/>
                    <a:pt x="8140" y="4945"/>
                  </a:cubicBezTo>
                  <a:cubicBezTo>
                    <a:pt x="8297" y="4727"/>
                    <a:pt x="8342" y="4540"/>
                    <a:pt x="8342" y="4245"/>
                  </a:cubicBezTo>
                  <a:cubicBezTo>
                    <a:pt x="8342" y="3766"/>
                    <a:pt x="8215" y="3296"/>
                    <a:pt x="7961" y="2790"/>
                  </a:cubicBezTo>
                  <a:cubicBezTo>
                    <a:pt x="7708" y="2282"/>
                    <a:pt x="7364" y="1822"/>
                    <a:pt x="6933" y="1407"/>
                  </a:cubicBezTo>
                  <a:cubicBezTo>
                    <a:pt x="6501" y="993"/>
                    <a:pt x="5999" y="655"/>
                    <a:pt x="5426" y="394"/>
                  </a:cubicBezTo>
                  <a:cubicBezTo>
                    <a:pt x="4854" y="132"/>
                    <a:pt x="4255" y="0"/>
                    <a:pt x="3629" y="0"/>
                  </a:cubicBezTo>
                  <a:cubicBezTo>
                    <a:pt x="195" y="0"/>
                    <a:pt x="195" y="0"/>
                    <a:pt x="195" y="0"/>
                  </a:cubicBezTo>
                  <a:cubicBezTo>
                    <a:pt x="65" y="0"/>
                    <a:pt x="0" y="77"/>
                    <a:pt x="0" y="230"/>
                  </a:cubicBezTo>
                  <a:cubicBezTo>
                    <a:pt x="0" y="3616"/>
                    <a:pt x="0" y="3616"/>
                    <a:pt x="0" y="3616"/>
                  </a:cubicBezTo>
                  <a:cubicBezTo>
                    <a:pt x="0" y="4259"/>
                    <a:pt x="124" y="4867"/>
                    <a:pt x="373" y="5439"/>
                  </a:cubicBezTo>
                  <a:cubicBezTo>
                    <a:pt x="621" y="6012"/>
                    <a:pt x="959" y="6513"/>
                    <a:pt x="1385" y="6944"/>
                  </a:cubicBezTo>
                  <a:cubicBezTo>
                    <a:pt x="1812" y="7375"/>
                    <a:pt x="2308" y="7715"/>
                    <a:pt x="2875" y="7966"/>
                  </a:cubicBezTo>
                  <a:cubicBezTo>
                    <a:pt x="3443" y="8217"/>
                    <a:pt x="4050" y="8342"/>
                    <a:pt x="4698" y="8342"/>
                  </a:cubicBezTo>
                  <a:cubicBezTo>
                    <a:pt x="8115" y="8342"/>
                    <a:pt x="8115" y="8342"/>
                    <a:pt x="8115" y="8342"/>
                  </a:cubicBezTo>
                  <a:cubicBezTo>
                    <a:pt x="8266" y="8342"/>
                    <a:pt x="8342" y="8276"/>
                    <a:pt x="8342" y="8146"/>
                  </a:cubicBezTo>
                  <a:moveTo>
                    <a:pt x="18183" y="8116"/>
                  </a:moveTo>
                  <a:cubicBezTo>
                    <a:pt x="18183" y="8095"/>
                    <a:pt x="18183" y="8095"/>
                    <a:pt x="18183" y="8095"/>
                  </a:cubicBezTo>
                  <a:cubicBezTo>
                    <a:pt x="18183" y="7537"/>
                    <a:pt x="18183" y="7537"/>
                    <a:pt x="18183" y="7537"/>
                  </a:cubicBezTo>
                  <a:cubicBezTo>
                    <a:pt x="18183" y="7446"/>
                    <a:pt x="18114" y="7355"/>
                    <a:pt x="18053" y="7331"/>
                  </a:cubicBezTo>
                  <a:cubicBezTo>
                    <a:pt x="18051" y="7330"/>
                    <a:pt x="17612" y="7209"/>
                    <a:pt x="16745" y="6522"/>
                  </a:cubicBezTo>
                  <a:cubicBezTo>
                    <a:pt x="16295" y="6166"/>
                    <a:pt x="15962" y="5905"/>
                    <a:pt x="15820" y="5792"/>
                  </a:cubicBezTo>
                  <a:cubicBezTo>
                    <a:pt x="15980" y="5689"/>
                    <a:pt x="16507" y="5479"/>
                    <a:pt x="16985" y="4932"/>
                  </a:cubicBezTo>
                  <a:cubicBezTo>
                    <a:pt x="17281" y="4592"/>
                    <a:pt x="17442" y="4166"/>
                    <a:pt x="17442" y="3632"/>
                  </a:cubicBezTo>
                  <a:cubicBezTo>
                    <a:pt x="17442" y="3130"/>
                    <a:pt x="17297" y="2658"/>
                    <a:pt x="17009" y="2216"/>
                  </a:cubicBezTo>
                  <a:cubicBezTo>
                    <a:pt x="16720" y="1775"/>
                    <a:pt x="16345" y="1390"/>
                    <a:pt x="15885" y="1063"/>
                  </a:cubicBezTo>
                  <a:cubicBezTo>
                    <a:pt x="15426" y="736"/>
                    <a:pt x="14909" y="478"/>
                    <a:pt x="14338" y="287"/>
                  </a:cubicBezTo>
                  <a:cubicBezTo>
                    <a:pt x="13765" y="96"/>
                    <a:pt x="13201" y="0"/>
                    <a:pt x="12645" y="0"/>
                  </a:cubicBezTo>
                  <a:cubicBezTo>
                    <a:pt x="9292" y="0"/>
                    <a:pt x="9292" y="0"/>
                    <a:pt x="9292" y="0"/>
                  </a:cubicBezTo>
                  <a:cubicBezTo>
                    <a:pt x="9164" y="0"/>
                    <a:pt x="9100" y="77"/>
                    <a:pt x="9100" y="229"/>
                  </a:cubicBezTo>
                  <a:cubicBezTo>
                    <a:pt x="9100" y="5836"/>
                    <a:pt x="9100" y="5836"/>
                    <a:pt x="9100" y="5836"/>
                  </a:cubicBezTo>
                  <a:cubicBezTo>
                    <a:pt x="9100" y="7089"/>
                    <a:pt x="9100" y="7089"/>
                    <a:pt x="9100" y="7089"/>
                  </a:cubicBezTo>
                  <a:cubicBezTo>
                    <a:pt x="9100" y="7522"/>
                    <a:pt x="9100" y="7522"/>
                    <a:pt x="9100" y="7522"/>
                  </a:cubicBezTo>
                  <a:cubicBezTo>
                    <a:pt x="9100" y="8082"/>
                    <a:pt x="9100" y="8082"/>
                    <a:pt x="9100" y="8082"/>
                  </a:cubicBezTo>
                  <a:cubicBezTo>
                    <a:pt x="9100" y="8162"/>
                    <a:pt x="9100" y="8247"/>
                    <a:pt x="9179" y="8290"/>
                  </a:cubicBezTo>
                  <a:cubicBezTo>
                    <a:pt x="9285" y="8345"/>
                    <a:pt x="9529" y="8342"/>
                    <a:pt x="9662" y="8342"/>
                  </a:cubicBezTo>
                  <a:cubicBezTo>
                    <a:pt x="9853" y="8342"/>
                    <a:pt x="10047" y="8331"/>
                    <a:pt x="10232" y="8273"/>
                  </a:cubicBezTo>
                  <a:cubicBezTo>
                    <a:pt x="10520" y="8179"/>
                    <a:pt x="10766" y="7980"/>
                    <a:pt x="10948" y="7737"/>
                  </a:cubicBezTo>
                  <a:cubicBezTo>
                    <a:pt x="11267" y="7317"/>
                    <a:pt x="11346" y="6841"/>
                    <a:pt x="11346" y="6328"/>
                  </a:cubicBezTo>
                  <a:cubicBezTo>
                    <a:pt x="11346" y="6280"/>
                    <a:pt x="11345" y="6190"/>
                    <a:pt x="11344" y="6101"/>
                  </a:cubicBezTo>
                  <a:cubicBezTo>
                    <a:pt x="11344" y="6098"/>
                    <a:pt x="11346" y="6097"/>
                    <a:pt x="11346" y="6095"/>
                  </a:cubicBezTo>
                  <a:cubicBezTo>
                    <a:pt x="11346" y="2909"/>
                    <a:pt x="11346" y="2909"/>
                    <a:pt x="11346" y="2909"/>
                  </a:cubicBezTo>
                  <a:cubicBezTo>
                    <a:pt x="11346" y="2825"/>
                    <a:pt x="11358" y="2748"/>
                    <a:pt x="11379" y="2676"/>
                  </a:cubicBezTo>
                  <a:cubicBezTo>
                    <a:pt x="11380" y="2669"/>
                    <a:pt x="11383" y="2662"/>
                    <a:pt x="11385" y="2655"/>
                  </a:cubicBezTo>
                  <a:cubicBezTo>
                    <a:pt x="11390" y="2637"/>
                    <a:pt x="11397" y="2619"/>
                    <a:pt x="11404" y="2602"/>
                  </a:cubicBezTo>
                  <a:cubicBezTo>
                    <a:pt x="11413" y="2578"/>
                    <a:pt x="11424" y="2556"/>
                    <a:pt x="11436" y="2533"/>
                  </a:cubicBezTo>
                  <a:cubicBezTo>
                    <a:pt x="11436" y="2533"/>
                    <a:pt x="11436" y="2532"/>
                    <a:pt x="11436" y="2532"/>
                  </a:cubicBezTo>
                  <a:cubicBezTo>
                    <a:pt x="11693" y="2061"/>
                    <a:pt x="12570" y="1876"/>
                    <a:pt x="13515" y="2115"/>
                  </a:cubicBezTo>
                  <a:cubicBezTo>
                    <a:pt x="14775" y="2433"/>
                    <a:pt x="15147" y="3302"/>
                    <a:pt x="15015" y="3676"/>
                  </a:cubicBezTo>
                  <a:cubicBezTo>
                    <a:pt x="14871" y="4080"/>
                    <a:pt x="14417" y="4334"/>
                    <a:pt x="13848" y="4334"/>
                  </a:cubicBezTo>
                  <a:cubicBezTo>
                    <a:pt x="13577" y="4334"/>
                    <a:pt x="13299" y="4285"/>
                    <a:pt x="13012" y="4194"/>
                  </a:cubicBezTo>
                  <a:cubicBezTo>
                    <a:pt x="13003" y="4192"/>
                    <a:pt x="12993" y="4190"/>
                    <a:pt x="12983" y="4188"/>
                  </a:cubicBezTo>
                  <a:cubicBezTo>
                    <a:pt x="12820" y="4146"/>
                    <a:pt x="12666" y="4093"/>
                    <a:pt x="12520" y="4032"/>
                  </a:cubicBezTo>
                  <a:cubicBezTo>
                    <a:pt x="12472" y="4018"/>
                    <a:pt x="12427" y="4009"/>
                    <a:pt x="12389" y="4009"/>
                  </a:cubicBezTo>
                  <a:cubicBezTo>
                    <a:pt x="12292" y="4009"/>
                    <a:pt x="12245" y="4085"/>
                    <a:pt x="12245" y="4238"/>
                  </a:cubicBezTo>
                  <a:cubicBezTo>
                    <a:pt x="12245" y="4740"/>
                    <a:pt x="12245" y="4740"/>
                    <a:pt x="12245" y="4740"/>
                  </a:cubicBezTo>
                  <a:cubicBezTo>
                    <a:pt x="12245" y="5128"/>
                    <a:pt x="12245" y="5128"/>
                    <a:pt x="12245" y="5128"/>
                  </a:cubicBezTo>
                  <a:cubicBezTo>
                    <a:pt x="12244" y="5128"/>
                    <a:pt x="12244" y="5128"/>
                    <a:pt x="12244" y="5128"/>
                  </a:cubicBezTo>
                  <a:cubicBezTo>
                    <a:pt x="12244" y="5129"/>
                    <a:pt x="12245" y="5130"/>
                    <a:pt x="12245" y="5131"/>
                  </a:cubicBezTo>
                  <a:cubicBezTo>
                    <a:pt x="12245" y="5439"/>
                    <a:pt x="12367" y="5711"/>
                    <a:pt x="12552" y="5875"/>
                  </a:cubicBezTo>
                  <a:cubicBezTo>
                    <a:pt x="12560" y="5882"/>
                    <a:pt x="15206" y="7967"/>
                    <a:pt x="15206" y="7967"/>
                  </a:cubicBezTo>
                  <a:cubicBezTo>
                    <a:pt x="15308" y="8048"/>
                    <a:pt x="15308" y="8048"/>
                    <a:pt x="15308" y="8048"/>
                  </a:cubicBezTo>
                  <a:cubicBezTo>
                    <a:pt x="15575" y="8244"/>
                    <a:pt x="15864" y="8342"/>
                    <a:pt x="16174" y="8342"/>
                  </a:cubicBezTo>
                  <a:cubicBezTo>
                    <a:pt x="17991" y="8345"/>
                    <a:pt x="17991" y="8345"/>
                    <a:pt x="17991" y="8345"/>
                  </a:cubicBezTo>
                  <a:cubicBezTo>
                    <a:pt x="18120" y="8345"/>
                    <a:pt x="18183" y="8269"/>
                    <a:pt x="18183" y="8116"/>
                  </a:cubicBezTo>
                  <a:moveTo>
                    <a:pt x="26216" y="6446"/>
                  </a:moveTo>
                  <a:cubicBezTo>
                    <a:pt x="26399" y="6028"/>
                    <a:pt x="26507" y="5575"/>
                    <a:pt x="26540" y="5085"/>
                  </a:cubicBezTo>
                  <a:cubicBezTo>
                    <a:pt x="26551" y="4934"/>
                    <a:pt x="26491" y="4857"/>
                    <a:pt x="26362" y="4857"/>
                  </a:cubicBezTo>
                  <a:cubicBezTo>
                    <a:pt x="25098" y="4857"/>
                    <a:pt x="25098" y="4857"/>
                    <a:pt x="25098" y="4857"/>
                  </a:cubicBezTo>
                  <a:cubicBezTo>
                    <a:pt x="24634" y="4857"/>
                    <a:pt x="24332" y="5058"/>
                    <a:pt x="24192" y="5460"/>
                  </a:cubicBezTo>
                  <a:cubicBezTo>
                    <a:pt x="24106" y="5721"/>
                    <a:pt x="23962" y="5930"/>
                    <a:pt x="23763" y="6088"/>
                  </a:cubicBezTo>
                  <a:cubicBezTo>
                    <a:pt x="23562" y="6245"/>
                    <a:pt x="23307" y="6324"/>
                    <a:pt x="22994" y="6324"/>
                  </a:cubicBezTo>
                  <a:cubicBezTo>
                    <a:pt x="22702" y="6324"/>
                    <a:pt x="22405" y="6240"/>
                    <a:pt x="22103" y="6071"/>
                  </a:cubicBezTo>
                  <a:cubicBezTo>
                    <a:pt x="21800" y="5903"/>
                    <a:pt x="21528" y="5686"/>
                    <a:pt x="21285" y="5419"/>
                  </a:cubicBezTo>
                  <a:cubicBezTo>
                    <a:pt x="21042" y="5153"/>
                    <a:pt x="20845" y="4854"/>
                    <a:pt x="20694" y="4523"/>
                  </a:cubicBezTo>
                  <a:cubicBezTo>
                    <a:pt x="20543" y="4191"/>
                    <a:pt x="20467" y="3863"/>
                    <a:pt x="20467" y="3537"/>
                  </a:cubicBezTo>
                  <a:cubicBezTo>
                    <a:pt x="20467" y="3124"/>
                    <a:pt x="20591" y="2790"/>
                    <a:pt x="20839" y="2535"/>
                  </a:cubicBezTo>
                  <a:cubicBezTo>
                    <a:pt x="21088" y="2280"/>
                    <a:pt x="21401" y="2152"/>
                    <a:pt x="21779" y="2152"/>
                  </a:cubicBezTo>
                  <a:cubicBezTo>
                    <a:pt x="22210" y="2152"/>
                    <a:pt x="22637" y="2310"/>
                    <a:pt x="23058" y="2625"/>
                  </a:cubicBezTo>
                  <a:cubicBezTo>
                    <a:pt x="23231" y="2755"/>
                    <a:pt x="23414" y="2820"/>
                    <a:pt x="23609" y="2820"/>
                  </a:cubicBezTo>
                  <a:cubicBezTo>
                    <a:pt x="23803" y="2820"/>
                    <a:pt x="24008" y="2712"/>
                    <a:pt x="24224" y="2494"/>
                  </a:cubicBezTo>
                  <a:cubicBezTo>
                    <a:pt x="25083" y="1646"/>
                    <a:pt x="25083" y="1646"/>
                    <a:pt x="25083" y="1646"/>
                  </a:cubicBezTo>
                  <a:cubicBezTo>
                    <a:pt x="25136" y="1593"/>
                    <a:pt x="25155" y="1544"/>
                    <a:pt x="25139" y="1500"/>
                  </a:cubicBezTo>
                  <a:cubicBezTo>
                    <a:pt x="25123" y="1457"/>
                    <a:pt x="25088" y="1407"/>
                    <a:pt x="25034" y="1353"/>
                  </a:cubicBezTo>
                  <a:cubicBezTo>
                    <a:pt x="24570" y="929"/>
                    <a:pt x="24063" y="598"/>
                    <a:pt x="23512" y="359"/>
                  </a:cubicBezTo>
                  <a:cubicBezTo>
                    <a:pt x="22961" y="121"/>
                    <a:pt x="22383" y="0"/>
                    <a:pt x="21779" y="0"/>
                  </a:cubicBezTo>
                  <a:cubicBezTo>
                    <a:pt x="18394" y="0"/>
                    <a:pt x="18394" y="0"/>
                    <a:pt x="18394" y="0"/>
                  </a:cubicBezTo>
                  <a:cubicBezTo>
                    <a:pt x="18265" y="0"/>
                    <a:pt x="18200" y="77"/>
                    <a:pt x="18200" y="229"/>
                  </a:cubicBezTo>
                  <a:cubicBezTo>
                    <a:pt x="18200" y="3602"/>
                    <a:pt x="18200" y="3602"/>
                    <a:pt x="18200" y="3602"/>
                  </a:cubicBezTo>
                  <a:cubicBezTo>
                    <a:pt x="18200" y="4254"/>
                    <a:pt x="18332" y="4874"/>
                    <a:pt x="18597" y="5460"/>
                  </a:cubicBezTo>
                  <a:cubicBezTo>
                    <a:pt x="18861" y="6047"/>
                    <a:pt x="19217" y="6563"/>
                    <a:pt x="19665" y="7009"/>
                  </a:cubicBezTo>
                  <a:cubicBezTo>
                    <a:pt x="20114" y="7454"/>
                    <a:pt x="20626" y="7810"/>
                    <a:pt x="21204" y="8076"/>
                  </a:cubicBezTo>
                  <a:cubicBezTo>
                    <a:pt x="21781" y="8342"/>
                    <a:pt x="22378" y="8475"/>
                    <a:pt x="22994" y="8475"/>
                  </a:cubicBezTo>
                  <a:cubicBezTo>
                    <a:pt x="23490" y="8475"/>
                    <a:pt x="23949" y="8391"/>
                    <a:pt x="24370" y="8222"/>
                  </a:cubicBezTo>
                  <a:cubicBezTo>
                    <a:pt x="24791" y="8054"/>
                    <a:pt x="25158" y="7821"/>
                    <a:pt x="25471" y="7522"/>
                  </a:cubicBezTo>
                  <a:cubicBezTo>
                    <a:pt x="25784" y="7223"/>
                    <a:pt x="26033" y="6865"/>
                    <a:pt x="26216" y="6446"/>
                  </a:cubicBezTo>
                  <a:moveTo>
                    <a:pt x="35641" y="8152"/>
                  </a:moveTo>
                  <a:cubicBezTo>
                    <a:pt x="35641" y="7292"/>
                    <a:pt x="35641" y="7292"/>
                    <a:pt x="35641" y="7292"/>
                  </a:cubicBezTo>
                  <a:cubicBezTo>
                    <a:pt x="35641" y="7292"/>
                    <a:pt x="35641" y="7292"/>
                    <a:pt x="35641" y="7292"/>
                  </a:cubicBezTo>
                  <a:cubicBezTo>
                    <a:pt x="35640" y="6697"/>
                    <a:pt x="35288" y="6134"/>
                    <a:pt x="34704" y="5892"/>
                  </a:cubicBezTo>
                  <a:cubicBezTo>
                    <a:pt x="34198" y="5682"/>
                    <a:pt x="34198" y="5682"/>
                    <a:pt x="34198" y="5682"/>
                  </a:cubicBezTo>
                  <a:cubicBezTo>
                    <a:pt x="33773" y="5525"/>
                    <a:pt x="33307" y="5214"/>
                    <a:pt x="33069" y="4988"/>
                  </a:cubicBezTo>
                  <a:cubicBezTo>
                    <a:pt x="33069" y="4988"/>
                    <a:pt x="32601" y="4430"/>
                    <a:pt x="33145" y="3887"/>
                  </a:cubicBezTo>
                  <a:cubicBezTo>
                    <a:pt x="34209" y="2817"/>
                    <a:pt x="34209" y="2817"/>
                    <a:pt x="34209" y="2817"/>
                  </a:cubicBezTo>
                  <a:cubicBezTo>
                    <a:pt x="35220" y="1805"/>
                    <a:pt x="35220" y="1805"/>
                    <a:pt x="35220" y="1805"/>
                  </a:cubicBezTo>
                  <a:cubicBezTo>
                    <a:pt x="35493" y="1519"/>
                    <a:pt x="35631" y="1153"/>
                    <a:pt x="35637" y="784"/>
                  </a:cubicBezTo>
                  <a:cubicBezTo>
                    <a:pt x="35638" y="759"/>
                    <a:pt x="35638" y="759"/>
                    <a:pt x="35638" y="759"/>
                  </a:cubicBezTo>
                  <a:cubicBezTo>
                    <a:pt x="35639" y="759"/>
                    <a:pt x="35639" y="759"/>
                    <a:pt x="35639" y="759"/>
                  </a:cubicBezTo>
                  <a:cubicBezTo>
                    <a:pt x="35639" y="757"/>
                    <a:pt x="35639" y="755"/>
                    <a:pt x="35639" y="753"/>
                  </a:cubicBezTo>
                  <a:cubicBezTo>
                    <a:pt x="35633" y="524"/>
                    <a:pt x="35566" y="342"/>
                    <a:pt x="35435" y="209"/>
                  </a:cubicBezTo>
                  <a:cubicBezTo>
                    <a:pt x="35302" y="75"/>
                    <a:pt x="35120" y="7"/>
                    <a:pt x="34889" y="2"/>
                  </a:cubicBezTo>
                  <a:cubicBezTo>
                    <a:pt x="34881" y="2"/>
                    <a:pt x="34873" y="0"/>
                    <a:pt x="34865" y="0"/>
                  </a:cubicBezTo>
                  <a:cubicBezTo>
                    <a:pt x="34562" y="0"/>
                    <a:pt x="34562" y="0"/>
                    <a:pt x="34562" y="0"/>
                  </a:cubicBezTo>
                  <a:cubicBezTo>
                    <a:pt x="34016" y="13"/>
                    <a:pt x="33541" y="250"/>
                    <a:pt x="33196" y="592"/>
                  </a:cubicBezTo>
                  <a:cubicBezTo>
                    <a:pt x="33182" y="606"/>
                    <a:pt x="31828" y="1964"/>
                    <a:pt x="31470" y="2323"/>
                  </a:cubicBezTo>
                  <a:cubicBezTo>
                    <a:pt x="31488" y="2321"/>
                    <a:pt x="31488" y="2321"/>
                    <a:pt x="31488" y="2321"/>
                  </a:cubicBezTo>
                  <a:cubicBezTo>
                    <a:pt x="29574" y="4234"/>
                    <a:pt x="29574" y="4234"/>
                    <a:pt x="29574" y="4234"/>
                  </a:cubicBezTo>
                  <a:cubicBezTo>
                    <a:pt x="29574" y="4234"/>
                    <a:pt x="29572" y="1232"/>
                    <a:pt x="29572" y="1229"/>
                  </a:cubicBezTo>
                  <a:cubicBezTo>
                    <a:pt x="29572" y="550"/>
                    <a:pt x="29022" y="0"/>
                    <a:pt x="28344" y="0"/>
                  </a:cubicBezTo>
                  <a:cubicBezTo>
                    <a:pt x="28344" y="0"/>
                    <a:pt x="27833" y="1"/>
                    <a:pt x="27813" y="1"/>
                  </a:cubicBezTo>
                  <a:cubicBezTo>
                    <a:pt x="27675" y="1"/>
                    <a:pt x="27474" y="4"/>
                    <a:pt x="27379" y="53"/>
                  </a:cubicBezTo>
                  <a:cubicBezTo>
                    <a:pt x="27299" y="96"/>
                    <a:pt x="27300" y="181"/>
                    <a:pt x="27300" y="261"/>
                  </a:cubicBezTo>
                  <a:cubicBezTo>
                    <a:pt x="27300" y="8152"/>
                    <a:pt x="27300" y="8152"/>
                    <a:pt x="27300" y="8152"/>
                  </a:cubicBezTo>
                  <a:cubicBezTo>
                    <a:pt x="27300" y="8257"/>
                    <a:pt x="27384" y="8342"/>
                    <a:pt x="27489" y="8342"/>
                  </a:cubicBezTo>
                  <a:cubicBezTo>
                    <a:pt x="27491" y="8341"/>
                    <a:pt x="27491" y="8341"/>
                    <a:pt x="27491" y="8341"/>
                  </a:cubicBezTo>
                  <a:cubicBezTo>
                    <a:pt x="27489" y="8345"/>
                    <a:pt x="27489" y="8345"/>
                    <a:pt x="27489" y="8345"/>
                  </a:cubicBezTo>
                  <a:cubicBezTo>
                    <a:pt x="27910" y="8345"/>
                    <a:pt x="27910" y="8345"/>
                    <a:pt x="27910" y="8345"/>
                  </a:cubicBezTo>
                  <a:cubicBezTo>
                    <a:pt x="28456" y="8332"/>
                    <a:pt x="28931" y="8095"/>
                    <a:pt x="29275" y="7752"/>
                  </a:cubicBezTo>
                  <a:cubicBezTo>
                    <a:pt x="29281" y="7747"/>
                    <a:pt x="29518" y="7510"/>
                    <a:pt x="29817" y="7209"/>
                  </a:cubicBezTo>
                  <a:cubicBezTo>
                    <a:pt x="30023" y="7004"/>
                    <a:pt x="30306" y="6876"/>
                    <a:pt x="30620" y="6875"/>
                  </a:cubicBezTo>
                  <a:cubicBezTo>
                    <a:pt x="30621" y="6875"/>
                    <a:pt x="30621" y="6875"/>
                    <a:pt x="30621" y="6875"/>
                  </a:cubicBezTo>
                  <a:cubicBezTo>
                    <a:pt x="30621" y="6875"/>
                    <a:pt x="30621" y="6875"/>
                    <a:pt x="30621" y="6875"/>
                  </a:cubicBezTo>
                  <a:cubicBezTo>
                    <a:pt x="31018" y="6876"/>
                    <a:pt x="31395" y="6966"/>
                    <a:pt x="31733" y="7123"/>
                  </a:cubicBezTo>
                  <a:cubicBezTo>
                    <a:pt x="34067" y="8091"/>
                    <a:pt x="34067" y="8091"/>
                    <a:pt x="34067" y="8091"/>
                  </a:cubicBezTo>
                  <a:cubicBezTo>
                    <a:pt x="34067" y="8091"/>
                    <a:pt x="34633" y="8345"/>
                    <a:pt x="35108" y="8345"/>
                  </a:cubicBezTo>
                  <a:cubicBezTo>
                    <a:pt x="35451" y="8345"/>
                    <a:pt x="35451" y="8345"/>
                    <a:pt x="35451" y="8345"/>
                  </a:cubicBezTo>
                  <a:cubicBezTo>
                    <a:pt x="35450" y="8341"/>
                    <a:pt x="35450" y="8341"/>
                    <a:pt x="35450" y="8341"/>
                  </a:cubicBezTo>
                  <a:cubicBezTo>
                    <a:pt x="35451" y="8342"/>
                    <a:pt x="35451" y="8342"/>
                    <a:pt x="35451" y="8342"/>
                  </a:cubicBezTo>
                  <a:cubicBezTo>
                    <a:pt x="35556" y="8342"/>
                    <a:pt x="35641" y="8257"/>
                    <a:pt x="35641" y="815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3" name="Freeform 5"/>
            <p:cNvSpPr>
              <a:spLocks/>
            </p:cNvSpPr>
            <p:nvPr userDrawn="1"/>
          </p:nvSpPr>
          <p:spPr bwMode="gray">
            <a:xfrm>
              <a:off x="396364" y="7173594"/>
              <a:ext cx="606328" cy="290506"/>
            </a:xfrm>
            <a:custGeom>
              <a:avLst/>
              <a:gdLst>
                <a:gd name="T0" fmla="*/ 17439 w 17439"/>
                <a:gd name="T1" fmla="*/ 1228 h 8353"/>
                <a:gd name="T2" fmla="*/ 16211 w 17439"/>
                <a:gd name="T3" fmla="*/ 0 h 8353"/>
                <a:gd name="T4" fmla="*/ 14912 w 17439"/>
                <a:gd name="T5" fmla="*/ 0 h 8353"/>
                <a:gd name="T6" fmla="*/ 14911 w 17439"/>
                <a:gd name="T7" fmla="*/ 0 h 8353"/>
                <a:gd name="T8" fmla="*/ 14911 w 17439"/>
                <a:gd name="T9" fmla="*/ 0 h 8353"/>
                <a:gd name="T10" fmla="*/ 14910 w 17439"/>
                <a:gd name="T11" fmla="*/ 0 h 8353"/>
                <a:gd name="T12" fmla="*/ 14742 w 17439"/>
                <a:gd name="T13" fmla="*/ 67 h 8353"/>
                <a:gd name="T14" fmla="*/ 14742 w 17439"/>
                <a:gd name="T15" fmla="*/ 65 h 8353"/>
                <a:gd name="T16" fmla="*/ 12136 w 17439"/>
                <a:gd name="T17" fmla="*/ 2515 h 8353"/>
                <a:gd name="T18" fmla="*/ 12135 w 17439"/>
                <a:gd name="T19" fmla="*/ 2515 h 8353"/>
                <a:gd name="T20" fmla="*/ 8719 w 17439"/>
                <a:gd name="T21" fmla="*/ 3825 h 8353"/>
                <a:gd name="T22" fmla="*/ 5193 w 17439"/>
                <a:gd name="T23" fmla="*/ 2409 h 8353"/>
                <a:gd name="T24" fmla="*/ 3259 w 17439"/>
                <a:gd name="T25" fmla="*/ 592 h 8353"/>
                <a:gd name="T26" fmla="*/ 1802 w 17439"/>
                <a:gd name="T27" fmla="*/ 0 h 8353"/>
                <a:gd name="T28" fmla="*/ 246 w 17439"/>
                <a:gd name="T29" fmla="*/ 0 h 8353"/>
                <a:gd name="T30" fmla="*/ 0 w 17439"/>
                <a:gd name="T31" fmla="*/ 245 h 8353"/>
                <a:gd name="T32" fmla="*/ 0 w 17439"/>
                <a:gd name="T33" fmla="*/ 7122 h 8353"/>
                <a:gd name="T34" fmla="*/ 1228 w 17439"/>
                <a:gd name="T35" fmla="*/ 8350 h 8353"/>
                <a:gd name="T36" fmla="*/ 1703 w 17439"/>
                <a:gd name="T37" fmla="*/ 8349 h 8353"/>
                <a:gd name="T38" fmla="*/ 2192 w 17439"/>
                <a:gd name="T39" fmla="*/ 8298 h 8353"/>
                <a:gd name="T40" fmla="*/ 2272 w 17439"/>
                <a:gd name="T41" fmla="*/ 8090 h 8353"/>
                <a:gd name="T42" fmla="*/ 2272 w 17439"/>
                <a:gd name="T43" fmla="*/ 5656 h 8353"/>
                <a:gd name="T44" fmla="*/ 3423 w 17439"/>
                <a:gd name="T45" fmla="*/ 4490 h 8353"/>
                <a:gd name="T46" fmla="*/ 6193 w 17439"/>
                <a:gd name="T47" fmla="*/ 6163 h 8353"/>
                <a:gd name="T48" fmla="*/ 8719 w 17439"/>
                <a:gd name="T49" fmla="*/ 7775 h 8353"/>
                <a:gd name="T50" fmla="*/ 11245 w 17439"/>
                <a:gd name="T51" fmla="*/ 6163 h 8353"/>
                <a:gd name="T52" fmla="*/ 14015 w 17439"/>
                <a:gd name="T53" fmla="*/ 4490 h 8353"/>
                <a:gd name="T54" fmla="*/ 15167 w 17439"/>
                <a:gd name="T55" fmla="*/ 5646 h 8353"/>
                <a:gd name="T56" fmla="*/ 15167 w 17439"/>
                <a:gd name="T57" fmla="*/ 5647 h 8353"/>
                <a:gd name="T58" fmla="*/ 15167 w 17439"/>
                <a:gd name="T59" fmla="*/ 7122 h 8353"/>
                <a:gd name="T60" fmla="*/ 16395 w 17439"/>
                <a:gd name="T61" fmla="*/ 8350 h 8353"/>
                <a:gd name="T62" fmla="*/ 16925 w 17439"/>
                <a:gd name="T63" fmla="*/ 8349 h 8353"/>
                <a:gd name="T64" fmla="*/ 17359 w 17439"/>
                <a:gd name="T65" fmla="*/ 8298 h 8353"/>
                <a:gd name="T66" fmla="*/ 17439 w 17439"/>
                <a:gd name="T67" fmla="*/ 8090 h 8353"/>
                <a:gd name="T68" fmla="*/ 17439 w 17439"/>
                <a:gd name="T69" fmla="*/ 1228 h 8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439" h="8353">
                  <a:moveTo>
                    <a:pt x="17439" y="1228"/>
                  </a:moveTo>
                  <a:cubicBezTo>
                    <a:pt x="17439" y="549"/>
                    <a:pt x="16889" y="0"/>
                    <a:pt x="16211" y="0"/>
                  </a:cubicBezTo>
                  <a:cubicBezTo>
                    <a:pt x="14912" y="0"/>
                    <a:pt x="14912" y="0"/>
                    <a:pt x="14912" y="0"/>
                  </a:cubicBezTo>
                  <a:cubicBezTo>
                    <a:pt x="14911" y="0"/>
                    <a:pt x="14911" y="0"/>
                    <a:pt x="14911" y="0"/>
                  </a:cubicBezTo>
                  <a:cubicBezTo>
                    <a:pt x="14911" y="0"/>
                    <a:pt x="14911" y="0"/>
                    <a:pt x="14911" y="0"/>
                  </a:cubicBezTo>
                  <a:cubicBezTo>
                    <a:pt x="14910" y="0"/>
                    <a:pt x="14910" y="0"/>
                    <a:pt x="14910" y="0"/>
                  </a:cubicBezTo>
                  <a:cubicBezTo>
                    <a:pt x="14845" y="0"/>
                    <a:pt x="14786" y="25"/>
                    <a:pt x="14742" y="67"/>
                  </a:cubicBezTo>
                  <a:cubicBezTo>
                    <a:pt x="14742" y="65"/>
                    <a:pt x="14742" y="65"/>
                    <a:pt x="14742" y="65"/>
                  </a:cubicBezTo>
                  <a:cubicBezTo>
                    <a:pt x="12136" y="2515"/>
                    <a:pt x="12136" y="2515"/>
                    <a:pt x="12136" y="2515"/>
                  </a:cubicBezTo>
                  <a:cubicBezTo>
                    <a:pt x="12135" y="2515"/>
                    <a:pt x="12135" y="2515"/>
                    <a:pt x="12135" y="2515"/>
                  </a:cubicBezTo>
                  <a:cubicBezTo>
                    <a:pt x="11243" y="3354"/>
                    <a:pt x="10041" y="3825"/>
                    <a:pt x="8719" y="3825"/>
                  </a:cubicBezTo>
                  <a:cubicBezTo>
                    <a:pt x="7342" y="3825"/>
                    <a:pt x="6096" y="3310"/>
                    <a:pt x="5193" y="2409"/>
                  </a:cubicBezTo>
                  <a:cubicBezTo>
                    <a:pt x="5193" y="2409"/>
                    <a:pt x="3276" y="608"/>
                    <a:pt x="3259" y="592"/>
                  </a:cubicBezTo>
                  <a:cubicBezTo>
                    <a:pt x="2891" y="249"/>
                    <a:pt x="2385" y="12"/>
                    <a:pt x="1802" y="0"/>
                  </a:cubicBezTo>
                  <a:cubicBezTo>
                    <a:pt x="246" y="0"/>
                    <a:pt x="246" y="0"/>
                    <a:pt x="246" y="0"/>
                  </a:cubicBezTo>
                  <a:cubicBezTo>
                    <a:pt x="110" y="0"/>
                    <a:pt x="0" y="110"/>
                    <a:pt x="0" y="245"/>
                  </a:cubicBezTo>
                  <a:cubicBezTo>
                    <a:pt x="0" y="7122"/>
                    <a:pt x="0" y="7122"/>
                    <a:pt x="0" y="7122"/>
                  </a:cubicBezTo>
                  <a:cubicBezTo>
                    <a:pt x="0" y="7801"/>
                    <a:pt x="550" y="8350"/>
                    <a:pt x="1228" y="8350"/>
                  </a:cubicBezTo>
                  <a:cubicBezTo>
                    <a:pt x="1703" y="8349"/>
                    <a:pt x="1703" y="8349"/>
                    <a:pt x="1703" y="8349"/>
                  </a:cubicBezTo>
                  <a:cubicBezTo>
                    <a:pt x="1837" y="8349"/>
                    <a:pt x="2085" y="8353"/>
                    <a:pt x="2192" y="8298"/>
                  </a:cubicBezTo>
                  <a:cubicBezTo>
                    <a:pt x="2272" y="8255"/>
                    <a:pt x="2272" y="8169"/>
                    <a:pt x="2272" y="8090"/>
                  </a:cubicBezTo>
                  <a:cubicBezTo>
                    <a:pt x="2272" y="5656"/>
                    <a:pt x="2272" y="5656"/>
                    <a:pt x="2272" y="5656"/>
                  </a:cubicBezTo>
                  <a:cubicBezTo>
                    <a:pt x="2272" y="5017"/>
                    <a:pt x="2794" y="4490"/>
                    <a:pt x="3423" y="4490"/>
                  </a:cubicBezTo>
                  <a:cubicBezTo>
                    <a:pt x="4594" y="4490"/>
                    <a:pt x="5434" y="5493"/>
                    <a:pt x="6193" y="6163"/>
                  </a:cubicBezTo>
                  <a:cubicBezTo>
                    <a:pt x="7123" y="6984"/>
                    <a:pt x="7839" y="7775"/>
                    <a:pt x="8719" y="7775"/>
                  </a:cubicBezTo>
                  <a:cubicBezTo>
                    <a:pt x="9600" y="7775"/>
                    <a:pt x="10316" y="6984"/>
                    <a:pt x="11245" y="6163"/>
                  </a:cubicBezTo>
                  <a:cubicBezTo>
                    <a:pt x="12004" y="5493"/>
                    <a:pt x="12844" y="4490"/>
                    <a:pt x="14015" y="4490"/>
                  </a:cubicBezTo>
                  <a:cubicBezTo>
                    <a:pt x="14641" y="4490"/>
                    <a:pt x="15161" y="5011"/>
                    <a:pt x="15167" y="5646"/>
                  </a:cubicBezTo>
                  <a:cubicBezTo>
                    <a:pt x="15167" y="5647"/>
                    <a:pt x="15167" y="5647"/>
                    <a:pt x="15167" y="5647"/>
                  </a:cubicBezTo>
                  <a:cubicBezTo>
                    <a:pt x="15167" y="6046"/>
                    <a:pt x="15167" y="7113"/>
                    <a:pt x="15167" y="7122"/>
                  </a:cubicBezTo>
                  <a:cubicBezTo>
                    <a:pt x="15167" y="7801"/>
                    <a:pt x="15716" y="8350"/>
                    <a:pt x="16395" y="8350"/>
                  </a:cubicBezTo>
                  <a:cubicBezTo>
                    <a:pt x="16395" y="8350"/>
                    <a:pt x="16905" y="8349"/>
                    <a:pt x="16925" y="8349"/>
                  </a:cubicBezTo>
                  <a:cubicBezTo>
                    <a:pt x="17064" y="8349"/>
                    <a:pt x="17265" y="8346"/>
                    <a:pt x="17359" y="8298"/>
                  </a:cubicBezTo>
                  <a:cubicBezTo>
                    <a:pt x="17439" y="8255"/>
                    <a:pt x="17439" y="8169"/>
                    <a:pt x="17439" y="8090"/>
                  </a:cubicBezTo>
                  <a:cubicBezTo>
                    <a:pt x="17439" y="7434"/>
                    <a:pt x="17439" y="1285"/>
                    <a:pt x="17439" y="122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grpSp>
      <p:pic>
        <p:nvPicPr>
          <p:cNvPr id="5" name="Grafik 4">
            <a:extLst>
              <a:ext uri="{FF2B5EF4-FFF2-40B4-BE49-F238E27FC236}">
                <a16:creationId xmlns:a16="http://schemas.microsoft.com/office/drawing/2014/main" id="{2504D60F-03BA-4FD7-B366-171F692AC7F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79376" y="5251086"/>
            <a:ext cx="2520000" cy="1274295"/>
          </a:xfrm>
          <a:prstGeom prst="rect">
            <a:avLst/>
          </a:prstGeom>
        </p:spPr>
      </p:pic>
    </p:spTree>
    <p:extLst>
      <p:ext uri="{BB962C8B-B14F-4D97-AF65-F5344CB8AC3E}">
        <p14:creationId xmlns:p14="http://schemas.microsoft.com/office/powerpoint/2010/main" val="3539660284"/>
      </p:ext>
    </p:extLst>
  </p:cSld>
  <p:clrMapOvr>
    <a:masterClrMapping/>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38" name="Rechteck 37">
            <a:extLst>
              <a:ext uri="{FF2B5EF4-FFF2-40B4-BE49-F238E27FC236}">
                <a16:creationId xmlns:a16="http://schemas.microsoft.com/office/drawing/2014/main" id="{72E51C3F-45BF-4228-9D36-14DF5EDD2289}"/>
              </a:ext>
            </a:extLst>
          </p:cNvPr>
          <p:cNvSpPr/>
          <p:nvPr userDrawn="1"/>
        </p:nvSpPr>
        <p:spPr bwMode="gray">
          <a:xfrm>
            <a:off x="0" y="0"/>
            <a:ext cx="12192000" cy="6858000"/>
          </a:xfrm>
          <a:prstGeom prst="rect">
            <a:avLst/>
          </a:prstGeom>
          <a:solidFill>
            <a:schemeClr val="accent4"/>
          </a:solid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
        <p:nvSpPr>
          <p:cNvPr id="19" name="Bildplatzhalter 18">
            <a:extLst>
              <a:ext uri="{FF2B5EF4-FFF2-40B4-BE49-F238E27FC236}">
                <a16:creationId xmlns:a16="http://schemas.microsoft.com/office/drawing/2014/main" id="{DAADC5EB-60BE-4A4A-82C6-321BFA27F170}"/>
              </a:ext>
            </a:extLst>
          </p:cNvPr>
          <p:cNvSpPr>
            <a:spLocks noGrp="1"/>
          </p:cNvSpPr>
          <p:nvPr>
            <p:ph type="pic" sz="quarter" idx="20" hasCustomPrompt="1"/>
          </p:nvPr>
        </p:nvSpPr>
        <p:spPr bwMode="gray">
          <a:xfrm>
            <a:off x="1" y="0"/>
            <a:ext cx="8171891" cy="6858000"/>
          </a:xfrm>
          <a:custGeom>
            <a:avLst/>
            <a:gdLst>
              <a:gd name="connsiteX0" fmla="*/ 3582450 w 8171891"/>
              <a:gd name="connsiteY0" fmla="*/ 0 h 6858000"/>
              <a:gd name="connsiteX1" fmla="*/ 4024204 w 8171891"/>
              <a:gd name="connsiteY1" fmla="*/ 0 h 6858000"/>
              <a:gd name="connsiteX2" fmla="*/ 4012758 w 8171891"/>
              <a:gd name="connsiteY2" fmla="*/ 24610 h 6858000"/>
              <a:gd name="connsiteX3" fmla="*/ 4010258 w 8171891"/>
              <a:gd name="connsiteY3" fmla="*/ 31747 h 6858000"/>
              <a:gd name="connsiteX4" fmla="*/ 4278594 w 8171891"/>
              <a:gd name="connsiteY4" fmla="*/ 908834 h 6858000"/>
              <a:gd name="connsiteX5" fmla="*/ 4295364 w 8171891"/>
              <a:gd name="connsiteY5" fmla="*/ 920965 h 6858000"/>
              <a:gd name="connsiteX6" fmla="*/ 4523383 w 8171891"/>
              <a:gd name="connsiteY6" fmla="*/ 1099379 h 6858000"/>
              <a:gd name="connsiteX7" fmla="*/ 4528375 w 8171891"/>
              <a:gd name="connsiteY7" fmla="*/ 1103661 h 6858000"/>
              <a:gd name="connsiteX8" fmla="*/ 4964419 w 8171891"/>
              <a:gd name="connsiteY8" fmla="*/ 1566112 h 6858000"/>
              <a:gd name="connsiteX9" fmla="*/ 4969063 w 8171891"/>
              <a:gd name="connsiteY9" fmla="*/ 1571823 h 6858000"/>
              <a:gd name="connsiteX10" fmla="*/ 4993325 w 8171891"/>
              <a:gd name="connsiteY10" fmla="*/ 1603936 h 6858000"/>
              <a:gd name="connsiteX11" fmla="*/ 5072540 w 8171891"/>
              <a:gd name="connsiteY11" fmla="*/ 1718479 h 6858000"/>
              <a:gd name="connsiteX12" fmla="*/ 5083604 w 8171891"/>
              <a:gd name="connsiteY12" fmla="*/ 1734892 h 6858000"/>
              <a:gd name="connsiteX13" fmla="*/ 5117144 w 8171891"/>
              <a:gd name="connsiteY13" fmla="*/ 1788061 h 6858000"/>
              <a:gd name="connsiteX14" fmla="*/ 5138200 w 8171891"/>
              <a:gd name="connsiteY14" fmla="*/ 1821603 h 6858000"/>
              <a:gd name="connsiteX15" fmla="*/ 5158890 w 8171891"/>
              <a:gd name="connsiteY15" fmla="*/ 1857286 h 6858000"/>
              <a:gd name="connsiteX16" fmla="*/ 5188509 w 8171891"/>
              <a:gd name="connsiteY16" fmla="*/ 1908668 h 6858000"/>
              <a:gd name="connsiteX17" fmla="*/ 5197787 w 8171891"/>
              <a:gd name="connsiteY17" fmla="*/ 1925440 h 6858000"/>
              <a:gd name="connsiteX18" fmla="*/ 5027936 w 8171891"/>
              <a:gd name="connsiteY18" fmla="*/ 5140116 h 6858000"/>
              <a:gd name="connsiteX19" fmla="*/ 5089310 w 8171891"/>
              <a:gd name="connsiteY19" fmla="*/ 6046818 h 6858000"/>
              <a:gd name="connsiteX20" fmla="*/ 5096087 w 8171891"/>
              <a:gd name="connsiteY20" fmla="*/ 6054667 h 6858000"/>
              <a:gd name="connsiteX21" fmla="*/ 5671301 w 8171891"/>
              <a:gd name="connsiteY21" fmla="*/ 6192762 h 6858000"/>
              <a:gd name="connsiteX22" fmla="*/ 5706984 w 8171891"/>
              <a:gd name="connsiteY22" fmla="*/ 6177416 h 6858000"/>
              <a:gd name="connsiteX23" fmla="*/ 5749444 w 8171891"/>
              <a:gd name="connsiteY23" fmla="*/ 6159932 h 6858000"/>
              <a:gd name="connsiteX24" fmla="*/ 5771929 w 8171891"/>
              <a:gd name="connsiteY24" fmla="*/ 6150654 h 6858000"/>
              <a:gd name="connsiteX25" fmla="*/ 5843295 w 8171891"/>
              <a:gd name="connsiteY25" fmla="*/ 6123892 h 6858000"/>
              <a:gd name="connsiteX26" fmla="*/ 5870772 w 8171891"/>
              <a:gd name="connsiteY26" fmla="*/ 6114259 h 6858000"/>
              <a:gd name="connsiteX27" fmla="*/ 5937851 w 8171891"/>
              <a:gd name="connsiteY27" fmla="*/ 6092491 h 6858000"/>
              <a:gd name="connsiteX28" fmla="*/ 5973534 w 8171891"/>
              <a:gd name="connsiteY28" fmla="*/ 6082501 h 6858000"/>
              <a:gd name="connsiteX29" fmla="*/ 6034551 w 8171891"/>
              <a:gd name="connsiteY29" fmla="*/ 6065374 h 6858000"/>
              <a:gd name="connsiteX30" fmla="*/ 6085575 w 8171891"/>
              <a:gd name="connsiteY30" fmla="*/ 6053955 h 6858000"/>
              <a:gd name="connsiteX31" fmla="*/ 6127687 w 8171891"/>
              <a:gd name="connsiteY31" fmla="*/ 6044320 h 6858000"/>
              <a:gd name="connsiteX32" fmla="*/ 6134822 w 8171891"/>
              <a:gd name="connsiteY32" fmla="*/ 6044320 h 6858000"/>
              <a:gd name="connsiteX33" fmla="*/ 6144814 w 8171891"/>
              <a:gd name="connsiteY33" fmla="*/ 6044320 h 6858000"/>
              <a:gd name="connsiteX34" fmla="*/ 6220457 w 8171891"/>
              <a:gd name="connsiteY34" fmla="*/ 6031117 h 6858000"/>
              <a:gd name="connsiteX35" fmla="*/ 6245085 w 8171891"/>
              <a:gd name="connsiteY35" fmla="*/ 6027550 h 6858000"/>
              <a:gd name="connsiteX36" fmla="*/ 6326792 w 8171891"/>
              <a:gd name="connsiteY36" fmla="*/ 6017558 h 6858000"/>
              <a:gd name="connsiteX37" fmla="*/ 6351420 w 8171891"/>
              <a:gd name="connsiteY37" fmla="*/ 6015417 h 6858000"/>
              <a:gd name="connsiteX38" fmla="*/ 6414579 w 8171891"/>
              <a:gd name="connsiteY38" fmla="*/ 6011135 h 6858000"/>
              <a:gd name="connsiteX39" fmla="*/ 6444190 w 8171891"/>
              <a:gd name="connsiteY39" fmla="*/ 6011135 h 6858000"/>
              <a:gd name="connsiteX40" fmla="*/ 6526977 w 8171891"/>
              <a:gd name="connsiteY40" fmla="*/ 6009351 h 6858000"/>
              <a:gd name="connsiteX41" fmla="*/ 6546604 w 8171891"/>
              <a:gd name="connsiteY41" fmla="*/ 6009351 h 6858000"/>
              <a:gd name="connsiteX42" fmla="*/ 6624748 w 8171891"/>
              <a:gd name="connsiteY42" fmla="*/ 6011849 h 6858000"/>
              <a:gd name="connsiteX43" fmla="*/ 6639018 w 8171891"/>
              <a:gd name="connsiteY43" fmla="*/ 6011849 h 6858000"/>
              <a:gd name="connsiteX44" fmla="*/ 8062415 w 8171891"/>
              <a:gd name="connsiteY44" fmla="*/ 6712660 h 6858000"/>
              <a:gd name="connsiteX45" fmla="*/ 8103804 w 8171891"/>
              <a:gd name="connsiteY45" fmla="*/ 6763332 h 6858000"/>
              <a:gd name="connsiteX46" fmla="*/ 8107019 w 8171891"/>
              <a:gd name="connsiteY46" fmla="*/ 6767614 h 6858000"/>
              <a:gd name="connsiteX47" fmla="*/ 8171891 w 8171891"/>
              <a:gd name="connsiteY47" fmla="*/ 6858000 h 6858000"/>
              <a:gd name="connsiteX48" fmla="*/ 4874854 w 8171891"/>
              <a:gd name="connsiteY48" fmla="*/ 6858000 h 6858000"/>
              <a:gd name="connsiteX49" fmla="*/ 4881323 w 8171891"/>
              <a:gd name="connsiteY49" fmla="*/ 6844929 h 6858000"/>
              <a:gd name="connsiteX50" fmla="*/ 4795283 w 8171891"/>
              <a:gd name="connsiteY50" fmla="*/ 6327642 h 6858000"/>
              <a:gd name="connsiteX51" fmla="*/ 4788505 w 8171891"/>
              <a:gd name="connsiteY51" fmla="*/ 6319793 h 6858000"/>
              <a:gd name="connsiteX52" fmla="*/ 3891431 w 8171891"/>
              <a:gd name="connsiteY52" fmla="*/ 6127462 h 6858000"/>
              <a:gd name="connsiteX53" fmla="*/ 3872875 w 8171891"/>
              <a:gd name="connsiteY53" fmla="*/ 6136382 h 6858000"/>
              <a:gd name="connsiteX54" fmla="*/ 3865740 w 8171891"/>
              <a:gd name="connsiteY54" fmla="*/ 6139593 h 6858000"/>
              <a:gd name="connsiteX55" fmla="*/ 3763692 w 8171891"/>
              <a:gd name="connsiteY55" fmla="*/ 6186337 h 6858000"/>
              <a:gd name="connsiteX56" fmla="*/ 3756557 w 8171891"/>
              <a:gd name="connsiteY56" fmla="*/ 6189550 h 6858000"/>
              <a:gd name="connsiteX57" fmla="*/ 3655571 w 8171891"/>
              <a:gd name="connsiteY57" fmla="*/ 6231298 h 6858000"/>
              <a:gd name="connsiteX58" fmla="*/ 3634158 w 8171891"/>
              <a:gd name="connsiteY58" fmla="*/ 6239507 h 6858000"/>
              <a:gd name="connsiteX59" fmla="*/ 3533181 w 8171891"/>
              <a:gd name="connsiteY59" fmla="*/ 6275190 h 6858000"/>
              <a:gd name="connsiteX60" fmla="*/ 3515340 w 8171891"/>
              <a:gd name="connsiteY60" fmla="*/ 6280898 h 6858000"/>
              <a:gd name="connsiteX61" fmla="*/ 1752240 w 8171891"/>
              <a:gd name="connsiteY61" fmla="*/ 6331924 h 6858000"/>
              <a:gd name="connsiteX62" fmla="*/ 1735470 w 8171891"/>
              <a:gd name="connsiteY62" fmla="*/ 6327642 h 6858000"/>
              <a:gd name="connsiteX63" fmla="*/ 1685875 w 8171891"/>
              <a:gd name="connsiteY63" fmla="*/ 6313013 h 6858000"/>
              <a:gd name="connsiteX64" fmla="*/ 949731 w 8171891"/>
              <a:gd name="connsiteY64" fmla="*/ 5983301 h 6858000"/>
              <a:gd name="connsiteX65" fmla="*/ 790943 w 8171891"/>
              <a:gd name="connsiteY65" fmla="*/ 5876252 h 6858000"/>
              <a:gd name="connsiteX66" fmla="*/ 755261 w 8171891"/>
              <a:gd name="connsiteY66" fmla="*/ 5850919 h 6858000"/>
              <a:gd name="connsiteX67" fmla="*/ 727070 w 8171891"/>
              <a:gd name="connsiteY67" fmla="*/ 5829865 h 6858000"/>
              <a:gd name="connsiteX68" fmla="*/ 680684 w 8171891"/>
              <a:gd name="connsiteY68" fmla="*/ 5794182 h 6858000"/>
              <a:gd name="connsiteX69" fmla="*/ 661057 w 8171891"/>
              <a:gd name="connsiteY69" fmla="*/ 5778839 h 6858000"/>
              <a:gd name="connsiteX70" fmla="*/ 251775 w 8171891"/>
              <a:gd name="connsiteY70" fmla="*/ 5386327 h 6858000"/>
              <a:gd name="connsiteX71" fmla="*/ 249632 w 8171891"/>
              <a:gd name="connsiteY71" fmla="*/ 5384186 h 6858000"/>
              <a:gd name="connsiteX72" fmla="*/ 160067 w 8171891"/>
              <a:gd name="connsiteY72" fmla="*/ 5274282 h 6858000"/>
              <a:gd name="connsiteX73" fmla="*/ 145440 w 8171891"/>
              <a:gd name="connsiteY73" fmla="*/ 5255371 h 6858000"/>
              <a:gd name="connsiteX74" fmla="*/ 76927 w 8171891"/>
              <a:gd name="connsiteY74" fmla="*/ 5162239 h 6858000"/>
              <a:gd name="connsiteX75" fmla="*/ 45169 w 8171891"/>
              <a:gd name="connsiteY75" fmla="*/ 5116564 h 6858000"/>
              <a:gd name="connsiteX76" fmla="*/ 1637 w 8171891"/>
              <a:gd name="connsiteY76" fmla="*/ 5050909 h 6858000"/>
              <a:gd name="connsiteX77" fmla="*/ 0 w 8171891"/>
              <a:gd name="connsiteY77" fmla="*/ 5048101 h 6858000"/>
              <a:gd name="connsiteX78" fmla="*/ 0 w 8171891"/>
              <a:gd name="connsiteY78" fmla="*/ 1766380 h 6858000"/>
              <a:gd name="connsiteX79" fmla="*/ 12119 w 8171891"/>
              <a:gd name="connsiteY79" fmla="*/ 1746735 h 6858000"/>
              <a:gd name="connsiteX80" fmla="*/ 104761 w 8171891"/>
              <a:gd name="connsiteY80" fmla="*/ 1613214 h 6858000"/>
              <a:gd name="connsiteX81" fmla="*/ 120817 w 8171891"/>
              <a:gd name="connsiteY81" fmla="*/ 1591448 h 6858000"/>
              <a:gd name="connsiteX82" fmla="*/ 169702 w 8171891"/>
              <a:gd name="connsiteY82" fmla="*/ 1527219 h 6858000"/>
              <a:gd name="connsiteX83" fmla="*/ 231790 w 8171891"/>
              <a:gd name="connsiteY83" fmla="*/ 1451214 h 6858000"/>
              <a:gd name="connsiteX84" fmla="*/ 271041 w 8171891"/>
              <a:gd name="connsiteY84" fmla="*/ 1405896 h 6858000"/>
              <a:gd name="connsiteX85" fmla="*/ 325636 w 8171891"/>
              <a:gd name="connsiteY85" fmla="*/ 1345592 h 6858000"/>
              <a:gd name="connsiteX86" fmla="*/ 361319 w 8171891"/>
              <a:gd name="connsiteY86" fmla="*/ 1308126 h 6858000"/>
              <a:gd name="connsiteX87" fmla="*/ 441249 w 8171891"/>
              <a:gd name="connsiteY87" fmla="*/ 1228196 h 6858000"/>
              <a:gd name="connsiteX88" fmla="*/ 473722 w 8171891"/>
              <a:gd name="connsiteY88" fmla="*/ 1196795 h 6858000"/>
              <a:gd name="connsiteX89" fmla="*/ 562215 w 8171891"/>
              <a:gd name="connsiteY89" fmla="*/ 1116866 h 6858000"/>
              <a:gd name="connsiteX90" fmla="*/ 574346 w 8171891"/>
              <a:gd name="connsiteY90" fmla="*/ 1105802 h 6858000"/>
              <a:gd name="connsiteX91" fmla="*/ 598969 w 8171891"/>
              <a:gd name="connsiteY91" fmla="*/ 1085819 h 6858000"/>
              <a:gd name="connsiteX92" fmla="*/ 663553 w 8171891"/>
              <a:gd name="connsiteY92" fmla="*/ 1033009 h 6858000"/>
              <a:gd name="connsiteX93" fmla="*/ 743840 w 8171891"/>
              <a:gd name="connsiteY93" fmla="*/ 971636 h 6858000"/>
              <a:gd name="connsiteX94" fmla="*/ 781666 w 8171891"/>
              <a:gd name="connsiteY94" fmla="*/ 943445 h 6858000"/>
              <a:gd name="connsiteX95" fmla="*/ 1965623 w 8171891"/>
              <a:gd name="connsiteY95" fmla="*/ 430681 h 6858000"/>
              <a:gd name="connsiteX96" fmla="*/ 1981679 w 8171891"/>
              <a:gd name="connsiteY96" fmla="*/ 427471 h 6858000"/>
              <a:gd name="connsiteX97" fmla="*/ 2086236 w 8171891"/>
              <a:gd name="connsiteY97" fmla="*/ 409273 h 6858000"/>
              <a:gd name="connsiteX98" fmla="*/ 2125839 w 8171891"/>
              <a:gd name="connsiteY98" fmla="*/ 403562 h 6858000"/>
              <a:gd name="connsiteX99" fmla="*/ 2212198 w 8171891"/>
              <a:gd name="connsiteY99" fmla="*/ 392143 h 6858000"/>
              <a:gd name="connsiteX100" fmla="*/ 2342794 w 8171891"/>
              <a:gd name="connsiteY100" fmla="*/ 380012 h 6858000"/>
              <a:gd name="connsiteX101" fmla="*/ 2358850 w 8171891"/>
              <a:gd name="connsiteY101" fmla="*/ 380012 h 6858000"/>
              <a:gd name="connsiteX102" fmla="*/ 2484098 w 8171891"/>
              <a:gd name="connsiteY102" fmla="*/ 374302 h 6858000"/>
              <a:gd name="connsiteX103" fmla="*/ 2507297 w 8171891"/>
              <a:gd name="connsiteY103" fmla="*/ 374302 h 6858000"/>
              <a:gd name="connsiteX104" fmla="*/ 2626115 w 8171891"/>
              <a:gd name="connsiteY104" fmla="*/ 374302 h 6858000"/>
              <a:gd name="connsiteX105" fmla="*/ 2651091 w 8171891"/>
              <a:gd name="connsiteY105" fmla="*/ 374302 h 6858000"/>
              <a:gd name="connsiteX106" fmla="*/ 2768132 w 8171891"/>
              <a:gd name="connsiteY106" fmla="*/ 380369 h 6858000"/>
              <a:gd name="connsiteX107" fmla="*/ 2793466 w 8171891"/>
              <a:gd name="connsiteY107" fmla="*/ 382153 h 6858000"/>
              <a:gd name="connsiteX108" fmla="*/ 2838427 w 8171891"/>
              <a:gd name="connsiteY108" fmla="*/ 385721 h 6858000"/>
              <a:gd name="connsiteX109" fmla="*/ 2859126 w 8171891"/>
              <a:gd name="connsiteY109" fmla="*/ 387506 h 6858000"/>
              <a:gd name="connsiteX110" fmla="*/ 3579019 w 8171891"/>
              <a:gd name="connsiteY110" fmla="*/ 738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8171891" h="6858000">
                <a:moveTo>
                  <a:pt x="3582450" y="0"/>
                </a:moveTo>
                <a:lnTo>
                  <a:pt x="4024204" y="0"/>
                </a:lnTo>
                <a:lnTo>
                  <a:pt x="4012758" y="24610"/>
                </a:lnTo>
                <a:lnTo>
                  <a:pt x="4010258" y="31747"/>
                </a:lnTo>
                <a:cubicBezTo>
                  <a:pt x="3892860" y="351216"/>
                  <a:pt x="4002409" y="709757"/>
                  <a:pt x="4278594" y="908834"/>
                </a:cubicBezTo>
                <a:lnTo>
                  <a:pt x="4295364" y="920965"/>
                </a:lnTo>
                <a:cubicBezTo>
                  <a:pt x="4374937" y="977701"/>
                  <a:pt x="4452017" y="1037291"/>
                  <a:pt x="4523383" y="1099379"/>
                </a:cubicBezTo>
                <a:lnTo>
                  <a:pt x="4528375" y="1103661"/>
                </a:lnTo>
                <a:cubicBezTo>
                  <a:pt x="4689663" y="1242041"/>
                  <a:pt x="4835609" y="1397048"/>
                  <a:pt x="4964419" y="1566112"/>
                </a:cubicBezTo>
                <a:lnTo>
                  <a:pt x="4969063" y="1571823"/>
                </a:lnTo>
                <a:cubicBezTo>
                  <a:pt x="4976912" y="1582527"/>
                  <a:pt x="4985476" y="1592875"/>
                  <a:pt x="4993325" y="1603936"/>
                </a:cubicBezTo>
                <a:cubicBezTo>
                  <a:pt x="5020801" y="1641403"/>
                  <a:pt x="5046849" y="1679941"/>
                  <a:pt x="5072540" y="1718479"/>
                </a:cubicBezTo>
                <a:lnTo>
                  <a:pt x="5083604" y="1734892"/>
                </a:lnTo>
                <a:lnTo>
                  <a:pt x="5117144" y="1788061"/>
                </a:lnTo>
                <a:lnTo>
                  <a:pt x="5138200" y="1821603"/>
                </a:lnTo>
                <a:lnTo>
                  <a:pt x="5158890" y="1857286"/>
                </a:lnTo>
                <a:lnTo>
                  <a:pt x="5188509" y="1908668"/>
                </a:lnTo>
                <a:lnTo>
                  <a:pt x="5197787" y="1925440"/>
                </a:lnTo>
                <a:cubicBezTo>
                  <a:pt x="5761580" y="2941118"/>
                  <a:pt x="5695563" y="4189485"/>
                  <a:pt x="5027936" y="5140116"/>
                </a:cubicBezTo>
                <a:cubicBezTo>
                  <a:pt x="4844887" y="5422473"/>
                  <a:pt x="4869863" y="5791684"/>
                  <a:pt x="5089310" y="6046818"/>
                </a:cubicBezTo>
                <a:lnTo>
                  <a:pt x="5096087" y="6054667"/>
                </a:lnTo>
                <a:cubicBezTo>
                  <a:pt x="5238105" y="6219844"/>
                  <a:pt x="5469687" y="6275510"/>
                  <a:pt x="5671301" y="6192762"/>
                </a:cubicBezTo>
                <a:cubicBezTo>
                  <a:pt x="5684142" y="6188123"/>
                  <a:pt x="5692705" y="6183841"/>
                  <a:pt x="5706984" y="6177416"/>
                </a:cubicBezTo>
                <a:cubicBezTo>
                  <a:pt x="5721253" y="6170994"/>
                  <a:pt x="5735532" y="6165643"/>
                  <a:pt x="5749444" y="6159932"/>
                </a:cubicBezTo>
                <a:lnTo>
                  <a:pt x="5771929" y="6150654"/>
                </a:lnTo>
                <a:cubicBezTo>
                  <a:pt x="5796548" y="6141379"/>
                  <a:pt x="5819739" y="6132458"/>
                  <a:pt x="5843295" y="6123892"/>
                </a:cubicBezTo>
                <a:lnTo>
                  <a:pt x="5870772" y="6114259"/>
                </a:lnTo>
                <a:cubicBezTo>
                  <a:pt x="5893248" y="6106765"/>
                  <a:pt x="5915375" y="6099271"/>
                  <a:pt x="5937851" y="6092491"/>
                </a:cubicBezTo>
                <a:cubicBezTo>
                  <a:pt x="5949987" y="6088924"/>
                  <a:pt x="5961756" y="6085713"/>
                  <a:pt x="5973534" y="6082501"/>
                </a:cubicBezTo>
                <a:cubicBezTo>
                  <a:pt x="5993876" y="6076435"/>
                  <a:pt x="6017424" y="6069298"/>
                  <a:pt x="6034551" y="6065374"/>
                </a:cubicBezTo>
                <a:cubicBezTo>
                  <a:pt x="6051678" y="6061447"/>
                  <a:pt x="6071662" y="6057165"/>
                  <a:pt x="6085575" y="6053955"/>
                </a:cubicBezTo>
                <a:cubicBezTo>
                  <a:pt x="6099496" y="6050743"/>
                  <a:pt x="6113409" y="6047175"/>
                  <a:pt x="6127687" y="6044320"/>
                </a:cubicBezTo>
                <a:cubicBezTo>
                  <a:pt x="6130178" y="6044141"/>
                  <a:pt x="6132322" y="6044141"/>
                  <a:pt x="6134822" y="6044320"/>
                </a:cubicBezTo>
                <a:cubicBezTo>
                  <a:pt x="6138036" y="6044320"/>
                  <a:pt x="6141599" y="6044320"/>
                  <a:pt x="6144814" y="6044320"/>
                </a:cubicBezTo>
                <a:cubicBezTo>
                  <a:pt x="6169790" y="6039324"/>
                  <a:pt x="6195124" y="6035042"/>
                  <a:pt x="6220457" y="6031117"/>
                </a:cubicBezTo>
                <a:cubicBezTo>
                  <a:pt x="6228664" y="6030046"/>
                  <a:pt x="6236870" y="6027550"/>
                  <a:pt x="6245085" y="6027550"/>
                </a:cubicBezTo>
                <a:cubicBezTo>
                  <a:pt x="6272205" y="6023623"/>
                  <a:pt x="6299315" y="6020413"/>
                  <a:pt x="6326792" y="6017558"/>
                </a:cubicBezTo>
                <a:lnTo>
                  <a:pt x="6351420" y="6015417"/>
                </a:lnTo>
                <a:cubicBezTo>
                  <a:pt x="6372467" y="6012562"/>
                  <a:pt x="6393523" y="6011135"/>
                  <a:pt x="6414579" y="6011135"/>
                </a:cubicBezTo>
                <a:cubicBezTo>
                  <a:pt x="6424563" y="6011135"/>
                  <a:pt x="6434555" y="6011135"/>
                  <a:pt x="6444190" y="6011135"/>
                </a:cubicBezTo>
                <a:cubicBezTo>
                  <a:pt x="6472024" y="6009351"/>
                  <a:pt x="6499500" y="6009351"/>
                  <a:pt x="6526977" y="6009351"/>
                </a:cubicBezTo>
                <a:cubicBezTo>
                  <a:pt x="6533398" y="6009351"/>
                  <a:pt x="6540175" y="6009351"/>
                  <a:pt x="6546604" y="6009351"/>
                </a:cubicBezTo>
                <a:cubicBezTo>
                  <a:pt x="6572652" y="6009708"/>
                  <a:pt x="6598700" y="6011849"/>
                  <a:pt x="6624748" y="6011849"/>
                </a:cubicBezTo>
                <a:cubicBezTo>
                  <a:pt x="6629383" y="6011849"/>
                  <a:pt x="6634383" y="6011849"/>
                  <a:pt x="6639018" y="6011849"/>
                </a:cubicBezTo>
                <a:cubicBezTo>
                  <a:pt x="7189255" y="6041251"/>
                  <a:pt x="7703443" y="6294458"/>
                  <a:pt x="8062415" y="6712660"/>
                </a:cubicBezTo>
                <a:cubicBezTo>
                  <a:pt x="8076685" y="6727649"/>
                  <a:pt x="8089891" y="6746560"/>
                  <a:pt x="8103804" y="6763332"/>
                </a:cubicBezTo>
                <a:lnTo>
                  <a:pt x="8107019" y="6767614"/>
                </a:lnTo>
                <a:lnTo>
                  <a:pt x="8171891" y="6858000"/>
                </a:lnTo>
                <a:lnTo>
                  <a:pt x="4874854" y="6858000"/>
                </a:lnTo>
                <a:lnTo>
                  <a:pt x="4881323" y="6844929"/>
                </a:lnTo>
                <a:cubicBezTo>
                  <a:pt x="4950382" y="6672058"/>
                  <a:pt x="4919548" y="6472203"/>
                  <a:pt x="4795283" y="6327642"/>
                </a:cubicBezTo>
                <a:lnTo>
                  <a:pt x="4788505" y="6319793"/>
                </a:lnTo>
                <a:cubicBezTo>
                  <a:pt x="4566558" y="6061769"/>
                  <a:pt x="4199736" y="5983125"/>
                  <a:pt x="3891431" y="6127462"/>
                </a:cubicBezTo>
                <a:cubicBezTo>
                  <a:pt x="3885010" y="6130317"/>
                  <a:pt x="3878947" y="6133170"/>
                  <a:pt x="3872875" y="6136382"/>
                </a:cubicBezTo>
                <a:lnTo>
                  <a:pt x="3865740" y="6139593"/>
                </a:lnTo>
                <a:cubicBezTo>
                  <a:pt x="3832200" y="6155650"/>
                  <a:pt x="3799375" y="6171351"/>
                  <a:pt x="3763692" y="6186337"/>
                </a:cubicBezTo>
                <a:cubicBezTo>
                  <a:pt x="3761549" y="6187622"/>
                  <a:pt x="3759049" y="6188694"/>
                  <a:pt x="3756557" y="6189550"/>
                </a:cubicBezTo>
                <a:cubicBezTo>
                  <a:pt x="3723366" y="6204179"/>
                  <a:pt x="3689468" y="6217738"/>
                  <a:pt x="3655571" y="6231298"/>
                </a:cubicBezTo>
                <a:cubicBezTo>
                  <a:pt x="3648437" y="6234153"/>
                  <a:pt x="3641293" y="6237009"/>
                  <a:pt x="3634158" y="6239507"/>
                </a:cubicBezTo>
                <a:cubicBezTo>
                  <a:pt x="3600618" y="6251280"/>
                  <a:pt x="3568864" y="6263414"/>
                  <a:pt x="3533181" y="6275190"/>
                </a:cubicBezTo>
                <a:cubicBezTo>
                  <a:pt x="3527466" y="6276973"/>
                  <a:pt x="3521403" y="6279114"/>
                  <a:pt x="3515340" y="6280898"/>
                </a:cubicBezTo>
                <a:cubicBezTo>
                  <a:pt x="2945833" y="6473051"/>
                  <a:pt x="2332088" y="6490820"/>
                  <a:pt x="1752240" y="6331924"/>
                </a:cubicBezTo>
                <a:lnTo>
                  <a:pt x="1735470" y="6327642"/>
                </a:lnTo>
                <a:cubicBezTo>
                  <a:pt x="1719057" y="6323003"/>
                  <a:pt x="1702287" y="6318007"/>
                  <a:pt x="1685875" y="6313013"/>
                </a:cubicBezTo>
                <a:cubicBezTo>
                  <a:pt x="1426816" y="6236508"/>
                  <a:pt x="1179170" y="6125606"/>
                  <a:pt x="949731" y="5983301"/>
                </a:cubicBezTo>
                <a:cubicBezTo>
                  <a:pt x="895849" y="5949047"/>
                  <a:pt x="843039" y="5913364"/>
                  <a:pt x="790943" y="5876252"/>
                </a:cubicBezTo>
                <a:lnTo>
                  <a:pt x="755261" y="5850919"/>
                </a:lnTo>
                <a:lnTo>
                  <a:pt x="727070" y="5829865"/>
                </a:lnTo>
                <a:cubicBezTo>
                  <a:pt x="711371" y="5818091"/>
                  <a:pt x="696026" y="5806315"/>
                  <a:pt x="680684" y="5794182"/>
                </a:cubicBezTo>
                <a:cubicBezTo>
                  <a:pt x="673902" y="5789186"/>
                  <a:pt x="667482" y="5783835"/>
                  <a:pt x="661057" y="5778839"/>
                </a:cubicBezTo>
                <a:cubicBezTo>
                  <a:pt x="512615" y="5661227"/>
                  <a:pt x="375593" y="5529807"/>
                  <a:pt x="251775" y="5386327"/>
                </a:cubicBezTo>
                <a:lnTo>
                  <a:pt x="249632" y="5384186"/>
                </a:lnTo>
                <a:cubicBezTo>
                  <a:pt x="218945" y="5348146"/>
                  <a:pt x="188972" y="5309965"/>
                  <a:pt x="160067" y="5274282"/>
                </a:cubicBezTo>
                <a:lnTo>
                  <a:pt x="145440" y="5255371"/>
                </a:lnTo>
                <a:cubicBezTo>
                  <a:pt x="121888" y="5225039"/>
                  <a:pt x="99051" y="5193640"/>
                  <a:pt x="76927" y="5162239"/>
                </a:cubicBezTo>
                <a:lnTo>
                  <a:pt x="45169" y="5116564"/>
                </a:lnTo>
                <a:cubicBezTo>
                  <a:pt x="30181" y="5094798"/>
                  <a:pt x="15911" y="5073032"/>
                  <a:pt x="1637" y="5050909"/>
                </a:cubicBezTo>
                <a:lnTo>
                  <a:pt x="0" y="5048101"/>
                </a:lnTo>
                <a:lnTo>
                  <a:pt x="0" y="1766380"/>
                </a:lnTo>
                <a:lnTo>
                  <a:pt x="12119" y="1746735"/>
                </a:lnTo>
                <a:cubicBezTo>
                  <a:pt x="41757" y="1701464"/>
                  <a:pt x="72646" y="1656939"/>
                  <a:pt x="104761" y="1613214"/>
                </a:cubicBezTo>
                <a:cubicBezTo>
                  <a:pt x="110114" y="1605720"/>
                  <a:pt x="115106" y="1598585"/>
                  <a:pt x="120817" y="1591448"/>
                </a:cubicBezTo>
                <a:cubicBezTo>
                  <a:pt x="136877" y="1569680"/>
                  <a:pt x="152932" y="1548271"/>
                  <a:pt x="169702" y="1527219"/>
                </a:cubicBezTo>
                <a:cubicBezTo>
                  <a:pt x="190044" y="1501526"/>
                  <a:pt x="210738" y="1476191"/>
                  <a:pt x="231790" y="1451214"/>
                </a:cubicBezTo>
                <a:cubicBezTo>
                  <a:pt x="244635" y="1435869"/>
                  <a:pt x="257838" y="1420883"/>
                  <a:pt x="271041" y="1405896"/>
                </a:cubicBezTo>
                <a:cubicBezTo>
                  <a:pt x="289954" y="1385557"/>
                  <a:pt x="307081" y="1365575"/>
                  <a:pt x="325636" y="1345592"/>
                </a:cubicBezTo>
                <a:cubicBezTo>
                  <a:pt x="337772" y="1333104"/>
                  <a:pt x="349188" y="1320614"/>
                  <a:pt x="361319" y="1308126"/>
                </a:cubicBezTo>
                <a:cubicBezTo>
                  <a:pt x="387367" y="1281006"/>
                  <a:pt x="414129" y="1254244"/>
                  <a:pt x="441249" y="1228196"/>
                </a:cubicBezTo>
                <a:cubicBezTo>
                  <a:pt x="451955" y="1217490"/>
                  <a:pt x="462662" y="1207142"/>
                  <a:pt x="473722" y="1196795"/>
                </a:cubicBezTo>
                <a:cubicBezTo>
                  <a:pt x="502627" y="1169676"/>
                  <a:pt x="532242" y="1142913"/>
                  <a:pt x="562215" y="1116866"/>
                </a:cubicBezTo>
                <a:cubicBezTo>
                  <a:pt x="566496" y="1113296"/>
                  <a:pt x="566496" y="1112582"/>
                  <a:pt x="574346" y="1105802"/>
                </a:cubicBezTo>
                <a:cubicBezTo>
                  <a:pt x="582199" y="1099024"/>
                  <a:pt x="590763" y="1092599"/>
                  <a:pt x="598969" y="1085819"/>
                </a:cubicBezTo>
                <a:cubicBezTo>
                  <a:pt x="620021" y="1068692"/>
                  <a:pt x="637148" y="1054063"/>
                  <a:pt x="663553" y="1033009"/>
                </a:cubicBezTo>
                <a:cubicBezTo>
                  <a:pt x="689962" y="1011958"/>
                  <a:pt x="716725" y="991618"/>
                  <a:pt x="743840" y="971636"/>
                </a:cubicBezTo>
                <a:cubicBezTo>
                  <a:pt x="756332" y="962001"/>
                  <a:pt x="768820" y="952723"/>
                  <a:pt x="781666" y="943445"/>
                </a:cubicBezTo>
                <a:cubicBezTo>
                  <a:pt x="1134570" y="689169"/>
                  <a:pt x="1538499" y="514252"/>
                  <a:pt x="1965623" y="430681"/>
                </a:cubicBezTo>
                <a:lnTo>
                  <a:pt x="1981679" y="427471"/>
                </a:lnTo>
                <a:cubicBezTo>
                  <a:pt x="2014870" y="421049"/>
                  <a:pt x="2050553" y="414624"/>
                  <a:pt x="2086236" y="409273"/>
                </a:cubicBezTo>
                <a:cubicBezTo>
                  <a:pt x="2099434" y="407132"/>
                  <a:pt x="2112641" y="405348"/>
                  <a:pt x="2125839" y="403562"/>
                </a:cubicBezTo>
                <a:cubicBezTo>
                  <a:pt x="2154745" y="399637"/>
                  <a:pt x="2183293" y="395356"/>
                  <a:pt x="2212198" y="392143"/>
                </a:cubicBezTo>
                <a:cubicBezTo>
                  <a:pt x="2255373" y="387149"/>
                  <a:pt x="2298905" y="383223"/>
                  <a:pt x="2342794" y="380012"/>
                </a:cubicBezTo>
                <a:cubicBezTo>
                  <a:pt x="2348143" y="380012"/>
                  <a:pt x="2353501" y="380012"/>
                  <a:pt x="2358850" y="380012"/>
                </a:cubicBezTo>
                <a:cubicBezTo>
                  <a:pt x="2400248" y="377157"/>
                  <a:pt x="2442351" y="374302"/>
                  <a:pt x="2484098" y="374302"/>
                </a:cubicBezTo>
                <a:lnTo>
                  <a:pt x="2507297" y="374302"/>
                </a:lnTo>
                <a:cubicBezTo>
                  <a:pt x="2546900" y="374302"/>
                  <a:pt x="2586512" y="374302"/>
                  <a:pt x="2626115" y="374302"/>
                </a:cubicBezTo>
                <a:cubicBezTo>
                  <a:pt x="2634321" y="374302"/>
                  <a:pt x="2642528" y="374302"/>
                  <a:pt x="2651091" y="374302"/>
                </a:cubicBezTo>
                <a:cubicBezTo>
                  <a:pt x="2689989" y="375730"/>
                  <a:pt x="2728886" y="377514"/>
                  <a:pt x="2768132" y="380369"/>
                </a:cubicBezTo>
                <a:cubicBezTo>
                  <a:pt x="2776696" y="382153"/>
                  <a:pt x="2784902" y="382153"/>
                  <a:pt x="2793466" y="382153"/>
                </a:cubicBezTo>
                <a:cubicBezTo>
                  <a:pt x="2808459" y="383580"/>
                  <a:pt x="2823443" y="385721"/>
                  <a:pt x="2838427" y="385721"/>
                </a:cubicBezTo>
                <a:cubicBezTo>
                  <a:pt x="2845570" y="387506"/>
                  <a:pt x="2852348" y="387506"/>
                  <a:pt x="2859126" y="387506"/>
                </a:cubicBezTo>
                <a:cubicBezTo>
                  <a:pt x="3156053" y="411422"/>
                  <a:pt x="3435224" y="259726"/>
                  <a:pt x="3579019" y="7386"/>
                </a:cubicBezTo>
                <a:close/>
              </a:path>
            </a:pathLst>
          </a:custGeom>
          <a:solidFill>
            <a:schemeClr val="accent1"/>
          </a:solidFill>
        </p:spPr>
        <p:txBody>
          <a:bodyPr wrap="square" tIns="720000" anchor="ctr">
            <a:noAutofit/>
          </a:bodyPr>
          <a:lstStyle>
            <a:lvl1pPr algn="ctr">
              <a:spcBef>
                <a:spcPts val="0"/>
              </a:spcBef>
              <a:spcAft>
                <a:spcPts val="0"/>
              </a:spcAft>
              <a:defRPr sz="1000" baseline="0">
                <a:solidFill>
                  <a:schemeClr val="accent4"/>
                </a:solidFill>
              </a:defRPr>
            </a:lvl1pPr>
          </a:lstStyle>
          <a:p>
            <a:r>
              <a:rPr lang="en-US" noProof="0" dirty="0"/>
              <a:t>Click icon to add picture</a:t>
            </a:r>
          </a:p>
        </p:txBody>
      </p:sp>
      <p:graphicFrame>
        <p:nvGraphicFramePr>
          <p:cNvPr id="5" name="Object 4"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53" imgH="353" progId="TCLayout.ActiveDocument.1">
                  <p:embed/>
                </p:oleObj>
              </mc:Choice>
              <mc:Fallback>
                <p:oleObj name="think-cell Slide" r:id="rId3" imgW="353" imgH="353" progId="TCLayout.ActiveDocument.1">
                  <p:embed/>
                  <p:pic>
                    <p:nvPicPr>
                      <p:cNvPr id="5" name="Object 4"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 Placeholder 12"/>
          <p:cNvSpPr>
            <a:spLocks noGrp="1"/>
          </p:cNvSpPr>
          <p:nvPr userDrawn="1">
            <p:ph type="body" sz="quarter" idx="10" hasCustomPrompt="1"/>
          </p:nvPr>
        </p:nvSpPr>
        <p:spPr bwMode="gray">
          <a:xfrm>
            <a:off x="6240959" y="3645024"/>
            <a:ext cx="5327649" cy="576263"/>
          </a:xfrm>
          <a:prstGeom prst="rect">
            <a:avLst/>
          </a:prstGeom>
        </p:spPr>
        <p:txBody>
          <a:bodyPr>
            <a:noAutofit/>
          </a:bodyPr>
          <a:lstStyle>
            <a:lvl1pPr marL="0" indent="0">
              <a:spcBef>
                <a:spcPts val="0"/>
              </a:spcBef>
              <a:spcAft>
                <a:spcPts val="0"/>
              </a:spcAft>
              <a:buFont typeface="Arial" panose="020B0604020202020204" pitchFamily="34" charset="0"/>
              <a:buNone/>
              <a:defRPr baseline="0">
                <a:solidFill>
                  <a:schemeClr val="accent1"/>
                </a:solidFill>
              </a:defRPr>
            </a:lvl1pPr>
            <a:lvl2pPr marL="0" indent="0">
              <a:spcBef>
                <a:spcPts val="0"/>
              </a:spcBef>
              <a:spcAft>
                <a:spcPts val="0"/>
              </a:spcAft>
              <a:buNone/>
              <a:defRPr>
                <a:solidFill>
                  <a:schemeClr val="accent1"/>
                </a:solidFill>
              </a:defRPr>
            </a:lvl2pPr>
            <a:lvl3pPr marL="0" indent="0">
              <a:spcBef>
                <a:spcPts val="0"/>
              </a:spcBef>
              <a:spcAft>
                <a:spcPts val="0"/>
              </a:spcAft>
              <a:buNone/>
              <a:defRPr>
                <a:solidFill>
                  <a:schemeClr val="accent1"/>
                </a:solidFill>
              </a:defRPr>
            </a:lvl3pPr>
            <a:lvl4pPr marL="0" indent="0">
              <a:spcBef>
                <a:spcPts val="0"/>
              </a:spcBef>
              <a:spcAft>
                <a:spcPts val="0"/>
              </a:spcAft>
              <a:buNone/>
              <a:defRPr>
                <a:solidFill>
                  <a:schemeClr val="accent1"/>
                </a:solidFill>
              </a:defRPr>
            </a:lvl4pPr>
            <a:lvl5pPr marL="0" indent="0">
              <a:spcBef>
                <a:spcPts val="0"/>
              </a:spcBef>
              <a:spcAft>
                <a:spcPts val="0"/>
              </a:spcAft>
              <a:buNone/>
              <a:defRPr>
                <a:solidFill>
                  <a:schemeClr val="accent1"/>
                </a:solidFill>
              </a:defRPr>
            </a:lvl5pPr>
            <a:lvl6pPr marL="0" indent="0">
              <a:spcBef>
                <a:spcPts val="0"/>
              </a:spcBef>
              <a:spcAft>
                <a:spcPts val="0"/>
              </a:spcAft>
              <a:buNone/>
              <a:defRPr>
                <a:solidFill>
                  <a:schemeClr val="accent1"/>
                </a:solidFill>
              </a:defRPr>
            </a:lvl6pPr>
            <a:lvl7pPr marL="0" indent="0">
              <a:spcBef>
                <a:spcPts val="0"/>
              </a:spcBef>
              <a:spcAft>
                <a:spcPts val="0"/>
              </a:spcAft>
              <a:buNone/>
              <a:defRPr>
                <a:solidFill>
                  <a:schemeClr val="accent1"/>
                </a:solidFill>
              </a:defRPr>
            </a:lvl7pPr>
            <a:lvl8pPr marL="0" indent="0">
              <a:spcBef>
                <a:spcPts val="0"/>
              </a:spcBef>
              <a:spcAft>
                <a:spcPts val="0"/>
              </a:spcAft>
              <a:buNone/>
              <a:defRPr>
                <a:solidFill>
                  <a:schemeClr val="accent1"/>
                </a:solidFill>
              </a:defRPr>
            </a:lvl8pPr>
            <a:lvl9pPr marL="0" indent="0">
              <a:spcBef>
                <a:spcPts val="0"/>
              </a:spcBef>
              <a:spcAft>
                <a:spcPts val="0"/>
              </a:spcAft>
              <a:buNone/>
              <a:defRPr>
                <a:solidFill>
                  <a:schemeClr val="accent1"/>
                </a:solidFill>
              </a:defRPr>
            </a:lvl9pPr>
          </a:lstStyle>
          <a:p>
            <a:r>
              <a:rPr lang="en-US" noProof="0" dirty="0"/>
              <a:t>Name</a:t>
            </a:r>
          </a:p>
          <a:p>
            <a:r>
              <a:rPr lang="en-US" noProof="0" dirty="0"/>
              <a:t>Place, Date</a:t>
            </a:r>
          </a:p>
        </p:txBody>
      </p:sp>
      <p:sp>
        <p:nvSpPr>
          <p:cNvPr id="3" name="Subtitle 2"/>
          <p:cNvSpPr>
            <a:spLocks noGrp="1"/>
          </p:cNvSpPr>
          <p:nvPr userDrawn="1">
            <p:ph type="subTitle" idx="1" hasCustomPrompt="1"/>
          </p:nvPr>
        </p:nvSpPr>
        <p:spPr bwMode="gray">
          <a:xfrm>
            <a:off x="6241201" y="2877362"/>
            <a:ext cx="5327407" cy="648000"/>
          </a:xfrm>
          <a:prstGeom prst="rect">
            <a:avLst/>
          </a:prstGeom>
        </p:spPr>
        <p:txBody>
          <a:bodyPr>
            <a:noAutofit/>
          </a:bodyPr>
          <a:lstStyle>
            <a:lvl1pPr marL="0" indent="0" algn="l">
              <a:spcBef>
                <a:spcPts val="0"/>
              </a:spcBef>
              <a:spcAft>
                <a:spcPts val="1200"/>
              </a:spcAft>
              <a:buNone/>
              <a:defRPr sz="1600" b="1" i="0" baseline="0">
                <a:solidFill>
                  <a:schemeClr val="accent1"/>
                </a:solidFill>
              </a:defRPr>
            </a:lvl1pPr>
            <a:lvl2pPr marL="0" indent="0" algn="l">
              <a:spcBef>
                <a:spcPts val="0"/>
              </a:spcBef>
              <a:spcAft>
                <a:spcPts val="1200"/>
              </a:spcAft>
              <a:buNone/>
              <a:defRPr sz="1600" b="1">
                <a:solidFill>
                  <a:schemeClr val="accent1"/>
                </a:solidFill>
              </a:defRPr>
            </a:lvl2pPr>
            <a:lvl3pPr marL="0" indent="0" algn="l">
              <a:spcBef>
                <a:spcPts val="0"/>
              </a:spcBef>
              <a:spcAft>
                <a:spcPts val="1200"/>
              </a:spcAft>
              <a:buNone/>
              <a:defRPr sz="1600" b="1">
                <a:solidFill>
                  <a:schemeClr val="accent1"/>
                </a:solidFill>
              </a:defRPr>
            </a:lvl3pPr>
            <a:lvl4pPr marL="0" indent="0" algn="l">
              <a:spcBef>
                <a:spcPts val="0"/>
              </a:spcBef>
              <a:spcAft>
                <a:spcPts val="1200"/>
              </a:spcAft>
              <a:buNone/>
              <a:defRPr sz="1600" b="1">
                <a:solidFill>
                  <a:schemeClr val="accent1"/>
                </a:solidFill>
              </a:defRPr>
            </a:lvl4pPr>
            <a:lvl5pPr marL="0" indent="0" algn="l">
              <a:spcBef>
                <a:spcPts val="0"/>
              </a:spcBef>
              <a:spcAft>
                <a:spcPts val="1200"/>
              </a:spcAft>
              <a:buNone/>
              <a:defRPr sz="1600" b="1">
                <a:solidFill>
                  <a:schemeClr val="accent1"/>
                </a:solidFill>
              </a:defRPr>
            </a:lvl5pPr>
            <a:lvl6pPr marL="0" indent="0" algn="l">
              <a:spcBef>
                <a:spcPts val="0"/>
              </a:spcBef>
              <a:spcAft>
                <a:spcPts val="1200"/>
              </a:spcAft>
              <a:buNone/>
              <a:defRPr sz="1600" b="1">
                <a:solidFill>
                  <a:schemeClr val="accent1"/>
                </a:solidFill>
              </a:defRPr>
            </a:lvl6pPr>
            <a:lvl7pPr marL="0" indent="0" algn="l">
              <a:spcBef>
                <a:spcPts val="0"/>
              </a:spcBef>
              <a:spcAft>
                <a:spcPts val="1200"/>
              </a:spcAft>
              <a:buNone/>
              <a:defRPr sz="1600" b="1">
                <a:solidFill>
                  <a:schemeClr val="accent1"/>
                </a:solidFill>
              </a:defRPr>
            </a:lvl7pPr>
            <a:lvl8pPr marL="0" indent="0" algn="l">
              <a:spcBef>
                <a:spcPts val="0"/>
              </a:spcBef>
              <a:spcAft>
                <a:spcPts val="1200"/>
              </a:spcAft>
              <a:buNone/>
              <a:defRPr sz="1600" b="1">
                <a:solidFill>
                  <a:schemeClr val="accent1"/>
                </a:solidFill>
              </a:defRPr>
            </a:lvl8pPr>
            <a:lvl9pPr marL="0" indent="0" algn="l">
              <a:spcBef>
                <a:spcPts val="0"/>
              </a:spcBef>
              <a:spcAft>
                <a:spcPts val="1200"/>
              </a:spcAft>
              <a:buNone/>
              <a:defRPr sz="1600" b="1">
                <a:solidFill>
                  <a:schemeClr val="accent1"/>
                </a:solidFill>
              </a:defRPr>
            </a:lvl9pPr>
          </a:lstStyle>
          <a:p>
            <a:r>
              <a:rPr lang="en-US" noProof="0" dirty="0"/>
              <a:t>Subtitle and other information of this presentation</a:t>
            </a:r>
          </a:p>
        </p:txBody>
      </p:sp>
      <p:sp>
        <p:nvSpPr>
          <p:cNvPr id="2" name="Title 1"/>
          <p:cNvSpPr>
            <a:spLocks noGrp="1"/>
          </p:cNvSpPr>
          <p:nvPr userDrawn="1">
            <p:ph type="ctrTitle" hasCustomPrompt="1"/>
          </p:nvPr>
        </p:nvSpPr>
        <p:spPr bwMode="gray">
          <a:xfrm>
            <a:off x="6241201" y="1484784"/>
            <a:ext cx="5327407" cy="1249282"/>
          </a:xfrm>
          <a:prstGeom prst="rect">
            <a:avLst/>
          </a:prstGeom>
          <a:noFill/>
        </p:spPr>
        <p:txBody>
          <a:bodyPr anchor="b"/>
          <a:lstStyle>
            <a:lvl1pPr algn="l">
              <a:lnSpc>
                <a:spcPct val="100000"/>
              </a:lnSpc>
              <a:defRPr sz="4000" b="0" cap="none" baseline="0">
                <a:latin typeface="Merck" panose="04040805020F02020302" pitchFamily="82" charset="0"/>
                <a:ea typeface="Verdana" panose="020B0604030504040204" pitchFamily="34" charset="0"/>
                <a:cs typeface="Verdana" panose="020B0604030504040204" pitchFamily="34" charset="0"/>
              </a:defRPr>
            </a:lvl1pPr>
          </a:lstStyle>
          <a:p>
            <a:r>
              <a:rPr lang="en-US" noProof="0" dirty="0"/>
              <a:t>Title of presentation</a:t>
            </a:r>
          </a:p>
        </p:txBody>
      </p:sp>
      <p:grpSp>
        <p:nvGrpSpPr>
          <p:cNvPr id="12" name="Logo Merck"/>
          <p:cNvGrpSpPr>
            <a:grpSpLocks noChangeAspect="1"/>
          </p:cNvGrpSpPr>
          <p:nvPr userDrawn="1"/>
        </p:nvGrpSpPr>
        <p:grpSpPr bwMode="gray">
          <a:xfrm>
            <a:off x="9536024" y="6170950"/>
            <a:ext cx="2248608" cy="354050"/>
            <a:chOff x="396364" y="7173520"/>
            <a:chExt cx="1871956" cy="294745"/>
          </a:xfrm>
          <a:solidFill>
            <a:schemeClr val="bg2"/>
          </a:solidFill>
        </p:grpSpPr>
        <p:sp>
          <p:nvSpPr>
            <p:cNvPr id="13" name="Freeform 5"/>
            <p:cNvSpPr>
              <a:spLocks/>
            </p:cNvSpPr>
            <p:nvPr userDrawn="1"/>
          </p:nvSpPr>
          <p:spPr bwMode="gray">
            <a:xfrm>
              <a:off x="396364" y="7173594"/>
              <a:ext cx="606328" cy="290506"/>
            </a:xfrm>
            <a:custGeom>
              <a:avLst/>
              <a:gdLst>
                <a:gd name="T0" fmla="*/ 17439 w 17439"/>
                <a:gd name="T1" fmla="*/ 1228 h 8353"/>
                <a:gd name="T2" fmla="*/ 16211 w 17439"/>
                <a:gd name="T3" fmla="*/ 0 h 8353"/>
                <a:gd name="T4" fmla="*/ 14912 w 17439"/>
                <a:gd name="T5" fmla="*/ 0 h 8353"/>
                <a:gd name="T6" fmla="*/ 14911 w 17439"/>
                <a:gd name="T7" fmla="*/ 0 h 8353"/>
                <a:gd name="T8" fmla="*/ 14911 w 17439"/>
                <a:gd name="T9" fmla="*/ 0 h 8353"/>
                <a:gd name="T10" fmla="*/ 14910 w 17439"/>
                <a:gd name="T11" fmla="*/ 0 h 8353"/>
                <a:gd name="T12" fmla="*/ 14742 w 17439"/>
                <a:gd name="T13" fmla="*/ 67 h 8353"/>
                <a:gd name="T14" fmla="*/ 14742 w 17439"/>
                <a:gd name="T15" fmla="*/ 65 h 8353"/>
                <a:gd name="T16" fmla="*/ 12136 w 17439"/>
                <a:gd name="T17" fmla="*/ 2515 h 8353"/>
                <a:gd name="T18" fmla="*/ 12135 w 17439"/>
                <a:gd name="T19" fmla="*/ 2515 h 8353"/>
                <a:gd name="T20" fmla="*/ 8719 w 17439"/>
                <a:gd name="T21" fmla="*/ 3825 h 8353"/>
                <a:gd name="T22" fmla="*/ 5193 w 17439"/>
                <a:gd name="T23" fmla="*/ 2409 h 8353"/>
                <a:gd name="T24" fmla="*/ 3259 w 17439"/>
                <a:gd name="T25" fmla="*/ 592 h 8353"/>
                <a:gd name="T26" fmla="*/ 1802 w 17439"/>
                <a:gd name="T27" fmla="*/ 0 h 8353"/>
                <a:gd name="T28" fmla="*/ 246 w 17439"/>
                <a:gd name="T29" fmla="*/ 0 h 8353"/>
                <a:gd name="T30" fmla="*/ 0 w 17439"/>
                <a:gd name="T31" fmla="*/ 245 h 8353"/>
                <a:gd name="T32" fmla="*/ 0 w 17439"/>
                <a:gd name="T33" fmla="*/ 7122 h 8353"/>
                <a:gd name="T34" fmla="*/ 1228 w 17439"/>
                <a:gd name="T35" fmla="*/ 8350 h 8353"/>
                <a:gd name="T36" fmla="*/ 1703 w 17439"/>
                <a:gd name="T37" fmla="*/ 8349 h 8353"/>
                <a:gd name="T38" fmla="*/ 2192 w 17439"/>
                <a:gd name="T39" fmla="*/ 8298 h 8353"/>
                <a:gd name="T40" fmla="*/ 2272 w 17439"/>
                <a:gd name="T41" fmla="*/ 8090 h 8353"/>
                <a:gd name="T42" fmla="*/ 2272 w 17439"/>
                <a:gd name="T43" fmla="*/ 5656 h 8353"/>
                <a:gd name="T44" fmla="*/ 3423 w 17439"/>
                <a:gd name="T45" fmla="*/ 4490 h 8353"/>
                <a:gd name="T46" fmla="*/ 6193 w 17439"/>
                <a:gd name="T47" fmla="*/ 6163 h 8353"/>
                <a:gd name="T48" fmla="*/ 8719 w 17439"/>
                <a:gd name="T49" fmla="*/ 7775 h 8353"/>
                <a:gd name="T50" fmla="*/ 11245 w 17439"/>
                <a:gd name="T51" fmla="*/ 6163 h 8353"/>
                <a:gd name="T52" fmla="*/ 14015 w 17439"/>
                <a:gd name="T53" fmla="*/ 4490 h 8353"/>
                <a:gd name="T54" fmla="*/ 15167 w 17439"/>
                <a:gd name="T55" fmla="*/ 5646 h 8353"/>
                <a:gd name="T56" fmla="*/ 15167 w 17439"/>
                <a:gd name="T57" fmla="*/ 5647 h 8353"/>
                <a:gd name="T58" fmla="*/ 15167 w 17439"/>
                <a:gd name="T59" fmla="*/ 7122 h 8353"/>
                <a:gd name="T60" fmla="*/ 16395 w 17439"/>
                <a:gd name="T61" fmla="*/ 8350 h 8353"/>
                <a:gd name="T62" fmla="*/ 16925 w 17439"/>
                <a:gd name="T63" fmla="*/ 8349 h 8353"/>
                <a:gd name="T64" fmla="*/ 17359 w 17439"/>
                <a:gd name="T65" fmla="*/ 8298 h 8353"/>
                <a:gd name="T66" fmla="*/ 17439 w 17439"/>
                <a:gd name="T67" fmla="*/ 8090 h 8353"/>
                <a:gd name="T68" fmla="*/ 17439 w 17439"/>
                <a:gd name="T69" fmla="*/ 1228 h 8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439" h="8353">
                  <a:moveTo>
                    <a:pt x="17439" y="1228"/>
                  </a:moveTo>
                  <a:cubicBezTo>
                    <a:pt x="17439" y="549"/>
                    <a:pt x="16889" y="0"/>
                    <a:pt x="16211" y="0"/>
                  </a:cubicBezTo>
                  <a:cubicBezTo>
                    <a:pt x="14912" y="0"/>
                    <a:pt x="14912" y="0"/>
                    <a:pt x="14912" y="0"/>
                  </a:cubicBezTo>
                  <a:cubicBezTo>
                    <a:pt x="14911" y="0"/>
                    <a:pt x="14911" y="0"/>
                    <a:pt x="14911" y="0"/>
                  </a:cubicBezTo>
                  <a:cubicBezTo>
                    <a:pt x="14911" y="0"/>
                    <a:pt x="14911" y="0"/>
                    <a:pt x="14911" y="0"/>
                  </a:cubicBezTo>
                  <a:cubicBezTo>
                    <a:pt x="14910" y="0"/>
                    <a:pt x="14910" y="0"/>
                    <a:pt x="14910" y="0"/>
                  </a:cubicBezTo>
                  <a:cubicBezTo>
                    <a:pt x="14845" y="0"/>
                    <a:pt x="14786" y="25"/>
                    <a:pt x="14742" y="67"/>
                  </a:cubicBezTo>
                  <a:cubicBezTo>
                    <a:pt x="14742" y="65"/>
                    <a:pt x="14742" y="65"/>
                    <a:pt x="14742" y="65"/>
                  </a:cubicBezTo>
                  <a:cubicBezTo>
                    <a:pt x="12136" y="2515"/>
                    <a:pt x="12136" y="2515"/>
                    <a:pt x="12136" y="2515"/>
                  </a:cubicBezTo>
                  <a:cubicBezTo>
                    <a:pt x="12135" y="2515"/>
                    <a:pt x="12135" y="2515"/>
                    <a:pt x="12135" y="2515"/>
                  </a:cubicBezTo>
                  <a:cubicBezTo>
                    <a:pt x="11243" y="3354"/>
                    <a:pt x="10041" y="3825"/>
                    <a:pt x="8719" y="3825"/>
                  </a:cubicBezTo>
                  <a:cubicBezTo>
                    <a:pt x="7342" y="3825"/>
                    <a:pt x="6096" y="3310"/>
                    <a:pt x="5193" y="2409"/>
                  </a:cubicBezTo>
                  <a:cubicBezTo>
                    <a:pt x="5193" y="2409"/>
                    <a:pt x="3276" y="608"/>
                    <a:pt x="3259" y="592"/>
                  </a:cubicBezTo>
                  <a:cubicBezTo>
                    <a:pt x="2891" y="249"/>
                    <a:pt x="2385" y="12"/>
                    <a:pt x="1802" y="0"/>
                  </a:cubicBezTo>
                  <a:cubicBezTo>
                    <a:pt x="246" y="0"/>
                    <a:pt x="246" y="0"/>
                    <a:pt x="246" y="0"/>
                  </a:cubicBezTo>
                  <a:cubicBezTo>
                    <a:pt x="110" y="0"/>
                    <a:pt x="0" y="110"/>
                    <a:pt x="0" y="245"/>
                  </a:cubicBezTo>
                  <a:cubicBezTo>
                    <a:pt x="0" y="7122"/>
                    <a:pt x="0" y="7122"/>
                    <a:pt x="0" y="7122"/>
                  </a:cubicBezTo>
                  <a:cubicBezTo>
                    <a:pt x="0" y="7801"/>
                    <a:pt x="550" y="8350"/>
                    <a:pt x="1228" y="8350"/>
                  </a:cubicBezTo>
                  <a:cubicBezTo>
                    <a:pt x="1703" y="8349"/>
                    <a:pt x="1703" y="8349"/>
                    <a:pt x="1703" y="8349"/>
                  </a:cubicBezTo>
                  <a:cubicBezTo>
                    <a:pt x="1837" y="8349"/>
                    <a:pt x="2085" y="8353"/>
                    <a:pt x="2192" y="8298"/>
                  </a:cubicBezTo>
                  <a:cubicBezTo>
                    <a:pt x="2272" y="8255"/>
                    <a:pt x="2272" y="8169"/>
                    <a:pt x="2272" y="8090"/>
                  </a:cubicBezTo>
                  <a:cubicBezTo>
                    <a:pt x="2272" y="5656"/>
                    <a:pt x="2272" y="5656"/>
                    <a:pt x="2272" y="5656"/>
                  </a:cubicBezTo>
                  <a:cubicBezTo>
                    <a:pt x="2272" y="5017"/>
                    <a:pt x="2794" y="4490"/>
                    <a:pt x="3423" y="4490"/>
                  </a:cubicBezTo>
                  <a:cubicBezTo>
                    <a:pt x="4594" y="4490"/>
                    <a:pt x="5434" y="5493"/>
                    <a:pt x="6193" y="6163"/>
                  </a:cubicBezTo>
                  <a:cubicBezTo>
                    <a:pt x="7123" y="6984"/>
                    <a:pt x="7839" y="7775"/>
                    <a:pt x="8719" y="7775"/>
                  </a:cubicBezTo>
                  <a:cubicBezTo>
                    <a:pt x="9600" y="7775"/>
                    <a:pt x="10316" y="6984"/>
                    <a:pt x="11245" y="6163"/>
                  </a:cubicBezTo>
                  <a:cubicBezTo>
                    <a:pt x="12004" y="5493"/>
                    <a:pt x="12844" y="4490"/>
                    <a:pt x="14015" y="4490"/>
                  </a:cubicBezTo>
                  <a:cubicBezTo>
                    <a:pt x="14641" y="4490"/>
                    <a:pt x="15161" y="5011"/>
                    <a:pt x="15167" y="5646"/>
                  </a:cubicBezTo>
                  <a:cubicBezTo>
                    <a:pt x="15167" y="5647"/>
                    <a:pt x="15167" y="5647"/>
                    <a:pt x="15167" y="5647"/>
                  </a:cubicBezTo>
                  <a:cubicBezTo>
                    <a:pt x="15167" y="6046"/>
                    <a:pt x="15167" y="7113"/>
                    <a:pt x="15167" y="7122"/>
                  </a:cubicBezTo>
                  <a:cubicBezTo>
                    <a:pt x="15167" y="7801"/>
                    <a:pt x="15716" y="8350"/>
                    <a:pt x="16395" y="8350"/>
                  </a:cubicBezTo>
                  <a:cubicBezTo>
                    <a:pt x="16395" y="8350"/>
                    <a:pt x="16905" y="8349"/>
                    <a:pt x="16925" y="8349"/>
                  </a:cubicBezTo>
                  <a:cubicBezTo>
                    <a:pt x="17064" y="8349"/>
                    <a:pt x="17265" y="8346"/>
                    <a:pt x="17359" y="8298"/>
                  </a:cubicBezTo>
                  <a:cubicBezTo>
                    <a:pt x="17439" y="8255"/>
                    <a:pt x="17439" y="8169"/>
                    <a:pt x="17439" y="8090"/>
                  </a:cubicBezTo>
                  <a:cubicBezTo>
                    <a:pt x="17439" y="7434"/>
                    <a:pt x="17439" y="1285"/>
                    <a:pt x="17439" y="122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4" name="Freeform 6"/>
            <p:cNvSpPr>
              <a:spLocks noEditPoints="1"/>
            </p:cNvSpPr>
            <p:nvPr userDrawn="1"/>
          </p:nvSpPr>
          <p:spPr bwMode="gray">
            <a:xfrm>
              <a:off x="1029112" y="7173520"/>
              <a:ext cx="1239208" cy="294745"/>
            </a:xfrm>
            <a:custGeom>
              <a:avLst/>
              <a:gdLst>
                <a:gd name="T0" fmla="*/ 8002 w 35641"/>
                <a:gd name="T1" fmla="*/ 6527 h 8475"/>
                <a:gd name="T2" fmla="*/ 3677 w 35641"/>
                <a:gd name="T3" fmla="*/ 5962 h 8475"/>
                <a:gd name="T4" fmla="*/ 2195 w 35641"/>
                <a:gd name="T5" fmla="*/ 3534 h 8475"/>
                <a:gd name="T6" fmla="*/ 2766 w 35641"/>
                <a:gd name="T7" fmla="*/ 2364 h 8475"/>
                <a:gd name="T8" fmla="*/ 2911 w 35641"/>
                <a:gd name="T9" fmla="*/ 2288 h 8475"/>
                <a:gd name="T10" fmla="*/ 3650 w 35641"/>
                <a:gd name="T11" fmla="*/ 2146 h 8475"/>
                <a:gd name="T12" fmla="*/ 5948 w 35641"/>
                <a:gd name="T13" fmla="*/ 3451 h 8475"/>
                <a:gd name="T14" fmla="*/ 5802 w 35641"/>
                <a:gd name="T15" fmla="*/ 3480 h 8475"/>
                <a:gd name="T16" fmla="*/ 3450 w 35641"/>
                <a:gd name="T17" fmla="*/ 3481 h 8475"/>
                <a:gd name="T18" fmla="*/ 4944 w 35641"/>
                <a:gd name="T19" fmla="*/ 5272 h 8475"/>
                <a:gd name="T20" fmla="*/ 7290 w 35641"/>
                <a:gd name="T21" fmla="*/ 5272 h 8475"/>
                <a:gd name="T22" fmla="*/ 7961 w 35641"/>
                <a:gd name="T23" fmla="*/ 2790 h 8475"/>
                <a:gd name="T24" fmla="*/ 3629 w 35641"/>
                <a:gd name="T25" fmla="*/ 0 h 8475"/>
                <a:gd name="T26" fmla="*/ 0 w 35641"/>
                <a:gd name="T27" fmla="*/ 3616 h 8475"/>
                <a:gd name="T28" fmla="*/ 2875 w 35641"/>
                <a:gd name="T29" fmla="*/ 7966 h 8475"/>
                <a:gd name="T30" fmla="*/ 8342 w 35641"/>
                <a:gd name="T31" fmla="*/ 8146 h 8475"/>
                <a:gd name="T32" fmla="*/ 18183 w 35641"/>
                <a:gd name="T33" fmla="*/ 7537 h 8475"/>
                <a:gd name="T34" fmla="*/ 15820 w 35641"/>
                <a:gd name="T35" fmla="*/ 5792 h 8475"/>
                <a:gd name="T36" fmla="*/ 17009 w 35641"/>
                <a:gd name="T37" fmla="*/ 2216 h 8475"/>
                <a:gd name="T38" fmla="*/ 12645 w 35641"/>
                <a:gd name="T39" fmla="*/ 0 h 8475"/>
                <a:gd name="T40" fmla="*/ 9100 w 35641"/>
                <a:gd name="T41" fmla="*/ 5836 h 8475"/>
                <a:gd name="T42" fmla="*/ 9100 w 35641"/>
                <a:gd name="T43" fmla="*/ 8082 h 8475"/>
                <a:gd name="T44" fmla="*/ 10232 w 35641"/>
                <a:gd name="T45" fmla="*/ 8273 h 8475"/>
                <a:gd name="T46" fmla="*/ 11344 w 35641"/>
                <a:gd name="T47" fmla="*/ 6101 h 8475"/>
                <a:gd name="T48" fmla="*/ 11379 w 35641"/>
                <a:gd name="T49" fmla="*/ 2676 h 8475"/>
                <a:gd name="T50" fmla="*/ 11436 w 35641"/>
                <a:gd name="T51" fmla="*/ 2533 h 8475"/>
                <a:gd name="T52" fmla="*/ 15015 w 35641"/>
                <a:gd name="T53" fmla="*/ 3676 h 8475"/>
                <a:gd name="T54" fmla="*/ 12983 w 35641"/>
                <a:gd name="T55" fmla="*/ 4188 h 8475"/>
                <a:gd name="T56" fmla="*/ 12245 w 35641"/>
                <a:gd name="T57" fmla="*/ 4238 h 8475"/>
                <a:gd name="T58" fmla="*/ 12244 w 35641"/>
                <a:gd name="T59" fmla="*/ 5128 h 8475"/>
                <a:gd name="T60" fmla="*/ 15206 w 35641"/>
                <a:gd name="T61" fmla="*/ 7967 h 8475"/>
                <a:gd name="T62" fmla="*/ 17991 w 35641"/>
                <a:gd name="T63" fmla="*/ 8345 h 8475"/>
                <a:gd name="T64" fmla="*/ 26540 w 35641"/>
                <a:gd name="T65" fmla="*/ 5085 h 8475"/>
                <a:gd name="T66" fmla="*/ 24192 w 35641"/>
                <a:gd name="T67" fmla="*/ 5460 h 8475"/>
                <a:gd name="T68" fmla="*/ 22103 w 35641"/>
                <a:gd name="T69" fmla="*/ 6071 h 8475"/>
                <a:gd name="T70" fmla="*/ 20467 w 35641"/>
                <a:gd name="T71" fmla="*/ 3537 h 8475"/>
                <a:gd name="T72" fmla="*/ 23058 w 35641"/>
                <a:gd name="T73" fmla="*/ 2625 h 8475"/>
                <a:gd name="T74" fmla="*/ 25083 w 35641"/>
                <a:gd name="T75" fmla="*/ 1646 h 8475"/>
                <a:gd name="T76" fmla="*/ 23512 w 35641"/>
                <a:gd name="T77" fmla="*/ 359 h 8475"/>
                <a:gd name="T78" fmla="*/ 18200 w 35641"/>
                <a:gd name="T79" fmla="*/ 229 h 8475"/>
                <a:gd name="T80" fmla="*/ 19665 w 35641"/>
                <a:gd name="T81" fmla="*/ 7009 h 8475"/>
                <a:gd name="T82" fmla="*/ 24370 w 35641"/>
                <a:gd name="T83" fmla="*/ 8222 h 8475"/>
                <a:gd name="T84" fmla="*/ 35641 w 35641"/>
                <a:gd name="T85" fmla="*/ 8152 h 8475"/>
                <a:gd name="T86" fmla="*/ 34704 w 35641"/>
                <a:gd name="T87" fmla="*/ 5892 h 8475"/>
                <a:gd name="T88" fmla="*/ 33145 w 35641"/>
                <a:gd name="T89" fmla="*/ 3887 h 8475"/>
                <a:gd name="T90" fmla="*/ 35637 w 35641"/>
                <a:gd name="T91" fmla="*/ 784 h 8475"/>
                <a:gd name="T92" fmla="*/ 35639 w 35641"/>
                <a:gd name="T93" fmla="*/ 753 h 8475"/>
                <a:gd name="T94" fmla="*/ 34865 w 35641"/>
                <a:gd name="T95" fmla="*/ 0 h 8475"/>
                <a:gd name="T96" fmla="*/ 31470 w 35641"/>
                <a:gd name="T97" fmla="*/ 2323 h 8475"/>
                <a:gd name="T98" fmla="*/ 29572 w 35641"/>
                <a:gd name="T99" fmla="*/ 1229 h 8475"/>
                <a:gd name="T100" fmla="*/ 27379 w 35641"/>
                <a:gd name="T101" fmla="*/ 53 h 8475"/>
                <a:gd name="T102" fmla="*/ 27489 w 35641"/>
                <a:gd name="T103" fmla="*/ 8342 h 8475"/>
                <a:gd name="T104" fmla="*/ 27910 w 35641"/>
                <a:gd name="T105" fmla="*/ 8345 h 8475"/>
                <a:gd name="T106" fmla="*/ 30620 w 35641"/>
                <a:gd name="T107" fmla="*/ 6875 h 8475"/>
                <a:gd name="T108" fmla="*/ 31733 w 35641"/>
                <a:gd name="T109" fmla="*/ 7123 h 8475"/>
                <a:gd name="T110" fmla="*/ 35451 w 35641"/>
                <a:gd name="T111" fmla="*/ 8345 h 8475"/>
                <a:gd name="T112" fmla="*/ 35641 w 35641"/>
                <a:gd name="T113" fmla="*/ 8152 h 8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5641" h="8475">
                  <a:moveTo>
                    <a:pt x="8342" y="8146"/>
                  </a:moveTo>
                  <a:cubicBezTo>
                    <a:pt x="8342" y="7475"/>
                    <a:pt x="8342" y="7475"/>
                    <a:pt x="8342" y="7475"/>
                  </a:cubicBezTo>
                  <a:cubicBezTo>
                    <a:pt x="8342" y="7072"/>
                    <a:pt x="8228" y="6756"/>
                    <a:pt x="8002" y="6527"/>
                  </a:cubicBezTo>
                  <a:cubicBezTo>
                    <a:pt x="7775" y="6297"/>
                    <a:pt x="7462" y="6183"/>
                    <a:pt x="7062" y="6183"/>
                  </a:cubicBezTo>
                  <a:cubicBezTo>
                    <a:pt x="4641" y="6183"/>
                    <a:pt x="4641" y="6183"/>
                    <a:pt x="4641" y="6183"/>
                  </a:cubicBezTo>
                  <a:cubicBezTo>
                    <a:pt x="4295" y="6183"/>
                    <a:pt x="3982" y="6092"/>
                    <a:pt x="3677" y="5962"/>
                  </a:cubicBezTo>
                  <a:cubicBezTo>
                    <a:pt x="3417" y="5852"/>
                    <a:pt x="3019" y="5505"/>
                    <a:pt x="2900" y="5373"/>
                  </a:cubicBezTo>
                  <a:cubicBezTo>
                    <a:pt x="2679" y="5129"/>
                    <a:pt x="2505" y="4845"/>
                    <a:pt x="2381" y="4523"/>
                  </a:cubicBezTo>
                  <a:cubicBezTo>
                    <a:pt x="2257" y="4202"/>
                    <a:pt x="2195" y="3872"/>
                    <a:pt x="2195" y="3534"/>
                  </a:cubicBezTo>
                  <a:cubicBezTo>
                    <a:pt x="2195" y="3098"/>
                    <a:pt x="2319" y="2760"/>
                    <a:pt x="2568" y="2519"/>
                  </a:cubicBezTo>
                  <a:cubicBezTo>
                    <a:pt x="2606" y="2482"/>
                    <a:pt x="2648" y="2448"/>
                    <a:pt x="2691" y="2417"/>
                  </a:cubicBezTo>
                  <a:cubicBezTo>
                    <a:pt x="2714" y="2399"/>
                    <a:pt x="2739" y="2381"/>
                    <a:pt x="2766" y="2364"/>
                  </a:cubicBezTo>
                  <a:cubicBezTo>
                    <a:pt x="2771" y="2361"/>
                    <a:pt x="2775" y="2359"/>
                    <a:pt x="2780" y="2356"/>
                  </a:cubicBezTo>
                  <a:cubicBezTo>
                    <a:pt x="2804" y="2342"/>
                    <a:pt x="2830" y="2328"/>
                    <a:pt x="2857" y="2314"/>
                  </a:cubicBezTo>
                  <a:cubicBezTo>
                    <a:pt x="2874" y="2305"/>
                    <a:pt x="2892" y="2296"/>
                    <a:pt x="2911" y="2288"/>
                  </a:cubicBezTo>
                  <a:cubicBezTo>
                    <a:pt x="2915" y="2286"/>
                    <a:pt x="2920" y="2284"/>
                    <a:pt x="2924" y="2282"/>
                  </a:cubicBezTo>
                  <a:cubicBezTo>
                    <a:pt x="3004" y="2247"/>
                    <a:pt x="3088" y="2220"/>
                    <a:pt x="3177" y="2200"/>
                  </a:cubicBezTo>
                  <a:cubicBezTo>
                    <a:pt x="3322" y="2166"/>
                    <a:pt x="3481" y="2146"/>
                    <a:pt x="3650" y="2146"/>
                  </a:cubicBezTo>
                  <a:cubicBezTo>
                    <a:pt x="3817" y="2146"/>
                    <a:pt x="3977" y="2166"/>
                    <a:pt x="4121" y="2200"/>
                  </a:cubicBezTo>
                  <a:cubicBezTo>
                    <a:pt x="4393" y="2254"/>
                    <a:pt x="4661" y="2362"/>
                    <a:pt x="4923" y="2528"/>
                  </a:cubicBezTo>
                  <a:cubicBezTo>
                    <a:pt x="5301" y="2767"/>
                    <a:pt x="5679" y="3102"/>
                    <a:pt x="5948" y="3451"/>
                  </a:cubicBezTo>
                  <a:cubicBezTo>
                    <a:pt x="5969" y="3480"/>
                    <a:pt x="5969" y="3480"/>
                    <a:pt x="5969" y="3480"/>
                  </a:cubicBezTo>
                  <a:cubicBezTo>
                    <a:pt x="5874" y="3480"/>
                    <a:pt x="5874" y="3480"/>
                    <a:pt x="5874" y="3480"/>
                  </a:cubicBezTo>
                  <a:cubicBezTo>
                    <a:pt x="5802" y="3480"/>
                    <a:pt x="5802" y="3480"/>
                    <a:pt x="5802" y="3480"/>
                  </a:cubicBezTo>
                  <a:cubicBezTo>
                    <a:pt x="3617" y="3480"/>
                    <a:pt x="3617" y="3480"/>
                    <a:pt x="3617" y="3480"/>
                  </a:cubicBezTo>
                  <a:cubicBezTo>
                    <a:pt x="3611" y="3480"/>
                    <a:pt x="3607" y="3481"/>
                    <a:pt x="3602" y="3481"/>
                  </a:cubicBezTo>
                  <a:cubicBezTo>
                    <a:pt x="3450" y="3481"/>
                    <a:pt x="3450" y="3481"/>
                    <a:pt x="3450" y="3481"/>
                  </a:cubicBezTo>
                  <a:cubicBezTo>
                    <a:pt x="3298" y="3481"/>
                    <a:pt x="3223" y="3546"/>
                    <a:pt x="3223" y="3678"/>
                  </a:cubicBezTo>
                  <a:cubicBezTo>
                    <a:pt x="3223" y="3938"/>
                    <a:pt x="3262" y="4107"/>
                    <a:pt x="3365" y="4319"/>
                  </a:cubicBezTo>
                  <a:cubicBezTo>
                    <a:pt x="3467" y="4531"/>
                    <a:pt x="3953" y="5272"/>
                    <a:pt x="4944" y="5272"/>
                  </a:cubicBezTo>
                  <a:cubicBezTo>
                    <a:pt x="5092" y="5272"/>
                    <a:pt x="5092" y="5272"/>
                    <a:pt x="5092" y="5272"/>
                  </a:cubicBezTo>
                  <a:cubicBezTo>
                    <a:pt x="5099" y="5272"/>
                    <a:pt x="5106" y="5272"/>
                    <a:pt x="5114" y="5272"/>
                  </a:cubicBezTo>
                  <a:cubicBezTo>
                    <a:pt x="7290" y="5272"/>
                    <a:pt x="7290" y="5272"/>
                    <a:pt x="7290" y="5272"/>
                  </a:cubicBezTo>
                  <a:cubicBezTo>
                    <a:pt x="7700" y="5272"/>
                    <a:pt x="7984" y="5164"/>
                    <a:pt x="8140" y="4945"/>
                  </a:cubicBezTo>
                  <a:cubicBezTo>
                    <a:pt x="8297" y="4727"/>
                    <a:pt x="8342" y="4540"/>
                    <a:pt x="8342" y="4245"/>
                  </a:cubicBezTo>
                  <a:cubicBezTo>
                    <a:pt x="8342" y="3766"/>
                    <a:pt x="8215" y="3296"/>
                    <a:pt x="7961" y="2790"/>
                  </a:cubicBezTo>
                  <a:cubicBezTo>
                    <a:pt x="7708" y="2282"/>
                    <a:pt x="7364" y="1822"/>
                    <a:pt x="6933" y="1407"/>
                  </a:cubicBezTo>
                  <a:cubicBezTo>
                    <a:pt x="6501" y="993"/>
                    <a:pt x="5999" y="655"/>
                    <a:pt x="5426" y="394"/>
                  </a:cubicBezTo>
                  <a:cubicBezTo>
                    <a:pt x="4854" y="132"/>
                    <a:pt x="4255" y="0"/>
                    <a:pt x="3629" y="0"/>
                  </a:cubicBezTo>
                  <a:cubicBezTo>
                    <a:pt x="195" y="0"/>
                    <a:pt x="195" y="0"/>
                    <a:pt x="195" y="0"/>
                  </a:cubicBezTo>
                  <a:cubicBezTo>
                    <a:pt x="65" y="0"/>
                    <a:pt x="0" y="77"/>
                    <a:pt x="0" y="230"/>
                  </a:cubicBezTo>
                  <a:cubicBezTo>
                    <a:pt x="0" y="3616"/>
                    <a:pt x="0" y="3616"/>
                    <a:pt x="0" y="3616"/>
                  </a:cubicBezTo>
                  <a:cubicBezTo>
                    <a:pt x="0" y="4259"/>
                    <a:pt x="124" y="4867"/>
                    <a:pt x="373" y="5439"/>
                  </a:cubicBezTo>
                  <a:cubicBezTo>
                    <a:pt x="621" y="6012"/>
                    <a:pt x="959" y="6513"/>
                    <a:pt x="1385" y="6944"/>
                  </a:cubicBezTo>
                  <a:cubicBezTo>
                    <a:pt x="1812" y="7375"/>
                    <a:pt x="2308" y="7715"/>
                    <a:pt x="2875" y="7966"/>
                  </a:cubicBezTo>
                  <a:cubicBezTo>
                    <a:pt x="3443" y="8217"/>
                    <a:pt x="4050" y="8342"/>
                    <a:pt x="4698" y="8342"/>
                  </a:cubicBezTo>
                  <a:cubicBezTo>
                    <a:pt x="8115" y="8342"/>
                    <a:pt x="8115" y="8342"/>
                    <a:pt x="8115" y="8342"/>
                  </a:cubicBezTo>
                  <a:cubicBezTo>
                    <a:pt x="8266" y="8342"/>
                    <a:pt x="8342" y="8276"/>
                    <a:pt x="8342" y="8146"/>
                  </a:cubicBezTo>
                  <a:moveTo>
                    <a:pt x="18183" y="8116"/>
                  </a:moveTo>
                  <a:cubicBezTo>
                    <a:pt x="18183" y="8095"/>
                    <a:pt x="18183" y="8095"/>
                    <a:pt x="18183" y="8095"/>
                  </a:cubicBezTo>
                  <a:cubicBezTo>
                    <a:pt x="18183" y="7537"/>
                    <a:pt x="18183" y="7537"/>
                    <a:pt x="18183" y="7537"/>
                  </a:cubicBezTo>
                  <a:cubicBezTo>
                    <a:pt x="18183" y="7446"/>
                    <a:pt x="18114" y="7355"/>
                    <a:pt x="18053" y="7331"/>
                  </a:cubicBezTo>
                  <a:cubicBezTo>
                    <a:pt x="18051" y="7330"/>
                    <a:pt x="17612" y="7209"/>
                    <a:pt x="16745" y="6522"/>
                  </a:cubicBezTo>
                  <a:cubicBezTo>
                    <a:pt x="16295" y="6166"/>
                    <a:pt x="15962" y="5905"/>
                    <a:pt x="15820" y="5792"/>
                  </a:cubicBezTo>
                  <a:cubicBezTo>
                    <a:pt x="15980" y="5689"/>
                    <a:pt x="16507" y="5479"/>
                    <a:pt x="16985" y="4932"/>
                  </a:cubicBezTo>
                  <a:cubicBezTo>
                    <a:pt x="17281" y="4592"/>
                    <a:pt x="17442" y="4166"/>
                    <a:pt x="17442" y="3632"/>
                  </a:cubicBezTo>
                  <a:cubicBezTo>
                    <a:pt x="17442" y="3130"/>
                    <a:pt x="17297" y="2658"/>
                    <a:pt x="17009" y="2216"/>
                  </a:cubicBezTo>
                  <a:cubicBezTo>
                    <a:pt x="16720" y="1775"/>
                    <a:pt x="16345" y="1390"/>
                    <a:pt x="15885" y="1063"/>
                  </a:cubicBezTo>
                  <a:cubicBezTo>
                    <a:pt x="15426" y="736"/>
                    <a:pt x="14909" y="478"/>
                    <a:pt x="14338" y="287"/>
                  </a:cubicBezTo>
                  <a:cubicBezTo>
                    <a:pt x="13765" y="96"/>
                    <a:pt x="13201" y="0"/>
                    <a:pt x="12645" y="0"/>
                  </a:cubicBezTo>
                  <a:cubicBezTo>
                    <a:pt x="9292" y="0"/>
                    <a:pt x="9292" y="0"/>
                    <a:pt x="9292" y="0"/>
                  </a:cubicBezTo>
                  <a:cubicBezTo>
                    <a:pt x="9164" y="0"/>
                    <a:pt x="9100" y="77"/>
                    <a:pt x="9100" y="229"/>
                  </a:cubicBezTo>
                  <a:cubicBezTo>
                    <a:pt x="9100" y="5836"/>
                    <a:pt x="9100" y="5836"/>
                    <a:pt x="9100" y="5836"/>
                  </a:cubicBezTo>
                  <a:cubicBezTo>
                    <a:pt x="9100" y="7089"/>
                    <a:pt x="9100" y="7089"/>
                    <a:pt x="9100" y="7089"/>
                  </a:cubicBezTo>
                  <a:cubicBezTo>
                    <a:pt x="9100" y="7522"/>
                    <a:pt x="9100" y="7522"/>
                    <a:pt x="9100" y="7522"/>
                  </a:cubicBezTo>
                  <a:cubicBezTo>
                    <a:pt x="9100" y="8082"/>
                    <a:pt x="9100" y="8082"/>
                    <a:pt x="9100" y="8082"/>
                  </a:cubicBezTo>
                  <a:cubicBezTo>
                    <a:pt x="9100" y="8162"/>
                    <a:pt x="9100" y="8247"/>
                    <a:pt x="9179" y="8290"/>
                  </a:cubicBezTo>
                  <a:cubicBezTo>
                    <a:pt x="9285" y="8345"/>
                    <a:pt x="9529" y="8342"/>
                    <a:pt x="9662" y="8342"/>
                  </a:cubicBezTo>
                  <a:cubicBezTo>
                    <a:pt x="9853" y="8342"/>
                    <a:pt x="10047" y="8331"/>
                    <a:pt x="10232" y="8273"/>
                  </a:cubicBezTo>
                  <a:cubicBezTo>
                    <a:pt x="10520" y="8179"/>
                    <a:pt x="10766" y="7980"/>
                    <a:pt x="10948" y="7737"/>
                  </a:cubicBezTo>
                  <a:cubicBezTo>
                    <a:pt x="11267" y="7317"/>
                    <a:pt x="11346" y="6841"/>
                    <a:pt x="11346" y="6328"/>
                  </a:cubicBezTo>
                  <a:cubicBezTo>
                    <a:pt x="11346" y="6280"/>
                    <a:pt x="11345" y="6190"/>
                    <a:pt x="11344" y="6101"/>
                  </a:cubicBezTo>
                  <a:cubicBezTo>
                    <a:pt x="11344" y="6098"/>
                    <a:pt x="11346" y="6097"/>
                    <a:pt x="11346" y="6095"/>
                  </a:cubicBezTo>
                  <a:cubicBezTo>
                    <a:pt x="11346" y="2909"/>
                    <a:pt x="11346" y="2909"/>
                    <a:pt x="11346" y="2909"/>
                  </a:cubicBezTo>
                  <a:cubicBezTo>
                    <a:pt x="11346" y="2825"/>
                    <a:pt x="11358" y="2748"/>
                    <a:pt x="11379" y="2676"/>
                  </a:cubicBezTo>
                  <a:cubicBezTo>
                    <a:pt x="11380" y="2669"/>
                    <a:pt x="11383" y="2662"/>
                    <a:pt x="11385" y="2655"/>
                  </a:cubicBezTo>
                  <a:cubicBezTo>
                    <a:pt x="11390" y="2637"/>
                    <a:pt x="11397" y="2619"/>
                    <a:pt x="11404" y="2602"/>
                  </a:cubicBezTo>
                  <a:cubicBezTo>
                    <a:pt x="11413" y="2578"/>
                    <a:pt x="11424" y="2556"/>
                    <a:pt x="11436" y="2533"/>
                  </a:cubicBezTo>
                  <a:cubicBezTo>
                    <a:pt x="11436" y="2533"/>
                    <a:pt x="11436" y="2532"/>
                    <a:pt x="11436" y="2532"/>
                  </a:cubicBezTo>
                  <a:cubicBezTo>
                    <a:pt x="11693" y="2061"/>
                    <a:pt x="12570" y="1876"/>
                    <a:pt x="13515" y="2115"/>
                  </a:cubicBezTo>
                  <a:cubicBezTo>
                    <a:pt x="14775" y="2433"/>
                    <a:pt x="15147" y="3302"/>
                    <a:pt x="15015" y="3676"/>
                  </a:cubicBezTo>
                  <a:cubicBezTo>
                    <a:pt x="14871" y="4080"/>
                    <a:pt x="14417" y="4334"/>
                    <a:pt x="13848" y="4334"/>
                  </a:cubicBezTo>
                  <a:cubicBezTo>
                    <a:pt x="13577" y="4334"/>
                    <a:pt x="13299" y="4285"/>
                    <a:pt x="13012" y="4194"/>
                  </a:cubicBezTo>
                  <a:cubicBezTo>
                    <a:pt x="13003" y="4192"/>
                    <a:pt x="12993" y="4190"/>
                    <a:pt x="12983" y="4188"/>
                  </a:cubicBezTo>
                  <a:cubicBezTo>
                    <a:pt x="12820" y="4146"/>
                    <a:pt x="12666" y="4093"/>
                    <a:pt x="12520" y="4032"/>
                  </a:cubicBezTo>
                  <a:cubicBezTo>
                    <a:pt x="12472" y="4018"/>
                    <a:pt x="12427" y="4009"/>
                    <a:pt x="12389" y="4009"/>
                  </a:cubicBezTo>
                  <a:cubicBezTo>
                    <a:pt x="12292" y="4009"/>
                    <a:pt x="12245" y="4085"/>
                    <a:pt x="12245" y="4238"/>
                  </a:cubicBezTo>
                  <a:cubicBezTo>
                    <a:pt x="12245" y="4740"/>
                    <a:pt x="12245" y="4740"/>
                    <a:pt x="12245" y="4740"/>
                  </a:cubicBezTo>
                  <a:cubicBezTo>
                    <a:pt x="12245" y="5128"/>
                    <a:pt x="12245" y="5128"/>
                    <a:pt x="12245" y="5128"/>
                  </a:cubicBezTo>
                  <a:cubicBezTo>
                    <a:pt x="12244" y="5128"/>
                    <a:pt x="12244" y="5128"/>
                    <a:pt x="12244" y="5128"/>
                  </a:cubicBezTo>
                  <a:cubicBezTo>
                    <a:pt x="12244" y="5129"/>
                    <a:pt x="12245" y="5130"/>
                    <a:pt x="12245" y="5131"/>
                  </a:cubicBezTo>
                  <a:cubicBezTo>
                    <a:pt x="12245" y="5439"/>
                    <a:pt x="12367" y="5711"/>
                    <a:pt x="12552" y="5875"/>
                  </a:cubicBezTo>
                  <a:cubicBezTo>
                    <a:pt x="12560" y="5882"/>
                    <a:pt x="15206" y="7967"/>
                    <a:pt x="15206" y="7967"/>
                  </a:cubicBezTo>
                  <a:cubicBezTo>
                    <a:pt x="15308" y="8048"/>
                    <a:pt x="15308" y="8048"/>
                    <a:pt x="15308" y="8048"/>
                  </a:cubicBezTo>
                  <a:cubicBezTo>
                    <a:pt x="15575" y="8244"/>
                    <a:pt x="15864" y="8342"/>
                    <a:pt x="16174" y="8342"/>
                  </a:cubicBezTo>
                  <a:cubicBezTo>
                    <a:pt x="17991" y="8345"/>
                    <a:pt x="17991" y="8345"/>
                    <a:pt x="17991" y="8345"/>
                  </a:cubicBezTo>
                  <a:cubicBezTo>
                    <a:pt x="18120" y="8345"/>
                    <a:pt x="18183" y="8269"/>
                    <a:pt x="18183" y="8116"/>
                  </a:cubicBezTo>
                  <a:moveTo>
                    <a:pt x="26216" y="6446"/>
                  </a:moveTo>
                  <a:cubicBezTo>
                    <a:pt x="26399" y="6028"/>
                    <a:pt x="26507" y="5575"/>
                    <a:pt x="26540" y="5085"/>
                  </a:cubicBezTo>
                  <a:cubicBezTo>
                    <a:pt x="26551" y="4934"/>
                    <a:pt x="26491" y="4857"/>
                    <a:pt x="26362" y="4857"/>
                  </a:cubicBezTo>
                  <a:cubicBezTo>
                    <a:pt x="25098" y="4857"/>
                    <a:pt x="25098" y="4857"/>
                    <a:pt x="25098" y="4857"/>
                  </a:cubicBezTo>
                  <a:cubicBezTo>
                    <a:pt x="24634" y="4857"/>
                    <a:pt x="24332" y="5058"/>
                    <a:pt x="24192" y="5460"/>
                  </a:cubicBezTo>
                  <a:cubicBezTo>
                    <a:pt x="24106" y="5721"/>
                    <a:pt x="23962" y="5930"/>
                    <a:pt x="23763" y="6088"/>
                  </a:cubicBezTo>
                  <a:cubicBezTo>
                    <a:pt x="23562" y="6245"/>
                    <a:pt x="23307" y="6324"/>
                    <a:pt x="22994" y="6324"/>
                  </a:cubicBezTo>
                  <a:cubicBezTo>
                    <a:pt x="22702" y="6324"/>
                    <a:pt x="22405" y="6240"/>
                    <a:pt x="22103" y="6071"/>
                  </a:cubicBezTo>
                  <a:cubicBezTo>
                    <a:pt x="21800" y="5903"/>
                    <a:pt x="21528" y="5686"/>
                    <a:pt x="21285" y="5419"/>
                  </a:cubicBezTo>
                  <a:cubicBezTo>
                    <a:pt x="21042" y="5153"/>
                    <a:pt x="20845" y="4854"/>
                    <a:pt x="20694" y="4523"/>
                  </a:cubicBezTo>
                  <a:cubicBezTo>
                    <a:pt x="20543" y="4191"/>
                    <a:pt x="20467" y="3863"/>
                    <a:pt x="20467" y="3537"/>
                  </a:cubicBezTo>
                  <a:cubicBezTo>
                    <a:pt x="20467" y="3124"/>
                    <a:pt x="20591" y="2790"/>
                    <a:pt x="20839" y="2535"/>
                  </a:cubicBezTo>
                  <a:cubicBezTo>
                    <a:pt x="21088" y="2280"/>
                    <a:pt x="21401" y="2152"/>
                    <a:pt x="21779" y="2152"/>
                  </a:cubicBezTo>
                  <a:cubicBezTo>
                    <a:pt x="22210" y="2152"/>
                    <a:pt x="22637" y="2310"/>
                    <a:pt x="23058" y="2625"/>
                  </a:cubicBezTo>
                  <a:cubicBezTo>
                    <a:pt x="23231" y="2755"/>
                    <a:pt x="23414" y="2820"/>
                    <a:pt x="23609" y="2820"/>
                  </a:cubicBezTo>
                  <a:cubicBezTo>
                    <a:pt x="23803" y="2820"/>
                    <a:pt x="24008" y="2712"/>
                    <a:pt x="24224" y="2494"/>
                  </a:cubicBezTo>
                  <a:cubicBezTo>
                    <a:pt x="25083" y="1646"/>
                    <a:pt x="25083" y="1646"/>
                    <a:pt x="25083" y="1646"/>
                  </a:cubicBezTo>
                  <a:cubicBezTo>
                    <a:pt x="25136" y="1593"/>
                    <a:pt x="25155" y="1544"/>
                    <a:pt x="25139" y="1500"/>
                  </a:cubicBezTo>
                  <a:cubicBezTo>
                    <a:pt x="25123" y="1457"/>
                    <a:pt x="25088" y="1407"/>
                    <a:pt x="25034" y="1353"/>
                  </a:cubicBezTo>
                  <a:cubicBezTo>
                    <a:pt x="24570" y="929"/>
                    <a:pt x="24063" y="598"/>
                    <a:pt x="23512" y="359"/>
                  </a:cubicBezTo>
                  <a:cubicBezTo>
                    <a:pt x="22961" y="121"/>
                    <a:pt x="22383" y="0"/>
                    <a:pt x="21779" y="0"/>
                  </a:cubicBezTo>
                  <a:cubicBezTo>
                    <a:pt x="18394" y="0"/>
                    <a:pt x="18394" y="0"/>
                    <a:pt x="18394" y="0"/>
                  </a:cubicBezTo>
                  <a:cubicBezTo>
                    <a:pt x="18265" y="0"/>
                    <a:pt x="18200" y="77"/>
                    <a:pt x="18200" y="229"/>
                  </a:cubicBezTo>
                  <a:cubicBezTo>
                    <a:pt x="18200" y="3602"/>
                    <a:pt x="18200" y="3602"/>
                    <a:pt x="18200" y="3602"/>
                  </a:cubicBezTo>
                  <a:cubicBezTo>
                    <a:pt x="18200" y="4254"/>
                    <a:pt x="18332" y="4874"/>
                    <a:pt x="18597" y="5460"/>
                  </a:cubicBezTo>
                  <a:cubicBezTo>
                    <a:pt x="18861" y="6047"/>
                    <a:pt x="19217" y="6563"/>
                    <a:pt x="19665" y="7009"/>
                  </a:cubicBezTo>
                  <a:cubicBezTo>
                    <a:pt x="20114" y="7454"/>
                    <a:pt x="20626" y="7810"/>
                    <a:pt x="21204" y="8076"/>
                  </a:cubicBezTo>
                  <a:cubicBezTo>
                    <a:pt x="21781" y="8342"/>
                    <a:pt x="22378" y="8475"/>
                    <a:pt x="22994" y="8475"/>
                  </a:cubicBezTo>
                  <a:cubicBezTo>
                    <a:pt x="23490" y="8475"/>
                    <a:pt x="23949" y="8391"/>
                    <a:pt x="24370" y="8222"/>
                  </a:cubicBezTo>
                  <a:cubicBezTo>
                    <a:pt x="24791" y="8054"/>
                    <a:pt x="25158" y="7821"/>
                    <a:pt x="25471" y="7522"/>
                  </a:cubicBezTo>
                  <a:cubicBezTo>
                    <a:pt x="25784" y="7223"/>
                    <a:pt x="26033" y="6865"/>
                    <a:pt x="26216" y="6446"/>
                  </a:cubicBezTo>
                  <a:moveTo>
                    <a:pt x="35641" y="8152"/>
                  </a:moveTo>
                  <a:cubicBezTo>
                    <a:pt x="35641" y="7292"/>
                    <a:pt x="35641" y="7292"/>
                    <a:pt x="35641" y="7292"/>
                  </a:cubicBezTo>
                  <a:cubicBezTo>
                    <a:pt x="35641" y="7292"/>
                    <a:pt x="35641" y="7292"/>
                    <a:pt x="35641" y="7292"/>
                  </a:cubicBezTo>
                  <a:cubicBezTo>
                    <a:pt x="35640" y="6697"/>
                    <a:pt x="35288" y="6134"/>
                    <a:pt x="34704" y="5892"/>
                  </a:cubicBezTo>
                  <a:cubicBezTo>
                    <a:pt x="34198" y="5682"/>
                    <a:pt x="34198" y="5682"/>
                    <a:pt x="34198" y="5682"/>
                  </a:cubicBezTo>
                  <a:cubicBezTo>
                    <a:pt x="33773" y="5525"/>
                    <a:pt x="33307" y="5214"/>
                    <a:pt x="33069" y="4988"/>
                  </a:cubicBezTo>
                  <a:cubicBezTo>
                    <a:pt x="33069" y="4988"/>
                    <a:pt x="32601" y="4430"/>
                    <a:pt x="33145" y="3887"/>
                  </a:cubicBezTo>
                  <a:cubicBezTo>
                    <a:pt x="34209" y="2817"/>
                    <a:pt x="34209" y="2817"/>
                    <a:pt x="34209" y="2817"/>
                  </a:cubicBezTo>
                  <a:cubicBezTo>
                    <a:pt x="35220" y="1805"/>
                    <a:pt x="35220" y="1805"/>
                    <a:pt x="35220" y="1805"/>
                  </a:cubicBezTo>
                  <a:cubicBezTo>
                    <a:pt x="35493" y="1519"/>
                    <a:pt x="35631" y="1153"/>
                    <a:pt x="35637" y="784"/>
                  </a:cubicBezTo>
                  <a:cubicBezTo>
                    <a:pt x="35638" y="759"/>
                    <a:pt x="35638" y="759"/>
                    <a:pt x="35638" y="759"/>
                  </a:cubicBezTo>
                  <a:cubicBezTo>
                    <a:pt x="35639" y="759"/>
                    <a:pt x="35639" y="759"/>
                    <a:pt x="35639" y="759"/>
                  </a:cubicBezTo>
                  <a:cubicBezTo>
                    <a:pt x="35639" y="757"/>
                    <a:pt x="35639" y="755"/>
                    <a:pt x="35639" y="753"/>
                  </a:cubicBezTo>
                  <a:cubicBezTo>
                    <a:pt x="35633" y="524"/>
                    <a:pt x="35566" y="342"/>
                    <a:pt x="35435" y="209"/>
                  </a:cubicBezTo>
                  <a:cubicBezTo>
                    <a:pt x="35302" y="75"/>
                    <a:pt x="35120" y="7"/>
                    <a:pt x="34889" y="2"/>
                  </a:cubicBezTo>
                  <a:cubicBezTo>
                    <a:pt x="34881" y="2"/>
                    <a:pt x="34873" y="0"/>
                    <a:pt x="34865" y="0"/>
                  </a:cubicBezTo>
                  <a:cubicBezTo>
                    <a:pt x="34562" y="0"/>
                    <a:pt x="34562" y="0"/>
                    <a:pt x="34562" y="0"/>
                  </a:cubicBezTo>
                  <a:cubicBezTo>
                    <a:pt x="34016" y="13"/>
                    <a:pt x="33541" y="250"/>
                    <a:pt x="33196" y="592"/>
                  </a:cubicBezTo>
                  <a:cubicBezTo>
                    <a:pt x="33182" y="606"/>
                    <a:pt x="31828" y="1964"/>
                    <a:pt x="31470" y="2323"/>
                  </a:cubicBezTo>
                  <a:cubicBezTo>
                    <a:pt x="31488" y="2321"/>
                    <a:pt x="31488" y="2321"/>
                    <a:pt x="31488" y="2321"/>
                  </a:cubicBezTo>
                  <a:cubicBezTo>
                    <a:pt x="29574" y="4234"/>
                    <a:pt x="29574" y="4234"/>
                    <a:pt x="29574" y="4234"/>
                  </a:cubicBezTo>
                  <a:cubicBezTo>
                    <a:pt x="29574" y="4234"/>
                    <a:pt x="29572" y="1232"/>
                    <a:pt x="29572" y="1229"/>
                  </a:cubicBezTo>
                  <a:cubicBezTo>
                    <a:pt x="29572" y="550"/>
                    <a:pt x="29022" y="0"/>
                    <a:pt x="28344" y="0"/>
                  </a:cubicBezTo>
                  <a:cubicBezTo>
                    <a:pt x="28344" y="0"/>
                    <a:pt x="27833" y="1"/>
                    <a:pt x="27813" y="1"/>
                  </a:cubicBezTo>
                  <a:cubicBezTo>
                    <a:pt x="27675" y="1"/>
                    <a:pt x="27474" y="4"/>
                    <a:pt x="27379" y="53"/>
                  </a:cubicBezTo>
                  <a:cubicBezTo>
                    <a:pt x="27299" y="96"/>
                    <a:pt x="27300" y="181"/>
                    <a:pt x="27300" y="261"/>
                  </a:cubicBezTo>
                  <a:cubicBezTo>
                    <a:pt x="27300" y="8152"/>
                    <a:pt x="27300" y="8152"/>
                    <a:pt x="27300" y="8152"/>
                  </a:cubicBezTo>
                  <a:cubicBezTo>
                    <a:pt x="27300" y="8257"/>
                    <a:pt x="27384" y="8342"/>
                    <a:pt x="27489" y="8342"/>
                  </a:cubicBezTo>
                  <a:cubicBezTo>
                    <a:pt x="27491" y="8341"/>
                    <a:pt x="27491" y="8341"/>
                    <a:pt x="27491" y="8341"/>
                  </a:cubicBezTo>
                  <a:cubicBezTo>
                    <a:pt x="27489" y="8345"/>
                    <a:pt x="27489" y="8345"/>
                    <a:pt x="27489" y="8345"/>
                  </a:cubicBezTo>
                  <a:cubicBezTo>
                    <a:pt x="27910" y="8345"/>
                    <a:pt x="27910" y="8345"/>
                    <a:pt x="27910" y="8345"/>
                  </a:cubicBezTo>
                  <a:cubicBezTo>
                    <a:pt x="28456" y="8332"/>
                    <a:pt x="28931" y="8095"/>
                    <a:pt x="29275" y="7752"/>
                  </a:cubicBezTo>
                  <a:cubicBezTo>
                    <a:pt x="29281" y="7747"/>
                    <a:pt x="29518" y="7510"/>
                    <a:pt x="29817" y="7209"/>
                  </a:cubicBezTo>
                  <a:cubicBezTo>
                    <a:pt x="30023" y="7004"/>
                    <a:pt x="30306" y="6876"/>
                    <a:pt x="30620" y="6875"/>
                  </a:cubicBezTo>
                  <a:cubicBezTo>
                    <a:pt x="30621" y="6875"/>
                    <a:pt x="30621" y="6875"/>
                    <a:pt x="30621" y="6875"/>
                  </a:cubicBezTo>
                  <a:cubicBezTo>
                    <a:pt x="30621" y="6875"/>
                    <a:pt x="30621" y="6875"/>
                    <a:pt x="30621" y="6875"/>
                  </a:cubicBezTo>
                  <a:cubicBezTo>
                    <a:pt x="31018" y="6876"/>
                    <a:pt x="31395" y="6966"/>
                    <a:pt x="31733" y="7123"/>
                  </a:cubicBezTo>
                  <a:cubicBezTo>
                    <a:pt x="34067" y="8091"/>
                    <a:pt x="34067" y="8091"/>
                    <a:pt x="34067" y="8091"/>
                  </a:cubicBezTo>
                  <a:cubicBezTo>
                    <a:pt x="34067" y="8091"/>
                    <a:pt x="34633" y="8345"/>
                    <a:pt x="35108" y="8345"/>
                  </a:cubicBezTo>
                  <a:cubicBezTo>
                    <a:pt x="35451" y="8345"/>
                    <a:pt x="35451" y="8345"/>
                    <a:pt x="35451" y="8345"/>
                  </a:cubicBezTo>
                  <a:cubicBezTo>
                    <a:pt x="35450" y="8341"/>
                    <a:pt x="35450" y="8341"/>
                    <a:pt x="35450" y="8341"/>
                  </a:cubicBezTo>
                  <a:cubicBezTo>
                    <a:pt x="35451" y="8342"/>
                    <a:pt x="35451" y="8342"/>
                    <a:pt x="35451" y="8342"/>
                  </a:cubicBezTo>
                  <a:cubicBezTo>
                    <a:pt x="35556" y="8342"/>
                    <a:pt x="35641" y="8257"/>
                    <a:pt x="35641" y="815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grpSp>
      <p:sp>
        <p:nvSpPr>
          <p:cNvPr id="16" name="Textplatzhalter 5">
            <a:extLst>
              <a:ext uri="{FF2B5EF4-FFF2-40B4-BE49-F238E27FC236}">
                <a16:creationId xmlns:a16="http://schemas.microsoft.com/office/drawing/2014/main" id="{AFEA3E05-C98C-4A6F-8215-CFEBF6287563}"/>
              </a:ext>
            </a:extLst>
          </p:cNvPr>
          <p:cNvSpPr>
            <a:spLocks noGrp="1"/>
          </p:cNvSpPr>
          <p:nvPr>
            <p:ph type="body" sz="quarter" idx="21" hasCustomPrompt="1"/>
          </p:nvPr>
        </p:nvSpPr>
        <p:spPr>
          <a:xfrm>
            <a:off x="468313" y="5268913"/>
            <a:ext cx="2523600" cy="1256400"/>
          </a:xfrm>
          <a:blipFill>
            <a:blip>
              <a:extLst>
                <a:ext uri="{96DAC541-7B7A-43D3-8B79-37D633B846F1}">
                  <asvg:svgBlip xmlns:asvg="http://schemas.microsoft.com/office/drawing/2016/SVG/main" r:embed="rId5"/>
                </a:ext>
              </a:extLst>
            </a:blip>
            <a:stretch>
              <a:fillRect/>
            </a:stretch>
          </a:blipFill>
        </p:spPr>
        <p:txBody>
          <a:bodyPr/>
          <a:lstStyle/>
          <a:p>
            <a:pPr lvl="0"/>
            <a:r>
              <a:rPr lang="en-US"/>
              <a:t> </a:t>
            </a:r>
            <a:endParaRPr lang="en-US" dirty="0"/>
          </a:p>
        </p:txBody>
      </p:sp>
    </p:spTree>
    <p:extLst>
      <p:ext uri="{BB962C8B-B14F-4D97-AF65-F5344CB8AC3E}">
        <p14:creationId xmlns:p14="http://schemas.microsoft.com/office/powerpoint/2010/main" val="1821028133"/>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with picture 2">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3C3934CB-8BB6-4295-9E3F-E889A0497F8E}"/>
              </a:ext>
            </a:extLst>
          </p:cNvPr>
          <p:cNvSpPr/>
          <p:nvPr userDrawn="1"/>
        </p:nvSpPr>
        <p:spPr bwMode="gray">
          <a:xfrm>
            <a:off x="0" y="0"/>
            <a:ext cx="12192000" cy="6858000"/>
          </a:xfrm>
          <a:prstGeom prst="rect">
            <a:avLst/>
          </a:prstGeom>
          <a:solidFill>
            <a:schemeClr val="accent4"/>
          </a:solid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
        <p:nvSpPr>
          <p:cNvPr id="16" name="Bildplatzhalter 15">
            <a:extLst>
              <a:ext uri="{FF2B5EF4-FFF2-40B4-BE49-F238E27FC236}">
                <a16:creationId xmlns:a16="http://schemas.microsoft.com/office/drawing/2014/main" id="{EECC7198-6067-4EA9-B6D3-8AEA32B75E9A}"/>
              </a:ext>
            </a:extLst>
          </p:cNvPr>
          <p:cNvSpPr>
            <a:spLocks noGrp="1"/>
          </p:cNvSpPr>
          <p:nvPr>
            <p:ph type="pic" sz="quarter" idx="29" hasCustomPrompt="1"/>
          </p:nvPr>
        </p:nvSpPr>
        <p:spPr bwMode="gray">
          <a:xfrm>
            <a:off x="0" y="0"/>
            <a:ext cx="12191999" cy="6858000"/>
          </a:xfrm>
          <a:custGeom>
            <a:avLst/>
            <a:gdLst>
              <a:gd name="connsiteX0" fmla="*/ 4666441 w 12191999"/>
              <a:gd name="connsiteY0" fmla="*/ 0 h 6858000"/>
              <a:gd name="connsiteX1" fmla="*/ 4822953 w 12191999"/>
              <a:gd name="connsiteY1" fmla="*/ 115217 h 6858000"/>
              <a:gd name="connsiteX2" fmla="*/ 5071100 w 12191999"/>
              <a:gd name="connsiteY2" fmla="*/ 329064 h 6858000"/>
              <a:gd name="connsiteX3" fmla="*/ 5414453 w 12191999"/>
              <a:gd name="connsiteY3" fmla="*/ 688319 h 6858000"/>
              <a:gd name="connsiteX4" fmla="*/ 5421059 w 12191999"/>
              <a:gd name="connsiteY4" fmla="*/ 697512 h 6858000"/>
              <a:gd name="connsiteX5" fmla="*/ 6711038 w 12191999"/>
              <a:gd name="connsiteY5" fmla="*/ 937545 h 6858000"/>
              <a:gd name="connsiteX6" fmla="*/ 7101484 w 12191999"/>
              <a:gd name="connsiteY6" fmla="*/ 735763 h 6858000"/>
              <a:gd name="connsiteX7" fmla="*/ 7468653 w 12191999"/>
              <a:gd name="connsiteY7" fmla="*/ 94817 h 6858000"/>
              <a:gd name="connsiteX8" fmla="*/ 7456312 w 12191999"/>
              <a:gd name="connsiteY8" fmla="*/ 0 h 6858000"/>
              <a:gd name="connsiteX9" fmla="*/ 12191999 w 12191999"/>
              <a:gd name="connsiteY9" fmla="*/ 0 h 6858000"/>
              <a:gd name="connsiteX10" fmla="*/ 12191999 w 12191999"/>
              <a:gd name="connsiteY10" fmla="*/ 1114133 h 6858000"/>
              <a:gd name="connsiteX11" fmla="*/ 12015551 w 12191999"/>
              <a:gd name="connsiteY11" fmla="*/ 1305567 h 6858000"/>
              <a:gd name="connsiteX12" fmla="*/ 11351230 w 12191999"/>
              <a:gd name="connsiteY12" fmla="*/ 1784817 h 6858000"/>
              <a:gd name="connsiteX13" fmla="*/ 8628542 w 12191999"/>
              <a:gd name="connsiteY13" fmla="*/ 1651626 h 6858000"/>
              <a:gd name="connsiteX14" fmla="*/ 8070989 w 12191999"/>
              <a:gd name="connsiteY14" fmla="*/ 1175681 h 6858000"/>
              <a:gd name="connsiteX15" fmla="*/ 8058100 w 12191999"/>
              <a:gd name="connsiteY15" fmla="*/ 1161162 h 6858000"/>
              <a:gd name="connsiteX16" fmla="*/ 7241261 w 12191999"/>
              <a:gd name="connsiteY16" fmla="*/ 1012508 h 6858000"/>
              <a:gd name="connsiteX17" fmla="*/ 6850815 w 12191999"/>
              <a:gd name="connsiteY17" fmla="*/ 1214290 h 6858000"/>
              <a:gd name="connsiteX18" fmla="*/ 6296619 w 12191999"/>
              <a:gd name="connsiteY18" fmla="*/ 2403637 h 6858000"/>
              <a:gd name="connsiteX19" fmla="*/ 6299674 w 12191999"/>
              <a:gd name="connsiteY19" fmla="*/ 2417021 h 6858000"/>
              <a:gd name="connsiteX20" fmla="*/ 6392728 w 12191999"/>
              <a:gd name="connsiteY20" fmla="*/ 2906071 h 6858000"/>
              <a:gd name="connsiteX21" fmla="*/ 4949296 w 12191999"/>
              <a:gd name="connsiteY21" fmla="*/ 6698046 h 6858000"/>
              <a:gd name="connsiteX22" fmla="*/ 4748505 w 12191999"/>
              <a:gd name="connsiteY22" fmla="*/ 6857999 h 6858000"/>
              <a:gd name="connsiteX23" fmla="*/ 2 w 12191999"/>
              <a:gd name="connsiteY23" fmla="*/ 6858000 h 6858000"/>
              <a:gd name="connsiteX24" fmla="*/ 0 w 12191999"/>
              <a:gd name="connsiteY24"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2191999" h="6858000">
                <a:moveTo>
                  <a:pt x="4666441" y="0"/>
                </a:moveTo>
                <a:lnTo>
                  <a:pt x="4822953" y="115217"/>
                </a:lnTo>
                <a:cubicBezTo>
                  <a:pt x="4908101" y="183061"/>
                  <a:pt x="4990894" y="254369"/>
                  <a:pt x="5071100" y="329064"/>
                </a:cubicBezTo>
                <a:cubicBezTo>
                  <a:pt x="5191465" y="441834"/>
                  <a:pt x="5306510" y="560888"/>
                  <a:pt x="5414453" y="688319"/>
                </a:cubicBezTo>
                <a:cubicBezTo>
                  <a:pt x="5416549" y="690095"/>
                  <a:pt x="5418966" y="695739"/>
                  <a:pt x="5421059" y="697512"/>
                </a:cubicBezTo>
                <a:cubicBezTo>
                  <a:pt x="5737006" y="1055137"/>
                  <a:pt x="6266243" y="1165250"/>
                  <a:pt x="6711038" y="937545"/>
                </a:cubicBezTo>
                <a:lnTo>
                  <a:pt x="7101484" y="735763"/>
                </a:lnTo>
                <a:cubicBezTo>
                  <a:pt x="7344910" y="608239"/>
                  <a:pt x="7480897" y="353878"/>
                  <a:pt x="7468653" y="94817"/>
                </a:cubicBezTo>
                <a:lnTo>
                  <a:pt x="7456312" y="0"/>
                </a:lnTo>
                <a:lnTo>
                  <a:pt x="12191999" y="0"/>
                </a:lnTo>
                <a:lnTo>
                  <a:pt x="12191999" y="1114133"/>
                </a:lnTo>
                <a:lnTo>
                  <a:pt x="12015551" y="1305567"/>
                </a:lnTo>
                <a:cubicBezTo>
                  <a:pt x="11824420" y="1493414"/>
                  <a:pt x="11602093" y="1655948"/>
                  <a:pt x="11351230" y="1784817"/>
                </a:cubicBezTo>
                <a:cubicBezTo>
                  <a:pt x="10454221" y="2244741"/>
                  <a:pt x="9420658" y="2160767"/>
                  <a:pt x="8628542" y="1651626"/>
                </a:cubicBezTo>
                <a:cubicBezTo>
                  <a:pt x="8424994" y="1522365"/>
                  <a:pt x="8236456" y="1362639"/>
                  <a:pt x="8070989" y="1175681"/>
                </a:cubicBezTo>
                <a:cubicBezTo>
                  <a:pt x="8066800" y="1172132"/>
                  <a:pt x="8062290" y="1164711"/>
                  <a:pt x="8058100" y="1161162"/>
                </a:cubicBezTo>
                <a:cubicBezTo>
                  <a:pt x="7856381" y="936295"/>
                  <a:pt x="7521556" y="868540"/>
                  <a:pt x="7241261" y="1012508"/>
                </a:cubicBezTo>
                <a:lnTo>
                  <a:pt x="6850815" y="1214290"/>
                </a:lnTo>
                <a:cubicBezTo>
                  <a:pt x="6406022" y="1441997"/>
                  <a:pt x="6190004" y="1939083"/>
                  <a:pt x="6296619" y="2403637"/>
                </a:cubicBezTo>
                <a:cubicBezTo>
                  <a:pt x="6299033" y="2409281"/>
                  <a:pt x="6299353" y="2413149"/>
                  <a:pt x="6299674" y="2417021"/>
                </a:cubicBezTo>
                <a:cubicBezTo>
                  <a:pt x="6340527" y="2581172"/>
                  <a:pt x="6371544" y="2744188"/>
                  <a:pt x="6392728" y="2906071"/>
                </a:cubicBezTo>
                <a:cubicBezTo>
                  <a:pt x="6577766" y="4320015"/>
                  <a:pt x="6041807" y="5755026"/>
                  <a:pt x="4949296" y="6698046"/>
                </a:cubicBezTo>
                <a:lnTo>
                  <a:pt x="4748505" y="6857999"/>
                </a:lnTo>
                <a:lnTo>
                  <a:pt x="2" y="6858000"/>
                </a:lnTo>
                <a:lnTo>
                  <a:pt x="0" y="0"/>
                </a:lnTo>
                <a:close/>
              </a:path>
            </a:pathLst>
          </a:custGeom>
          <a:solidFill>
            <a:schemeClr val="accent1"/>
          </a:solidFill>
        </p:spPr>
        <p:txBody>
          <a:bodyPr wrap="square" tIns="720000" rIns="1152000" anchor="ctr">
            <a:noAutofit/>
          </a:bodyPr>
          <a:lstStyle>
            <a:lvl1pPr algn="ctr">
              <a:defRPr sz="1000">
                <a:solidFill>
                  <a:schemeClr val="accent4"/>
                </a:solidFill>
              </a:defRPr>
            </a:lvl1pPr>
          </a:lstStyle>
          <a:p>
            <a:r>
              <a:rPr lang="en-US" dirty="0"/>
              <a:t>Click icon to add picture</a:t>
            </a:r>
          </a:p>
        </p:txBody>
      </p:sp>
      <p:grpSp>
        <p:nvGrpSpPr>
          <p:cNvPr id="9" name="Logo Merck">
            <a:extLst>
              <a:ext uri="{FF2B5EF4-FFF2-40B4-BE49-F238E27FC236}">
                <a16:creationId xmlns:a16="http://schemas.microsoft.com/office/drawing/2014/main" id="{A53CD560-4CA7-46BB-BC2E-6E0DD643BAD9}"/>
              </a:ext>
            </a:extLst>
          </p:cNvPr>
          <p:cNvGrpSpPr>
            <a:grpSpLocks noChangeAspect="1"/>
          </p:cNvGrpSpPr>
          <p:nvPr userDrawn="1"/>
        </p:nvGrpSpPr>
        <p:grpSpPr bwMode="gray">
          <a:xfrm>
            <a:off x="9536024" y="6170950"/>
            <a:ext cx="2248608" cy="354050"/>
            <a:chOff x="396364" y="7173520"/>
            <a:chExt cx="1871956" cy="294745"/>
          </a:xfrm>
          <a:solidFill>
            <a:schemeClr val="bg2"/>
          </a:solidFill>
        </p:grpSpPr>
        <p:sp>
          <p:nvSpPr>
            <p:cNvPr id="10" name="Freeform 6">
              <a:extLst>
                <a:ext uri="{FF2B5EF4-FFF2-40B4-BE49-F238E27FC236}">
                  <a16:creationId xmlns:a16="http://schemas.microsoft.com/office/drawing/2014/main" id="{8AC99C15-F658-4FF4-8A82-9DC1DB3A2151}"/>
                </a:ext>
              </a:extLst>
            </p:cNvPr>
            <p:cNvSpPr>
              <a:spLocks noEditPoints="1"/>
            </p:cNvSpPr>
            <p:nvPr userDrawn="1"/>
          </p:nvSpPr>
          <p:spPr bwMode="gray">
            <a:xfrm>
              <a:off x="1029112" y="7173520"/>
              <a:ext cx="1239208" cy="294745"/>
            </a:xfrm>
            <a:custGeom>
              <a:avLst/>
              <a:gdLst>
                <a:gd name="T0" fmla="*/ 8002 w 35641"/>
                <a:gd name="T1" fmla="*/ 6527 h 8475"/>
                <a:gd name="T2" fmla="*/ 3677 w 35641"/>
                <a:gd name="T3" fmla="*/ 5962 h 8475"/>
                <a:gd name="T4" fmla="*/ 2195 w 35641"/>
                <a:gd name="T5" fmla="*/ 3534 h 8475"/>
                <a:gd name="T6" fmla="*/ 2766 w 35641"/>
                <a:gd name="T7" fmla="*/ 2364 h 8475"/>
                <a:gd name="T8" fmla="*/ 2911 w 35641"/>
                <a:gd name="T9" fmla="*/ 2288 h 8475"/>
                <a:gd name="T10" fmla="*/ 3650 w 35641"/>
                <a:gd name="T11" fmla="*/ 2146 h 8475"/>
                <a:gd name="T12" fmla="*/ 5948 w 35641"/>
                <a:gd name="T13" fmla="*/ 3451 h 8475"/>
                <a:gd name="T14" fmla="*/ 5802 w 35641"/>
                <a:gd name="T15" fmla="*/ 3480 h 8475"/>
                <a:gd name="T16" fmla="*/ 3450 w 35641"/>
                <a:gd name="T17" fmla="*/ 3481 h 8475"/>
                <a:gd name="T18" fmla="*/ 4944 w 35641"/>
                <a:gd name="T19" fmla="*/ 5272 h 8475"/>
                <a:gd name="T20" fmla="*/ 7290 w 35641"/>
                <a:gd name="T21" fmla="*/ 5272 h 8475"/>
                <a:gd name="T22" fmla="*/ 7961 w 35641"/>
                <a:gd name="T23" fmla="*/ 2790 h 8475"/>
                <a:gd name="T24" fmla="*/ 3629 w 35641"/>
                <a:gd name="T25" fmla="*/ 0 h 8475"/>
                <a:gd name="T26" fmla="*/ 0 w 35641"/>
                <a:gd name="T27" fmla="*/ 3616 h 8475"/>
                <a:gd name="T28" fmla="*/ 2875 w 35641"/>
                <a:gd name="T29" fmla="*/ 7966 h 8475"/>
                <a:gd name="T30" fmla="*/ 8342 w 35641"/>
                <a:gd name="T31" fmla="*/ 8146 h 8475"/>
                <a:gd name="T32" fmla="*/ 18183 w 35641"/>
                <a:gd name="T33" fmla="*/ 7537 h 8475"/>
                <a:gd name="T34" fmla="*/ 15820 w 35641"/>
                <a:gd name="T35" fmla="*/ 5792 h 8475"/>
                <a:gd name="T36" fmla="*/ 17009 w 35641"/>
                <a:gd name="T37" fmla="*/ 2216 h 8475"/>
                <a:gd name="T38" fmla="*/ 12645 w 35641"/>
                <a:gd name="T39" fmla="*/ 0 h 8475"/>
                <a:gd name="T40" fmla="*/ 9100 w 35641"/>
                <a:gd name="T41" fmla="*/ 5836 h 8475"/>
                <a:gd name="T42" fmla="*/ 9100 w 35641"/>
                <a:gd name="T43" fmla="*/ 8082 h 8475"/>
                <a:gd name="T44" fmla="*/ 10232 w 35641"/>
                <a:gd name="T45" fmla="*/ 8273 h 8475"/>
                <a:gd name="T46" fmla="*/ 11344 w 35641"/>
                <a:gd name="T47" fmla="*/ 6101 h 8475"/>
                <a:gd name="T48" fmla="*/ 11379 w 35641"/>
                <a:gd name="T49" fmla="*/ 2676 h 8475"/>
                <a:gd name="T50" fmla="*/ 11436 w 35641"/>
                <a:gd name="T51" fmla="*/ 2533 h 8475"/>
                <a:gd name="T52" fmla="*/ 15015 w 35641"/>
                <a:gd name="T53" fmla="*/ 3676 h 8475"/>
                <a:gd name="T54" fmla="*/ 12983 w 35641"/>
                <a:gd name="T55" fmla="*/ 4188 h 8475"/>
                <a:gd name="T56" fmla="*/ 12245 w 35641"/>
                <a:gd name="T57" fmla="*/ 4238 h 8475"/>
                <a:gd name="T58" fmla="*/ 12244 w 35641"/>
                <a:gd name="T59" fmla="*/ 5128 h 8475"/>
                <a:gd name="T60" fmla="*/ 15206 w 35641"/>
                <a:gd name="T61" fmla="*/ 7967 h 8475"/>
                <a:gd name="T62" fmla="*/ 17991 w 35641"/>
                <a:gd name="T63" fmla="*/ 8345 h 8475"/>
                <a:gd name="T64" fmla="*/ 26540 w 35641"/>
                <a:gd name="T65" fmla="*/ 5085 h 8475"/>
                <a:gd name="T66" fmla="*/ 24192 w 35641"/>
                <a:gd name="T67" fmla="*/ 5460 h 8475"/>
                <a:gd name="T68" fmla="*/ 22103 w 35641"/>
                <a:gd name="T69" fmla="*/ 6071 h 8475"/>
                <a:gd name="T70" fmla="*/ 20467 w 35641"/>
                <a:gd name="T71" fmla="*/ 3537 h 8475"/>
                <a:gd name="T72" fmla="*/ 23058 w 35641"/>
                <a:gd name="T73" fmla="*/ 2625 h 8475"/>
                <a:gd name="T74" fmla="*/ 25083 w 35641"/>
                <a:gd name="T75" fmla="*/ 1646 h 8475"/>
                <a:gd name="T76" fmla="*/ 23512 w 35641"/>
                <a:gd name="T77" fmla="*/ 359 h 8475"/>
                <a:gd name="T78" fmla="*/ 18200 w 35641"/>
                <a:gd name="T79" fmla="*/ 229 h 8475"/>
                <a:gd name="T80" fmla="*/ 19665 w 35641"/>
                <a:gd name="T81" fmla="*/ 7009 h 8475"/>
                <a:gd name="T82" fmla="*/ 24370 w 35641"/>
                <a:gd name="T83" fmla="*/ 8222 h 8475"/>
                <a:gd name="T84" fmla="*/ 35641 w 35641"/>
                <a:gd name="T85" fmla="*/ 8152 h 8475"/>
                <a:gd name="T86" fmla="*/ 34704 w 35641"/>
                <a:gd name="T87" fmla="*/ 5892 h 8475"/>
                <a:gd name="T88" fmla="*/ 33145 w 35641"/>
                <a:gd name="T89" fmla="*/ 3887 h 8475"/>
                <a:gd name="T90" fmla="*/ 35637 w 35641"/>
                <a:gd name="T91" fmla="*/ 784 h 8475"/>
                <a:gd name="T92" fmla="*/ 35639 w 35641"/>
                <a:gd name="T93" fmla="*/ 753 h 8475"/>
                <a:gd name="T94" fmla="*/ 34865 w 35641"/>
                <a:gd name="T95" fmla="*/ 0 h 8475"/>
                <a:gd name="T96" fmla="*/ 31470 w 35641"/>
                <a:gd name="T97" fmla="*/ 2323 h 8475"/>
                <a:gd name="T98" fmla="*/ 29572 w 35641"/>
                <a:gd name="T99" fmla="*/ 1229 h 8475"/>
                <a:gd name="T100" fmla="*/ 27379 w 35641"/>
                <a:gd name="T101" fmla="*/ 53 h 8475"/>
                <a:gd name="T102" fmla="*/ 27489 w 35641"/>
                <a:gd name="T103" fmla="*/ 8342 h 8475"/>
                <a:gd name="T104" fmla="*/ 27910 w 35641"/>
                <a:gd name="T105" fmla="*/ 8345 h 8475"/>
                <a:gd name="T106" fmla="*/ 30620 w 35641"/>
                <a:gd name="T107" fmla="*/ 6875 h 8475"/>
                <a:gd name="T108" fmla="*/ 31733 w 35641"/>
                <a:gd name="T109" fmla="*/ 7123 h 8475"/>
                <a:gd name="T110" fmla="*/ 35451 w 35641"/>
                <a:gd name="T111" fmla="*/ 8345 h 8475"/>
                <a:gd name="T112" fmla="*/ 35641 w 35641"/>
                <a:gd name="T113" fmla="*/ 8152 h 8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5641" h="8475">
                  <a:moveTo>
                    <a:pt x="8342" y="8146"/>
                  </a:moveTo>
                  <a:cubicBezTo>
                    <a:pt x="8342" y="7475"/>
                    <a:pt x="8342" y="7475"/>
                    <a:pt x="8342" y="7475"/>
                  </a:cubicBezTo>
                  <a:cubicBezTo>
                    <a:pt x="8342" y="7072"/>
                    <a:pt x="8228" y="6756"/>
                    <a:pt x="8002" y="6527"/>
                  </a:cubicBezTo>
                  <a:cubicBezTo>
                    <a:pt x="7775" y="6297"/>
                    <a:pt x="7462" y="6183"/>
                    <a:pt x="7062" y="6183"/>
                  </a:cubicBezTo>
                  <a:cubicBezTo>
                    <a:pt x="4641" y="6183"/>
                    <a:pt x="4641" y="6183"/>
                    <a:pt x="4641" y="6183"/>
                  </a:cubicBezTo>
                  <a:cubicBezTo>
                    <a:pt x="4295" y="6183"/>
                    <a:pt x="3982" y="6092"/>
                    <a:pt x="3677" y="5962"/>
                  </a:cubicBezTo>
                  <a:cubicBezTo>
                    <a:pt x="3417" y="5852"/>
                    <a:pt x="3019" y="5505"/>
                    <a:pt x="2900" y="5373"/>
                  </a:cubicBezTo>
                  <a:cubicBezTo>
                    <a:pt x="2679" y="5129"/>
                    <a:pt x="2505" y="4845"/>
                    <a:pt x="2381" y="4523"/>
                  </a:cubicBezTo>
                  <a:cubicBezTo>
                    <a:pt x="2257" y="4202"/>
                    <a:pt x="2195" y="3872"/>
                    <a:pt x="2195" y="3534"/>
                  </a:cubicBezTo>
                  <a:cubicBezTo>
                    <a:pt x="2195" y="3098"/>
                    <a:pt x="2319" y="2760"/>
                    <a:pt x="2568" y="2519"/>
                  </a:cubicBezTo>
                  <a:cubicBezTo>
                    <a:pt x="2606" y="2482"/>
                    <a:pt x="2648" y="2448"/>
                    <a:pt x="2691" y="2417"/>
                  </a:cubicBezTo>
                  <a:cubicBezTo>
                    <a:pt x="2714" y="2399"/>
                    <a:pt x="2739" y="2381"/>
                    <a:pt x="2766" y="2364"/>
                  </a:cubicBezTo>
                  <a:cubicBezTo>
                    <a:pt x="2771" y="2361"/>
                    <a:pt x="2775" y="2359"/>
                    <a:pt x="2780" y="2356"/>
                  </a:cubicBezTo>
                  <a:cubicBezTo>
                    <a:pt x="2804" y="2342"/>
                    <a:pt x="2830" y="2328"/>
                    <a:pt x="2857" y="2314"/>
                  </a:cubicBezTo>
                  <a:cubicBezTo>
                    <a:pt x="2874" y="2305"/>
                    <a:pt x="2892" y="2296"/>
                    <a:pt x="2911" y="2288"/>
                  </a:cubicBezTo>
                  <a:cubicBezTo>
                    <a:pt x="2915" y="2286"/>
                    <a:pt x="2920" y="2284"/>
                    <a:pt x="2924" y="2282"/>
                  </a:cubicBezTo>
                  <a:cubicBezTo>
                    <a:pt x="3004" y="2247"/>
                    <a:pt x="3088" y="2220"/>
                    <a:pt x="3177" y="2200"/>
                  </a:cubicBezTo>
                  <a:cubicBezTo>
                    <a:pt x="3322" y="2166"/>
                    <a:pt x="3481" y="2146"/>
                    <a:pt x="3650" y="2146"/>
                  </a:cubicBezTo>
                  <a:cubicBezTo>
                    <a:pt x="3817" y="2146"/>
                    <a:pt x="3977" y="2166"/>
                    <a:pt x="4121" y="2200"/>
                  </a:cubicBezTo>
                  <a:cubicBezTo>
                    <a:pt x="4393" y="2254"/>
                    <a:pt x="4661" y="2362"/>
                    <a:pt x="4923" y="2528"/>
                  </a:cubicBezTo>
                  <a:cubicBezTo>
                    <a:pt x="5301" y="2767"/>
                    <a:pt x="5679" y="3102"/>
                    <a:pt x="5948" y="3451"/>
                  </a:cubicBezTo>
                  <a:cubicBezTo>
                    <a:pt x="5969" y="3480"/>
                    <a:pt x="5969" y="3480"/>
                    <a:pt x="5969" y="3480"/>
                  </a:cubicBezTo>
                  <a:cubicBezTo>
                    <a:pt x="5874" y="3480"/>
                    <a:pt x="5874" y="3480"/>
                    <a:pt x="5874" y="3480"/>
                  </a:cubicBezTo>
                  <a:cubicBezTo>
                    <a:pt x="5802" y="3480"/>
                    <a:pt x="5802" y="3480"/>
                    <a:pt x="5802" y="3480"/>
                  </a:cubicBezTo>
                  <a:cubicBezTo>
                    <a:pt x="3617" y="3480"/>
                    <a:pt x="3617" y="3480"/>
                    <a:pt x="3617" y="3480"/>
                  </a:cubicBezTo>
                  <a:cubicBezTo>
                    <a:pt x="3611" y="3480"/>
                    <a:pt x="3607" y="3481"/>
                    <a:pt x="3602" y="3481"/>
                  </a:cubicBezTo>
                  <a:cubicBezTo>
                    <a:pt x="3450" y="3481"/>
                    <a:pt x="3450" y="3481"/>
                    <a:pt x="3450" y="3481"/>
                  </a:cubicBezTo>
                  <a:cubicBezTo>
                    <a:pt x="3298" y="3481"/>
                    <a:pt x="3223" y="3546"/>
                    <a:pt x="3223" y="3678"/>
                  </a:cubicBezTo>
                  <a:cubicBezTo>
                    <a:pt x="3223" y="3938"/>
                    <a:pt x="3262" y="4107"/>
                    <a:pt x="3365" y="4319"/>
                  </a:cubicBezTo>
                  <a:cubicBezTo>
                    <a:pt x="3467" y="4531"/>
                    <a:pt x="3953" y="5272"/>
                    <a:pt x="4944" y="5272"/>
                  </a:cubicBezTo>
                  <a:cubicBezTo>
                    <a:pt x="5092" y="5272"/>
                    <a:pt x="5092" y="5272"/>
                    <a:pt x="5092" y="5272"/>
                  </a:cubicBezTo>
                  <a:cubicBezTo>
                    <a:pt x="5099" y="5272"/>
                    <a:pt x="5106" y="5272"/>
                    <a:pt x="5114" y="5272"/>
                  </a:cubicBezTo>
                  <a:cubicBezTo>
                    <a:pt x="7290" y="5272"/>
                    <a:pt x="7290" y="5272"/>
                    <a:pt x="7290" y="5272"/>
                  </a:cubicBezTo>
                  <a:cubicBezTo>
                    <a:pt x="7700" y="5272"/>
                    <a:pt x="7984" y="5164"/>
                    <a:pt x="8140" y="4945"/>
                  </a:cubicBezTo>
                  <a:cubicBezTo>
                    <a:pt x="8297" y="4727"/>
                    <a:pt x="8342" y="4540"/>
                    <a:pt x="8342" y="4245"/>
                  </a:cubicBezTo>
                  <a:cubicBezTo>
                    <a:pt x="8342" y="3766"/>
                    <a:pt x="8215" y="3296"/>
                    <a:pt x="7961" y="2790"/>
                  </a:cubicBezTo>
                  <a:cubicBezTo>
                    <a:pt x="7708" y="2282"/>
                    <a:pt x="7364" y="1822"/>
                    <a:pt x="6933" y="1407"/>
                  </a:cubicBezTo>
                  <a:cubicBezTo>
                    <a:pt x="6501" y="993"/>
                    <a:pt x="5999" y="655"/>
                    <a:pt x="5426" y="394"/>
                  </a:cubicBezTo>
                  <a:cubicBezTo>
                    <a:pt x="4854" y="132"/>
                    <a:pt x="4255" y="0"/>
                    <a:pt x="3629" y="0"/>
                  </a:cubicBezTo>
                  <a:cubicBezTo>
                    <a:pt x="195" y="0"/>
                    <a:pt x="195" y="0"/>
                    <a:pt x="195" y="0"/>
                  </a:cubicBezTo>
                  <a:cubicBezTo>
                    <a:pt x="65" y="0"/>
                    <a:pt x="0" y="77"/>
                    <a:pt x="0" y="230"/>
                  </a:cubicBezTo>
                  <a:cubicBezTo>
                    <a:pt x="0" y="3616"/>
                    <a:pt x="0" y="3616"/>
                    <a:pt x="0" y="3616"/>
                  </a:cubicBezTo>
                  <a:cubicBezTo>
                    <a:pt x="0" y="4259"/>
                    <a:pt x="124" y="4867"/>
                    <a:pt x="373" y="5439"/>
                  </a:cubicBezTo>
                  <a:cubicBezTo>
                    <a:pt x="621" y="6012"/>
                    <a:pt x="959" y="6513"/>
                    <a:pt x="1385" y="6944"/>
                  </a:cubicBezTo>
                  <a:cubicBezTo>
                    <a:pt x="1812" y="7375"/>
                    <a:pt x="2308" y="7715"/>
                    <a:pt x="2875" y="7966"/>
                  </a:cubicBezTo>
                  <a:cubicBezTo>
                    <a:pt x="3443" y="8217"/>
                    <a:pt x="4050" y="8342"/>
                    <a:pt x="4698" y="8342"/>
                  </a:cubicBezTo>
                  <a:cubicBezTo>
                    <a:pt x="8115" y="8342"/>
                    <a:pt x="8115" y="8342"/>
                    <a:pt x="8115" y="8342"/>
                  </a:cubicBezTo>
                  <a:cubicBezTo>
                    <a:pt x="8266" y="8342"/>
                    <a:pt x="8342" y="8276"/>
                    <a:pt x="8342" y="8146"/>
                  </a:cubicBezTo>
                  <a:moveTo>
                    <a:pt x="18183" y="8116"/>
                  </a:moveTo>
                  <a:cubicBezTo>
                    <a:pt x="18183" y="8095"/>
                    <a:pt x="18183" y="8095"/>
                    <a:pt x="18183" y="8095"/>
                  </a:cubicBezTo>
                  <a:cubicBezTo>
                    <a:pt x="18183" y="7537"/>
                    <a:pt x="18183" y="7537"/>
                    <a:pt x="18183" y="7537"/>
                  </a:cubicBezTo>
                  <a:cubicBezTo>
                    <a:pt x="18183" y="7446"/>
                    <a:pt x="18114" y="7355"/>
                    <a:pt x="18053" y="7331"/>
                  </a:cubicBezTo>
                  <a:cubicBezTo>
                    <a:pt x="18051" y="7330"/>
                    <a:pt x="17612" y="7209"/>
                    <a:pt x="16745" y="6522"/>
                  </a:cubicBezTo>
                  <a:cubicBezTo>
                    <a:pt x="16295" y="6166"/>
                    <a:pt x="15962" y="5905"/>
                    <a:pt x="15820" y="5792"/>
                  </a:cubicBezTo>
                  <a:cubicBezTo>
                    <a:pt x="15980" y="5689"/>
                    <a:pt x="16507" y="5479"/>
                    <a:pt x="16985" y="4932"/>
                  </a:cubicBezTo>
                  <a:cubicBezTo>
                    <a:pt x="17281" y="4592"/>
                    <a:pt x="17442" y="4166"/>
                    <a:pt x="17442" y="3632"/>
                  </a:cubicBezTo>
                  <a:cubicBezTo>
                    <a:pt x="17442" y="3130"/>
                    <a:pt x="17297" y="2658"/>
                    <a:pt x="17009" y="2216"/>
                  </a:cubicBezTo>
                  <a:cubicBezTo>
                    <a:pt x="16720" y="1775"/>
                    <a:pt x="16345" y="1390"/>
                    <a:pt x="15885" y="1063"/>
                  </a:cubicBezTo>
                  <a:cubicBezTo>
                    <a:pt x="15426" y="736"/>
                    <a:pt x="14909" y="478"/>
                    <a:pt x="14338" y="287"/>
                  </a:cubicBezTo>
                  <a:cubicBezTo>
                    <a:pt x="13765" y="96"/>
                    <a:pt x="13201" y="0"/>
                    <a:pt x="12645" y="0"/>
                  </a:cubicBezTo>
                  <a:cubicBezTo>
                    <a:pt x="9292" y="0"/>
                    <a:pt x="9292" y="0"/>
                    <a:pt x="9292" y="0"/>
                  </a:cubicBezTo>
                  <a:cubicBezTo>
                    <a:pt x="9164" y="0"/>
                    <a:pt x="9100" y="77"/>
                    <a:pt x="9100" y="229"/>
                  </a:cubicBezTo>
                  <a:cubicBezTo>
                    <a:pt x="9100" y="5836"/>
                    <a:pt x="9100" y="5836"/>
                    <a:pt x="9100" y="5836"/>
                  </a:cubicBezTo>
                  <a:cubicBezTo>
                    <a:pt x="9100" y="7089"/>
                    <a:pt x="9100" y="7089"/>
                    <a:pt x="9100" y="7089"/>
                  </a:cubicBezTo>
                  <a:cubicBezTo>
                    <a:pt x="9100" y="7522"/>
                    <a:pt x="9100" y="7522"/>
                    <a:pt x="9100" y="7522"/>
                  </a:cubicBezTo>
                  <a:cubicBezTo>
                    <a:pt x="9100" y="8082"/>
                    <a:pt x="9100" y="8082"/>
                    <a:pt x="9100" y="8082"/>
                  </a:cubicBezTo>
                  <a:cubicBezTo>
                    <a:pt x="9100" y="8162"/>
                    <a:pt x="9100" y="8247"/>
                    <a:pt x="9179" y="8290"/>
                  </a:cubicBezTo>
                  <a:cubicBezTo>
                    <a:pt x="9285" y="8345"/>
                    <a:pt x="9529" y="8342"/>
                    <a:pt x="9662" y="8342"/>
                  </a:cubicBezTo>
                  <a:cubicBezTo>
                    <a:pt x="9853" y="8342"/>
                    <a:pt x="10047" y="8331"/>
                    <a:pt x="10232" y="8273"/>
                  </a:cubicBezTo>
                  <a:cubicBezTo>
                    <a:pt x="10520" y="8179"/>
                    <a:pt x="10766" y="7980"/>
                    <a:pt x="10948" y="7737"/>
                  </a:cubicBezTo>
                  <a:cubicBezTo>
                    <a:pt x="11267" y="7317"/>
                    <a:pt x="11346" y="6841"/>
                    <a:pt x="11346" y="6328"/>
                  </a:cubicBezTo>
                  <a:cubicBezTo>
                    <a:pt x="11346" y="6280"/>
                    <a:pt x="11345" y="6190"/>
                    <a:pt x="11344" y="6101"/>
                  </a:cubicBezTo>
                  <a:cubicBezTo>
                    <a:pt x="11344" y="6098"/>
                    <a:pt x="11346" y="6097"/>
                    <a:pt x="11346" y="6095"/>
                  </a:cubicBezTo>
                  <a:cubicBezTo>
                    <a:pt x="11346" y="2909"/>
                    <a:pt x="11346" y="2909"/>
                    <a:pt x="11346" y="2909"/>
                  </a:cubicBezTo>
                  <a:cubicBezTo>
                    <a:pt x="11346" y="2825"/>
                    <a:pt x="11358" y="2748"/>
                    <a:pt x="11379" y="2676"/>
                  </a:cubicBezTo>
                  <a:cubicBezTo>
                    <a:pt x="11380" y="2669"/>
                    <a:pt x="11383" y="2662"/>
                    <a:pt x="11385" y="2655"/>
                  </a:cubicBezTo>
                  <a:cubicBezTo>
                    <a:pt x="11390" y="2637"/>
                    <a:pt x="11397" y="2619"/>
                    <a:pt x="11404" y="2602"/>
                  </a:cubicBezTo>
                  <a:cubicBezTo>
                    <a:pt x="11413" y="2578"/>
                    <a:pt x="11424" y="2556"/>
                    <a:pt x="11436" y="2533"/>
                  </a:cubicBezTo>
                  <a:cubicBezTo>
                    <a:pt x="11436" y="2533"/>
                    <a:pt x="11436" y="2532"/>
                    <a:pt x="11436" y="2532"/>
                  </a:cubicBezTo>
                  <a:cubicBezTo>
                    <a:pt x="11693" y="2061"/>
                    <a:pt x="12570" y="1876"/>
                    <a:pt x="13515" y="2115"/>
                  </a:cubicBezTo>
                  <a:cubicBezTo>
                    <a:pt x="14775" y="2433"/>
                    <a:pt x="15147" y="3302"/>
                    <a:pt x="15015" y="3676"/>
                  </a:cubicBezTo>
                  <a:cubicBezTo>
                    <a:pt x="14871" y="4080"/>
                    <a:pt x="14417" y="4334"/>
                    <a:pt x="13848" y="4334"/>
                  </a:cubicBezTo>
                  <a:cubicBezTo>
                    <a:pt x="13577" y="4334"/>
                    <a:pt x="13299" y="4285"/>
                    <a:pt x="13012" y="4194"/>
                  </a:cubicBezTo>
                  <a:cubicBezTo>
                    <a:pt x="13003" y="4192"/>
                    <a:pt x="12993" y="4190"/>
                    <a:pt x="12983" y="4188"/>
                  </a:cubicBezTo>
                  <a:cubicBezTo>
                    <a:pt x="12820" y="4146"/>
                    <a:pt x="12666" y="4093"/>
                    <a:pt x="12520" y="4032"/>
                  </a:cubicBezTo>
                  <a:cubicBezTo>
                    <a:pt x="12472" y="4018"/>
                    <a:pt x="12427" y="4009"/>
                    <a:pt x="12389" y="4009"/>
                  </a:cubicBezTo>
                  <a:cubicBezTo>
                    <a:pt x="12292" y="4009"/>
                    <a:pt x="12245" y="4085"/>
                    <a:pt x="12245" y="4238"/>
                  </a:cubicBezTo>
                  <a:cubicBezTo>
                    <a:pt x="12245" y="4740"/>
                    <a:pt x="12245" y="4740"/>
                    <a:pt x="12245" y="4740"/>
                  </a:cubicBezTo>
                  <a:cubicBezTo>
                    <a:pt x="12245" y="5128"/>
                    <a:pt x="12245" y="5128"/>
                    <a:pt x="12245" y="5128"/>
                  </a:cubicBezTo>
                  <a:cubicBezTo>
                    <a:pt x="12244" y="5128"/>
                    <a:pt x="12244" y="5128"/>
                    <a:pt x="12244" y="5128"/>
                  </a:cubicBezTo>
                  <a:cubicBezTo>
                    <a:pt x="12244" y="5129"/>
                    <a:pt x="12245" y="5130"/>
                    <a:pt x="12245" y="5131"/>
                  </a:cubicBezTo>
                  <a:cubicBezTo>
                    <a:pt x="12245" y="5439"/>
                    <a:pt x="12367" y="5711"/>
                    <a:pt x="12552" y="5875"/>
                  </a:cubicBezTo>
                  <a:cubicBezTo>
                    <a:pt x="12560" y="5882"/>
                    <a:pt x="15206" y="7967"/>
                    <a:pt x="15206" y="7967"/>
                  </a:cubicBezTo>
                  <a:cubicBezTo>
                    <a:pt x="15308" y="8048"/>
                    <a:pt x="15308" y="8048"/>
                    <a:pt x="15308" y="8048"/>
                  </a:cubicBezTo>
                  <a:cubicBezTo>
                    <a:pt x="15575" y="8244"/>
                    <a:pt x="15864" y="8342"/>
                    <a:pt x="16174" y="8342"/>
                  </a:cubicBezTo>
                  <a:cubicBezTo>
                    <a:pt x="17991" y="8345"/>
                    <a:pt x="17991" y="8345"/>
                    <a:pt x="17991" y="8345"/>
                  </a:cubicBezTo>
                  <a:cubicBezTo>
                    <a:pt x="18120" y="8345"/>
                    <a:pt x="18183" y="8269"/>
                    <a:pt x="18183" y="8116"/>
                  </a:cubicBezTo>
                  <a:moveTo>
                    <a:pt x="26216" y="6446"/>
                  </a:moveTo>
                  <a:cubicBezTo>
                    <a:pt x="26399" y="6028"/>
                    <a:pt x="26507" y="5575"/>
                    <a:pt x="26540" y="5085"/>
                  </a:cubicBezTo>
                  <a:cubicBezTo>
                    <a:pt x="26551" y="4934"/>
                    <a:pt x="26491" y="4857"/>
                    <a:pt x="26362" y="4857"/>
                  </a:cubicBezTo>
                  <a:cubicBezTo>
                    <a:pt x="25098" y="4857"/>
                    <a:pt x="25098" y="4857"/>
                    <a:pt x="25098" y="4857"/>
                  </a:cubicBezTo>
                  <a:cubicBezTo>
                    <a:pt x="24634" y="4857"/>
                    <a:pt x="24332" y="5058"/>
                    <a:pt x="24192" y="5460"/>
                  </a:cubicBezTo>
                  <a:cubicBezTo>
                    <a:pt x="24106" y="5721"/>
                    <a:pt x="23962" y="5930"/>
                    <a:pt x="23763" y="6088"/>
                  </a:cubicBezTo>
                  <a:cubicBezTo>
                    <a:pt x="23562" y="6245"/>
                    <a:pt x="23307" y="6324"/>
                    <a:pt x="22994" y="6324"/>
                  </a:cubicBezTo>
                  <a:cubicBezTo>
                    <a:pt x="22702" y="6324"/>
                    <a:pt x="22405" y="6240"/>
                    <a:pt x="22103" y="6071"/>
                  </a:cubicBezTo>
                  <a:cubicBezTo>
                    <a:pt x="21800" y="5903"/>
                    <a:pt x="21528" y="5686"/>
                    <a:pt x="21285" y="5419"/>
                  </a:cubicBezTo>
                  <a:cubicBezTo>
                    <a:pt x="21042" y="5153"/>
                    <a:pt x="20845" y="4854"/>
                    <a:pt x="20694" y="4523"/>
                  </a:cubicBezTo>
                  <a:cubicBezTo>
                    <a:pt x="20543" y="4191"/>
                    <a:pt x="20467" y="3863"/>
                    <a:pt x="20467" y="3537"/>
                  </a:cubicBezTo>
                  <a:cubicBezTo>
                    <a:pt x="20467" y="3124"/>
                    <a:pt x="20591" y="2790"/>
                    <a:pt x="20839" y="2535"/>
                  </a:cubicBezTo>
                  <a:cubicBezTo>
                    <a:pt x="21088" y="2280"/>
                    <a:pt x="21401" y="2152"/>
                    <a:pt x="21779" y="2152"/>
                  </a:cubicBezTo>
                  <a:cubicBezTo>
                    <a:pt x="22210" y="2152"/>
                    <a:pt x="22637" y="2310"/>
                    <a:pt x="23058" y="2625"/>
                  </a:cubicBezTo>
                  <a:cubicBezTo>
                    <a:pt x="23231" y="2755"/>
                    <a:pt x="23414" y="2820"/>
                    <a:pt x="23609" y="2820"/>
                  </a:cubicBezTo>
                  <a:cubicBezTo>
                    <a:pt x="23803" y="2820"/>
                    <a:pt x="24008" y="2712"/>
                    <a:pt x="24224" y="2494"/>
                  </a:cubicBezTo>
                  <a:cubicBezTo>
                    <a:pt x="25083" y="1646"/>
                    <a:pt x="25083" y="1646"/>
                    <a:pt x="25083" y="1646"/>
                  </a:cubicBezTo>
                  <a:cubicBezTo>
                    <a:pt x="25136" y="1593"/>
                    <a:pt x="25155" y="1544"/>
                    <a:pt x="25139" y="1500"/>
                  </a:cubicBezTo>
                  <a:cubicBezTo>
                    <a:pt x="25123" y="1457"/>
                    <a:pt x="25088" y="1407"/>
                    <a:pt x="25034" y="1353"/>
                  </a:cubicBezTo>
                  <a:cubicBezTo>
                    <a:pt x="24570" y="929"/>
                    <a:pt x="24063" y="598"/>
                    <a:pt x="23512" y="359"/>
                  </a:cubicBezTo>
                  <a:cubicBezTo>
                    <a:pt x="22961" y="121"/>
                    <a:pt x="22383" y="0"/>
                    <a:pt x="21779" y="0"/>
                  </a:cubicBezTo>
                  <a:cubicBezTo>
                    <a:pt x="18394" y="0"/>
                    <a:pt x="18394" y="0"/>
                    <a:pt x="18394" y="0"/>
                  </a:cubicBezTo>
                  <a:cubicBezTo>
                    <a:pt x="18265" y="0"/>
                    <a:pt x="18200" y="77"/>
                    <a:pt x="18200" y="229"/>
                  </a:cubicBezTo>
                  <a:cubicBezTo>
                    <a:pt x="18200" y="3602"/>
                    <a:pt x="18200" y="3602"/>
                    <a:pt x="18200" y="3602"/>
                  </a:cubicBezTo>
                  <a:cubicBezTo>
                    <a:pt x="18200" y="4254"/>
                    <a:pt x="18332" y="4874"/>
                    <a:pt x="18597" y="5460"/>
                  </a:cubicBezTo>
                  <a:cubicBezTo>
                    <a:pt x="18861" y="6047"/>
                    <a:pt x="19217" y="6563"/>
                    <a:pt x="19665" y="7009"/>
                  </a:cubicBezTo>
                  <a:cubicBezTo>
                    <a:pt x="20114" y="7454"/>
                    <a:pt x="20626" y="7810"/>
                    <a:pt x="21204" y="8076"/>
                  </a:cubicBezTo>
                  <a:cubicBezTo>
                    <a:pt x="21781" y="8342"/>
                    <a:pt x="22378" y="8475"/>
                    <a:pt x="22994" y="8475"/>
                  </a:cubicBezTo>
                  <a:cubicBezTo>
                    <a:pt x="23490" y="8475"/>
                    <a:pt x="23949" y="8391"/>
                    <a:pt x="24370" y="8222"/>
                  </a:cubicBezTo>
                  <a:cubicBezTo>
                    <a:pt x="24791" y="8054"/>
                    <a:pt x="25158" y="7821"/>
                    <a:pt x="25471" y="7522"/>
                  </a:cubicBezTo>
                  <a:cubicBezTo>
                    <a:pt x="25784" y="7223"/>
                    <a:pt x="26033" y="6865"/>
                    <a:pt x="26216" y="6446"/>
                  </a:cubicBezTo>
                  <a:moveTo>
                    <a:pt x="35641" y="8152"/>
                  </a:moveTo>
                  <a:cubicBezTo>
                    <a:pt x="35641" y="7292"/>
                    <a:pt x="35641" y="7292"/>
                    <a:pt x="35641" y="7292"/>
                  </a:cubicBezTo>
                  <a:cubicBezTo>
                    <a:pt x="35641" y="7292"/>
                    <a:pt x="35641" y="7292"/>
                    <a:pt x="35641" y="7292"/>
                  </a:cubicBezTo>
                  <a:cubicBezTo>
                    <a:pt x="35640" y="6697"/>
                    <a:pt x="35288" y="6134"/>
                    <a:pt x="34704" y="5892"/>
                  </a:cubicBezTo>
                  <a:cubicBezTo>
                    <a:pt x="34198" y="5682"/>
                    <a:pt x="34198" y="5682"/>
                    <a:pt x="34198" y="5682"/>
                  </a:cubicBezTo>
                  <a:cubicBezTo>
                    <a:pt x="33773" y="5525"/>
                    <a:pt x="33307" y="5214"/>
                    <a:pt x="33069" y="4988"/>
                  </a:cubicBezTo>
                  <a:cubicBezTo>
                    <a:pt x="33069" y="4988"/>
                    <a:pt x="32601" y="4430"/>
                    <a:pt x="33145" y="3887"/>
                  </a:cubicBezTo>
                  <a:cubicBezTo>
                    <a:pt x="34209" y="2817"/>
                    <a:pt x="34209" y="2817"/>
                    <a:pt x="34209" y="2817"/>
                  </a:cubicBezTo>
                  <a:cubicBezTo>
                    <a:pt x="35220" y="1805"/>
                    <a:pt x="35220" y="1805"/>
                    <a:pt x="35220" y="1805"/>
                  </a:cubicBezTo>
                  <a:cubicBezTo>
                    <a:pt x="35493" y="1519"/>
                    <a:pt x="35631" y="1153"/>
                    <a:pt x="35637" y="784"/>
                  </a:cubicBezTo>
                  <a:cubicBezTo>
                    <a:pt x="35638" y="759"/>
                    <a:pt x="35638" y="759"/>
                    <a:pt x="35638" y="759"/>
                  </a:cubicBezTo>
                  <a:cubicBezTo>
                    <a:pt x="35639" y="759"/>
                    <a:pt x="35639" y="759"/>
                    <a:pt x="35639" y="759"/>
                  </a:cubicBezTo>
                  <a:cubicBezTo>
                    <a:pt x="35639" y="757"/>
                    <a:pt x="35639" y="755"/>
                    <a:pt x="35639" y="753"/>
                  </a:cubicBezTo>
                  <a:cubicBezTo>
                    <a:pt x="35633" y="524"/>
                    <a:pt x="35566" y="342"/>
                    <a:pt x="35435" y="209"/>
                  </a:cubicBezTo>
                  <a:cubicBezTo>
                    <a:pt x="35302" y="75"/>
                    <a:pt x="35120" y="7"/>
                    <a:pt x="34889" y="2"/>
                  </a:cubicBezTo>
                  <a:cubicBezTo>
                    <a:pt x="34881" y="2"/>
                    <a:pt x="34873" y="0"/>
                    <a:pt x="34865" y="0"/>
                  </a:cubicBezTo>
                  <a:cubicBezTo>
                    <a:pt x="34562" y="0"/>
                    <a:pt x="34562" y="0"/>
                    <a:pt x="34562" y="0"/>
                  </a:cubicBezTo>
                  <a:cubicBezTo>
                    <a:pt x="34016" y="13"/>
                    <a:pt x="33541" y="250"/>
                    <a:pt x="33196" y="592"/>
                  </a:cubicBezTo>
                  <a:cubicBezTo>
                    <a:pt x="33182" y="606"/>
                    <a:pt x="31828" y="1964"/>
                    <a:pt x="31470" y="2323"/>
                  </a:cubicBezTo>
                  <a:cubicBezTo>
                    <a:pt x="31488" y="2321"/>
                    <a:pt x="31488" y="2321"/>
                    <a:pt x="31488" y="2321"/>
                  </a:cubicBezTo>
                  <a:cubicBezTo>
                    <a:pt x="29574" y="4234"/>
                    <a:pt x="29574" y="4234"/>
                    <a:pt x="29574" y="4234"/>
                  </a:cubicBezTo>
                  <a:cubicBezTo>
                    <a:pt x="29574" y="4234"/>
                    <a:pt x="29572" y="1232"/>
                    <a:pt x="29572" y="1229"/>
                  </a:cubicBezTo>
                  <a:cubicBezTo>
                    <a:pt x="29572" y="550"/>
                    <a:pt x="29022" y="0"/>
                    <a:pt x="28344" y="0"/>
                  </a:cubicBezTo>
                  <a:cubicBezTo>
                    <a:pt x="28344" y="0"/>
                    <a:pt x="27833" y="1"/>
                    <a:pt x="27813" y="1"/>
                  </a:cubicBezTo>
                  <a:cubicBezTo>
                    <a:pt x="27675" y="1"/>
                    <a:pt x="27474" y="4"/>
                    <a:pt x="27379" y="53"/>
                  </a:cubicBezTo>
                  <a:cubicBezTo>
                    <a:pt x="27299" y="96"/>
                    <a:pt x="27300" y="181"/>
                    <a:pt x="27300" y="261"/>
                  </a:cubicBezTo>
                  <a:cubicBezTo>
                    <a:pt x="27300" y="8152"/>
                    <a:pt x="27300" y="8152"/>
                    <a:pt x="27300" y="8152"/>
                  </a:cubicBezTo>
                  <a:cubicBezTo>
                    <a:pt x="27300" y="8257"/>
                    <a:pt x="27384" y="8342"/>
                    <a:pt x="27489" y="8342"/>
                  </a:cubicBezTo>
                  <a:cubicBezTo>
                    <a:pt x="27491" y="8341"/>
                    <a:pt x="27491" y="8341"/>
                    <a:pt x="27491" y="8341"/>
                  </a:cubicBezTo>
                  <a:cubicBezTo>
                    <a:pt x="27489" y="8345"/>
                    <a:pt x="27489" y="8345"/>
                    <a:pt x="27489" y="8345"/>
                  </a:cubicBezTo>
                  <a:cubicBezTo>
                    <a:pt x="27910" y="8345"/>
                    <a:pt x="27910" y="8345"/>
                    <a:pt x="27910" y="8345"/>
                  </a:cubicBezTo>
                  <a:cubicBezTo>
                    <a:pt x="28456" y="8332"/>
                    <a:pt x="28931" y="8095"/>
                    <a:pt x="29275" y="7752"/>
                  </a:cubicBezTo>
                  <a:cubicBezTo>
                    <a:pt x="29281" y="7747"/>
                    <a:pt x="29518" y="7510"/>
                    <a:pt x="29817" y="7209"/>
                  </a:cubicBezTo>
                  <a:cubicBezTo>
                    <a:pt x="30023" y="7004"/>
                    <a:pt x="30306" y="6876"/>
                    <a:pt x="30620" y="6875"/>
                  </a:cubicBezTo>
                  <a:cubicBezTo>
                    <a:pt x="30621" y="6875"/>
                    <a:pt x="30621" y="6875"/>
                    <a:pt x="30621" y="6875"/>
                  </a:cubicBezTo>
                  <a:cubicBezTo>
                    <a:pt x="30621" y="6875"/>
                    <a:pt x="30621" y="6875"/>
                    <a:pt x="30621" y="6875"/>
                  </a:cubicBezTo>
                  <a:cubicBezTo>
                    <a:pt x="31018" y="6876"/>
                    <a:pt x="31395" y="6966"/>
                    <a:pt x="31733" y="7123"/>
                  </a:cubicBezTo>
                  <a:cubicBezTo>
                    <a:pt x="34067" y="8091"/>
                    <a:pt x="34067" y="8091"/>
                    <a:pt x="34067" y="8091"/>
                  </a:cubicBezTo>
                  <a:cubicBezTo>
                    <a:pt x="34067" y="8091"/>
                    <a:pt x="34633" y="8345"/>
                    <a:pt x="35108" y="8345"/>
                  </a:cubicBezTo>
                  <a:cubicBezTo>
                    <a:pt x="35451" y="8345"/>
                    <a:pt x="35451" y="8345"/>
                    <a:pt x="35451" y="8345"/>
                  </a:cubicBezTo>
                  <a:cubicBezTo>
                    <a:pt x="35450" y="8341"/>
                    <a:pt x="35450" y="8341"/>
                    <a:pt x="35450" y="8341"/>
                  </a:cubicBezTo>
                  <a:cubicBezTo>
                    <a:pt x="35451" y="8342"/>
                    <a:pt x="35451" y="8342"/>
                    <a:pt x="35451" y="8342"/>
                  </a:cubicBezTo>
                  <a:cubicBezTo>
                    <a:pt x="35556" y="8342"/>
                    <a:pt x="35641" y="8257"/>
                    <a:pt x="35641" y="815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1" name="Freeform 5">
              <a:extLst>
                <a:ext uri="{FF2B5EF4-FFF2-40B4-BE49-F238E27FC236}">
                  <a16:creationId xmlns:a16="http://schemas.microsoft.com/office/drawing/2014/main" id="{DF9D1B15-F134-4104-8ECB-4E219F8201E7}"/>
                </a:ext>
              </a:extLst>
            </p:cNvPr>
            <p:cNvSpPr>
              <a:spLocks/>
            </p:cNvSpPr>
            <p:nvPr userDrawn="1"/>
          </p:nvSpPr>
          <p:spPr bwMode="gray">
            <a:xfrm>
              <a:off x="396364" y="7173594"/>
              <a:ext cx="606328" cy="290506"/>
            </a:xfrm>
            <a:custGeom>
              <a:avLst/>
              <a:gdLst>
                <a:gd name="T0" fmla="*/ 17439 w 17439"/>
                <a:gd name="T1" fmla="*/ 1228 h 8353"/>
                <a:gd name="T2" fmla="*/ 16211 w 17439"/>
                <a:gd name="T3" fmla="*/ 0 h 8353"/>
                <a:gd name="T4" fmla="*/ 14912 w 17439"/>
                <a:gd name="T5" fmla="*/ 0 h 8353"/>
                <a:gd name="T6" fmla="*/ 14911 w 17439"/>
                <a:gd name="T7" fmla="*/ 0 h 8353"/>
                <a:gd name="T8" fmla="*/ 14911 w 17439"/>
                <a:gd name="T9" fmla="*/ 0 h 8353"/>
                <a:gd name="T10" fmla="*/ 14910 w 17439"/>
                <a:gd name="T11" fmla="*/ 0 h 8353"/>
                <a:gd name="T12" fmla="*/ 14742 w 17439"/>
                <a:gd name="T13" fmla="*/ 67 h 8353"/>
                <a:gd name="T14" fmla="*/ 14742 w 17439"/>
                <a:gd name="T15" fmla="*/ 65 h 8353"/>
                <a:gd name="T16" fmla="*/ 12136 w 17439"/>
                <a:gd name="T17" fmla="*/ 2515 h 8353"/>
                <a:gd name="T18" fmla="*/ 12135 w 17439"/>
                <a:gd name="T19" fmla="*/ 2515 h 8353"/>
                <a:gd name="T20" fmla="*/ 8719 w 17439"/>
                <a:gd name="T21" fmla="*/ 3825 h 8353"/>
                <a:gd name="T22" fmla="*/ 5193 w 17439"/>
                <a:gd name="T23" fmla="*/ 2409 h 8353"/>
                <a:gd name="T24" fmla="*/ 3259 w 17439"/>
                <a:gd name="T25" fmla="*/ 592 h 8353"/>
                <a:gd name="T26" fmla="*/ 1802 w 17439"/>
                <a:gd name="T27" fmla="*/ 0 h 8353"/>
                <a:gd name="T28" fmla="*/ 246 w 17439"/>
                <a:gd name="T29" fmla="*/ 0 h 8353"/>
                <a:gd name="T30" fmla="*/ 0 w 17439"/>
                <a:gd name="T31" fmla="*/ 245 h 8353"/>
                <a:gd name="T32" fmla="*/ 0 w 17439"/>
                <a:gd name="T33" fmla="*/ 7122 h 8353"/>
                <a:gd name="T34" fmla="*/ 1228 w 17439"/>
                <a:gd name="T35" fmla="*/ 8350 h 8353"/>
                <a:gd name="T36" fmla="*/ 1703 w 17439"/>
                <a:gd name="T37" fmla="*/ 8349 h 8353"/>
                <a:gd name="T38" fmla="*/ 2192 w 17439"/>
                <a:gd name="T39" fmla="*/ 8298 h 8353"/>
                <a:gd name="T40" fmla="*/ 2272 w 17439"/>
                <a:gd name="T41" fmla="*/ 8090 h 8353"/>
                <a:gd name="T42" fmla="*/ 2272 w 17439"/>
                <a:gd name="T43" fmla="*/ 5656 h 8353"/>
                <a:gd name="T44" fmla="*/ 3423 w 17439"/>
                <a:gd name="T45" fmla="*/ 4490 h 8353"/>
                <a:gd name="T46" fmla="*/ 6193 w 17439"/>
                <a:gd name="T47" fmla="*/ 6163 h 8353"/>
                <a:gd name="T48" fmla="*/ 8719 w 17439"/>
                <a:gd name="T49" fmla="*/ 7775 h 8353"/>
                <a:gd name="T50" fmla="*/ 11245 w 17439"/>
                <a:gd name="T51" fmla="*/ 6163 h 8353"/>
                <a:gd name="T52" fmla="*/ 14015 w 17439"/>
                <a:gd name="T53" fmla="*/ 4490 h 8353"/>
                <a:gd name="T54" fmla="*/ 15167 w 17439"/>
                <a:gd name="T55" fmla="*/ 5646 h 8353"/>
                <a:gd name="T56" fmla="*/ 15167 w 17439"/>
                <a:gd name="T57" fmla="*/ 5647 h 8353"/>
                <a:gd name="T58" fmla="*/ 15167 w 17439"/>
                <a:gd name="T59" fmla="*/ 7122 h 8353"/>
                <a:gd name="T60" fmla="*/ 16395 w 17439"/>
                <a:gd name="T61" fmla="*/ 8350 h 8353"/>
                <a:gd name="T62" fmla="*/ 16925 w 17439"/>
                <a:gd name="T63" fmla="*/ 8349 h 8353"/>
                <a:gd name="T64" fmla="*/ 17359 w 17439"/>
                <a:gd name="T65" fmla="*/ 8298 h 8353"/>
                <a:gd name="T66" fmla="*/ 17439 w 17439"/>
                <a:gd name="T67" fmla="*/ 8090 h 8353"/>
                <a:gd name="T68" fmla="*/ 17439 w 17439"/>
                <a:gd name="T69" fmla="*/ 1228 h 8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439" h="8353">
                  <a:moveTo>
                    <a:pt x="17439" y="1228"/>
                  </a:moveTo>
                  <a:cubicBezTo>
                    <a:pt x="17439" y="549"/>
                    <a:pt x="16889" y="0"/>
                    <a:pt x="16211" y="0"/>
                  </a:cubicBezTo>
                  <a:cubicBezTo>
                    <a:pt x="14912" y="0"/>
                    <a:pt x="14912" y="0"/>
                    <a:pt x="14912" y="0"/>
                  </a:cubicBezTo>
                  <a:cubicBezTo>
                    <a:pt x="14911" y="0"/>
                    <a:pt x="14911" y="0"/>
                    <a:pt x="14911" y="0"/>
                  </a:cubicBezTo>
                  <a:cubicBezTo>
                    <a:pt x="14911" y="0"/>
                    <a:pt x="14911" y="0"/>
                    <a:pt x="14911" y="0"/>
                  </a:cubicBezTo>
                  <a:cubicBezTo>
                    <a:pt x="14910" y="0"/>
                    <a:pt x="14910" y="0"/>
                    <a:pt x="14910" y="0"/>
                  </a:cubicBezTo>
                  <a:cubicBezTo>
                    <a:pt x="14845" y="0"/>
                    <a:pt x="14786" y="25"/>
                    <a:pt x="14742" y="67"/>
                  </a:cubicBezTo>
                  <a:cubicBezTo>
                    <a:pt x="14742" y="65"/>
                    <a:pt x="14742" y="65"/>
                    <a:pt x="14742" y="65"/>
                  </a:cubicBezTo>
                  <a:cubicBezTo>
                    <a:pt x="12136" y="2515"/>
                    <a:pt x="12136" y="2515"/>
                    <a:pt x="12136" y="2515"/>
                  </a:cubicBezTo>
                  <a:cubicBezTo>
                    <a:pt x="12135" y="2515"/>
                    <a:pt x="12135" y="2515"/>
                    <a:pt x="12135" y="2515"/>
                  </a:cubicBezTo>
                  <a:cubicBezTo>
                    <a:pt x="11243" y="3354"/>
                    <a:pt x="10041" y="3825"/>
                    <a:pt x="8719" y="3825"/>
                  </a:cubicBezTo>
                  <a:cubicBezTo>
                    <a:pt x="7342" y="3825"/>
                    <a:pt x="6096" y="3310"/>
                    <a:pt x="5193" y="2409"/>
                  </a:cubicBezTo>
                  <a:cubicBezTo>
                    <a:pt x="5193" y="2409"/>
                    <a:pt x="3276" y="608"/>
                    <a:pt x="3259" y="592"/>
                  </a:cubicBezTo>
                  <a:cubicBezTo>
                    <a:pt x="2891" y="249"/>
                    <a:pt x="2385" y="12"/>
                    <a:pt x="1802" y="0"/>
                  </a:cubicBezTo>
                  <a:cubicBezTo>
                    <a:pt x="246" y="0"/>
                    <a:pt x="246" y="0"/>
                    <a:pt x="246" y="0"/>
                  </a:cubicBezTo>
                  <a:cubicBezTo>
                    <a:pt x="110" y="0"/>
                    <a:pt x="0" y="110"/>
                    <a:pt x="0" y="245"/>
                  </a:cubicBezTo>
                  <a:cubicBezTo>
                    <a:pt x="0" y="7122"/>
                    <a:pt x="0" y="7122"/>
                    <a:pt x="0" y="7122"/>
                  </a:cubicBezTo>
                  <a:cubicBezTo>
                    <a:pt x="0" y="7801"/>
                    <a:pt x="550" y="8350"/>
                    <a:pt x="1228" y="8350"/>
                  </a:cubicBezTo>
                  <a:cubicBezTo>
                    <a:pt x="1703" y="8349"/>
                    <a:pt x="1703" y="8349"/>
                    <a:pt x="1703" y="8349"/>
                  </a:cubicBezTo>
                  <a:cubicBezTo>
                    <a:pt x="1837" y="8349"/>
                    <a:pt x="2085" y="8353"/>
                    <a:pt x="2192" y="8298"/>
                  </a:cubicBezTo>
                  <a:cubicBezTo>
                    <a:pt x="2272" y="8255"/>
                    <a:pt x="2272" y="8169"/>
                    <a:pt x="2272" y="8090"/>
                  </a:cubicBezTo>
                  <a:cubicBezTo>
                    <a:pt x="2272" y="5656"/>
                    <a:pt x="2272" y="5656"/>
                    <a:pt x="2272" y="5656"/>
                  </a:cubicBezTo>
                  <a:cubicBezTo>
                    <a:pt x="2272" y="5017"/>
                    <a:pt x="2794" y="4490"/>
                    <a:pt x="3423" y="4490"/>
                  </a:cubicBezTo>
                  <a:cubicBezTo>
                    <a:pt x="4594" y="4490"/>
                    <a:pt x="5434" y="5493"/>
                    <a:pt x="6193" y="6163"/>
                  </a:cubicBezTo>
                  <a:cubicBezTo>
                    <a:pt x="7123" y="6984"/>
                    <a:pt x="7839" y="7775"/>
                    <a:pt x="8719" y="7775"/>
                  </a:cubicBezTo>
                  <a:cubicBezTo>
                    <a:pt x="9600" y="7775"/>
                    <a:pt x="10316" y="6984"/>
                    <a:pt x="11245" y="6163"/>
                  </a:cubicBezTo>
                  <a:cubicBezTo>
                    <a:pt x="12004" y="5493"/>
                    <a:pt x="12844" y="4490"/>
                    <a:pt x="14015" y="4490"/>
                  </a:cubicBezTo>
                  <a:cubicBezTo>
                    <a:pt x="14641" y="4490"/>
                    <a:pt x="15161" y="5011"/>
                    <a:pt x="15167" y="5646"/>
                  </a:cubicBezTo>
                  <a:cubicBezTo>
                    <a:pt x="15167" y="5647"/>
                    <a:pt x="15167" y="5647"/>
                    <a:pt x="15167" y="5647"/>
                  </a:cubicBezTo>
                  <a:cubicBezTo>
                    <a:pt x="15167" y="6046"/>
                    <a:pt x="15167" y="7113"/>
                    <a:pt x="15167" y="7122"/>
                  </a:cubicBezTo>
                  <a:cubicBezTo>
                    <a:pt x="15167" y="7801"/>
                    <a:pt x="15716" y="8350"/>
                    <a:pt x="16395" y="8350"/>
                  </a:cubicBezTo>
                  <a:cubicBezTo>
                    <a:pt x="16395" y="8350"/>
                    <a:pt x="16905" y="8349"/>
                    <a:pt x="16925" y="8349"/>
                  </a:cubicBezTo>
                  <a:cubicBezTo>
                    <a:pt x="17064" y="8349"/>
                    <a:pt x="17265" y="8346"/>
                    <a:pt x="17359" y="8298"/>
                  </a:cubicBezTo>
                  <a:cubicBezTo>
                    <a:pt x="17439" y="8255"/>
                    <a:pt x="17439" y="8169"/>
                    <a:pt x="17439" y="8090"/>
                  </a:cubicBezTo>
                  <a:cubicBezTo>
                    <a:pt x="17439" y="7434"/>
                    <a:pt x="17439" y="1285"/>
                    <a:pt x="17439" y="122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grpSp>
      <p:sp>
        <p:nvSpPr>
          <p:cNvPr id="13" name="Textplatzhalter 12">
            <a:extLst>
              <a:ext uri="{FF2B5EF4-FFF2-40B4-BE49-F238E27FC236}">
                <a16:creationId xmlns:a16="http://schemas.microsoft.com/office/drawing/2014/main" id="{66C6A80C-F83C-40B2-AC80-270D417562A0}"/>
              </a:ext>
            </a:extLst>
          </p:cNvPr>
          <p:cNvSpPr>
            <a:spLocks noGrp="1"/>
          </p:cNvSpPr>
          <p:nvPr>
            <p:ph type="body" sz="quarter" idx="30" hasCustomPrompt="1"/>
          </p:nvPr>
        </p:nvSpPr>
        <p:spPr>
          <a:xfrm>
            <a:off x="7104063" y="2708920"/>
            <a:ext cx="4464050" cy="1152897"/>
          </a:xfrm>
        </p:spPr>
        <p:txBody>
          <a:bodyPr/>
          <a:lstStyle>
            <a:lvl1pPr>
              <a:defRPr sz="4000" b="0">
                <a:solidFill>
                  <a:schemeClr val="accent1"/>
                </a:solidFill>
                <a:latin typeface="Merck" panose="02060803030402040803" pitchFamily="18" charset="0"/>
              </a:defRPr>
            </a:lvl1pPr>
            <a:lvl2pPr>
              <a:defRPr sz="4000" b="0">
                <a:latin typeface="Merck" panose="02060803030402040803" pitchFamily="18" charset="0"/>
              </a:defRPr>
            </a:lvl2pPr>
            <a:lvl3pPr>
              <a:defRPr sz="4000" b="0">
                <a:latin typeface="Merck" panose="02060803030402040803" pitchFamily="18" charset="0"/>
              </a:defRPr>
            </a:lvl3pPr>
            <a:lvl4pPr>
              <a:defRPr sz="4000" b="0">
                <a:latin typeface="Merck" panose="02060803030402040803" pitchFamily="18" charset="0"/>
              </a:defRPr>
            </a:lvl4pPr>
            <a:lvl5pPr>
              <a:defRPr sz="4000" b="0">
                <a:latin typeface="Merck" panose="02060803030402040803" pitchFamily="18" charset="0"/>
              </a:defRPr>
            </a:lvl5pPr>
          </a:lstStyle>
          <a:p>
            <a:pPr lvl="0"/>
            <a:r>
              <a:rPr lang="en-US"/>
              <a:t>Title of Presentation</a:t>
            </a:r>
            <a:endParaRPr lang="en-US" dirty="0"/>
          </a:p>
        </p:txBody>
      </p:sp>
      <p:sp>
        <p:nvSpPr>
          <p:cNvPr id="15" name="Textplatzhalter 14">
            <a:extLst>
              <a:ext uri="{FF2B5EF4-FFF2-40B4-BE49-F238E27FC236}">
                <a16:creationId xmlns:a16="http://schemas.microsoft.com/office/drawing/2014/main" id="{0CE3CF8F-0CBF-43D8-ADD0-7BFBBE16849C}"/>
              </a:ext>
            </a:extLst>
          </p:cNvPr>
          <p:cNvSpPr>
            <a:spLocks noGrp="1"/>
          </p:cNvSpPr>
          <p:nvPr>
            <p:ph type="body" sz="quarter" idx="31" hasCustomPrompt="1"/>
          </p:nvPr>
        </p:nvSpPr>
        <p:spPr>
          <a:xfrm>
            <a:off x="7104063" y="4077444"/>
            <a:ext cx="4464050" cy="576000"/>
          </a:xfrm>
          <a:noFill/>
        </p:spPr>
        <p:txBody>
          <a:bodyPr/>
          <a:lstStyle>
            <a:lvl1pPr>
              <a:defRPr b="1">
                <a:solidFill>
                  <a:schemeClr val="accent1"/>
                </a:solidFill>
              </a:defRPr>
            </a:lvl1pPr>
          </a:lstStyle>
          <a:p>
            <a:pPr lvl="0"/>
            <a:r>
              <a:rPr lang="en-US" dirty="0"/>
              <a:t>Subtitle and other information of this presentation</a:t>
            </a:r>
          </a:p>
        </p:txBody>
      </p:sp>
      <p:sp>
        <p:nvSpPr>
          <p:cNvPr id="17" name="Textplatzhalter 16">
            <a:extLst>
              <a:ext uri="{FF2B5EF4-FFF2-40B4-BE49-F238E27FC236}">
                <a16:creationId xmlns:a16="http://schemas.microsoft.com/office/drawing/2014/main" id="{BCB13BD1-4404-4C8A-9FA2-9617B313B360}"/>
              </a:ext>
            </a:extLst>
          </p:cNvPr>
          <p:cNvSpPr>
            <a:spLocks noGrp="1"/>
          </p:cNvSpPr>
          <p:nvPr>
            <p:ph type="body" sz="quarter" idx="32" hasCustomPrompt="1"/>
          </p:nvPr>
        </p:nvSpPr>
        <p:spPr>
          <a:xfrm>
            <a:off x="7104063" y="4796954"/>
            <a:ext cx="4464050" cy="576262"/>
          </a:xfrm>
          <a:noFill/>
        </p:spPr>
        <p:txBody>
          <a:bodyPr/>
          <a:lstStyle>
            <a:lvl1pPr>
              <a:defRPr>
                <a:solidFill>
                  <a:schemeClr val="accent1"/>
                </a:solidFill>
              </a:defRPr>
            </a:lvl1pPr>
          </a:lstStyle>
          <a:p>
            <a:pPr lvl="0"/>
            <a:r>
              <a:rPr lang="en-US"/>
              <a:t>Name</a:t>
            </a:r>
            <a:br>
              <a:rPr lang="en-US"/>
            </a:br>
            <a:r>
              <a:rPr lang="en-US"/>
              <a:t>Place, Date</a:t>
            </a:r>
            <a:endParaRPr lang="en-US" dirty="0"/>
          </a:p>
        </p:txBody>
      </p:sp>
      <p:sp>
        <p:nvSpPr>
          <p:cNvPr id="12" name="Textplatzhalter 5">
            <a:extLst>
              <a:ext uri="{FF2B5EF4-FFF2-40B4-BE49-F238E27FC236}">
                <a16:creationId xmlns:a16="http://schemas.microsoft.com/office/drawing/2014/main" id="{1ACE052B-D80F-45C8-8E6A-31B4BBFB37F8}"/>
              </a:ext>
            </a:extLst>
          </p:cNvPr>
          <p:cNvSpPr>
            <a:spLocks noGrp="1"/>
          </p:cNvSpPr>
          <p:nvPr>
            <p:ph type="body" sz="quarter" idx="21" hasCustomPrompt="1"/>
          </p:nvPr>
        </p:nvSpPr>
        <p:spPr>
          <a:xfrm>
            <a:off x="468313" y="4575634"/>
            <a:ext cx="3916118" cy="1949679"/>
          </a:xfrm>
          <a:blipFill>
            <a:blip>
              <a:extLst>
                <a:ext uri="{96DAC541-7B7A-43D3-8B79-37D633B846F1}">
                  <asvg:svgBlip xmlns:asvg="http://schemas.microsoft.com/office/drawing/2016/SVG/main" r:embed="rId2"/>
                </a:ext>
              </a:extLst>
            </a:blip>
            <a:stretch>
              <a:fillRect/>
            </a:stretch>
          </a:blipFill>
        </p:spPr>
        <p:txBody>
          <a:bodyPr/>
          <a:lstStyle/>
          <a:p>
            <a:pPr lvl="0"/>
            <a:r>
              <a:rPr lang="en-US"/>
              <a:t> </a:t>
            </a:r>
            <a:endParaRPr lang="en-US" dirty="0"/>
          </a:p>
        </p:txBody>
      </p:sp>
    </p:spTree>
    <p:extLst>
      <p:ext uri="{BB962C8B-B14F-4D97-AF65-F5344CB8AC3E}">
        <p14:creationId xmlns:p14="http://schemas.microsoft.com/office/powerpoint/2010/main" val="80613130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plain">
    <p:spTree>
      <p:nvGrpSpPr>
        <p:cNvPr id="1" name=""/>
        <p:cNvGrpSpPr/>
        <p:nvPr/>
      </p:nvGrpSpPr>
      <p:grpSpPr>
        <a:xfrm>
          <a:off x="0" y="0"/>
          <a:ext cx="0" cy="0"/>
          <a:chOff x="0" y="0"/>
          <a:chExt cx="0" cy="0"/>
        </a:xfrm>
      </p:grpSpPr>
      <p:sp>
        <p:nvSpPr>
          <p:cNvPr id="13" name="Rectangle 5">
            <a:extLst>
              <a:ext uri="{FF2B5EF4-FFF2-40B4-BE49-F238E27FC236}">
                <a16:creationId xmlns:a16="http://schemas.microsoft.com/office/drawing/2014/main" id="{6C8701BF-E1D7-4777-B79C-367EA3114C26}"/>
              </a:ext>
            </a:extLst>
          </p:cNvPr>
          <p:cNvSpPr/>
          <p:nvPr userDrawn="1"/>
        </p:nvSpPr>
        <p:spPr bwMode="gray">
          <a:xfrm>
            <a:off x="1" y="0"/>
            <a:ext cx="12192000" cy="6858001"/>
          </a:xfrm>
          <a:prstGeom prst="rect">
            <a:avLst/>
          </a:prstGeom>
          <a:solidFill>
            <a:srgbClr val="FFC832"/>
          </a:solid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400" kern="0" dirty="0">
              <a:solidFill>
                <a:srgbClr val="FFFFFF"/>
              </a:solidFill>
              <a:latin typeface="Verdana"/>
            </a:endParaRPr>
          </a:p>
        </p:txBody>
      </p:sp>
      <p:sp>
        <p:nvSpPr>
          <p:cNvPr id="7" name="Text Placeholder 12"/>
          <p:cNvSpPr>
            <a:spLocks noGrp="1"/>
          </p:cNvSpPr>
          <p:nvPr userDrawn="1">
            <p:ph type="body" sz="quarter" idx="10" hasCustomPrompt="1"/>
          </p:nvPr>
        </p:nvSpPr>
        <p:spPr bwMode="gray">
          <a:xfrm>
            <a:off x="5951538" y="3597205"/>
            <a:ext cx="5617069" cy="576262"/>
          </a:xfrm>
          <a:prstGeom prst="rect">
            <a:avLst/>
          </a:prstGeom>
        </p:spPr>
        <p:txBody>
          <a:bodyPr>
            <a:noAutofit/>
          </a:bodyPr>
          <a:lstStyle>
            <a:lvl1pPr marL="0" indent="0">
              <a:spcBef>
                <a:spcPts val="0"/>
              </a:spcBef>
              <a:spcAft>
                <a:spcPts val="0"/>
              </a:spcAft>
              <a:buFont typeface="Arial" panose="020B0604020202020204" pitchFamily="34" charset="0"/>
              <a:buNone/>
              <a:defRPr sz="1600" baseline="0">
                <a:solidFill>
                  <a:schemeClr val="accent1"/>
                </a:solidFill>
              </a:defRPr>
            </a:lvl1pPr>
            <a:lvl2pPr marL="0" indent="0">
              <a:spcBef>
                <a:spcPts val="0"/>
              </a:spcBef>
              <a:spcAft>
                <a:spcPts val="0"/>
              </a:spcAft>
              <a:buNone/>
              <a:defRPr sz="1600">
                <a:solidFill>
                  <a:schemeClr val="accent1"/>
                </a:solidFill>
              </a:defRPr>
            </a:lvl2pPr>
            <a:lvl3pPr marL="0" indent="0">
              <a:spcBef>
                <a:spcPts val="0"/>
              </a:spcBef>
              <a:spcAft>
                <a:spcPts val="0"/>
              </a:spcAft>
              <a:buNone/>
              <a:defRPr sz="1600">
                <a:solidFill>
                  <a:schemeClr val="accent1"/>
                </a:solidFill>
              </a:defRPr>
            </a:lvl3pPr>
            <a:lvl4pPr marL="0" indent="0">
              <a:spcBef>
                <a:spcPts val="0"/>
              </a:spcBef>
              <a:spcAft>
                <a:spcPts val="0"/>
              </a:spcAft>
              <a:buNone/>
              <a:defRPr sz="1600">
                <a:solidFill>
                  <a:schemeClr val="accent1"/>
                </a:solidFill>
              </a:defRPr>
            </a:lvl4pPr>
            <a:lvl5pPr marL="0" indent="0">
              <a:spcBef>
                <a:spcPts val="0"/>
              </a:spcBef>
              <a:spcAft>
                <a:spcPts val="0"/>
              </a:spcAft>
              <a:buNone/>
              <a:defRPr sz="1600">
                <a:solidFill>
                  <a:schemeClr val="accent1"/>
                </a:solidFill>
              </a:defRPr>
            </a:lvl5pPr>
            <a:lvl6pPr marL="0" indent="0">
              <a:spcBef>
                <a:spcPts val="0"/>
              </a:spcBef>
              <a:spcAft>
                <a:spcPts val="0"/>
              </a:spcAft>
              <a:buNone/>
              <a:defRPr sz="1600">
                <a:solidFill>
                  <a:schemeClr val="accent1"/>
                </a:solidFill>
              </a:defRPr>
            </a:lvl6pPr>
            <a:lvl7pPr marL="0" indent="0">
              <a:spcBef>
                <a:spcPts val="0"/>
              </a:spcBef>
              <a:spcAft>
                <a:spcPts val="0"/>
              </a:spcAft>
              <a:buNone/>
              <a:defRPr sz="1600">
                <a:solidFill>
                  <a:schemeClr val="accent1"/>
                </a:solidFill>
              </a:defRPr>
            </a:lvl7pPr>
            <a:lvl8pPr marL="0" indent="0">
              <a:spcBef>
                <a:spcPts val="0"/>
              </a:spcBef>
              <a:spcAft>
                <a:spcPts val="0"/>
              </a:spcAft>
              <a:buNone/>
              <a:defRPr sz="1600">
                <a:solidFill>
                  <a:schemeClr val="accent1"/>
                </a:solidFill>
              </a:defRPr>
            </a:lvl8pPr>
            <a:lvl9pPr marL="0" indent="0">
              <a:spcBef>
                <a:spcPts val="0"/>
              </a:spcBef>
              <a:spcAft>
                <a:spcPts val="0"/>
              </a:spcAft>
              <a:buNone/>
              <a:defRPr sz="1600">
                <a:solidFill>
                  <a:schemeClr val="accent1"/>
                </a:solidFill>
              </a:defRPr>
            </a:lvl9pPr>
          </a:lstStyle>
          <a:p>
            <a:r>
              <a:rPr lang="en-US" noProof="0" dirty="0"/>
              <a:t>Name</a:t>
            </a:r>
            <a:br>
              <a:rPr lang="en-US" noProof="0" dirty="0"/>
            </a:br>
            <a:r>
              <a:rPr lang="en-US" noProof="0" dirty="0"/>
              <a:t>Place, Date</a:t>
            </a:r>
          </a:p>
        </p:txBody>
      </p:sp>
      <p:sp>
        <p:nvSpPr>
          <p:cNvPr id="3" name="Subtitle 2"/>
          <p:cNvSpPr>
            <a:spLocks noGrp="1"/>
          </p:cNvSpPr>
          <p:nvPr userDrawn="1">
            <p:ph type="subTitle" idx="1" hasCustomPrompt="1"/>
          </p:nvPr>
        </p:nvSpPr>
        <p:spPr bwMode="gray">
          <a:xfrm>
            <a:off x="5952081" y="2877197"/>
            <a:ext cx="5616521" cy="576000"/>
          </a:xfrm>
          <a:prstGeom prst="rect">
            <a:avLst/>
          </a:prstGeom>
        </p:spPr>
        <p:txBody>
          <a:bodyPr>
            <a:noAutofit/>
          </a:bodyPr>
          <a:lstStyle>
            <a:lvl1pPr marL="0" indent="0" algn="l">
              <a:spcBef>
                <a:spcPts val="0"/>
              </a:spcBef>
              <a:spcAft>
                <a:spcPts val="1200"/>
              </a:spcAft>
              <a:buNone/>
              <a:defRPr sz="1600" b="1" i="0" baseline="0">
                <a:solidFill>
                  <a:schemeClr val="accent1"/>
                </a:solidFill>
                <a:latin typeface="+mn-lt"/>
              </a:defRPr>
            </a:lvl1pPr>
            <a:lvl2pPr marL="0" indent="0" algn="l">
              <a:spcBef>
                <a:spcPts val="0"/>
              </a:spcBef>
              <a:spcAft>
                <a:spcPts val="1200"/>
              </a:spcAft>
              <a:buNone/>
              <a:defRPr sz="1600" b="1">
                <a:solidFill>
                  <a:schemeClr val="accent1"/>
                </a:solidFill>
              </a:defRPr>
            </a:lvl2pPr>
            <a:lvl3pPr marL="0" indent="0" algn="l">
              <a:spcBef>
                <a:spcPts val="0"/>
              </a:spcBef>
              <a:spcAft>
                <a:spcPts val="1200"/>
              </a:spcAft>
              <a:buNone/>
              <a:defRPr sz="1600" b="1">
                <a:solidFill>
                  <a:schemeClr val="accent1"/>
                </a:solidFill>
              </a:defRPr>
            </a:lvl3pPr>
            <a:lvl4pPr marL="0" indent="0" algn="l">
              <a:spcBef>
                <a:spcPts val="0"/>
              </a:spcBef>
              <a:spcAft>
                <a:spcPts val="1200"/>
              </a:spcAft>
              <a:buNone/>
              <a:defRPr sz="1600" b="1">
                <a:solidFill>
                  <a:schemeClr val="accent1"/>
                </a:solidFill>
              </a:defRPr>
            </a:lvl4pPr>
            <a:lvl5pPr marL="0" indent="0" algn="l">
              <a:spcBef>
                <a:spcPts val="0"/>
              </a:spcBef>
              <a:spcAft>
                <a:spcPts val="1200"/>
              </a:spcAft>
              <a:buNone/>
              <a:defRPr sz="1600" b="1">
                <a:solidFill>
                  <a:schemeClr val="accent1"/>
                </a:solidFill>
              </a:defRPr>
            </a:lvl5pPr>
            <a:lvl6pPr marL="0" indent="0" algn="l">
              <a:spcBef>
                <a:spcPts val="0"/>
              </a:spcBef>
              <a:spcAft>
                <a:spcPts val="1200"/>
              </a:spcAft>
              <a:buNone/>
              <a:defRPr sz="1600" b="1">
                <a:solidFill>
                  <a:schemeClr val="accent1"/>
                </a:solidFill>
              </a:defRPr>
            </a:lvl6pPr>
            <a:lvl7pPr marL="0" indent="0" algn="l">
              <a:spcBef>
                <a:spcPts val="0"/>
              </a:spcBef>
              <a:spcAft>
                <a:spcPts val="1200"/>
              </a:spcAft>
              <a:buNone/>
              <a:defRPr sz="1600" b="1">
                <a:solidFill>
                  <a:schemeClr val="accent1"/>
                </a:solidFill>
              </a:defRPr>
            </a:lvl7pPr>
            <a:lvl8pPr marL="0" indent="0" algn="l">
              <a:spcBef>
                <a:spcPts val="0"/>
              </a:spcBef>
              <a:spcAft>
                <a:spcPts val="1200"/>
              </a:spcAft>
              <a:buNone/>
              <a:defRPr sz="1600" b="1">
                <a:solidFill>
                  <a:schemeClr val="accent1"/>
                </a:solidFill>
              </a:defRPr>
            </a:lvl8pPr>
            <a:lvl9pPr marL="0" indent="0" algn="l">
              <a:spcBef>
                <a:spcPts val="0"/>
              </a:spcBef>
              <a:spcAft>
                <a:spcPts val="1200"/>
              </a:spcAft>
              <a:buNone/>
              <a:defRPr sz="1600" b="1">
                <a:solidFill>
                  <a:schemeClr val="accent1"/>
                </a:solidFill>
              </a:defRPr>
            </a:lvl9pPr>
          </a:lstStyle>
          <a:p>
            <a:pPr lvl="0"/>
            <a:r>
              <a:rPr lang="en-US" noProof="0" dirty="0"/>
              <a:t>Subtitle and other information of this presentation</a:t>
            </a:r>
            <a:endParaRPr lang="en-US" dirty="0"/>
          </a:p>
          <a:p>
            <a:pPr lvl="0"/>
            <a:endParaRPr lang="en-US" noProof="0" dirty="0"/>
          </a:p>
        </p:txBody>
      </p:sp>
      <p:sp>
        <p:nvSpPr>
          <p:cNvPr id="2" name="Title 1"/>
          <p:cNvSpPr>
            <a:spLocks noGrp="1"/>
          </p:cNvSpPr>
          <p:nvPr userDrawn="1">
            <p:ph type="ctrTitle" hasCustomPrompt="1"/>
          </p:nvPr>
        </p:nvSpPr>
        <p:spPr bwMode="gray">
          <a:xfrm>
            <a:off x="5952081" y="1484784"/>
            <a:ext cx="5616521" cy="1249282"/>
          </a:xfrm>
          <a:prstGeom prst="rect">
            <a:avLst/>
          </a:prstGeom>
          <a:noFill/>
        </p:spPr>
        <p:txBody>
          <a:bodyPr anchor="b"/>
          <a:lstStyle>
            <a:lvl1pPr algn="l">
              <a:lnSpc>
                <a:spcPct val="100000"/>
              </a:lnSpc>
              <a:defRPr sz="4000" b="0" cap="none" baseline="0">
                <a:solidFill>
                  <a:schemeClr val="accent1"/>
                </a:solidFill>
                <a:latin typeface="Merck" panose="04040805020F02020302" pitchFamily="82" charset="0"/>
                <a:ea typeface="Verdana" panose="020B0604030504040204" pitchFamily="34" charset="0"/>
                <a:cs typeface="Verdana" panose="020B0604030504040204" pitchFamily="34" charset="0"/>
              </a:defRPr>
            </a:lvl1pPr>
          </a:lstStyle>
          <a:p>
            <a:r>
              <a:rPr lang="en-US" noProof="0" dirty="0"/>
              <a:t>Title of presentation</a:t>
            </a:r>
          </a:p>
        </p:txBody>
      </p:sp>
      <p:grpSp>
        <p:nvGrpSpPr>
          <p:cNvPr id="14" name="Logo Merck">
            <a:extLst>
              <a:ext uri="{FF2B5EF4-FFF2-40B4-BE49-F238E27FC236}">
                <a16:creationId xmlns:a16="http://schemas.microsoft.com/office/drawing/2014/main" id="{C087B48A-604A-4847-ADB6-AB1687D9B259}"/>
              </a:ext>
            </a:extLst>
          </p:cNvPr>
          <p:cNvGrpSpPr>
            <a:grpSpLocks noChangeAspect="1"/>
          </p:cNvGrpSpPr>
          <p:nvPr userDrawn="1"/>
        </p:nvGrpSpPr>
        <p:grpSpPr bwMode="gray">
          <a:xfrm>
            <a:off x="9536024" y="6170950"/>
            <a:ext cx="2248608" cy="354050"/>
            <a:chOff x="396364" y="7173520"/>
            <a:chExt cx="1871956" cy="294745"/>
          </a:xfrm>
          <a:solidFill>
            <a:schemeClr val="bg2"/>
          </a:solidFill>
        </p:grpSpPr>
        <p:sp>
          <p:nvSpPr>
            <p:cNvPr id="15" name="Freeform 5">
              <a:extLst>
                <a:ext uri="{FF2B5EF4-FFF2-40B4-BE49-F238E27FC236}">
                  <a16:creationId xmlns:a16="http://schemas.microsoft.com/office/drawing/2014/main" id="{88394829-C709-4CAF-86FD-F0F811F5F8EE}"/>
                </a:ext>
              </a:extLst>
            </p:cNvPr>
            <p:cNvSpPr>
              <a:spLocks/>
            </p:cNvSpPr>
            <p:nvPr userDrawn="1"/>
          </p:nvSpPr>
          <p:spPr bwMode="gray">
            <a:xfrm>
              <a:off x="396364" y="7173594"/>
              <a:ext cx="606328" cy="290506"/>
            </a:xfrm>
            <a:custGeom>
              <a:avLst/>
              <a:gdLst>
                <a:gd name="T0" fmla="*/ 17439 w 17439"/>
                <a:gd name="T1" fmla="*/ 1228 h 8353"/>
                <a:gd name="T2" fmla="*/ 16211 w 17439"/>
                <a:gd name="T3" fmla="*/ 0 h 8353"/>
                <a:gd name="T4" fmla="*/ 14912 w 17439"/>
                <a:gd name="T5" fmla="*/ 0 h 8353"/>
                <a:gd name="T6" fmla="*/ 14911 w 17439"/>
                <a:gd name="T7" fmla="*/ 0 h 8353"/>
                <a:gd name="T8" fmla="*/ 14911 w 17439"/>
                <a:gd name="T9" fmla="*/ 0 h 8353"/>
                <a:gd name="T10" fmla="*/ 14910 w 17439"/>
                <a:gd name="T11" fmla="*/ 0 h 8353"/>
                <a:gd name="T12" fmla="*/ 14742 w 17439"/>
                <a:gd name="T13" fmla="*/ 67 h 8353"/>
                <a:gd name="T14" fmla="*/ 14742 w 17439"/>
                <a:gd name="T15" fmla="*/ 65 h 8353"/>
                <a:gd name="T16" fmla="*/ 12136 w 17439"/>
                <a:gd name="T17" fmla="*/ 2515 h 8353"/>
                <a:gd name="T18" fmla="*/ 12135 w 17439"/>
                <a:gd name="T19" fmla="*/ 2515 h 8353"/>
                <a:gd name="T20" fmla="*/ 8719 w 17439"/>
                <a:gd name="T21" fmla="*/ 3825 h 8353"/>
                <a:gd name="T22" fmla="*/ 5193 w 17439"/>
                <a:gd name="T23" fmla="*/ 2409 h 8353"/>
                <a:gd name="T24" fmla="*/ 3259 w 17439"/>
                <a:gd name="T25" fmla="*/ 592 h 8353"/>
                <a:gd name="T26" fmla="*/ 1802 w 17439"/>
                <a:gd name="T27" fmla="*/ 0 h 8353"/>
                <a:gd name="T28" fmla="*/ 246 w 17439"/>
                <a:gd name="T29" fmla="*/ 0 h 8353"/>
                <a:gd name="T30" fmla="*/ 0 w 17439"/>
                <a:gd name="T31" fmla="*/ 245 h 8353"/>
                <a:gd name="T32" fmla="*/ 0 w 17439"/>
                <a:gd name="T33" fmla="*/ 7122 h 8353"/>
                <a:gd name="T34" fmla="*/ 1228 w 17439"/>
                <a:gd name="T35" fmla="*/ 8350 h 8353"/>
                <a:gd name="T36" fmla="*/ 1703 w 17439"/>
                <a:gd name="T37" fmla="*/ 8349 h 8353"/>
                <a:gd name="T38" fmla="*/ 2192 w 17439"/>
                <a:gd name="T39" fmla="*/ 8298 h 8353"/>
                <a:gd name="T40" fmla="*/ 2272 w 17439"/>
                <a:gd name="T41" fmla="*/ 8090 h 8353"/>
                <a:gd name="T42" fmla="*/ 2272 w 17439"/>
                <a:gd name="T43" fmla="*/ 5656 h 8353"/>
                <a:gd name="T44" fmla="*/ 3423 w 17439"/>
                <a:gd name="T45" fmla="*/ 4490 h 8353"/>
                <a:gd name="T46" fmla="*/ 6193 w 17439"/>
                <a:gd name="T47" fmla="*/ 6163 h 8353"/>
                <a:gd name="T48" fmla="*/ 8719 w 17439"/>
                <a:gd name="T49" fmla="*/ 7775 h 8353"/>
                <a:gd name="T50" fmla="*/ 11245 w 17439"/>
                <a:gd name="T51" fmla="*/ 6163 h 8353"/>
                <a:gd name="T52" fmla="*/ 14015 w 17439"/>
                <a:gd name="T53" fmla="*/ 4490 h 8353"/>
                <a:gd name="T54" fmla="*/ 15167 w 17439"/>
                <a:gd name="T55" fmla="*/ 5646 h 8353"/>
                <a:gd name="T56" fmla="*/ 15167 w 17439"/>
                <a:gd name="T57" fmla="*/ 5647 h 8353"/>
                <a:gd name="T58" fmla="*/ 15167 w 17439"/>
                <a:gd name="T59" fmla="*/ 7122 h 8353"/>
                <a:gd name="T60" fmla="*/ 16395 w 17439"/>
                <a:gd name="T61" fmla="*/ 8350 h 8353"/>
                <a:gd name="T62" fmla="*/ 16925 w 17439"/>
                <a:gd name="T63" fmla="*/ 8349 h 8353"/>
                <a:gd name="T64" fmla="*/ 17359 w 17439"/>
                <a:gd name="T65" fmla="*/ 8298 h 8353"/>
                <a:gd name="T66" fmla="*/ 17439 w 17439"/>
                <a:gd name="T67" fmla="*/ 8090 h 8353"/>
                <a:gd name="T68" fmla="*/ 17439 w 17439"/>
                <a:gd name="T69" fmla="*/ 1228 h 8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439" h="8353">
                  <a:moveTo>
                    <a:pt x="17439" y="1228"/>
                  </a:moveTo>
                  <a:cubicBezTo>
                    <a:pt x="17439" y="549"/>
                    <a:pt x="16889" y="0"/>
                    <a:pt x="16211" y="0"/>
                  </a:cubicBezTo>
                  <a:cubicBezTo>
                    <a:pt x="14912" y="0"/>
                    <a:pt x="14912" y="0"/>
                    <a:pt x="14912" y="0"/>
                  </a:cubicBezTo>
                  <a:cubicBezTo>
                    <a:pt x="14911" y="0"/>
                    <a:pt x="14911" y="0"/>
                    <a:pt x="14911" y="0"/>
                  </a:cubicBezTo>
                  <a:cubicBezTo>
                    <a:pt x="14911" y="0"/>
                    <a:pt x="14911" y="0"/>
                    <a:pt x="14911" y="0"/>
                  </a:cubicBezTo>
                  <a:cubicBezTo>
                    <a:pt x="14910" y="0"/>
                    <a:pt x="14910" y="0"/>
                    <a:pt x="14910" y="0"/>
                  </a:cubicBezTo>
                  <a:cubicBezTo>
                    <a:pt x="14845" y="0"/>
                    <a:pt x="14786" y="25"/>
                    <a:pt x="14742" y="67"/>
                  </a:cubicBezTo>
                  <a:cubicBezTo>
                    <a:pt x="14742" y="65"/>
                    <a:pt x="14742" y="65"/>
                    <a:pt x="14742" y="65"/>
                  </a:cubicBezTo>
                  <a:cubicBezTo>
                    <a:pt x="12136" y="2515"/>
                    <a:pt x="12136" y="2515"/>
                    <a:pt x="12136" y="2515"/>
                  </a:cubicBezTo>
                  <a:cubicBezTo>
                    <a:pt x="12135" y="2515"/>
                    <a:pt x="12135" y="2515"/>
                    <a:pt x="12135" y="2515"/>
                  </a:cubicBezTo>
                  <a:cubicBezTo>
                    <a:pt x="11243" y="3354"/>
                    <a:pt x="10041" y="3825"/>
                    <a:pt x="8719" y="3825"/>
                  </a:cubicBezTo>
                  <a:cubicBezTo>
                    <a:pt x="7342" y="3825"/>
                    <a:pt x="6096" y="3310"/>
                    <a:pt x="5193" y="2409"/>
                  </a:cubicBezTo>
                  <a:cubicBezTo>
                    <a:pt x="5193" y="2409"/>
                    <a:pt x="3276" y="608"/>
                    <a:pt x="3259" y="592"/>
                  </a:cubicBezTo>
                  <a:cubicBezTo>
                    <a:pt x="2891" y="249"/>
                    <a:pt x="2385" y="12"/>
                    <a:pt x="1802" y="0"/>
                  </a:cubicBezTo>
                  <a:cubicBezTo>
                    <a:pt x="246" y="0"/>
                    <a:pt x="246" y="0"/>
                    <a:pt x="246" y="0"/>
                  </a:cubicBezTo>
                  <a:cubicBezTo>
                    <a:pt x="110" y="0"/>
                    <a:pt x="0" y="110"/>
                    <a:pt x="0" y="245"/>
                  </a:cubicBezTo>
                  <a:cubicBezTo>
                    <a:pt x="0" y="7122"/>
                    <a:pt x="0" y="7122"/>
                    <a:pt x="0" y="7122"/>
                  </a:cubicBezTo>
                  <a:cubicBezTo>
                    <a:pt x="0" y="7801"/>
                    <a:pt x="550" y="8350"/>
                    <a:pt x="1228" y="8350"/>
                  </a:cubicBezTo>
                  <a:cubicBezTo>
                    <a:pt x="1703" y="8349"/>
                    <a:pt x="1703" y="8349"/>
                    <a:pt x="1703" y="8349"/>
                  </a:cubicBezTo>
                  <a:cubicBezTo>
                    <a:pt x="1837" y="8349"/>
                    <a:pt x="2085" y="8353"/>
                    <a:pt x="2192" y="8298"/>
                  </a:cubicBezTo>
                  <a:cubicBezTo>
                    <a:pt x="2272" y="8255"/>
                    <a:pt x="2272" y="8169"/>
                    <a:pt x="2272" y="8090"/>
                  </a:cubicBezTo>
                  <a:cubicBezTo>
                    <a:pt x="2272" y="5656"/>
                    <a:pt x="2272" y="5656"/>
                    <a:pt x="2272" y="5656"/>
                  </a:cubicBezTo>
                  <a:cubicBezTo>
                    <a:pt x="2272" y="5017"/>
                    <a:pt x="2794" y="4490"/>
                    <a:pt x="3423" y="4490"/>
                  </a:cubicBezTo>
                  <a:cubicBezTo>
                    <a:pt x="4594" y="4490"/>
                    <a:pt x="5434" y="5493"/>
                    <a:pt x="6193" y="6163"/>
                  </a:cubicBezTo>
                  <a:cubicBezTo>
                    <a:pt x="7123" y="6984"/>
                    <a:pt x="7839" y="7775"/>
                    <a:pt x="8719" y="7775"/>
                  </a:cubicBezTo>
                  <a:cubicBezTo>
                    <a:pt x="9600" y="7775"/>
                    <a:pt x="10316" y="6984"/>
                    <a:pt x="11245" y="6163"/>
                  </a:cubicBezTo>
                  <a:cubicBezTo>
                    <a:pt x="12004" y="5493"/>
                    <a:pt x="12844" y="4490"/>
                    <a:pt x="14015" y="4490"/>
                  </a:cubicBezTo>
                  <a:cubicBezTo>
                    <a:pt x="14641" y="4490"/>
                    <a:pt x="15161" y="5011"/>
                    <a:pt x="15167" y="5646"/>
                  </a:cubicBezTo>
                  <a:cubicBezTo>
                    <a:pt x="15167" y="5647"/>
                    <a:pt x="15167" y="5647"/>
                    <a:pt x="15167" y="5647"/>
                  </a:cubicBezTo>
                  <a:cubicBezTo>
                    <a:pt x="15167" y="6046"/>
                    <a:pt x="15167" y="7113"/>
                    <a:pt x="15167" y="7122"/>
                  </a:cubicBezTo>
                  <a:cubicBezTo>
                    <a:pt x="15167" y="7801"/>
                    <a:pt x="15716" y="8350"/>
                    <a:pt x="16395" y="8350"/>
                  </a:cubicBezTo>
                  <a:cubicBezTo>
                    <a:pt x="16395" y="8350"/>
                    <a:pt x="16905" y="8349"/>
                    <a:pt x="16925" y="8349"/>
                  </a:cubicBezTo>
                  <a:cubicBezTo>
                    <a:pt x="17064" y="8349"/>
                    <a:pt x="17265" y="8346"/>
                    <a:pt x="17359" y="8298"/>
                  </a:cubicBezTo>
                  <a:cubicBezTo>
                    <a:pt x="17439" y="8255"/>
                    <a:pt x="17439" y="8169"/>
                    <a:pt x="17439" y="8090"/>
                  </a:cubicBezTo>
                  <a:cubicBezTo>
                    <a:pt x="17439" y="7434"/>
                    <a:pt x="17439" y="1285"/>
                    <a:pt x="17439" y="122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6" name="Freeform 6">
              <a:extLst>
                <a:ext uri="{FF2B5EF4-FFF2-40B4-BE49-F238E27FC236}">
                  <a16:creationId xmlns:a16="http://schemas.microsoft.com/office/drawing/2014/main" id="{CCD41103-FCEA-4CD8-8CED-F178561344C4}"/>
                </a:ext>
              </a:extLst>
            </p:cNvPr>
            <p:cNvSpPr>
              <a:spLocks noEditPoints="1"/>
            </p:cNvSpPr>
            <p:nvPr userDrawn="1"/>
          </p:nvSpPr>
          <p:spPr bwMode="gray">
            <a:xfrm>
              <a:off x="1029112" y="7173520"/>
              <a:ext cx="1239208" cy="294745"/>
            </a:xfrm>
            <a:custGeom>
              <a:avLst/>
              <a:gdLst>
                <a:gd name="T0" fmla="*/ 8002 w 35641"/>
                <a:gd name="T1" fmla="*/ 6527 h 8475"/>
                <a:gd name="T2" fmla="*/ 3677 w 35641"/>
                <a:gd name="T3" fmla="*/ 5962 h 8475"/>
                <a:gd name="T4" fmla="*/ 2195 w 35641"/>
                <a:gd name="T5" fmla="*/ 3534 h 8475"/>
                <a:gd name="T6" fmla="*/ 2766 w 35641"/>
                <a:gd name="T7" fmla="*/ 2364 h 8475"/>
                <a:gd name="T8" fmla="*/ 2911 w 35641"/>
                <a:gd name="T9" fmla="*/ 2288 h 8475"/>
                <a:gd name="T10" fmla="*/ 3650 w 35641"/>
                <a:gd name="T11" fmla="*/ 2146 h 8475"/>
                <a:gd name="T12" fmla="*/ 5948 w 35641"/>
                <a:gd name="T13" fmla="*/ 3451 h 8475"/>
                <a:gd name="T14" fmla="*/ 5802 w 35641"/>
                <a:gd name="T15" fmla="*/ 3480 h 8475"/>
                <a:gd name="T16" fmla="*/ 3450 w 35641"/>
                <a:gd name="T17" fmla="*/ 3481 h 8475"/>
                <a:gd name="T18" fmla="*/ 4944 w 35641"/>
                <a:gd name="T19" fmla="*/ 5272 h 8475"/>
                <a:gd name="T20" fmla="*/ 7290 w 35641"/>
                <a:gd name="T21" fmla="*/ 5272 h 8475"/>
                <a:gd name="T22" fmla="*/ 7961 w 35641"/>
                <a:gd name="T23" fmla="*/ 2790 h 8475"/>
                <a:gd name="T24" fmla="*/ 3629 w 35641"/>
                <a:gd name="T25" fmla="*/ 0 h 8475"/>
                <a:gd name="T26" fmla="*/ 0 w 35641"/>
                <a:gd name="T27" fmla="*/ 3616 h 8475"/>
                <a:gd name="T28" fmla="*/ 2875 w 35641"/>
                <a:gd name="T29" fmla="*/ 7966 h 8475"/>
                <a:gd name="T30" fmla="*/ 8342 w 35641"/>
                <a:gd name="T31" fmla="*/ 8146 h 8475"/>
                <a:gd name="T32" fmla="*/ 18183 w 35641"/>
                <a:gd name="T33" fmla="*/ 7537 h 8475"/>
                <a:gd name="T34" fmla="*/ 15820 w 35641"/>
                <a:gd name="T35" fmla="*/ 5792 h 8475"/>
                <a:gd name="T36" fmla="*/ 17009 w 35641"/>
                <a:gd name="T37" fmla="*/ 2216 h 8475"/>
                <a:gd name="T38" fmla="*/ 12645 w 35641"/>
                <a:gd name="T39" fmla="*/ 0 h 8475"/>
                <a:gd name="T40" fmla="*/ 9100 w 35641"/>
                <a:gd name="T41" fmla="*/ 5836 h 8475"/>
                <a:gd name="T42" fmla="*/ 9100 w 35641"/>
                <a:gd name="T43" fmla="*/ 8082 h 8475"/>
                <a:gd name="T44" fmla="*/ 10232 w 35641"/>
                <a:gd name="T45" fmla="*/ 8273 h 8475"/>
                <a:gd name="T46" fmla="*/ 11344 w 35641"/>
                <a:gd name="T47" fmla="*/ 6101 h 8475"/>
                <a:gd name="T48" fmla="*/ 11379 w 35641"/>
                <a:gd name="T49" fmla="*/ 2676 h 8475"/>
                <a:gd name="T50" fmla="*/ 11436 w 35641"/>
                <a:gd name="T51" fmla="*/ 2533 h 8475"/>
                <a:gd name="T52" fmla="*/ 15015 w 35641"/>
                <a:gd name="T53" fmla="*/ 3676 h 8475"/>
                <a:gd name="T54" fmla="*/ 12983 w 35641"/>
                <a:gd name="T55" fmla="*/ 4188 h 8475"/>
                <a:gd name="T56" fmla="*/ 12245 w 35641"/>
                <a:gd name="T57" fmla="*/ 4238 h 8475"/>
                <a:gd name="T58" fmla="*/ 12244 w 35641"/>
                <a:gd name="T59" fmla="*/ 5128 h 8475"/>
                <a:gd name="T60" fmla="*/ 15206 w 35641"/>
                <a:gd name="T61" fmla="*/ 7967 h 8475"/>
                <a:gd name="T62" fmla="*/ 17991 w 35641"/>
                <a:gd name="T63" fmla="*/ 8345 h 8475"/>
                <a:gd name="T64" fmla="*/ 26540 w 35641"/>
                <a:gd name="T65" fmla="*/ 5085 h 8475"/>
                <a:gd name="T66" fmla="*/ 24192 w 35641"/>
                <a:gd name="T67" fmla="*/ 5460 h 8475"/>
                <a:gd name="T68" fmla="*/ 22103 w 35641"/>
                <a:gd name="T69" fmla="*/ 6071 h 8475"/>
                <a:gd name="T70" fmla="*/ 20467 w 35641"/>
                <a:gd name="T71" fmla="*/ 3537 h 8475"/>
                <a:gd name="T72" fmla="*/ 23058 w 35641"/>
                <a:gd name="T73" fmla="*/ 2625 h 8475"/>
                <a:gd name="T74" fmla="*/ 25083 w 35641"/>
                <a:gd name="T75" fmla="*/ 1646 h 8475"/>
                <a:gd name="T76" fmla="*/ 23512 w 35641"/>
                <a:gd name="T77" fmla="*/ 359 h 8475"/>
                <a:gd name="T78" fmla="*/ 18200 w 35641"/>
                <a:gd name="T79" fmla="*/ 229 h 8475"/>
                <a:gd name="T80" fmla="*/ 19665 w 35641"/>
                <a:gd name="T81" fmla="*/ 7009 h 8475"/>
                <a:gd name="T82" fmla="*/ 24370 w 35641"/>
                <a:gd name="T83" fmla="*/ 8222 h 8475"/>
                <a:gd name="T84" fmla="*/ 35641 w 35641"/>
                <a:gd name="T85" fmla="*/ 8152 h 8475"/>
                <a:gd name="T86" fmla="*/ 34704 w 35641"/>
                <a:gd name="T87" fmla="*/ 5892 h 8475"/>
                <a:gd name="T88" fmla="*/ 33145 w 35641"/>
                <a:gd name="T89" fmla="*/ 3887 h 8475"/>
                <a:gd name="T90" fmla="*/ 35637 w 35641"/>
                <a:gd name="T91" fmla="*/ 784 h 8475"/>
                <a:gd name="T92" fmla="*/ 35639 w 35641"/>
                <a:gd name="T93" fmla="*/ 753 h 8475"/>
                <a:gd name="T94" fmla="*/ 34865 w 35641"/>
                <a:gd name="T95" fmla="*/ 0 h 8475"/>
                <a:gd name="T96" fmla="*/ 31470 w 35641"/>
                <a:gd name="T97" fmla="*/ 2323 h 8475"/>
                <a:gd name="T98" fmla="*/ 29572 w 35641"/>
                <a:gd name="T99" fmla="*/ 1229 h 8475"/>
                <a:gd name="T100" fmla="*/ 27379 w 35641"/>
                <a:gd name="T101" fmla="*/ 53 h 8475"/>
                <a:gd name="T102" fmla="*/ 27489 w 35641"/>
                <a:gd name="T103" fmla="*/ 8342 h 8475"/>
                <a:gd name="T104" fmla="*/ 27910 w 35641"/>
                <a:gd name="T105" fmla="*/ 8345 h 8475"/>
                <a:gd name="T106" fmla="*/ 30620 w 35641"/>
                <a:gd name="T107" fmla="*/ 6875 h 8475"/>
                <a:gd name="T108" fmla="*/ 31733 w 35641"/>
                <a:gd name="T109" fmla="*/ 7123 h 8475"/>
                <a:gd name="T110" fmla="*/ 35451 w 35641"/>
                <a:gd name="T111" fmla="*/ 8345 h 8475"/>
                <a:gd name="T112" fmla="*/ 35641 w 35641"/>
                <a:gd name="T113" fmla="*/ 8152 h 8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5641" h="8475">
                  <a:moveTo>
                    <a:pt x="8342" y="8146"/>
                  </a:moveTo>
                  <a:cubicBezTo>
                    <a:pt x="8342" y="7475"/>
                    <a:pt x="8342" y="7475"/>
                    <a:pt x="8342" y="7475"/>
                  </a:cubicBezTo>
                  <a:cubicBezTo>
                    <a:pt x="8342" y="7072"/>
                    <a:pt x="8228" y="6756"/>
                    <a:pt x="8002" y="6527"/>
                  </a:cubicBezTo>
                  <a:cubicBezTo>
                    <a:pt x="7775" y="6297"/>
                    <a:pt x="7462" y="6183"/>
                    <a:pt x="7062" y="6183"/>
                  </a:cubicBezTo>
                  <a:cubicBezTo>
                    <a:pt x="4641" y="6183"/>
                    <a:pt x="4641" y="6183"/>
                    <a:pt x="4641" y="6183"/>
                  </a:cubicBezTo>
                  <a:cubicBezTo>
                    <a:pt x="4295" y="6183"/>
                    <a:pt x="3982" y="6092"/>
                    <a:pt x="3677" y="5962"/>
                  </a:cubicBezTo>
                  <a:cubicBezTo>
                    <a:pt x="3417" y="5852"/>
                    <a:pt x="3019" y="5505"/>
                    <a:pt x="2900" y="5373"/>
                  </a:cubicBezTo>
                  <a:cubicBezTo>
                    <a:pt x="2679" y="5129"/>
                    <a:pt x="2505" y="4845"/>
                    <a:pt x="2381" y="4523"/>
                  </a:cubicBezTo>
                  <a:cubicBezTo>
                    <a:pt x="2257" y="4202"/>
                    <a:pt x="2195" y="3872"/>
                    <a:pt x="2195" y="3534"/>
                  </a:cubicBezTo>
                  <a:cubicBezTo>
                    <a:pt x="2195" y="3098"/>
                    <a:pt x="2319" y="2760"/>
                    <a:pt x="2568" y="2519"/>
                  </a:cubicBezTo>
                  <a:cubicBezTo>
                    <a:pt x="2606" y="2482"/>
                    <a:pt x="2648" y="2448"/>
                    <a:pt x="2691" y="2417"/>
                  </a:cubicBezTo>
                  <a:cubicBezTo>
                    <a:pt x="2714" y="2399"/>
                    <a:pt x="2739" y="2381"/>
                    <a:pt x="2766" y="2364"/>
                  </a:cubicBezTo>
                  <a:cubicBezTo>
                    <a:pt x="2771" y="2361"/>
                    <a:pt x="2775" y="2359"/>
                    <a:pt x="2780" y="2356"/>
                  </a:cubicBezTo>
                  <a:cubicBezTo>
                    <a:pt x="2804" y="2342"/>
                    <a:pt x="2830" y="2328"/>
                    <a:pt x="2857" y="2314"/>
                  </a:cubicBezTo>
                  <a:cubicBezTo>
                    <a:pt x="2874" y="2305"/>
                    <a:pt x="2892" y="2296"/>
                    <a:pt x="2911" y="2288"/>
                  </a:cubicBezTo>
                  <a:cubicBezTo>
                    <a:pt x="2915" y="2286"/>
                    <a:pt x="2920" y="2284"/>
                    <a:pt x="2924" y="2282"/>
                  </a:cubicBezTo>
                  <a:cubicBezTo>
                    <a:pt x="3004" y="2247"/>
                    <a:pt x="3088" y="2220"/>
                    <a:pt x="3177" y="2200"/>
                  </a:cubicBezTo>
                  <a:cubicBezTo>
                    <a:pt x="3322" y="2166"/>
                    <a:pt x="3481" y="2146"/>
                    <a:pt x="3650" y="2146"/>
                  </a:cubicBezTo>
                  <a:cubicBezTo>
                    <a:pt x="3817" y="2146"/>
                    <a:pt x="3977" y="2166"/>
                    <a:pt x="4121" y="2200"/>
                  </a:cubicBezTo>
                  <a:cubicBezTo>
                    <a:pt x="4393" y="2254"/>
                    <a:pt x="4661" y="2362"/>
                    <a:pt x="4923" y="2528"/>
                  </a:cubicBezTo>
                  <a:cubicBezTo>
                    <a:pt x="5301" y="2767"/>
                    <a:pt x="5679" y="3102"/>
                    <a:pt x="5948" y="3451"/>
                  </a:cubicBezTo>
                  <a:cubicBezTo>
                    <a:pt x="5969" y="3480"/>
                    <a:pt x="5969" y="3480"/>
                    <a:pt x="5969" y="3480"/>
                  </a:cubicBezTo>
                  <a:cubicBezTo>
                    <a:pt x="5874" y="3480"/>
                    <a:pt x="5874" y="3480"/>
                    <a:pt x="5874" y="3480"/>
                  </a:cubicBezTo>
                  <a:cubicBezTo>
                    <a:pt x="5802" y="3480"/>
                    <a:pt x="5802" y="3480"/>
                    <a:pt x="5802" y="3480"/>
                  </a:cubicBezTo>
                  <a:cubicBezTo>
                    <a:pt x="3617" y="3480"/>
                    <a:pt x="3617" y="3480"/>
                    <a:pt x="3617" y="3480"/>
                  </a:cubicBezTo>
                  <a:cubicBezTo>
                    <a:pt x="3611" y="3480"/>
                    <a:pt x="3607" y="3481"/>
                    <a:pt x="3602" y="3481"/>
                  </a:cubicBezTo>
                  <a:cubicBezTo>
                    <a:pt x="3450" y="3481"/>
                    <a:pt x="3450" y="3481"/>
                    <a:pt x="3450" y="3481"/>
                  </a:cubicBezTo>
                  <a:cubicBezTo>
                    <a:pt x="3298" y="3481"/>
                    <a:pt x="3223" y="3546"/>
                    <a:pt x="3223" y="3678"/>
                  </a:cubicBezTo>
                  <a:cubicBezTo>
                    <a:pt x="3223" y="3938"/>
                    <a:pt x="3262" y="4107"/>
                    <a:pt x="3365" y="4319"/>
                  </a:cubicBezTo>
                  <a:cubicBezTo>
                    <a:pt x="3467" y="4531"/>
                    <a:pt x="3953" y="5272"/>
                    <a:pt x="4944" y="5272"/>
                  </a:cubicBezTo>
                  <a:cubicBezTo>
                    <a:pt x="5092" y="5272"/>
                    <a:pt x="5092" y="5272"/>
                    <a:pt x="5092" y="5272"/>
                  </a:cubicBezTo>
                  <a:cubicBezTo>
                    <a:pt x="5099" y="5272"/>
                    <a:pt x="5106" y="5272"/>
                    <a:pt x="5114" y="5272"/>
                  </a:cubicBezTo>
                  <a:cubicBezTo>
                    <a:pt x="7290" y="5272"/>
                    <a:pt x="7290" y="5272"/>
                    <a:pt x="7290" y="5272"/>
                  </a:cubicBezTo>
                  <a:cubicBezTo>
                    <a:pt x="7700" y="5272"/>
                    <a:pt x="7984" y="5164"/>
                    <a:pt x="8140" y="4945"/>
                  </a:cubicBezTo>
                  <a:cubicBezTo>
                    <a:pt x="8297" y="4727"/>
                    <a:pt x="8342" y="4540"/>
                    <a:pt x="8342" y="4245"/>
                  </a:cubicBezTo>
                  <a:cubicBezTo>
                    <a:pt x="8342" y="3766"/>
                    <a:pt x="8215" y="3296"/>
                    <a:pt x="7961" y="2790"/>
                  </a:cubicBezTo>
                  <a:cubicBezTo>
                    <a:pt x="7708" y="2282"/>
                    <a:pt x="7364" y="1822"/>
                    <a:pt x="6933" y="1407"/>
                  </a:cubicBezTo>
                  <a:cubicBezTo>
                    <a:pt x="6501" y="993"/>
                    <a:pt x="5999" y="655"/>
                    <a:pt x="5426" y="394"/>
                  </a:cubicBezTo>
                  <a:cubicBezTo>
                    <a:pt x="4854" y="132"/>
                    <a:pt x="4255" y="0"/>
                    <a:pt x="3629" y="0"/>
                  </a:cubicBezTo>
                  <a:cubicBezTo>
                    <a:pt x="195" y="0"/>
                    <a:pt x="195" y="0"/>
                    <a:pt x="195" y="0"/>
                  </a:cubicBezTo>
                  <a:cubicBezTo>
                    <a:pt x="65" y="0"/>
                    <a:pt x="0" y="77"/>
                    <a:pt x="0" y="230"/>
                  </a:cubicBezTo>
                  <a:cubicBezTo>
                    <a:pt x="0" y="3616"/>
                    <a:pt x="0" y="3616"/>
                    <a:pt x="0" y="3616"/>
                  </a:cubicBezTo>
                  <a:cubicBezTo>
                    <a:pt x="0" y="4259"/>
                    <a:pt x="124" y="4867"/>
                    <a:pt x="373" y="5439"/>
                  </a:cubicBezTo>
                  <a:cubicBezTo>
                    <a:pt x="621" y="6012"/>
                    <a:pt x="959" y="6513"/>
                    <a:pt x="1385" y="6944"/>
                  </a:cubicBezTo>
                  <a:cubicBezTo>
                    <a:pt x="1812" y="7375"/>
                    <a:pt x="2308" y="7715"/>
                    <a:pt x="2875" y="7966"/>
                  </a:cubicBezTo>
                  <a:cubicBezTo>
                    <a:pt x="3443" y="8217"/>
                    <a:pt x="4050" y="8342"/>
                    <a:pt x="4698" y="8342"/>
                  </a:cubicBezTo>
                  <a:cubicBezTo>
                    <a:pt x="8115" y="8342"/>
                    <a:pt x="8115" y="8342"/>
                    <a:pt x="8115" y="8342"/>
                  </a:cubicBezTo>
                  <a:cubicBezTo>
                    <a:pt x="8266" y="8342"/>
                    <a:pt x="8342" y="8276"/>
                    <a:pt x="8342" y="8146"/>
                  </a:cubicBezTo>
                  <a:moveTo>
                    <a:pt x="18183" y="8116"/>
                  </a:moveTo>
                  <a:cubicBezTo>
                    <a:pt x="18183" y="8095"/>
                    <a:pt x="18183" y="8095"/>
                    <a:pt x="18183" y="8095"/>
                  </a:cubicBezTo>
                  <a:cubicBezTo>
                    <a:pt x="18183" y="7537"/>
                    <a:pt x="18183" y="7537"/>
                    <a:pt x="18183" y="7537"/>
                  </a:cubicBezTo>
                  <a:cubicBezTo>
                    <a:pt x="18183" y="7446"/>
                    <a:pt x="18114" y="7355"/>
                    <a:pt x="18053" y="7331"/>
                  </a:cubicBezTo>
                  <a:cubicBezTo>
                    <a:pt x="18051" y="7330"/>
                    <a:pt x="17612" y="7209"/>
                    <a:pt x="16745" y="6522"/>
                  </a:cubicBezTo>
                  <a:cubicBezTo>
                    <a:pt x="16295" y="6166"/>
                    <a:pt x="15962" y="5905"/>
                    <a:pt x="15820" y="5792"/>
                  </a:cubicBezTo>
                  <a:cubicBezTo>
                    <a:pt x="15980" y="5689"/>
                    <a:pt x="16507" y="5479"/>
                    <a:pt x="16985" y="4932"/>
                  </a:cubicBezTo>
                  <a:cubicBezTo>
                    <a:pt x="17281" y="4592"/>
                    <a:pt x="17442" y="4166"/>
                    <a:pt x="17442" y="3632"/>
                  </a:cubicBezTo>
                  <a:cubicBezTo>
                    <a:pt x="17442" y="3130"/>
                    <a:pt x="17297" y="2658"/>
                    <a:pt x="17009" y="2216"/>
                  </a:cubicBezTo>
                  <a:cubicBezTo>
                    <a:pt x="16720" y="1775"/>
                    <a:pt x="16345" y="1390"/>
                    <a:pt x="15885" y="1063"/>
                  </a:cubicBezTo>
                  <a:cubicBezTo>
                    <a:pt x="15426" y="736"/>
                    <a:pt x="14909" y="478"/>
                    <a:pt x="14338" y="287"/>
                  </a:cubicBezTo>
                  <a:cubicBezTo>
                    <a:pt x="13765" y="96"/>
                    <a:pt x="13201" y="0"/>
                    <a:pt x="12645" y="0"/>
                  </a:cubicBezTo>
                  <a:cubicBezTo>
                    <a:pt x="9292" y="0"/>
                    <a:pt x="9292" y="0"/>
                    <a:pt x="9292" y="0"/>
                  </a:cubicBezTo>
                  <a:cubicBezTo>
                    <a:pt x="9164" y="0"/>
                    <a:pt x="9100" y="77"/>
                    <a:pt x="9100" y="229"/>
                  </a:cubicBezTo>
                  <a:cubicBezTo>
                    <a:pt x="9100" y="5836"/>
                    <a:pt x="9100" y="5836"/>
                    <a:pt x="9100" y="5836"/>
                  </a:cubicBezTo>
                  <a:cubicBezTo>
                    <a:pt x="9100" y="7089"/>
                    <a:pt x="9100" y="7089"/>
                    <a:pt x="9100" y="7089"/>
                  </a:cubicBezTo>
                  <a:cubicBezTo>
                    <a:pt x="9100" y="7522"/>
                    <a:pt x="9100" y="7522"/>
                    <a:pt x="9100" y="7522"/>
                  </a:cubicBezTo>
                  <a:cubicBezTo>
                    <a:pt x="9100" y="8082"/>
                    <a:pt x="9100" y="8082"/>
                    <a:pt x="9100" y="8082"/>
                  </a:cubicBezTo>
                  <a:cubicBezTo>
                    <a:pt x="9100" y="8162"/>
                    <a:pt x="9100" y="8247"/>
                    <a:pt x="9179" y="8290"/>
                  </a:cubicBezTo>
                  <a:cubicBezTo>
                    <a:pt x="9285" y="8345"/>
                    <a:pt x="9529" y="8342"/>
                    <a:pt x="9662" y="8342"/>
                  </a:cubicBezTo>
                  <a:cubicBezTo>
                    <a:pt x="9853" y="8342"/>
                    <a:pt x="10047" y="8331"/>
                    <a:pt x="10232" y="8273"/>
                  </a:cubicBezTo>
                  <a:cubicBezTo>
                    <a:pt x="10520" y="8179"/>
                    <a:pt x="10766" y="7980"/>
                    <a:pt x="10948" y="7737"/>
                  </a:cubicBezTo>
                  <a:cubicBezTo>
                    <a:pt x="11267" y="7317"/>
                    <a:pt x="11346" y="6841"/>
                    <a:pt x="11346" y="6328"/>
                  </a:cubicBezTo>
                  <a:cubicBezTo>
                    <a:pt x="11346" y="6280"/>
                    <a:pt x="11345" y="6190"/>
                    <a:pt x="11344" y="6101"/>
                  </a:cubicBezTo>
                  <a:cubicBezTo>
                    <a:pt x="11344" y="6098"/>
                    <a:pt x="11346" y="6097"/>
                    <a:pt x="11346" y="6095"/>
                  </a:cubicBezTo>
                  <a:cubicBezTo>
                    <a:pt x="11346" y="2909"/>
                    <a:pt x="11346" y="2909"/>
                    <a:pt x="11346" y="2909"/>
                  </a:cubicBezTo>
                  <a:cubicBezTo>
                    <a:pt x="11346" y="2825"/>
                    <a:pt x="11358" y="2748"/>
                    <a:pt x="11379" y="2676"/>
                  </a:cubicBezTo>
                  <a:cubicBezTo>
                    <a:pt x="11380" y="2669"/>
                    <a:pt x="11383" y="2662"/>
                    <a:pt x="11385" y="2655"/>
                  </a:cubicBezTo>
                  <a:cubicBezTo>
                    <a:pt x="11390" y="2637"/>
                    <a:pt x="11397" y="2619"/>
                    <a:pt x="11404" y="2602"/>
                  </a:cubicBezTo>
                  <a:cubicBezTo>
                    <a:pt x="11413" y="2578"/>
                    <a:pt x="11424" y="2556"/>
                    <a:pt x="11436" y="2533"/>
                  </a:cubicBezTo>
                  <a:cubicBezTo>
                    <a:pt x="11436" y="2533"/>
                    <a:pt x="11436" y="2532"/>
                    <a:pt x="11436" y="2532"/>
                  </a:cubicBezTo>
                  <a:cubicBezTo>
                    <a:pt x="11693" y="2061"/>
                    <a:pt x="12570" y="1876"/>
                    <a:pt x="13515" y="2115"/>
                  </a:cubicBezTo>
                  <a:cubicBezTo>
                    <a:pt x="14775" y="2433"/>
                    <a:pt x="15147" y="3302"/>
                    <a:pt x="15015" y="3676"/>
                  </a:cubicBezTo>
                  <a:cubicBezTo>
                    <a:pt x="14871" y="4080"/>
                    <a:pt x="14417" y="4334"/>
                    <a:pt x="13848" y="4334"/>
                  </a:cubicBezTo>
                  <a:cubicBezTo>
                    <a:pt x="13577" y="4334"/>
                    <a:pt x="13299" y="4285"/>
                    <a:pt x="13012" y="4194"/>
                  </a:cubicBezTo>
                  <a:cubicBezTo>
                    <a:pt x="13003" y="4192"/>
                    <a:pt x="12993" y="4190"/>
                    <a:pt x="12983" y="4188"/>
                  </a:cubicBezTo>
                  <a:cubicBezTo>
                    <a:pt x="12820" y="4146"/>
                    <a:pt x="12666" y="4093"/>
                    <a:pt x="12520" y="4032"/>
                  </a:cubicBezTo>
                  <a:cubicBezTo>
                    <a:pt x="12472" y="4018"/>
                    <a:pt x="12427" y="4009"/>
                    <a:pt x="12389" y="4009"/>
                  </a:cubicBezTo>
                  <a:cubicBezTo>
                    <a:pt x="12292" y="4009"/>
                    <a:pt x="12245" y="4085"/>
                    <a:pt x="12245" y="4238"/>
                  </a:cubicBezTo>
                  <a:cubicBezTo>
                    <a:pt x="12245" y="4740"/>
                    <a:pt x="12245" y="4740"/>
                    <a:pt x="12245" y="4740"/>
                  </a:cubicBezTo>
                  <a:cubicBezTo>
                    <a:pt x="12245" y="5128"/>
                    <a:pt x="12245" y="5128"/>
                    <a:pt x="12245" y="5128"/>
                  </a:cubicBezTo>
                  <a:cubicBezTo>
                    <a:pt x="12244" y="5128"/>
                    <a:pt x="12244" y="5128"/>
                    <a:pt x="12244" y="5128"/>
                  </a:cubicBezTo>
                  <a:cubicBezTo>
                    <a:pt x="12244" y="5129"/>
                    <a:pt x="12245" y="5130"/>
                    <a:pt x="12245" y="5131"/>
                  </a:cubicBezTo>
                  <a:cubicBezTo>
                    <a:pt x="12245" y="5439"/>
                    <a:pt x="12367" y="5711"/>
                    <a:pt x="12552" y="5875"/>
                  </a:cubicBezTo>
                  <a:cubicBezTo>
                    <a:pt x="12560" y="5882"/>
                    <a:pt x="15206" y="7967"/>
                    <a:pt x="15206" y="7967"/>
                  </a:cubicBezTo>
                  <a:cubicBezTo>
                    <a:pt x="15308" y="8048"/>
                    <a:pt x="15308" y="8048"/>
                    <a:pt x="15308" y="8048"/>
                  </a:cubicBezTo>
                  <a:cubicBezTo>
                    <a:pt x="15575" y="8244"/>
                    <a:pt x="15864" y="8342"/>
                    <a:pt x="16174" y="8342"/>
                  </a:cubicBezTo>
                  <a:cubicBezTo>
                    <a:pt x="17991" y="8345"/>
                    <a:pt x="17991" y="8345"/>
                    <a:pt x="17991" y="8345"/>
                  </a:cubicBezTo>
                  <a:cubicBezTo>
                    <a:pt x="18120" y="8345"/>
                    <a:pt x="18183" y="8269"/>
                    <a:pt x="18183" y="8116"/>
                  </a:cubicBezTo>
                  <a:moveTo>
                    <a:pt x="26216" y="6446"/>
                  </a:moveTo>
                  <a:cubicBezTo>
                    <a:pt x="26399" y="6028"/>
                    <a:pt x="26507" y="5575"/>
                    <a:pt x="26540" y="5085"/>
                  </a:cubicBezTo>
                  <a:cubicBezTo>
                    <a:pt x="26551" y="4934"/>
                    <a:pt x="26491" y="4857"/>
                    <a:pt x="26362" y="4857"/>
                  </a:cubicBezTo>
                  <a:cubicBezTo>
                    <a:pt x="25098" y="4857"/>
                    <a:pt x="25098" y="4857"/>
                    <a:pt x="25098" y="4857"/>
                  </a:cubicBezTo>
                  <a:cubicBezTo>
                    <a:pt x="24634" y="4857"/>
                    <a:pt x="24332" y="5058"/>
                    <a:pt x="24192" y="5460"/>
                  </a:cubicBezTo>
                  <a:cubicBezTo>
                    <a:pt x="24106" y="5721"/>
                    <a:pt x="23962" y="5930"/>
                    <a:pt x="23763" y="6088"/>
                  </a:cubicBezTo>
                  <a:cubicBezTo>
                    <a:pt x="23562" y="6245"/>
                    <a:pt x="23307" y="6324"/>
                    <a:pt x="22994" y="6324"/>
                  </a:cubicBezTo>
                  <a:cubicBezTo>
                    <a:pt x="22702" y="6324"/>
                    <a:pt x="22405" y="6240"/>
                    <a:pt x="22103" y="6071"/>
                  </a:cubicBezTo>
                  <a:cubicBezTo>
                    <a:pt x="21800" y="5903"/>
                    <a:pt x="21528" y="5686"/>
                    <a:pt x="21285" y="5419"/>
                  </a:cubicBezTo>
                  <a:cubicBezTo>
                    <a:pt x="21042" y="5153"/>
                    <a:pt x="20845" y="4854"/>
                    <a:pt x="20694" y="4523"/>
                  </a:cubicBezTo>
                  <a:cubicBezTo>
                    <a:pt x="20543" y="4191"/>
                    <a:pt x="20467" y="3863"/>
                    <a:pt x="20467" y="3537"/>
                  </a:cubicBezTo>
                  <a:cubicBezTo>
                    <a:pt x="20467" y="3124"/>
                    <a:pt x="20591" y="2790"/>
                    <a:pt x="20839" y="2535"/>
                  </a:cubicBezTo>
                  <a:cubicBezTo>
                    <a:pt x="21088" y="2280"/>
                    <a:pt x="21401" y="2152"/>
                    <a:pt x="21779" y="2152"/>
                  </a:cubicBezTo>
                  <a:cubicBezTo>
                    <a:pt x="22210" y="2152"/>
                    <a:pt x="22637" y="2310"/>
                    <a:pt x="23058" y="2625"/>
                  </a:cubicBezTo>
                  <a:cubicBezTo>
                    <a:pt x="23231" y="2755"/>
                    <a:pt x="23414" y="2820"/>
                    <a:pt x="23609" y="2820"/>
                  </a:cubicBezTo>
                  <a:cubicBezTo>
                    <a:pt x="23803" y="2820"/>
                    <a:pt x="24008" y="2712"/>
                    <a:pt x="24224" y="2494"/>
                  </a:cubicBezTo>
                  <a:cubicBezTo>
                    <a:pt x="25083" y="1646"/>
                    <a:pt x="25083" y="1646"/>
                    <a:pt x="25083" y="1646"/>
                  </a:cubicBezTo>
                  <a:cubicBezTo>
                    <a:pt x="25136" y="1593"/>
                    <a:pt x="25155" y="1544"/>
                    <a:pt x="25139" y="1500"/>
                  </a:cubicBezTo>
                  <a:cubicBezTo>
                    <a:pt x="25123" y="1457"/>
                    <a:pt x="25088" y="1407"/>
                    <a:pt x="25034" y="1353"/>
                  </a:cubicBezTo>
                  <a:cubicBezTo>
                    <a:pt x="24570" y="929"/>
                    <a:pt x="24063" y="598"/>
                    <a:pt x="23512" y="359"/>
                  </a:cubicBezTo>
                  <a:cubicBezTo>
                    <a:pt x="22961" y="121"/>
                    <a:pt x="22383" y="0"/>
                    <a:pt x="21779" y="0"/>
                  </a:cubicBezTo>
                  <a:cubicBezTo>
                    <a:pt x="18394" y="0"/>
                    <a:pt x="18394" y="0"/>
                    <a:pt x="18394" y="0"/>
                  </a:cubicBezTo>
                  <a:cubicBezTo>
                    <a:pt x="18265" y="0"/>
                    <a:pt x="18200" y="77"/>
                    <a:pt x="18200" y="229"/>
                  </a:cubicBezTo>
                  <a:cubicBezTo>
                    <a:pt x="18200" y="3602"/>
                    <a:pt x="18200" y="3602"/>
                    <a:pt x="18200" y="3602"/>
                  </a:cubicBezTo>
                  <a:cubicBezTo>
                    <a:pt x="18200" y="4254"/>
                    <a:pt x="18332" y="4874"/>
                    <a:pt x="18597" y="5460"/>
                  </a:cubicBezTo>
                  <a:cubicBezTo>
                    <a:pt x="18861" y="6047"/>
                    <a:pt x="19217" y="6563"/>
                    <a:pt x="19665" y="7009"/>
                  </a:cubicBezTo>
                  <a:cubicBezTo>
                    <a:pt x="20114" y="7454"/>
                    <a:pt x="20626" y="7810"/>
                    <a:pt x="21204" y="8076"/>
                  </a:cubicBezTo>
                  <a:cubicBezTo>
                    <a:pt x="21781" y="8342"/>
                    <a:pt x="22378" y="8475"/>
                    <a:pt x="22994" y="8475"/>
                  </a:cubicBezTo>
                  <a:cubicBezTo>
                    <a:pt x="23490" y="8475"/>
                    <a:pt x="23949" y="8391"/>
                    <a:pt x="24370" y="8222"/>
                  </a:cubicBezTo>
                  <a:cubicBezTo>
                    <a:pt x="24791" y="8054"/>
                    <a:pt x="25158" y="7821"/>
                    <a:pt x="25471" y="7522"/>
                  </a:cubicBezTo>
                  <a:cubicBezTo>
                    <a:pt x="25784" y="7223"/>
                    <a:pt x="26033" y="6865"/>
                    <a:pt x="26216" y="6446"/>
                  </a:cubicBezTo>
                  <a:moveTo>
                    <a:pt x="35641" y="8152"/>
                  </a:moveTo>
                  <a:cubicBezTo>
                    <a:pt x="35641" y="7292"/>
                    <a:pt x="35641" y="7292"/>
                    <a:pt x="35641" y="7292"/>
                  </a:cubicBezTo>
                  <a:cubicBezTo>
                    <a:pt x="35641" y="7292"/>
                    <a:pt x="35641" y="7292"/>
                    <a:pt x="35641" y="7292"/>
                  </a:cubicBezTo>
                  <a:cubicBezTo>
                    <a:pt x="35640" y="6697"/>
                    <a:pt x="35288" y="6134"/>
                    <a:pt x="34704" y="5892"/>
                  </a:cubicBezTo>
                  <a:cubicBezTo>
                    <a:pt x="34198" y="5682"/>
                    <a:pt x="34198" y="5682"/>
                    <a:pt x="34198" y="5682"/>
                  </a:cubicBezTo>
                  <a:cubicBezTo>
                    <a:pt x="33773" y="5525"/>
                    <a:pt x="33307" y="5214"/>
                    <a:pt x="33069" y="4988"/>
                  </a:cubicBezTo>
                  <a:cubicBezTo>
                    <a:pt x="33069" y="4988"/>
                    <a:pt x="32601" y="4430"/>
                    <a:pt x="33145" y="3887"/>
                  </a:cubicBezTo>
                  <a:cubicBezTo>
                    <a:pt x="34209" y="2817"/>
                    <a:pt x="34209" y="2817"/>
                    <a:pt x="34209" y="2817"/>
                  </a:cubicBezTo>
                  <a:cubicBezTo>
                    <a:pt x="35220" y="1805"/>
                    <a:pt x="35220" y="1805"/>
                    <a:pt x="35220" y="1805"/>
                  </a:cubicBezTo>
                  <a:cubicBezTo>
                    <a:pt x="35493" y="1519"/>
                    <a:pt x="35631" y="1153"/>
                    <a:pt x="35637" y="784"/>
                  </a:cubicBezTo>
                  <a:cubicBezTo>
                    <a:pt x="35638" y="759"/>
                    <a:pt x="35638" y="759"/>
                    <a:pt x="35638" y="759"/>
                  </a:cubicBezTo>
                  <a:cubicBezTo>
                    <a:pt x="35639" y="759"/>
                    <a:pt x="35639" y="759"/>
                    <a:pt x="35639" y="759"/>
                  </a:cubicBezTo>
                  <a:cubicBezTo>
                    <a:pt x="35639" y="757"/>
                    <a:pt x="35639" y="755"/>
                    <a:pt x="35639" y="753"/>
                  </a:cubicBezTo>
                  <a:cubicBezTo>
                    <a:pt x="35633" y="524"/>
                    <a:pt x="35566" y="342"/>
                    <a:pt x="35435" y="209"/>
                  </a:cubicBezTo>
                  <a:cubicBezTo>
                    <a:pt x="35302" y="75"/>
                    <a:pt x="35120" y="7"/>
                    <a:pt x="34889" y="2"/>
                  </a:cubicBezTo>
                  <a:cubicBezTo>
                    <a:pt x="34881" y="2"/>
                    <a:pt x="34873" y="0"/>
                    <a:pt x="34865" y="0"/>
                  </a:cubicBezTo>
                  <a:cubicBezTo>
                    <a:pt x="34562" y="0"/>
                    <a:pt x="34562" y="0"/>
                    <a:pt x="34562" y="0"/>
                  </a:cubicBezTo>
                  <a:cubicBezTo>
                    <a:pt x="34016" y="13"/>
                    <a:pt x="33541" y="250"/>
                    <a:pt x="33196" y="592"/>
                  </a:cubicBezTo>
                  <a:cubicBezTo>
                    <a:pt x="33182" y="606"/>
                    <a:pt x="31828" y="1964"/>
                    <a:pt x="31470" y="2323"/>
                  </a:cubicBezTo>
                  <a:cubicBezTo>
                    <a:pt x="31488" y="2321"/>
                    <a:pt x="31488" y="2321"/>
                    <a:pt x="31488" y="2321"/>
                  </a:cubicBezTo>
                  <a:cubicBezTo>
                    <a:pt x="29574" y="4234"/>
                    <a:pt x="29574" y="4234"/>
                    <a:pt x="29574" y="4234"/>
                  </a:cubicBezTo>
                  <a:cubicBezTo>
                    <a:pt x="29574" y="4234"/>
                    <a:pt x="29572" y="1232"/>
                    <a:pt x="29572" y="1229"/>
                  </a:cubicBezTo>
                  <a:cubicBezTo>
                    <a:pt x="29572" y="550"/>
                    <a:pt x="29022" y="0"/>
                    <a:pt x="28344" y="0"/>
                  </a:cubicBezTo>
                  <a:cubicBezTo>
                    <a:pt x="28344" y="0"/>
                    <a:pt x="27833" y="1"/>
                    <a:pt x="27813" y="1"/>
                  </a:cubicBezTo>
                  <a:cubicBezTo>
                    <a:pt x="27675" y="1"/>
                    <a:pt x="27474" y="4"/>
                    <a:pt x="27379" y="53"/>
                  </a:cubicBezTo>
                  <a:cubicBezTo>
                    <a:pt x="27299" y="96"/>
                    <a:pt x="27300" y="181"/>
                    <a:pt x="27300" y="261"/>
                  </a:cubicBezTo>
                  <a:cubicBezTo>
                    <a:pt x="27300" y="8152"/>
                    <a:pt x="27300" y="8152"/>
                    <a:pt x="27300" y="8152"/>
                  </a:cubicBezTo>
                  <a:cubicBezTo>
                    <a:pt x="27300" y="8257"/>
                    <a:pt x="27384" y="8342"/>
                    <a:pt x="27489" y="8342"/>
                  </a:cubicBezTo>
                  <a:cubicBezTo>
                    <a:pt x="27491" y="8341"/>
                    <a:pt x="27491" y="8341"/>
                    <a:pt x="27491" y="8341"/>
                  </a:cubicBezTo>
                  <a:cubicBezTo>
                    <a:pt x="27489" y="8345"/>
                    <a:pt x="27489" y="8345"/>
                    <a:pt x="27489" y="8345"/>
                  </a:cubicBezTo>
                  <a:cubicBezTo>
                    <a:pt x="27910" y="8345"/>
                    <a:pt x="27910" y="8345"/>
                    <a:pt x="27910" y="8345"/>
                  </a:cubicBezTo>
                  <a:cubicBezTo>
                    <a:pt x="28456" y="8332"/>
                    <a:pt x="28931" y="8095"/>
                    <a:pt x="29275" y="7752"/>
                  </a:cubicBezTo>
                  <a:cubicBezTo>
                    <a:pt x="29281" y="7747"/>
                    <a:pt x="29518" y="7510"/>
                    <a:pt x="29817" y="7209"/>
                  </a:cubicBezTo>
                  <a:cubicBezTo>
                    <a:pt x="30023" y="7004"/>
                    <a:pt x="30306" y="6876"/>
                    <a:pt x="30620" y="6875"/>
                  </a:cubicBezTo>
                  <a:cubicBezTo>
                    <a:pt x="30621" y="6875"/>
                    <a:pt x="30621" y="6875"/>
                    <a:pt x="30621" y="6875"/>
                  </a:cubicBezTo>
                  <a:cubicBezTo>
                    <a:pt x="30621" y="6875"/>
                    <a:pt x="30621" y="6875"/>
                    <a:pt x="30621" y="6875"/>
                  </a:cubicBezTo>
                  <a:cubicBezTo>
                    <a:pt x="31018" y="6876"/>
                    <a:pt x="31395" y="6966"/>
                    <a:pt x="31733" y="7123"/>
                  </a:cubicBezTo>
                  <a:cubicBezTo>
                    <a:pt x="34067" y="8091"/>
                    <a:pt x="34067" y="8091"/>
                    <a:pt x="34067" y="8091"/>
                  </a:cubicBezTo>
                  <a:cubicBezTo>
                    <a:pt x="34067" y="8091"/>
                    <a:pt x="34633" y="8345"/>
                    <a:pt x="35108" y="8345"/>
                  </a:cubicBezTo>
                  <a:cubicBezTo>
                    <a:pt x="35451" y="8345"/>
                    <a:pt x="35451" y="8345"/>
                    <a:pt x="35451" y="8345"/>
                  </a:cubicBezTo>
                  <a:cubicBezTo>
                    <a:pt x="35450" y="8341"/>
                    <a:pt x="35450" y="8341"/>
                    <a:pt x="35450" y="8341"/>
                  </a:cubicBezTo>
                  <a:cubicBezTo>
                    <a:pt x="35451" y="8342"/>
                    <a:pt x="35451" y="8342"/>
                    <a:pt x="35451" y="8342"/>
                  </a:cubicBezTo>
                  <a:cubicBezTo>
                    <a:pt x="35556" y="8342"/>
                    <a:pt x="35641" y="8257"/>
                    <a:pt x="35641" y="815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grpSp>
      <p:grpSp>
        <p:nvGrpSpPr>
          <p:cNvPr id="24" name="Gruppieren 23" hidden="1">
            <a:extLst>
              <a:ext uri="{FF2B5EF4-FFF2-40B4-BE49-F238E27FC236}">
                <a16:creationId xmlns:a16="http://schemas.microsoft.com/office/drawing/2014/main" id="{DB7B64FA-4D21-4949-8AAB-9BFF8D9BC39C}"/>
              </a:ext>
            </a:extLst>
          </p:cNvPr>
          <p:cNvGrpSpPr/>
          <p:nvPr userDrawn="1"/>
        </p:nvGrpSpPr>
        <p:grpSpPr>
          <a:xfrm>
            <a:off x="-4321683" y="211650"/>
            <a:ext cx="10189084" cy="7360034"/>
            <a:chOff x="1407269" y="410447"/>
            <a:chExt cx="7401589" cy="5346501"/>
          </a:xfrm>
        </p:grpSpPr>
        <p:sp>
          <p:nvSpPr>
            <p:cNvPr id="25" name="Freihandform: Form 24">
              <a:extLst>
                <a:ext uri="{FF2B5EF4-FFF2-40B4-BE49-F238E27FC236}">
                  <a16:creationId xmlns:a16="http://schemas.microsoft.com/office/drawing/2014/main" id="{983776DB-66DF-4938-AA7E-EB94B22AE511}"/>
                </a:ext>
              </a:extLst>
            </p:cNvPr>
            <p:cNvSpPr/>
            <p:nvPr/>
          </p:nvSpPr>
          <p:spPr>
            <a:xfrm rot="20417692">
              <a:off x="1407269" y="410447"/>
              <a:ext cx="6942525" cy="5346501"/>
            </a:xfrm>
            <a:custGeom>
              <a:avLst/>
              <a:gdLst>
                <a:gd name="connsiteX0" fmla="*/ 4388610 w 6942525"/>
                <a:gd name="connsiteY0" fmla="*/ 2797988 h 5346501"/>
                <a:gd name="connsiteX1" fmla="*/ 4845199 w 6942525"/>
                <a:gd name="connsiteY1" fmla="*/ 3071724 h 5346501"/>
                <a:gd name="connsiteX2" fmla="*/ 4849579 w 6942525"/>
                <a:gd name="connsiteY2" fmla="*/ 3076103 h 5346501"/>
                <a:gd name="connsiteX3" fmla="*/ 4864910 w 6942525"/>
                <a:gd name="connsiteY3" fmla="*/ 3091433 h 5346501"/>
                <a:gd name="connsiteX4" fmla="*/ 4870384 w 6942525"/>
                <a:gd name="connsiteY4" fmla="*/ 3096908 h 5346501"/>
                <a:gd name="connsiteX5" fmla="*/ 4897756 w 6942525"/>
                <a:gd name="connsiteY5" fmla="*/ 3127565 h 5346501"/>
                <a:gd name="connsiteX6" fmla="*/ 4902137 w 6942525"/>
                <a:gd name="connsiteY6" fmla="*/ 3133040 h 5346501"/>
                <a:gd name="connsiteX7" fmla="*/ 4914180 w 6942525"/>
                <a:gd name="connsiteY7" fmla="*/ 3147274 h 5346501"/>
                <a:gd name="connsiteX8" fmla="*/ 4921846 w 6942525"/>
                <a:gd name="connsiteY8" fmla="*/ 3156034 h 5346501"/>
                <a:gd name="connsiteX9" fmla="*/ 4933890 w 6942525"/>
                <a:gd name="connsiteY9" fmla="*/ 3171363 h 5346501"/>
                <a:gd name="connsiteX10" fmla="*/ 4939364 w 6942525"/>
                <a:gd name="connsiteY10" fmla="*/ 3179028 h 5346501"/>
                <a:gd name="connsiteX11" fmla="*/ 4979880 w 6942525"/>
                <a:gd name="connsiteY11" fmla="*/ 3234870 h 5346501"/>
                <a:gd name="connsiteX12" fmla="*/ 4982067 w 6942525"/>
                <a:gd name="connsiteY12" fmla="*/ 3238154 h 5346501"/>
                <a:gd name="connsiteX13" fmla="*/ 5062135 w 6942525"/>
                <a:gd name="connsiteY13" fmla="*/ 3381728 h 5346501"/>
                <a:gd name="connsiteX14" fmla="*/ 5080445 w 6942525"/>
                <a:gd name="connsiteY14" fmla="*/ 3430512 h 5346501"/>
                <a:gd name="connsiteX15" fmla="*/ 5045549 w 6942525"/>
                <a:gd name="connsiteY15" fmla="*/ 3435607 h 5346501"/>
                <a:gd name="connsiteX16" fmla="*/ 4879551 w 6942525"/>
                <a:gd name="connsiteY16" fmla="*/ 3478187 h 5346501"/>
                <a:gd name="connsiteX17" fmla="*/ 4586973 w 6942525"/>
                <a:gd name="connsiteY17" fmla="*/ 3589312 h 5346501"/>
                <a:gd name="connsiteX18" fmla="*/ 4561618 w 6942525"/>
                <a:gd name="connsiteY18" fmla="*/ 3601296 h 5346501"/>
                <a:gd name="connsiteX19" fmla="*/ 4330412 w 6942525"/>
                <a:gd name="connsiteY19" fmla="*/ 3702809 h 5346501"/>
                <a:gd name="connsiteX20" fmla="*/ 4268693 w 6942525"/>
                <a:gd name="connsiteY20" fmla="*/ 3728097 h 5346501"/>
                <a:gd name="connsiteX21" fmla="*/ 4175275 w 6942525"/>
                <a:gd name="connsiteY21" fmla="*/ 3768366 h 5346501"/>
                <a:gd name="connsiteX22" fmla="*/ 4039156 w 6942525"/>
                <a:gd name="connsiteY22" fmla="*/ 3824940 h 5346501"/>
                <a:gd name="connsiteX23" fmla="*/ 3947413 w 6942525"/>
                <a:gd name="connsiteY23" fmla="*/ 3860545 h 5346501"/>
                <a:gd name="connsiteX24" fmla="*/ 3643827 w 6942525"/>
                <a:gd name="connsiteY24" fmla="*/ 3972996 h 5346501"/>
                <a:gd name="connsiteX25" fmla="*/ 3476707 w 6942525"/>
                <a:gd name="connsiteY25" fmla="*/ 4013197 h 5346501"/>
                <a:gd name="connsiteX26" fmla="*/ 3355633 w 6942525"/>
                <a:gd name="connsiteY26" fmla="*/ 4027765 h 5346501"/>
                <a:gd name="connsiteX27" fmla="*/ 3089870 w 6942525"/>
                <a:gd name="connsiteY27" fmla="*/ 3990506 h 5346501"/>
                <a:gd name="connsiteX28" fmla="*/ 2992368 w 6942525"/>
                <a:gd name="connsiteY28" fmla="*/ 3945152 h 5346501"/>
                <a:gd name="connsiteX29" fmla="*/ 2985393 w 6942525"/>
                <a:gd name="connsiteY29" fmla="*/ 3848037 h 5346501"/>
                <a:gd name="connsiteX30" fmla="*/ 3056068 w 6942525"/>
                <a:gd name="connsiteY30" fmla="*/ 3453858 h 5346501"/>
                <a:gd name="connsiteX31" fmla="*/ 3061542 w 6942525"/>
                <a:gd name="connsiteY31" fmla="*/ 3440719 h 5346501"/>
                <a:gd name="connsiteX32" fmla="*/ 3067017 w 6942525"/>
                <a:gd name="connsiteY32" fmla="*/ 3427579 h 5346501"/>
                <a:gd name="connsiteX33" fmla="*/ 3079060 w 6942525"/>
                <a:gd name="connsiteY33" fmla="*/ 3400206 h 5346501"/>
                <a:gd name="connsiteX34" fmla="*/ 3079061 w 6942525"/>
                <a:gd name="connsiteY34" fmla="*/ 3399111 h 5346501"/>
                <a:gd name="connsiteX35" fmla="*/ 3172131 w 6942525"/>
                <a:gd name="connsiteY35" fmla="*/ 3230490 h 5346501"/>
                <a:gd name="connsiteX36" fmla="*/ 3553170 w 6942525"/>
                <a:gd name="connsiteY36" fmla="*/ 2884488 h 5346501"/>
                <a:gd name="connsiteX37" fmla="*/ 3558645 w 6942525"/>
                <a:gd name="connsiteY37" fmla="*/ 2881204 h 5346501"/>
                <a:gd name="connsiteX38" fmla="*/ 3572879 w 6942525"/>
                <a:gd name="connsiteY38" fmla="*/ 2873539 h 5346501"/>
                <a:gd name="connsiteX39" fmla="*/ 3583829 w 6942525"/>
                <a:gd name="connsiteY39" fmla="*/ 2868065 h 5346501"/>
                <a:gd name="connsiteX40" fmla="*/ 3592588 w 6942525"/>
                <a:gd name="connsiteY40" fmla="*/ 2863686 h 5346501"/>
                <a:gd name="connsiteX41" fmla="*/ 3609013 w 6942525"/>
                <a:gd name="connsiteY41" fmla="*/ 2856020 h 5346501"/>
                <a:gd name="connsiteX42" fmla="*/ 3612297 w 6942525"/>
                <a:gd name="connsiteY42" fmla="*/ 2854926 h 5346501"/>
                <a:gd name="connsiteX43" fmla="*/ 4171812 w 6942525"/>
                <a:gd name="connsiteY43" fmla="*/ 2756381 h 5346501"/>
                <a:gd name="connsiteX44" fmla="*/ 4307585 w 6942525"/>
                <a:gd name="connsiteY44" fmla="*/ 2777184 h 5346501"/>
                <a:gd name="connsiteX45" fmla="*/ 4309775 w 6942525"/>
                <a:gd name="connsiteY45" fmla="*/ 2778279 h 5346501"/>
                <a:gd name="connsiteX46" fmla="*/ 4332768 w 6942525"/>
                <a:gd name="connsiteY46" fmla="*/ 2783754 h 5346501"/>
                <a:gd name="connsiteX47" fmla="*/ 4334957 w 6942525"/>
                <a:gd name="connsiteY47" fmla="*/ 2783754 h 5346501"/>
                <a:gd name="connsiteX48" fmla="*/ 4341527 w 6942525"/>
                <a:gd name="connsiteY48" fmla="*/ 2785945 h 5346501"/>
                <a:gd name="connsiteX49" fmla="*/ 4363426 w 6942525"/>
                <a:gd name="connsiteY49" fmla="*/ 2791418 h 5346501"/>
                <a:gd name="connsiteX50" fmla="*/ 4380946 w 6942525"/>
                <a:gd name="connsiteY50" fmla="*/ 2795799 h 5346501"/>
                <a:gd name="connsiteX51" fmla="*/ 4388610 w 6942525"/>
                <a:gd name="connsiteY51" fmla="*/ 2797988 h 5346501"/>
                <a:gd name="connsiteX52" fmla="*/ 6771598 w 6942525"/>
                <a:gd name="connsiteY52" fmla="*/ 3546932 h 5346501"/>
                <a:gd name="connsiteX53" fmla="*/ 6929240 w 6942525"/>
                <a:gd name="connsiteY53" fmla="*/ 3620440 h 5346501"/>
                <a:gd name="connsiteX54" fmla="*/ 6942525 w 6942525"/>
                <a:gd name="connsiteY54" fmla="*/ 3629091 h 5346501"/>
                <a:gd name="connsiteX55" fmla="*/ 6341311 w 6942525"/>
                <a:gd name="connsiteY55" fmla="*/ 5307743 h 5346501"/>
                <a:gd name="connsiteX56" fmla="*/ 6322731 w 6942525"/>
                <a:gd name="connsiteY56" fmla="*/ 5345603 h 5346501"/>
                <a:gd name="connsiteX57" fmla="*/ 6321801 w 6942525"/>
                <a:gd name="connsiteY57" fmla="*/ 5346501 h 5346501"/>
                <a:gd name="connsiteX58" fmla="*/ 6233585 w 6942525"/>
                <a:gd name="connsiteY58" fmla="*/ 5329491 h 5346501"/>
                <a:gd name="connsiteX59" fmla="*/ 5624340 w 6942525"/>
                <a:gd name="connsiteY59" fmla="*/ 4843958 h 5346501"/>
                <a:gd name="connsiteX60" fmla="*/ 5586835 w 6942525"/>
                <a:gd name="connsiteY60" fmla="*/ 4756564 h 5346501"/>
                <a:gd name="connsiteX61" fmla="*/ 5593276 w 6942525"/>
                <a:gd name="connsiteY61" fmla="*/ 4698185 h 5346501"/>
                <a:gd name="connsiteX62" fmla="*/ 5621590 w 6942525"/>
                <a:gd name="connsiteY62" fmla="*/ 4597078 h 5346501"/>
                <a:gd name="connsiteX63" fmla="*/ 5807147 w 6942525"/>
                <a:gd name="connsiteY63" fmla="*/ 4078983 h 5346501"/>
                <a:gd name="connsiteX64" fmla="*/ 5831463 w 6942525"/>
                <a:gd name="connsiteY64" fmla="*/ 3787766 h 5346501"/>
                <a:gd name="connsiteX65" fmla="*/ 5818045 w 6942525"/>
                <a:gd name="connsiteY65" fmla="*/ 3747493 h 5346501"/>
                <a:gd name="connsiteX66" fmla="*/ 5827361 w 6942525"/>
                <a:gd name="connsiteY66" fmla="*/ 3737448 h 5346501"/>
                <a:gd name="connsiteX67" fmla="*/ 6680322 w 6942525"/>
                <a:gd name="connsiteY67" fmla="*/ 3519554 h 5346501"/>
                <a:gd name="connsiteX68" fmla="*/ 6771598 w 6942525"/>
                <a:gd name="connsiteY68" fmla="*/ 3546932 h 5346501"/>
                <a:gd name="connsiteX69" fmla="*/ 6517110 w 6942525"/>
                <a:gd name="connsiteY69" fmla="*/ 1905535 h 5346501"/>
                <a:gd name="connsiteX70" fmla="*/ 6865206 w 6942525"/>
                <a:gd name="connsiteY70" fmla="*/ 2030207 h 5346501"/>
                <a:gd name="connsiteX71" fmla="*/ 6880422 w 6942525"/>
                <a:gd name="connsiteY71" fmla="*/ 2061641 h 5346501"/>
                <a:gd name="connsiteX72" fmla="*/ 6937632 w 6942525"/>
                <a:gd name="connsiteY72" fmla="*/ 2415855 h 5346501"/>
                <a:gd name="connsiteX73" fmla="*/ 6937632 w 6942525"/>
                <a:gd name="connsiteY73" fmla="*/ 2427898 h 5346501"/>
                <a:gd name="connsiteX74" fmla="*/ 6935443 w 6942525"/>
                <a:gd name="connsiteY74" fmla="*/ 2457462 h 5346501"/>
                <a:gd name="connsiteX75" fmla="*/ 6928873 w 6942525"/>
                <a:gd name="connsiteY75" fmla="*/ 2515494 h 5346501"/>
                <a:gd name="connsiteX76" fmla="*/ 6927780 w 6942525"/>
                <a:gd name="connsiteY76" fmla="*/ 2522064 h 5346501"/>
                <a:gd name="connsiteX77" fmla="*/ 6921210 w 6942525"/>
                <a:gd name="connsiteY77" fmla="*/ 2560387 h 5346501"/>
                <a:gd name="connsiteX78" fmla="*/ 6914640 w 6942525"/>
                <a:gd name="connsiteY78" fmla="*/ 2588856 h 5346501"/>
                <a:gd name="connsiteX79" fmla="*/ 6911353 w 6942525"/>
                <a:gd name="connsiteY79" fmla="*/ 2604185 h 5346501"/>
                <a:gd name="connsiteX80" fmla="*/ 6779964 w 6942525"/>
                <a:gd name="connsiteY80" fmla="*/ 2904199 h 5346501"/>
                <a:gd name="connsiteX81" fmla="*/ 6770107 w 6942525"/>
                <a:gd name="connsiteY81" fmla="*/ 2918433 h 5346501"/>
                <a:gd name="connsiteX82" fmla="*/ 6754778 w 6942525"/>
                <a:gd name="connsiteY82" fmla="*/ 2940332 h 5346501"/>
                <a:gd name="connsiteX83" fmla="*/ 6730689 w 6942525"/>
                <a:gd name="connsiteY83" fmla="*/ 2972084 h 5346501"/>
                <a:gd name="connsiteX84" fmla="*/ 6728498 w 6942525"/>
                <a:gd name="connsiteY84" fmla="*/ 2974275 h 5346501"/>
                <a:gd name="connsiteX85" fmla="*/ 6496372 w 6942525"/>
                <a:gd name="connsiteY85" fmla="*/ 3179028 h 5346501"/>
                <a:gd name="connsiteX86" fmla="*/ 6494183 w 6942525"/>
                <a:gd name="connsiteY86" fmla="*/ 3180123 h 5346501"/>
                <a:gd name="connsiteX87" fmla="*/ 6461333 w 6942525"/>
                <a:gd name="connsiteY87" fmla="*/ 3199833 h 5346501"/>
                <a:gd name="connsiteX88" fmla="*/ 6453670 w 6942525"/>
                <a:gd name="connsiteY88" fmla="*/ 3204212 h 5346501"/>
                <a:gd name="connsiteX89" fmla="*/ 6425200 w 6942525"/>
                <a:gd name="connsiteY89" fmla="*/ 3219541 h 5346501"/>
                <a:gd name="connsiteX90" fmla="*/ 6413155 w 6942525"/>
                <a:gd name="connsiteY90" fmla="*/ 3226112 h 5346501"/>
                <a:gd name="connsiteX91" fmla="*/ 6387972 w 6942525"/>
                <a:gd name="connsiteY91" fmla="*/ 3238155 h 5346501"/>
                <a:gd name="connsiteX92" fmla="*/ 6370454 w 6942525"/>
                <a:gd name="connsiteY92" fmla="*/ 3245819 h 5346501"/>
                <a:gd name="connsiteX93" fmla="*/ 6348555 w 6942525"/>
                <a:gd name="connsiteY93" fmla="*/ 3254580 h 5346501"/>
                <a:gd name="connsiteX94" fmla="*/ 6327751 w 6942525"/>
                <a:gd name="connsiteY94" fmla="*/ 3262244 h 5346501"/>
                <a:gd name="connsiteX95" fmla="*/ 6306946 w 6942525"/>
                <a:gd name="connsiteY95" fmla="*/ 3268813 h 5346501"/>
                <a:gd name="connsiteX96" fmla="*/ 6285047 w 6942525"/>
                <a:gd name="connsiteY96" fmla="*/ 3276478 h 5346501"/>
                <a:gd name="connsiteX97" fmla="*/ 6264243 w 6942525"/>
                <a:gd name="connsiteY97" fmla="*/ 3283048 h 5346501"/>
                <a:gd name="connsiteX98" fmla="*/ 6242346 w 6942525"/>
                <a:gd name="connsiteY98" fmla="*/ 3289617 h 5346501"/>
                <a:gd name="connsiteX99" fmla="*/ 6216068 w 6942525"/>
                <a:gd name="connsiteY99" fmla="*/ 3296187 h 5346501"/>
                <a:gd name="connsiteX100" fmla="*/ 6199642 w 6942525"/>
                <a:gd name="connsiteY100" fmla="*/ 3300566 h 5346501"/>
                <a:gd name="connsiteX101" fmla="*/ 6162416 w 6942525"/>
                <a:gd name="connsiteY101" fmla="*/ 3307137 h 5346501"/>
                <a:gd name="connsiteX102" fmla="*/ 6155844 w 6942525"/>
                <a:gd name="connsiteY102" fmla="*/ 3308231 h 5346501"/>
                <a:gd name="connsiteX103" fmla="*/ 5609469 w 6942525"/>
                <a:gd name="connsiteY103" fmla="*/ 3232680 h 5346501"/>
                <a:gd name="connsiteX104" fmla="*/ 5149595 w 6942525"/>
                <a:gd name="connsiteY104" fmla="*/ 2758571 h 5346501"/>
                <a:gd name="connsiteX105" fmla="*/ 5149594 w 6942525"/>
                <a:gd name="connsiteY105" fmla="*/ 2757476 h 5346501"/>
                <a:gd name="connsiteX106" fmla="*/ 5118935 w 6942525"/>
                <a:gd name="connsiteY106" fmla="*/ 2677546 h 5346501"/>
                <a:gd name="connsiteX107" fmla="*/ 5116746 w 6942525"/>
                <a:gd name="connsiteY107" fmla="*/ 2669881 h 5346501"/>
                <a:gd name="connsiteX108" fmla="*/ 5105797 w 6942525"/>
                <a:gd name="connsiteY108" fmla="*/ 2632653 h 5346501"/>
                <a:gd name="connsiteX109" fmla="*/ 5103609 w 6942525"/>
                <a:gd name="connsiteY109" fmla="*/ 2624990 h 5346501"/>
                <a:gd name="connsiteX110" fmla="*/ 5094847 w 6942525"/>
                <a:gd name="connsiteY110" fmla="*/ 2587760 h 5346501"/>
                <a:gd name="connsiteX111" fmla="*/ 5093752 w 6942525"/>
                <a:gd name="connsiteY111" fmla="*/ 2584476 h 5346501"/>
                <a:gd name="connsiteX112" fmla="*/ 5086087 w 6942525"/>
                <a:gd name="connsiteY112" fmla="*/ 2541774 h 5346501"/>
                <a:gd name="connsiteX113" fmla="*/ 5084995 w 6942525"/>
                <a:gd name="connsiteY113" fmla="*/ 2538489 h 5346501"/>
                <a:gd name="connsiteX114" fmla="*/ 5082804 w 6942525"/>
                <a:gd name="connsiteY114" fmla="*/ 2526445 h 5346501"/>
                <a:gd name="connsiteX115" fmla="*/ 5078286 w 6942525"/>
                <a:gd name="connsiteY115" fmla="*/ 2461983 h 5346501"/>
                <a:gd name="connsiteX116" fmla="*/ 5159963 w 6942525"/>
                <a:gd name="connsiteY116" fmla="*/ 2430582 h 5346501"/>
                <a:gd name="connsiteX117" fmla="*/ 5859576 w 6942525"/>
                <a:gd name="connsiteY117" fmla="*/ 2138728 h 5346501"/>
                <a:gd name="connsiteX118" fmla="*/ 6339331 w 6942525"/>
                <a:gd name="connsiteY118" fmla="*/ 1931386 h 5346501"/>
                <a:gd name="connsiteX119" fmla="*/ 6431079 w 6942525"/>
                <a:gd name="connsiteY119" fmla="*/ 1895788 h 5346501"/>
                <a:gd name="connsiteX120" fmla="*/ 6442085 w 6942525"/>
                <a:gd name="connsiteY120" fmla="*/ 1894460 h 5346501"/>
                <a:gd name="connsiteX121" fmla="*/ 6517110 w 6942525"/>
                <a:gd name="connsiteY121" fmla="*/ 1905535 h 5346501"/>
                <a:gd name="connsiteX122" fmla="*/ 1211371 w 6942525"/>
                <a:gd name="connsiteY122" fmla="*/ 0 h 5346501"/>
                <a:gd name="connsiteX123" fmla="*/ 1323858 w 6942525"/>
                <a:gd name="connsiteY123" fmla="*/ 40288 h 5346501"/>
                <a:gd name="connsiteX124" fmla="*/ 1505887 w 6942525"/>
                <a:gd name="connsiteY124" fmla="*/ 105482 h 5346501"/>
                <a:gd name="connsiteX125" fmla="*/ 1989090 w 6942525"/>
                <a:gd name="connsiteY125" fmla="*/ 520789 h 5346501"/>
                <a:gd name="connsiteX126" fmla="*/ 2435576 w 6942525"/>
                <a:gd name="connsiteY126" fmla="*/ 1383611 h 5346501"/>
                <a:gd name="connsiteX127" fmla="*/ 2371730 w 6942525"/>
                <a:gd name="connsiteY127" fmla="*/ 1422742 h 5346501"/>
                <a:gd name="connsiteX128" fmla="*/ 2359686 w 6942525"/>
                <a:gd name="connsiteY128" fmla="*/ 1429313 h 5346501"/>
                <a:gd name="connsiteX129" fmla="*/ 2350925 w 6942525"/>
                <a:gd name="connsiteY129" fmla="*/ 1433692 h 5346501"/>
                <a:gd name="connsiteX130" fmla="*/ 2345451 w 6942525"/>
                <a:gd name="connsiteY130" fmla="*/ 1436976 h 5346501"/>
                <a:gd name="connsiteX131" fmla="*/ 2229389 w 6942525"/>
                <a:gd name="connsiteY131" fmla="*/ 1693194 h 5346501"/>
                <a:gd name="connsiteX132" fmla="*/ 2229388 w 6942525"/>
                <a:gd name="connsiteY132" fmla="*/ 1695383 h 5346501"/>
                <a:gd name="connsiteX133" fmla="*/ 2407863 w 6942525"/>
                <a:gd name="connsiteY133" fmla="*/ 1846485 h 5346501"/>
                <a:gd name="connsiteX134" fmla="*/ 2414433 w 6942525"/>
                <a:gd name="connsiteY134" fmla="*/ 1846484 h 5346501"/>
                <a:gd name="connsiteX135" fmla="*/ 2658605 w 6942525"/>
                <a:gd name="connsiteY135" fmla="*/ 1899042 h 5346501"/>
                <a:gd name="connsiteX136" fmla="*/ 2822470 w 6942525"/>
                <a:gd name="connsiteY136" fmla="*/ 1986791 h 5346501"/>
                <a:gd name="connsiteX137" fmla="*/ 2878775 w 6942525"/>
                <a:gd name="connsiteY137" fmla="*/ 2031380 h 5346501"/>
                <a:gd name="connsiteX138" fmla="*/ 2929827 w 6942525"/>
                <a:gd name="connsiteY138" fmla="*/ 2084748 h 5346501"/>
                <a:gd name="connsiteX139" fmla="*/ 2965120 w 6942525"/>
                <a:gd name="connsiteY139" fmla="*/ 2115980 h 5346501"/>
                <a:gd name="connsiteX140" fmla="*/ 3018673 w 6942525"/>
                <a:gd name="connsiteY140" fmla="*/ 2184978 h 5346501"/>
                <a:gd name="connsiteX141" fmla="*/ 3133809 w 6942525"/>
                <a:gd name="connsiteY141" fmla="*/ 2449798 h 5346501"/>
                <a:gd name="connsiteX142" fmla="*/ 2548016 w 6942525"/>
                <a:gd name="connsiteY142" fmla="*/ 3383781 h 5346501"/>
                <a:gd name="connsiteX143" fmla="*/ 2536880 w 6942525"/>
                <a:gd name="connsiteY143" fmla="*/ 3385712 h 5346501"/>
                <a:gd name="connsiteX144" fmla="*/ 2514488 w 6942525"/>
                <a:gd name="connsiteY144" fmla="*/ 3347339 h 5346501"/>
                <a:gd name="connsiteX145" fmla="*/ 2350348 w 6942525"/>
                <a:gd name="connsiteY145" fmla="*/ 3041037 h 5346501"/>
                <a:gd name="connsiteX146" fmla="*/ 2228498 w 6942525"/>
                <a:gd name="connsiteY146" fmla="*/ 2807812 h 5346501"/>
                <a:gd name="connsiteX147" fmla="*/ 2202859 w 6942525"/>
                <a:gd name="connsiteY147" fmla="*/ 2761768 h 5346501"/>
                <a:gd name="connsiteX148" fmla="*/ 2199862 w 6942525"/>
                <a:gd name="connsiteY148" fmla="*/ 2755426 h 5346501"/>
                <a:gd name="connsiteX149" fmla="*/ 2029384 w 6942525"/>
                <a:gd name="connsiteY149" fmla="*/ 2452123 h 5346501"/>
                <a:gd name="connsiteX150" fmla="*/ 1852495 w 6942525"/>
                <a:gd name="connsiteY150" fmla="*/ 2225519 h 5346501"/>
                <a:gd name="connsiteX151" fmla="*/ 1818850 w 6942525"/>
                <a:gd name="connsiteY151" fmla="*/ 2187136 h 5346501"/>
                <a:gd name="connsiteX152" fmla="*/ 1791189 w 6942525"/>
                <a:gd name="connsiteY152" fmla="*/ 2161433 h 5346501"/>
                <a:gd name="connsiteX153" fmla="*/ 1769205 w 6942525"/>
                <a:gd name="connsiteY153" fmla="*/ 2145235 h 5346501"/>
                <a:gd name="connsiteX154" fmla="*/ 1808930 w 6942525"/>
                <a:gd name="connsiteY154" fmla="*/ 2097226 h 5346501"/>
                <a:gd name="connsiteX155" fmla="*/ 2006020 w 6942525"/>
                <a:gd name="connsiteY155" fmla="*/ 1945030 h 5346501"/>
                <a:gd name="connsiteX156" fmla="*/ 2011495 w 6942525"/>
                <a:gd name="connsiteY156" fmla="*/ 1941744 h 5346501"/>
                <a:gd name="connsiteX157" fmla="*/ 2106755 w 6942525"/>
                <a:gd name="connsiteY157" fmla="*/ 1728230 h 5346501"/>
                <a:gd name="connsiteX158" fmla="*/ 2106755 w 6942525"/>
                <a:gd name="connsiteY158" fmla="*/ 1726042 h 5346501"/>
                <a:gd name="connsiteX159" fmla="*/ 1891051 w 6942525"/>
                <a:gd name="connsiteY159" fmla="*/ 1545376 h 5346501"/>
                <a:gd name="connsiteX160" fmla="*/ 1884482 w 6942525"/>
                <a:gd name="connsiteY160" fmla="*/ 1545377 h 5346501"/>
                <a:gd name="connsiteX161" fmla="*/ 1603082 w 6942525"/>
                <a:gd name="connsiteY161" fmla="*/ 1491724 h 5346501"/>
                <a:gd name="connsiteX162" fmla="*/ 1601987 w 6942525"/>
                <a:gd name="connsiteY162" fmla="*/ 1491724 h 5346501"/>
                <a:gd name="connsiteX163" fmla="*/ 1586657 w 6942525"/>
                <a:gd name="connsiteY163" fmla="*/ 1486249 h 5346501"/>
                <a:gd name="connsiteX164" fmla="*/ 1501252 w 6942525"/>
                <a:gd name="connsiteY164" fmla="*/ 1449021 h 5346501"/>
                <a:gd name="connsiteX165" fmla="*/ 1494683 w 6942525"/>
                <a:gd name="connsiteY165" fmla="*/ 1445737 h 5346501"/>
                <a:gd name="connsiteX166" fmla="*/ 1469499 w 6942525"/>
                <a:gd name="connsiteY166" fmla="*/ 1432597 h 5346501"/>
                <a:gd name="connsiteX167" fmla="*/ 1462930 w 6942525"/>
                <a:gd name="connsiteY167" fmla="*/ 1429312 h 5346501"/>
                <a:gd name="connsiteX168" fmla="*/ 1433366 w 6942525"/>
                <a:gd name="connsiteY168" fmla="*/ 1411794 h 5346501"/>
                <a:gd name="connsiteX169" fmla="*/ 1427891 w 6942525"/>
                <a:gd name="connsiteY169" fmla="*/ 1408508 h 5346501"/>
                <a:gd name="connsiteX170" fmla="*/ 1402707 w 6942525"/>
                <a:gd name="connsiteY170" fmla="*/ 1392085 h 5346501"/>
                <a:gd name="connsiteX171" fmla="*/ 1399423 w 6942525"/>
                <a:gd name="connsiteY171" fmla="*/ 1389894 h 5346501"/>
                <a:gd name="connsiteX172" fmla="*/ 1393948 w 6942525"/>
                <a:gd name="connsiteY172" fmla="*/ 1386610 h 5346501"/>
                <a:gd name="connsiteX173" fmla="*/ 1113643 w 6942525"/>
                <a:gd name="connsiteY173" fmla="*/ 1406319 h 5346501"/>
                <a:gd name="connsiteX174" fmla="*/ 1111453 w 6942525"/>
                <a:gd name="connsiteY174" fmla="*/ 1408508 h 5346501"/>
                <a:gd name="connsiteX175" fmla="*/ 1070940 w 6942525"/>
                <a:gd name="connsiteY175" fmla="*/ 1585889 h 5346501"/>
                <a:gd name="connsiteX176" fmla="*/ 1075321 w 6942525"/>
                <a:gd name="connsiteY176" fmla="*/ 1596838 h 5346501"/>
                <a:gd name="connsiteX177" fmla="*/ 1076415 w 6942525"/>
                <a:gd name="connsiteY177" fmla="*/ 1599028 h 5346501"/>
                <a:gd name="connsiteX178" fmla="*/ 1088459 w 6942525"/>
                <a:gd name="connsiteY178" fmla="*/ 1626401 h 5346501"/>
                <a:gd name="connsiteX179" fmla="*/ 1090649 w 6942525"/>
                <a:gd name="connsiteY179" fmla="*/ 1632971 h 5346501"/>
                <a:gd name="connsiteX180" fmla="*/ 1099409 w 6942525"/>
                <a:gd name="connsiteY180" fmla="*/ 1657060 h 5346501"/>
                <a:gd name="connsiteX181" fmla="*/ 1101599 w 6942525"/>
                <a:gd name="connsiteY181" fmla="*/ 1664724 h 5346501"/>
                <a:gd name="connsiteX182" fmla="*/ 1109262 w 6942525"/>
                <a:gd name="connsiteY182" fmla="*/ 1688814 h 5346501"/>
                <a:gd name="connsiteX183" fmla="*/ 1111453 w 6942525"/>
                <a:gd name="connsiteY183" fmla="*/ 1696478 h 5346501"/>
                <a:gd name="connsiteX184" fmla="*/ 1116928 w 6942525"/>
                <a:gd name="connsiteY184" fmla="*/ 1720566 h 5346501"/>
                <a:gd name="connsiteX185" fmla="*/ 1118023 w 6942525"/>
                <a:gd name="connsiteY185" fmla="*/ 1723851 h 5346501"/>
                <a:gd name="connsiteX186" fmla="*/ 1119118 w 6942525"/>
                <a:gd name="connsiteY186" fmla="*/ 1731516 h 5346501"/>
                <a:gd name="connsiteX187" fmla="*/ 1122403 w 6942525"/>
                <a:gd name="connsiteY187" fmla="*/ 1750130 h 5346501"/>
                <a:gd name="connsiteX188" fmla="*/ 1124593 w 6942525"/>
                <a:gd name="connsiteY188" fmla="*/ 1765460 h 5346501"/>
                <a:gd name="connsiteX189" fmla="*/ 1126782 w 6942525"/>
                <a:gd name="connsiteY189" fmla="*/ 1779693 h 5346501"/>
                <a:gd name="connsiteX190" fmla="*/ 1127878 w 6942525"/>
                <a:gd name="connsiteY190" fmla="*/ 1791738 h 5346501"/>
                <a:gd name="connsiteX191" fmla="*/ 1128972 w 6942525"/>
                <a:gd name="connsiteY191" fmla="*/ 1805972 h 5346501"/>
                <a:gd name="connsiteX192" fmla="*/ 1130067 w 6942525"/>
                <a:gd name="connsiteY192" fmla="*/ 1826775 h 5346501"/>
                <a:gd name="connsiteX193" fmla="*/ 1130067 w 6942525"/>
                <a:gd name="connsiteY193" fmla="*/ 1839915 h 5346501"/>
                <a:gd name="connsiteX194" fmla="*/ 1130067 w 6942525"/>
                <a:gd name="connsiteY194" fmla="*/ 1853055 h 5346501"/>
                <a:gd name="connsiteX195" fmla="*/ 1130067 w 6942525"/>
                <a:gd name="connsiteY195" fmla="*/ 1865098 h 5346501"/>
                <a:gd name="connsiteX196" fmla="*/ 1128972 w 6942525"/>
                <a:gd name="connsiteY196" fmla="*/ 1888092 h 5346501"/>
                <a:gd name="connsiteX197" fmla="*/ 1127878 w 6942525"/>
                <a:gd name="connsiteY197" fmla="*/ 1897946 h 5346501"/>
                <a:gd name="connsiteX198" fmla="*/ 1126783 w 6942525"/>
                <a:gd name="connsiteY198" fmla="*/ 1915467 h 5346501"/>
                <a:gd name="connsiteX199" fmla="*/ 1125687 w 6942525"/>
                <a:gd name="connsiteY199" fmla="*/ 1924226 h 5346501"/>
                <a:gd name="connsiteX200" fmla="*/ 1122403 w 6942525"/>
                <a:gd name="connsiteY200" fmla="*/ 1949409 h 5346501"/>
                <a:gd name="connsiteX201" fmla="*/ 1121308 w 6942525"/>
                <a:gd name="connsiteY201" fmla="*/ 1954885 h 5346501"/>
                <a:gd name="connsiteX202" fmla="*/ 1116928 w 6942525"/>
                <a:gd name="connsiteY202" fmla="*/ 1976782 h 5346501"/>
                <a:gd name="connsiteX203" fmla="*/ 1115833 w 6942525"/>
                <a:gd name="connsiteY203" fmla="*/ 1982257 h 5346501"/>
                <a:gd name="connsiteX204" fmla="*/ 1109263 w 6942525"/>
                <a:gd name="connsiteY204" fmla="*/ 2008535 h 5346501"/>
                <a:gd name="connsiteX205" fmla="*/ 1109263 w 6942525"/>
                <a:gd name="connsiteY205" fmla="*/ 2009630 h 5346501"/>
                <a:gd name="connsiteX206" fmla="*/ 1101599 w 6942525"/>
                <a:gd name="connsiteY206" fmla="*/ 2035909 h 5346501"/>
                <a:gd name="connsiteX207" fmla="*/ 1100503 w 6942525"/>
                <a:gd name="connsiteY207" fmla="*/ 2039194 h 5346501"/>
                <a:gd name="connsiteX208" fmla="*/ 1081889 w 6942525"/>
                <a:gd name="connsiteY208" fmla="*/ 2091751 h 5346501"/>
                <a:gd name="connsiteX209" fmla="*/ 1080794 w 6942525"/>
                <a:gd name="connsiteY209" fmla="*/ 2095037 h 5346501"/>
                <a:gd name="connsiteX210" fmla="*/ 1076077 w 6942525"/>
                <a:gd name="connsiteY210" fmla="*/ 2104902 h 5346501"/>
                <a:gd name="connsiteX211" fmla="*/ 1030906 w 6942525"/>
                <a:gd name="connsiteY211" fmla="*/ 2148496 h 5346501"/>
                <a:gd name="connsiteX212" fmla="*/ 975618 w 6942525"/>
                <a:gd name="connsiteY212" fmla="*/ 2228423 h 5346501"/>
                <a:gd name="connsiteX213" fmla="*/ 944652 w 6942525"/>
                <a:gd name="connsiteY213" fmla="*/ 2296876 h 5346501"/>
                <a:gd name="connsiteX214" fmla="*/ 941737 w 6942525"/>
                <a:gd name="connsiteY214" fmla="*/ 2299790 h 5346501"/>
                <a:gd name="connsiteX215" fmla="*/ 929693 w 6942525"/>
                <a:gd name="connsiteY215" fmla="*/ 2310739 h 5346501"/>
                <a:gd name="connsiteX216" fmla="*/ 922029 w 6942525"/>
                <a:gd name="connsiteY216" fmla="*/ 2318404 h 5346501"/>
                <a:gd name="connsiteX217" fmla="*/ 919839 w 6942525"/>
                <a:gd name="connsiteY217" fmla="*/ 2320594 h 5346501"/>
                <a:gd name="connsiteX218" fmla="*/ 912174 w 6942525"/>
                <a:gd name="connsiteY218" fmla="*/ 2327164 h 5346501"/>
                <a:gd name="connsiteX219" fmla="*/ 899035 w 6942525"/>
                <a:gd name="connsiteY219" fmla="*/ 2338113 h 5346501"/>
                <a:gd name="connsiteX220" fmla="*/ 884801 w 6942525"/>
                <a:gd name="connsiteY220" fmla="*/ 2349062 h 5346501"/>
                <a:gd name="connsiteX221" fmla="*/ 877136 w 6942525"/>
                <a:gd name="connsiteY221" fmla="*/ 2354537 h 5346501"/>
                <a:gd name="connsiteX222" fmla="*/ 874946 w 6942525"/>
                <a:gd name="connsiteY222" fmla="*/ 2355632 h 5346501"/>
                <a:gd name="connsiteX223" fmla="*/ 856332 w 6942525"/>
                <a:gd name="connsiteY223" fmla="*/ 2368771 h 5346501"/>
                <a:gd name="connsiteX224" fmla="*/ 849763 w 6942525"/>
                <a:gd name="connsiteY224" fmla="*/ 2373151 h 5346501"/>
                <a:gd name="connsiteX225" fmla="*/ 828959 w 6942525"/>
                <a:gd name="connsiteY225" fmla="*/ 2386291 h 5346501"/>
                <a:gd name="connsiteX226" fmla="*/ 823484 w 6942525"/>
                <a:gd name="connsiteY226" fmla="*/ 2389575 h 5346501"/>
                <a:gd name="connsiteX227" fmla="*/ 802680 w 6942525"/>
                <a:gd name="connsiteY227" fmla="*/ 2401620 h 5346501"/>
                <a:gd name="connsiteX228" fmla="*/ 796110 w 6942525"/>
                <a:gd name="connsiteY228" fmla="*/ 2404905 h 5346501"/>
                <a:gd name="connsiteX229" fmla="*/ 776401 w 6942525"/>
                <a:gd name="connsiteY229" fmla="*/ 2414759 h 5346501"/>
                <a:gd name="connsiteX230" fmla="*/ 768737 w 6942525"/>
                <a:gd name="connsiteY230" fmla="*/ 2418043 h 5346501"/>
                <a:gd name="connsiteX231" fmla="*/ 750123 w 6942525"/>
                <a:gd name="connsiteY231" fmla="*/ 2425709 h 5346501"/>
                <a:gd name="connsiteX232" fmla="*/ 740268 w 6942525"/>
                <a:gd name="connsiteY232" fmla="*/ 2430088 h 5346501"/>
                <a:gd name="connsiteX233" fmla="*/ 723844 w 6942525"/>
                <a:gd name="connsiteY233" fmla="*/ 2435562 h 5346501"/>
                <a:gd name="connsiteX234" fmla="*/ 710705 w 6942525"/>
                <a:gd name="connsiteY234" fmla="*/ 2439943 h 5346501"/>
                <a:gd name="connsiteX235" fmla="*/ 697565 w 6942525"/>
                <a:gd name="connsiteY235" fmla="*/ 2444323 h 5346501"/>
                <a:gd name="connsiteX236" fmla="*/ 681141 w 6942525"/>
                <a:gd name="connsiteY236" fmla="*/ 2449797 h 5346501"/>
                <a:gd name="connsiteX237" fmla="*/ 670192 w 6942525"/>
                <a:gd name="connsiteY237" fmla="*/ 2453082 h 5346501"/>
                <a:gd name="connsiteX238" fmla="*/ 651578 w 6942525"/>
                <a:gd name="connsiteY238" fmla="*/ 2457462 h 5346501"/>
                <a:gd name="connsiteX239" fmla="*/ 643915 w 6942525"/>
                <a:gd name="connsiteY239" fmla="*/ 2459652 h 5346501"/>
                <a:gd name="connsiteX240" fmla="*/ 622015 w 6942525"/>
                <a:gd name="connsiteY240" fmla="*/ 2464032 h 5346501"/>
                <a:gd name="connsiteX241" fmla="*/ 615445 w 6942525"/>
                <a:gd name="connsiteY241" fmla="*/ 2465126 h 5346501"/>
                <a:gd name="connsiteX242" fmla="*/ 592452 w 6942525"/>
                <a:gd name="connsiteY242" fmla="*/ 2468412 h 5346501"/>
                <a:gd name="connsiteX243" fmla="*/ 586975 w 6942525"/>
                <a:gd name="connsiteY243" fmla="*/ 2469505 h 5346501"/>
                <a:gd name="connsiteX244" fmla="*/ 562888 w 6942525"/>
                <a:gd name="connsiteY244" fmla="*/ 2471696 h 5346501"/>
                <a:gd name="connsiteX245" fmla="*/ 557413 w 6942525"/>
                <a:gd name="connsiteY245" fmla="*/ 2471696 h 5346501"/>
                <a:gd name="connsiteX246" fmla="*/ 533324 w 6942525"/>
                <a:gd name="connsiteY246" fmla="*/ 2472791 h 5346501"/>
                <a:gd name="connsiteX247" fmla="*/ 525660 w 6942525"/>
                <a:gd name="connsiteY247" fmla="*/ 2472791 h 5346501"/>
                <a:gd name="connsiteX248" fmla="*/ 503761 w 6942525"/>
                <a:gd name="connsiteY248" fmla="*/ 2472791 h 5346501"/>
                <a:gd name="connsiteX249" fmla="*/ 493906 w 6942525"/>
                <a:gd name="connsiteY249" fmla="*/ 2472791 h 5346501"/>
                <a:gd name="connsiteX250" fmla="*/ 474198 w 6942525"/>
                <a:gd name="connsiteY250" fmla="*/ 2471696 h 5346501"/>
                <a:gd name="connsiteX251" fmla="*/ 462153 w 6942525"/>
                <a:gd name="connsiteY251" fmla="*/ 2470600 h 5346501"/>
                <a:gd name="connsiteX252" fmla="*/ 445729 w 6942525"/>
                <a:gd name="connsiteY252" fmla="*/ 2469505 h 5346501"/>
                <a:gd name="connsiteX253" fmla="*/ 430400 w 6942525"/>
                <a:gd name="connsiteY253" fmla="*/ 2467316 h 5346501"/>
                <a:gd name="connsiteX254" fmla="*/ 417260 w 6942525"/>
                <a:gd name="connsiteY254" fmla="*/ 2465125 h 5346501"/>
                <a:gd name="connsiteX255" fmla="*/ 398647 w 6942525"/>
                <a:gd name="connsiteY255" fmla="*/ 2461841 h 5346501"/>
                <a:gd name="connsiteX256" fmla="*/ 388792 w 6942525"/>
                <a:gd name="connsiteY256" fmla="*/ 2459652 h 5346501"/>
                <a:gd name="connsiteX257" fmla="*/ 367988 w 6942525"/>
                <a:gd name="connsiteY257" fmla="*/ 2455272 h 5346501"/>
                <a:gd name="connsiteX258" fmla="*/ 360324 w 6942525"/>
                <a:gd name="connsiteY258" fmla="*/ 2453082 h 5346501"/>
                <a:gd name="connsiteX259" fmla="*/ 338425 w 6942525"/>
                <a:gd name="connsiteY259" fmla="*/ 2446512 h 5346501"/>
                <a:gd name="connsiteX260" fmla="*/ 331856 w 6942525"/>
                <a:gd name="connsiteY260" fmla="*/ 2444322 h 5346501"/>
                <a:gd name="connsiteX261" fmla="*/ 309957 w 6942525"/>
                <a:gd name="connsiteY261" fmla="*/ 2436658 h 5346501"/>
                <a:gd name="connsiteX262" fmla="*/ 303387 w 6942525"/>
                <a:gd name="connsiteY262" fmla="*/ 2434468 h 5346501"/>
                <a:gd name="connsiteX263" fmla="*/ 282583 w 6942525"/>
                <a:gd name="connsiteY263" fmla="*/ 2425709 h 5346501"/>
                <a:gd name="connsiteX264" fmla="*/ 276013 w 6942525"/>
                <a:gd name="connsiteY264" fmla="*/ 2423518 h 5346501"/>
                <a:gd name="connsiteX265" fmla="*/ 256304 w 6942525"/>
                <a:gd name="connsiteY265" fmla="*/ 2414759 h 5346501"/>
                <a:gd name="connsiteX266" fmla="*/ 247545 w 6942525"/>
                <a:gd name="connsiteY266" fmla="*/ 2411474 h 5346501"/>
                <a:gd name="connsiteX267" fmla="*/ 230026 w 6942525"/>
                <a:gd name="connsiteY267" fmla="*/ 2402714 h 5346501"/>
                <a:gd name="connsiteX268" fmla="*/ 220172 w 6942525"/>
                <a:gd name="connsiteY268" fmla="*/ 2397239 h 5346501"/>
                <a:gd name="connsiteX269" fmla="*/ 205937 w 6942525"/>
                <a:gd name="connsiteY269" fmla="*/ 2389575 h 5346501"/>
                <a:gd name="connsiteX270" fmla="*/ 193892 w 6942525"/>
                <a:gd name="connsiteY270" fmla="*/ 2381911 h 5346501"/>
                <a:gd name="connsiteX271" fmla="*/ 182944 w 6942525"/>
                <a:gd name="connsiteY271" fmla="*/ 2374246 h 5346501"/>
                <a:gd name="connsiteX272" fmla="*/ 168709 w 6942525"/>
                <a:gd name="connsiteY272" fmla="*/ 2364391 h 5346501"/>
                <a:gd name="connsiteX273" fmla="*/ 159950 w 6942525"/>
                <a:gd name="connsiteY273" fmla="*/ 2357823 h 5346501"/>
                <a:gd name="connsiteX274" fmla="*/ 143526 w 6942525"/>
                <a:gd name="connsiteY274" fmla="*/ 2345778 h 5346501"/>
                <a:gd name="connsiteX275" fmla="*/ 136956 w 6942525"/>
                <a:gd name="connsiteY275" fmla="*/ 2340303 h 5346501"/>
                <a:gd name="connsiteX276" fmla="*/ 119437 w 6942525"/>
                <a:gd name="connsiteY276" fmla="*/ 2326068 h 5346501"/>
                <a:gd name="connsiteX277" fmla="*/ 113962 w 6942525"/>
                <a:gd name="connsiteY277" fmla="*/ 2321689 h 5346501"/>
                <a:gd name="connsiteX278" fmla="*/ 95349 w 6942525"/>
                <a:gd name="connsiteY278" fmla="*/ 2305264 h 5346501"/>
                <a:gd name="connsiteX279" fmla="*/ 90968 w 6942525"/>
                <a:gd name="connsiteY279" fmla="*/ 2300885 h 5346501"/>
                <a:gd name="connsiteX280" fmla="*/ 73450 w 6942525"/>
                <a:gd name="connsiteY280" fmla="*/ 2283366 h 5346501"/>
                <a:gd name="connsiteX281" fmla="*/ 67975 w 6942525"/>
                <a:gd name="connsiteY281" fmla="*/ 2277891 h 5346501"/>
                <a:gd name="connsiteX282" fmla="*/ 52645 w 6942525"/>
                <a:gd name="connsiteY282" fmla="*/ 2260373 h 5346501"/>
                <a:gd name="connsiteX283" fmla="*/ 50455 w 6942525"/>
                <a:gd name="connsiteY283" fmla="*/ 2258182 h 5346501"/>
                <a:gd name="connsiteX284" fmla="*/ 44981 w 6942525"/>
                <a:gd name="connsiteY284" fmla="*/ 2251612 h 5346501"/>
                <a:gd name="connsiteX285" fmla="*/ 32936 w 6942525"/>
                <a:gd name="connsiteY285" fmla="*/ 2237379 h 5346501"/>
                <a:gd name="connsiteX286" fmla="*/ 21988 w 6942525"/>
                <a:gd name="connsiteY286" fmla="*/ 2223144 h 5346501"/>
                <a:gd name="connsiteX287" fmla="*/ 15417 w 6942525"/>
                <a:gd name="connsiteY287" fmla="*/ 2214385 h 5346501"/>
                <a:gd name="connsiteX288" fmla="*/ 13229 w 6942525"/>
                <a:gd name="connsiteY288" fmla="*/ 2211100 h 5346501"/>
                <a:gd name="connsiteX289" fmla="*/ 6658 w 6942525"/>
                <a:gd name="connsiteY289" fmla="*/ 2202341 h 5346501"/>
                <a:gd name="connsiteX290" fmla="*/ 0 w 6942525"/>
                <a:gd name="connsiteY290" fmla="*/ 2192724 h 5346501"/>
                <a:gd name="connsiteX291" fmla="*/ 338643 w 6942525"/>
                <a:gd name="connsiteY291" fmla="*/ 1247199 h 5346501"/>
                <a:gd name="connsiteX292" fmla="*/ 365799 w 6942525"/>
                <a:gd name="connsiteY292" fmla="*/ 1239888 h 5346501"/>
                <a:gd name="connsiteX293" fmla="*/ 372368 w 6942525"/>
                <a:gd name="connsiteY293" fmla="*/ 1238793 h 5346501"/>
                <a:gd name="connsiteX294" fmla="*/ 399742 w 6942525"/>
                <a:gd name="connsiteY294" fmla="*/ 1233317 h 5346501"/>
                <a:gd name="connsiteX295" fmla="*/ 407406 w 6942525"/>
                <a:gd name="connsiteY295" fmla="*/ 1232223 h 5346501"/>
                <a:gd name="connsiteX296" fmla="*/ 431494 w 6942525"/>
                <a:gd name="connsiteY296" fmla="*/ 1228938 h 5346501"/>
                <a:gd name="connsiteX297" fmla="*/ 435875 w 6942525"/>
                <a:gd name="connsiteY297" fmla="*/ 1227844 h 5346501"/>
                <a:gd name="connsiteX298" fmla="*/ 517995 w 6942525"/>
                <a:gd name="connsiteY298" fmla="*/ 1223464 h 5346501"/>
                <a:gd name="connsiteX299" fmla="*/ 519090 w 6942525"/>
                <a:gd name="connsiteY299" fmla="*/ 1223464 h 5346501"/>
                <a:gd name="connsiteX300" fmla="*/ 538799 w 6942525"/>
                <a:gd name="connsiteY300" fmla="*/ 1224558 h 5346501"/>
                <a:gd name="connsiteX301" fmla="*/ 543179 w 6942525"/>
                <a:gd name="connsiteY301" fmla="*/ 1224558 h 5346501"/>
                <a:gd name="connsiteX302" fmla="*/ 558508 w 6942525"/>
                <a:gd name="connsiteY302" fmla="*/ 1225654 h 5346501"/>
                <a:gd name="connsiteX303" fmla="*/ 567267 w 6942525"/>
                <a:gd name="connsiteY303" fmla="*/ 1226748 h 5346501"/>
                <a:gd name="connsiteX304" fmla="*/ 578217 w 6942525"/>
                <a:gd name="connsiteY304" fmla="*/ 1227844 h 5346501"/>
                <a:gd name="connsiteX305" fmla="*/ 591356 w 6942525"/>
                <a:gd name="connsiteY305" fmla="*/ 1230033 h 5346501"/>
                <a:gd name="connsiteX306" fmla="*/ 597926 w 6942525"/>
                <a:gd name="connsiteY306" fmla="*/ 1231128 h 5346501"/>
                <a:gd name="connsiteX307" fmla="*/ 615444 w 6942525"/>
                <a:gd name="connsiteY307" fmla="*/ 1234412 h 5346501"/>
                <a:gd name="connsiteX308" fmla="*/ 617635 w 6942525"/>
                <a:gd name="connsiteY308" fmla="*/ 1234413 h 5346501"/>
                <a:gd name="connsiteX309" fmla="*/ 717275 w 6942525"/>
                <a:gd name="connsiteY309" fmla="*/ 1260692 h 5346501"/>
                <a:gd name="connsiteX310" fmla="*/ 721654 w 6942525"/>
                <a:gd name="connsiteY310" fmla="*/ 1261787 h 5346501"/>
                <a:gd name="connsiteX311" fmla="*/ 744649 w 6942525"/>
                <a:gd name="connsiteY311" fmla="*/ 1270547 h 5346501"/>
                <a:gd name="connsiteX312" fmla="*/ 751217 w 6942525"/>
                <a:gd name="connsiteY312" fmla="*/ 1273830 h 5346501"/>
                <a:gd name="connsiteX313" fmla="*/ 776401 w 6942525"/>
                <a:gd name="connsiteY313" fmla="*/ 1284780 h 5346501"/>
                <a:gd name="connsiteX314" fmla="*/ 782971 w 6942525"/>
                <a:gd name="connsiteY314" fmla="*/ 1288065 h 5346501"/>
                <a:gd name="connsiteX315" fmla="*/ 809249 w 6942525"/>
                <a:gd name="connsiteY315" fmla="*/ 1301204 h 5346501"/>
                <a:gd name="connsiteX316" fmla="*/ 810345 w 6942525"/>
                <a:gd name="connsiteY316" fmla="*/ 1302299 h 5346501"/>
                <a:gd name="connsiteX317" fmla="*/ 836624 w 6942525"/>
                <a:gd name="connsiteY317" fmla="*/ 1317628 h 5346501"/>
                <a:gd name="connsiteX318" fmla="*/ 838813 w 6942525"/>
                <a:gd name="connsiteY318" fmla="*/ 1318723 h 5346501"/>
                <a:gd name="connsiteX319" fmla="*/ 841003 w 6942525"/>
                <a:gd name="connsiteY319" fmla="*/ 1319819 h 5346501"/>
                <a:gd name="connsiteX320" fmla="*/ 845383 w 6942525"/>
                <a:gd name="connsiteY320" fmla="*/ 1323103 h 5346501"/>
                <a:gd name="connsiteX321" fmla="*/ 847573 w 6942525"/>
                <a:gd name="connsiteY321" fmla="*/ 1324198 h 5346501"/>
                <a:gd name="connsiteX322" fmla="*/ 1028238 w 6942525"/>
                <a:gd name="connsiteY322" fmla="*/ 1306679 h 5346501"/>
                <a:gd name="connsiteX323" fmla="*/ 1030428 w 6942525"/>
                <a:gd name="connsiteY323" fmla="*/ 1304489 h 5346501"/>
                <a:gd name="connsiteX324" fmla="*/ 1087364 w 6942525"/>
                <a:gd name="connsiteY324" fmla="*/ 1030754 h 5346501"/>
                <a:gd name="connsiteX325" fmla="*/ 1039187 w 6942525"/>
                <a:gd name="connsiteY325" fmla="*/ 917975 h 5346501"/>
                <a:gd name="connsiteX326" fmla="*/ 1038092 w 6942525"/>
                <a:gd name="connsiteY326" fmla="*/ 915786 h 5346501"/>
                <a:gd name="connsiteX327" fmla="*/ 1027142 w 6942525"/>
                <a:gd name="connsiteY327" fmla="*/ 882937 h 5346501"/>
                <a:gd name="connsiteX328" fmla="*/ 1026048 w 6942525"/>
                <a:gd name="connsiteY328" fmla="*/ 879652 h 5346501"/>
                <a:gd name="connsiteX329" fmla="*/ 1008528 w 6942525"/>
                <a:gd name="connsiteY329" fmla="*/ 815051 h 5346501"/>
                <a:gd name="connsiteX330" fmla="*/ 1041377 w 6942525"/>
                <a:gd name="connsiteY330" fmla="*/ 289479 h 5346501"/>
                <a:gd name="connsiteX331" fmla="*/ 1042471 w 6942525"/>
                <a:gd name="connsiteY331" fmla="*/ 287290 h 5346501"/>
                <a:gd name="connsiteX332" fmla="*/ 1050137 w 6942525"/>
                <a:gd name="connsiteY332" fmla="*/ 267581 h 5346501"/>
                <a:gd name="connsiteX333" fmla="*/ 1054516 w 6942525"/>
                <a:gd name="connsiteY333" fmla="*/ 255536 h 5346501"/>
                <a:gd name="connsiteX334" fmla="*/ 1057801 w 6942525"/>
                <a:gd name="connsiteY334" fmla="*/ 246778 h 5346501"/>
                <a:gd name="connsiteX335" fmla="*/ 1205618 w 6942525"/>
                <a:gd name="connsiteY335" fmla="*/ 5890 h 5346501"/>
                <a:gd name="connsiteX336" fmla="*/ 1209998 w 6942525"/>
                <a:gd name="connsiteY336" fmla="*/ 1509 h 5346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942525" h="5346501">
                  <a:moveTo>
                    <a:pt x="4388610" y="2797988"/>
                  </a:moveTo>
                  <a:cubicBezTo>
                    <a:pt x="4567086" y="2851641"/>
                    <a:pt x="4721471" y="2946900"/>
                    <a:pt x="4845199" y="3071724"/>
                  </a:cubicBezTo>
                  <a:cubicBezTo>
                    <a:pt x="4846296" y="3072819"/>
                    <a:pt x="4848484" y="3075008"/>
                    <a:pt x="4849579" y="3076103"/>
                  </a:cubicBezTo>
                  <a:cubicBezTo>
                    <a:pt x="4855054" y="3080483"/>
                    <a:pt x="4859435" y="3085958"/>
                    <a:pt x="4864910" y="3091433"/>
                  </a:cubicBezTo>
                  <a:cubicBezTo>
                    <a:pt x="4867099" y="3093623"/>
                    <a:pt x="4868192" y="3094717"/>
                    <a:pt x="4870384" y="3096908"/>
                  </a:cubicBezTo>
                  <a:cubicBezTo>
                    <a:pt x="4880239" y="3106762"/>
                    <a:pt x="4888998" y="3117711"/>
                    <a:pt x="4897756" y="3127565"/>
                  </a:cubicBezTo>
                  <a:cubicBezTo>
                    <a:pt x="4898851" y="3129756"/>
                    <a:pt x="4901043" y="3130850"/>
                    <a:pt x="4902137" y="3133040"/>
                  </a:cubicBezTo>
                  <a:cubicBezTo>
                    <a:pt x="4906518" y="3137420"/>
                    <a:pt x="4909801" y="3142894"/>
                    <a:pt x="4914180" y="3147274"/>
                  </a:cubicBezTo>
                  <a:cubicBezTo>
                    <a:pt x="4917465" y="3150560"/>
                    <a:pt x="4919657" y="3152749"/>
                    <a:pt x="4921846" y="3156034"/>
                  </a:cubicBezTo>
                  <a:cubicBezTo>
                    <a:pt x="4926224" y="3161508"/>
                    <a:pt x="4929510" y="3165888"/>
                    <a:pt x="4933890" y="3171363"/>
                  </a:cubicBezTo>
                  <a:cubicBezTo>
                    <a:pt x="4936080" y="3173553"/>
                    <a:pt x="4937174" y="3176838"/>
                    <a:pt x="4939364" y="3179028"/>
                  </a:cubicBezTo>
                  <a:cubicBezTo>
                    <a:pt x="4953599" y="3196547"/>
                    <a:pt x="4966739" y="3216256"/>
                    <a:pt x="4979880" y="3234870"/>
                  </a:cubicBezTo>
                  <a:cubicBezTo>
                    <a:pt x="4979879" y="3235965"/>
                    <a:pt x="4980972" y="3237060"/>
                    <a:pt x="4982067" y="3238154"/>
                  </a:cubicBezTo>
                  <a:cubicBezTo>
                    <a:pt x="5012178" y="3284141"/>
                    <a:pt x="5039005" y="3332045"/>
                    <a:pt x="5062135" y="3381728"/>
                  </a:cubicBezTo>
                  <a:lnTo>
                    <a:pt x="5080445" y="3430512"/>
                  </a:lnTo>
                  <a:lnTo>
                    <a:pt x="5045549" y="3435607"/>
                  </a:lnTo>
                  <a:cubicBezTo>
                    <a:pt x="4990803" y="3446938"/>
                    <a:pt x="4935597" y="3461397"/>
                    <a:pt x="4879551" y="3478187"/>
                  </a:cubicBezTo>
                  <a:cubicBezTo>
                    <a:pt x="4783139" y="3512115"/>
                    <a:pt x="4682062" y="3544378"/>
                    <a:pt x="4586973" y="3589312"/>
                  </a:cubicBezTo>
                  <a:cubicBezTo>
                    <a:pt x="4580637" y="3592311"/>
                    <a:pt x="4567958" y="3598303"/>
                    <a:pt x="4561618" y="3601296"/>
                  </a:cubicBezTo>
                  <a:cubicBezTo>
                    <a:pt x="4479209" y="3640244"/>
                    <a:pt x="4404811" y="3671524"/>
                    <a:pt x="4330412" y="3702809"/>
                  </a:cubicBezTo>
                  <a:cubicBezTo>
                    <a:pt x="4311393" y="3711793"/>
                    <a:pt x="4287706" y="3719111"/>
                    <a:pt x="4268693" y="3728097"/>
                  </a:cubicBezTo>
                  <a:cubicBezTo>
                    <a:pt x="4236994" y="3743078"/>
                    <a:pt x="4206972" y="3753391"/>
                    <a:pt x="4175275" y="3768366"/>
                  </a:cubicBezTo>
                  <a:cubicBezTo>
                    <a:pt x="4130902" y="3789340"/>
                    <a:pt x="4083532" y="3803972"/>
                    <a:pt x="4039156" y="3824940"/>
                  </a:cubicBezTo>
                  <a:cubicBezTo>
                    <a:pt x="4009134" y="3835252"/>
                    <a:pt x="3977435" y="3850233"/>
                    <a:pt x="3947413" y="3860545"/>
                  </a:cubicBezTo>
                  <a:cubicBezTo>
                    <a:pt x="3847659" y="3903808"/>
                    <a:pt x="3744905" y="3940734"/>
                    <a:pt x="3643827" y="3972996"/>
                  </a:cubicBezTo>
                  <a:cubicBezTo>
                    <a:pt x="3585452" y="3988949"/>
                    <a:pt x="3528747" y="4000238"/>
                    <a:pt x="3476707" y="4013197"/>
                  </a:cubicBezTo>
                  <a:cubicBezTo>
                    <a:pt x="3437350" y="4020166"/>
                    <a:pt x="3393323" y="4025462"/>
                    <a:pt x="3355633" y="4027765"/>
                  </a:cubicBezTo>
                  <a:cubicBezTo>
                    <a:pt x="3264586" y="4032017"/>
                    <a:pt x="3178549" y="4022267"/>
                    <a:pt x="3089870" y="3990506"/>
                  </a:cubicBezTo>
                  <a:lnTo>
                    <a:pt x="2992368" y="3945152"/>
                  </a:lnTo>
                  <a:lnTo>
                    <a:pt x="2985393" y="3848037"/>
                  </a:lnTo>
                  <a:cubicBezTo>
                    <a:pt x="2984007" y="3716644"/>
                    <a:pt x="3006795" y="3582787"/>
                    <a:pt x="3056068" y="3453858"/>
                  </a:cubicBezTo>
                  <a:cubicBezTo>
                    <a:pt x="3058257" y="3449478"/>
                    <a:pt x="3059351" y="3445099"/>
                    <a:pt x="3061542" y="3440719"/>
                  </a:cubicBezTo>
                  <a:cubicBezTo>
                    <a:pt x="3063731" y="3436339"/>
                    <a:pt x="3064827" y="3431958"/>
                    <a:pt x="3067017" y="3427579"/>
                  </a:cubicBezTo>
                  <a:cubicBezTo>
                    <a:pt x="3071396" y="3418820"/>
                    <a:pt x="3074681" y="3408965"/>
                    <a:pt x="3079060" y="3400206"/>
                  </a:cubicBezTo>
                  <a:cubicBezTo>
                    <a:pt x="3079060" y="3400206"/>
                    <a:pt x="3079061" y="3399111"/>
                    <a:pt x="3079061" y="3399111"/>
                  </a:cubicBezTo>
                  <a:cubicBezTo>
                    <a:pt x="3105340" y="3338890"/>
                    <a:pt x="3137092" y="3283047"/>
                    <a:pt x="3172131" y="3230490"/>
                  </a:cubicBezTo>
                  <a:cubicBezTo>
                    <a:pt x="3271770" y="3082673"/>
                    <a:pt x="3403163" y="2966609"/>
                    <a:pt x="3553170" y="2884488"/>
                  </a:cubicBezTo>
                  <a:cubicBezTo>
                    <a:pt x="3555361" y="2883394"/>
                    <a:pt x="3556455" y="2882299"/>
                    <a:pt x="3558645" y="2881204"/>
                  </a:cubicBezTo>
                  <a:cubicBezTo>
                    <a:pt x="3563024" y="2877920"/>
                    <a:pt x="3568499" y="2875729"/>
                    <a:pt x="3572879" y="2873539"/>
                  </a:cubicBezTo>
                  <a:cubicBezTo>
                    <a:pt x="3576164" y="2871349"/>
                    <a:pt x="3580544" y="2870254"/>
                    <a:pt x="3583829" y="2868065"/>
                  </a:cubicBezTo>
                  <a:cubicBezTo>
                    <a:pt x="3587114" y="2866970"/>
                    <a:pt x="3589303" y="2864779"/>
                    <a:pt x="3592588" y="2863686"/>
                  </a:cubicBezTo>
                  <a:cubicBezTo>
                    <a:pt x="3598062" y="2861495"/>
                    <a:pt x="3603537" y="2858211"/>
                    <a:pt x="3609013" y="2856020"/>
                  </a:cubicBezTo>
                  <a:cubicBezTo>
                    <a:pt x="3610108" y="2856020"/>
                    <a:pt x="3611202" y="2854926"/>
                    <a:pt x="3612297" y="2854926"/>
                  </a:cubicBezTo>
                  <a:cubicBezTo>
                    <a:pt x="3783108" y="2774995"/>
                    <a:pt x="3975817" y="2738861"/>
                    <a:pt x="4171812" y="2756381"/>
                  </a:cubicBezTo>
                  <a:cubicBezTo>
                    <a:pt x="4217798" y="2760760"/>
                    <a:pt x="4262692" y="2767331"/>
                    <a:pt x="4307585" y="2777184"/>
                  </a:cubicBezTo>
                  <a:cubicBezTo>
                    <a:pt x="4307584" y="2778279"/>
                    <a:pt x="4308680" y="2778279"/>
                    <a:pt x="4309775" y="2778279"/>
                  </a:cubicBezTo>
                  <a:cubicBezTo>
                    <a:pt x="4317439" y="2780470"/>
                    <a:pt x="4325103" y="2781565"/>
                    <a:pt x="4332768" y="2783754"/>
                  </a:cubicBezTo>
                  <a:cubicBezTo>
                    <a:pt x="4333862" y="2783754"/>
                    <a:pt x="4333862" y="2783754"/>
                    <a:pt x="4334957" y="2783754"/>
                  </a:cubicBezTo>
                  <a:cubicBezTo>
                    <a:pt x="4337148" y="2784849"/>
                    <a:pt x="4339337" y="2785945"/>
                    <a:pt x="4341527" y="2785945"/>
                  </a:cubicBezTo>
                  <a:cubicBezTo>
                    <a:pt x="4348097" y="2787038"/>
                    <a:pt x="4355762" y="2789229"/>
                    <a:pt x="4363426" y="2791418"/>
                  </a:cubicBezTo>
                  <a:cubicBezTo>
                    <a:pt x="4368901" y="2792513"/>
                    <a:pt x="4375471" y="2793609"/>
                    <a:pt x="4380946" y="2795799"/>
                  </a:cubicBezTo>
                  <a:cubicBezTo>
                    <a:pt x="4383135" y="2795799"/>
                    <a:pt x="4386421" y="2796893"/>
                    <a:pt x="4388610" y="2797988"/>
                  </a:cubicBezTo>
                  <a:close/>
                  <a:moveTo>
                    <a:pt x="6771598" y="3546932"/>
                  </a:moveTo>
                  <a:cubicBezTo>
                    <a:pt x="6827147" y="3566724"/>
                    <a:pt x="6879820" y="3591434"/>
                    <a:pt x="6929240" y="3620440"/>
                  </a:cubicBezTo>
                  <a:lnTo>
                    <a:pt x="6942525" y="3629091"/>
                  </a:lnTo>
                  <a:lnTo>
                    <a:pt x="6341311" y="5307743"/>
                  </a:lnTo>
                  <a:cubicBezTo>
                    <a:pt x="6335878" y="5322911"/>
                    <a:pt x="6329717" y="5335516"/>
                    <a:pt x="6322731" y="5345603"/>
                  </a:cubicBezTo>
                  <a:lnTo>
                    <a:pt x="6321801" y="5346501"/>
                  </a:lnTo>
                  <a:lnTo>
                    <a:pt x="6233585" y="5329491"/>
                  </a:lnTo>
                  <a:cubicBezTo>
                    <a:pt x="5958619" y="5261468"/>
                    <a:pt x="5742334" y="5078596"/>
                    <a:pt x="5624340" y="4843958"/>
                  </a:cubicBezTo>
                  <a:lnTo>
                    <a:pt x="5586835" y="4756564"/>
                  </a:lnTo>
                  <a:lnTo>
                    <a:pt x="5593276" y="4698185"/>
                  </a:lnTo>
                  <a:cubicBezTo>
                    <a:pt x="5599684" y="4665591"/>
                    <a:pt x="5609053" y="4632083"/>
                    <a:pt x="5621590" y="4597078"/>
                  </a:cubicBezTo>
                  <a:lnTo>
                    <a:pt x="5807147" y="4078983"/>
                  </a:lnTo>
                  <a:cubicBezTo>
                    <a:pt x="5844760" y="3973964"/>
                    <a:pt x="5852158" y="3878861"/>
                    <a:pt x="5831463" y="3787766"/>
                  </a:cubicBezTo>
                  <a:lnTo>
                    <a:pt x="5818045" y="3747493"/>
                  </a:lnTo>
                  <a:lnTo>
                    <a:pt x="5827361" y="3737448"/>
                  </a:lnTo>
                  <a:cubicBezTo>
                    <a:pt x="6049633" y="3533789"/>
                    <a:pt x="6366072" y="3441814"/>
                    <a:pt x="6680322" y="3519554"/>
                  </a:cubicBezTo>
                  <a:cubicBezTo>
                    <a:pt x="6711527" y="3527219"/>
                    <a:pt x="6741972" y="3536376"/>
                    <a:pt x="6771598" y="3546932"/>
                  </a:cubicBezTo>
                  <a:close/>
                  <a:moveTo>
                    <a:pt x="6517110" y="1905535"/>
                  </a:moveTo>
                  <a:lnTo>
                    <a:pt x="6865206" y="2030207"/>
                  </a:lnTo>
                  <a:lnTo>
                    <a:pt x="6880422" y="2061641"/>
                  </a:lnTo>
                  <a:cubicBezTo>
                    <a:pt x="6921484" y="2171957"/>
                    <a:pt x="6942014" y="2291580"/>
                    <a:pt x="6937632" y="2415855"/>
                  </a:cubicBezTo>
                  <a:cubicBezTo>
                    <a:pt x="6937632" y="2420235"/>
                    <a:pt x="6937632" y="2423519"/>
                    <a:pt x="6937632" y="2427898"/>
                  </a:cubicBezTo>
                  <a:cubicBezTo>
                    <a:pt x="6936537" y="2437753"/>
                    <a:pt x="6936538" y="2447608"/>
                    <a:pt x="6935443" y="2457462"/>
                  </a:cubicBezTo>
                  <a:cubicBezTo>
                    <a:pt x="6933253" y="2477172"/>
                    <a:pt x="6931065" y="2495787"/>
                    <a:pt x="6928873" y="2515494"/>
                  </a:cubicBezTo>
                  <a:cubicBezTo>
                    <a:pt x="6928873" y="2517684"/>
                    <a:pt x="6927778" y="2519874"/>
                    <a:pt x="6927780" y="2522064"/>
                  </a:cubicBezTo>
                  <a:cubicBezTo>
                    <a:pt x="6925588" y="2535203"/>
                    <a:pt x="6923400" y="2547249"/>
                    <a:pt x="6921210" y="2560387"/>
                  </a:cubicBezTo>
                  <a:cubicBezTo>
                    <a:pt x="6919018" y="2570242"/>
                    <a:pt x="6916829" y="2579001"/>
                    <a:pt x="6914640" y="2588856"/>
                  </a:cubicBezTo>
                  <a:cubicBezTo>
                    <a:pt x="6913544" y="2594330"/>
                    <a:pt x="6912449" y="2598709"/>
                    <a:pt x="6911353" y="2604185"/>
                  </a:cubicBezTo>
                  <a:cubicBezTo>
                    <a:pt x="6885075" y="2713678"/>
                    <a:pt x="6840182" y="2814413"/>
                    <a:pt x="6779964" y="2904199"/>
                  </a:cubicBezTo>
                  <a:cubicBezTo>
                    <a:pt x="6776676" y="2909673"/>
                    <a:pt x="6773393" y="2914053"/>
                    <a:pt x="6770107" y="2918433"/>
                  </a:cubicBezTo>
                  <a:cubicBezTo>
                    <a:pt x="6764632" y="2926098"/>
                    <a:pt x="6760251" y="2933762"/>
                    <a:pt x="6754778" y="2940332"/>
                  </a:cubicBezTo>
                  <a:cubicBezTo>
                    <a:pt x="6747113" y="2951281"/>
                    <a:pt x="6739448" y="2962230"/>
                    <a:pt x="6730689" y="2972084"/>
                  </a:cubicBezTo>
                  <a:cubicBezTo>
                    <a:pt x="6729595" y="2972085"/>
                    <a:pt x="6729593" y="2973180"/>
                    <a:pt x="6728498" y="2974275"/>
                  </a:cubicBezTo>
                  <a:cubicBezTo>
                    <a:pt x="6662803" y="3056396"/>
                    <a:pt x="6583968" y="3125376"/>
                    <a:pt x="6496372" y="3179028"/>
                  </a:cubicBezTo>
                  <a:cubicBezTo>
                    <a:pt x="6495276" y="3179028"/>
                    <a:pt x="6495277" y="3180123"/>
                    <a:pt x="6494183" y="3180123"/>
                  </a:cubicBezTo>
                  <a:cubicBezTo>
                    <a:pt x="6483232" y="3186693"/>
                    <a:pt x="6472282" y="3193262"/>
                    <a:pt x="6461333" y="3199833"/>
                  </a:cubicBezTo>
                  <a:cubicBezTo>
                    <a:pt x="6458049" y="3202022"/>
                    <a:pt x="6455859" y="3203117"/>
                    <a:pt x="6453670" y="3204212"/>
                  </a:cubicBezTo>
                  <a:cubicBezTo>
                    <a:pt x="6444909" y="3209686"/>
                    <a:pt x="6435058" y="3215162"/>
                    <a:pt x="6425200" y="3219541"/>
                  </a:cubicBezTo>
                  <a:cubicBezTo>
                    <a:pt x="6421915" y="3221732"/>
                    <a:pt x="6417534" y="3223921"/>
                    <a:pt x="6413155" y="3226112"/>
                  </a:cubicBezTo>
                  <a:cubicBezTo>
                    <a:pt x="6404396" y="3230491"/>
                    <a:pt x="6396732" y="3234870"/>
                    <a:pt x="6387972" y="3238155"/>
                  </a:cubicBezTo>
                  <a:cubicBezTo>
                    <a:pt x="6381403" y="3240345"/>
                    <a:pt x="6375928" y="3243630"/>
                    <a:pt x="6370454" y="3245819"/>
                  </a:cubicBezTo>
                  <a:cubicBezTo>
                    <a:pt x="6362789" y="3249105"/>
                    <a:pt x="6356218" y="3251294"/>
                    <a:pt x="6348555" y="3254580"/>
                  </a:cubicBezTo>
                  <a:cubicBezTo>
                    <a:pt x="6341985" y="3256769"/>
                    <a:pt x="6334320" y="3260055"/>
                    <a:pt x="6327751" y="3262244"/>
                  </a:cubicBezTo>
                  <a:cubicBezTo>
                    <a:pt x="6320086" y="3264434"/>
                    <a:pt x="6313517" y="3266624"/>
                    <a:pt x="6306946" y="3268813"/>
                  </a:cubicBezTo>
                  <a:cubicBezTo>
                    <a:pt x="6300377" y="3271003"/>
                    <a:pt x="6292712" y="3274288"/>
                    <a:pt x="6285047" y="3276478"/>
                  </a:cubicBezTo>
                  <a:cubicBezTo>
                    <a:pt x="6278478" y="3278668"/>
                    <a:pt x="6270815" y="3280858"/>
                    <a:pt x="6264243" y="3283048"/>
                  </a:cubicBezTo>
                  <a:cubicBezTo>
                    <a:pt x="6256581" y="3285237"/>
                    <a:pt x="6250009" y="3287427"/>
                    <a:pt x="6242346" y="3289617"/>
                  </a:cubicBezTo>
                  <a:cubicBezTo>
                    <a:pt x="6233587" y="3291807"/>
                    <a:pt x="6224825" y="3293997"/>
                    <a:pt x="6216068" y="3296187"/>
                  </a:cubicBezTo>
                  <a:cubicBezTo>
                    <a:pt x="6210593" y="3298377"/>
                    <a:pt x="6205117" y="3299472"/>
                    <a:pt x="6199642" y="3300566"/>
                  </a:cubicBezTo>
                  <a:cubicBezTo>
                    <a:pt x="6187600" y="3302757"/>
                    <a:pt x="6174460" y="3304946"/>
                    <a:pt x="6162416" y="3307137"/>
                  </a:cubicBezTo>
                  <a:cubicBezTo>
                    <a:pt x="6160228" y="3307137"/>
                    <a:pt x="6158035" y="3308231"/>
                    <a:pt x="6155844" y="3308231"/>
                  </a:cubicBezTo>
                  <a:cubicBezTo>
                    <a:pt x="5976276" y="3337796"/>
                    <a:pt x="5786850" y="3315896"/>
                    <a:pt x="5609469" y="3232680"/>
                  </a:cubicBezTo>
                  <a:cubicBezTo>
                    <a:pt x="5394861" y="3131946"/>
                    <a:pt x="5237189" y="2960041"/>
                    <a:pt x="5149595" y="2758571"/>
                  </a:cubicBezTo>
                  <a:cubicBezTo>
                    <a:pt x="5149594" y="2757476"/>
                    <a:pt x="5149594" y="2757476"/>
                    <a:pt x="5149594" y="2757476"/>
                  </a:cubicBezTo>
                  <a:cubicBezTo>
                    <a:pt x="5137549" y="2731198"/>
                    <a:pt x="5127695" y="2704919"/>
                    <a:pt x="5118935" y="2677546"/>
                  </a:cubicBezTo>
                  <a:cubicBezTo>
                    <a:pt x="5118938" y="2675357"/>
                    <a:pt x="5117841" y="2672072"/>
                    <a:pt x="5116746" y="2669881"/>
                  </a:cubicBezTo>
                  <a:cubicBezTo>
                    <a:pt x="5113460" y="2657837"/>
                    <a:pt x="5109081" y="2645792"/>
                    <a:pt x="5105797" y="2632653"/>
                  </a:cubicBezTo>
                  <a:cubicBezTo>
                    <a:pt x="5104703" y="2630465"/>
                    <a:pt x="5104703" y="2627179"/>
                    <a:pt x="5103609" y="2624990"/>
                  </a:cubicBezTo>
                  <a:cubicBezTo>
                    <a:pt x="5100324" y="2612944"/>
                    <a:pt x="5097036" y="2599805"/>
                    <a:pt x="5094847" y="2587760"/>
                  </a:cubicBezTo>
                  <a:cubicBezTo>
                    <a:pt x="5093752" y="2586666"/>
                    <a:pt x="5093753" y="2585571"/>
                    <a:pt x="5093752" y="2584476"/>
                  </a:cubicBezTo>
                  <a:cubicBezTo>
                    <a:pt x="5091561" y="2570241"/>
                    <a:pt x="5088277" y="2556007"/>
                    <a:pt x="5086087" y="2541774"/>
                  </a:cubicBezTo>
                  <a:cubicBezTo>
                    <a:pt x="5084993" y="2540678"/>
                    <a:pt x="5084992" y="2539583"/>
                    <a:pt x="5084995" y="2538489"/>
                  </a:cubicBezTo>
                  <a:cubicBezTo>
                    <a:pt x="5083898" y="2534108"/>
                    <a:pt x="5083899" y="2530824"/>
                    <a:pt x="5082804" y="2526445"/>
                  </a:cubicBezTo>
                  <a:lnTo>
                    <a:pt x="5078286" y="2461983"/>
                  </a:lnTo>
                  <a:lnTo>
                    <a:pt x="5159963" y="2430582"/>
                  </a:lnTo>
                  <a:lnTo>
                    <a:pt x="5859576" y="2138728"/>
                  </a:lnTo>
                  <a:lnTo>
                    <a:pt x="6339331" y="1931386"/>
                  </a:lnTo>
                  <a:cubicBezTo>
                    <a:pt x="6377367" y="1913412"/>
                    <a:pt x="6409065" y="1898436"/>
                    <a:pt x="6431079" y="1895788"/>
                  </a:cubicBezTo>
                  <a:cubicBezTo>
                    <a:pt x="6435743" y="1897458"/>
                    <a:pt x="6437416" y="1892788"/>
                    <a:pt x="6442085" y="1894460"/>
                  </a:cubicBezTo>
                  <a:cubicBezTo>
                    <a:pt x="6468763" y="1893483"/>
                    <a:pt x="6493774" y="1897177"/>
                    <a:pt x="6517110" y="1905535"/>
                  </a:cubicBezTo>
                  <a:close/>
                  <a:moveTo>
                    <a:pt x="1211371" y="0"/>
                  </a:moveTo>
                  <a:lnTo>
                    <a:pt x="1323858" y="40288"/>
                  </a:lnTo>
                  <a:lnTo>
                    <a:pt x="1505887" y="105482"/>
                  </a:lnTo>
                  <a:cubicBezTo>
                    <a:pt x="1743932" y="190739"/>
                    <a:pt x="1900886" y="325948"/>
                    <a:pt x="1989090" y="520789"/>
                  </a:cubicBezTo>
                  <a:lnTo>
                    <a:pt x="2435576" y="1383611"/>
                  </a:lnTo>
                  <a:lnTo>
                    <a:pt x="2371730" y="1422742"/>
                  </a:lnTo>
                  <a:cubicBezTo>
                    <a:pt x="2367350" y="1424933"/>
                    <a:pt x="2364064" y="1427122"/>
                    <a:pt x="2359686" y="1429313"/>
                  </a:cubicBezTo>
                  <a:cubicBezTo>
                    <a:pt x="2356401" y="1430408"/>
                    <a:pt x="2354211" y="1432597"/>
                    <a:pt x="2350925" y="1433692"/>
                  </a:cubicBezTo>
                  <a:cubicBezTo>
                    <a:pt x="2348736" y="1434787"/>
                    <a:pt x="2347642" y="1435883"/>
                    <a:pt x="2345451" y="1436976"/>
                  </a:cubicBezTo>
                  <a:cubicBezTo>
                    <a:pt x="2255666" y="1485154"/>
                    <a:pt x="2205299" y="1589174"/>
                    <a:pt x="2229389" y="1693194"/>
                  </a:cubicBezTo>
                  <a:lnTo>
                    <a:pt x="2229388" y="1695383"/>
                  </a:lnTo>
                  <a:cubicBezTo>
                    <a:pt x="2249097" y="1781883"/>
                    <a:pt x="2323553" y="1842105"/>
                    <a:pt x="2407863" y="1846485"/>
                  </a:cubicBezTo>
                  <a:cubicBezTo>
                    <a:pt x="2410054" y="1846484"/>
                    <a:pt x="2412243" y="1846485"/>
                    <a:pt x="2414433" y="1846484"/>
                  </a:cubicBezTo>
                  <a:cubicBezTo>
                    <a:pt x="2499838" y="1850864"/>
                    <a:pt x="2581959" y="1869478"/>
                    <a:pt x="2658605" y="1899042"/>
                  </a:cubicBezTo>
                  <a:cubicBezTo>
                    <a:pt x="2716637" y="1921762"/>
                    <a:pt x="2771657" y="1951257"/>
                    <a:pt x="2822470" y="1986791"/>
                  </a:cubicBezTo>
                  <a:lnTo>
                    <a:pt x="2878775" y="2031380"/>
                  </a:lnTo>
                  <a:lnTo>
                    <a:pt x="2929827" y="2084748"/>
                  </a:lnTo>
                  <a:lnTo>
                    <a:pt x="2965120" y="2115980"/>
                  </a:lnTo>
                  <a:lnTo>
                    <a:pt x="3018673" y="2184978"/>
                  </a:lnTo>
                  <a:cubicBezTo>
                    <a:pt x="3071910" y="2262973"/>
                    <a:pt x="3111636" y="2352074"/>
                    <a:pt x="3133809" y="2449798"/>
                  </a:cubicBezTo>
                  <a:cubicBezTo>
                    <a:pt x="3227974" y="2868064"/>
                    <a:pt x="2967378" y="3284141"/>
                    <a:pt x="2548016" y="3383781"/>
                  </a:cubicBezTo>
                  <a:lnTo>
                    <a:pt x="2536880" y="3385712"/>
                  </a:lnTo>
                  <a:lnTo>
                    <a:pt x="2514488" y="3347339"/>
                  </a:lnTo>
                  <a:cubicBezTo>
                    <a:pt x="2460219" y="3248906"/>
                    <a:pt x="2407615" y="3145807"/>
                    <a:pt x="2350348" y="3041037"/>
                  </a:cubicBezTo>
                  <a:cubicBezTo>
                    <a:pt x="2312726" y="2969636"/>
                    <a:pt x="2272110" y="2891895"/>
                    <a:pt x="2228498" y="2807812"/>
                  </a:cubicBezTo>
                  <a:cubicBezTo>
                    <a:pt x="2217837" y="2793461"/>
                    <a:pt x="2211845" y="2780782"/>
                    <a:pt x="2202859" y="2761768"/>
                  </a:cubicBezTo>
                  <a:cubicBezTo>
                    <a:pt x="2199862" y="2755426"/>
                    <a:pt x="2199862" y="2755426"/>
                    <a:pt x="2199862" y="2755426"/>
                  </a:cubicBezTo>
                  <a:cubicBezTo>
                    <a:pt x="2148935" y="2647663"/>
                    <a:pt x="2094661" y="2549229"/>
                    <a:pt x="2029384" y="2452123"/>
                  </a:cubicBezTo>
                  <a:cubicBezTo>
                    <a:pt x="1974764" y="2369366"/>
                    <a:pt x="1918472" y="2291279"/>
                    <a:pt x="1852495" y="2225519"/>
                  </a:cubicBezTo>
                  <a:cubicBezTo>
                    <a:pt x="1841838" y="2211170"/>
                    <a:pt x="1831177" y="2196819"/>
                    <a:pt x="1818850" y="2187136"/>
                  </a:cubicBezTo>
                  <a:cubicBezTo>
                    <a:pt x="1811185" y="2179127"/>
                    <a:pt x="1798853" y="2169441"/>
                    <a:pt x="1791189" y="2161433"/>
                  </a:cubicBezTo>
                  <a:lnTo>
                    <a:pt x="1769205" y="2145235"/>
                  </a:lnTo>
                  <a:lnTo>
                    <a:pt x="1808930" y="2097226"/>
                  </a:lnTo>
                  <a:cubicBezTo>
                    <a:pt x="1864773" y="2037005"/>
                    <a:pt x="1931564" y="1985542"/>
                    <a:pt x="2006020" y="1945030"/>
                  </a:cubicBezTo>
                  <a:cubicBezTo>
                    <a:pt x="2007115" y="1943935"/>
                    <a:pt x="2009305" y="1942839"/>
                    <a:pt x="2011495" y="1941744"/>
                  </a:cubicBezTo>
                  <a:cubicBezTo>
                    <a:pt x="2084855" y="1901232"/>
                    <a:pt x="2126463" y="1814732"/>
                    <a:pt x="2106755" y="1728230"/>
                  </a:cubicBezTo>
                  <a:lnTo>
                    <a:pt x="2106755" y="1726042"/>
                  </a:lnTo>
                  <a:cubicBezTo>
                    <a:pt x="2082666" y="1622022"/>
                    <a:pt x="1992880" y="1549756"/>
                    <a:pt x="1891051" y="1545376"/>
                  </a:cubicBezTo>
                  <a:cubicBezTo>
                    <a:pt x="1888862" y="1545376"/>
                    <a:pt x="1886671" y="1545376"/>
                    <a:pt x="1884482" y="1545377"/>
                  </a:cubicBezTo>
                  <a:cubicBezTo>
                    <a:pt x="1787032" y="1542092"/>
                    <a:pt x="1692867" y="1523478"/>
                    <a:pt x="1603082" y="1491724"/>
                  </a:cubicBezTo>
                  <a:cubicBezTo>
                    <a:pt x="1601987" y="1491724"/>
                    <a:pt x="1601987" y="1491724"/>
                    <a:pt x="1601987" y="1491724"/>
                  </a:cubicBezTo>
                  <a:cubicBezTo>
                    <a:pt x="1597607" y="1489534"/>
                    <a:pt x="1592132" y="1488439"/>
                    <a:pt x="1586657" y="1486249"/>
                  </a:cubicBezTo>
                  <a:cubicBezTo>
                    <a:pt x="1558190" y="1475301"/>
                    <a:pt x="1528626" y="1463256"/>
                    <a:pt x="1501252" y="1449021"/>
                  </a:cubicBezTo>
                  <a:cubicBezTo>
                    <a:pt x="1499062" y="1447926"/>
                    <a:pt x="1496873" y="1446831"/>
                    <a:pt x="1494683" y="1445737"/>
                  </a:cubicBezTo>
                  <a:cubicBezTo>
                    <a:pt x="1485924" y="1441357"/>
                    <a:pt x="1478258" y="1436976"/>
                    <a:pt x="1469499" y="1432597"/>
                  </a:cubicBezTo>
                  <a:cubicBezTo>
                    <a:pt x="1467309" y="1431503"/>
                    <a:pt x="1465119" y="1430408"/>
                    <a:pt x="1462930" y="1429312"/>
                  </a:cubicBezTo>
                  <a:cubicBezTo>
                    <a:pt x="1453075" y="1423837"/>
                    <a:pt x="1443220" y="1417269"/>
                    <a:pt x="1433366" y="1411794"/>
                  </a:cubicBezTo>
                  <a:cubicBezTo>
                    <a:pt x="1431176" y="1410699"/>
                    <a:pt x="1430080" y="1409603"/>
                    <a:pt x="1427891" y="1408508"/>
                  </a:cubicBezTo>
                  <a:cubicBezTo>
                    <a:pt x="1419132" y="1403033"/>
                    <a:pt x="1411467" y="1397560"/>
                    <a:pt x="1402707" y="1392085"/>
                  </a:cubicBezTo>
                  <a:cubicBezTo>
                    <a:pt x="1401612" y="1390990"/>
                    <a:pt x="1400517" y="1390990"/>
                    <a:pt x="1399423" y="1389894"/>
                  </a:cubicBezTo>
                  <a:cubicBezTo>
                    <a:pt x="1397233" y="1388799"/>
                    <a:pt x="1396137" y="1387705"/>
                    <a:pt x="1393948" y="1386610"/>
                  </a:cubicBezTo>
                  <a:cubicBezTo>
                    <a:pt x="1308543" y="1330767"/>
                    <a:pt x="1193573" y="1336242"/>
                    <a:pt x="1113643" y="1406319"/>
                  </a:cubicBezTo>
                  <a:lnTo>
                    <a:pt x="1111453" y="1408508"/>
                  </a:lnTo>
                  <a:cubicBezTo>
                    <a:pt x="1059991" y="1454496"/>
                    <a:pt x="1045757" y="1525667"/>
                    <a:pt x="1070940" y="1585889"/>
                  </a:cubicBezTo>
                  <a:cubicBezTo>
                    <a:pt x="1072035" y="1590269"/>
                    <a:pt x="1073130" y="1593553"/>
                    <a:pt x="1075321" y="1596838"/>
                  </a:cubicBezTo>
                  <a:cubicBezTo>
                    <a:pt x="1075321" y="1597933"/>
                    <a:pt x="1076415" y="1597933"/>
                    <a:pt x="1076415" y="1599028"/>
                  </a:cubicBezTo>
                  <a:cubicBezTo>
                    <a:pt x="1080795" y="1607787"/>
                    <a:pt x="1085174" y="1616547"/>
                    <a:pt x="1088459" y="1626401"/>
                  </a:cubicBezTo>
                  <a:cubicBezTo>
                    <a:pt x="1088460" y="1628592"/>
                    <a:pt x="1089555" y="1630781"/>
                    <a:pt x="1090649" y="1632971"/>
                  </a:cubicBezTo>
                  <a:cubicBezTo>
                    <a:pt x="1093935" y="1640635"/>
                    <a:pt x="1097219" y="1649396"/>
                    <a:pt x="1099409" y="1657060"/>
                  </a:cubicBezTo>
                  <a:cubicBezTo>
                    <a:pt x="1100504" y="1659250"/>
                    <a:pt x="1100503" y="1662535"/>
                    <a:pt x="1101599" y="1664724"/>
                  </a:cubicBezTo>
                  <a:cubicBezTo>
                    <a:pt x="1104883" y="1672389"/>
                    <a:pt x="1107074" y="1681149"/>
                    <a:pt x="1109262" y="1688814"/>
                  </a:cubicBezTo>
                  <a:cubicBezTo>
                    <a:pt x="1110358" y="1691003"/>
                    <a:pt x="1110358" y="1694287"/>
                    <a:pt x="1111453" y="1696478"/>
                  </a:cubicBezTo>
                  <a:cubicBezTo>
                    <a:pt x="1113643" y="1704142"/>
                    <a:pt x="1114738" y="1712902"/>
                    <a:pt x="1116928" y="1720566"/>
                  </a:cubicBezTo>
                  <a:cubicBezTo>
                    <a:pt x="1116928" y="1721661"/>
                    <a:pt x="1118023" y="1722757"/>
                    <a:pt x="1118023" y="1723851"/>
                  </a:cubicBezTo>
                  <a:cubicBezTo>
                    <a:pt x="1118023" y="1726041"/>
                    <a:pt x="1119118" y="1729326"/>
                    <a:pt x="1119118" y="1731516"/>
                  </a:cubicBezTo>
                  <a:cubicBezTo>
                    <a:pt x="1120212" y="1738085"/>
                    <a:pt x="1121307" y="1743560"/>
                    <a:pt x="1122403" y="1750130"/>
                  </a:cubicBezTo>
                  <a:cubicBezTo>
                    <a:pt x="1123498" y="1755605"/>
                    <a:pt x="1123499" y="1759985"/>
                    <a:pt x="1124593" y="1765460"/>
                  </a:cubicBezTo>
                  <a:cubicBezTo>
                    <a:pt x="1125688" y="1770934"/>
                    <a:pt x="1125687" y="1775314"/>
                    <a:pt x="1126782" y="1779693"/>
                  </a:cubicBezTo>
                  <a:cubicBezTo>
                    <a:pt x="1126783" y="1784073"/>
                    <a:pt x="1127877" y="1787358"/>
                    <a:pt x="1127878" y="1791738"/>
                  </a:cubicBezTo>
                  <a:cubicBezTo>
                    <a:pt x="1127878" y="1796117"/>
                    <a:pt x="1128972" y="1801592"/>
                    <a:pt x="1128972" y="1805972"/>
                  </a:cubicBezTo>
                  <a:cubicBezTo>
                    <a:pt x="1128972" y="1812542"/>
                    <a:pt x="1130067" y="1820206"/>
                    <a:pt x="1130067" y="1826775"/>
                  </a:cubicBezTo>
                  <a:cubicBezTo>
                    <a:pt x="1130067" y="1831155"/>
                    <a:pt x="1130067" y="1835535"/>
                    <a:pt x="1130067" y="1839915"/>
                  </a:cubicBezTo>
                  <a:cubicBezTo>
                    <a:pt x="1130067" y="1844294"/>
                    <a:pt x="1130067" y="1848675"/>
                    <a:pt x="1130067" y="1853055"/>
                  </a:cubicBezTo>
                  <a:cubicBezTo>
                    <a:pt x="1130067" y="1857434"/>
                    <a:pt x="1130067" y="1860719"/>
                    <a:pt x="1130067" y="1865098"/>
                  </a:cubicBezTo>
                  <a:cubicBezTo>
                    <a:pt x="1130067" y="1872762"/>
                    <a:pt x="1128972" y="1880428"/>
                    <a:pt x="1128972" y="1888092"/>
                  </a:cubicBezTo>
                  <a:cubicBezTo>
                    <a:pt x="1127878" y="1891378"/>
                    <a:pt x="1127878" y="1894662"/>
                    <a:pt x="1127878" y="1897946"/>
                  </a:cubicBezTo>
                  <a:cubicBezTo>
                    <a:pt x="1127878" y="1903422"/>
                    <a:pt x="1127878" y="1909991"/>
                    <a:pt x="1126783" y="1915467"/>
                  </a:cubicBezTo>
                  <a:cubicBezTo>
                    <a:pt x="1126782" y="1918751"/>
                    <a:pt x="1125687" y="1920940"/>
                    <a:pt x="1125687" y="1924226"/>
                  </a:cubicBezTo>
                  <a:cubicBezTo>
                    <a:pt x="1124592" y="1932985"/>
                    <a:pt x="1123498" y="1940650"/>
                    <a:pt x="1122403" y="1949409"/>
                  </a:cubicBezTo>
                  <a:cubicBezTo>
                    <a:pt x="1122403" y="1951599"/>
                    <a:pt x="1121308" y="1952694"/>
                    <a:pt x="1121308" y="1954885"/>
                  </a:cubicBezTo>
                  <a:cubicBezTo>
                    <a:pt x="1120213" y="1962548"/>
                    <a:pt x="1118023" y="1969118"/>
                    <a:pt x="1116928" y="1976782"/>
                  </a:cubicBezTo>
                  <a:cubicBezTo>
                    <a:pt x="1116928" y="1978973"/>
                    <a:pt x="1115833" y="1980068"/>
                    <a:pt x="1115833" y="1982257"/>
                  </a:cubicBezTo>
                  <a:cubicBezTo>
                    <a:pt x="1113643" y="1991016"/>
                    <a:pt x="1111453" y="1999776"/>
                    <a:pt x="1109263" y="2008535"/>
                  </a:cubicBezTo>
                  <a:cubicBezTo>
                    <a:pt x="1109263" y="2008535"/>
                    <a:pt x="1109263" y="2009630"/>
                    <a:pt x="1109263" y="2009630"/>
                  </a:cubicBezTo>
                  <a:cubicBezTo>
                    <a:pt x="1107073" y="2018391"/>
                    <a:pt x="1103789" y="2027150"/>
                    <a:pt x="1101599" y="2035909"/>
                  </a:cubicBezTo>
                  <a:cubicBezTo>
                    <a:pt x="1101598" y="2037005"/>
                    <a:pt x="1100503" y="2038099"/>
                    <a:pt x="1100503" y="2039194"/>
                  </a:cubicBezTo>
                  <a:cubicBezTo>
                    <a:pt x="1095029" y="2056714"/>
                    <a:pt x="1089555" y="2074232"/>
                    <a:pt x="1081889" y="2091751"/>
                  </a:cubicBezTo>
                  <a:cubicBezTo>
                    <a:pt x="1081890" y="2092846"/>
                    <a:pt x="1080794" y="2093941"/>
                    <a:pt x="1080794" y="2095037"/>
                  </a:cubicBezTo>
                  <a:lnTo>
                    <a:pt x="1076077" y="2104902"/>
                  </a:lnTo>
                  <a:lnTo>
                    <a:pt x="1030906" y="2148496"/>
                  </a:lnTo>
                  <a:cubicBezTo>
                    <a:pt x="1010373" y="2172739"/>
                    <a:pt x="991944" y="2199382"/>
                    <a:pt x="975618" y="2228423"/>
                  </a:cubicBezTo>
                  <a:lnTo>
                    <a:pt x="944652" y="2296876"/>
                  </a:lnTo>
                  <a:lnTo>
                    <a:pt x="941737" y="2299790"/>
                  </a:lnTo>
                  <a:cubicBezTo>
                    <a:pt x="937358" y="2303075"/>
                    <a:pt x="934073" y="2307455"/>
                    <a:pt x="929693" y="2310739"/>
                  </a:cubicBezTo>
                  <a:cubicBezTo>
                    <a:pt x="927503" y="2314025"/>
                    <a:pt x="924219" y="2316214"/>
                    <a:pt x="922029" y="2318404"/>
                  </a:cubicBezTo>
                  <a:cubicBezTo>
                    <a:pt x="922029" y="2319499"/>
                    <a:pt x="920933" y="2319500"/>
                    <a:pt x="919839" y="2320594"/>
                  </a:cubicBezTo>
                  <a:cubicBezTo>
                    <a:pt x="917649" y="2322784"/>
                    <a:pt x="914364" y="2324973"/>
                    <a:pt x="912174" y="2327164"/>
                  </a:cubicBezTo>
                  <a:cubicBezTo>
                    <a:pt x="907794" y="2330448"/>
                    <a:pt x="903414" y="2334828"/>
                    <a:pt x="899035" y="2338113"/>
                  </a:cubicBezTo>
                  <a:cubicBezTo>
                    <a:pt x="894655" y="2341398"/>
                    <a:pt x="890276" y="2345777"/>
                    <a:pt x="884801" y="2349062"/>
                  </a:cubicBezTo>
                  <a:cubicBezTo>
                    <a:pt x="882610" y="2350157"/>
                    <a:pt x="879326" y="2352348"/>
                    <a:pt x="877136" y="2354537"/>
                  </a:cubicBezTo>
                  <a:cubicBezTo>
                    <a:pt x="876042" y="2354537"/>
                    <a:pt x="876041" y="2355632"/>
                    <a:pt x="874946" y="2355632"/>
                  </a:cubicBezTo>
                  <a:cubicBezTo>
                    <a:pt x="869471" y="2360011"/>
                    <a:pt x="862901" y="2364391"/>
                    <a:pt x="856332" y="2368771"/>
                  </a:cubicBezTo>
                  <a:cubicBezTo>
                    <a:pt x="854142" y="2369867"/>
                    <a:pt x="851953" y="2372057"/>
                    <a:pt x="849763" y="2373151"/>
                  </a:cubicBezTo>
                  <a:cubicBezTo>
                    <a:pt x="843193" y="2377531"/>
                    <a:pt x="835528" y="2381911"/>
                    <a:pt x="828959" y="2386291"/>
                  </a:cubicBezTo>
                  <a:cubicBezTo>
                    <a:pt x="827864" y="2387385"/>
                    <a:pt x="825674" y="2388480"/>
                    <a:pt x="823484" y="2389575"/>
                  </a:cubicBezTo>
                  <a:cubicBezTo>
                    <a:pt x="816914" y="2393955"/>
                    <a:pt x="809249" y="2398334"/>
                    <a:pt x="802680" y="2401620"/>
                  </a:cubicBezTo>
                  <a:cubicBezTo>
                    <a:pt x="800490" y="2402714"/>
                    <a:pt x="798301" y="2403809"/>
                    <a:pt x="796110" y="2404905"/>
                  </a:cubicBezTo>
                  <a:cubicBezTo>
                    <a:pt x="789540" y="2408189"/>
                    <a:pt x="782971" y="2411475"/>
                    <a:pt x="776401" y="2414759"/>
                  </a:cubicBezTo>
                  <a:cubicBezTo>
                    <a:pt x="774212" y="2415854"/>
                    <a:pt x="770926" y="2416948"/>
                    <a:pt x="768737" y="2418043"/>
                  </a:cubicBezTo>
                  <a:cubicBezTo>
                    <a:pt x="762167" y="2420234"/>
                    <a:pt x="756692" y="2423518"/>
                    <a:pt x="750123" y="2425709"/>
                  </a:cubicBezTo>
                  <a:cubicBezTo>
                    <a:pt x="746838" y="2426803"/>
                    <a:pt x="743553" y="2428993"/>
                    <a:pt x="740268" y="2430088"/>
                  </a:cubicBezTo>
                  <a:cubicBezTo>
                    <a:pt x="734794" y="2432277"/>
                    <a:pt x="729319" y="2433373"/>
                    <a:pt x="723844" y="2435562"/>
                  </a:cubicBezTo>
                  <a:cubicBezTo>
                    <a:pt x="719464" y="2436657"/>
                    <a:pt x="715085" y="2438848"/>
                    <a:pt x="710705" y="2439943"/>
                  </a:cubicBezTo>
                  <a:cubicBezTo>
                    <a:pt x="706326" y="2442132"/>
                    <a:pt x="701946" y="2443227"/>
                    <a:pt x="697565" y="2444323"/>
                  </a:cubicBezTo>
                  <a:cubicBezTo>
                    <a:pt x="692092" y="2446512"/>
                    <a:pt x="686616" y="2448702"/>
                    <a:pt x="681141" y="2449797"/>
                  </a:cubicBezTo>
                  <a:cubicBezTo>
                    <a:pt x="676762" y="2450891"/>
                    <a:pt x="673476" y="2451987"/>
                    <a:pt x="670192" y="2453082"/>
                  </a:cubicBezTo>
                  <a:cubicBezTo>
                    <a:pt x="664717" y="2454177"/>
                    <a:pt x="658148" y="2456366"/>
                    <a:pt x="651578" y="2457462"/>
                  </a:cubicBezTo>
                  <a:cubicBezTo>
                    <a:pt x="649388" y="2458557"/>
                    <a:pt x="646103" y="2458557"/>
                    <a:pt x="643915" y="2459652"/>
                  </a:cubicBezTo>
                  <a:cubicBezTo>
                    <a:pt x="636249" y="2460746"/>
                    <a:pt x="629679" y="2462936"/>
                    <a:pt x="622015" y="2464032"/>
                  </a:cubicBezTo>
                  <a:cubicBezTo>
                    <a:pt x="619824" y="2464032"/>
                    <a:pt x="617635" y="2465126"/>
                    <a:pt x="615445" y="2465126"/>
                  </a:cubicBezTo>
                  <a:cubicBezTo>
                    <a:pt x="607781" y="2466221"/>
                    <a:pt x="600117" y="2467316"/>
                    <a:pt x="592452" y="2468412"/>
                  </a:cubicBezTo>
                  <a:cubicBezTo>
                    <a:pt x="590262" y="2469505"/>
                    <a:pt x="589166" y="2469505"/>
                    <a:pt x="586975" y="2469505"/>
                  </a:cubicBezTo>
                  <a:cubicBezTo>
                    <a:pt x="579311" y="2470600"/>
                    <a:pt x="570553" y="2470601"/>
                    <a:pt x="562888" y="2471696"/>
                  </a:cubicBezTo>
                  <a:cubicBezTo>
                    <a:pt x="561793" y="2471696"/>
                    <a:pt x="559604" y="2471696"/>
                    <a:pt x="557413" y="2471696"/>
                  </a:cubicBezTo>
                  <a:cubicBezTo>
                    <a:pt x="548653" y="2471696"/>
                    <a:pt x="540989" y="2472791"/>
                    <a:pt x="533324" y="2472791"/>
                  </a:cubicBezTo>
                  <a:cubicBezTo>
                    <a:pt x="530040" y="2472791"/>
                    <a:pt x="527850" y="2472791"/>
                    <a:pt x="525660" y="2472791"/>
                  </a:cubicBezTo>
                  <a:cubicBezTo>
                    <a:pt x="519090" y="2472790"/>
                    <a:pt x="511426" y="2472791"/>
                    <a:pt x="503761" y="2472791"/>
                  </a:cubicBezTo>
                  <a:cubicBezTo>
                    <a:pt x="500476" y="2472791"/>
                    <a:pt x="497192" y="2472791"/>
                    <a:pt x="493906" y="2472791"/>
                  </a:cubicBezTo>
                  <a:cubicBezTo>
                    <a:pt x="487338" y="2472791"/>
                    <a:pt x="480767" y="2471696"/>
                    <a:pt x="474198" y="2471696"/>
                  </a:cubicBezTo>
                  <a:cubicBezTo>
                    <a:pt x="470913" y="2471696"/>
                    <a:pt x="466533" y="2470600"/>
                    <a:pt x="462153" y="2470600"/>
                  </a:cubicBezTo>
                  <a:cubicBezTo>
                    <a:pt x="456679" y="2470600"/>
                    <a:pt x="451204" y="2470600"/>
                    <a:pt x="445729" y="2469505"/>
                  </a:cubicBezTo>
                  <a:cubicBezTo>
                    <a:pt x="441349" y="2468411"/>
                    <a:pt x="435874" y="2468411"/>
                    <a:pt x="430400" y="2467316"/>
                  </a:cubicBezTo>
                  <a:cubicBezTo>
                    <a:pt x="426020" y="2466221"/>
                    <a:pt x="421641" y="2466221"/>
                    <a:pt x="417260" y="2465125"/>
                  </a:cubicBezTo>
                  <a:cubicBezTo>
                    <a:pt x="410692" y="2464031"/>
                    <a:pt x="405217" y="2462936"/>
                    <a:pt x="398647" y="2461841"/>
                  </a:cubicBezTo>
                  <a:cubicBezTo>
                    <a:pt x="395363" y="2460746"/>
                    <a:pt x="392076" y="2460746"/>
                    <a:pt x="388792" y="2459652"/>
                  </a:cubicBezTo>
                  <a:cubicBezTo>
                    <a:pt x="382222" y="2458557"/>
                    <a:pt x="374558" y="2457462"/>
                    <a:pt x="367988" y="2455272"/>
                  </a:cubicBezTo>
                  <a:cubicBezTo>
                    <a:pt x="365798" y="2454177"/>
                    <a:pt x="362513" y="2454177"/>
                    <a:pt x="360324" y="2453082"/>
                  </a:cubicBezTo>
                  <a:cubicBezTo>
                    <a:pt x="352660" y="2450892"/>
                    <a:pt x="346090" y="2448702"/>
                    <a:pt x="338425" y="2446512"/>
                  </a:cubicBezTo>
                  <a:cubicBezTo>
                    <a:pt x="336236" y="2445418"/>
                    <a:pt x="334045" y="2445418"/>
                    <a:pt x="331856" y="2444322"/>
                  </a:cubicBezTo>
                  <a:cubicBezTo>
                    <a:pt x="324189" y="2442132"/>
                    <a:pt x="317622" y="2438848"/>
                    <a:pt x="309957" y="2436658"/>
                  </a:cubicBezTo>
                  <a:cubicBezTo>
                    <a:pt x="307767" y="2435562"/>
                    <a:pt x="305576" y="2435562"/>
                    <a:pt x="303387" y="2434468"/>
                  </a:cubicBezTo>
                  <a:cubicBezTo>
                    <a:pt x="296817" y="2431183"/>
                    <a:pt x="289153" y="2428993"/>
                    <a:pt x="282583" y="2425709"/>
                  </a:cubicBezTo>
                  <a:cubicBezTo>
                    <a:pt x="280393" y="2425709"/>
                    <a:pt x="278204" y="2424613"/>
                    <a:pt x="276013" y="2423518"/>
                  </a:cubicBezTo>
                  <a:cubicBezTo>
                    <a:pt x="269444" y="2420234"/>
                    <a:pt x="262875" y="2418043"/>
                    <a:pt x="256304" y="2414759"/>
                  </a:cubicBezTo>
                  <a:cubicBezTo>
                    <a:pt x="253019" y="2413663"/>
                    <a:pt x="249735" y="2412568"/>
                    <a:pt x="247545" y="2411474"/>
                  </a:cubicBezTo>
                  <a:cubicBezTo>
                    <a:pt x="240976" y="2408189"/>
                    <a:pt x="235501" y="2406000"/>
                    <a:pt x="230026" y="2402714"/>
                  </a:cubicBezTo>
                  <a:cubicBezTo>
                    <a:pt x="226742" y="2400525"/>
                    <a:pt x="223456" y="2399430"/>
                    <a:pt x="220172" y="2397239"/>
                  </a:cubicBezTo>
                  <a:cubicBezTo>
                    <a:pt x="215792" y="2395050"/>
                    <a:pt x="210318" y="2391765"/>
                    <a:pt x="205937" y="2389575"/>
                  </a:cubicBezTo>
                  <a:cubicBezTo>
                    <a:pt x="202652" y="2386291"/>
                    <a:pt x="198273" y="2384100"/>
                    <a:pt x="193892" y="2381911"/>
                  </a:cubicBezTo>
                  <a:cubicBezTo>
                    <a:pt x="190608" y="2378625"/>
                    <a:pt x="186228" y="2376436"/>
                    <a:pt x="182944" y="2374246"/>
                  </a:cubicBezTo>
                  <a:cubicBezTo>
                    <a:pt x="178564" y="2370961"/>
                    <a:pt x="173090" y="2367677"/>
                    <a:pt x="168709" y="2364391"/>
                  </a:cubicBezTo>
                  <a:cubicBezTo>
                    <a:pt x="165425" y="2362202"/>
                    <a:pt x="163235" y="2360012"/>
                    <a:pt x="159950" y="2357823"/>
                  </a:cubicBezTo>
                  <a:cubicBezTo>
                    <a:pt x="154474" y="2353441"/>
                    <a:pt x="149000" y="2350157"/>
                    <a:pt x="143526" y="2345778"/>
                  </a:cubicBezTo>
                  <a:cubicBezTo>
                    <a:pt x="141336" y="2343587"/>
                    <a:pt x="139146" y="2342493"/>
                    <a:pt x="136956" y="2340303"/>
                  </a:cubicBezTo>
                  <a:cubicBezTo>
                    <a:pt x="131482" y="2335923"/>
                    <a:pt x="124911" y="2330448"/>
                    <a:pt x="119437" y="2326068"/>
                  </a:cubicBezTo>
                  <a:cubicBezTo>
                    <a:pt x="117247" y="2324973"/>
                    <a:pt x="116152" y="2322784"/>
                    <a:pt x="113962" y="2321689"/>
                  </a:cubicBezTo>
                  <a:cubicBezTo>
                    <a:pt x="107393" y="2316214"/>
                    <a:pt x="101918" y="2310739"/>
                    <a:pt x="95349" y="2305264"/>
                  </a:cubicBezTo>
                  <a:cubicBezTo>
                    <a:pt x="94254" y="2304171"/>
                    <a:pt x="92063" y="2301980"/>
                    <a:pt x="90968" y="2300885"/>
                  </a:cubicBezTo>
                  <a:cubicBezTo>
                    <a:pt x="85494" y="2295410"/>
                    <a:pt x="78924" y="2288841"/>
                    <a:pt x="73450" y="2283366"/>
                  </a:cubicBezTo>
                  <a:cubicBezTo>
                    <a:pt x="71260" y="2281176"/>
                    <a:pt x="70165" y="2280082"/>
                    <a:pt x="67975" y="2277891"/>
                  </a:cubicBezTo>
                  <a:cubicBezTo>
                    <a:pt x="63594" y="2272416"/>
                    <a:pt x="58120" y="2265846"/>
                    <a:pt x="52645" y="2260373"/>
                  </a:cubicBezTo>
                  <a:cubicBezTo>
                    <a:pt x="51551" y="2259278"/>
                    <a:pt x="51551" y="2259278"/>
                    <a:pt x="50455" y="2258182"/>
                  </a:cubicBezTo>
                  <a:cubicBezTo>
                    <a:pt x="48265" y="2255993"/>
                    <a:pt x="47172" y="2253802"/>
                    <a:pt x="44981" y="2251612"/>
                  </a:cubicBezTo>
                  <a:cubicBezTo>
                    <a:pt x="40601" y="2247232"/>
                    <a:pt x="37317" y="2242853"/>
                    <a:pt x="32936" y="2237379"/>
                  </a:cubicBezTo>
                  <a:cubicBezTo>
                    <a:pt x="28556" y="2231904"/>
                    <a:pt x="25272" y="2227523"/>
                    <a:pt x="21988" y="2223144"/>
                  </a:cubicBezTo>
                  <a:cubicBezTo>
                    <a:pt x="19797" y="2219859"/>
                    <a:pt x="17608" y="2217669"/>
                    <a:pt x="15417" y="2214385"/>
                  </a:cubicBezTo>
                  <a:cubicBezTo>
                    <a:pt x="14322" y="2213289"/>
                    <a:pt x="14322" y="2212195"/>
                    <a:pt x="13229" y="2211100"/>
                  </a:cubicBezTo>
                  <a:cubicBezTo>
                    <a:pt x="11038" y="2207816"/>
                    <a:pt x="8847" y="2205625"/>
                    <a:pt x="6658" y="2202341"/>
                  </a:cubicBezTo>
                  <a:lnTo>
                    <a:pt x="0" y="2192724"/>
                  </a:lnTo>
                  <a:lnTo>
                    <a:pt x="338643" y="1247199"/>
                  </a:lnTo>
                  <a:lnTo>
                    <a:pt x="365799" y="1239888"/>
                  </a:lnTo>
                  <a:cubicBezTo>
                    <a:pt x="367988" y="1239887"/>
                    <a:pt x="370179" y="1238792"/>
                    <a:pt x="372368" y="1238793"/>
                  </a:cubicBezTo>
                  <a:cubicBezTo>
                    <a:pt x="381128" y="1236603"/>
                    <a:pt x="390983" y="1235508"/>
                    <a:pt x="399742" y="1233317"/>
                  </a:cubicBezTo>
                  <a:cubicBezTo>
                    <a:pt x="403026" y="1233317"/>
                    <a:pt x="405217" y="1232223"/>
                    <a:pt x="407406" y="1232223"/>
                  </a:cubicBezTo>
                  <a:cubicBezTo>
                    <a:pt x="415071" y="1231128"/>
                    <a:pt x="423830" y="1230033"/>
                    <a:pt x="431494" y="1228938"/>
                  </a:cubicBezTo>
                  <a:cubicBezTo>
                    <a:pt x="432590" y="1227844"/>
                    <a:pt x="434780" y="1227844"/>
                    <a:pt x="435875" y="1227844"/>
                  </a:cubicBezTo>
                  <a:cubicBezTo>
                    <a:pt x="463249" y="1224558"/>
                    <a:pt x="490621" y="1223464"/>
                    <a:pt x="517995" y="1223464"/>
                  </a:cubicBezTo>
                  <a:cubicBezTo>
                    <a:pt x="519090" y="1223464"/>
                    <a:pt x="519090" y="1223464"/>
                    <a:pt x="519090" y="1223464"/>
                  </a:cubicBezTo>
                  <a:cubicBezTo>
                    <a:pt x="525660" y="1224558"/>
                    <a:pt x="532229" y="1224558"/>
                    <a:pt x="538799" y="1224558"/>
                  </a:cubicBezTo>
                  <a:cubicBezTo>
                    <a:pt x="539895" y="1224558"/>
                    <a:pt x="542083" y="1224558"/>
                    <a:pt x="543179" y="1224558"/>
                  </a:cubicBezTo>
                  <a:cubicBezTo>
                    <a:pt x="547559" y="1224558"/>
                    <a:pt x="553033" y="1225653"/>
                    <a:pt x="558508" y="1225654"/>
                  </a:cubicBezTo>
                  <a:cubicBezTo>
                    <a:pt x="561793" y="1225654"/>
                    <a:pt x="563983" y="1226748"/>
                    <a:pt x="567267" y="1226748"/>
                  </a:cubicBezTo>
                  <a:cubicBezTo>
                    <a:pt x="570553" y="1226749"/>
                    <a:pt x="574933" y="1227844"/>
                    <a:pt x="578217" y="1227844"/>
                  </a:cubicBezTo>
                  <a:cubicBezTo>
                    <a:pt x="582597" y="1228938"/>
                    <a:pt x="586976" y="1228937"/>
                    <a:pt x="591356" y="1230033"/>
                  </a:cubicBezTo>
                  <a:cubicBezTo>
                    <a:pt x="593546" y="1231128"/>
                    <a:pt x="595736" y="1231128"/>
                    <a:pt x="597926" y="1231128"/>
                  </a:cubicBezTo>
                  <a:cubicBezTo>
                    <a:pt x="603401" y="1232224"/>
                    <a:pt x="609971" y="1233318"/>
                    <a:pt x="615444" y="1234412"/>
                  </a:cubicBezTo>
                  <a:cubicBezTo>
                    <a:pt x="616539" y="1234413"/>
                    <a:pt x="616539" y="1234413"/>
                    <a:pt x="617635" y="1234413"/>
                  </a:cubicBezTo>
                  <a:cubicBezTo>
                    <a:pt x="651578" y="1240982"/>
                    <a:pt x="684426" y="1249742"/>
                    <a:pt x="717275" y="1260692"/>
                  </a:cubicBezTo>
                  <a:cubicBezTo>
                    <a:pt x="718370" y="1260692"/>
                    <a:pt x="720560" y="1261787"/>
                    <a:pt x="721654" y="1261787"/>
                  </a:cubicBezTo>
                  <a:cubicBezTo>
                    <a:pt x="729319" y="1265071"/>
                    <a:pt x="736983" y="1267260"/>
                    <a:pt x="744649" y="1270547"/>
                  </a:cubicBezTo>
                  <a:cubicBezTo>
                    <a:pt x="746838" y="1271642"/>
                    <a:pt x="749028" y="1272735"/>
                    <a:pt x="751217" y="1273830"/>
                  </a:cubicBezTo>
                  <a:cubicBezTo>
                    <a:pt x="759978" y="1277115"/>
                    <a:pt x="767642" y="1280401"/>
                    <a:pt x="776401" y="1284780"/>
                  </a:cubicBezTo>
                  <a:cubicBezTo>
                    <a:pt x="778592" y="1285876"/>
                    <a:pt x="780781" y="1286970"/>
                    <a:pt x="782971" y="1288065"/>
                  </a:cubicBezTo>
                  <a:cubicBezTo>
                    <a:pt x="791730" y="1292444"/>
                    <a:pt x="800490" y="1296824"/>
                    <a:pt x="809249" y="1301204"/>
                  </a:cubicBezTo>
                  <a:cubicBezTo>
                    <a:pt x="809249" y="1302299"/>
                    <a:pt x="810345" y="1302299"/>
                    <a:pt x="810345" y="1302299"/>
                  </a:cubicBezTo>
                  <a:cubicBezTo>
                    <a:pt x="819104" y="1306679"/>
                    <a:pt x="827864" y="1312153"/>
                    <a:pt x="836624" y="1317628"/>
                  </a:cubicBezTo>
                  <a:cubicBezTo>
                    <a:pt x="837719" y="1317628"/>
                    <a:pt x="837719" y="1318723"/>
                    <a:pt x="838813" y="1318723"/>
                  </a:cubicBezTo>
                  <a:cubicBezTo>
                    <a:pt x="839908" y="1318723"/>
                    <a:pt x="839908" y="1319818"/>
                    <a:pt x="841003" y="1319819"/>
                  </a:cubicBezTo>
                  <a:cubicBezTo>
                    <a:pt x="842098" y="1320913"/>
                    <a:pt x="844288" y="1322008"/>
                    <a:pt x="845383" y="1323103"/>
                  </a:cubicBezTo>
                  <a:cubicBezTo>
                    <a:pt x="845383" y="1323103"/>
                    <a:pt x="846478" y="1324198"/>
                    <a:pt x="847573" y="1324198"/>
                  </a:cubicBezTo>
                  <a:cubicBezTo>
                    <a:pt x="903415" y="1357046"/>
                    <a:pt x="976776" y="1351572"/>
                    <a:pt x="1028238" y="1306679"/>
                  </a:cubicBezTo>
                  <a:lnTo>
                    <a:pt x="1030428" y="1304489"/>
                  </a:lnTo>
                  <a:cubicBezTo>
                    <a:pt x="1110358" y="1234413"/>
                    <a:pt x="1130067" y="1121633"/>
                    <a:pt x="1087364" y="1030754"/>
                  </a:cubicBezTo>
                  <a:cubicBezTo>
                    <a:pt x="1068750" y="994621"/>
                    <a:pt x="1053421" y="957393"/>
                    <a:pt x="1039187" y="917975"/>
                  </a:cubicBezTo>
                  <a:cubicBezTo>
                    <a:pt x="1038092" y="916880"/>
                    <a:pt x="1038092" y="916880"/>
                    <a:pt x="1038092" y="915786"/>
                  </a:cubicBezTo>
                  <a:cubicBezTo>
                    <a:pt x="1033712" y="904836"/>
                    <a:pt x="1030427" y="893886"/>
                    <a:pt x="1027142" y="882937"/>
                  </a:cubicBezTo>
                  <a:cubicBezTo>
                    <a:pt x="1027143" y="881842"/>
                    <a:pt x="1026048" y="880747"/>
                    <a:pt x="1026048" y="879652"/>
                  </a:cubicBezTo>
                  <a:cubicBezTo>
                    <a:pt x="1019478" y="858849"/>
                    <a:pt x="1014003" y="836949"/>
                    <a:pt x="1008528" y="815051"/>
                  </a:cubicBezTo>
                  <a:cubicBezTo>
                    <a:pt x="966921" y="633290"/>
                    <a:pt x="982250" y="452625"/>
                    <a:pt x="1041377" y="289479"/>
                  </a:cubicBezTo>
                  <a:cubicBezTo>
                    <a:pt x="1041377" y="288384"/>
                    <a:pt x="1042471" y="288384"/>
                    <a:pt x="1042471" y="287290"/>
                  </a:cubicBezTo>
                  <a:cubicBezTo>
                    <a:pt x="1044662" y="280720"/>
                    <a:pt x="1047946" y="274150"/>
                    <a:pt x="1050137" y="267581"/>
                  </a:cubicBezTo>
                  <a:cubicBezTo>
                    <a:pt x="1051232" y="263200"/>
                    <a:pt x="1053422" y="259915"/>
                    <a:pt x="1054516" y="255536"/>
                  </a:cubicBezTo>
                  <a:cubicBezTo>
                    <a:pt x="1055612" y="252252"/>
                    <a:pt x="1056706" y="248966"/>
                    <a:pt x="1057801" y="246778"/>
                  </a:cubicBezTo>
                  <a:cubicBezTo>
                    <a:pt x="1093934" y="160276"/>
                    <a:pt x="1143207" y="79250"/>
                    <a:pt x="1205618" y="5890"/>
                  </a:cubicBezTo>
                  <a:cubicBezTo>
                    <a:pt x="1206713" y="4795"/>
                    <a:pt x="1208903" y="2604"/>
                    <a:pt x="1209998" y="1509"/>
                  </a:cubicBezTo>
                  <a:close/>
                </a:path>
              </a:pathLst>
            </a:custGeom>
            <a:solidFill>
              <a:srgbClr val="29B8CE"/>
            </a:solidFill>
            <a:ln w="9212" cap="flat">
              <a:noFill/>
              <a:prstDash val="solid"/>
              <a:miter/>
            </a:ln>
          </p:spPr>
          <p:txBody>
            <a:bodyPr rtlCol="0" anchor="ctr"/>
            <a:lstStyle/>
            <a:p>
              <a:endParaRPr lang="de-DE"/>
            </a:p>
          </p:txBody>
        </p:sp>
        <p:sp>
          <p:nvSpPr>
            <p:cNvPr id="26" name="Grafik 29">
              <a:extLst>
                <a:ext uri="{FF2B5EF4-FFF2-40B4-BE49-F238E27FC236}">
                  <a16:creationId xmlns:a16="http://schemas.microsoft.com/office/drawing/2014/main" id="{90A82830-8DBF-40CE-86F9-56296AD0791A}"/>
                </a:ext>
              </a:extLst>
            </p:cNvPr>
            <p:cNvSpPr/>
            <p:nvPr/>
          </p:nvSpPr>
          <p:spPr>
            <a:xfrm rot="12078484" flipH="1">
              <a:off x="3793710" y="2591968"/>
              <a:ext cx="2215394" cy="1433935"/>
            </a:xfrm>
            <a:custGeom>
              <a:avLst/>
              <a:gdLst>
                <a:gd name="connsiteX0" fmla="*/ 3093720 w 3333429"/>
                <a:gd name="connsiteY0" fmla="*/ 963930 h 2157594"/>
                <a:gd name="connsiteX1" fmla="*/ 2475548 w 3333429"/>
                <a:gd name="connsiteY1" fmla="*/ 831533 h 2157594"/>
                <a:gd name="connsiteX2" fmla="*/ 2279333 w 3333429"/>
                <a:gd name="connsiteY2" fmla="*/ 923925 h 2157594"/>
                <a:gd name="connsiteX3" fmla="*/ 2274570 w 3333429"/>
                <a:gd name="connsiteY3" fmla="*/ 926783 h 2157594"/>
                <a:gd name="connsiteX4" fmla="*/ 2071688 w 3333429"/>
                <a:gd name="connsiteY4" fmla="*/ 916305 h 2157594"/>
                <a:gd name="connsiteX5" fmla="*/ 2070735 w 3333429"/>
                <a:gd name="connsiteY5" fmla="*/ 915353 h 2157594"/>
                <a:gd name="connsiteX6" fmla="*/ 2031683 w 3333429"/>
                <a:gd name="connsiteY6" fmla="*/ 762000 h 2157594"/>
                <a:gd name="connsiteX7" fmla="*/ 2035493 w 3333429"/>
                <a:gd name="connsiteY7" fmla="*/ 752475 h 2157594"/>
                <a:gd name="connsiteX8" fmla="*/ 2035493 w 3333429"/>
                <a:gd name="connsiteY8" fmla="*/ 751523 h 2157594"/>
                <a:gd name="connsiteX9" fmla="*/ 2055495 w 3333429"/>
                <a:gd name="connsiteY9" fmla="*/ 698183 h 2157594"/>
                <a:gd name="connsiteX10" fmla="*/ 2057400 w 3333429"/>
                <a:gd name="connsiteY10" fmla="*/ 692468 h 2157594"/>
                <a:gd name="connsiteX11" fmla="*/ 2063115 w 3333429"/>
                <a:gd name="connsiteY11" fmla="*/ 671513 h 2157594"/>
                <a:gd name="connsiteX12" fmla="*/ 2065020 w 3333429"/>
                <a:gd name="connsiteY12" fmla="*/ 662940 h 2157594"/>
                <a:gd name="connsiteX13" fmla="*/ 2068830 w 3333429"/>
                <a:gd name="connsiteY13" fmla="*/ 643890 h 2157594"/>
                <a:gd name="connsiteX14" fmla="*/ 2069783 w 3333429"/>
                <a:gd name="connsiteY14" fmla="*/ 641033 h 2157594"/>
                <a:gd name="connsiteX15" fmla="*/ 2072640 w 3333429"/>
                <a:gd name="connsiteY15" fmla="*/ 623888 h 2157594"/>
                <a:gd name="connsiteX16" fmla="*/ 2073593 w 3333429"/>
                <a:gd name="connsiteY16" fmla="*/ 620078 h 2157594"/>
                <a:gd name="connsiteX17" fmla="*/ 2076450 w 3333429"/>
                <a:gd name="connsiteY17" fmla="*/ 600075 h 2157594"/>
                <a:gd name="connsiteX18" fmla="*/ 2077403 w 3333429"/>
                <a:gd name="connsiteY18" fmla="*/ 593408 h 2157594"/>
                <a:gd name="connsiteX19" fmla="*/ 2079308 w 3333429"/>
                <a:gd name="connsiteY19" fmla="*/ 569595 h 2157594"/>
                <a:gd name="connsiteX20" fmla="*/ 2079308 w 3333429"/>
                <a:gd name="connsiteY20" fmla="*/ 564833 h 2157594"/>
                <a:gd name="connsiteX21" fmla="*/ 2080260 w 3333429"/>
                <a:gd name="connsiteY21" fmla="*/ 543878 h 2157594"/>
                <a:gd name="connsiteX22" fmla="*/ 2080260 w 3333429"/>
                <a:gd name="connsiteY22" fmla="*/ 540068 h 2157594"/>
                <a:gd name="connsiteX23" fmla="*/ 2080260 w 3333429"/>
                <a:gd name="connsiteY23" fmla="*/ 538163 h 2157594"/>
                <a:gd name="connsiteX24" fmla="*/ 2079308 w 3333429"/>
                <a:gd name="connsiteY24" fmla="*/ 515303 h 2157594"/>
                <a:gd name="connsiteX25" fmla="*/ 2079308 w 3333429"/>
                <a:gd name="connsiteY25" fmla="*/ 507683 h 2157594"/>
                <a:gd name="connsiteX26" fmla="*/ 2078355 w 3333429"/>
                <a:gd name="connsiteY26" fmla="*/ 491490 h 2157594"/>
                <a:gd name="connsiteX27" fmla="*/ 2077403 w 3333429"/>
                <a:gd name="connsiteY27" fmla="*/ 479108 h 2157594"/>
                <a:gd name="connsiteX28" fmla="*/ 2075498 w 3333429"/>
                <a:gd name="connsiteY28" fmla="*/ 462915 h 2157594"/>
                <a:gd name="connsiteX29" fmla="*/ 2073593 w 3333429"/>
                <a:gd name="connsiteY29" fmla="*/ 450533 h 2157594"/>
                <a:gd name="connsiteX30" fmla="*/ 2071688 w 3333429"/>
                <a:gd name="connsiteY30" fmla="*/ 441008 h 2157594"/>
                <a:gd name="connsiteX31" fmla="*/ 2066925 w 3333429"/>
                <a:gd name="connsiteY31" fmla="*/ 418148 h 2157594"/>
                <a:gd name="connsiteX32" fmla="*/ 2065020 w 3333429"/>
                <a:gd name="connsiteY32" fmla="*/ 410528 h 2157594"/>
                <a:gd name="connsiteX33" fmla="*/ 2061210 w 3333429"/>
                <a:gd name="connsiteY33" fmla="*/ 397193 h 2157594"/>
                <a:gd name="connsiteX34" fmla="*/ 2059305 w 3333429"/>
                <a:gd name="connsiteY34" fmla="*/ 389573 h 2157594"/>
                <a:gd name="connsiteX35" fmla="*/ 2052638 w 3333429"/>
                <a:gd name="connsiteY35" fmla="*/ 369570 h 2157594"/>
                <a:gd name="connsiteX36" fmla="*/ 2048828 w 3333429"/>
                <a:gd name="connsiteY36" fmla="*/ 359093 h 2157594"/>
                <a:gd name="connsiteX37" fmla="*/ 2045018 w 3333429"/>
                <a:gd name="connsiteY37" fmla="*/ 348615 h 2157594"/>
                <a:gd name="connsiteX38" fmla="*/ 2039303 w 3333429"/>
                <a:gd name="connsiteY38" fmla="*/ 333375 h 2157594"/>
                <a:gd name="connsiteX39" fmla="*/ 2036445 w 3333429"/>
                <a:gd name="connsiteY39" fmla="*/ 325755 h 2157594"/>
                <a:gd name="connsiteX40" fmla="*/ 2027873 w 3333429"/>
                <a:gd name="connsiteY40" fmla="*/ 307658 h 2157594"/>
                <a:gd name="connsiteX41" fmla="*/ 2025015 w 3333429"/>
                <a:gd name="connsiteY41" fmla="*/ 302895 h 2157594"/>
                <a:gd name="connsiteX42" fmla="*/ 2001203 w 3333429"/>
                <a:gd name="connsiteY42" fmla="*/ 260033 h 2157594"/>
                <a:gd name="connsiteX43" fmla="*/ 2001203 w 3333429"/>
                <a:gd name="connsiteY43" fmla="*/ 260033 h 2157594"/>
                <a:gd name="connsiteX44" fmla="*/ 1923098 w 3333429"/>
                <a:gd name="connsiteY44" fmla="*/ 160020 h 2157594"/>
                <a:gd name="connsiteX45" fmla="*/ 1920240 w 3333429"/>
                <a:gd name="connsiteY45" fmla="*/ 157163 h 2157594"/>
                <a:gd name="connsiteX46" fmla="*/ 1905000 w 3333429"/>
                <a:gd name="connsiteY46" fmla="*/ 142875 h 2157594"/>
                <a:gd name="connsiteX47" fmla="*/ 1902143 w 3333429"/>
                <a:gd name="connsiteY47" fmla="*/ 140970 h 2157594"/>
                <a:gd name="connsiteX48" fmla="*/ 1886903 w 3333429"/>
                <a:gd name="connsiteY48" fmla="*/ 127635 h 2157594"/>
                <a:gd name="connsiteX49" fmla="*/ 1884998 w 3333429"/>
                <a:gd name="connsiteY49" fmla="*/ 126683 h 2157594"/>
                <a:gd name="connsiteX50" fmla="*/ 1869758 w 3333429"/>
                <a:gd name="connsiteY50" fmla="*/ 114300 h 2157594"/>
                <a:gd name="connsiteX51" fmla="*/ 1864043 w 3333429"/>
                <a:gd name="connsiteY51" fmla="*/ 109538 h 2157594"/>
                <a:gd name="connsiteX52" fmla="*/ 1845945 w 3333429"/>
                <a:gd name="connsiteY52" fmla="*/ 96203 h 2157594"/>
                <a:gd name="connsiteX53" fmla="*/ 1842135 w 3333429"/>
                <a:gd name="connsiteY53" fmla="*/ 93345 h 2157594"/>
                <a:gd name="connsiteX54" fmla="*/ 1796415 w 3333429"/>
                <a:gd name="connsiteY54" fmla="*/ 65723 h 2157594"/>
                <a:gd name="connsiteX55" fmla="*/ 1788795 w 3333429"/>
                <a:gd name="connsiteY55" fmla="*/ 61913 h 2157594"/>
                <a:gd name="connsiteX56" fmla="*/ 1772603 w 3333429"/>
                <a:gd name="connsiteY56" fmla="*/ 53340 h 2157594"/>
                <a:gd name="connsiteX57" fmla="*/ 1763078 w 3333429"/>
                <a:gd name="connsiteY57" fmla="*/ 48578 h 2157594"/>
                <a:gd name="connsiteX58" fmla="*/ 1748790 w 3333429"/>
                <a:gd name="connsiteY58" fmla="*/ 41910 h 2157594"/>
                <a:gd name="connsiteX59" fmla="*/ 1738313 w 3333429"/>
                <a:gd name="connsiteY59" fmla="*/ 38100 h 2157594"/>
                <a:gd name="connsiteX60" fmla="*/ 1724025 w 3333429"/>
                <a:gd name="connsiteY60" fmla="*/ 32385 h 2157594"/>
                <a:gd name="connsiteX61" fmla="*/ 1713548 w 3333429"/>
                <a:gd name="connsiteY61" fmla="*/ 28575 h 2157594"/>
                <a:gd name="connsiteX62" fmla="*/ 1698308 w 3333429"/>
                <a:gd name="connsiteY62" fmla="*/ 23813 h 2157594"/>
                <a:gd name="connsiteX63" fmla="*/ 1688783 w 3333429"/>
                <a:gd name="connsiteY63" fmla="*/ 20955 h 2157594"/>
                <a:gd name="connsiteX64" fmla="*/ 1672590 w 3333429"/>
                <a:gd name="connsiteY64" fmla="*/ 16193 h 2157594"/>
                <a:gd name="connsiteX65" fmla="*/ 1663065 w 3333429"/>
                <a:gd name="connsiteY65" fmla="*/ 14288 h 2157594"/>
                <a:gd name="connsiteX66" fmla="*/ 1646873 w 3333429"/>
                <a:gd name="connsiteY66" fmla="*/ 10478 h 2157594"/>
                <a:gd name="connsiteX67" fmla="*/ 1629728 w 3333429"/>
                <a:gd name="connsiteY67" fmla="*/ 7620 h 2157594"/>
                <a:gd name="connsiteX68" fmla="*/ 1614488 w 3333429"/>
                <a:gd name="connsiteY68" fmla="*/ 4763 h 2157594"/>
                <a:gd name="connsiteX69" fmla="*/ 1595438 w 3333429"/>
                <a:gd name="connsiteY69" fmla="*/ 1905 h 2157594"/>
                <a:gd name="connsiteX70" fmla="*/ 1586865 w 3333429"/>
                <a:gd name="connsiteY70" fmla="*/ 953 h 2157594"/>
                <a:gd name="connsiteX71" fmla="*/ 1567815 w 3333429"/>
                <a:gd name="connsiteY71" fmla="*/ 0 h 2157594"/>
                <a:gd name="connsiteX72" fmla="*/ 1558290 w 3333429"/>
                <a:gd name="connsiteY72" fmla="*/ 0 h 2157594"/>
                <a:gd name="connsiteX73" fmla="*/ 1541145 w 3333429"/>
                <a:gd name="connsiteY73" fmla="*/ 0 h 2157594"/>
                <a:gd name="connsiteX74" fmla="*/ 1539240 w 3333429"/>
                <a:gd name="connsiteY74" fmla="*/ 0 h 2157594"/>
                <a:gd name="connsiteX75" fmla="*/ 1518285 w 3333429"/>
                <a:gd name="connsiteY75" fmla="*/ 0 h 2157594"/>
                <a:gd name="connsiteX76" fmla="*/ 1516380 w 3333429"/>
                <a:gd name="connsiteY76" fmla="*/ 0 h 2157594"/>
                <a:gd name="connsiteX77" fmla="*/ 1493520 w 3333429"/>
                <a:gd name="connsiteY77" fmla="*/ 1905 h 2157594"/>
                <a:gd name="connsiteX78" fmla="*/ 1490663 w 3333429"/>
                <a:gd name="connsiteY78" fmla="*/ 1905 h 2157594"/>
                <a:gd name="connsiteX79" fmla="*/ 1319213 w 3333429"/>
                <a:gd name="connsiteY79" fmla="*/ 46673 h 2157594"/>
                <a:gd name="connsiteX80" fmla="*/ 1314450 w 3333429"/>
                <a:gd name="connsiteY80" fmla="*/ 48578 h 2157594"/>
                <a:gd name="connsiteX81" fmla="*/ 1295400 w 3333429"/>
                <a:gd name="connsiteY81" fmla="*/ 58103 h 2157594"/>
                <a:gd name="connsiteX82" fmla="*/ 1290638 w 3333429"/>
                <a:gd name="connsiteY82" fmla="*/ 60960 h 2157594"/>
                <a:gd name="connsiteX83" fmla="*/ 1274445 w 3333429"/>
                <a:gd name="connsiteY83" fmla="*/ 69533 h 2157594"/>
                <a:gd name="connsiteX84" fmla="*/ 1265873 w 3333429"/>
                <a:gd name="connsiteY84" fmla="*/ 74295 h 2157594"/>
                <a:gd name="connsiteX85" fmla="*/ 1255395 w 3333429"/>
                <a:gd name="connsiteY85" fmla="*/ 80963 h 2157594"/>
                <a:gd name="connsiteX86" fmla="*/ 1239203 w 3333429"/>
                <a:gd name="connsiteY86" fmla="*/ 91440 h 2157594"/>
                <a:gd name="connsiteX87" fmla="*/ 1231583 w 3333429"/>
                <a:gd name="connsiteY87" fmla="*/ 97155 h 2157594"/>
                <a:gd name="connsiteX88" fmla="*/ 1221105 w 3333429"/>
                <a:gd name="connsiteY88" fmla="*/ 104775 h 2157594"/>
                <a:gd name="connsiteX89" fmla="*/ 1213485 w 3333429"/>
                <a:gd name="connsiteY89" fmla="*/ 110490 h 2157594"/>
                <a:gd name="connsiteX90" fmla="*/ 1197293 w 3333429"/>
                <a:gd name="connsiteY90" fmla="*/ 123825 h 2157594"/>
                <a:gd name="connsiteX91" fmla="*/ 1189673 w 3333429"/>
                <a:gd name="connsiteY91" fmla="*/ 130493 h 2157594"/>
                <a:gd name="connsiteX92" fmla="*/ 1181100 w 3333429"/>
                <a:gd name="connsiteY92" fmla="*/ 138113 h 2157594"/>
                <a:gd name="connsiteX93" fmla="*/ 1167765 w 3333429"/>
                <a:gd name="connsiteY93" fmla="*/ 150495 h 2157594"/>
                <a:gd name="connsiteX94" fmla="*/ 1160145 w 3333429"/>
                <a:gd name="connsiteY94" fmla="*/ 158115 h 2157594"/>
                <a:gd name="connsiteX95" fmla="*/ 1148715 w 3333429"/>
                <a:gd name="connsiteY95" fmla="*/ 170498 h 2157594"/>
                <a:gd name="connsiteX96" fmla="*/ 1143953 w 3333429"/>
                <a:gd name="connsiteY96" fmla="*/ 176213 h 2157594"/>
                <a:gd name="connsiteX97" fmla="*/ 1128713 w 3333429"/>
                <a:gd name="connsiteY97" fmla="*/ 193358 h 2157594"/>
                <a:gd name="connsiteX98" fmla="*/ 1127760 w 3333429"/>
                <a:gd name="connsiteY98" fmla="*/ 194310 h 2157594"/>
                <a:gd name="connsiteX99" fmla="*/ 1125855 w 3333429"/>
                <a:gd name="connsiteY99" fmla="*/ 197168 h 2157594"/>
                <a:gd name="connsiteX100" fmla="*/ 1112520 w 3333429"/>
                <a:gd name="connsiteY100" fmla="*/ 214313 h 2157594"/>
                <a:gd name="connsiteX101" fmla="*/ 1109663 w 3333429"/>
                <a:gd name="connsiteY101" fmla="*/ 217170 h 2157594"/>
                <a:gd name="connsiteX102" fmla="*/ 1095375 w 3333429"/>
                <a:gd name="connsiteY102" fmla="*/ 236220 h 2157594"/>
                <a:gd name="connsiteX103" fmla="*/ 1091565 w 3333429"/>
                <a:gd name="connsiteY103" fmla="*/ 240983 h 2157594"/>
                <a:gd name="connsiteX104" fmla="*/ 1080135 w 3333429"/>
                <a:gd name="connsiteY104" fmla="*/ 258128 h 2157594"/>
                <a:gd name="connsiteX105" fmla="*/ 1078230 w 3333429"/>
                <a:gd name="connsiteY105" fmla="*/ 260985 h 2157594"/>
                <a:gd name="connsiteX106" fmla="*/ 1069658 w 3333429"/>
                <a:gd name="connsiteY106" fmla="*/ 276225 h 2157594"/>
                <a:gd name="connsiteX107" fmla="*/ 1067753 w 3333429"/>
                <a:gd name="connsiteY107" fmla="*/ 279083 h 2157594"/>
                <a:gd name="connsiteX108" fmla="*/ 1059180 w 3333429"/>
                <a:gd name="connsiteY108" fmla="*/ 296228 h 2157594"/>
                <a:gd name="connsiteX109" fmla="*/ 1055370 w 3333429"/>
                <a:gd name="connsiteY109" fmla="*/ 303848 h 2157594"/>
                <a:gd name="connsiteX110" fmla="*/ 1045845 w 3333429"/>
                <a:gd name="connsiteY110" fmla="*/ 323850 h 2157594"/>
                <a:gd name="connsiteX111" fmla="*/ 1042988 w 3333429"/>
                <a:gd name="connsiteY111" fmla="*/ 329565 h 2157594"/>
                <a:gd name="connsiteX112" fmla="*/ 1023938 w 3333429"/>
                <a:gd name="connsiteY112" fmla="*/ 382905 h 2157594"/>
                <a:gd name="connsiteX113" fmla="*/ 1023938 w 3333429"/>
                <a:gd name="connsiteY113" fmla="*/ 383858 h 2157594"/>
                <a:gd name="connsiteX114" fmla="*/ 1021080 w 3333429"/>
                <a:gd name="connsiteY114" fmla="*/ 393383 h 2157594"/>
                <a:gd name="connsiteX115" fmla="*/ 890588 w 3333429"/>
                <a:gd name="connsiteY115" fmla="*/ 485775 h 2157594"/>
                <a:gd name="connsiteX116" fmla="*/ 886778 w 3333429"/>
                <a:gd name="connsiteY116" fmla="*/ 485775 h 2157594"/>
                <a:gd name="connsiteX117" fmla="*/ 791528 w 3333429"/>
                <a:gd name="connsiteY117" fmla="*/ 417195 h 2157594"/>
                <a:gd name="connsiteX118" fmla="*/ 790575 w 3333429"/>
                <a:gd name="connsiteY118" fmla="*/ 413385 h 2157594"/>
                <a:gd name="connsiteX119" fmla="*/ 681990 w 3333429"/>
                <a:gd name="connsiteY119" fmla="*/ 243840 h 2157594"/>
                <a:gd name="connsiteX120" fmla="*/ 405765 w 3333429"/>
                <a:gd name="connsiteY120" fmla="*/ 134303 h 2157594"/>
                <a:gd name="connsiteX121" fmla="*/ 0 w 3333429"/>
                <a:gd name="connsiteY121" fmla="*/ 540068 h 2157594"/>
                <a:gd name="connsiteX122" fmla="*/ 404813 w 3333429"/>
                <a:gd name="connsiteY122" fmla="*/ 944880 h 2157594"/>
                <a:gd name="connsiteX123" fmla="*/ 681038 w 3333429"/>
                <a:gd name="connsiteY123" fmla="*/ 835343 h 2157594"/>
                <a:gd name="connsiteX124" fmla="*/ 789623 w 3333429"/>
                <a:gd name="connsiteY124" fmla="*/ 665798 h 2157594"/>
                <a:gd name="connsiteX125" fmla="*/ 790575 w 3333429"/>
                <a:gd name="connsiteY125" fmla="*/ 661988 h 2157594"/>
                <a:gd name="connsiteX126" fmla="*/ 885825 w 3333429"/>
                <a:gd name="connsiteY126" fmla="*/ 593408 h 2157594"/>
                <a:gd name="connsiteX127" fmla="*/ 889635 w 3333429"/>
                <a:gd name="connsiteY127" fmla="*/ 593408 h 2157594"/>
                <a:gd name="connsiteX128" fmla="*/ 1017270 w 3333429"/>
                <a:gd name="connsiteY128" fmla="*/ 685800 h 2157594"/>
                <a:gd name="connsiteX129" fmla="*/ 1020128 w 3333429"/>
                <a:gd name="connsiteY129" fmla="*/ 695325 h 2157594"/>
                <a:gd name="connsiteX130" fmla="*/ 1022985 w 3333429"/>
                <a:gd name="connsiteY130" fmla="*/ 704850 h 2157594"/>
                <a:gd name="connsiteX131" fmla="*/ 1026795 w 3333429"/>
                <a:gd name="connsiteY131" fmla="*/ 718185 h 2157594"/>
                <a:gd name="connsiteX132" fmla="*/ 1031558 w 3333429"/>
                <a:gd name="connsiteY132" fmla="*/ 730568 h 2157594"/>
                <a:gd name="connsiteX133" fmla="*/ 1037273 w 3333429"/>
                <a:gd name="connsiteY133" fmla="*/ 744855 h 2157594"/>
                <a:gd name="connsiteX134" fmla="*/ 1042035 w 3333429"/>
                <a:gd name="connsiteY134" fmla="*/ 755333 h 2157594"/>
                <a:gd name="connsiteX135" fmla="*/ 1049655 w 3333429"/>
                <a:gd name="connsiteY135" fmla="*/ 772478 h 2157594"/>
                <a:gd name="connsiteX136" fmla="*/ 1053465 w 3333429"/>
                <a:gd name="connsiteY136" fmla="*/ 780098 h 2157594"/>
                <a:gd name="connsiteX137" fmla="*/ 1064895 w 3333429"/>
                <a:gd name="connsiteY137" fmla="*/ 802005 h 2157594"/>
                <a:gd name="connsiteX138" fmla="*/ 1065848 w 3333429"/>
                <a:gd name="connsiteY138" fmla="*/ 803910 h 2157594"/>
                <a:gd name="connsiteX139" fmla="*/ 1065848 w 3333429"/>
                <a:gd name="connsiteY139" fmla="*/ 804863 h 2157594"/>
                <a:gd name="connsiteX140" fmla="*/ 1072515 w 3333429"/>
                <a:gd name="connsiteY140" fmla="*/ 816293 h 2157594"/>
                <a:gd name="connsiteX141" fmla="*/ 1076325 w 3333429"/>
                <a:gd name="connsiteY141" fmla="*/ 822960 h 2157594"/>
                <a:gd name="connsiteX142" fmla="*/ 1102043 w 3333429"/>
                <a:gd name="connsiteY142" fmla="*/ 862013 h 2157594"/>
                <a:gd name="connsiteX143" fmla="*/ 1104900 w 3333429"/>
                <a:gd name="connsiteY143" fmla="*/ 865823 h 2157594"/>
                <a:gd name="connsiteX144" fmla="*/ 1122045 w 3333429"/>
                <a:gd name="connsiteY144" fmla="*/ 886778 h 2157594"/>
                <a:gd name="connsiteX145" fmla="*/ 1125855 w 3333429"/>
                <a:gd name="connsiteY145" fmla="*/ 890588 h 2157594"/>
                <a:gd name="connsiteX146" fmla="*/ 1134428 w 3333429"/>
                <a:gd name="connsiteY146" fmla="*/ 901065 h 2157594"/>
                <a:gd name="connsiteX147" fmla="*/ 1142048 w 3333429"/>
                <a:gd name="connsiteY147" fmla="*/ 908685 h 2157594"/>
                <a:gd name="connsiteX148" fmla="*/ 1153478 w 3333429"/>
                <a:gd name="connsiteY148" fmla="*/ 920115 h 2157594"/>
                <a:gd name="connsiteX149" fmla="*/ 1164908 w 3333429"/>
                <a:gd name="connsiteY149" fmla="*/ 931545 h 2157594"/>
                <a:gd name="connsiteX150" fmla="*/ 1171575 w 3333429"/>
                <a:gd name="connsiteY150" fmla="*/ 937260 h 2157594"/>
                <a:gd name="connsiteX151" fmla="*/ 1188720 w 3333429"/>
                <a:gd name="connsiteY151" fmla="*/ 952500 h 2157594"/>
                <a:gd name="connsiteX152" fmla="*/ 1189673 w 3333429"/>
                <a:gd name="connsiteY152" fmla="*/ 953453 h 2157594"/>
                <a:gd name="connsiteX153" fmla="*/ 1196340 w 3333429"/>
                <a:gd name="connsiteY153" fmla="*/ 959168 h 2157594"/>
                <a:gd name="connsiteX154" fmla="*/ 1203008 w 3333429"/>
                <a:gd name="connsiteY154" fmla="*/ 964883 h 2157594"/>
                <a:gd name="connsiteX155" fmla="*/ 1210628 w 3333429"/>
                <a:gd name="connsiteY155" fmla="*/ 970598 h 2157594"/>
                <a:gd name="connsiteX156" fmla="*/ 1217295 w 3333429"/>
                <a:gd name="connsiteY156" fmla="*/ 976313 h 2157594"/>
                <a:gd name="connsiteX157" fmla="*/ 1224915 w 3333429"/>
                <a:gd name="connsiteY157" fmla="*/ 982028 h 2157594"/>
                <a:gd name="connsiteX158" fmla="*/ 1231583 w 3333429"/>
                <a:gd name="connsiteY158" fmla="*/ 986790 h 2157594"/>
                <a:gd name="connsiteX159" fmla="*/ 1240155 w 3333429"/>
                <a:gd name="connsiteY159" fmla="*/ 992505 h 2157594"/>
                <a:gd name="connsiteX160" fmla="*/ 1246823 w 3333429"/>
                <a:gd name="connsiteY160" fmla="*/ 996315 h 2157594"/>
                <a:gd name="connsiteX161" fmla="*/ 1255395 w 3333429"/>
                <a:gd name="connsiteY161" fmla="*/ 1002030 h 2157594"/>
                <a:gd name="connsiteX162" fmla="*/ 1262063 w 3333429"/>
                <a:gd name="connsiteY162" fmla="*/ 1005840 h 2157594"/>
                <a:gd name="connsiteX163" fmla="*/ 1271588 w 3333429"/>
                <a:gd name="connsiteY163" fmla="*/ 1011555 h 2157594"/>
                <a:gd name="connsiteX164" fmla="*/ 1277303 w 3333429"/>
                <a:gd name="connsiteY164" fmla="*/ 1015365 h 2157594"/>
                <a:gd name="connsiteX165" fmla="*/ 1286828 w 3333429"/>
                <a:gd name="connsiteY165" fmla="*/ 1020128 h 2157594"/>
                <a:gd name="connsiteX166" fmla="*/ 1292543 w 3333429"/>
                <a:gd name="connsiteY166" fmla="*/ 1022985 h 2157594"/>
                <a:gd name="connsiteX167" fmla="*/ 1302068 w 3333429"/>
                <a:gd name="connsiteY167" fmla="*/ 1027748 h 2157594"/>
                <a:gd name="connsiteX168" fmla="*/ 1308735 w 3333429"/>
                <a:gd name="connsiteY168" fmla="*/ 1030605 h 2157594"/>
                <a:gd name="connsiteX169" fmla="*/ 1318260 w 3333429"/>
                <a:gd name="connsiteY169" fmla="*/ 1035368 h 2157594"/>
                <a:gd name="connsiteX170" fmla="*/ 1324928 w 3333429"/>
                <a:gd name="connsiteY170" fmla="*/ 1038225 h 2157594"/>
                <a:gd name="connsiteX171" fmla="*/ 1334453 w 3333429"/>
                <a:gd name="connsiteY171" fmla="*/ 1042035 h 2157594"/>
                <a:gd name="connsiteX172" fmla="*/ 1341120 w 3333429"/>
                <a:gd name="connsiteY172" fmla="*/ 1044893 h 2157594"/>
                <a:gd name="connsiteX173" fmla="*/ 1350645 w 3333429"/>
                <a:gd name="connsiteY173" fmla="*/ 1048703 h 2157594"/>
                <a:gd name="connsiteX174" fmla="*/ 1358265 w 3333429"/>
                <a:gd name="connsiteY174" fmla="*/ 1051560 h 2157594"/>
                <a:gd name="connsiteX175" fmla="*/ 1366838 w 3333429"/>
                <a:gd name="connsiteY175" fmla="*/ 1054418 h 2157594"/>
                <a:gd name="connsiteX176" fmla="*/ 1375410 w 3333429"/>
                <a:gd name="connsiteY176" fmla="*/ 1057275 h 2157594"/>
                <a:gd name="connsiteX177" fmla="*/ 1383983 w 3333429"/>
                <a:gd name="connsiteY177" fmla="*/ 1060133 h 2157594"/>
                <a:gd name="connsiteX178" fmla="*/ 1392555 w 3333429"/>
                <a:gd name="connsiteY178" fmla="*/ 1062990 h 2157594"/>
                <a:gd name="connsiteX179" fmla="*/ 1401128 w 3333429"/>
                <a:gd name="connsiteY179" fmla="*/ 1064895 h 2157594"/>
                <a:gd name="connsiteX180" fmla="*/ 1410653 w 3333429"/>
                <a:gd name="connsiteY180" fmla="*/ 1066800 h 2157594"/>
                <a:gd name="connsiteX181" fmla="*/ 1419225 w 3333429"/>
                <a:gd name="connsiteY181" fmla="*/ 1068705 h 2157594"/>
                <a:gd name="connsiteX182" fmla="*/ 1428750 w 3333429"/>
                <a:gd name="connsiteY182" fmla="*/ 1070610 h 2157594"/>
                <a:gd name="connsiteX183" fmla="*/ 1437323 w 3333429"/>
                <a:gd name="connsiteY183" fmla="*/ 1072515 h 2157594"/>
                <a:gd name="connsiteX184" fmla="*/ 1445895 w 3333429"/>
                <a:gd name="connsiteY184" fmla="*/ 1074420 h 2157594"/>
                <a:gd name="connsiteX185" fmla="*/ 1455420 w 3333429"/>
                <a:gd name="connsiteY185" fmla="*/ 1075373 h 2157594"/>
                <a:gd name="connsiteX186" fmla="*/ 1463993 w 3333429"/>
                <a:gd name="connsiteY186" fmla="*/ 1076325 h 2157594"/>
                <a:gd name="connsiteX187" fmla="*/ 1473518 w 3333429"/>
                <a:gd name="connsiteY187" fmla="*/ 1077278 h 2157594"/>
                <a:gd name="connsiteX188" fmla="*/ 1481138 w 3333429"/>
                <a:gd name="connsiteY188" fmla="*/ 1078230 h 2157594"/>
                <a:gd name="connsiteX189" fmla="*/ 1491615 w 3333429"/>
                <a:gd name="connsiteY189" fmla="*/ 1079183 h 2157594"/>
                <a:gd name="connsiteX190" fmla="*/ 1499235 w 3333429"/>
                <a:gd name="connsiteY190" fmla="*/ 1080135 h 2157594"/>
                <a:gd name="connsiteX191" fmla="*/ 1510665 w 3333429"/>
                <a:gd name="connsiteY191" fmla="*/ 1081088 h 2157594"/>
                <a:gd name="connsiteX192" fmla="*/ 1517333 w 3333429"/>
                <a:gd name="connsiteY192" fmla="*/ 1081088 h 2157594"/>
                <a:gd name="connsiteX193" fmla="*/ 1529715 w 3333429"/>
                <a:gd name="connsiteY193" fmla="*/ 1081088 h 2157594"/>
                <a:gd name="connsiteX194" fmla="*/ 1535430 w 3333429"/>
                <a:gd name="connsiteY194" fmla="*/ 1081088 h 2157594"/>
                <a:gd name="connsiteX195" fmla="*/ 1536383 w 3333429"/>
                <a:gd name="connsiteY195" fmla="*/ 1081088 h 2157594"/>
                <a:gd name="connsiteX196" fmla="*/ 1560195 w 3333429"/>
                <a:gd name="connsiteY196" fmla="*/ 1080135 h 2157594"/>
                <a:gd name="connsiteX197" fmla="*/ 1567815 w 3333429"/>
                <a:gd name="connsiteY197" fmla="*/ 1080135 h 2157594"/>
                <a:gd name="connsiteX198" fmla="*/ 1585913 w 3333429"/>
                <a:gd name="connsiteY198" fmla="*/ 1079183 h 2157594"/>
                <a:gd name="connsiteX199" fmla="*/ 1598295 w 3333429"/>
                <a:gd name="connsiteY199" fmla="*/ 1078230 h 2157594"/>
                <a:gd name="connsiteX200" fmla="*/ 1610678 w 3333429"/>
                <a:gd name="connsiteY200" fmla="*/ 1076325 h 2157594"/>
                <a:gd name="connsiteX201" fmla="*/ 1623060 w 3333429"/>
                <a:gd name="connsiteY201" fmla="*/ 1074420 h 2157594"/>
                <a:gd name="connsiteX202" fmla="*/ 1631633 w 3333429"/>
                <a:gd name="connsiteY202" fmla="*/ 1072515 h 2157594"/>
                <a:gd name="connsiteX203" fmla="*/ 1654493 w 3333429"/>
                <a:gd name="connsiteY203" fmla="*/ 1067753 h 2157594"/>
                <a:gd name="connsiteX204" fmla="*/ 1661160 w 3333429"/>
                <a:gd name="connsiteY204" fmla="*/ 1065848 h 2157594"/>
                <a:gd name="connsiteX205" fmla="*/ 1675448 w 3333429"/>
                <a:gd name="connsiteY205" fmla="*/ 1062038 h 2157594"/>
                <a:gd name="connsiteX206" fmla="*/ 1678305 w 3333429"/>
                <a:gd name="connsiteY206" fmla="*/ 1061085 h 2157594"/>
                <a:gd name="connsiteX207" fmla="*/ 1704975 w 3333429"/>
                <a:gd name="connsiteY207" fmla="*/ 1052513 h 2157594"/>
                <a:gd name="connsiteX208" fmla="*/ 1713548 w 3333429"/>
                <a:gd name="connsiteY208" fmla="*/ 1049655 h 2157594"/>
                <a:gd name="connsiteX209" fmla="*/ 1724978 w 3333429"/>
                <a:gd name="connsiteY209" fmla="*/ 1045845 h 2157594"/>
                <a:gd name="connsiteX210" fmla="*/ 1725930 w 3333429"/>
                <a:gd name="connsiteY210" fmla="*/ 1045845 h 2157594"/>
                <a:gd name="connsiteX211" fmla="*/ 1728788 w 3333429"/>
                <a:gd name="connsiteY211" fmla="*/ 1044893 h 2157594"/>
                <a:gd name="connsiteX212" fmla="*/ 1749743 w 3333429"/>
                <a:gd name="connsiteY212" fmla="*/ 1036320 h 2157594"/>
                <a:gd name="connsiteX213" fmla="*/ 1757363 w 3333429"/>
                <a:gd name="connsiteY213" fmla="*/ 1032510 h 2157594"/>
                <a:gd name="connsiteX214" fmla="*/ 1773555 w 3333429"/>
                <a:gd name="connsiteY214" fmla="*/ 1024890 h 2157594"/>
                <a:gd name="connsiteX215" fmla="*/ 1784033 w 3333429"/>
                <a:gd name="connsiteY215" fmla="*/ 1019175 h 2157594"/>
                <a:gd name="connsiteX216" fmla="*/ 1797368 w 3333429"/>
                <a:gd name="connsiteY216" fmla="*/ 1012508 h 2157594"/>
                <a:gd name="connsiteX217" fmla="*/ 1809750 w 3333429"/>
                <a:gd name="connsiteY217" fmla="*/ 1005840 h 2157594"/>
                <a:gd name="connsiteX218" fmla="*/ 1820228 w 3333429"/>
                <a:gd name="connsiteY218" fmla="*/ 999173 h 2157594"/>
                <a:gd name="connsiteX219" fmla="*/ 1828800 w 3333429"/>
                <a:gd name="connsiteY219" fmla="*/ 993458 h 2157594"/>
                <a:gd name="connsiteX220" fmla="*/ 1837373 w 3333429"/>
                <a:gd name="connsiteY220" fmla="*/ 987743 h 2157594"/>
                <a:gd name="connsiteX221" fmla="*/ 1994535 w 3333429"/>
                <a:gd name="connsiteY221" fmla="*/ 999173 h 2157594"/>
                <a:gd name="connsiteX222" fmla="*/ 1995488 w 3333429"/>
                <a:gd name="connsiteY222" fmla="*/ 1000125 h 2157594"/>
                <a:gd name="connsiteX223" fmla="*/ 2041208 w 3333429"/>
                <a:gd name="connsiteY223" fmla="*/ 1198245 h 2157594"/>
                <a:gd name="connsiteX224" fmla="*/ 2038350 w 3333429"/>
                <a:gd name="connsiteY224" fmla="*/ 1203960 h 2157594"/>
                <a:gd name="connsiteX225" fmla="*/ 1982153 w 3333429"/>
                <a:gd name="connsiteY225" fmla="*/ 1413510 h 2157594"/>
                <a:gd name="connsiteX226" fmla="*/ 2219325 w 3333429"/>
                <a:gd name="connsiteY226" fmla="*/ 1999298 h 2157594"/>
                <a:gd name="connsiteX227" fmla="*/ 3169920 w 3333429"/>
                <a:gd name="connsiteY227" fmla="*/ 1916430 h 2157594"/>
                <a:gd name="connsiteX228" fmla="*/ 3093720 w 3333429"/>
                <a:gd name="connsiteY228" fmla="*/ 963930 h 2157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Lst>
              <a:rect l="l" t="t" r="r" b="b"/>
              <a:pathLst>
                <a:path w="3333429" h="2157594">
                  <a:moveTo>
                    <a:pt x="3093720" y="963930"/>
                  </a:moveTo>
                  <a:cubicBezTo>
                    <a:pt x="2915603" y="814388"/>
                    <a:pt x="2683193" y="772478"/>
                    <a:pt x="2475548" y="831533"/>
                  </a:cubicBezTo>
                  <a:cubicBezTo>
                    <a:pt x="2406015" y="851535"/>
                    <a:pt x="2340293" y="882015"/>
                    <a:pt x="2279333" y="923925"/>
                  </a:cubicBezTo>
                  <a:cubicBezTo>
                    <a:pt x="2277428" y="924878"/>
                    <a:pt x="2276475" y="925830"/>
                    <a:pt x="2274570" y="926783"/>
                  </a:cubicBezTo>
                  <a:cubicBezTo>
                    <a:pt x="2213610" y="967740"/>
                    <a:pt x="2130743" y="965835"/>
                    <a:pt x="2071688" y="916305"/>
                  </a:cubicBezTo>
                  <a:lnTo>
                    <a:pt x="2070735" y="915353"/>
                  </a:lnTo>
                  <a:cubicBezTo>
                    <a:pt x="2025015" y="877253"/>
                    <a:pt x="2010728" y="814388"/>
                    <a:pt x="2031683" y="762000"/>
                  </a:cubicBezTo>
                  <a:cubicBezTo>
                    <a:pt x="2032635" y="759143"/>
                    <a:pt x="2034540" y="755333"/>
                    <a:pt x="2035493" y="752475"/>
                  </a:cubicBezTo>
                  <a:cubicBezTo>
                    <a:pt x="2035493" y="752475"/>
                    <a:pt x="2035493" y="751523"/>
                    <a:pt x="2035493" y="751523"/>
                  </a:cubicBezTo>
                  <a:cubicBezTo>
                    <a:pt x="2043113" y="734378"/>
                    <a:pt x="2049780" y="716280"/>
                    <a:pt x="2055495" y="698183"/>
                  </a:cubicBezTo>
                  <a:cubicBezTo>
                    <a:pt x="2056448" y="696278"/>
                    <a:pt x="2056448" y="694373"/>
                    <a:pt x="2057400" y="692468"/>
                  </a:cubicBezTo>
                  <a:cubicBezTo>
                    <a:pt x="2059305" y="685800"/>
                    <a:pt x="2061210" y="678180"/>
                    <a:pt x="2063115" y="671513"/>
                  </a:cubicBezTo>
                  <a:cubicBezTo>
                    <a:pt x="2064068" y="668655"/>
                    <a:pt x="2064068" y="665798"/>
                    <a:pt x="2065020" y="662940"/>
                  </a:cubicBezTo>
                  <a:cubicBezTo>
                    <a:pt x="2066925" y="656273"/>
                    <a:pt x="2067878" y="650558"/>
                    <a:pt x="2068830" y="643890"/>
                  </a:cubicBezTo>
                  <a:cubicBezTo>
                    <a:pt x="2068830" y="642938"/>
                    <a:pt x="2069783" y="641985"/>
                    <a:pt x="2069783" y="641033"/>
                  </a:cubicBezTo>
                  <a:cubicBezTo>
                    <a:pt x="2070735" y="635318"/>
                    <a:pt x="2071688" y="629603"/>
                    <a:pt x="2072640" y="623888"/>
                  </a:cubicBezTo>
                  <a:cubicBezTo>
                    <a:pt x="2072640" y="622935"/>
                    <a:pt x="2072640" y="621030"/>
                    <a:pt x="2073593" y="620078"/>
                  </a:cubicBezTo>
                  <a:cubicBezTo>
                    <a:pt x="2074545" y="613410"/>
                    <a:pt x="2075498" y="606743"/>
                    <a:pt x="2076450" y="600075"/>
                  </a:cubicBezTo>
                  <a:cubicBezTo>
                    <a:pt x="2076450" y="598170"/>
                    <a:pt x="2077403" y="595313"/>
                    <a:pt x="2077403" y="593408"/>
                  </a:cubicBezTo>
                  <a:cubicBezTo>
                    <a:pt x="2078355" y="585788"/>
                    <a:pt x="2078355" y="578168"/>
                    <a:pt x="2079308" y="569595"/>
                  </a:cubicBezTo>
                  <a:cubicBezTo>
                    <a:pt x="2079308" y="567690"/>
                    <a:pt x="2079308" y="566738"/>
                    <a:pt x="2079308" y="564833"/>
                  </a:cubicBezTo>
                  <a:cubicBezTo>
                    <a:pt x="2079308" y="558165"/>
                    <a:pt x="2080260" y="550545"/>
                    <a:pt x="2080260" y="543878"/>
                  </a:cubicBezTo>
                  <a:cubicBezTo>
                    <a:pt x="2080260" y="542925"/>
                    <a:pt x="2080260" y="541020"/>
                    <a:pt x="2080260" y="540068"/>
                  </a:cubicBezTo>
                  <a:cubicBezTo>
                    <a:pt x="2080260" y="539115"/>
                    <a:pt x="2080260" y="539115"/>
                    <a:pt x="2080260" y="538163"/>
                  </a:cubicBezTo>
                  <a:cubicBezTo>
                    <a:pt x="2080260" y="530543"/>
                    <a:pt x="2080260" y="522923"/>
                    <a:pt x="2079308" y="515303"/>
                  </a:cubicBezTo>
                  <a:cubicBezTo>
                    <a:pt x="2079308" y="512445"/>
                    <a:pt x="2079308" y="509588"/>
                    <a:pt x="2079308" y="507683"/>
                  </a:cubicBezTo>
                  <a:cubicBezTo>
                    <a:pt x="2079308" y="501968"/>
                    <a:pt x="2078355" y="497205"/>
                    <a:pt x="2078355" y="491490"/>
                  </a:cubicBezTo>
                  <a:cubicBezTo>
                    <a:pt x="2078355" y="487680"/>
                    <a:pt x="2077403" y="482918"/>
                    <a:pt x="2077403" y="479108"/>
                  </a:cubicBezTo>
                  <a:cubicBezTo>
                    <a:pt x="2076450" y="473393"/>
                    <a:pt x="2076450" y="468630"/>
                    <a:pt x="2075498" y="462915"/>
                  </a:cubicBezTo>
                  <a:cubicBezTo>
                    <a:pt x="2074545" y="459105"/>
                    <a:pt x="2074545" y="454343"/>
                    <a:pt x="2073593" y="450533"/>
                  </a:cubicBezTo>
                  <a:cubicBezTo>
                    <a:pt x="2072640" y="447675"/>
                    <a:pt x="2072640" y="444818"/>
                    <a:pt x="2071688" y="441008"/>
                  </a:cubicBezTo>
                  <a:cubicBezTo>
                    <a:pt x="2070735" y="433388"/>
                    <a:pt x="2068830" y="425768"/>
                    <a:pt x="2066925" y="418148"/>
                  </a:cubicBezTo>
                  <a:cubicBezTo>
                    <a:pt x="2065973" y="415290"/>
                    <a:pt x="2065973" y="413385"/>
                    <a:pt x="2065020" y="410528"/>
                  </a:cubicBezTo>
                  <a:cubicBezTo>
                    <a:pt x="2064068" y="405765"/>
                    <a:pt x="2063115" y="401955"/>
                    <a:pt x="2061210" y="397193"/>
                  </a:cubicBezTo>
                  <a:cubicBezTo>
                    <a:pt x="2060258" y="394335"/>
                    <a:pt x="2059305" y="391478"/>
                    <a:pt x="2059305" y="389573"/>
                  </a:cubicBezTo>
                  <a:cubicBezTo>
                    <a:pt x="2057400" y="382905"/>
                    <a:pt x="2055495" y="376238"/>
                    <a:pt x="2052638" y="369570"/>
                  </a:cubicBezTo>
                  <a:cubicBezTo>
                    <a:pt x="2051685" y="365760"/>
                    <a:pt x="2050733" y="362903"/>
                    <a:pt x="2048828" y="359093"/>
                  </a:cubicBezTo>
                  <a:cubicBezTo>
                    <a:pt x="2047875" y="355283"/>
                    <a:pt x="2045970" y="352425"/>
                    <a:pt x="2045018" y="348615"/>
                  </a:cubicBezTo>
                  <a:cubicBezTo>
                    <a:pt x="2043113" y="343853"/>
                    <a:pt x="2041208" y="339090"/>
                    <a:pt x="2039303" y="333375"/>
                  </a:cubicBezTo>
                  <a:cubicBezTo>
                    <a:pt x="2038350" y="330518"/>
                    <a:pt x="2037398" y="328613"/>
                    <a:pt x="2036445" y="325755"/>
                  </a:cubicBezTo>
                  <a:cubicBezTo>
                    <a:pt x="2033588" y="320040"/>
                    <a:pt x="2030730" y="313373"/>
                    <a:pt x="2027873" y="307658"/>
                  </a:cubicBezTo>
                  <a:cubicBezTo>
                    <a:pt x="2026920" y="305753"/>
                    <a:pt x="2025968" y="303848"/>
                    <a:pt x="2025015" y="302895"/>
                  </a:cubicBezTo>
                  <a:cubicBezTo>
                    <a:pt x="2018348" y="288608"/>
                    <a:pt x="2009775" y="273368"/>
                    <a:pt x="2001203" y="260033"/>
                  </a:cubicBezTo>
                  <a:cubicBezTo>
                    <a:pt x="2001203" y="260033"/>
                    <a:pt x="2001203" y="260033"/>
                    <a:pt x="2001203" y="260033"/>
                  </a:cubicBezTo>
                  <a:cubicBezTo>
                    <a:pt x="1979295" y="223838"/>
                    <a:pt x="1953578" y="190500"/>
                    <a:pt x="1923098" y="160020"/>
                  </a:cubicBezTo>
                  <a:cubicBezTo>
                    <a:pt x="1922145" y="159068"/>
                    <a:pt x="1921193" y="158115"/>
                    <a:pt x="1920240" y="157163"/>
                  </a:cubicBezTo>
                  <a:cubicBezTo>
                    <a:pt x="1915478" y="152400"/>
                    <a:pt x="1909763" y="147638"/>
                    <a:pt x="1905000" y="142875"/>
                  </a:cubicBezTo>
                  <a:cubicBezTo>
                    <a:pt x="1904048" y="141923"/>
                    <a:pt x="1903095" y="140970"/>
                    <a:pt x="1902143" y="140970"/>
                  </a:cubicBezTo>
                  <a:cubicBezTo>
                    <a:pt x="1897380" y="136208"/>
                    <a:pt x="1891665" y="132398"/>
                    <a:pt x="1886903" y="127635"/>
                  </a:cubicBezTo>
                  <a:cubicBezTo>
                    <a:pt x="1885950" y="127635"/>
                    <a:pt x="1885950" y="126683"/>
                    <a:pt x="1884998" y="126683"/>
                  </a:cubicBezTo>
                  <a:cubicBezTo>
                    <a:pt x="1880235" y="122873"/>
                    <a:pt x="1874520" y="118110"/>
                    <a:pt x="1869758" y="114300"/>
                  </a:cubicBezTo>
                  <a:cubicBezTo>
                    <a:pt x="1867853" y="112395"/>
                    <a:pt x="1865948" y="111443"/>
                    <a:pt x="1864043" y="109538"/>
                  </a:cubicBezTo>
                  <a:cubicBezTo>
                    <a:pt x="1858328" y="104775"/>
                    <a:pt x="1851660" y="100965"/>
                    <a:pt x="1845945" y="96203"/>
                  </a:cubicBezTo>
                  <a:cubicBezTo>
                    <a:pt x="1844993" y="95250"/>
                    <a:pt x="1843088" y="94298"/>
                    <a:pt x="1842135" y="93345"/>
                  </a:cubicBezTo>
                  <a:cubicBezTo>
                    <a:pt x="1827848" y="82868"/>
                    <a:pt x="1811655" y="74295"/>
                    <a:pt x="1796415" y="65723"/>
                  </a:cubicBezTo>
                  <a:cubicBezTo>
                    <a:pt x="1793558" y="64770"/>
                    <a:pt x="1791653" y="62865"/>
                    <a:pt x="1788795" y="61913"/>
                  </a:cubicBezTo>
                  <a:cubicBezTo>
                    <a:pt x="1783080" y="59055"/>
                    <a:pt x="1778318" y="56198"/>
                    <a:pt x="1772603" y="53340"/>
                  </a:cubicBezTo>
                  <a:cubicBezTo>
                    <a:pt x="1769745" y="51435"/>
                    <a:pt x="1765935" y="50483"/>
                    <a:pt x="1763078" y="48578"/>
                  </a:cubicBezTo>
                  <a:cubicBezTo>
                    <a:pt x="1758315" y="46673"/>
                    <a:pt x="1753553" y="43815"/>
                    <a:pt x="1748790" y="41910"/>
                  </a:cubicBezTo>
                  <a:cubicBezTo>
                    <a:pt x="1744980" y="40005"/>
                    <a:pt x="1742123" y="39053"/>
                    <a:pt x="1738313" y="38100"/>
                  </a:cubicBezTo>
                  <a:cubicBezTo>
                    <a:pt x="1733550" y="36195"/>
                    <a:pt x="1728788" y="34290"/>
                    <a:pt x="1724025" y="32385"/>
                  </a:cubicBezTo>
                  <a:cubicBezTo>
                    <a:pt x="1720215" y="31433"/>
                    <a:pt x="1717358" y="30480"/>
                    <a:pt x="1713548" y="28575"/>
                  </a:cubicBezTo>
                  <a:cubicBezTo>
                    <a:pt x="1708785" y="26670"/>
                    <a:pt x="1704023" y="24765"/>
                    <a:pt x="1698308" y="23813"/>
                  </a:cubicBezTo>
                  <a:cubicBezTo>
                    <a:pt x="1695450" y="22860"/>
                    <a:pt x="1691640" y="21908"/>
                    <a:pt x="1688783" y="20955"/>
                  </a:cubicBezTo>
                  <a:cubicBezTo>
                    <a:pt x="1684020" y="19050"/>
                    <a:pt x="1678305" y="18098"/>
                    <a:pt x="1672590" y="16193"/>
                  </a:cubicBezTo>
                  <a:cubicBezTo>
                    <a:pt x="1669733" y="15240"/>
                    <a:pt x="1665923" y="14288"/>
                    <a:pt x="1663065" y="14288"/>
                  </a:cubicBezTo>
                  <a:cubicBezTo>
                    <a:pt x="1657350" y="13335"/>
                    <a:pt x="1652588" y="11430"/>
                    <a:pt x="1646873" y="10478"/>
                  </a:cubicBezTo>
                  <a:cubicBezTo>
                    <a:pt x="1641158" y="9525"/>
                    <a:pt x="1635443" y="8573"/>
                    <a:pt x="1629728" y="7620"/>
                  </a:cubicBezTo>
                  <a:cubicBezTo>
                    <a:pt x="1624965" y="6668"/>
                    <a:pt x="1619250" y="5715"/>
                    <a:pt x="1614488" y="4763"/>
                  </a:cubicBezTo>
                  <a:cubicBezTo>
                    <a:pt x="1607820" y="3810"/>
                    <a:pt x="1601153" y="2858"/>
                    <a:pt x="1595438" y="1905"/>
                  </a:cubicBezTo>
                  <a:cubicBezTo>
                    <a:pt x="1592580" y="1905"/>
                    <a:pt x="1589723" y="1905"/>
                    <a:pt x="1586865" y="953"/>
                  </a:cubicBezTo>
                  <a:cubicBezTo>
                    <a:pt x="1580198" y="0"/>
                    <a:pt x="1574483" y="0"/>
                    <a:pt x="1567815" y="0"/>
                  </a:cubicBezTo>
                  <a:cubicBezTo>
                    <a:pt x="1564958" y="0"/>
                    <a:pt x="1561148" y="0"/>
                    <a:pt x="1558290" y="0"/>
                  </a:cubicBezTo>
                  <a:cubicBezTo>
                    <a:pt x="1552575" y="0"/>
                    <a:pt x="1546860" y="0"/>
                    <a:pt x="1541145" y="0"/>
                  </a:cubicBezTo>
                  <a:cubicBezTo>
                    <a:pt x="1540193" y="0"/>
                    <a:pt x="1539240" y="0"/>
                    <a:pt x="1539240" y="0"/>
                  </a:cubicBezTo>
                  <a:cubicBezTo>
                    <a:pt x="1532573" y="0"/>
                    <a:pt x="1525905" y="0"/>
                    <a:pt x="1518285" y="0"/>
                  </a:cubicBezTo>
                  <a:cubicBezTo>
                    <a:pt x="1517333" y="0"/>
                    <a:pt x="1517333" y="0"/>
                    <a:pt x="1516380" y="0"/>
                  </a:cubicBezTo>
                  <a:cubicBezTo>
                    <a:pt x="1508760" y="0"/>
                    <a:pt x="1501140" y="953"/>
                    <a:pt x="1493520" y="1905"/>
                  </a:cubicBezTo>
                  <a:cubicBezTo>
                    <a:pt x="1492568" y="1905"/>
                    <a:pt x="1491615" y="1905"/>
                    <a:pt x="1490663" y="1905"/>
                  </a:cubicBezTo>
                  <a:cubicBezTo>
                    <a:pt x="1429703" y="7620"/>
                    <a:pt x="1372553" y="22860"/>
                    <a:pt x="1319213" y="46673"/>
                  </a:cubicBezTo>
                  <a:cubicBezTo>
                    <a:pt x="1317308" y="47625"/>
                    <a:pt x="1316355" y="47625"/>
                    <a:pt x="1314450" y="48578"/>
                  </a:cubicBezTo>
                  <a:cubicBezTo>
                    <a:pt x="1307783" y="51435"/>
                    <a:pt x="1301115" y="54293"/>
                    <a:pt x="1295400" y="58103"/>
                  </a:cubicBezTo>
                  <a:cubicBezTo>
                    <a:pt x="1293495" y="59055"/>
                    <a:pt x="1291590" y="60008"/>
                    <a:pt x="1290638" y="60960"/>
                  </a:cubicBezTo>
                  <a:cubicBezTo>
                    <a:pt x="1284923" y="63818"/>
                    <a:pt x="1280160" y="66675"/>
                    <a:pt x="1274445" y="69533"/>
                  </a:cubicBezTo>
                  <a:cubicBezTo>
                    <a:pt x="1271588" y="71438"/>
                    <a:pt x="1268730" y="73343"/>
                    <a:pt x="1265873" y="74295"/>
                  </a:cubicBezTo>
                  <a:cubicBezTo>
                    <a:pt x="1262063" y="76200"/>
                    <a:pt x="1259205" y="78105"/>
                    <a:pt x="1255395" y="80963"/>
                  </a:cubicBezTo>
                  <a:cubicBezTo>
                    <a:pt x="1249680" y="83820"/>
                    <a:pt x="1244918" y="87630"/>
                    <a:pt x="1239203" y="91440"/>
                  </a:cubicBezTo>
                  <a:cubicBezTo>
                    <a:pt x="1236345" y="93345"/>
                    <a:pt x="1233488" y="95250"/>
                    <a:pt x="1231583" y="97155"/>
                  </a:cubicBezTo>
                  <a:cubicBezTo>
                    <a:pt x="1227773" y="100013"/>
                    <a:pt x="1223963" y="101918"/>
                    <a:pt x="1221105" y="104775"/>
                  </a:cubicBezTo>
                  <a:cubicBezTo>
                    <a:pt x="1218248" y="106680"/>
                    <a:pt x="1216343" y="108585"/>
                    <a:pt x="1213485" y="110490"/>
                  </a:cubicBezTo>
                  <a:cubicBezTo>
                    <a:pt x="1207770" y="114300"/>
                    <a:pt x="1202055" y="119063"/>
                    <a:pt x="1197293" y="123825"/>
                  </a:cubicBezTo>
                  <a:cubicBezTo>
                    <a:pt x="1194435" y="125730"/>
                    <a:pt x="1191578" y="128588"/>
                    <a:pt x="1189673" y="130493"/>
                  </a:cubicBezTo>
                  <a:cubicBezTo>
                    <a:pt x="1186815" y="133350"/>
                    <a:pt x="1183958" y="135255"/>
                    <a:pt x="1181100" y="138113"/>
                  </a:cubicBezTo>
                  <a:cubicBezTo>
                    <a:pt x="1176338" y="141923"/>
                    <a:pt x="1172528" y="145733"/>
                    <a:pt x="1167765" y="150495"/>
                  </a:cubicBezTo>
                  <a:cubicBezTo>
                    <a:pt x="1164908" y="152400"/>
                    <a:pt x="1163003" y="155258"/>
                    <a:pt x="1160145" y="158115"/>
                  </a:cubicBezTo>
                  <a:cubicBezTo>
                    <a:pt x="1156335" y="161925"/>
                    <a:pt x="1152525" y="165735"/>
                    <a:pt x="1148715" y="170498"/>
                  </a:cubicBezTo>
                  <a:cubicBezTo>
                    <a:pt x="1146810" y="172403"/>
                    <a:pt x="1144905" y="174308"/>
                    <a:pt x="1143953" y="176213"/>
                  </a:cubicBezTo>
                  <a:cubicBezTo>
                    <a:pt x="1138238" y="181928"/>
                    <a:pt x="1133475" y="187643"/>
                    <a:pt x="1128713" y="193358"/>
                  </a:cubicBezTo>
                  <a:cubicBezTo>
                    <a:pt x="1128713" y="193358"/>
                    <a:pt x="1127760" y="194310"/>
                    <a:pt x="1127760" y="194310"/>
                  </a:cubicBezTo>
                  <a:cubicBezTo>
                    <a:pt x="1126808" y="195263"/>
                    <a:pt x="1126808" y="196215"/>
                    <a:pt x="1125855" y="197168"/>
                  </a:cubicBezTo>
                  <a:cubicBezTo>
                    <a:pt x="1121093" y="202883"/>
                    <a:pt x="1116330" y="208598"/>
                    <a:pt x="1112520" y="214313"/>
                  </a:cubicBezTo>
                  <a:cubicBezTo>
                    <a:pt x="1111568" y="215265"/>
                    <a:pt x="1110615" y="216218"/>
                    <a:pt x="1109663" y="217170"/>
                  </a:cubicBezTo>
                  <a:cubicBezTo>
                    <a:pt x="1104900" y="223838"/>
                    <a:pt x="1100138" y="229553"/>
                    <a:pt x="1095375" y="236220"/>
                  </a:cubicBezTo>
                  <a:cubicBezTo>
                    <a:pt x="1094423" y="238125"/>
                    <a:pt x="1093470" y="240030"/>
                    <a:pt x="1091565" y="240983"/>
                  </a:cubicBezTo>
                  <a:cubicBezTo>
                    <a:pt x="1087755" y="246698"/>
                    <a:pt x="1083945" y="252413"/>
                    <a:pt x="1080135" y="258128"/>
                  </a:cubicBezTo>
                  <a:cubicBezTo>
                    <a:pt x="1079183" y="259080"/>
                    <a:pt x="1079183" y="260033"/>
                    <a:pt x="1078230" y="260985"/>
                  </a:cubicBezTo>
                  <a:cubicBezTo>
                    <a:pt x="1075373" y="265748"/>
                    <a:pt x="1072515" y="271463"/>
                    <a:pt x="1069658" y="276225"/>
                  </a:cubicBezTo>
                  <a:cubicBezTo>
                    <a:pt x="1068705" y="277178"/>
                    <a:pt x="1068705" y="278130"/>
                    <a:pt x="1067753" y="279083"/>
                  </a:cubicBezTo>
                  <a:cubicBezTo>
                    <a:pt x="1064895" y="284798"/>
                    <a:pt x="1062038" y="290513"/>
                    <a:pt x="1059180" y="296228"/>
                  </a:cubicBezTo>
                  <a:cubicBezTo>
                    <a:pt x="1058228" y="299085"/>
                    <a:pt x="1056323" y="301943"/>
                    <a:pt x="1055370" y="303848"/>
                  </a:cubicBezTo>
                  <a:cubicBezTo>
                    <a:pt x="1052513" y="310515"/>
                    <a:pt x="1048703" y="317183"/>
                    <a:pt x="1045845" y="323850"/>
                  </a:cubicBezTo>
                  <a:cubicBezTo>
                    <a:pt x="1044893" y="325755"/>
                    <a:pt x="1043940" y="327660"/>
                    <a:pt x="1042988" y="329565"/>
                  </a:cubicBezTo>
                  <a:cubicBezTo>
                    <a:pt x="1035368" y="346710"/>
                    <a:pt x="1028700" y="364808"/>
                    <a:pt x="1023938" y="382905"/>
                  </a:cubicBezTo>
                  <a:cubicBezTo>
                    <a:pt x="1023938" y="382905"/>
                    <a:pt x="1023938" y="383858"/>
                    <a:pt x="1023938" y="383858"/>
                  </a:cubicBezTo>
                  <a:cubicBezTo>
                    <a:pt x="1022985" y="386715"/>
                    <a:pt x="1022033" y="390525"/>
                    <a:pt x="1021080" y="393383"/>
                  </a:cubicBezTo>
                  <a:cubicBezTo>
                    <a:pt x="1001078" y="447675"/>
                    <a:pt x="950595" y="485775"/>
                    <a:pt x="890588" y="485775"/>
                  </a:cubicBezTo>
                  <a:lnTo>
                    <a:pt x="886778" y="485775"/>
                  </a:lnTo>
                  <a:cubicBezTo>
                    <a:pt x="842010" y="485775"/>
                    <a:pt x="804863" y="457200"/>
                    <a:pt x="791528" y="417195"/>
                  </a:cubicBezTo>
                  <a:cubicBezTo>
                    <a:pt x="791528" y="416243"/>
                    <a:pt x="790575" y="414338"/>
                    <a:pt x="790575" y="413385"/>
                  </a:cubicBezTo>
                  <a:cubicBezTo>
                    <a:pt x="768668" y="347663"/>
                    <a:pt x="731520" y="289560"/>
                    <a:pt x="681990" y="243840"/>
                  </a:cubicBezTo>
                  <a:cubicBezTo>
                    <a:pt x="609600" y="176213"/>
                    <a:pt x="512445" y="134303"/>
                    <a:pt x="405765" y="134303"/>
                  </a:cubicBezTo>
                  <a:cubicBezTo>
                    <a:pt x="180975" y="135255"/>
                    <a:pt x="0" y="316230"/>
                    <a:pt x="0" y="540068"/>
                  </a:cubicBezTo>
                  <a:cubicBezTo>
                    <a:pt x="0" y="763905"/>
                    <a:pt x="180975" y="944880"/>
                    <a:pt x="404813" y="944880"/>
                  </a:cubicBezTo>
                  <a:cubicBezTo>
                    <a:pt x="511493" y="944880"/>
                    <a:pt x="608648" y="902970"/>
                    <a:pt x="681038" y="835343"/>
                  </a:cubicBezTo>
                  <a:cubicBezTo>
                    <a:pt x="730568" y="789623"/>
                    <a:pt x="767715" y="731520"/>
                    <a:pt x="789623" y="665798"/>
                  </a:cubicBezTo>
                  <a:cubicBezTo>
                    <a:pt x="789623" y="664845"/>
                    <a:pt x="790575" y="662940"/>
                    <a:pt x="790575" y="661988"/>
                  </a:cubicBezTo>
                  <a:cubicBezTo>
                    <a:pt x="803910" y="621983"/>
                    <a:pt x="842010" y="593408"/>
                    <a:pt x="885825" y="593408"/>
                  </a:cubicBezTo>
                  <a:lnTo>
                    <a:pt x="889635" y="593408"/>
                  </a:lnTo>
                  <a:cubicBezTo>
                    <a:pt x="949643" y="593408"/>
                    <a:pt x="1000125" y="632460"/>
                    <a:pt x="1017270" y="685800"/>
                  </a:cubicBezTo>
                  <a:cubicBezTo>
                    <a:pt x="1018223" y="688658"/>
                    <a:pt x="1019175" y="692468"/>
                    <a:pt x="1020128" y="695325"/>
                  </a:cubicBezTo>
                  <a:cubicBezTo>
                    <a:pt x="1021080" y="698183"/>
                    <a:pt x="1022033" y="701993"/>
                    <a:pt x="1022985" y="704850"/>
                  </a:cubicBezTo>
                  <a:cubicBezTo>
                    <a:pt x="1023938" y="709613"/>
                    <a:pt x="1025843" y="713423"/>
                    <a:pt x="1026795" y="718185"/>
                  </a:cubicBezTo>
                  <a:cubicBezTo>
                    <a:pt x="1028700" y="721995"/>
                    <a:pt x="1029653" y="726758"/>
                    <a:pt x="1031558" y="730568"/>
                  </a:cubicBezTo>
                  <a:cubicBezTo>
                    <a:pt x="1033463" y="735330"/>
                    <a:pt x="1035368" y="740093"/>
                    <a:pt x="1037273" y="744855"/>
                  </a:cubicBezTo>
                  <a:cubicBezTo>
                    <a:pt x="1038225" y="748665"/>
                    <a:pt x="1040130" y="751523"/>
                    <a:pt x="1042035" y="755333"/>
                  </a:cubicBezTo>
                  <a:cubicBezTo>
                    <a:pt x="1044893" y="761048"/>
                    <a:pt x="1046798" y="766763"/>
                    <a:pt x="1049655" y="772478"/>
                  </a:cubicBezTo>
                  <a:cubicBezTo>
                    <a:pt x="1050608" y="775335"/>
                    <a:pt x="1051560" y="777240"/>
                    <a:pt x="1053465" y="780098"/>
                  </a:cubicBezTo>
                  <a:cubicBezTo>
                    <a:pt x="1057275" y="787718"/>
                    <a:pt x="1061085" y="794385"/>
                    <a:pt x="1064895" y="802005"/>
                  </a:cubicBezTo>
                  <a:cubicBezTo>
                    <a:pt x="1064895" y="802958"/>
                    <a:pt x="1065848" y="802958"/>
                    <a:pt x="1065848" y="803910"/>
                  </a:cubicBezTo>
                  <a:cubicBezTo>
                    <a:pt x="1065848" y="803910"/>
                    <a:pt x="1065848" y="804863"/>
                    <a:pt x="1065848" y="804863"/>
                  </a:cubicBezTo>
                  <a:cubicBezTo>
                    <a:pt x="1067753" y="808673"/>
                    <a:pt x="1070610" y="812483"/>
                    <a:pt x="1072515" y="816293"/>
                  </a:cubicBezTo>
                  <a:cubicBezTo>
                    <a:pt x="1073468" y="818198"/>
                    <a:pt x="1075373" y="820103"/>
                    <a:pt x="1076325" y="822960"/>
                  </a:cubicBezTo>
                  <a:cubicBezTo>
                    <a:pt x="1084898" y="836295"/>
                    <a:pt x="1093470" y="848678"/>
                    <a:pt x="1102043" y="862013"/>
                  </a:cubicBezTo>
                  <a:cubicBezTo>
                    <a:pt x="1102995" y="862965"/>
                    <a:pt x="1103948" y="864870"/>
                    <a:pt x="1104900" y="865823"/>
                  </a:cubicBezTo>
                  <a:cubicBezTo>
                    <a:pt x="1110615" y="873443"/>
                    <a:pt x="1116330" y="880110"/>
                    <a:pt x="1122045" y="886778"/>
                  </a:cubicBezTo>
                  <a:cubicBezTo>
                    <a:pt x="1122998" y="887730"/>
                    <a:pt x="1123950" y="889635"/>
                    <a:pt x="1125855" y="890588"/>
                  </a:cubicBezTo>
                  <a:cubicBezTo>
                    <a:pt x="1128713" y="894398"/>
                    <a:pt x="1131570" y="897255"/>
                    <a:pt x="1134428" y="901065"/>
                  </a:cubicBezTo>
                  <a:cubicBezTo>
                    <a:pt x="1136333" y="903923"/>
                    <a:pt x="1139190" y="905828"/>
                    <a:pt x="1142048" y="908685"/>
                  </a:cubicBezTo>
                  <a:cubicBezTo>
                    <a:pt x="1145858" y="912495"/>
                    <a:pt x="1149668" y="916305"/>
                    <a:pt x="1153478" y="920115"/>
                  </a:cubicBezTo>
                  <a:cubicBezTo>
                    <a:pt x="1157288" y="923925"/>
                    <a:pt x="1161098" y="927735"/>
                    <a:pt x="1164908" y="931545"/>
                  </a:cubicBezTo>
                  <a:cubicBezTo>
                    <a:pt x="1166813" y="933450"/>
                    <a:pt x="1169670" y="935355"/>
                    <a:pt x="1171575" y="937260"/>
                  </a:cubicBezTo>
                  <a:cubicBezTo>
                    <a:pt x="1177290" y="942023"/>
                    <a:pt x="1183005" y="947738"/>
                    <a:pt x="1188720" y="952500"/>
                  </a:cubicBezTo>
                  <a:cubicBezTo>
                    <a:pt x="1188720" y="952500"/>
                    <a:pt x="1189673" y="952500"/>
                    <a:pt x="1189673" y="953453"/>
                  </a:cubicBezTo>
                  <a:cubicBezTo>
                    <a:pt x="1191578" y="955358"/>
                    <a:pt x="1194435" y="957263"/>
                    <a:pt x="1196340" y="959168"/>
                  </a:cubicBezTo>
                  <a:cubicBezTo>
                    <a:pt x="1198245" y="961073"/>
                    <a:pt x="1201103" y="962978"/>
                    <a:pt x="1203008" y="964883"/>
                  </a:cubicBezTo>
                  <a:cubicBezTo>
                    <a:pt x="1205865" y="966788"/>
                    <a:pt x="1207770" y="968693"/>
                    <a:pt x="1210628" y="970598"/>
                  </a:cubicBezTo>
                  <a:cubicBezTo>
                    <a:pt x="1212533" y="972503"/>
                    <a:pt x="1215390" y="974408"/>
                    <a:pt x="1217295" y="976313"/>
                  </a:cubicBezTo>
                  <a:cubicBezTo>
                    <a:pt x="1220153" y="978218"/>
                    <a:pt x="1222058" y="980123"/>
                    <a:pt x="1224915" y="982028"/>
                  </a:cubicBezTo>
                  <a:cubicBezTo>
                    <a:pt x="1226820" y="983933"/>
                    <a:pt x="1229678" y="984885"/>
                    <a:pt x="1231583" y="986790"/>
                  </a:cubicBezTo>
                  <a:cubicBezTo>
                    <a:pt x="1234440" y="988695"/>
                    <a:pt x="1237298" y="990600"/>
                    <a:pt x="1240155" y="992505"/>
                  </a:cubicBezTo>
                  <a:cubicBezTo>
                    <a:pt x="1242060" y="994410"/>
                    <a:pt x="1244918" y="995363"/>
                    <a:pt x="1246823" y="996315"/>
                  </a:cubicBezTo>
                  <a:cubicBezTo>
                    <a:pt x="1249680" y="998220"/>
                    <a:pt x="1252538" y="1000125"/>
                    <a:pt x="1255395" y="1002030"/>
                  </a:cubicBezTo>
                  <a:cubicBezTo>
                    <a:pt x="1257300" y="1002983"/>
                    <a:pt x="1259205" y="1004888"/>
                    <a:pt x="1262063" y="1005840"/>
                  </a:cubicBezTo>
                  <a:cubicBezTo>
                    <a:pt x="1264920" y="1007745"/>
                    <a:pt x="1268730" y="1009650"/>
                    <a:pt x="1271588" y="1011555"/>
                  </a:cubicBezTo>
                  <a:cubicBezTo>
                    <a:pt x="1273493" y="1012508"/>
                    <a:pt x="1275398" y="1013460"/>
                    <a:pt x="1277303" y="1015365"/>
                  </a:cubicBezTo>
                  <a:cubicBezTo>
                    <a:pt x="1280160" y="1017270"/>
                    <a:pt x="1283970" y="1019175"/>
                    <a:pt x="1286828" y="1020128"/>
                  </a:cubicBezTo>
                  <a:cubicBezTo>
                    <a:pt x="1288733" y="1021080"/>
                    <a:pt x="1290638" y="1022033"/>
                    <a:pt x="1292543" y="1022985"/>
                  </a:cubicBezTo>
                  <a:cubicBezTo>
                    <a:pt x="1295400" y="1024890"/>
                    <a:pt x="1299210" y="1025843"/>
                    <a:pt x="1302068" y="1027748"/>
                  </a:cubicBezTo>
                  <a:cubicBezTo>
                    <a:pt x="1303973" y="1028700"/>
                    <a:pt x="1305878" y="1029653"/>
                    <a:pt x="1308735" y="1030605"/>
                  </a:cubicBezTo>
                  <a:cubicBezTo>
                    <a:pt x="1311593" y="1032510"/>
                    <a:pt x="1315403" y="1033463"/>
                    <a:pt x="1318260" y="1035368"/>
                  </a:cubicBezTo>
                  <a:cubicBezTo>
                    <a:pt x="1320165" y="1036320"/>
                    <a:pt x="1323023" y="1037273"/>
                    <a:pt x="1324928" y="1038225"/>
                  </a:cubicBezTo>
                  <a:cubicBezTo>
                    <a:pt x="1327785" y="1039178"/>
                    <a:pt x="1331595" y="1041083"/>
                    <a:pt x="1334453" y="1042035"/>
                  </a:cubicBezTo>
                  <a:cubicBezTo>
                    <a:pt x="1336358" y="1042988"/>
                    <a:pt x="1339215" y="1043940"/>
                    <a:pt x="1341120" y="1044893"/>
                  </a:cubicBezTo>
                  <a:cubicBezTo>
                    <a:pt x="1343978" y="1045845"/>
                    <a:pt x="1347788" y="1046798"/>
                    <a:pt x="1350645" y="1048703"/>
                  </a:cubicBezTo>
                  <a:cubicBezTo>
                    <a:pt x="1353503" y="1049655"/>
                    <a:pt x="1355408" y="1050608"/>
                    <a:pt x="1358265" y="1051560"/>
                  </a:cubicBezTo>
                  <a:cubicBezTo>
                    <a:pt x="1361123" y="1052513"/>
                    <a:pt x="1363980" y="1053465"/>
                    <a:pt x="1366838" y="1054418"/>
                  </a:cubicBezTo>
                  <a:cubicBezTo>
                    <a:pt x="1369695" y="1055370"/>
                    <a:pt x="1372553" y="1056323"/>
                    <a:pt x="1375410" y="1057275"/>
                  </a:cubicBezTo>
                  <a:cubicBezTo>
                    <a:pt x="1378268" y="1058228"/>
                    <a:pt x="1381125" y="1059180"/>
                    <a:pt x="1383983" y="1060133"/>
                  </a:cubicBezTo>
                  <a:cubicBezTo>
                    <a:pt x="1386840" y="1061085"/>
                    <a:pt x="1389698" y="1062038"/>
                    <a:pt x="1392555" y="1062990"/>
                  </a:cubicBezTo>
                  <a:cubicBezTo>
                    <a:pt x="1395413" y="1063943"/>
                    <a:pt x="1398270" y="1064895"/>
                    <a:pt x="1401128" y="1064895"/>
                  </a:cubicBezTo>
                  <a:cubicBezTo>
                    <a:pt x="1403985" y="1065848"/>
                    <a:pt x="1406843" y="1066800"/>
                    <a:pt x="1410653" y="1066800"/>
                  </a:cubicBezTo>
                  <a:cubicBezTo>
                    <a:pt x="1413510" y="1067753"/>
                    <a:pt x="1416368" y="1067753"/>
                    <a:pt x="1419225" y="1068705"/>
                  </a:cubicBezTo>
                  <a:cubicBezTo>
                    <a:pt x="1422083" y="1069658"/>
                    <a:pt x="1424940" y="1069658"/>
                    <a:pt x="1428750" y="1070610"/>
                  </a:cubicBezTo>
                  <a:cubicBezTo>
                    <a:pt x="1431608" y="1071563"/>
                    <a:pt x="1434465" y="1071563"/>
                    <a:pt x="1437323" y="1072515"/>
                  </a:cubicBezTo>
                  <a:cubicBezTo>
                    <a:pt x="1440180" y="1073468"/>
                    <a:pt x="1443038" y="1073468"/>
                    <a:pt x="1445895" y="1074420"/>
                  </a:cubicBezTo>
                  <a:cubicBezTo>
                    <a:pt x="1448753" y="1075373"/>
                    <a:pt x="1451610" y="1075373"/>
                    <a:pt x="1455420" y="1075373"/>
                  </a:cubicBezTo>
                  <a:cubicBezTo>
                    <a:pt x="1458278" y="1075373"/>
                    <a:pt x="1461135" y="1076325"/>
                    <a:pt x="1463993" y="1076325"/>
                  </a:cubicBezTo>
                  <a:cubicBezTo>
                    <a:pt x="1466850" y="1076325"/>
                    <a:pt x="1470660" y="1077278"/>
                    <a:pt x="1473518" y="1077278"/>
                  </a:cubicBezTo>
                  <a:cubicBezTo>
                    <a:pt x="1476375" y="1077278"/>
                    <a:pt x="1479233" y="1078230"/>
                    <a:pt x="1481138" y="1078230"/>
                  </a:cubicBezTo>
                  <a:cubicBezTo>
                    <a:pt x="1484948" y="1078230"/>
                    <a:pt x="1487805" y="1079183"/>
                    <a:pt x="1491615" y="1079183"/>
                  </a:cubicBezTo>
                  <a:cubicBezTo>
                    <a:pt x="1494473" y="1079183"/>
                    <a:pt x="1496378" y="1079183"/>
                    <a:pt x="1499235" y="1080135"/>
                  </a:cubicBezTo>
                  <a:cubicBezTo>
                    <a:pt x="1503045" y="1080135"/>
                    <a:pt x="1506855" y="1080135"/>
                    <a:pt x="1510665" y="1081088"/>
                  </a:cubicBezTo>
                  <a:cubicBezTo>
                    <a:pt x="1512570" y="1081088"/>
                    <a:pt x="1515428" y="1081088"/>
                    <a:pt x="1517333" y="1081088"/>
                  </a:cubicBezTo>
                  <a:cubicBezTo>
                    <a:pt x="1521143" y="1081088"/>
                    <a:pt x="1524953" y="1081088"/>
                    <a:pt x="1529715" y="1081088"/>
                  </a:cubicBezTo>
                  <a:cubicBezTo>
                    <a:pt x="1531620" y="1081088"/>
                    <a:pt x="1533525" y="1081088"/>
                    <a:pt x="1535430" y="1081088"/>
                  </a:cubicBezTo>
                  <a:cubicBezTo>
                    <a:pt x="1535430" y="1081088"/>
                    <a:pt x="1535430" y="1081088"/>
                    <a:pt x="1536383" y="1081088"/>
                  </a:cubicBezTo>
                  <a:cubicBezTo>
                    <a:pt x="1544003" y="1081088"/>
                    <a:pt x="1551623" y="1081088"/>
                    <a:pt x="1560195" y="1080135"/>
                  </a:cubicBezTo>
                  <a:cubicBezTo>
                    <a:pt x="1563053" y="1080135"/>
                    <a:pt x="1564958" y="1080135"/>
                    <a:pt x="1567815" y="1080135"/>
                  </a:cubicBezTo>
                  <a:cubicBezTo>
                    <a:pt x="1573530" y="1080135"/>
                    <a:pt x="1580198" y="1079183"/>
                    <a:pt x="1585913" y="1079183"/>
                  </a:cubicBezTo>
                  <a:cubicBezTo>
                    <a:pt x="1589723" y="1079183"/>
                    <a:pt x="1594485" y="1078230"/>
                    <a:pt x="1598295" y="1078230"/>
                  </a:cubicBezTo>
                  <a:cubicBezTo>
                    <a:pt x="1602105" y="1077278"/>
                    <a:pt x="1606868" y="1077278"/>
                    <a:pt x="1610678" y="1076325"/>
                  </a:cubicBezTo>
                  <a:cubicBezTo>
                    <a:pt x="1614488" y="1075373"/>
                    <a:pt x="1619250" y="1075373"/>
                    <a:pt x="1623060" y="1074420"/>
                  </a:cubicBezTo>
                  <a:cubicBezTo>
                    <a:pt x="1625918" y="1074420"/>
                    <a:pt x="1628775" y="1073468"/>
                    <a:pt x="1631633" y="1072515"/>
                  </a:cubicBezTo>
                  <a:cubicBezTo>
                    <a:pt x="1639253" y="1071563"/>
                    <a:pt x="1646873" y="1069658"/>
                    <a:pt x="1654493" y="1067753"/>
                  </a:cubicBezTo>
                  <a:cubicBezTo>
                    <a:pt x="1656398" y="1066800"/>
                    <a:pt x="1659255" y="1066800"/>
                    <a:pt x="1661160" y="1065848"/>
                  </a:cubicBezTo>
                  <a:cubicBezTo>
                    <a:pt x="1665923" y="1064895"/>
                    <a:pt x="1670685" y="1063943"/>
                    <a:pt x="1675448" y="1062038"/>
                  </a:cubicBezTo>
                  <a:cubicBezTo>
                    <a:pt x="1676400" y="1062038"/>
                    <a:pt x="1677353" y="1062038"/>
                    <a:pt x="1678305" y="1061085"/>
                  </a:cubicBezTo>
                  <a:cubicBezTo>
                    <a:pt x="1686878" y="1058228"/>
                    <a:pt x="1696403" y="1056323"/>
                    <a:pt x="1704975" y="1052513"/>
                  </a:cubicBezTo>
                  <a:cubicBezTo>
                    <a:pt x="1707833" y="1051560"/>
                    <a:pt x="1710690" y="1050608"/>
                    <a:pt x="1713548" y="1049655"/>
                  </a:cubicBezTo>
                  <a:cubicBezTo>
                    <a:pt x="1717358" y="1048703"/>
                    <a:pt x="1721168" y="1046798"/>
                    <a:pt x="1724978" y="1045845"/>
                  </a:cubicBezTo>
                  <a:cubicBezTo>
                    <a:pt x="1724978" y="1045845"/>
                    <a:pt x="1725930" y="1045845"/>
                    <a:pt x="1725930" y="1045845"/>
                  </a:cubicBezTo>
                  <a:cubicBezTo>
                    <a:pt x="1726883" y="1045845"/>
                    <a:pt x="1727835" y="1044893"/>
                    <a:pt x="1728788" y="1044893"/>
                  </a:cubicBezTo>
                  <a:cubicBezTo>
                    <a:pt x="1736408" y="1042035"/>
                    <a:pt x="1743075" y="1039178"/>
                    <a:pt x="1749743" y="1036320"/>
                  </a:cubicBezTo>
                  <a:cubicBezTo>
                    <a:pt x="1752600" y="1035368"/>
                    <a:pt x="1755458" y="1033463"/>
                    <a:pt x="1757363" y="1032510"/>
                  </a:cubicBezTo>
                  <a:cubicBezTo>
                    <a:pt x="1763078" y="1029653"/>
                    <a:pt x="1768793" y="1027748"/>
                    <a:pt x="1773555" y="1024890"/>
                  </a:cubicBezTo>
                  <a:cubicBezTo>
                    <a:pt x="1777365" y="1022985"/>
                    <a:pt x="1780223" y="1021080"/>
                    <a:pt x="1784033" y="1019175"/>
                  </a:cubicBezTo>
                  <a:cubicBezTo>
                    <a:pt x="1788795" y="1017270"/>
                    <a:pt x="1792605" y="1014413"/>
                    <a:pt x="1797368" y="1012508"/>
                  </a:cubicBezTo>
                  <a:cubicBezTo>
                    <a:pt x="1801178" y="1010603"/>
                    <a:pt x="1805940" y="1007745"/>
                    <a:pt x="1809750" y="1005840"/>
                  </a:cubicBezTo>
                  <a:cubicBezTo>
                    <a:pt x="1813560" y="1003935"/>
                    <a:pt x="1817370" y="1001078"/>
                    <a:pt x="1820228" y="999173"/>
                  </a:cubicBezTo>
                  <a:cubicBezTo>
                    <a:pt x="1823085" y="997268"/>
                    <a:pt x="1825943" y="995363"/>
                    <a:pt x="1828800" y="993458"/>
                  </a:cubicBezTo>
                  <a:cubicBezTo>
                    <a:pt x="1831658" y="991553"/>
                    <a:pt x="1834515" y="989648"/>
                    <a:pt x="1837373" y="987743"/>
                  </a:cubicBezTo>
                  <a:cubicBezTo>
                    <a:pt x="1885950" y="958215"/>
                    <a:pt x="1948815" y="961073"/>
                    <a:pt x="1994535" y="999173"/>
                  </a:cubicBezTo>
                  <a:lnTo>
                    <a:pt x="1995488" y="1000125"/>
                  </a:lnTo>
                  <a:cubicBezTo>
                    <a:pt x="2054543" y="1049655"/>
                    <a:pt x="2070735" y="1131570"/>
                    <a:pt x="2041208" y="1198245"/>
                  </a:cubicBezTo>
                  <a:cubicBezTo>
                    <a:pt x="2040255" y="1200150"/>
                    <a:pt x="2039303" y="1202055"/>
                    <a:pt x="2038350" y="1203960"/>
                  </a:cubicBezTo>
                  <a:cubicBezTo>
                    <a:pt x="2007870" y="1270635"/>
                    <a:pt x="1988820" y="1342073"/>
                    <a:pt x="1982153" y="1413510"/>
                  </a:cubicBezTo>
                  <a:cubicBezTo>
                    <a:pt x="1960245" y="1628775"/>
                    <a:pt x="2041208" y="1850708"/>
                    <a:pt x="2219325" y="1999298"/>
                  </a:cubicBezTo>
                  <a:cubicBezTo>
                    <a:pt x="2505075" y="2239328"/>
                    <a:pt x="2930843" y="2202180"/>
                    <a:pt x="3169920" y="1916430"/>
                  </a:cubicBezTo>
                  <a:cubicBezTo>
                    <a:pt x="3416618" y="1629728"/>
                    <a:pt x="3378518" y="1203960"/>
                    <a:pt x="3093720" y="963930"/>
                  </a:cubicBezTo>
                  <a:close/>
                </a:path>
              </a:pathLst>
            </a:custGeom>
            <a:solidFill>
              <a:schemeClr val="accent4"/>
            </a:solidFill>
            <a:ln w="9525" cap="flat">
              <a:noFill/>
              <a:prstDash val="solid"/>
              <a:miter/>
            </a:ln>
          </p:spPr>
          <p:txBody>
            <a:bodyPr rtlCol="0" anchor="ctr"/>
            <a:lstStyle/>
            <a:p>
              <a:endParaRPr lang="de-DE"/>
            </a:p>
          </p:txBody>
        </p:sp>
        <p:sp>
          <p:nvSpPr>
            <p:cNvPr id="27" name="Grafik 19">
              <a:extLst>
                <a:ext uri="{FF2B5EF4-FFF2-40B4-BE49-F238E27FC236}">
                  <a16:creationId xmlns:a16="http://schemas.microsoft.com/office/drawing/2014/main" id="{26883525-D83A-4C6B-B24B-66B13F483A9D}"/>
                </a:ext>
              </a:extLst>
            </p:cNvPr>
            <p:cNvSpPr/>
            <p:nvPr/>
          </p:nvSpPr>
          <p:spPr>
            <a:xfrm rot="18807008">
              <a:off x="7035915" y="1813421"/>
              <a:ext cx="1438550" cy="2107336"/>
            </a:xfrm>
            <a:custGeom>
              <a:avLst/>
              <a:gdLst>
                <a:gd name="connsiteX0" fmla="*/ 2701168 w 3617914"/>
                <a:gd name="connsiteY0" fmla="*/ 113654 h 5299894"/>
                <a:gd name="connsiteX1" fmla="*/ 760925 w 3617914"/>
                <a:gd name="connsiteY1" fmla="*/ 917564 h 5299894"/>
                <a:gd name="connsiteX2" fmla="*/ 1133353 w 3617914"/>
                <a:gd name="connsiteY2" fmla="*/ 2584439 h 5299894"/>
                <a:gd name="connsiteX3" fmla="*/ 1267655 w 3617914"/>
                <a:gd name="connsiteY3" fmla="*/ 2693024 h 5299894"/>
                <a:gd name="connsiteX4" fmla="*/ 1271465 w 3617914"/>
                <a:gd name="connsiteY4" fmla="*/ 2695882 h 5299894"/>
                <a:gd name="connsiteX5" fmla="*/ 1391480 w 3617914"/>
                <a:gd name="connsiteY5" fmla="*/ 3134984 h 5299894"/>
                <a:gd name="connsiteX6" fmla="*/ 1333378 w 3617914"/>
                <a:gd name="connsiteY6" fmla="*/ 3275954 h 5299894"/>
                <a:gd name="connsiteX7" fmla="*/ 1083823 w 3617914"/>
                <a:gd name="connsiteY7" fmla="*/ 3419782 h 5299894"/>
                <a:gd name="connsiteX8" fmla="*/ 1077155 w 3617914"/>
                <a:gd name="connsiteY8" fmla="*/ 3418829 h 5299894"/>
                <a:gd name="connsiteX9" fmla="*/ 822838 w 3617914"/>
                <a:gd name="connsiteY9" fmla="*/ 3417877 h 5299894"/>
                <a:gd name="connsiteX10" fmla="*/ 72268 w 3617914"/>
                <a:gd name="connsiteY10" fmla="*/ 3993187 h 5299894"/>
                <a:gd name="connsiteX11" fmla="*/ 583760 w 3617914"/>
                <a:gd name="connsiteY11" fmla="*/ 5227627 h 5299894"/>
                <a:gd name="connsiteX12" fmla="*/ 1818200 w 3617914"/>
                <a:gd name="connsiteY12" fmla="*/ 4716134 h 5299894"/>
                <a:gd name="connsiteX13" fmla="*/ 1694375 w 3617914"/>
                <a:gd name="connsiteY13" fmla="*/ 3778874 h 5299894"/>
                <a:gd name="connsiteX14" fmla="*/ 1513400 w 3617914"/>
                <a:gd name="connsiteY14" fmla="*/ 3599804 h 5299894"/>
                <a:gd name="connsiteX15" fmla="*/ 1507685 w 3617914"/>
                <a:gd name="connsiteY15" fmla="*/ 3595994 h 5299894"/>
                <a:gd name="connsiteX16" fmla="*/ 1432438 w 3617914"/>
                <a:gd name="connsiteY16" fmla="*/ 3317864 h 5299894"/>
                <a:gd name="connsiteX17" fmla="*/ 1490540 w 3617914"/>
                <a:gd name="connsiteY17" fmla="*/ 3176894 h 5299894"/>
                <a:gd name="connsiteX18" fmla="*/ 1885828 w 3617914"/>
                <a:gd name="connsiteY18" fmla="*/ 2951152 h 5299894"/>
                <a:gd name="connsiteX19" fmla="*/ 1889638 w 3617914"/>
                <a:gd name="connsiteY19" fmla="*/ 2952104 h 5299894"/>
                <a:gd name="connsiteX20" fmla="*/ 2061088 w 3617914"/>
                <a:gd name="connsiteY20" fmla="*/ 2970202 h 5299894"/>
                <a:gd name="connsiteX21" fmla="*/ 3503173 w 3617914"/>
                <a:gd name="connsiteY21" fmla="*/ 2054849 h 5299894"/>
                <a:gd name="connsiteX22" fmla="*/ 2701168 w 3617914"/>
                <a:gd name="connsiteY22" fmla="*/ 113654 h 5299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7914" h="5299894">
                  <a:moveTo>
                    <a:pt x="2701168" y="113654"/>
                  </a:moveTo>
                  <a:cubicBezTo>
                    <a:pt x="1943930" y="-200671"/>
                    <a:pt x="1075250" y="159374"/>
                    <a:pt x="760925" y="917564"/>
                  </a:cubicBezTo>
                  <a:cubicBezTo>
                    <a:pt x="514228" y="1511924"/>
                    <a:pt x="682820" y="2174864"/>
                    <a:pt x="1133353" y="2584439"/>
                  </a:cubicBezTo>
                  <a:cubicBezTo>
                    <a:pt x="1175263" y="2622539"/>
                    <a:pt x="1220030" y="2658734"/>
                    <a:pt x="1267655" y="2693024"/>
                  </a:cubicBezTo>
                  <a:cubicBezTo>
                    <a:pt x="1268608" y="2693977"/>
                    <a:pt x="1269560" y="2694929"/>
                    <a:pt x="1271465" y="2695882"/>
                  </a:cubicBezTo>
                  <a:cubicBezTo>
                    <a:pt x="1403863" y="2794942"/>
                    <a:pt x="1458155" y="2974964"/>
                    <a:pt x="1391480" y="3134984"/>
                  </a:cubicBezTo>
                  <a:lnTo>
                    <a:pt x="1333378" y="3275954"/>
                  </a:lnTo>
                  <a:cubicBezTo>
                    <a:pt x="1291468" y="3376919"/>
                    <a:pt x="1187645" y="3434069"/>
                    <a:pt x="1083823" y="3419782"/>
                  </a:cubicBezTo>
                  <a:cubicBezTo>
                    <a:pt x="1081918" y="3419782"/>
                    <a:pt x="1079060" y="3418829"/>
                    <a:pt x="1077155" y="3418829"/>
                  </a:cubicBezTo>
                  <a:cubicBezTo>
                    <a:pt x="991430" y="3406447"/>
                    <a:pt x="905705" y="3406447"/>
                    <a:pt x="822838" y="3417877"/>
                  </a:cubicBezTo>
                  <a:cubicBezTo>
                    <a:pt x="498988" y="3460739"/>
                    <a:pt x="206570" y="3670289"/>
                    <a:pt x="72268" y="3993187"/>
                  </a:cubicBezTo>
                  <a:cubicBezTo>
                    <a:pt x="-127757" y="4475152"/>
                    <a:pt x="101795" y="5028555"/>
                    <a:pt x="583760" y="5227627"/>
                  </a:cubicBezTo>
                  <a:cubicBezTo>
                    <a:pt x="1065725" y="5427652"/>
                    <a:pt x="1619128" y="5198100"/>
                    <a:pt x="1818200" y="4716134"/>
                  </a:cubicBezTo>
                  <a:cubicBezTo>
                    <a:pt x="1952503" y="4392284"/>
                    <a:pt x="1893448" y="4037954"/>
                    <a:pt x="1694375" y="3778874"/>
                  </a:cubicBezTo>
                  <a:cubicBezTo>
                    <a:pt x="1642940" y="3712199"/>
                    <a:pt x="1582933" y="3651239"/>
                    <a:pt x="1513400" y="3599804"/>
                  </a:cubicBezTo>
                  <a:cubicBezTo>
                    <a:pt x="1511495" y="3598852"/>
                    <a:pt x="1509590" y="3596947"/>
                    <a:pt x="1507685" y="3595994"/>
                  </a:cubicBezTo>
                  <a:cubicBezTo>
                    <a:pt x="1424818" y="3532177"/>
                    <a:pt x="1391480" y="3418829"/>
                    <a:pt x="1432438" y="3317864"/>
                  </a:cubicBezTo>
                  <a:lnTo>
                    <a:pt x="1490540" y="3176894"/>
                  </a:lnTo>
                  <a:cubicBezTo>
                    <a:pt x="1557215" y="3016874"/>
                    <a:pt x="1721998" y="2927339"/>
                    <a:pt x="1885828" y="2951152"/>
                  </a:cubicBezTo>
                  <a:cubicBezTo>
                    <a:pt x="1886780" y="2951152"/>
                    <a:pt x="1888685" y="2952104"/>
                    <a:pt x="1889638" y="2952104"/>
                  </a:cubicBezTo>
                  <a:cubicBezTo>
                    <a:pt x="1946788" y="2961629"/>
                    <a:pt x="2003938" y="2967344"/>
                    <a:pt x="2061088" y="2970202"/>
                  </a:cubicBezTo>
                  <a:cubicBezTo>
                    <a:pt x="2668783" y="2998777"/>
                    <a:pt x="3257428" y="2649209"/>
                    <a:pt x="3503173" y="2054849"/>
                  </a:cubicBezTo>
                  <a:cubicBezTo>
                    <a:pt x="3819403" y="1296659"/>
                    <a:pt x="3459358" y="427979"/>
                    <a:pt x="2701168" y="113654"/>
                  </a:cubicBezTo>
                  <a:close/>
                </a:path>
              </a:pathLst>
            </a:custGeom>
            <a:solidFill>
              <a:schemeClr val="accent4"/>
            </a:solidFill>
            <a:ln w="9525" cap="flat">
              <a:noFill/>
              <a:prstDash val="solid"/>
              <a:miter/>
            </a:ln>
          </p:spPr>
          <p:txBody>
            <a:bodyPr rtlCol="0" anchor="ctr"/>
            <a:lstStyle/>
            <a:p>
              <a:endParaRPr lang="de-DE"/>
            </a:p>
          </p:txBody>
        </p:sp>
        <p:sp>
          <p:nvSpPr>
            <p:cNvPr id="28" name="Freihandform: Form 27">
              <a:extLst>
                <a:ext uri="{FF2B5EF4-FFF2-40B4-BE49-F238E27FC236}">
                  <a16:creationId xmlns:a16="http://schemas.microsoft.com/office/drawing/2014/main" id="{D698D091-1203-4A33-86E2-5B46546EB10D}"/>
                </a:ext>
              </a:extLst>
            </p:cNvPr>
            <p:cNvSpPr/>
            <p:nvPr/>
          </p:nvSpPr>
          <p:spPr>
            <a:xfrm>
              <a:off x="1448521" y="1328981"/>
              <a:ext cx="7020657" cy="3361408"/>
            </a:xfrm>
            <a:custGeom>
              <a:avLst/>
              <a:gdLst>
                <a:gd name="connsiteX0" fmla="*/ 3648463 w 7020657"/>
                <a:gd name="connsiteY0" fmla="*/ 3109363 h 3361408"/>
                <a:gd name="connsiteX1" fmla="*/ 3515103 w 7020657"/>
                <a:gd name="connsiteY1" fmla="*/ 3123432 h 3361408"/>
                <a:gd name="connsiteX2" fmla="*/ 3461505 w 7020657"/>
                <a:gd name="connsiteY2" fmla="*/ 3118516 h 3361408"/>
                <a:gd name="connsiteX3" fmla="*/ 3515104 w 7020657"/>
                <a:gd name="connsiteY3" fmla="*/ 3123432 h 3361408"/>
                <a:gd name="connsiteX4" fmla="*/ 6124147 w 7020657"/>
                <a:gd name="connsiteY4" fmla="*/ 3002705 h 3361408"/>
                <a:gd name="connsiteX5" fmla="*/ 6188923 w 7020657"/>
                <a:gd name="connsiteY5" fmla="*/ 3072335 h 3361408"/>
                <a:gd name="connsiteX6" fmla="*/ 6926203 w 7020657"/>
                <a:gd name="connsiteY6" fmla="*/ 3324010 h 3361408"/>
                <a:gd name="connsiteX7" fmla="*/ 7014988 w 7020657"/>
                <a:gd name="connsiteY7" fmla="*/ 3310279 h 3361408"/>
                <a:gd name="connsiteX8" fmla="*/ 7001075 w 7020657"/>
                <a:gd name="connsiteY8" fmla="*/ 3338479 h 3361408"/>
                <a:gd name="connsiteX9" fmla="*/ 6940960 w 7020657"/>
                <a:gd name="connsiteY9" fmla="*/ 3361408 h 3361408"/>
                <a:gd name="connsiteX10" fmla="*/ 6618704 w 7020657"/>
                <a:gd name="connsiteY10" fmla="*/ 3361408 h 3361408"/>
                <a:gd name="connsiteX11" fmla="*/ 6395599 w 7020657"/>
                <a:gd name="connsiteY11" fmla="*/ 3321745 h 3361408"/>
                <a:gd name="connsiteX12" fmla="*/ 6246864 w 7020657"/>
                <a:gd name="connsiteY12" fmla="*/ 3227549 h 3361408"/>
                <a:gd name="connsiteX13" fmla="*/ 6241909 w 7020657"/>
                <a:gd name="connsiteY13" fmla="*/ 3222589 h 3361408"/>
                <a:gd name="connsiteX14" fmla="*/ 6207202 w 7020657"/>
                <a:gd name="connsiteY14" fmla="*/ 3182926 h 3361408"/>
                <a:gd name="connsiteX15" fmla="*/ 6202247 w 7020657"/>
                <a:gd name="connsiteY15" fmla="*/ 3177971 h 3361408"/>
                <a:gd name="connsiteX16" fmla="*/ 6177455 w 7020657"/>
                <a:gd name="connsiteY16" fmla="*/ 3138308 h 3361408"/>
                <a:gd name="connsiteX17" fmla="*/ 6177455 w 7020657"/>
                <a:gd name="connsiteY17" fmla="*/ 3133348 h 3361408"/>
                <a:gd name="connsiteX18" fmla="*/ 6152668 w 7020657"/>
                <a:gd name="connsiteY18" fmla="*/ 3088730 h 3361408"/>
                <a:gd name="connsiteX19" fmla="*/ 6132837 w 7020657"/>
                <a:gd name="connsiteY19" fmla="*/ 3039152 h 3361408"/>
                <a:gd name="connsiteX20" fmla="*/ 2420514 w 7020657"/>
                <a:gd name="connsiteY20" fmla="*/ 2406699 h 3361408"/>
                <a:gd name="connsiteX21" fmla="*/ 2498747 w 7020657"/>
                <a:gd name="connsiteY21" fmla="*/ 2478915 h 3361408"/>
                <a:gd name="connsiteX22" fmla="*/ 2718247 w 7020657"/>
                <a:gd name="connsiteY22" fmla="*/ 2677312 h 3361408"/>
                <a:gd name="connsiteX23" fmla="*/ 2498746 w 7020657"/>
                <a:gd name="connsiteY23" fmla="*/ 2478915 h 3361408"/>
                <a:gd name="connsiteX24" fmla="*/ 6103088 w 7020657"/>
                <a:gd name="connsiteY24" fmla="*/ 2290496 h 3361408"/>
                <a:gd name="connsiteX25" fmla="*/ 6103091 w 7020657"/>
                <a:gd name="connsiteY25" fmla="*/ 2290517 h 3361408"/>
                <a:gd name="connsiteX26" fmla="*/ 6103091 w 7020657"/>
                <a:gd name="connsiteY26" fmla="*/ 2840839 h 3361408"/>
                <a:gd name="connsiteX27" fmla="*/ 6108825 w 7020657"/>
                <a:gd name="connsiteY27" fmla="*/ 2921614 h 3361408"/>
                <a:gd name="connsiteX28" fmla="*/ 6103090 w 7020657"/>
                <a:gd name="connsiteY28" fmla="*/ 2840839 h 3361408"/>
                <a:gd name="connsiteX29" fmla="*/ 6103090 w 7020657"/>
                <a:gd name="connsiteY29" fmla="*/ 2290517 h 3361408"/>
                <a:gd name="connsiteX30" fmla="*/ 6077936 w 7020657"/>
                <a:gd name="connsiteY30" fmla="*/ 2122601 h 3361408"/>
                <a:gd name="connsiteX31" fmla="*/ 6084265 w 7020657"/>
                <a:gd name="connsiteY31" fmla="*/ 2137048 h 3361408"/>
                <a:gd name="connsiteX32" fmla="*/ 6086340 w 7020657"/>
                <a:gd name="connsiteY32" fmla="*/ 2153961 h 3361408"/>
                <a:gd name="connsiteX33" fmla="*/ 5051393 w 7020657"/>
                <a:gd name="connsiteY33" fmla="*/ 2021321 h 3361408"/>
                <a:gd name="connsiteX34" fmla="*/ 5027239 w 7020657"/>
                <a:gd name="connsiteY34" fmla="*/ 2037670 h 3361408"/>
                <a:gd name="connsiteX35" fmla="*/ 4906392 w 7020657"/>
                <a:gd name="connsiteY35" fmla="*/ 2135586 h 3361408"/>
                <a:gd name="connsiteX36" fmla="*/ 4877518 w 7020657"/>
                <a:gd name="connsiteY36" fmla="*/ 2161557 h 3361408"/>
                <a:gd name="connsiteX37" fmla="*/ 4906392 w 7020657"/>
                <a:gd name="connsiteY37" fmla="*/ 2135586 h 3361408"/>
                <a:gd name="connsiteX38" fmla="*/ 5027239 w 7020657"/>
                <a:gd name="connsiteY38" fmla="*/ 2037670 h 3361408"/>
                <a:gd name="connsiteX39" fmla="*/ 1696129 w 7020657"/>
                <a:gd name="connsiteY39" fmla="*/ 1848090 h 3361408"/>
                <a:gd name="connsiteX40" fmla="*/ 1710455 w 7020657"/>
                <a:gd name="connsiteY40" fmla="*/ 1854229 h 3361408"/>
                <a:gd name="connsiteX41" fmla="*/ 1755072 w 7020657"/>
                <a:gd name="connsiteY41" fmla="*/ 1879020 h 3361408"/>
                <a:gd name="connsiteX42" fmla="*/ 1998008 w 7020657"/>
                <a:gd name="connsiteY42" fmla="*/ 2032710 h 3361408"/>
                <a:gd name="connsiteX43" fmla="*/ 2260771 w 7020657"/>
                <a:gd name="connsiteY43" fmla="*/ 2260770 h 3361408"/>
                <a:gd name="connsiteX44" fmla="*/ 2265731 w 7020657"/>
                <a:gd name="connsiteY44" fmla="*/ 2265730 h 3361408"/>
                <a:gd name="connsiteX45" fmla="*/ 2290250 w 7020657"/>
                <a:gd name="connsiteY45" fmla="*/ 2287183 h 3361408"/>
                <a:gd name="connsiteX46" fmla="*/ 2265731 w 7020657"/>
                <a:gd name="connsiteY46" fmla="*/ 2265731 h 3361408"/>
                <a:gd name="connsiteX47" fmla="*/ 2260770 w 7020657"/>
                <a:gd name="connsiteY47" fmla="*/ 2260770 h 3361408"/>
                <a:gd name="connsiteX48" fmla="*/ 1998008 w 7020657"/>
                <a:gd name="connsiteY48" fmla="*/ 2032710 h 3361408"/>
                <a:gd name="connsiteX49" fmla="*/ 1755072 w 7020657"/>
                <a:gd name="connsiteY49" fmla="*/ 1879020 h 3361408"/>
                <a:gd name="connsiteX50" fmla="*/ 1710454 w 7020657"/>
                <a:gd name="connsiteY50" fmla="*/ 1854228 h 3361408"/>
                <a:gd name="connsiteX51" fmla="*/ 1636233 w 7020657"/>
                <a:gd name="connsiteY51" fmla="*/ 1215543 h 3361408"/>
                <a:gd name="connsiteX52" fmla="*/ 1826029 w 7020657"/>
                <a:gd name="connsiteY52" fmla="*/ 1323060 h 3361408"/>
                <a:gd name="connsiteX53" fmla="*/ 1826767 w 7020657"/>
                <a:gd name="connsiteY53" fmla="*/ 1325120 h 3361408"/>
                <a:gd name="connsiteX54" fmla="*/ 1809078 w 7020657"/>
                <a:gd name="connsiteY54" fmla="*/ 1558251 h 3361408"/>
                <a:gd name="connsiteX55" fmla="*/ 1805031 w 7020657"/>
                <a:gd name="connsiteY55" fmla="*/ 1563190 h 3361408"/>
                <a:gd name="connsiteX56" fmla="*/ 1670800 w 7020657"/>
                <a:gd name="connsiteY56" fmla="*/ 1772929 h 3361408"/>
                <a:gd name="connsiteX57" fmla="*/ 1649589 w 7020657"/>
                <a:gd name="connsiteY57" fmla="*/ 1831521 h 3361408"/>
                <a:gd name="connsiteX58" fmla="*/ 1671500 w 7020657"/>
                <a:gd name="connsiteY58" fmla="*/ 1838085 h 3361408"/>
                <a:gd name="connsiteX59" fmla="*/ 1541265 w 7020657"/>
                <a:gd name="connsiteY59" fmla="*/ 1799073 h 3361408"/>
                <a:gd name="connsiteX60" fmla="*/ 1403068 w 7020657"/>
                <a:gd name="connsiteY60" fmla="*/ 1784819 h 3361408"/>
                <a:gd name="connsiteX61" fmla="*/ 1056020 w 7020657"/>
                <a:gd name="connsiteY61" fmla="*/ 1923638 h 3361408"/>
                <a:gd name="connsiteX62" fmla="*/ 997456 w 7020657"/>
                <a:gd name="connsiteY62" fmla="*/ 1998936 h 3361408"/>
                <a:gd name="connsiteX63" fmla="*/ 983451 w 7020657"/>
                <a:gd name="connsiteY63" fmla="*/ 2027256 h 3361408"/>
                <a:gd name="connsiteX64" fmla="*/ 984565 w 7020657"/>
                <a:gd name="connsiteY64" fmla="*/ 2016380 h 3361408"/>
                <a:gd name="connsiteX65" fmla="*/ 984488 w 7020657"/>
                <a:gd name="connsiteY65" fmla="*/ 2012918 h 3361408"/>
                <a:gd name="connsiteX66" fmla="*/ 984291 w 7020657"/>
                <a:gd name="connsiteY66" fmla="*/ 1957162 h 3361408"/>
                <a:gd name="connsiteX67" fmla="*/ 984216 w 7020657"/>
                <a:gd name="connsiteY67" fmla="*/ 1953700 h 3361408"/>
                <a:gd name="connsiteX68" fmla="*/ 982570 w 7020657"/>
                <a:gd name="connsiteY68" fmla="*/ 1926376 h 3361408"/>
                <a:gd name="connsiteX69" fmla="*/ 982201 w 7020657"/>
                <a:gd name="connsiteY69" fmla="*/ 1925345 h 3361408"/>
                <a:gd name="connsiteX70" fmla="*/ 979525 w 7020657"/>
                <a:gd name="connsiteY70" fmla="*/ 1898390 h 3361408"/>
                <a:gd name="connsiteX71" fmla="*/ 978710 w 7020657"/>
                <a:gd name="connsiteY71" fmla="*/ 1892867 h 3361408"/>
                <a:gd name="connsiteX72" fmla="*/ 975450 w 7020657"/>
                <a:gd name="connsiteY72" fmla="*/ 1870775 h 3361408"/>
                <a:gd name="connsiteX73" fmla="*/ 974635 w 7020657"/>
                <a:gd name="connsiteY73" fmla="*/ 1865251 h 3361408"/>
                <a:gd name="connsiteX74" fmla="*/ 969235 w 7020657"/>
                <a:gd name="connsiteY74" fmla="*/ 1840435 h 3361408"/>
                <a:gd name="connsiteX75" fmla="*/ 967314 w 7020657"/>
                <a:gd name="connsiteY75" fmla="*/ 1831819 h 3361408"/>
                <a:gd name="connsiteX76" fmla="*/ 962437 w 7020657"/>
                <a:gd name="connsiteY76" fmla="*/ 1814955 h 3361408"/>
                <a:gd name="connsiteX77" fmla="*/ 960145 w 7020657"/>
                <a:gd name="connsiteY77" fmla="*/ 1805309 h 3361408"/>
                <a:gd name="connsiteX78" fmla="*/ 953422 w 7020657"/>
                <a:gd name="connsiteY78" fmla="*/ 1783293 h 3361408"/>
                <a:gd name="connsiteX79" fmla="*/ 949362 w 7020657"/>
                <a:gd name="connsiteY79" fmla="*/ 1771955 h 3361408"/>
                <a:gd name="connsiteX80" fmla="*/ 944931 w 7020657"/>
                <a:gd name="connsiteY80" fmla="*/ 1759584 h 3361408"/>
                <a:gd name="connsiteX81" fmla="*/ 940500 w 7020657"/>
                <a:gd name="connsiteY81" fmla="*/ 1747214 h 3361408"/>
                <a:gd name="connsiteX82" fmla="*/ 932455 w 7020657"/>
                <a:gd name="connsiteY82" fmla="*/ 1727998 h 3361408"/>
                <a:gd name="connsiteX83" fmla="*/ 926626 w 7020657"/>
                <a:gd name="connsiteY83" fmla="*/ 1714967 h 3361408"/>
                <a:gd name="connsiteX84" fmla="*/ 921533 w 7020657"/>
                <a:gd name="connsiteY84" fmla="*/ 1703997 h 3361408"/>
                <a:gd name="connsiteX85" fmla="*/ 914673 w 7020657"/>
                <a:gd name="connsiteY85" fmla="*/ 1691335 h 3361408"/>
                <a:gd name="connsiteX86" fmla="*/ 907442 w 7020657"/>
                <a:gd name="connsiteY86" fmla="*/ 1677641 h 3361408"/>
                <a:gd name="connsiteX87" fmla="*/ 898073 w 7020657"/>
                <a:gd name="connsiteY87" fmla="*/ 1661225 h 3361408"/>
                <a:gd name="connsiteX88" fmla="*/ 894458 w 7020657"/>
                <a:gd name="connsiteY88" fmla="*/ 1654378 h 3361408"/>
                <a:gd name="connsiteX89" fmla="*/ 892319 w 7020657"/>
                <a:gd name="connsiteY89" fmla="*/ 1651655 h 3361408"/>
                <a:gd name="connsiteX90" fmla="*/ 879043 w 7020657"/>
                <a:gd name="connsiteY90" fmla="*/ 1630823 h 3361408"/>
                <a:gd name="connsiteX91" fmla="*/ 874396 w 7020657"/>
                <a:gd name="connsiteY91" fmla="*/ 1624347 h 3361408"/>
                <a:gd name="connsiteX92" fmla="*/ 859059 w 7020657"/>
                <a:gd name="connsiteY92" fmla="*/ 1604251 h 3361408"/>
                <a:gd name="connsiteX93" fmla="*/ 854413 w 7020657"/>
                <a:gd name="connsiteY93" fmla="*/ 1597775 h 3361408"/>
                <a:gd name="connsiteX94" fmla="*/ 838044 w 7020657"/>
                <a:gd name="connsiteY94" fmla="*/ 1578050 h 3361408"/>
                <a:gd name="connsiteX95" fmla="*/ 833767 w 7020657"/>
                <a:gd name="connsiteY95" fmla="*/ 1572603 h 3361408"/>
                <a:gd name="connsiteX96" fmla="*/ 813199 w 7020657"/>
                <a:gd name="connsiteY96" fmla="*/ 1550894 h 3361408"/>
                <a:gd name="connsiteX97" fmla="*/ 811430 w 7020657"/>
                <a:gd name="connsiteY97" fmla="*/ 1549201 h 3361408"/>
                <a:gd name="connsiteX98" fmla="*/ 803614 w 7020657"/>
                <a:gd name="connsiteY98" fmla="*/ 1540370 h 3361408"/>
                <a:gd name="connsiteX99" fmla="*/ 781945 w 7020657"/>
                <a:gd name="connsiteY99" fmla="*/ 1359717 h 3361408"/>
                <a:gd name="connsiteX100" fmla="*/ 783269 w 7020657"/>
                <a:gd name="connsiteY100" fmla="*/ 1356917 h 3361408"/>
                <a:gd name="connsiteX101" fmla="*/ 1040514 w 7020657"/>
                <a:gd name="connsiteY101" fmla="*/ 1243849 h 3361408"/>
                <a:gd name="connsiteX102" fmla="*/ 1046776 w 7020657"/>
                <a:gd name="connsiteY102" fmla="*/ 1245095 h 3361408"/>
                <a:gd name="connsiteX103" fmla="*/ 1050606 w 7020657"/>
                <a:gd name="connsiteY103" fmla="*/ 1246050 h 3361408"/>
                <a:gd name="connsiteX104" fmla="*/ 1079853 w 7020657"/>
                <a:gd name="connsiteY104" fmla="*/ 1253020 h 3361408"/>
                <a:gd name="connsiteX105" fmla="*/ 1086115 w 7020657"/>
                <a:gd name="connsiteY105" fmla="*/ 1254268 h 3361408"/>
                <a:gd name="connsiteX106" fmla="*/ 1119855 w 7020657"/>
                <a:gd name="connsiteY106" fmla="*/ 1260792 h 3361408"/>
                <a:gd name="connsiteX107" fmla="*/ 1127147 w 7020657"/>
                <a:gd name="connsiteY107" fmla="*/ 1261669 h 3361408"/>
                <a:gd name="connsiteX108" fmla="*/ 1155286 w 7020657"/>
                <a:gd name="connsiteY108" fmla="*/ 1265548 h 3361408"/>
                <a:gd name="connsiteX109" fmla="*/ 1162578 w 7020657"/>
                <a:gd name="connsiteY109" fmla="*/ 1266425 h 3361408"/>
                <a:gd name="connsiteX110" fmla="*/ 1255534 w 7020657"/>
                <a:gd name="connsiteY110" fmla="*/ 1272676 h 3361408"/>
                <a:gd name="connsiteX111" fmla="*/ 1271813 w 7020657"/>
                <a:gd name="connsiteY111" fmla="*/ 1272661 h 3361408"/>
                <a:gd name="connsiteX112" fmla="*/ 1272844 w 7020657"/>
                <a:gd name="connsiteY112" fmla="*/ 1272292 h 3361408"/>
                <a:gd name="connsiteX113" fmla="*/ 1555856 w 7020657"/>
                <a:gd name="connsiteY113" fmla="*/ 1227921 h 3361408"/>
                <a:gd name="connsiteX114" fmla="*/ 1562039 w 7020657"/>
                <a:gd name="connsiteY114" fmla="*/ 1225705 h 3361408"/>
                <a:gd name="connsiteX115" fmla="*/ 1636233 w 7020657"/>
                <a:gd name="connsiteY115" fmla="*/ 1215543 h 3361408"/>
                <a:gd name="connsiteX116" fmla="*/ 1247143 w 7020657"/>
                <a:gd name="connsiteY116" fmla="*/ 176445 h 3361408"/>
                <a:gd name="connsiteX117" fmla="*/ 1308867 w 7020657"/>
                <a:gd name="connsiteY117" fmla="*/ 228060 h 3361408"/>
                <a:gd name="connsiteX118" fmla="*/ 1308867 w 7020657"/>
                <a:gd name="connsiteY118" fmla="*/ 228061 h 3361408"/>
                <a:gd name="connsiteX119" fmla="*/ 5961847 w 7020657"/>
                <a:gd name="connsiteY119" fmla="*/ 21044 h 3361408"/>
                <a:gd name="connsiteX120" fmla="*/ 5954357 w 7020657"/>
                <a:gd name="connsiteY120" fmla="*/ 24792 h 3361408"/>
                <a:gd name="connsiteX121" fmla="*/ 5920889 w 7020657"/>
                <a:gd name="connsiteY121" fmla="*/ 49580 h 3361408"/>
                <a:gd name="connsiteX122" fmla="*/ 5887672 w 7020657"/>
                <a:gd name="connsiteY122" fmla="*/ 81788 h 3361408"/>
                <a:gd name="connsiteX123" fmla="*/ 5920889 w 7020657"/>
                <a:gd name="connsiteY123" fmla="*/ 49580 h 3361408"/>
                <a:gd name="connsiteX124" fmla="*/ 5954355 w 7020657"/>
                <a:gd name="connsiteY124" fmla="*/ 24792 h 3361408"/>
                <a:gd name="connsiteX125" fmla="*/ 6038636 w 7020657"/>
                <a:gd name="connsiteY125" fmla="*/ 4960 h 3361408"/>
                <a:gd name="connsiteX126" fmla="*/ 6509632 w 7020657"/>
                <a:gd name="connsiteY126" fmla="*/ 4960 h 3361408"/>
                <a:gd name="connsiteX127" fmla="*/ 6539379 w 7020657"/>
                <a:gd name="connsiteY127" fmla="*/ 4960 h 3361408"/>
                <a:gd name="connsiteX128" fmla="*/ 6569126 w 7020657"/>
                <a:gd name="connsiteY128" fmla="*/ 4960 h 3361408"/>
                <a:gd name="connsiteX129" fmla="*/ 6608789 w 7020657"/>
                <a:gd name="connsiteY129" fmla="*/ 9916 h 3361408"/>
                <a:gd name="connsiteX130" fmla="*/ 6623659 w 7020657"/>
                <a:gd name="connsiteY130" fmla="*/ 9916 h 3361408"/>
                <a:gd name="connsiteX131" fmla="*/ 6668282 w 7020657"/>
                <a:gd name="connsiteY131" fmla="*/ 19831 h 3361408"/>
                <a:gd name="connsiteX132" fmla="*/ 6673238 w 7020657"/>
                <a:gd name="connsiteY132" fmla="*/ 19831 h 3361408"/>
                <a:gd name="connsiteX133" fmla="*/ 6722816 w 7020657"/>
                <a:gd name="connsiteY133" fmla="*/ 34707 h 3361408"/>
                <a:gd name="connsiteX134" fmla="*/ 6886427 w 7020657"/>
                <a:gd name="connsiteY134" fmla="*/ 133864 h 3361408"/>
                <a:gd name="connsiteX135" fmla="*/ 6891382 w 7020657"/>
                <a:gd name="connsiteY135" fmla="*/ 138819 h 3361408"/>
                <a:gd name="connsiteX136" fmla="*/ 7020285 w 7020657"/>
                <a:gd name="connsiteY136" fmla="*/ 520575 h 3361408"/>
                <a:gd name="connsiteX137" fmla="*/ 7020285 w 7020657"/>
                <a:gd name="connsiteY137" fmla="*/ 1298951 h 3361408"/>
                <a:gd name="connsiteX138" fmla="*/ 7020285 w 7020657"/>
                <a:gd name="connsiteY138" fmla="*/ 1484144 h 3361408"/>
                <a:gd name="connsiteX139" fmla="*/ 7004863 w 7020657"/>
                <a:gd name="connsiteY139" fmla="*/ 1480480 h 3361408"/>
                <a:gd name="connsiteX140" fmla="*/ 6831667 w 7020657"/>
                <a:gd name="connsiteY140" fmla="*/ 1464430 h 3361408"/>
                <a:gd name="connsiteX141" fmla="*/ 6736505 w 7020657"/>
                <a:gd name="connsiteY141" fmla="*/ 1469431 h 3361408"/>
                <a:gd name="connsiteX142" fmla="*/ 6006963 w 7020657"/>
                <a:gd name="connsiteY142" fmla="*/ 1962167 h 3361408"/>
                <a:gd name="connsiteX143" fmla="*/ 6001579 w 7020657"/>
                <a:gd name="connsiteY143" fmla="*/ 1974765 h 3361408"/>
                <a:gd name="connsiteX144" fmla="*/ 6016471 w 7020657"/>
                <a:gd name="connsiteY144" fmla="*/ 1993735 h 3361408"/>
                <a:gd name="connsiteX145" fmla="*/ 5969226 w 7020657"/>
                <a:gd name="connsiteY145" fmla="*/ 1933553 h 3361408"/>
                <a:gd name="connsiteX146" fmla="*/ 5622178 w 7020657"/>
                <a:gd name="connsiteY146" fmla="*/ 1794734 h 3361408"/>
                <a:gd name="connsiteX147" fmla="*/ 5314793 w 7020657"/>
                <a:gd name="connsiteY147" fmla="*/ 1864144 h 3361408"/>
                <a:gd name="connsiteX148" fmla="*/ 5194518 w 7020657"/>
                <a:gd name="connsiteY148" fmla="*/ 1928122 h 3361408"/>
                <a:gd name="connsiteX149" fmla="*/ 5200293 w 7020657"/>
                <a:gd name="connsiteY149" fmla="*/ 1925050 h 3361408"/>
                <a:gd name="connsiteX150" fmla="*/ 5166606 w 7020657"/>
                <a:gd name="connsiteY150" fmla="*/ 1885296 h 3361408"/>
                <a:gd name="connsiteX151" fmla="*/ 5042817 w 7020657"/>
                <a:gd name="connsiteY151" fmla="*/ 1777127 h 3361408"/>
                <a:gd name="connsiteX152" fmla="*/ 5039651 w 7020657"/>
                <a:gd name="connsiteY152" fmla="*/ 1774773 h 3361408"/>
                <a:gd name="connsiteX153" fmla="*/ 4982679 w 7020657"/>
                <a:gd name="connsiteY153" fmla="*/ 1735862 h 3361408"/>
                <a:gd name="connsiteX154" fmla="*/ 4974941 w 7020657"/>
                <a:gd name="connsiteY154" fmla="*/ 1730492 h 3361408"/>
                <a:gd name="connsiteX155" fmla="*/ 4958433 w 7020657"/>
                <a:gd name="connsiteY155" fmla="*/ 1720121 h 3361408"/>
                <a:gd name="connsiteX156" fmla="*/ 4948263 w 7020657"/>
                <a:gd name="connsiteY156" fmla="*/ 1714459 h 3361408"/>
                <a:gd name="connsiteX157" fmla="*/ 4932125 w 7020657"/>
                <a:gd name="connsiteY157" fmla="*/ 1705119 h 3361408"/>
                <a:gd name="connsiteX158" fmla="*/ 4926155 w 7020657"/>
                <a:gd name="connsiteY158" fmla="*/ 1701442 h 3361408"/>
                <a:gd name="connsiteX159" fmla="*/ 4890049 w 7020657"/>
                <a:gd name="connsiteY159" fmla="*/ 1681810 h 3361408"/>
                <a:gd name="connsiteX160" fmla="*/ 4883049 w 7020657"/>
                <a:gd name="connsiteY160" fmla="*/ 1678501 h 3361408"/>
                <a:gd name="connsiteX161" fmla="*/ 4863447 w 7020657"/>
                <a:gd name="connsiteY161" fmla="*/ 1669238 h 3361408"/>
                <a:gd name="connsiteX162" fmla="*/ 4857847 w 7020657"/>
                <a:gd name="connsiteY162" fmla="*/ 1666592 h 3361408"/>
                <a:gd name="connsiteX163" fmla="*/ 4335698 w 7020657"/>
                <a:gd name="connsiteY163" fmla="*/ 1562839 h 3361408"/>
                <a:gd name="connsiteX164" fmla="*/ 4327744 w 7020657"/>
                <a:gd name="connsiteY164" fmla="*/ 1563362 h 3361408"/>
                <a:gd name="connsiteX165" fmla="*/ 4309773 w 7020657"/>
                <a:gd name="connsiteY165" fmla="*/ 1565145 h 3361408"/>
                <a:gd name="connsiteX166" fmla="*/ 4287311 w 7020657"/>
                <a:gd name="connsiteY166" fmla="*/ 1567376 h 3361408"/>
                <a:gd name="connsiteX167" fmla="*/ 4280387 w 7020657"/>
                <a:gd name="connsiteY167" fmla="*/ 1567529 h 3361408"/>
                <a:gd name="connsiteX168" fmla="*/ 4278326 w 7020657"/>
                <a:gd name="connsiteY168" fmla="*/ 1568267 h 3361408"/>
                <a:gd name="connsiteX169" fmla="*/ 4254834 w 7020657"/>
                <a:gd name="connsiteY169" fmla="*/ 1570865 h 3361408"/>
                <a:gd name="connsiteX170" fmla="*/ 4252403 w 7020657"/>
                <a:gd name="connsiteY170" fmla="*/ 1570573 h 3361408"/>
                <a:gd name="connsiteX171" fmla="*/ 4117566 w 7020657"/>
                <a:gd name="connsiteY171" fmla="*/ 1596768 h 3361408"/>
                <a:gd name="connsiteX172" fmla="*/ 3624044 w 7020657"/>
                <a:gd name="connsiteY172" fmla="*/ 1878199 h 3361408"/>
                <a:gd name="connsiteX173" fmla="*/ 3621321 w 7020657"/>
                <a:gd name="connsiteY173" fmla="*/ 1880337 h 3361408"/>
                <a:gd name="connsiteX174" fmla="*/ 3608442 w 7020657"/>
                <a:gd name="connsiteY174" fmla="*/ 1893092 h 3361408"/>
                <a:gd name="connsiteX175" fmla="*/ 3601673 w 7020657"/>
                <a:gd name="connsiteY175" fmla="*/ 1900168 h 3361408"/>
                <a:gd name="connsiteX176" fmla="*/ 3593210 w 7020657"/>
                <a:gd name="connsiteY176" fmla="*/ 1909013 h 3361408"/>
                <a:gd name="connsiteX177" fmla="*/ 3582394 w 7020657"/>
                <a:gd name="connsiteY177" fmla="*/ 1921029 h 3361408"/>
                <a:gd name="connsiteX178" fmla="*/ 3578347 w 7020657"/>
                <a:gd name="connsiteY178" fmla="*/ 1925967 h 3361408"/>
                <a:gd name="connsiteX179" fmla="*/ 3336286 w 7020657"/>
                <a:gd name="connsiteY179" fmla="*/ 2380185 h 3361408"/>
                <a:gd name="connsiteX180" fmla="*/ 3305522 w 7020657"/>
                <a:gd name="connsiteY180" fmla="*/ 2570313 h 3361408"/>
                <a:gd name="connsiteX181" fmla="*/ 3305890 w 7020657"/>
                <a:gd name="connsiteY181" fmla="*/ 2571345 h 3361408"/>
                <a:gd name="connsiteX182" fmla="*/ 3303782 w 7020657"/>
                <a:gd name="connsiteY182" fmla="*/ 2601175 h 3361408"/>
                <a:gd name="connsiteX183" fmla="*/ 3303058 w 7020657"/>
                <a:gd name="connsiteY183" fmla="*/ 2615392 h 3361408"/>
                <a:gd name="connsiteX184" fmla="*/ 3302335 w 7020657"/>
                <a:gd name="connsiteY184" fmla="*/ 2629607 h 3361408"/>
                <a:gd name="connsiteX185" fmla="*/ 3368708 w 7020657"/>
                <a:gd name="connsiteY185" fmla="*/ 3024533 h 3361408"/>
                <a:gd name="connsiteX186" fmla="*/ 3408019 w 7020657"/>
                <a:gd name="connsiteY186" fmla="*/ 3113609 h 3361408"/>
                <a:gd name="connsiteX187" fmla="*/ 3380001 w 7020657"/>
                <a:gd name="connsiteY187" fmla="*/ 3111039 h 3361408"/>
                <a:gd name="connsiteX188" fmla="*/ 3252336 w 7020657"/>
                <a:gd name="connsiteY188" fmla="*/ 3068899 h 3361408"/>
                <a:gd name="connsiteX189" fmla="*/ 3128393 w 7020657"/>
                <a:gd name="connsiteY189" fmla="*/ 3004444 h 3361408"/>
                <a:gd name="connsiteX190" fmla="*/ 3004444 w 7020657"/>
                <a:gd name="connsiteY190" fmla="*/ 2920164 h 3361408"/>
                <a:gd name="connsiteX191" fmla="*/ 2763870 w 7020657"/>
                <a:gd name="connsiteY191" fmla="*/ 2718081 h 3361408"/>
                <a:gd name="connsiteX192" fmla="*/ 2790573 w 7020657"/>
                <a:gd name="connsiteY192" fmla="*/ 2740511 h 3361408"/>
                <a:gd name="connsiteX193" fmla="*/ 2800406 w 7020657"/>
                <a:gd name="connsiteY193" fmla="*/ 2734939 h 3361408"/>
                <a:gd name="connsiteX194" fmla="*/ 3036975 w 7020657"/>
                <a:gd name="connsiteY194" fmla="*/ 1658132 h 3361408"/>
                <a:gd name="connsiteX195" fmla="*/ 2839289 w 7020657"/>
                <a:gd name="connsiteY195" fmla="*/ 1447641 h 3361408"/>
                <a:gd name="connsiteX196" fmla="*/ 2765608 w 7020657"/>
                <a:gd name="connsiteY196" fmla="*/ 1400741 h 3361408"/>
                <a:gd name="connsiteX197" fmla="*/ 2721850 w 7020657"/>
                <a:gd name="connsiteY197" fmla="*/ 1383238 h 3361408"/>
                <a:gd name="connsiteX198" fmla="*/ 2655794 w 7020657"/>
                <a:gd name="connsiteY198" fmla="*/ 1350209 h 3361408"/>
                <a:gd name="connsiteX199" fmla="*/ 2587751 w 7020657"/>
                <a:gd name="connsiteY199" fmla="*/ 1327216 h 3361408"/>
                <a:gd name="connsiteX200" fmla="*/ 2403895 w 7020657"/>
                <a:gd name="connsiteY200" fmla="*/ 1299857 h 3361408"/>
                <a:gd name="connsiteX201" fmla="*/ 2156300 w 7020657"/>
                <a:gd name="connsiteY201" fmla="*/ 1332707 h 3361408"/>
                <a:gd name="connsiteX202" fmla="*/ 2150115 w 7020657"/>
                <a:gd name="connsiteY202" fmla="*/ 1334923 h 3361408"/>
                <a:gd name="connsiteX203" fmla="*/ 1931143 w 7020657"/>
                <a:gd name="connsiteY203" fmla="*/ 1252847 h 3361408"/>
                <a:gd name="connsiteX204" fmla="*/ 1930406 w 7020657"/>
                <a:gd name="connsiteY204" fmla="*/ 1250786 h 3361408"/>
                <a:gd name="connsiteX205" fmla="*/ 1953280 w 7020657"/>
                <a:gd name="connsiteY205" fmla="*/ 970439 h 3361408"/>
                <a:gd name="connsiteX206" fmla="*/ 1957326 w 7020657"/>
                <a:gd name="connsiteY206" fmla="*/ 965501 h 3361408"/>
                <a:gd name="connsiteX207" fmla="*/ 1964098 w 7020657"/>
                <a:gd name="connsiteY207" fmla="*/ 958425 h 3361408"/>
                <a:gd name="connsiteX208" fmla="*/ 1973220 w 7020657"/>
                <a:gd name="connsiteY208" fmla="*/ 948177 h 3361408"/>
                <a:gd name="connsiteX209" fmla="*/ 2020133 w 7020657"/>
                <a:gd name="connsiteY209" fmla="*/ 889810 h 3361408"/>
                <a:gd name="connsiteX210" fmla="*/ 2092204 w 7020657"/>
                <a:gd name="connsiteY210" fmla="*/ 956864 h 3361408"/>
                <a:gd name="connsiteX211" fmla="*/ 2136827 w 7020657"/>
                <a:gd name="connsiteY211" fmla="*/ 996526 h 3361408"/>
                <a:gd name="connsiteX212" fmla="*/ 2201276 w 7020657"/>
                <a:gd name="connsiteY212" fmla="*/ 1051060 h 3361408"/>
                <a:gd name="connsiteX213" fmla="*/ 2206236 w 7020657"/>
                <a:gd name="connsiteY213" fmla="*/ 1056020 h 3361408"/>
                <a:gd name="connsiteX214" fmla="*/ 2270686 w 7020657"/>
                <a:gd name="connsiteY214" fmla="*/ 1105599 h 3361408"/>
                <a:gd name="connsiteX215" fmla="*/ 2280601 w 7020657"/>
                <a:gd name="connsiteY215" fmla="*/ 1110554 h 3361408"/>
                <a:gd name="connsiteX216" fmla="*/ 2340096 w 7020657"/>
                <a:gd name="connsiteY216" fmla="*/ 1155177 h 3361408"/>
                <a:gd name="connsiteX217" fmla="*/ 2354971 w 7020657"/>
                <a:gd name="connsiteY217" fmla="*/ 1165093 h 3361408"/>
                <a:gd name="connsiteX218" fmla="*/ 2414466 w 7020657"/>
                <a:gd name="connsiteY218" fmla="*/ 1204755 h 3361408"/>
                <a:gd name="connsiteX219" fmla="*/ 2434297 w 7020657"/>
                <a:gd name="connsiteY219" fmla="*/ 1219626 h 3361408"/>
                <a:gd name="connsiteX220" fmla="*/ 2488830 w 7020657"/>
                <a:gd name="connsiteY220" fmla="*/ 1254334 h 3361408"/>
                <a:gd name="connsiteX221" fmla="*/ 2518577 w 7020657"/>
                <a:gd name="connsiteY221" fmla="*/ 1274165 h 3361408"/>
                <a:gd name="connsiteX222" fmla="*/ 2563200 w 7020657"/>
                <a:gd name="connsiteY222" fmla="*/ 1298951 h 3361408"/>
                <a:gd name="connsiteX223" fmla="*/ 2607818 w 7020657"/>
                <a:gd name="connsiteY223" fmla="*/ 1323743 h 3361408"/>
                <a:gd name="connsiteX224" fmla="*/ 2642525 w 7020657"/>
                <a:gd name="connsiteY224" fmla="*/ 1343574 h 3361408"/>
                <a:gd name="connsiteX225" fmla="*/ 2721851 w 7020657"/>
                <a:gd name="connsiteY225" fmla="*/ 1383237 h 3361408"/>
                <a:gd name="connsiteX226" fmla="*/ 2796216 w 7020657"/>
                <a:gd name="connsiteY226" fmla="*/ 1412984 h 3361408"/>
                <a:gd name="connsiteX227" fmla="*/ 2825962 w 7020657"/>
                <a:gd name="connsiteY227" fmla="*/ 1427855 h 3361408"/>
                <a:gd name="connsiteX228" fmla="*/ 2865625 w 7020657"/>
                <a:gd name="connsiteY228" fmla="*/ 1442731 h 3361408"/>
                <a:gd name="connsiteX229" fmla="*/ 2969742 w 7020657"/>
                <a:gd name="connsiteY229" fmla="*/ 1477433 h 3361408"/>
                <a:gd name="connsiteX230" fmla="*/ 3515103 w 7020657"/>
                <a:gd name="connsiteY230" fmla="*/ 1546843 h 3361408"/>
                <a:gd name="connsiteX231" fmla="*/ 4268693 w 7020657"/>
                <a:gd name="connsiteY231" fmla="*/ 1403068 h 3361408"/>
                <a:gd name="connsiteX232" fmla="*/ 4273649 w 7020657"/>
                <a:gd name="connsiteY232" fmla="*/ 1403068 h 3361408"/>
                <a:gd name="connsiteX233" fmla="*/ 4308356 w 7020657"/>
                <a:gd name="connsiteY233" fmla="*/ 1388192 h 3361408"/>
                <a:gd name="connsiteX234" fmla="*/ 4937998 w 7020657"/>
                <a:gd name="connsiteY234" fmla="*/ 956864 h 3361408"/>
                <a:gd name="connsiteX235" fmla="*/ 5498235 w 7020657"/>
                <a:gd name="connsiteY235" fmla="*/ 446205 h 3361408"/>
                <a:gd name="connsiteX236" fmla="*/ 5786844 w 7020657"/>
                <a:gd name="connsiteY236" fmla="*/ 176334 h 3361408"/>
                <a:gd name="connsiteX237" fmla="*/ 5498235 w 7020657"/>
                <a:gd name="connsiteY237" fmla="*/ 446205 h 3361408"/>
                <a:gd name="connsiteX238" fmla="*/ 4937999 w 7020657"/>
                <a:gd name="connsiteY238" fmla="*/ 956863 h 3361408"/>
                <a:gd name="connsiteX239" fmla="*/ 4871692 w 7020657"/>
                <a:gd name="connsiteY239" fmla="*/ 1013965 h 3361408"/>
                <a:gd name="connsiteX240" fmla="*/ 4897681 w 7020657"/>
                <a:gd name="connsiteY240" fmla="*/ 1073129 h 3361408"/>
                <a:gd name="connsiteX241" fmla="*/ 4903805 w 7020657"/>
                <a:gd name="connsiteY241" fmla="*/ 1083729 h 3361408"/>
                <a:gd name="connsiteX242" fmla="*/ 4905940 w 7020657"/>
                <a:gd name="connsiteY242" fmla="*/ 1086453 h 3361408"/>
                <a:gd name="connsiteX243" fmla="*/ 4927555 w 7020657"/>
                <a:gd name="connsiteY243" fmla="*/ 1124070 h 3361408"/>
                <a:gd name="connsiteX244" fmla="*/ 4929693 w 7020657"/>
                <a:gd name="connsiteY244" fmla="*/ 1126793 h 3361408"/>
                <a:gd name="connsiteX245" fmla="*/ 4950495 w 7020657"/>
                <a:gd name="connsiteY245" fmla="*/ 1158888 h 3361408"/>
                <a:gd name="connsiteX246" fmla="*/ 4955139 w 7020657"/>
                <a:gd name="connsiteY246" fmla="*/ 1165365 h 3361408"/>
                <a:gd name="connsiteX247" fmla="*/ 4977999 w 7020657"/>
                <a:gd name="connsiteY247" fmla="*/ 1196721 h 3361408"/>
                <a:gd name="connsiteX248" fmla="*/ 4982644 w 7020657"/>
                <a:gd name="connsiteY248" fmla="*/ 1203199 h 3361408"/>
                <a:gd name="connsiteX249" fmla="*/ 5038459 w 7020657"/>
                <a:gd name="connsiteY249" fmla="*/ 1268111 h 3361408"/>
                <a:gd name="connsiteX250" fmla="*/ 5038829 w 7020657"/>
                <a:gd name="connsiteY250" fmla="*/ 1269141 h 3361408"/>
                <a:gd name="connsiteX251" fmla="*/ 5631633 w 7020657"/>
                <a:gd name="connsiteY251" fmla="*/ 1560426 h 3361408"/>
                <a:gd name="connsiteX252" fmla="*/ 6171487 w 7020657"/>
                <a:gd name="connsiteY252" fmla="*/ 1447327 h 3361408"/>
                <a:gd name="connsiteX253" fmla="*/ 6177305 w 7020657"/>
                <a:gd name="connsiteY253" fmla="*/ 1444081 h 3361408"/>
                <a:gd name="connsiteX254" fmla="*/ 6210135 w 7020657"/>
                <a:gd name="connsiteY254" fmla="*/ 1425343 h 3361408"/>
                <a:gd name="connsiteX255" fmla="*/ 6224123 w 7020657"/>
                <a:gd name="connsiteY255" fmla="*/ 1415682 h 3361408"/>
                <a:gd name="connsiteX256" fmla="*/ 6246647 w 7020657"/>
                <a:gd name="connsiteY256" fmla="*/ 1400636 h 3361408"/>
                <a:gd name="connsiteX257" fmla="*/ 6265047 w 7020657"/>
                <a:gd name="connsiteY257" fmla="*/ 1387069 h 3361408"/>
                <a:gd name="connsiteX258" fmla="*/ 6282417 w 7020657"/>
                <a:gd name="connsiteY258" fmla="*/ 1373869 h 3361408"/>
                <a:gd name="connsiteX259" fmla="*/ 6300449 w 7020657"/>
                <a:gd name="connsiteY259" fmla="*/ 1359269 h 3361408"/>
                <a:gd name="connsiteX260" fmla="*/ 6317821 w 7020657"/>
                <a:gd name="connsiteY260" fmla="*/ 1346069 h 3361408"/>
                <a:gd name="connsiteX261" fmla="*/ 6334822 w 7020657"/>
                <a:gd name="connsiteY261" fmla="*/ 1331839 h 3361408"/>
                <a:gd name="connsiteX262" fmla="*/ 6352485 w 7020657"/>
                <a:gd name="connsiteY262" fmla="*/ 1316207 h 3361408"/>
                <a:gd name="connsiteX263" fmla="*/ 6366393 w 7020657"/>
                <a:gd name="connsiteY263" fmla="*/ 1303086 h 3361408"/>
                <a:gd name="connsiteX264" fmla="*/ 6386041 w 7020657"/>
                <a:gd name="connsiteY264" fmla="*/ 1283257 h 3361408"/>
                <a:gd name="connsiteX265" fmla="*/ 6395165 w 7020657"/>
                <a:gd name="connsiteY265" fmla="*/ 1273009 h 3361408"/>
                <a:gd name="connsiteX266" fmla="*/ 6416799 w 7020657"/>
                <a:gd name="connsiteY266" fmla="*/ 1248978 h 3361408"/>
                <a:gd name="connsiteX267" fmla="*/ 6422537 w 7020657"/>
                <a:gd name="connsiteY267" fmla="*/ 1242272 h 3361408"/>
                <a:gd name="connsiteX268" fmla="*/ 6446817 w 7020657"/>
                <a:gd name="connsiteY268" fmla="*/ 1212640 h 3361408"/>
                <a:gd name="connsiteX269" fmla="*/ 6448509 w 7020657"/>
                <a:gd name="connsiteY269" fmla="*/ 1210871 h 3361408"/>
                <a:gd name="connsiteX270" fmla="*/ 6598003 w 7020657"/>
                <a:gd name="connsiteY270" fmla="*/ 939840 h 3361408"/>
                <a:gd name="connsiteX271" fmla="*/ 6599327 w 7020657"/>
                <a:gd name="connsiteY271" fmla="*/ 937038 h 3361408"/>
                <a:gd name="connsiteX272" fmla="*/ 6611299 w 7020657"/>
                <a:gd name="connsiteY272" fmla="*/ 899023 h 3361408"/>
                <a:gd name="connsiteX273" fmla="*/ 6618347 w 7020657"/>
                <a:gd name="connsiteY273" fmla="*/ 873238 h 3361408"/>
                <a:gd name="connsiteX274" fmla="*/ 6622827 w 7020657"/>
                <a:gd name="connsiteY274" fmla="*/ 856514 h 3361408"/>
                <a:gd name="connsiteX275" fmla="*/ 6645363 w 7020657"/>
                <a:gd name="connsiteY275" fmla="*/ 529767 h 3361408"/>
                <a:gd name="connsiteX276" fmla="*/ 6643289 w 7020657"/>
                <a:gd name="connsiteY276" fmla="*/ 514228 h 3361408"/>
                <a:gd name="connsiteX277" fmla="*/ 6639875 w 7020657"/>
                <a:gd name="connsiteY277" fmla="*/ 485210 h 3361408"/>
                <a:gd name="connsiteX278" fmla="*/ 6633139 w 7020657"/>
                <a:gd name="connsiteY278" fmla="*/ 446916 h 3361408"/>
                <a:gd name="connsiteX279" fmla="*/ 6631952 w 7020657"/>
                <a:gd name="connsiteY279" fmla="*/ 440363 h 3361408"/>
                <a:gd name="connsiteX280" fmla="*/ 6618571 w 7020657"/>
                <a:gd name="connsiteY280" fmla="*/ 383514 h 3361408"/>
                <a:gd name="connsiteX281" fmla="*/ 6610663 w 7020657"/>
                <a:gd name="connsiteY281" fmla="*/ 354943 h 3361408"/>
                <a:gd name="connsiteX282" fmla="*/ 6606602 w 7020657"/>
                <a:gd name="connsiteY282" fmla="*/ 343605 h 3361408"/>
                <a:gd name="connsiteX283" fmla="*/ 6433309 w 7020657"/>
                <a:gd name="connsiteY283" fmla="*/ 29424 h 3361408"/>
                <a:gd name="connsiteX284" fmla="*/ 6408385 w 7020657"/>
                <a:gd name="connsiteY284" fmla="*/ 4961 h 3361408"/>
                <a:gd name="connsiteX285" fmla="*/ 6038636 w 7020657"/>
                <a:gd name="connsiteY285" fmla="*/ 4961 h 3361408"/>
                <a:gd name="connsiteX286" fmla="*/ 6008875 w 7020657"/>
                <a:gd name="connsiteY286" fmla="*/ 10912 h 3361408"/>
                <a:gd name="connsiteX287" fmla="*/ 401092 w 7020657"/>
                <a:gd name="connsiteY287" fmla="*/ 0 h 3361408"/>
                <a:gd name="connsiteX288" fmla="*/ 520575 w 7020657"/>
                <a:gd name="connsiteY288" fmla="*/ 0 h 3361408"/>
                <a:gd name="connsiteX289" fmla="*/ 713928 w 7020657"/>
                <a:gd name="connsiteY289" fmla="*/ 0 h 3361408"/>
                <a:gd name="connsiteX290" fmla="*/ 1188718 w 7020657"/>
                <a:gd name="connsiteY290" fmla="*/ 127588 h 3361408"/>
                <a:gd name="connsiteX291" fmla="*/ 1188718 w 7020657"/>
                <a:gd name="connsiteY291" fmla="*/ 127588 h 3361408"/>
                <a:gd name="connsiteX292" fmla="*/ 1050442 w 7020657"/>
                <a:gd name="connsiteY292" fmla="*/ 56397 h 3361408"/>
                <a:gd name="connsiteX293" fmla="*/ 713928 w 7020657"/>
                <a:gd name="connsiteY293" fmla="*/ 0 h 3361408"/>
                <a:gd name="connsiteX294" fmla="*/ 520576 w 7020657"/>
                <a:gd name="connsiteY294" fmla="*/ 0 h 3361408"/>
                <a:gd name="connsiteX295" fmla="*/ 74370 w 7020657"/>
                <a:gd name="connsiteY295" fmla="*/ 0 h 3361408"/>
                <a:gd name="connsiteX296" fmla="*/ 401092 w 7020657"/>
                <a:gd name="connsiteY296" fmla="*/ 0 h 3361408"/>
                <a:gd name="connsiteX297" fmla="*/ 400308 w 7020657"/>
                <a:gd name="connsiteY297" fmla="*/ 1884 h 3361408"/>
                <a:gd name="connsiteX298" fmla="*/ 397662 w 7020657"/>
                <a:gd name="connsiteY298" fmla="*/ 7485 h 3361408"/>
                <a:gd name="connsiteX299" fmla="*/ 339724 w 7020657"/>
                <a:gd name="connsiteY299" fmla="*/ 284107 h 3361408"/>
                <a:gd name="connsiteX300" fmla="*/ 339584 w 7020657"/>
                <a:gd name="connsiteY300" fmla="*/ 293460 h 3361408"/>
                <a:gd name="connsiteX301" fmla="*/ 339523 w 7020657"/>
                <a:gd name="connsiteY301" fmla="*/ 306276 h 3361408"/>
                <a:gd name="connsiteX302" fmla="*/ 338951 w 7020657"/>
                <a:gd name="connsiteY302" fmla="*/ 327416 h 3361408"/>
                <a:gd name="connsiteX303" fmla="*/ 338659 w 7020657"/>
                <a:gd name="connsiteY303" fmla="*/ 329846 h 3361408"/>
                <a:gd name="connsiteX304" fmla="*/ 484946 w 7020657"/>
                <a:gd name="connsiteY304" fmla="*/ 835717 h 3361408"/>
                <a:gd name="connsiteX305" fmla="*/ 523222 w 7020657"/>
                <a:gd name="connsiteY305" fmla="*/ 890627 h 3361408"/>
                <a:gd name="connsiteX306" fmla="*/ 525360 w 7020657"/>
                <a:gd name="connsiteY306" fmla="*/ 893351 h 3361408"/>
                <a:gd name="connsiteX307" fmla="*/ 546745 w 7020657"/>
                <a:gd name="connsiteY307" fmla="*/ 920584 h 3361408"/>
                <a:gd name="connsiteX308" fmla="*/ 548514 w 7020657"/>
                <a:gd name="connsiteY308" fmla="*/ 922276 h 3361408"/>
                <a:gd name="connsiteX309" fmla="*/ 631896 w 7020657"/>
                <a:gd name="connsiteY309" fmla="*/ 1012206 h 3361408"/>
                <a:gd name="connsiteX310" fmla="*/ 670592 w 7020657"/>
                <a:gd name="connsiteY310" fmla="*/ 1289109 h 3361408"/>
                <a:gd name="connsiteX311" fmla="*/ 669269 w 7020657"/>
                <a:gd name="connsiteY311" fmla="*/ 1291909 h 3361408"/>
                <a:gd name="connsiteX312" fmla="*/ 505091 w 7020657"/>
                <a:gd name="connsiteY312" fmla="*/ 1369319 h 3361408"/>
                <a:gd name="connsiteX313" fmla="*/ 502660 w 7020657"/>
                <a:gd name="connsiteY313" fmla="*/ 1369026 h 3361408"/>
                <a:gd name="connsiteX314" fmla="*/ 497429 w 7020657"/>
                <a:gd name="connsiteY314" fmla="*/ 1367411 h 3361408"/>
                <a:gd name="connsiteX315" fmla="*/ 494997 w 7020657"/>
                <a:gd name="connsiteY315" fmla="*/ 1367118 h 3361408"/>
                <a:gd name="connsiteX316" fmla="*/ 492567 w 7020657"/>
                <a:gd name="connsiteY316" fmla="*/ 1366825 h 3361408"/>
                <a:gd name="connsiteX317" fmla="*/ 462659 w 7020657"/>
                <a:gd name="connsiteY317" fmla="*/ 1361255 h 3361408"/>
                <a:gd name="connsiteX318" fmla="*/ 461258 w 7020657"/>
                <a:gd name="connsiteY318" fmla="*/ 1360593 h 3361408"/>
                <a:gd name="connsiteX319" fmla="*/ 432088 w 7020657"/>
                <a:gd name="connsiteY319" fmla="*/ 1357084 h 3361408"/>
                <a:gd name="connsiteX320" fmla="*/ 424795 w 7020657"/>
                <a:gd name="connsiteY320" fmla="*/ 1356207 h 3361408"/>
                <a:gd name="connsiteX321" fmla="*/ 397394 w 7020657"/>
                <a:gd name="connsiteY321" fmla="*/ 1354390 h 3361408"/>
                <a:gd name="connsiteX322" fmla="*/ 390104 w 7020657"/>
                <a:gd name="connsiteY322" fmla="*/ 1353513 h 3361408"/>
                <a:gd name="connsiteX323" fmla="*/ 365502 w 7020657"/>
                <a:gd name="connsiteY323" fmla="*/ 1353020 h 3361408"/>
                <a:gd name="connsiteX324" fmla="*/ 361010 w 7020657"/>
                <a:gd name="connsiteY324" fmla="*/ 1353465 h 3361408"/>
                <a:gd name="connsiteX325" fmla="*/ 258344 w 7020657"/>
                <a:gd name="connsiteY325" fmla="*/ 1362322 h 3361408"/>
                <a:gd name="connsiteX326" fmla="*/ 256281 w 7020657"/>
                <a:gd name="connsiteY326" fmla="*/ 1363060 h 3361408"/>
                <a:gd name="connsiteX327" fmla="*/ 238682 w 7020657"/>
                <a:gd name="connsiteY327" fmla="*/ 1365875 h 3361408"/>
                <a:gd name="connsiteX328" fmla="*/ 232127 w 7020657"/>
                <a:gd name="connsiteY328" fmla="*/ 1367059 h 3361408"/>
                <a:gd name="connsiteX329" fmla="*/ 219019 w 7020657"/>
                <a:gd name="connsiteY329" fmla="*/ 1369429 h 3361408"/>
                <a:gd name="connsiteX330" fmla="*/ 208341 w 7020657"/>
                <a:gd name="connsiteY330" fmla="*/ 1372089 h 3361408"/>
                <a:gd name="connsiteX331" fmla="*/ 199726 w 7020657"/>
                <a:gd name="connsiteY331" fmla="*/ 1374012 h 3361408"/>
                <a:gd name="connsiteX332" fmla="*/ 184925 w 7020657"/>
                <a:gd name="connsiteY332" fmla="*/ 1378149 h 3361408"/>
                <a:gd name="connsiteX333" fmla="*/ 180802 w 7020657"/>
                <a:gd name="connsiteY333" fmla="*/ 1379626 h 3361408"/>
                <a:gd name="connsiteX334" fmla="*/ 161878 w 7020657"/>
                <a:gd name="connsiteY334" fmla="*/ 1385241 h 3361408"/>
                <a:gd name="connsiteX335" fmla="*/ 160847 w 7020657"/>
                <a:gd name="connsiteY335" fmla="*/ 1385611 h 3361408"/>
                <a:gd name="connsiteX336" fmla="*/ 85013 w 7020657"/>
                <a:gd name="connsiteY336" fmla="*/ 1417423 h 3361408"/>
                <a:gd name="connsiteX337" fmla="*/ 81257 w 7020657"/>
                <a:gd name="connsiteY337" fmla="*/ 1419931 h 3361408"/>
                <a:gd name="connsiteX338" fmla="*/ 59687 w 7020657"/>
                <a:gd name="connsiteY338" fmla="*/ 1431145 h 3361408"/>
                <a:gd name="connsiteX339" fmla="*/ 52841 w 7020657"/>
                <a:gd name="connsiteY339" fmla="*/ 1434759 h 3361408"/>
                <a:gd name="connsiteX340" fmla="*/ 28917 w 7020657"/>
                <a:gd name="connsiteY340" fmla="*/ 1449144 h 3361408"/>
                <a:gd name="connsiteX341" fmla="*/ 23101 w 7020657"/>
                <a:gd name="connsiteY341" fmla="*/ 1452390 h 3361408"/>
                <a:gd name="connsiteX342" fmla="*/ 1 w 7020657"/>
                <a:gd name="connsiteY342" fmla="*/ 1468430 h 3361408"/>
                <a:gd name="connsiteX343" fmla="*/ 0 w 7020657"/>
                <a:gd name="connsiteY343" fmla="*/ 2472769 h 3361408"/>
                <a:gd name="connsiteX344" fmla="*/ 9511 w 7020657"/>
                <a:gd name="connsiteY344" fmla="*/ 2479577 h 3361408"/>
                <a:gd name="connsiteX345" fmla="*/ 18651 w 7020657"/>
                <a:gd name="connsiteY345" fmla="*/ 2485608 h 3361408"/>
                <a:gd name="connsiteX346" fmla="*/ 21818 w 7020657"/>
                <a:gd name="connsiteY346" fmla="*/ 2487963 h 3361408"/>
                <a:gd name="connsiteX347" fmla="*/ 30958 w 7020657"/>
                <a:gd name="connsiteY347" fmla="*/ 2493993 h 3361408"/>
                <a:gd name="connsiteX348" fmla="*/ 46064 w 7020657"/>
                <a:gd name="connsiteY348" fmla="*/ 2503703 h 3361408"/>
                <a:gd name="connsiteX349" fmla="*/ 62203 w 7020657"/>
                <a:gd name="connsiteY349" fmla="*/ 2513041 h 3361408"/>
                <a:gd name="connsiteX350" fmla="*/ 69572 w 7020657"/>
                <a:gd name="connsiteY350" fmla="*/ 2517381 h 3361408"/>
                <a:gd name="connsiteX351" fmla="*/ 72372 w 7020657"/>
                <a:gd name="connsiteY351" fmla="*/ 2518705 h 3361408"/>
                <a:gd name="connsiteX352" fmla="*/ 92711 w 7020657"/>
                <a:gd name="connsiteY352" fmla="*/ 2530028 h 3361408"/>
                <a:gd name="connsiteX353" fmla="*/ 99712 w 7020657"/>
                <a:gd name="connsiteY353" fmla="*/ 2533337 h 3361408"/>
                <a:gd name="connsiteX354" fmla="*/ 122111 w 7020657"/>
                <a:gd name="connsiteY354" fmla="*/ 2543923 h 3361408"/>
                <a:gd name="connsiteX355" fmla="*/ 127712 w 7020657"/>
                <a:gd name="connsiteY355" fmla="*/ 2546568 h 3361408"/>
                <a:gd name="connsiteX356" fmla="*/ 150773 w 7020657"/>
                <a:gd name="connsiteY356" fmla="*/ 2555756 h 3361408"/>
                <a:gd name="connsiteX357" fmla="*/ 157404 w 7020657"/>
                <a:gd name="connsiteY357" fmla="*/ 2558032 h 3361408"/>
                <a:gd name="connsiteX358" fmla="*/ 178697 w 7020657"/>
                <a:gd name="connsiteY358" fmla="*/ 2565527 h 3361408"/>
                <a:gd name="connsiteX359" fmla="*/ 186728 w 7020657"/>
                <a:gd name="connsiteY359" fmla="*/ 2568466 h 3361408"/>
                <a:gd name="connsiteX360" fmla="*/ 206252 w 7020657"/>
                <a:gd name="connsiteY360" fmla="*/ 2574267 h 3361408"/>
                <a:gd name="connsiteX361" fmla="*/ 216712 w 7020657"/>
                <a:gd name="connsiteY361" fmla="*/ 2577498 h 3361408"/>
                <a:gd name="connsiteX362" fmla="*/ 233437 w 7020657"/>
                <a:gd name="connsiteY362" fmla="*/ 2581976 h 3361408"/>
                <a:gd name="connsiteX363" fmla="*/ 246328 w 7020657"/>
                <a:gd name="connsiteY363" fmla="*/ 2585500 h 3361408"/>
                <a:gd name="connsiteX364" fmla="*/ 260252 w 7020657"/>
                <a:gd name="connsiteY364" fmla="*/ 2588654 h 3361408"/>
                <a:gd name="connsiteX365" fmla="*/ 276237 w 7020657"/>
                <a:gd name="connsiteY365" fmla="*/ 2591070 h 3361408"/>
                <a:gd name="connsiteX366" fmla="*/ 287361 w 7020657"/>
                <a:gd name="connsiteY366" fmla="*/ 2592901 h 3361408"/>
                <a:gd name="connsiteX367" fmla="*/ 306807 w 7020657"/>
                <a:gd name="connsiteY367" fmla="*/ 2595241 h 3361408"/>
                <a:gd name="connsiteX368" fmla="*/ 316161 w 7020657"/>
                <a:gd name="connsiteY368" fmla="*/ 2595381 h 3361408"/>
                <a:gd name="connsiteX369" fmla="*/ 337669 w 7020657"/>
                <a:gd name="connsiteY369" fmla="*/ 2596981 h 3361408"/>
                <a:gd name="connsiteX370" fmla="*/ 344593 w 7020657"/>
                <a:gd name="connsiteY370" fmla="*/ 2596829 h 3361408"/>
                <a:gd name="connsiteX371" fmla="*/ 367132 w 7020657"/>
                <a:gd name="connsiteY371" fmla="*/ 2598060 h 3361408"/>
                <a:gd name="connsiteX372" fmla="*/ 374056 w 7020657"/>
                <a:gd name="connsiteY372" fmla="*/ 2597907 h 3361408"/>
                <a:gd name="connsiteX373" fmla="*/ 397257 w 7020657"/>
                <a:gd name="connsiteY373" fmla="*/ 2597738 h 3361408"/>
                <a:gd name="connsiteX374" fmla="*/ 404179 w 7020657"/>
                <a:gd name="connsiteY374" fmla="*/ 2597585 h 3361408"/>
                <a:gd name="connsiteX375" fmla="*/ 427011 w 7020657"/>
                <a:gd name="connsiteY375" fmla="*/ 2596386 h 3361408"/>
                <a:gd name="connsiteX376" fmla="*/ 434965 w 7020657"/>
                <a:gd name="connsiteY376" fmla="*/ 2595864 h 3361408"/>
                <a:gd name="connsiteX377" fmla="*/ 456028 w 7020657"/>
                <a:gd name="connsiteY377" fmla="*/ 2592973 h 3361408"/>
                <a:gd name="connsiteX378" fmla="*/ 466044 w 7020657"/>
                <a:gd name="connsiteY378" fmla="*/ 2591710 h 3361408"/>
                <a:gd name="connsiteX379" fmla="*/ 484674 w 7020657"/>
                <a:gd name="connsiteY379" fmla="*/ 2588526 h 3361408"/>
                <a:gd name="connsiteX380" fmla="*/ 497783 w 7020657"/>
                <a:gd name="connsiteY380" fmla="*/ 2586158 h 3361408"/>
                <a:gd name="connsiteX381" fmla="*/ 512953 w 7020657"/>
                <a:gd name="connsiteY381" fmla="*/ 2583051 h 3361408"/>
                <a:gd name="connsiteX382" fmla="*/ 528784 w 7020657"/>
                <a:gd name="connsiteY382" fmla="*/ 2578544 h 3361408"/>
                <a:gd name="connsiteX383" fmla="*/ 540493 w 7020657"/>
                <a:gd name="connsiteY383" fmla="*/ 2575514 h 3361408"/>
                <a:gd name="connsiteX384" fmla="*/ 559416 w 7020657"/>
                <a:gd name="connsiteY384" fmla="*/ 2569900 h 3361408"/>
                <a:gd name="connsiteX385" fmla="*/ 568694 w 7020657"/>
                <a:gd name="connsiteY385" fmla="*/ 2566577 h 3361408"/>
                <a:gd name="connsiteX386" fmla="*/ 589311 w 7020657"/>
                <a:gd name="connsiteY386" fmla="*/ 2559193 h 3361408"/>
                <a:gd name="connsiteX387" fmla="*/ 596526 w 7020657"/>
                <a:gd name="connsiteY387" fmla="*/ 2556609 h 3361408"/>
                <a:gd name="connsiteX388" fmla="*/ 618835 w 7020657"/>
                <a:gd name="connsiteY388" fmla="*/ 2547456 h 3361408"/>
                <a:gd name="connsiteX389" fmla="*/ 623990 w 7020657"/>
                <a:gd name="connsiteY389" fmla="*/ 2545610 h 3361408"/>
                <a:gd name="connsiteX390" fmla="*/ 645927 w 7020657"/>
                <a:gd name="connsiteY390" fmla="*/ 2535425 h 3361408"/>
                <a:gd name="connsiteX391" fmla="*/ 650715 w 7020657"/>
                <a:gd name="connsiteY391" fmla="*/ 2532550 h 3361408"/>
                <a:gd name="connsiteX392" fmla="*/ 671254 w 7020657"/>
                <a:gd name="connsiteY392" fmla="*/ 2521703 h 3361408"/>
                <a:gd name="connsiteX393" fmla="*/ 677070 w 7020657"/>
                <a:gd name="connsiteY393" fmla="*/ 2518458 h 3361408"/>
                <a:gd name="connsiteX394" fmla="*/ 696211 w 7020657"/>
                <a:gd name="connsiteY394" fmla="*/ 2506950 h 3361408"/>
                <a:gd name="connsiteX395" fmla="*/ 702686 w 7020657"/>
                <a:gd name="connsiteY395" fmla="*/ 2502305 h 3361408"/>
                <a:gd name="connsiteX396" fmla="*/ 718734 w 7020657"/>
                <a:gd name="connsiteY396" fmla="*/ 2491905 h 3361408"/>
                <a:gd name="connsiteX397" fmla="*/ 727934 w 7020657"/>
                <a:gd name="connsiteY397" fmla="*/ 2485121 h 3361408"/>
                <a:gd name="connsiteX398" fmla="*/ 741550 w 7020657"/>
                <a:gd name="connsiteY398" fmla="*/ 2474429 h 3361408"/>
                <a:gd name="connsiteX399" fmla="*/ 752444 w 7020657"/>
                <a:gd name="connsiteY399" fmla="*/ 2465875 h 3361408"/>
                <a:gd name="connsiteX400" fmla="*/ 763336 w 7020657"/>
                <a:gd name="connsiteY400" fmla="*/ 2457321 h 3361408"/>
                <a:gd name="connsiteX401" fmla="*/ 776953 w 7020657"/>
                <a:gd name="connsiteY401" fmla="*/ 2446629 h 3361408"/>
                <a:gd name="connsiteX402" fmla="*/ 784754 w 7020657"/>
                <a:gd name="connsiteY402" fmla="*/ 2439184 h 3361408"/>
                <a:gd name="connsiteX403" fmla="*/ 799693 w 7020657"/>
                <a:gd name="connsiteY403" fmla="*/ 2425690 h 3361408"/>
                <a:gd name="connsiteX404" fmla="*/ 805801 w 7020657"/>
                <a:gd name="connsiteY404" fmla="*/ 2420015 h 3361408"/>
                <a:gd name="connsiteX405" fmla="*/ 821034 w 7020657"/>
                <a:gd name="connsiteY405" fmla="*/ 2404092 h 3361408"/>
                <a:gd name="connsiteX406" fmla="*/ 826111 w 7020657"/>
                <a:gd name="connsiteY406" fmla="*/ 2398784 h 3361408"/>
                <a:gd name="connsiteX407" fmla="*/ 841636 w 7020657"/>
                <a:gd name="connsiteY407" fmla="*/ 2380430 h 3361408"/>
                <a:gd name="connsiteX408" fmla="*/ 845683 w 7020657"/>
                <a:gd name="connsiteY408" fmla="*/ 2375492 h 3361408"/>
                <a:gd name="connsiteX409" fmla="*/ 860838 w 7020657"/>
                <a:gd name="connsiteY409" fmla="*/ 2356107 h 3361408"/>
                <a:gd name="connsiteX410" fmla="*/ 865545 w 7020657"/>
                <a:gd name="connsiteY410" fmla="*/ 2349769 h 3361408"/>
                <a:gd name="connsiteX411" fmla="*/ 878639 w 7020657"/>
                <a:gd name="connsiteY411" fmla="*/ 2331123 h 3361408"/>
                <a:gd name="connsiteX412" fmla="*/ 880332 w 7020657"/>
                <a:gd name="connsiteY412" fmla="*/ 2329353 h 3361408"/>
                <a:gd name="connsiteX413" fmla="*/ 885702 w 7020657"/>
                <a:gd name="connsiteY413" fmla="*/ 2321615 h 3361408"/>
                <a:gd name="connsiteX414" fmla="*/ 895410 w 7020657"/>
                <a:gd name="connsiteY414" fmla="*/ 2306507 h 3361408"/>
                <a:gd name="connsiteX415" fmla="*/ 904088 w 7020657"/>
                <a:gd name="connsiteY415" fmla="*/ 2291769 h 3361408"/>
                <a:gd name="connsiteX416" fmla="*/ 909089 w 7020657"/>
                <a:gd name="connsiteY416" fmla="*/ 2283000 h 3361408"/>
                <a:gd name="connsiteX417" fmla="*/ 910413 w 7020657"/>
                <a:gd name="connsiteY417" fmla="*/ 2280199 h 3361408"/>
                <a:gd name="connsiteX418" fmla="*/ 915043 w 7020657"/>
                <a:gd name="connsiteY418" fmla="*/ 2270399 h 3361408"/>
                <a:gd name="connsiteX419" fmla="*/ 922690 w 7020657"/>
                <a:gd name="connsiteY419" fmla="*/ 2256030 h 3361408"/>
                <a:gd name="connsiteX420" fmla="*/ 924451 w 7020657"/>
                <a:gd name="connsiteY420" fmla="*/ 2252307 h 3361408"/>
                <a:gd name="connsiteX421" fmla="*/ 922156 w 7020657"/>
                <a:gd name="connsiteY421" fmla="*/ 2280601 h 3361408"/>
                <a:gd name="connsiteX422" fmla="*/ 922156 w 7020657"/>
                <a:gd name="connsiteY422" fmla="*/ 3257296 h 3361408"/>
                <a:gd name="connsiteX423" fmla="*/ 842831 w 7020657"/>
                <a:gd name="connsiteY423" fmla="*/ 3351492 h 3361408"/>
                <a:gd name="connsiteX424" fmla="*/ 520575 w 7020657"/>
                <a:gd name="connsiteY424" fmla="*/ 3351492 h 3361408"/>
                <a:gd name="connsiteX425" fmla="*/ 352009 w 7020657"/>
                <a:gd name="connsiteY425" fmla="*/ 3331661 h 3361408"/>
                <a:gd name="connsiteX426" fmla="*/ 143780 w 7020657"/>
                <a:gd name="connsiteY426" fmla="*/ 3217634 h 3361408"/>
                <a:gd name="connsiteX427" fmla="*/ 138819 w 7020657"/>
                <a:gd name="connsiteY427" fmla="*/ 3212673 h 3361408"/>
                <a:gd name="connsiteX428" fmla="*/ 109072 w 7020657"/>
                <a:gd name="connsiteY428" fmla="*/ 3177971 h 3361408"/>
                <a:gd name="connsiteX429" fmla="*/ 94202 w 7020657"/>
                <a:gd name="connsiteY429" fmla="*/ 3168055 h 3361408"/>
                <a:gd name="connsiteX430" fmla="*/ 79325 w 7020657"/>
                <a:gd name="connsiteY430" fmla="*/ 3148224 h 3361408"/>
                <a:gd name="connsiteX431" fmla="*/ 69410 w 7020657"/>
                <a:gd name="connsiteY431" fmla="*/ 3128393 h 3361408"/>
                <a:gd name="connsiteX432" fmla="*/ 59494 w 7020657"/>
                <a:gd name="connsiteY432" fmla="*/ 3108561 h 3361408"/>
                <a:gd name="connsiteX433" fmla="*/ 49578 w 7020657"/>
                <a:gd name="connsiteY433" fmla="*/ 3083770 h 3361408"/>
                <a:gd name="connsiteX434" fmla="*/ 44623 w 7020657"/>
                <a:gd name="connsiteY434" fmla="*/ 3068899 h 3361408"/>
                <a:gd name="connsiteX435" fmla="*/ 4961 w 7020657"/>
                <a:gd name="connsiteY435" fmla="*/ 2910248 h 3361408"/>
                <a:gd name="connsiteX436" fmla="*/ 0 w 7020657"/>
                <a:gd name="connsiteY436" fmla="*/ 2835878 h 3361408"/>
                <a:gd name="connsiteX437" fmla="*/ 0 w 7020657"/>
                <a:gd name="connsiteY437" fmla="*/ 1412984 h 3361408"/>
                <a:gd name="connsiteX438" fmla="*/ 0 w 7020657"/>
                <a:gd name="connsiteY438" fmla="*/ 94201 h 3361408"/>
                <a:gd name="connsiteX439" fmla="*/ 14876 w 7020657"/>
                <a:gd name="connsiteY439" fmla="*/ 34707 h 3361408"/>
                <a:gd name="connsiteX440" fmla="*/ 74370 w 7020657"/>
                <a:gd name="connsiteY440" fmla="*/ 0 h 3361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Lst>
              <a:rect l="l" t="t" r="r" b="b"/>
              <a:pathLst>
                <a:path w="7020657" h="3361408">
                  <a:moveTo>
                    <a:pt x="3648463" y="3109363"/>
                  </a:moveTo>
                  <a:lnTo>
                    <a:pt x="3515103" y="3123432"/>
                  </a:lnTo>
                  <a:lnTo>
                    <a:pt x="3461505" y="3118516"/>
                  </a:lnTo>
                  <a:lnTo>
                    <a:pt x="3515104" y="3123432"/>
                  </a:lnTo>
                  <a:close/>
                  <a:moveTo>
                    <a:pt x="6124147" y="3002705"/>
                  </a:moveTo>
                  <a:lnTo>
                    <a:pt x="6188923" y="3072335"/>
                  </a:lnTo>
                  <a:cubicBezTo>
                    <a:pt x="6379123" y="3253447"/>
                    <a:pt x="6644403" y="3352683"/>
                    <a:pt x="6926203" y="3324010"/>
                  </a:cubicBezTo>
                  <a:lnTo>
                    <a:pt x="7014988" y="3310279"/>
                  </a:lnTo>
                  <a:lnTo>
                    <a:pt x="7001075" y="3338479"/>
                  </a:lnTo>
                  <a:cubicBezTo>
                    <a:pt x="6988061" y="3353972"/>
                    <a:pt x="6968229" y="3361408"/>
                    <a:pt x="6940960" y="3361408"/>
                  </a:cubicBezTo>
                  <a:lnTo>
                    <a:pt x="6618704" y="3361408"/>
                  </a:lnTo>
                  <a:cubicBezTo>
                    <a:pt x="6534418" y="3361408"/>
                    <a:pt x="6460054" y="3346537"/>
                    <a:pt x="6395599" y="3321745"/>
                  </a:cubicBezTo>
                  <a:cubicBezTo>
                    <a:pt x="6341066" y="3301914"/>
                    <a:pt x="6291487" y="3267212"/>
                    <a:pt x="6246864" y="3227549"/>
                  </a:cubicBezTo>
                  <a:cubicBezTo>
                    <a:pt x="6246864" y="3227549"/>
                    <a:pt x="6241909" y="3222589"/>
                    <a:pt x="6241909" y="3222589"/>
                  </a:cubicBezTo>
                  <a:cubicBezTo>
                    <a:pt x="6227033" y="3207718"/>
                    <a:pt x="6217117" y="3197802"/>
                    <a:pt x="6207202" y="3182926"/>
                  </a:cubicBezTo>
                  <a:cubicBezTo>
                    <a:pt x="6207202" y="3182926"/>
                    <a:pt x="6202247" y="3177971"/>
                    <a:pt x="6202247" y="3177971"/>
                  </a:cubicBezTo>
                  <a:cubicBezTo>
                    <a:pt x="6192331" y="3163095"/>
                    <a:pt x="6187370" y="3153179"/>
                    <a:pt x="6177455" y="3138308"/>
                  </a:cubicBezTo>
                  <a:cubicBezTo>
                    <a:pt x="6177455" y="3138308"/>
                    <a:pt x="6177455" y="3133348"/>
                    <a:pt x="6177455" y="3133348"/>
                  </a:cubicBezTo>
                  <a:cubicBezTo>
                    <a:pt x="6167539" y="3118477"/>
                    <a:pt x="6157623" y="3103601"/>
                    <a:pt x="6152668" y="3088730"/>
                  </a:cubicBezTo>
                  <a:cubicBezTo>
                    <a:pt x="6142753" y="3073854"/>
                    <a:pt x="6137792" y="3058983"/>
                    <a:pt x="6132837" y="3039152"/>
                  </a:cubicBezTo>
                  <a:close/>
                  <a:moveTo>
                    <a:pt x="2420514" y="2406699"/>
                  </a:moveTo>
                  <a:lnTo>
                    <a:pt x="2498747" y="2478915"/>
                  </a:lnTo>
                  <a:lnTo>
                    <a:pt x="2718247" y="2677312"/>
                  </a:lnTo>
                  <a:lnTo>
                    <a:pt x="2498746" y="2478915"/>
                  </a:lnTo>
                  <a:close/>
                  <a:moveTo>
                    <a:pt x="6103088" y="2290496"/>
                  </a:moveTo>
                  <a:lnTo>
                    <a:pt x="6103091" y="2290517"/>
                  </a:lnTo>
                  <a:lnTo>
                    <a:pt x="6103091" y="2840839"/>
                  </a:lnTo>
                  <a:lnTo>
                    <a:pt x="6108825" y="2921614"/>
                  </a:lnTo>
                  <a:lnTo>
                    <a:pt x="6103090" y="2840839"/>
                  </a:lnTo>
                  <a:lnTo>
                    <a:pt x="6103090" y="2290517"/>
                  </a:lnTo>
                  <a:close/>
                  <a:moveTo>
                    <a:pt x="6077936" y="2122601"/>
                  </a:moveTo>
                  <a:lnTo>
                    <a:pt x="6084265" y="2137048"/>
                  </a:lnTo>
                  <a:lnTo>
                    <a:pt x="6086340" y="2153961"/>
                  </a:lnTo>
                  <a:close/>
                  <a:moveTo>
                    <a:pt x="5051393" y="2021321"/>
                  </a:moveTo>
                  <a:lnTo>
                    <a:pt x="5027239" y="2037670"/>
                  </a:lnTo>
                  <a:cubicBezTo>
                    <a:pt x="4987576" y="2069895"/>
                    <a:pt x="4946674" y="2102121"/>
                    <a:pt x="4906392" y="2135586"/>
                  </a:cubicBezTo>
                  <a:lnTo>
                    <a:pt x="4877518" y="2161557"/>
                  </a:lnTo>
                  <a:lnTo>
                    <a:pt x="4906392" y="2135586"/>
                  </a:lnTo>
                  <a:cubicBezTo>
                    <a:pt x="4946674" y="2102121"/>
                    <a:pt x="4987576" y="2069895"/>
                    <a:pt x="5027239" y="2037670"/>
                  </a:cubicBezTo>
                  <a:close/>
                  <a:moveTo>
                    <a:pt x="1696129" y="1848090"/>
                  </a:moveTo>
                  <a:lnTo>
                    <a:pt x="1710455" y="1854229"/>
                  </a:lnTo>
                  <a:cubicBezTo>
                    <a:pt x="1725325" y="1859188"/>
                    <a:pt x="1740201" y="1869104"/>
                    <a:pt x="1755072" y="1879020"/>
                  </a:cubicBezTo>
                  <a:cubicBezTo>
                    <a:pt x="1839358" y="1918683"/>
                    <a:pt x="1918683" y="1973216"/>
                    <a:pt x="1998008" y="2032710"/>
                  </a:cubicBezTo>
                  <a:cubicBezTo>
                    <a:pt x="2092205" y="2102120"/>
                    <a:pt x="2176491" y="2176489"/>
                    <a:pt x="2260771" y="2260770"/>
                  </a:cubicBezTo>
                  <a:cubicBezTo>
                    <a:pt x="2260771" y="2260770"/>
                    <a:pt x="2260771" y="2260770"/>
                    <a:pt x="2265731" y="2265730"/>
                  </a:cubicBezTo>
                  <a:lnTo>
                    <a:pt x="2290250" y="2287183"/>
                  </a:lnTo>
                  <a:lnTo>
                    <a:pt x="2265731" y="2265731"/>
                  </a:lnTo>
                  <a:cubicBezTo>
                    <a:pt x="2260770" y="2260770"/>
                    <a:pt x="2260770" y="2260770"/>
                    <a:pt x="2260770" y="2260770"/>
                  </a:cubicBezTo>
                  <a:cubicBezTo>
                    <a:pt x="2176490" y="2176490"/>
                    <a:pt x="2092204" y="2102120"/>
                    <a:pt x="1998008" y="2032710"/>
                  </a:cubicBezTo>
                  <a:cubicBezTo>
                    <a:pt x="1918682" y="1973216"/>
                    <a:pt x="1839357" y="1918683"/>
                    <a:pt x="1755072" y="1879020"/>
                  </a:cubicBezTo>
                  <a:cubicBezTo>
                    <a:pt x="1740201" y="1869104"/>
                    <a:pt x="1725325" y="1859189"/>
                    <a:pt x="1710454" y="1854228"/>
                  </a:cubicBezTo>
                  <a:close/>
                  <a:moveTo>
                    <a:pt x="1636233" y="1215543"/>
                  </a:moveTo>
                  <a:cubicBezTo>
                    <a:pt x="1710633" y="1217627"/>
                    <a:pt x="1782715" y="1255706"/>
                    <a:pt x="1826029" y="1323060"/>
                  </a:cubicBezTo>
                  <a:lnTo>
                    <a:pt x="1826767" y="1325120"/>
                  </a:lnTo>
                  <a:cubicBezTo>
                    <a:pt x="1874487" y="1399912"/>
                    <a:pt x="1864482" y="1495376"/>
                    <a:pt x="1809078" y="1558251"/>
                  </a:cubicBezTo>
                  <a:cubicBezTo>
                    <a:pt x="1807385" y="1560020"/>
                    <a:pt x="1805693" y="1561790"/>
                    <a:pt x="1805031" y="1563190"/>
                  </a:cubicBezTo>
                  <a:cubicBezTo>
                    <a:pt x="1748595" y="1626435"/>
                    <a:pt x="1703068" y="1697405"/>
                    <a:pt x="1670800" y="1772929"/>
                  </a:cubicBezTo>
                  <a:lnTo>
                    <a:pt x="1649589" y="1831521"/>
                  </a:lnTo>
                  <a:lnTo>
                    <a:pt x="1671500" y="1838085"/>
                  </a:lnTo>
                  <a:lnTo>
                    <a:pt x="1541265" y="1799073"/>
                  </a:lnTo>
                  <a:cubicBezTo>
                    <a:pt x="1496026" y="1789776"/>
                    <a:pt x="1450166" y="1784819"/>
                    <a:pt x="1403068" y="1784819"/>
                  </a:cubicBezTo>
                  <a:cubicBezTo>
                    <a:pt x="1259289" y="1784819"/>
                    <a:pt x="1145261" y="1829442"/>
                    <a:pt x="1056020" y="1923638"/>
                  </a:cubicBezTo>
                  <a:cubicBezTo>
                    <a:pt x="1033710" y="1947188"/>
                    <a:pt x="1014188" y="1972288"/>
                    <a:pt x="997456" y="1998936"/>
                  </a:cubicBezTo>
                  <a:lnTo>
                    <a:pt x="983451" y="2027256"/>
                  </a:lnTo>
                  <a:lnTo>
                    <a:pt x="984565" y="2016380"/>
                  </a:lnTo>
                  <a:cubicBezTo>
                    <a:pt x="984196" y="2015349"/>
                    <a:pt x="984858" y="2013948"/>
                    <a:pt x="984488" y="2012918"/>
                  </a:cubicBezTo>
                  <a:cubicBezTo>
                    <a:pt x="985798" y="1993840"/>
                    <a:pt x="985045" y="1975502"/>
                    <a:pt x="984291" y="1957162"/>
                  </a:cubicBezTo>
                  <a:cubicBezTo>
                    <a:pt x="983922" y="1956131"/>
                    <a:pt x="984584" y="1954732"/>
                    <a:pt x="984216" y="1953700"/>
                  </a:cubicBezTo>
                  <a:cubicBezTo>
                    <a:pt x="983324" y="1944715"/>
                    <a:pt x="983462" y="1935362"/>
                    <a:pt x="982570" y="1926376"/>
                  </a:cubicBezTo>
                  <a:cubicBezTo>
                    <a:pt x="982570" y="1926376"/>
                    <a:pt x="982201" y="1925345"/>
                    <a:pt x="982201" y="1925345"/>
                  </a:cubicBezTo>
                  <a:cubicBezTo>
                    <a:pt x="981309" y="1916360"/>
                    <a:pt x="980417" y="1907375"/>
                    <a:pt x="979525" y="1898390"/>
                  </a:cubicBezTo>
                  <a:cubicBezTo>
                    <a:pt x="978788" y="1896329"/>
                    <a:pt x="979449" y="1894929"/>
                    <a:pt x="978710" y="1892867"/>
                  </a:cubicBezTo>
                  <a:cubicBezTo>
                    <a:pt x="977157" y="1885282"/>
                    <a:pt x="977003" y="1878359"/>
                    <a:pt x="975450" y="1870775"/>
                  </a:cubicBezTo>
                  <a:cubicBezTo>
                    <a:pt x="974712" y="1868712"/>
                    <a:pt x="975373" y="1867312"/>
                    <a:pt x="974635" y="1865251"/>
                  </a:cubicBezTo>
                  <a:cubicBezTo>
                    <a:pt x="972712" y="1856635"/>
                    <a:pt x="971158" y="1849050"/>
                    <a:pt x="969235" y="1840435"/>
                  </a:cubicBezTo>
                  <a:cubicBezTo>
                    <a:pt x="968127" y="1837341"/>
                    <a:pt x="968420" y="1834911"/>
                    <a:pt x="967314" y="1831819"/>
                  </a:cubicBezTo>
                  <a:cubicBezTo>
                    <a:pt x="966498" y="1826295"/>
                    <a:pt x="964283" y="1820110"/>
                    <a:pt x="962437" y="1814955"/>
                  </a:cubicBezTo>
                  <a:cubicBezTo>
                    <a:pt x="961330" y="1811863"/>
                    <a:pt x="960222" y="1808772"/>
                    <a:pt x="960145" y="1805309"/>
                  </a:cubicBezTo>
                  <a:cubicBezTo>
                    <a:pt x="957561" y="1798094"/>
                    <a:pt x="956006" y="1790508"/>
                    <a:pt x="953422" y="1783293"/>
                  </a:cubicBezTo>
                  <a:cubicBezTo>
                    <a:pt x="951946" y="1779170"/>
                    <a:pt x="950838" y="1776077"/>
                    <a:pt x="949362" y="1771955"/>
                  </a:cubicBezTo>
                  <a:cubicBezTo>
                    <a:pt x="947885" y="1767831"/>
                    <a:pt x="946408" y="1763707"/>
                    <a:pt x="944931" y="1759584"/>
                  </a:cubicBezTo>
                  <a:cubicBezTo>
                    <a:pt x="943454" y="1755461"/>
                    <a:pt x="941977" y="1751337"/>
                    <a:pt x="940500" y="1747214"/>
                  </a:cubicBezTo>
                  <a:cubicBezTo>
                    <a:pt x="938286" y="1741029"/>
                    <a:pt x="934671" y="1734184"/>
                    <a:pt x="932455" y="1727998"/>
                  </a:cubicBezTo>
                  <a:cubicBezTo>
                    <a:pt x="930978" y="1723875"/>
                    <a:pt x="928102" y="1719089"/>
                    <a:pt x="926626" y="1714967"/>
                  </a:cubicBezTo>
                  <a:cubicBezTo>
                    <a:pt x="925148" y="1710843"/>
                    <a:pt x="923011" y="1708120"/>
                    <a:pt x="921533" y="1703997"/>
                  </a:cubicBezTo>
                  <a:cubicBezTo>
                    <a:pt x="919025" y="1700243"/>
                    <a:pt x="917550" y="1696119"/>
                    <a:pt x="914673" y="1691335"/>
                  </a:cubicBezTo>
                  <a:cubicBezTo>
                    <a:pt x="911797" y="1686550"/>
                    <a:pt x="910319" y="1682426"/>
                    <a:pt x="907442" y="1677641"/>
                  </a:cubicBezTo>
                  <a:cubicBezTo>
                    <a:pt x="904195" y="1671826"/>
                    <a:pt x="901318" y="1667040"/>
                    <a:pt x="898073" y="1661225"/>
                  </a:cubicBezTo>
                  <a:cubicBezTo>
                    <a:pt x="897335" y="1659163"/>
                    <a:pt x="895196" y="1656440"/>
                    <a:pt x="894458" y="1654378"/>
                  </a:cubicBezTo>
                  <a:cubicBezTo>
                    <a:pt x="894089" y="1653348"/>
                    <a:pt x="892689" y="1652685"/>
                    <a:pt x="892319" y="1651655"/>
                  </a:cubicBezTo>
                  <a:cubicBezTo>
                    <a:pt x="887673" y="1645178"/>
                    <a:pt x="883689" y="1637300"/>
                    <a:pt x="879043" y="1630823"/>
                  </a:cubicBezTo>
                  <a:cubicBezTo>
                    <a:pt x="877274" y="1629130"/>
                    <a:pt x="876166" y="1626038"/>
                    <a:pt x="874396" y="1624347"/>
                  </a:cubicBezTo>
                  <a:cubicBezTo>
                    <a:pt x="869752" y="1617868"/>
                    <a:pt x="864736" y="1610360"/>
                    <a:pt x="859059" y="1604251"/>
                  </a:cubicBezTo>
                  <a:cubicBezTo>
                    <a:pt x="857289" y="1602560"/>
                    <a:pt x="856183" y="1599467"/>
                    <a:pt x="854413" y="1597775"/>
                  </a:cubicBezTo>
                  <a:cubicBezTo>
                    <a:pt x="849767" y="1591298"/>
                    <a:pt x="843722" y="1584157"/>
                    <a:pt x="838044" y="1578050"/>
                  </a:cubicBezTo>
                  <a:cubicBezTo>
                    <a:pt x="836276" y="1576357"/>
                    <a:pt x="834507" y="1574665"/>
                    <a:pt x="833767" y="1572603"/>
                  </a:cubicBezTo>
                  <a:cubicBezTo>
                    <a:pt x="827352" y="1564434"/>
                    <a:pt x="820276" y="1557663"/>
                    <a:pt x="813199" y="1550894"/>
                  </a:cubicBezTo>
                  <a:cubicBezTo>
                    <a:pt x="812829" y="1549863"/>
                    <a:pt x="811800" y="1550232"/>
                    <a:pt x="811430" y="1549201"/>
                  </a:cubicBezTo>
                  <a:cubicBezTo>
                    <a:pt x="808260" y="1546847"/>
                    <a:pt x="806122" y="1544125"/>
                    <a:pt x="803614" y="1540370"/>
                  </a:cubicBezTo>
                  <a:cubicBezTo>
                    <a:pt x="759600" y="1492166"/>
                    <a:pt x="749003" y="1420364"/>
                    <a:pt x="781945" y="1359717"/>
                  </a:cubicBezTo>
                  <a:lnTo>
                    <a:pt x="783269" y="1356917"/>
                  </a:lnTo>
                  <a:cubicBezTo>
                    <a:pt x="834890" y="1263993"/>
                    <a:pt x="941281" y="1220073"/>
                    <a:pt x="1040514" y="1243849"/>
                  </a:cubicBezTo>
                  <a:cubicBezTo>
                    <a:pt x="1042944" y="1244142"/>
                    <a:pt x="1044345" y="1244803"/>
                    <a:pt x="1046776" y="1245095"/>
                  </a:cubicBezTo>
                  <a:cubicBezTo>
                    <a:pt x="1048175" y="1245758"/>
                    <a:pt x="1049206" y="1245389"/>
                    <a:pt x="1050606" y="1246050"/>
                  </a:cubicBezTo>
                  <a:cubicBezTo>
                    <a:pt x="1060699" y="1248251"/>
                    <a:pt x="1069761" y="1250819"/>
                    <a:pt x="1079853" y="1253020"/>
                  </a:cubicBezTo>
                  <a:cubicBezTo>
                    <a:pt x="1082283" y="1253313"/>
                    <a:pt x="1083684" y="1253975"/>
                    <a:pt x="1086115" y="1254268"/>
                  </a:cubicBezTo>
                  <a:cubicBezTo>
                    <a:pt x="1097239" y="1256100"/>
                    <a:pt x="1108731" y="1258960"/>
                    <a:pt x="1119855" y="1260792"/>
                  </a:cubicBezTo>
                  <a:cubicBezTo>
                    <a:pt x="1122285" y="1261085"/>
                    <a:pt x="1124716" y="1261378"/>
                    <a:pt x="1127147" y="1261669"/>
                  </a:cubicBezTo>
                  <a:cubicBezTo>
                    <a:pt x="1136869" y="1262838"/>
                    <a:pt x="1145564" y="1264378"/>
                    <a:pt x="1155286" y="1265548"/>
                  </a:cubicBezTo>
                  <a:cubicBezTo>
                    <a:pt x="1157717" y="1265840"/>
                    <a:pt x="1160147" y="1266133"/>
                    <a:pt x="1162578" y="1266425"/>
                  </a:cubicBezTo>
                  <a:cubicBezTo>
                    <a:pt x="1193149" y="1270596"/>
                    <a:pt x="1225043" y="1271968"/>
                    <a:pt x="1255534" y="1272676"/>
                  </a:cubicBezTo>
                  <a:cubicBezTo>
                    <a:pt x="1261427" y="1272892"/>
                    <a:pt x="1266951" y="1272077"/>
                    <a:pt x="1271813" y="1272661"/>
                  </a:cubicBezTo>
                  <a:cubicBezTo>
                    <a:pt x="1271813" y="1272661"/>
                    <a:pt x="1271813" y="1272661"/>
                    <a:pt x="1272844" y="1272292"/>
                  </a:cubicBezTo>
                  <a:cubicBezTo>
                    <a:pt x="1368078" y="1271913"/>
                    <a:pt x="1463005" y="1257687"/>
                    <a:pt x="1555856" y="1227921"/>
                  </a:cubicBezTo>
                  <a:cubicBezTo>
                    <a:pt x="1557916" y="1227182"/>
                    <a:pt x="1559979" y="1226443"/>
                    <a:pt x="1562039" y="1225705"/>
                  </a:cubicBezTo>
                  <a:cubicBezTo>
                    <a:pt x="1586375" y="1218152"/>
                    <a:pt x="1611433" y="1214848"/>
                    <a:pt x="1636233" y="1215543"/>
                  </a:cubicBezTo>
                  <a:close/>
                  <a:moveTo>
                    <a:pt x="1247143" y="176445"/>
                  </a:moveTo>
                  <a:lnTo>
                    <a:pt x="1308867" y="228060"/>
                  </a:lnTo>
                  <a:lnTo>
                    <a:pt x="1308867" y="228061"/>
                  </a:lnTo>
                  <a:close/>
                  <a:moveTo>
                    <a:pt x="5961847" y="21044"/>
                  </a:moveTo>
                  <a:lnTo>
                    <a:pt x="5954357" y="24792"/>
                  </a:lnTo>
                  <a:cubicBezTo>
                    <a:pt x="5944441" y="29750"/>
                    <a:pt x="5933285" y="38426"/>
                    <a:pt x="5920889" y="49580"/>
                  </a:cubicBezTo>
                  <a:lnTo>
                    <a:pt x="5887672" y="81788"/>
                  </a:lnTo>
                  <a:lnTo>
                    <a:pt x="5920889" y="49580"/>
                  </a:lnTo>
                  <a:cubicBezTo>
                    <a:pt x="5933284" y="38425"/>
                    <a:pt x="5944440" y="29750"/>
                    <a:pt x="5954355" y="24792"/>
                  </a:cubicBezTo>
                  <a:close/>
                  <a:moveTo>
                    <a:pt x="6038636" y="4960"/>
                  </a:moveTo>
                  <a:lnTo>
                    <a:pt x="6509632" y="4960"/>
                  </a:lnTo>
                  <a:cubicBezTo>
                    <a:pt x="6519548" y="4960"/>
                    <a:pt x="6529463" y="4960"/>
                    <a:pt x="6539379" y="4960"/>
                  </a:cubicBezTo>
                  <a:cubicBezTo>
                    <a:pt x="6549295" y="4960"/>
                    <a:pt x="6559210" y="4960"/>
                    <a:pt x="6569126" y="4960"/>
                  </a:cubicBezTo>
                  <a:cubicBezTo>
                    <a:pt x="6579042" y="4960"/>
                    <a:pt x="6593912" y="9916"/>
                    <a:pt x="6608789" y="9916"/>
                  </a:cubicBezTo>
                  <a:cubicBezTo>
                    <a:pt x="6613744" y="9916"/>
                    <a:pt x="6618704" y="9916"/>
                    <a:pt x="6623659" y="9916"/>
                  </a:cubicBezTo>
                  <a:cubicBezTo>
                    <a:pt x="6638535" y="14876"/>
                    <a:pt x="6653406" y="14876"/>
                    <a:pt x="6668282" y="19831"/>
                  </a:cubicBezTo>
                  <a:cubicBezTo>
                    <a:pt x="6668282" y="19831"/>
                    <a:pt x="6673238" y="19831"/>
                    <a:pt x="6673238" y="19831"/>
                  </a:cubicBezTo>
                  <a:cubicBezTo>
                    <a:pt x="6693069" y="24792"/>
                    <a:pt x="6707945" y="29747"/>
                    <a:pt x="6722816" y="34707"/>
                  </a:cubicBezTo>
                  <a:cubicBezTo>
                    <a:pt x="6787270" y="54539"/>
                    <a:pt x="6841804" y="89241"/>
                    <a:pt x="6886427" y="133864"/>
                  </a:cubicBezTo>
                  <a:cubicBezTo>
                    <a:pt x="6886427" y="133864"/>
                    <a:pt x="6886427" y="133864"/>
                    <a:pt x="6891382" y="138819"/>
                  </a:cubicBezTo>
                  <a:cubicBezTo>
                    <a:pt x="6980623" y="228060"/>
                    <a:pt x="7025246" y="356964"/>
                    <a:pt x="7020285" y="520575"/>
                  </a:cubicBezTo>
                  <a:lnTo>
                    <a:pt x="7020285" y="1298951"/>
                  </a:lnTo>
                  <a:lnTo>
                    <a:pt x="7020285" y="1484144"/>
                  </a:lnTo>
                  <a:lnTo>
                    <a:pt x="7004863" y="1480480"/>
                  </a:lnTo>
                  <a:cubicBezTo>
                    <a:pt x="6948557" y="1469836"/>
                    <a:pt x="6890637" y="1464333"/>
                    <a:pt x="6831667" y="1464430"/>
                  </a:cubicBezTo>
                  <a:cubicBezTo>
                    <a:pt x="6800217" y="1464481"/>
                    <a:pt x="6768467" y="1466126"/>
                    <a:pt x="6736505" y="1469431"/>
                  </a:cubicBezTo>
                  <a:cubicBezTo>
                    <a:pt x="6414445" y="1502203"/>
                    <a:pt x="6147549" y="1695488"/>
                    <a:pt x="6006963" y="1962167"/>
                  </a:cubicBezTo>
                  <a:lnTo>
                    <a:pt x="6001579" y="1974765"/>
                  </a:lnTo>
                  <a:lnTo>
                    <a:pt x="6016471" y="1993735"/>
                  </a:lnTo>
                  <a:lnTo>
                    <a:pt x="5969226" y="1933553"/>
                  </a:lnTo>
                  <a:cubicBezTo>
                    <a:pt x="5875030" y="1839357"/>
                    <a:pt x="5760997" y="1794734"/>
                    <a:pt x="5622178" y="1794734"/>
                  </a:cubicBezTo>
                  <a:cubicBezTo>
                    <a:pt x="5518066" y="1794734"/>
                    <a:pt x="5413949" y="1819526"/>
                    <a:pt x="5314793" y="1864144"/>
                  </a:cubicBezTo>
                  <a:lnTo>
                    <a:pt x="5194518" y="1928122"/>
                  </a:lnTo>
                  <a:lnTo>
                    <a:pt x="5200293" y="1925050"/>
                  </a:lnTo>
                  <a:lnTo>
                    <a:pt x="5166606" y="1885296"/>
                  </a:lnTo>
                  <a:cubicBezTo>
                    <a:pt x="5128079" y="1846322"/>
                    <a:pt x="5086671" y="1810268"/>
                    <a:pt x="5042817" y="1777127"/>
                  </a:cubicBezTo>
                  <a:cubicBezTo>
                    <a:pt x="5041417" y="1776466"/>
                    <a:pt x="5040019" y="1775804"/>
                    <a:pt x="5039651" y="1774773"/>
                  </a:cubicBezTo>
                  <a:cubicBezTo>
                    <a:pt x="5021003" y="1761680"/>
                    <a:pt x="5001987" y="1747555"/>
                    <a:pt x="4982679" y="1735862"/>
                  </a:cubicBezTo>
                  <a:cubicBezTo>
                    <a:pt x="4979878" y="1734539"/>
                    <a:pt x="4977741" y="1731815"/>
                    <a:pt x="4974941" y="1730492"/>
                  </a:cubicBezTo>
                  <a:cubicBezTo>
                    <a:pt x="4968971" y="1726814"/>
                    <a:pt x="4964401" y="1723799"/>
                    <a:pt x="4958433" y="1720121"/>
                  </a:cubicBezTo>
                  <a:cubicBezTo>
                    <a:pt x="4955265" y="1717767"/>
                    <a:pt x="4952463" y="1716445"/>
                    <a:pt x="4948263" y="1714459"/>
                  </a:cubicBezTo>
                  <a:cubicBezTo>
                    <a:pt x="4942663" y="1711812"/>
                    <a:pt x="4937727" y="1707766"/>
                    <a:pt x="4932125" y="1705119"/>
                  </a:cubicBezTo>
                  <a:cubicBezTo>
                    <a:pt x="4930357" y="1703426"/>
                    <a:pt x="4927924" y="1703136"/>
                    <a:pt x="4926155" y="1701442"/>
                  </a:cubicBezTo>
                  <a:cubicBezTo>
                    <a:pt x="4914587" y="1695118"/>
                    <a:pt x="4902649" y="1687764"/>
                    <a:pt x="4890049" y="1681810"/>
                  </a:cubicBezTo>
                  <a:cubicBezTo>
                    <a:pt x="4887246" y="1680486"/>
                    <a:pt x="4885849" y="1679825"/>
                    <a:pt x="4883049" y="1678501"/>
                  </a:cubicBezTo>
                  <a:cubicBezTo>
                    <a:pt x="4876049" y="1675193"/>
                    <a:pt x="4870078" y="1671515"/>
                    <a:pt x="4863447" y="1669238"/>
                  </a:cubicBezTo>
                  <a:cubicBezTo>
                    <a:pt x="4862047" y="1668576"/>
                    <a:pt x="4859249" y="1667253"/>
                    <a:pt x="4857847" y="1666592"/>
                  </a:cubicBezTo>
                  <a:cubicBezTo>
                    <a:pt x="4699276" y="1590796"/>
                    <a:pt x="4521813" y="1553171"/>
                    <a:pt x="4335698" y="1562839"/>
                  </a:cubicBezTo>
                  <a:cubicBezTo>
                    <a:pt x="4333268" y="1562546"/>
                    <a:pt x="4329805" y="1562624"/>
                    <a:pt x="4327744" y="1563362"/>
                  </a:cubicBezTo>
                  <a:cubicBezTo>
                    <a:pt x="4321852" y="1563146"/>
                    <a:pt x="4315297" y="1564330"/>
                    <a:pt x="4309773" y="1565145"/>
                  </a:cubicBezTo>
                  <a:cubicBezTo>
                    <a:pt x="4301820" y="1565668"/>
                    <a:pt x="4293865" y="1566190"/>
                    <a:pt x="4287311" y="1567376"/>
                  </a:cubicBezTo>
                  <a:cubicBezTo>
                    <a:pt x="4285249" y="1568115"/>
                    <a:pt x="4282819" y="1567821"/>
                    <a:pt x="4280387" y="1567529"/>
                  </a:cubicBezTo>
                  <a:cubicBezTo>
                    <a:pt x="4279356" y="1567898"/>
                    <a:pt x="4279356" y="1567898"/>
                    <a:pt x="4278326" y="1568267"/>
                  </a:cubicBezTo>
                  <a:cubicBezTo>
                    <a:pt x="4270372" y="1568791"/>
                    <a:pt x="4262788" y="1570344"/>
                    <a:pt x="4254834" y="1570865"/>
                  </a:cubicBezTo>
                  <a:cubicBezTo>
                    <a:pt x="4253803" y="1571235"/>
                    <a:pt x="4252771" y="1571604"/>
                    <a:pt x="4252403" y="1570573"/>
                  </a:cubicBezTo>
                  <a:cubicBezTo>
                    <a:pt x="4206816" y="1576434"/>
                    <a:pt x="4162336" y="1585385"/>
                    <a:pt x="4117566" y="1596768"/>
                  </a:cubicBezTo>
                  <a:cubicBezTo>
                    <a:pt x="3927141" y="1646360"/>
                    <a:pt x="3757901" y="1745355"/>
                    <a:pt x="3624044" y="1878199"/>
                  </a:cubicBezTo>
                  <a:cubicBezTo>
                    <a:pt x="3623013" y="1878569"/>
                    <a:pt x="3622352" y="1879967"/>
                    <a:pt x="3621321" y="1880337"/>
                  </a:cubicBezTo>
                  <a:cubicBezTo>
                    <a:pt x="3616904" y="1884246"/>
                    <a:pt x="3612857" y="1889183"/>
                    <a:pt x="3608442" y="1893092"/>
                  </a:cubicBezTo>
                  <a:cubicBezTo>
                    <a:pt x="3605718" y="1895228"/>
                    <a:pt x="3604396" y="1898029"/>
                    <a:pt x="3601673" y="1900168"/>
                  </a:cubicBezTo>
                  <a:cubicBezTo>
                    <a:pt x="3599318" y="1903336"/>
                    <a:pt x="3595564" y="1905844"/>
                    <a:pt x="3593210" y="1909013"/>
                  </a:cubicBezTo>
                  <a:cubicBezTo>
                    <a:pt x="3589825" y="1912552"/>
                    <a:pt x="3585409" y="1916461"/>
                    <a:pt x="3582394" y="1921029"/>
                  </a:cubicBezTo>
                  <a:cubicBezTo>
                    <a:pt x="3580701" y="1922798"/>
                    <a:pt x="3580041" y="1924198"/>
                    <a:pt x="3578347" y="1925967"/>
                  </a:cubicBezTo>
                  <a:cubicBezTo>
                    <a:pt x="3464814" y="2053858"/>
                    <a:pt x="3380249" y="2207428"/>
                    <a:pt x="3336286" y="2380185"/>
                  </a:cubicBezTo>
                  <a:cubicBezTo>
                    <a:pt x="3321020" y="2441479"/>
                    <a:pt x="3309957" y="2504758"/>
                    <a:pt x="3305522" y="2570313"/>
                  </a:cubicBezTo>
                  <a:cubicBezTo>
                    <a:pt x="3305522" y="2570313"/>
                    <a:pt x="3305890" y="2571345"/>
                    <a:pt x="3305890" y="2571345"/>
                  </a:cubicBezTo>
                  <a:cubicBezTo>
                    <a:pt x="3304721" y="2581067"/>
                    <a:pt x="3304951" y="2591453"/>
                    <a:pt x="3303782" y="2601175"/>
                  </a:cubicBezTo>
                  <a:cubicBezTo>
                    <a:pt x="3303197" y="2606036"/>
                    <a:pt x="3303642" y="2610530"/>
                    <a:pt x="3303058" y="2615392"/>
                  </a:cubicBezTo>
                  <a:cubicBezTo>
                    <a:pt x="3302472" y="2620254"/>
                    <a:pt x="3302919" y="2624746"/>
                    <a:pt x="3302335" y="2629607"/>
                  </a:cubicBezTo>
                  <a:cubicBezTo>
                    <a:pt x="3299419" y="2767600"/>
                    <a:pt x="3323100" y="2901302"/>
                    <a:pt x="3368708" y="3024533"/>
                  </a:cubicBezTo>
                  <a:lnTo>
                    <a:pt x="3408019" y="3113609"/>
                  </a:lnTo>
                  <a:lnTo>
                    <a:pt x="3380001" y="3111039"/>
                  </a:lnTo>
                  <a:cubicBezTo>
                    <a:pt x="3336620" y="3102363"/>
                    <a:pt x="3294479" y="3088730"/>
                    <a:pt x="3252336" y="3068899"/>
                  </a:cubicBezTo>
                  <a:cubicBezTo>
                    <a:pt x="3212673" y="3054023"/>
                    <a:pt x="3168055" y="3029236"/>
                    <a:pt x="3128393" y="3004444"/>
                  </a:cubicBezTo>
                  <a:cubicBezTo>
                    <a:pt x="3088730" y="2979658"/>
                    <a:pt x="3044107" y="2949911"/>
                    <a:pt x="3004444" y="2920164"/>
                  </a:cubicBezTo>
                  <a:lnTo>
                    <a:pt x="2763870" y="2718081"/>
                  </a:lnTo>
                  <a:lnTo>
                    <a:pt x="2790573" y="2740511"/>
                  </a:lnTo>
                  <a:lnTo>
                    <a:pt x="2800406" y="2734939"/>
                  </a:lnTo>
                  <a:cubicBezTo>
                    <a:pt x="3161613" y="2499733"/>
                    <a:pt x="3266656" y="2020154"/>
                    <a:pt x="3036975" y="1658132"/>
                  </a:cubicBezTo>
                  <a:cubicBezTo>
                    <a:pt x="2983150" y="1573607"/>
                    <a:pt x="2915707" y="1503118"/>
                    <a:pt x="2839289" y="1447641"/>
                  </a:cubicBezTo>
                  <a:lnTo>
                    <a:pt x="2765608" y="1400741"/>
                  </a:lnTo>
                  <a:lnTo>
                    <a:pt x="2721850" y="1383238"/>
                  </a:lnTo>
                  <a:lnTo>
                    <a:pt x="2655794" y="1350209"/>
                  </a:lnTo>
                  <a:lnTo>
                    <a:pt x="2587751" y="1327216"/>
                  </a:lnTo>
                  <a:cubicBezTo>
                    <a:pt x="2527933" y="1310896"/>
                    <a:pt x="2466189" y="1301679"/>
                    <a:pt x="2403895" y="1299857"/>
                  </a:cubicBezTo>
                  <a:cubicBezTo>
                    <a:pt x="2321769" y="1297868"/>
                    <a:pt x="2238181" y="1308033"/>
                    <a:pt x="2156300" y="1332707"/>
                  </a:cubicBezTo>
                  <a:cubicBezTo>
                    <a:pt x="2154238" y="1333446"/>
                    <a:pt x="2152178" y="1334183"/>
                    <a:pt x="2150115" y="1334923"/>
                  </a:cubicBezTo>
                  <a:cubicBezTo>
                    <a:pt x="2069266" y="1359227"/>
                    <a:pt x="1978864" y="1327637"/>
                    <a:pt x="1931143" y="1252847"/>
                  </a:cubicBezTo>
                  <a:lnTo>
                    <a:pt x="1930406" y="1250786"/>
                  </a:lnTo>
                  <a:cubicBezTo>
                    <a:pt x="1872653" y="1160980"/>
                    <a:pt x="1884997" y="1046069"/>
                    <a:pt x="1953280" y="970439"/>
                  </a:cubicBezTo>
                  <a:cubicBezTo>
                    <a:pt x="1954974" y="968671"/>
                    <a:pt x="1955634" y="967270"/>
                    <a:pt x="1957326" y="965501"/>
                  </a:cubicBezTo>
                  <a:cubicBezTo>
                    <a:pt x="1960050" y="963362"/>
                    <a:pt x="1961374" y="960563"/>
                    <a:pt x="1964098" y="958425"/>
                  </a:cubicBezTo>
                  <a:cubicBezTo>
                    <a:pt x="1967480" y="954886"/>
                    <a:pt x="1969836" y="951717"/>
                    <a:pt x="1973220" y="948177"/>
                  </a:cubicBezTo>
                  <a:lnTo>
                    <a:pt x="2020133" y="889810"/>
                  </a:lnTo>
                  <a:lnTo>
                    <a:pt x="2092204" y="956864"/>
                  </a:lnTo>
                  <a:cubicBezTo>
                    <a:pt x="2107080" y="966779"/>
                    <a:pt x="2121951" y="981650"/>
                    <a:pt x="2136827" y="996526"/>
                  </a:cubicBezTo>
                  <a:cubicBezTo>
                    <a:pt x="2156658" y="1011397"/>
                    <a:pt x="2181445" y="1031229"/>
                    <a:pt x="2201276" y="1051060"/>
                  </a:cubicBezTo>
                  <a:cubicBezTo>
                    <a:pt x="2201276" y="1056020"/>
                    <a:pt x="2206236" y="1056020"/>
                    <a:pt x="2206236" y="1056020"/>
                  </a:cubicBezTo>
                  <a:cubicBezTo>
                    <a:pt x="2226068" y="1070891"/>
                    <a:pt x="2250854" y="1090723"/>
                    <a:pt x="2270686" y="1105599"/>
                  </a:cubicBezTo>
                  <a:cubicBezTo>
                    <a:pt x="2275646" y="1105599"/>
                    <a:pt x="2275646" y="1110554"/>
                    <a:pt x="2280601" y="1110554"/>
                  </a:cubicBezTo>
                  <a:cubicBezTo>
                    <a:pt x="2300433" y="1125430"/>
                    <a:pt x="2320264" y="1140301"/>
                    <a:pt x="2340096" y="1155177"/>
                  </a:cubicBezTo>
                  <a:cubicBezTo>
                    <a:pt x="2345056" y="1160132"/>
                    <a:pt x="2350011" y="1160132"/>
                    <a:pt x="2354971" y="1165093"/>
                  </a:cubicBezTo>
                  <a:cubicBezTo>
                    <a:pt x="2374803" y="1179963"/>
                    <a:pt x="2394634" y="1189879"/>
                    <a:pt x="2414466" y="1204755"/>
                  </a:cubicBezTo>
                  <a:cubicBezTo>
                    <a:pt x="2419421" y="1209710"/>
                    <a:pt x="2429336" y="1214671"/>
                    <a:pt x="2434297" y="1219626"/>
                  </a:cubicBezTo>
                  <a:cubicBezTo>
                    <a:pt x="2454128" y="1234502"/>
                    <a:pt x="2468999" y="1244418"/>
                    <a:pt x="2488830" y="1254334"/>
                  </a:cubicBezTo>
                  <a:cubicBezTo>
                    <a:pt x="2498746" y="1264249"/>
                    <a:pt x="2508662" y="1269204"/>
                    <a:pt x="2518577" y="1274165"/>
                  </a:cubicBezTo>
                  <a:cubicBezTo>
                    <a:pt x="2533453" y="1279120"/>
                    <a:pt x="2548324" y="1289036"/>
                    <a:pt x="2563200" y="1298951"/>
                  </a:cubicBezTo>
                  <a:cubicBezTo>
                    <a:pt x="2578071" y="1308867"/>
                    <a:pt x="2592947" y="1313827"/>
                    <a:pt x="2607818" y="1323743"/>
                  </a:cubicBezTo>
                  <a:cubicBezTo>
                    <a:pt x="2617734" y="1328698"/>
                    <a:pt x="2632610" y="1338614"/>
                    <a:pt x="2642525" y="1343574"/>
                  </a:cubicBezTo>
                  <a:cubicBezTo>
                    <a:pt x="2667312" y="1358445"/>
                    <a:pt x="2697059" y="1368361"/>
                    <a:pt x="2721851" y="1383237"/>
                  </a:cubicBezTo>
                  <a:cubicBezTo>
                    <a:pt x="2746637" y="1393153"/>
                    <a:pt x="2771429" y="1403068"/>
                    <a:pt x="2796216" y="1412984"/>
                  </a:cubicBezTo>
                  <a:cubicBezTo>
                    <a:pt x="2806131" y="1417939"/>
                    <a:pt x="2816047" y="1422900"/>
                    <a:pt x="2825962" y="1427855"/>
                  </a:cubicBezTo>
                  <a:cubicBezTo>
                    <a:pt x="2840839" y="1432815"/>
                    <a:pt x="2850754" y="1437771"/>
                    <a:pt x="2865625" y="1442731"/>
                  </a:cubicBezTo>
                  <a:cubicBezTo>
                    <a:pt x="2900333" y="1457602"/>
                    <a:pt x="2935035" y="1467518"/>
                    <a:pt x="2969742" y="1477433"/>
                  </a:cubicBezTo>
                  <a:cubicBezTo>
                    <a:pt x="3133348" y="1522056"/>
                    <a:pt x="3316790" y="1546843"/>
                    <a:pt x="3515103" y="1546843"/>
                  </a:cubicBezTo>
                  <a:cubicBezTo>
                    <a:pt x="3797697" y="1546843"/>
                    <a:pt x="4050549" y="1497265"/>
                    <a:pt x="4268693" y="1403068"/>
                  </a:cubicBezTo>
                  <a:cubicBezTo>
                    <a:pt x="4273649" y="1403068"/>
                    <a:pt x="4273649" y="1403068"/>
                    <a:pt x="4273649" y="1403068"/>
                  </a:cubicBezTo>
                  <a:cubicBezTo>
                    <a:pt x="4283564" y="1398108"/>
                    <a:pt x="4298440" y="1393153"/>
                    <a:pt x="4308356" y="1388192"/>
                  </a:cubicBezTo>
                  <a:cubicBezTo>
                    <a:pt x="4536416" y="1279120"/>
                    <a:pt x="4744645" y="1135346"/>
                    <a:pt x="4937998" y="956864"/>
                  </a:cubicBezTo>
                  <a:lnTo>
                    <a:pt x="5498235" y="446205"/>
                  </a:lnTo>
                  <a:lnTo>
                    <a:pt x="5786844" y="176334"/>
                  </a:lnTo>
                  <a:lnTo>
                    <a:pt x="5498235" y="446205"/>
                  </a:lnTo>
                  <a:lnTo>
                    <a:pt x="4937999" y="956863"/>
                  </a:lnTo>
                  <a:lnTo>
                    <a:pt x="4871692" y="1013965"/>
                  </a:lnTo>
                  <a:lnTo>
                    <a:pt x="4897681" y="1073129"/>
                  </a:lnTo>
                  <a:cubicBezTo>
                    <a:pt x="4900188" y="1076882"/>
                    <a:pt x="4901295" y="1079974"/>
                    <a:pt x="4903805" y="1083729"/>
                  </a:cubicBezTo>
                  <a:cubicBezTo>
                    <a:pt x="4904171" y="1084760"/>
                    <a:pt x="4904541" y="1085791"/>
                    <a:pt x="4905940" y="1086453"/>
                  </a:cubicBezTo>
                  <a:cubicBezTo>
                    <a:pt x="4912801" y="1099115"/>
                    <a:pt x="4920692" y="1111408"/>
                    <a:pt x="4927555" y="1124070"/>
                  </a:cubicBezTo>
                  <a:cubicBezTo>
                    <a:pt x="4927925" y="1125101"/>
                    <a:pt x="4928293" y="1126132"/>
                    <a:pt x="4929693" y="1126793"/>
                  </a:cubicBezTo>
                  <a:cubicBezTo>
                    <a:pt x="4935815" y="1137394"/>
                    <a:pt x="4943341" y="1148655"/>
                    <a:pt x="4950495" y="1158888"/>
                  </a:cubicBezTo>
                  <a:cubicBezTo>
                    <a:pt x="4952263" y="1160580"/>
                    <a:pt x="4953371" y="1163674"/>
                    <a:pt x="4955139" y="1165365"/>
                  </a:cubicBezTo>
                  <a:cubicBezTo>
                    <a:pt x="4962661" y="1176627"/>
                    <a:pt x="4970845" y="1186490"/>
                    <a:pt x="4977999" y="1196721"/>
                  </a:cubicBezTo>
                  <a:cubicBezTo>
                    <a:pt x="4979769" y="1198414"/>
                    <a:pt x="4981909" y="1201137"/>
                    <a:pt x="4982644" y="1203199"/>
                  </a:cubicBezTo>
                  <a:cubicBezTo>
                    <a:pt x="5000121" y="1226015"/>
                    <a:pt x="5018259" y="1247433"/>
                    <a:pt x="5038459" y="1268111"/>
                  </a:cubicBezTo>
                  <a:cubicBezTo>
                    <a:pt x="5038459" y="1268111"/>
                    <a:pt x="5038459" y="1268111"/>
                    <a:pt x="5038829" y="1269141"/>
                  </a:cubicBezTo>
                  <a:cubicBezTo>
                    <a:pt x="5189225" y="1429278"/>
                    <a:pt x="5395627" y="1537953"/>
                    <a:pt x="5631633" y="1560426"/>
                  </a:cubicBezTo>
                  <a:cubicBezTo>
                    <a:pt x="5826685" y="1578960"/>
                    <a:pt x="6012403" y="1535707"/>
                    <a:pt x="6171487" y="1447327"/>
                  </a:cubicBezTo>
                  <a:cubicBezTo>
                    <a:pt x="6173549" y="1446588"/>
                    <a:pt x="6175245" y="1444819"/>
                    <a:pt x="6177305" y="1444081"/>
                  </a:cubicBezTo>
                  <a:cubicBezTo>
                    <a:pt x="6187905" y="1437957"/>
                    <a:pt x="6199537" y="1431466"/>
                    <a:pt x="6210135" y="1425343"/>
                  </a:cubicBezTo>
                  <a:cubicBezTo>
                    <a:pt x="6214921" y="1422467"/>
                    <a:pt x="6219707" y="1419590"/>
                    <a:pt x="6224123" y="1415682"/>
                  </a:cubicBezTo>
                  <a:cubicBezTo>
                    <a:pt x="6231629" y="1410667"/>
                    <a:pt x="6239139" y="1405651"/>
                    <a:pt x="6246647" y="1400636"/>
                  </a:cubicBezTo>
                  <a:cubicBezTo>
                    <a:pt x="6253123" y="1395991"/>
                    <a:pt x="6258571" y="1391713"/>
                    <a:pt x="6265047" y="1387069"/>
                  </a:cubicBezTo>
                  <a:cubicBezTo>
                    <a:pt x="6270495" y="1382791"/>
                    <a:pt x="6276971" y="1378145"/>
                    <a:pt x="6282417" y="1373869"/>
                  </a:cubicBezTo>
                  <a:cubicBezTo>
                    <a:pt x="6288895" y="1369222"/>
                    <a:pt x="6295003" y="1363545"/>
                    <a:pt x="6300449" y="1359269"/>
                  </a:cubicBezTo>
                  <a:cubicBezTo>
                    <a:pt x="6305897" y="1354992"/>
                    <a:pt x="6311343" y="1350715"/>
                    <a:pt x="6317821" y="1346069"/>
                  </a:cubicBezTo>
                  <a:cubicBezTo>
                    <a:pt x="6323267" y="1341793"/>
                    <a:pt x="6329375" y="1336115"/>
                    <a:pt x="6334822" y="1331839"/>
                  </a:cubicBezTo>
                  <a:cubicBezTo>
                    <a:pt x="6340929" y="1326162"/>
                    <a:pt x="6346377" y="1321886"/>
                    <a:pt x="6352485" y="1316207"/>
                  </a:cubicBezTo>
                  <a:cubicBezTo>
                    <a:pt x="6356900" y="1312301"/>
                    <a:pt x="6360947" y="1307362"/>
                    <a:pt x="6366393" y="1303086"/>
                  </a:cubicBezTo>
                  <a:cubicBezTo>
                    <a:pt x="6373532" y="1297039"/>
                    <a:pt x="6379271" y="1290333"/>
                    <a:pt x="6386041" y="1283257"/>
                  </a:cubicBezTo>
                  <a:cubicBezTo>
                    <a:pt x="6389424" y="1279717"/>
                    <a:pt x="6392811" y="1276179"/>
                    <a:pt x="6395165" y="1273009"/>
                  </a:cubicBezTo>
                  <a:cubicBezTo>
                    <a:pt x="6402969" y="1265563"/>
                    <a:pt x="6410397" y="1257086"/>
                    <a:pt x="6416799" y="1248978"/>
                  </a:cubicBezTo>
                  <a:cubicBezTo>
                    <a:pt x="6418490" y="1247209"/>
                    <a:pt x="6420183" y="1245440"/>
                    <a:pt x="6422537" y="1242272"/>
                  </a:cubicBezTo>
                  <a:cubicBezTo>
                    <a:pt x="6430629" y="1232394"/>
                    <a:pt x="6438723" y="1222517"/>
                    <a:pt x="6446817" y="1212640"/>
                  </a:cubicBezTo>
                  <a:cubicBezTo>
                    <a:pt x="6447847" y="1212271"/>
                    <a:pt x="6447477" y="1211240"/>
                    <a:pt x="6448509" y="1210871"/>
                  </a:cubicBezTo>
                  <a:cubicBezTo>
                    <a:pt x="6512885" y="1130825"/>
                    <a:pt x="6563845" y="1039303"/>
                    <a:pt x="6598003" y="939840"/>
                  </a:cubicBezTo>
                  <a:cubicBezTo>
                    <a:pt x="6598665" y="938440"/>
                    <a:pt x="6598297" y="937408"/>
                    <a:pt x="6599327" y="937038"/>
                  </a:cubicBezTo>
                  <a:cubicBezTo>
                    <a:pt x="6604250" y="924808"/>
                    <a:pt x="6607775" y="911916"/>
                    <a:pt x="6611299" y="899023"/>
                  </a:cubicBezTo>
                  <a:cubicBezTo>
                    <a:pt x="6614236" y="890993"/>
                    <a:pt x="6615777" y="882300"/>
                    <a:pt x="6618347" y="873238"/>
                  </a:cubicBezTo>
                  <a:cubicBezTo>
                    <a:pt x="6619963" y="868007"/>
                    <a:pt x="6621577" y="862776"/>
                    <a:pt x="6622827" y="856514"/>
                  </a:cubicBezTo>
                  <a:cubicBezTo>
                    <a:pt x="6649245" y="751682"/>
                    <a:pt x="6657543" y="641709"/>
                    <a:pt x="6645363" y="529767"/>
                  </a:cubicBezTo>
                  <a:cubicBezTo>
                    <a:pt x="6644549" y="524242"/>
                    <a:pt x="6644103" y="519750"/>
                    <a:pt x="6643289" y="514228"/>
                  </a:cubicBezTo>
                  <a:cubicBezTo>
                    <a:pt x="6642027" y="504212"/>
                    <a:pt x="6641134" y="495227"/>
                    <a:pt x="6639875" y="485210"/>
                  </a:cubicBezTo>
                  <a:cubicBezTo>
                    <a:pt x="6637507" y="472103"/>
                    <a:pt x="6635505" y="460025"/>
                    <a:pt x="6633139" y="446916"/>
                  </a:cubicBezTo>
                  <a:cubicBezTo>
                    <a:pt x="6632398" y="444855"/>
                    <a:pt x="6632691" y="442424"/>
                    <a:pt x="6631952" y="440363"/>
                  </a:cubicBezTo>
                  <a:cubicBezTo>
                    <a:pt x="6627371" y="421070"/>
                    <a:pt x="6623155" y="402808"/>
                    <a:pt x="6618571" y="383514"/>
                  </a:cubicBezTo>
                  <a:cubicBezTo>
                    <a:pt x="6616279" y="373868"/>
                    <a:pt x="6612955" y="364590"/>
                    <a:pt x="6610663" y="354943"/>
                  </a:cubicBezTo>
                  <a:cubicBezTo>
                    <a:pt x="6609186" y="350820"/>
                    <a:pt x="6608079" y="347728"/>
                    <a:pt x="6606602" y="343605"/>
                  </a:cubicBezTo>
                  <a:cubicBezTo>
                    <a:pt x="6568825" y="225130"/>
                    <a:pt x="6509163" y="119434"/>
                    <a:pt x="6433309" y="29424"/>
                  </a:cubicBezTo>
                  <a:lnTo>
                    <a:pt x="6408385" y="4961"/>
                  </a:lnTo>
                  <a:lnTo>
                    <a:pt x="6038636" y="4961"/>
                  </a:lnTo>
                  <a:lnTo>
                    <a:pt x="6008875" y="10912"/>
                  </a:lnTo>
                  <a:close/>
                  <a:moveTo>
                    <a:pt x="401092" y="0"/>
                  </a:moveTo>
                  <a:lnTo>
                    <a:pt x="520575" y="0"/>
                  </a:lnTo>
                  <a:lnTo>
                    <a:pt x="713928" y="0"/>
                  </a:lnTo>
                  <a:cubicBezTo>
                    <a:pt x="903566" y="0"/>
                    <a:pt x="1059737" y="41833"/>
                    <a:pt x="1188718" y="127588"/>
                  </a:cubicBezTo>
                  <a:lnTo>
                    <a:pt x="1188718" y="127588"/>
                  </a:lnTo>
                  <a:lnTo>
                    <a:pt x="1050442" y="56397"/>
                  </a:lnTo>
                  <a:cubicBezTo>
                    <a:pt x="951905" y="18593"/>
                    <a:pt x="840354" y="1"/>
                    <a:pt x="713928" y="0"/>
                  </a:cubicBezTo>
                  <a:lnTo>
                    <a:pt x="520576" y="0"/>
                  </a:lnTo>
                  <a:close/>
                  <a:moveTo>
                    <a:pt x="74370" y="0"/>
                  </a:moveTo>
                  <a:lnTo>
                    <a:pt x="401092" y="0"/>
                  </a:lnTo>
                  <a:lnTo>
                    <a:pt x="400308" y="1884"/>
                  </a:lnTo>
                  <a:cubicBezTo>
                    <a:pt x="399647" y="3284"/>
                    <a:pt x="398324" y="6085"/>
                    <a:pt x="397662" y="7485"/>
                  </a:cubicBezTo>
                  <a:cubicBezTo>
                    <a:pt x="363641" y="97593"/>
                    <a:pt x="344574" y="190488"/>
                    <a:pt x="339724" y="284107"/>
                  </a:cubicBezTo>
                  <a:cubicBezTo>
                    <a:pt x="339430" y="286537"/>
                    <a:pt x="339509" y="289999"/>
                    <a:pt x="339584" y="293460"/>
                  </a:cubicBezTo>
                  <a:cubicBezTo>
                    <a:pt x="340031" y="297952"/>
                    <a:pt x="339076" y="301783"/>
                    <a:pt x="339523" y="306276"/>
                  </a:cubicBezTo>
                  <a:cubicBezTo>
                    <a:pt x="339675" y="313200"/>
                    <a:pt x="338799" y="320492"/>
                    <a:pt x="338951" y="327416"/>
                  </a:cubicBezTo>
                  <a:cubicBezTo>
                    <a:pt x="339320" y="328446"/>
                    <a:pt x="338290" y="328815"/>
                    <a:pt x="338659" y="329846"/>
                  </a:cubicBezTo>
                  <a:cubicBezTo>
                    <a:pt x="338004" y="503374"/>
                    <a:pt x="384489" y="678628"/>
                    <a:pt x="484946" y="835717"/>
                  </a:cubicBezTo>
                  <a:cubicBezTo>
                    <a:pt x="497484" y="854486"/>
                    <a:pt x="510023" y="873258"/>
                    <a:pt x="523222" y="890627"/>
                  </a:cubicBezTo>
                  <a:cubicBezTo>
                    <a:pt x="523591" y="891658"/>
                    <a:pt x="524992" y="892320"/>
                    <a:pt x="525360" y="893351"/>
                  </a:cubicBezTo>
                  <a:cubicBezTo>
                    <a:pt x="532144" y="902551"/>
                    <a:pt x="538929" y="911752"/>
                    <a:pt x="546745" y="920584"/>
                  </a:cubicBezTo>
                  <a:cubicBezTo>
                    <a:pt x="547114" y="921614"/>
                    <a:pt x="547114" y="921614"/>
                    <a:pt x="548514" y="922276"/>
                  </a:cubicBezTo>
                  <a:cubicBezTo>
                    <a:pt x="575205" y="954586"/>
                    <a:pt x="602189" y="984465"/>
                    <a:pt x="631896" y="1012206"/>
                  </a:cubicBezTo>
                  <a:cubicBezTo>
                    <a:pt x="702741" y="1083365"/>
                    <a:pt x="722213" y="1196186"/>
                    <a:pt x="670592" y="1289109"/>
                  </a:cubicBezTo>
                  <a:lnTo>
                    <a:pt x="669269" y="1291909"/>
                  </a:lnTo>
                  <a:cubicBezTo>
                    <a:pt x="635957" y="1351525"/>
                    <a:pt x="568738" y="1381414"/>
                    <a:pt x="505091" y="1369319"/>
                  </a:cubicBezTo>
                  <a:cubicBezTo>
                    <a:pt x="504060" y="1369688"/>
                    <a:pt x="502660" y="1369026"/>
                    <a:pt x="502660" y="1369026"/>
                  </a:cubicBezTo>
                  <a:cubicBezTo>
                    <a:pt x="501260" y="1368365"/>
                    <a:pt x="498829" y="1368072"/>
                    <a:pt x="497429" y="1367411"/>
                  </a:cubicBezTo>
                  <a:cubicBezTo>
                    <a:pt x="496398" y="1367780"/>
                    <a:pt x="496028" y="1366749"/>
                    <a:pt x="494997" y="1367118"/>
                  </a:cubicBezTo>
                  <a:cubicBezTo>
                    <a:pt x="493968" y="1367487"/>
                    <a:pt x="493598" y="1366456"/>
                    <a:pt x="492567" y="1366825"/>
                  </a:cubicBezTo>
                  <a:cubicBezTo>
                    <a:pt x="482474" y="1364625"/>
                    <a:pt x="472382" y="1362425"/>
                    <a:pt x="462659" y="1361255"/>
                  </a:cubicBezTo>
                  <a:cubicBezTo>
                    <a:pt x="462659" y="1361255"/>
                    <a:pt x="461627" y="1361624"/>
                    <a:pt x="461258" y="1360593"/>
                  </a:cubicBezTo>
                  <a:cubicBezTo>
                    <a:pt x="451535" y="1359423"/>
                    <a:pt x="441811" y="1358253"/>
                    <a:pt x="432088" y="1357084"/>
                  </a:cubicBezTo>
                  <a:cubicBezTo>
                    <a:pt x="429657" y="1356792"/>
                    <a:pt x="427228" y="1356500"/>
                    <a:pt x="424795" y="1356207"/>
                  </a:cubicBezTo>
                  <a:cubicBezTo>
                    <a:pt x="415073" y="1355038"/>
                    <a:pt x="406750" y="1354528"/>
                    <a:pt x="397394" y="1354390"/>
                  </a:cubicBezTo>
                  <a:cubicBezTo>
                    <a:pt x="394964" y="1354097"/>
                    <a:pt x="392534" y="1353806"/>
                    <a:pt x="390104" y="1353513"/>
                  </a:cubicBezTo>
                  <a:cubicBezTo>
                    <a:pt x="381778" y="1353004"/>
                    <a:pt x="373825" y="1353527"/>
                    <a:pt x="365502" y="1353020"/>
                  </a:cubicBezTo>
                  <a:cubicBezTo>
                    <a:pt x="364472" y="1353389"/>
                    <a:pt x="362041" y="1353096"/>
                    <a:pt x="361010" y="1353465"/>
                  </a:cubicBezTo>
                  <a:cubicBezTo>
                    <a:pt x="326392" y="1354233"/>
                    <a:pt x="292514" y="1357061"/>
                    <a:pt x="258344" y="1362322"/>
                  </a:cubicBezTo>
                  <a:cubicBezTo>
                    <a:pt x="257312" y="1362692"/>
                    <a:pt x="257312" y="1362692"/>
                    <a:pt x="256281" y="1363060"/>
                  </a:cubicBezTo>
                  <a:cubicBezTo>
                    <a:pt x="250760" y="1363875"/>
                    <a:pt x="244205" y="1365061"/>
                    <a:pt x="238682" y="1365875"/>
                  </a:cubicBezTo>
                  <a:cubicBezTo>
                    <a:pt x="236620" y="1366613"/>
                    <a:pt x="234558" y="1367352"/>
                    <a:pt x="232127" y="1367059"/>
                  </a:cubicBezTo>
                  <a:cubicBezTo>
                    <a:pt x="227634" y="1367504"/>
                    <a:pt x="223512" y="1368982"/>
                    <a:pt x="219019" y="1369429"/>
                  </a:cubicBezTo>
                  <a:cubicBezTo>
                    <a:pt x="215928" y="1370536"/>
                    <a:pt x="211435" y="1370982"/>
                    <a:pt x="208341" y="1372089"/>
                  </a:cubicBezTo>
                  <a:cubicBezTo>
                    <a:pt x="205249" y="1373196"/>
                    <a:pt x="202819" y="1372905"/>
                    <a:pt x="199726" y="1374012"/>
                  </a:cubicBezTo>
                  <a:cubicBezTo>
                    <a:pt x="194571" y="1375857"/>
                    <a:pt x="189049" y="1376672"/>
                    <a:pt x="184925" y="1378149"/>
                  </a:cubicBezTo>
                  <a:cubicBezTo>
                    <a:pt x="183893" y="1378519"/>
                    <a:pt x="181834" y="1379256"/>
                    <a:pt x="180802" y="1379626"/>
                  </a:cubicBezTo>
                  <a:cubicBezTo>
                    <a:pt x="174616" y="1381841"/>
                    <a:pt x="168432" y="1384056"/>
                    <a:pt x="161878" y="1385241"/>
                  </a:cubicBezTo>
                  <a:cubicBezTo>
                    <a:pt x="161878" y="1385241"/>
                    <a:pt x="161878" y="1385241"/>
                    <a:pt x="160847" y="1385611"/>
                  </a:cubicBezTo>
                  <a:cubicBezTo>
                    <a:pt x="135076" y="1394841"/>
                    <a:pt x="109676" y="1405100"/>
                    <a:pt x="85013" y="1417423"/>
                  </a:cubicBezTo>
                  <a:cubicBezTo>
                    <a:pt x="83982" y="1417793"/>
                    <a:pt x="81920" y="1418531"/>
                    <a:pt x="81257" y="1419931"/>
                  </a:cubicBezTo>
                  <a:cubicBezTo>
                    <a:pt x="74411" y="1423546"/>
                    <a:pt x="66534" y="1427530"/>
                    <a:pt x="59687" y="1431145"/>
                  </a:cubicBezTo>
                  <a:cubicBezTo>
                    <a:pt x="57627" y="1431883"/>
                    <a:pt x="55933" y="1433652"/>
                    <a:pt x="52841" y="1434759"/>
                  </a:cubicBezTo>
                  <a:cubicBezTo>
                    <a:pt x="45334" y="1439775"/>
                    <a:pt x="36425" y="1444129"/>
                    <a:pt x="28917" y="1449144"/>
                  </a:cubicBezTo>
                  <a:cubicBezTo>
                    <a:pt x="26855" y="1449882"/>
                    <a:pt x="25162" y="1451651"/>
                    <a:pt x="23101" y="1452390"/>
                  </a:cubicBezTo>
                  <a:lnTo>
                    <a:pt x="1" y="1468430"/>
                  </a:lnTo>
                  <a:lnTo>
                    <a:pt x="0" y="2472769"/>
                  </a:lnTo>
                  <a:lnTo>
                    <a:pt x="9511" y="2479577"/>
                  </a:lnTo>
                  <a:cubicBezTo>
                    <a:pt x="12679" y="2481931"/>
                    <a:pt x="15481" y="2483255"/>
                    <a:pt x="18651" y="2485608"/>
                  </a:cubicBezTo>
                  <a:cubicBezTo>
                    <a:pt x="20049" y="2486270"/>
                    <a:pt x="20418" y="2487300"/>
                    <a:pt x="21818" y="2487963"/>
                  </a:cubicBezTo>
                  <a:cubicBezTo>
                    <a:pt x="24988" y="2490316"/>
                    <a:pt x="27787" y="2491639"/>
                    <a:pt x="30958" y="2493993"/>
                  </a:cubicBezTo>
                  <a:cubicBezTo>
                    <a:pt x="35526" y="2497008"/>
                    <a:pt x="40095" y="2500026"/>
                    <a:pt x="46064" y="2503703"/>
                  </a:cubicBezTo>
                  <a:cubicBezTo>
                    <a:pt x="52035" y="2507379"/>
                    <a:pt x="56603" y="2510395"/>
                    <a:pt x="62203" y="2513041"/>
                  </a:cubicBezTo>
                  <a:cubicBezTo>
                    <a:pt x="65004" y="2514364"/>
                    <a:pt x="66772" y="2516059"/>
                    <a:pt x="69572" y="2517381"/>
                  </a:cubicBezTo>
                  <a:cubicBezTo>
                    <a:pt x="70973" y="2518043"/>
                    <a:pt x="70973" y="2518043"/>
                    <a:pt x="72372" y="2518705"/>
                  </a:cubicBezTo>
                  <a:cubicBezTo>
                    <a:pt x="79372" y="2522012"/>
                    <a:pt x="86741" y="2526351"/>
                    <a:pt x="92711" y="2530028"/>
                  </a:cubicBezTo>
                  <a:cubicBezTo>
                    <a:pt x="95512" y="2531353"/>
                    <a:pt x="96912" y="2532013"/>
                    <a:pt x="99712" y="2533337"/>
                  </a:cubicBezTo>
                  <a:cubicBezTo>
                    <a:pt x="106711" y="2536645"/>
                    <a:pt x="115111" y="2540614"/>
                    <a:pt x="122111" y="2543923"/>
                  </a:cubicBezTo>
                  <a:cubicBezTo>
                    <a:pt x="123511" y="2544585"/>
                    <a:pt x="126313" y="2545909"/>
                    <a:pt x="127712" y="2546568"/>
                  </a:cubicBezTo>
                  <a:cubicBezTo>
                    <a:pt x="135742" y="2549508"/>
                    <a:pt x="142743" y="2552816"/>
                    <a:pt x="150773" y="2555756"/>
                  </a:cubicBezTo>
                  <a:cubicBezTo>
                    <a:pt x="153204" y="2556048"/>
                    <a:pt x="154973" y="2557740"/>
                    <a:pt x="157404" y="2558032"/>
                  </a:cubicBezTo>
                  <a:cubicBezTo>
                    <a:pt x="164034" y="2560310"/>
                    <a:pt x="172067" y="2563249"/>
                    <a:pt x="178697" y="2565527"/>
                  </a:cubicBezTo>
                  <a:cubicBezTo>
                    <a:pt x="181497" y="2566850"/>
                    <a:pt x="183928" y="2567141"/>
                    <a:pt x="186728" y="2568466"/>
                  </a:cubicBezTo>
                  <a:cubicBezTo>
                    <a:pt x="193358" y="2570743"/>
                    <a:pt x="199619" y="2571989"/>
                    <a:pt x="206252" y="2574267"/>
                  </a:cubicBezTo>
                  <a:cubicBezTo>
                    <a:pt x="210083" y="2575221"/>
                    <a:pt x="212883" y="2576544"/>
                    <a:pt x="216712" y="2577498"/>
                  </a:cubicBezTo>
                  <a:cubicBezTo>
                    <a:pt x="221945" y="2579114"/>
                    <a:pt x="228206" y="2580360"/>
                    <a:pt x="233437" y="2581976"/>
                  </a:cubicBezTo>
                  <a:cubicBezTo>
                    <a:pt x="237267" y="2582930"/>
                    <a:pt x="242128" y="2583514"/>
                    <a:pt x="246328" y="2585500"/>
                  </a:cubicBezTo>
                  <a:cubicBezTo>
                    <a:pt x="251191" y="2586084"/>
                    <a:pt x="256052" y="2586670"/>
                    <a:pt x="260252" y="2588654"/>
                  </a:cubicBezTo>
                  <a:cubicBezTo>
                    <a:pt x="265115" y="2589239"/>
                    <a:pt x="271376" y="2590486"/>
                    <a:pt x="276237" y="2591070"/>
                  </a:cubicBezTo>
                  <a:cubicBezTo>
                    <a:pt x="280068" y="2592025"/>
                    <a:pt x="283531" y="2591948"/>
                    <a:pt x="287361" y="2592901"/>
                  </a:cubicBezTo>
                  <a:cubicBezTo>
                    <a:pt x="293623" y="2594149"/>
                    <a:pt x="299515" y="2594364"/>
                    <a:pt x="306807" y="2595241"/>
                  </a:cubicBezTo>
                  <a:cubicBezTo>
                    <a:pt x="309238" y="2595533"/>
                    <a:pt x="312699" y="2595457"/>
                    <a:pt x="316161" y="2595381"/>
                  </a:cubicBezTo>
                  <a:cubicBezTo>
                    <a:pt x="323455" y="2596257"/>
                    <a:pt x="330378" y="2596105"/>
                    <a:pt x="337669" y="2596981"/>
                  </a:cubicBezTo>
                  <a:cubicBezTo>
                    <a:pt x="340101" y="2597273"/>
                    <a:pt x="342531" y="2597567"/>
                    <a:pt x="344593" y="2596829"/>
                  </a:cubicBezTo>
                  <a:cubicBezTo>
                    <a:pt x="351886" y="2597705"/>
                    <a:pt x="359839" y="2597183"/>
                    <a:pt x="367132" y="2598060"/>
                  </a:cubicBezTo>
                  <a:cubicBezTo>
                    <a:pt x="369562" y="2598352"/>
                    <a:pt x="371625" y="2597613"/>
                    <a:pt x="374056" y="2597907"/>
                  </a:cubicBezTo>
                  <a:cubicBezTo>
                    <a:pt x="382011" y="2597384"/>
                    <a:pt x="389300" y="2598261"/>
                    <a:pt x="397257" y="2597738"/>
                  </a:cubicBezTo>
                  <a:cubicBezTo>
                    <a:pt x="399687" y="2598032"/>
                    <a:pt x="401750" y="2597293"/>
                    <a:pt x="404179" y="2597585"/>
                  </a:cubicBezTo>
                  <a:cubicBezTo>
                    <a:pt x="412134" y="2597062"/>
                    <a:pt x="419058" y="2596909"/>
                    <a:pt x="427011" y="2596386"/>
                  </a:cubicBezTo>
                  <a:cubicBezTo>
                    <a:pt x="429441" y="2596679"/>
                    <a:pt x="432534" y="2595571"/>
                    <a:pt x="434965" y="2595864"/>
                  </a:cubicBezTo>
                  <a:cubicBezTo>
                    <a:pt x="441889" y="2595710"/>
                    <a:pt x="449473" y="2594157"/>
                    <a:pt x="456028" y="2592973"/>
                  </a:cubicBezTo>
                  <a:cubicBezTo>
                    <a:pt x="459488" y="2592895"/>
                    <a:pt x="462583" y="2591787"/>
                    <a:pt x="466044" y="2591710"/>
                  </a:cubicBezTo>
                  <a:cubicBezTo>
                    <a:pt x="472598" y="2590526"/>
                    <a:pt x="478122" y="2589711"/>
                    <a:pt x="484674" y="2588526"/>
                  </a:cubicBezTo>
                  <a:cubicBezTo>
                    <a:pt x="489168" y="2588081"/>
                    <a:pt x="493290" y="2586604"/>
                    <a:pt x="497783" y="2586158"/>
                  </a:cubicBezTo>
                  <a:cubicBezTo>
                    <a:pt x="503306" y="2585344"/>
                    <a:pt x="508460" y="2583497"/>
                    <a:pt x="512953" y="2583051"/>
                  </a:cubicBezTo>
                  <a:cubicBezTo>
                    <a:pt x="518476" y="2582235"/>
                    <a:pt x="523631" y="2580389"/>
                    <a:pt x="528784" y="2578544"/>
                  </a:cubicBezTo>
                  <a:cubicBezTo>
                    <a:pt x="532908" y="2577067"/>
                    <a:pt x="537400" y="2576622"/>
                    <a:pt x="540493" y="2575514"/>
                  </a:cubicBezTo>
                  <a:cubicBezTo>
                    <a:pt x="546678" y="2573299"/>
                    <a:pt x="553233" y="2572114"/>
                    <a:pt x="559416" y="2569900"/>
                  </a:cubicBezTo>
                  <a:cubicBezTo>
                    <a:pt x="562510" y="2568792"/>
                    <a:pt x="565602" y="2567685"/>
                    <a:pt x="568694" y="2566577"/>
                  </a:cubicBezTo>
                  <a:cubicBezTo>
                    <a:pt x="575910" y="2563992"/>
                    <a:pt x="583125" y="2561407"/>
                    <a:pt x="589311" y="2559193"/>
                  </a:cubicBezTo>
                  <a:cubicBezTo>
                    <a:pt x="591372" y="2558455"/>
                    <a:pt x="593434" y="2557716"/>
                    <a:pt x="596526" y="2556609"/>
                  </a:cubicBezTo>
                  <a:cubicBezTo>
                    <a:pt x="603742" y="2554024"/>
                    <a:pt x="610588" y="2550409"/>
                    <a:pt x="618835" y="2547456"/>
                  </a:cubicBezTo>
                  <a:cubicBezTo>
                    <a:pt x="620898" y="2546717"/>
                    <a:pt x="622959" y="2545979"/>
                    <a:pt x="623990" y="2545610"/>
                  </a:cubicBezTo>
                  <a:cubicBezTo>
                    <a:pt x="630836" y="2541994"/>
                    <a:pt x="639081" y="2539040"/>
                    <a:pt x="645927" y="2535425"/>
                  </a:cubicBezTo>
                  <a:cubicBezTo>
                    <a:pt x="647990" y="2534687"/>
                    <a:pt x="649022" y="2534317"/>
                    <a:pt x="650715" y="2532550"/>
                  </a:cubicBezTo>
                  <a:cubicBezTo>
                    <a:pt x="657562" y="2528933"/>
                    <a:pt x="664408" y="2525318"/>
                    <a:pt x="671254" y="2521703"/>
                  </a:cubicBezTo>
                  <a:cubicBezTo>
                    <a:pt x="673315" y="2520965"/>
                    <a:pt x="675007" y="2519197"/>
                    <a:pt x="677070" y="2518458"/>
                  </a:cubicBezTo>
                  <a:cubicBezTo>
                    <a:pt x="683916" y="2514842"/>
                    <a:pt x="689362" y="2510565"/>
                    <a:pt x="696211" y="2506950"/>
                  </a:cubicBezTo>
                  <a:cubicBezTo>
                    <a:pt x="697901" y="2505182"/>
                    <a:pt x="700994" y="2504074"/>
                    <a:pt x="702686" y="2502305"/>
                  </a:cubicBezTo>
                  <a:cubicBezTo>
                    <a:pt x="708502" y="2499058"/>
                    <a:pt x="713948" y="2494782"/>
                    <a:pt x="718734" y="2491905"/>
                  </a:cubicBezTo>
                  <a:cubicBezTo>
                    <a:pt x="721456" y="2489767"/>
                    <a:pt x="724180" y="2487627"/>
                    <a:pt x="727934" y="2485121"/>
                  </a:cubicBezTo>
                  <a:cubicBezTo>
                    <a:pt x="732719" y="2482244"/>
                    <a:pt x="737136" y="2478335"/>
                    <a:pt x="741550" y="2474429"/>
                  </a:cubicBezTo>
                  <a:cubicBezTo>
                    <a:pt x="745305" y="2471920"/>
                    <a:pt x="749059" y="2469413"/>
                    <a:pt x="752444" y="2465875"/>
                  </a:cubicBezTo>
                  <a:cubicBezTo>
                    <a:pt x="756198" y="2463368"/>
                    <a:pt x="759582" y="2459828"/>
                    <a:pt x="763336" y="2457321"/>
                  </a:cubicBezTo>
                  <a:cubicBezTo>
                    <a:pt x="767753" y="2453414"/>
                    <a:pt x="772537" y="2450536"/>
                    <a:pt x="776953" y="2446629"/>
                  </a:cubicBezTo>
                  <a:cubicBezTo>
                    <a:pt x="779676" y="2444491"/>
                    <a:pt x="782031" y="2441321"/>
                    <a:pt x="784754" y="2439184"/>
                  </a:cubicBezTo>
                  <a:cubicBezTo>
                    <a:pt x="790200" y="2434906"/>
                    <a:pt x="794247" y="2429968"/>
                    <a:pt x="799693" y="2425690"/>
                  </a:cubicBezTo>
                  <a:cubicBezTo>
                    <a:pt x="801385" y="2423922"/>
                    <a:pt x="804110" y="2421784"/>
                    <a:pt x="805801" y="2420015"/>
                  </a:cubicBezTo>
                  <a:cubicBezTo>
                    <a:pt x="810879" y="2414708"/>
                    <a:pt x="815956" y="2409399"/>
                    <a:pt x="821034" y="2404092"/>
                  </a:cubicBezTo>
                  <a:cubicBezTo>
                    <a:pt x="822727" y="2402322"/>
                    <a:pt x="824419" y="2400553"/>
                    <a:pt x="826111" y="2398784"/>
                  </a:cubicBezTo>
                  <a:cubicBezTo>
                    <a:pt x="831187" y="2393476"/>
                    <a:pt x="836927" y="2386769"/>
                    <a:pt x="841636" y="2380430"/>
                  </a:cubicBezTo>
                  <a:cubicBezTo>
                    <a:pt x="843328" y="2378661"/>
                    <a:pt x="845021" y="2376891"/>
                    <a:pt x="845683" y="2375492"/>
                  </a:cubicBezTo>
                  <a:cubicBezTo>
                    <a:pt x="850390" y="2369154"/>
                    <a:pt x="856129" y="2362446"/>
                    <a:pt x="860838" y="2356107"/>
                  </a:cubicBezTo>
                  <a:cubicBezTo>
                    <a:pt x="862531" y="2354339"/>
                    <a:pt x="863853" y="2351539"/>
                    <a:pt x="865545" y="2349769"/>
                  </a:cubicBezTo>
                  <a:cubicBezTo>
                    <a:pt x="870253" y="2343430"/>
                    <a:pt x="874961" y="2337091"/>
                    <a:pt x="878639" y="2331123"/>
                  </a:cubicBezTo>
                  <a:cubicBezTo>
                    <a:pt x="879670" y="2330754"/>
                    <a:pt x="879302" y="2329722"/>
                    <a:pt x="880332" y="2329353"/>
                  </a:cubicBezTo>
                  <a:cubicBezTo>
                    <a:pt x="881655" y="2326554"/>
                    <a:pt x="884008" y="2323384"/>
                    <a:pt x="885702" y="2321615"/>
                  </a:cubicBezTo>
                  <a:cubicBezTo>
                    <a:pt x="889748" y="2316676"/>
                    <a:pt x="892395" y="2311077"/>
                    <a:pt x="895410" y="2306507"/>
                  </a:cubicBezTo>
                  <a:cubicBezTo>
                    <a:pt x="898426" y="2301938"/>
                    <a:pt x="901072" y="2296338"/>
                    <a:pt x="904088" y="2291769"/>
                  </a:cubicBezTo>
                  <a:cubicBezTo>
                    <a:pt x="905411" y="2288968"/>
                    <a:pt x="907766" y="2285800"/>
                    <a:pt x="909089" y="2283000"/>
                  </a:cubicBezTo>
                  <a:cubicBezTo>
                    <a:pt x="909750" y="2281601"/>
                    <a:pt x="910782" y="2281230"/>
                    <a:pt x="910413" y="2280199"/>
                  </a:cubicBezTo>
                  <a:cubicBezTo>
                    <a:pt x="911736" y="2277399"/>
                    <a:pt x="914089" y="2274231"/>
                    <a:pt x="915043" y="2270399"/>
                  </a:cubicBezTo>
                  <a:cubicBezTo>
                    <a:pt x="918060" y="2265831"/>
                    <a:pt x="919675" y="2260599"/>
                    <a:pt x="922690" y="2256030"/>
                  </a:cubicBezTo>
                  <a:lnTo>
                    <a:pt x="924451" y="2252307"/>
                  </a:lnTo>
                  <a:lnTo>
                    <a:pt x="922156" y="2280601"/>
                  </a:lnTo>
                  <a:lnTo>
                    <a:pt x="922156" y="3257296"/>
                  </a:lnTo>
                  <a:cubicBezTo>
                    <a:pt x="922156" y="3321745"/>
                    <a:pt x="897370" y="3351492"/>
                    <a:pt x="842831" y="3351492"/>
                  </a:cubicBezTo>
                  <a:lnTo>
                    <a:pt x="520575" y="3351492"/>
                  </a:lnTo>
                  <a:cubicBezTo>
                    <a:pt x="461081" y="3351492"/>
                    <a:pt x="401587" y="3346537"/>
                    <a:pt x="352009" y="3331661"/>
                  </a:cubicBezTo>
                  <a:cubicBezTo>
                    <a:pt x="267723" y="3306875"/>
                    <a:pt x="198313" y="3272167"/>
                    <a:pt x="143780" y="3217634"/>
                  </a:cubicBezTo>
                  <a:cubicBezTo>
                    <a:pt x="143780" y="3217634"/>
                    <a:pt x="138819" y="3212673"/>
                    <a:pt x="138819" y="3212673"/>
                  </a:cubicBezTo>
                  <a:cubicBezTo>
                    <a:pt x="128904" y="3202758"/>
                    <a:pt x="118988" y="3187887"/>
                    <a:pt x="109072" y="3177971"/>
                  </a:cubicBezTo>
                  <a:cubicBezTo>
                    <a:pt x="104117" y="3173011"/>
                    <a:pt x="99157" y="3168055"/>
                    <a:pt x="94202" y="3168055"/>
                  </a:cubicBezTo>
                  <a:cubicBezTo>
                    <a:pt x="89241" y="3163095"/>
                    <a:pt x="84286" y="3158140"/>
                    <a:pt x="79325" y="3148224"/>
                  </a:cubicBezTo>
                  <a:cubicBezTo>
                    <a:pt x="79325" y="3143264"/>
                    <a:pt x="74370" y="3133348"/>
                    <a:pt x="69410" y="3128393"/>
                  </a:cubicBezTo>
                  <a:cubicBezTo>
                    <a:pt x="64455" y="3123432"/>
                    <a:pt x="64455" y="3113517"/>
                    <a:pt x="59494" y="3108561"/>
                  </a:cubicBezTo>
                  <a:cubicBezTo>
                    <a:pt x="59494" y="3098646"/>
                    <a:pt x="54539" y="3093685"/>
                    <a:pt x="49578" y="3083770"/>
                  </a:cubicBezTo>
                  <a:cubicBezTo>
                    <a:pt x="49578" y="3078814"/>
                    <a:pt x="44623" y="3073854"/>
                    <a:pt x="44623" y="3068899"/>
                  </a:cubicBezTo>
                  <a:cubicBezTo>
                    <a:pt x="24792" y="3024276"/>
                    <a:pt x="9916" y="2969742"/>
                    <a:pt x="4961" y="2910248"/>
                  </a:cubicBezTo>
                  <a:cubicBezTo>
                    <a:pt x="0" y="2885457"/>
                    <a:pt x="0" y="2860670"/>
                    <a:pt x="0" y="2835878"/>
                  </a:cubicBezTo>
                  <a:lnTo>
                    <a:pt x="0" y="1412984"/>
                  </a:lnTo>
                  <a:lnTo>
                    <a:pt x="0" y="94201"/>
                  </a:lnTo>
                  <a:cubicBezTo>
                    <a:pt x="0" y="69410"/>
                    <a:pt x="4961" y="49578"/>
                    <a:pt x="14876" y="34707"/>
                  </a:cubicBezTo>
                  <a:cubicBezTo>
                    <a:pt x="24792" y="9916"/>
                    <a:pt x="44623" y="0"/>
                    <a:pt x="74370" y="0"/>
                  </a:cubicBezTo>
                  <a:close/>
                </a:path>
              </a:pathLst>
            </a:custGeom>
            <a:solidFill>
              <a:schemeClr val="accent1"/>
            </a:solidFill>
            <a:ln w="9525" cap="flat">
              <a:noFill/>
              <a:prstDash val="solid"/>
              <a:miter/>
            </a:ln>
          </p:spPr>
          <p:txBody>
            <a:bodyPr rtlCol="0" anchor="ctr"/>
            <a:lstStyle/>
            <a:p>
              <a:endParaRPr lang="de-DE"/>
            </a:p>
          </p:txBody>
        </p:sp>
      </p:grpSp>
      <p:grpSp>
        <p:nvGrpSpPr>
          <p:cNvPr id="40" name="Gruppieren 39">
            <a:extLst>
              <a:ext uri="{FF2B5EF4-FFF2-40B4-BE49-F238E27FC236}">
                <a16:creationId xmlns:a16="http://schemas.microsoft.com/office/drawing/2014/main" id="{60BFF383-7144-48B1-B25A-648F605ADCE0}"/>
              </a:ext>
            </a:extLst>
          </p:cNvPr>
          <p:cNvGrpSpPr/>
          <p:nvPr userDrawn="1"/>
        </p:nvGrpSpPr>
        <p:grpSpPr>
          <a:xfrm>
            <a:off x="-15883" y="1482939"/>
            <a:ext cx="5883284" cy="5327979"/>
            <a:chOff x="-15883" y="1482939"/>
            <a:chExt cx="5883284" cy="5327979"/>
          </a:xfrm>
        </p:grpSpPr>
        <p:sp>
          <p:nvSpPr>
            <p:cNvPr id="35" name="Freihandform: Form 34">
              <a:extLst>
                <a:ext uri="{FF2B5EF4-FFF2-40B4-BE49-F238E27FC236}">
                  <a16:creationId xmlns:a16="http://schemas.microsoft.com/office/drawing/2014/main" id="{0C0179BC-673E-4194-95C0-7AE950E7CD0E}"/>
                </a:ext>
              </a:extLst>
            </p:cNvPr>
            <p:cNvSpPr/>
            <p:nvPr/>
          </p:nvSpPr>
          <p:spPr>
            <a:xfrm rot="20417692">
              <a:off x="58722" y="2058306"/>
              <a:ext cx="5497446" cy="4752612"/>
            </a:xfrm>
            <a:custGeom>
              <a:avLst/>
              <a:gdLst>
                <a:gd name="connsiteX0" fmla="*/ 278300 w 5497446"/>
                <a:gd name="connsiteY0" fmla="*/ 947721 h 4752612"/>
                <a:gd name="connsiteX1" fmla="*/ 280584 w 5497446"/>
                <a:gd name="connsiteY1" fmla="*/ 979923 h 4752612"/>
                <a:gd name="connsiteX2" fmla="*/ 57539 w 5497446"/>
                <a:gd name="connsiteY2" fmla="*/ 1656778 h 4752612"/>
                <a:gd name="connsiteX3" fmla="*/ 0 w 5497446"/>
                <a:gd name="connsiteY3" fmla="*/ 1724762 h 4752612"/>
                <a:gd name="connsiteX4" fmla="*/ 1981707 w 5497446"/>
                <a:gd name="connsiteY4" fmla="*/ 1244309 h 4752612"/>
                <a:gd name="connsiteX5" fmla="*/ 2610251 w 5497446"/>
                <a:gd name="connsiteY5" fmla="*/ 1621137 h 4752612"/>
                <a:gd name="connsiteX6" fmla="*/ 2616280 w 5497446"/>
                <a:gd name="connsiteY6" fmla="*/ 1627165 h 4752612"/>
                <a:gd name="connsiteX7" fmla="*/ 2637386 w 5497446"/>
                <a:gd name="connsiteY7" fmla="*/ 1648268 h 4752612"/>
                <a:gd name="connsiteX8" fmla="*/ 2644921 w 5497446"/>
                <a:gd name="connsiteY8" fmla="*/ 1655805 h 4752612"/>
                <a:gd name="connsiteX9" fmla="*/ 2682601 w 5497446"/>
                <a:gd name="connsiteY9" fmla="*/ 1698008 h 4752612"/>
                <a:gd name="connsiteX10" fmla="*/ 2688632 w 5497446"/>
                <a:gd name="connsiteY10" fmla="*/ 1705545 h 4752612"/>
                <a:gd name="connsiteX11" fmla="*/ 2705211 w 5497446"/>
                <a:gd name="connsiteY11" fmla="*/ 1725139 h 4752612"/>
                <a:gd name="connsiteX12" fmla="*/ 2715764 w 5497446"/>
                <a:gd name="connsiteY12" fmla="*/ 1737198 h 4752612"/>
                <a:gd name="connsiteX13" fmla="*/ 2732344 w 5497446"/>
                <a:gd name="connsiteY13" fmla="*/ 1758300 h 4752612"/>
                <a:gd name="connsiteX14" fmla="*/ 2739879 w 5497446"/>
                <a:gd name="connsiteY14" fmla="*/ 1768852 h 4752612"/>
                <a:gd name="connsiteX15" fmla="*/ 2795654 w 5497446"/>
                <a:gd name="connsiteY15" fmla="*/ 1845724 h 4752612"/>
                <a:gd name="connsiteX16" fmla="*/ 2798665 w 5497446"/>
                <a:gd name="connsiteY16" fmla="*/ 1850246 h 4752612"/>
                <a:gd name="connsiteX17" fmla="*/ 2908887 w 5497446"/>
                <a:gd name="connsiteY17" fmla="*/ 2047890 h 4752612"/>
                <a:gd name="connsiteX18" fmla="*/ 2934093 w 5497446"/>
                <a:gd name="connsiteY18" fmla="*/ 2115047 h 4752612"/>
                <a:gd name="connsiteX19" fmla="*/ 2886054 w 5497446"/>
                <a:gd name="connsiteY19" fmla="*/ 2122061 h 4752612"/>
                <a:gd name="connsiteX20" fmla="*/ 2657540 w 5497446"/>
                <a:gd name="connsiteY20" fmla="*/ 2180677 h 4752612"/>
                <a:gd name="connsiteX21" fmla="*/ 2254775 w 5497446"/>
                <a:gd name="connsiteY21" fmla="*/ 2333652 h 4752612"/>
                <a:gd name="connsiteX22" fmla="*/ 2219871 w 5497446"/>
                <a:gd name="connsiteY22" fmla="*/ 2350149 h 4752612"/>
                <a:gd name="connsiteX23" fmla="*/ 1901592 w 5497446"/>
                <a:gd name="connsiteY23" fmla="*/ 2489893 h 4752612"/>
                <a:gd name="connsiteX24" fmla="*/ 1816628 w 5497446"/>
                <a:gd name="connsiteY24" fmla="*/ 2524705 h 4752612"/>
                <a:gd name="connsiteX25" fmla="*/ 1688028 w 5497446"/>
                <a:gd name="connsiteY25" fmla="*/ 2580140 h 4752612"/>
                <a:gd name="connsiteX26" fmla="*/ 1500646 w 5497446"/>
                <a:gd name="connsiteY26" fmla="*/ 2658020 h 4752612"/>
                <a:gd name="connsiteX27" fmla="*/ 1374352 w 5497446"/>
                <a:gd name="connsiteY27" fmla="*/ 2707034 h 4752612"/>
                <a:gd name="connsiteX28" fmla="*/ 956433 w 5497446"/>
                <a:gd name="connsiteY28" fmla="*/ 2861834 h 4752612"/>
                <a:gd name="connsiteX29" fmla="*/ 726374 w 5497446"/>
                <a:gd name="connsiteY29" fmla="*/ 2917176 h 4752612"/>
                <a:gd name="connsiteX30" fmla="*/ 559703 w 5497446"/>
                <a:gd name="connsiteY30" fmla="*/ 2937230 h 4752612"/>
                <a:gd name="connsiteX31" fmla="*/ 193852 w 5497446"/>
                <a:gd name="connsiteY31" fmla="*/ 2885939 h 4752612"/>
                <a:gd name="connsiteX32" fmla="*/ 59630 w 5497446"/>
                <a:gd name="connsiteY32" fmla="*/ 2823505 h 4752612"/>
                <a:gd name="connsiteX33" fmla="*/ 50028 w 5497446"/>
                <a:gd name="connsiteY33" fmla="*/ 2689815 h 4752612"/>
                <a:gd name="connsiteX34" fmla="*/ 147319 w 5497446"/>
                <a:gd name="connsiteY34" fmla="*/ 2147185 h 4752612"/>
                <a:gd name="connsiteX35" fmla="*/ 154855 w 5497446"/>
                <a:gd name="connsiteY35" fmla="*/ 2129098 h 4752612"/>
                <a:gd name="connsiteX36" fmla="*/ 162392 w 5497446"/>
                <a:gd name="connsiteY36" fmla="*/ 2111009 h 4752612"/>
                <a:gd name="connsiteX37" fmla="*/ 178971 w 5497446"/>
                <a:gd name="connsiteY37" fmla="*/ 2073327 h 4752612"/>
                <a:gd name="connsiteX38" fmla="*/ 178972 w 5497446"/>
                <a:gd name="connsiteY38" fmla="*/ 2071820 h 4752612"/>
                <a:gd name="connsiteX39" fmla="*/ 307093 w 5497446"/>
                <a:gd name="connsiteY39" fmla="*/ 1839695 h 4752612"/>
                <a:gd name="connsiteX40" fmla="*/ 831634 w 5497446"/>
                <a:gd name="connsiteY40" fmla="*/ 1363386 h 4752612"/>
                <a:gd name="connsiteX41" fmla="*/ 839171 w 5497446"/>
                <a:gd name="connsiteY41" fmla="*/ 1358865 h 4752612"/>
                <a:gd name="connsiteX42" fmla="*/ 858766 w 5497446"/>
                <a:gd name="connsiteY42" fmla="*/ 1348314 h 4752612"/>
                <a:gd name="connsiteX43" fmla="*/ 873839 w 5497446"/>
                <a:gd name="connsiteY43" fmla="*/ 1340778 h 4752612"/>
                <a:gd name="connsiteX44" fmla="*/ 885897 w 5497446"/>
                <a:gd name="connsiteY44" fmla="*/ 1334750 h 4752612"/>
                <a:gd name="connsiteX45" fmla="*/ 908508 w 5497446"/>
                <a:gd name="connsiteY45" fmla="*/ 1324197 h 4752612"/>
                <a:gd name="connsiteX46" fmla="*/ 913029 w 5497446"/>
                <a:gd name="connsiteY46" fmla="*/ 1322691 h 4752612"/>
                <a:gd name="connsiteX47" fmla="*/ 1683262 w 5497446"/>
                <a:gd name="connsiteY47" fmla="*/ 1187033 h 4752612"/>
                <a:gd name="connsiteX48" fmla="*/ 1870168 w 5497446"/>
                <a:gd name="connsiteY48" fmla="*/ 1215671 h 4752612"/>
                <a:gd name="connsiteX49" fmla="*/ 1873182 w 5497446"/>
                <a:gd name="connsiteY49" fmla="*/ 1217178 h 4752612"/>
                <a:gd name="connsiteX50" fmla="*/ 1904835 w 5497446"/>
                <a:gd name="connsiteY50" fmla="*/ 1224715 h 4752612"/>
                <a:gd name="connsiteX51" fmla="*/ 1907848 w 5497446"/>
                <a:gd name="connsiteY51" fmla="*/ 1224715 h 4752612"/>
                <a:gd name="connsiteX52" fmla="*/ 1916893 w 5497446"/>
                <a:gd name="connsiteY52" fmla="*/ 1227731 h 4752612"/>
                <a:gd name="connsiteX53" fmla="*/ 1947039 w 5497446"/>
                <a:gd name="connsiteY53" fmla="*/ 1235265 h 4752612"/>
                <a:gd name="connsiteX54" fmla="*/ 1971157 w 5497446"/>
                <a:gd name="connsiteY54" fmla="*/ 1241296 h 4752612"/>
                <a:gd name="connsiteX55" fmla="*/ 1981707 w 5497446"/>
                <a:gd name="connsiteY55" fmla="*/ 1244309 h 4752612"/>
                <a:gd name="connsiteX56" fmla="*/ 5262147 w 5497446"/>
                <a:gd name="connsiteY56" fmla="*/ 2275312 h 4752612"/>
                <a:gd name="connsiteX57" fmla="*/ 5479158 w 5497446"/>
                <a:gd name="connsiteY57" fmla="*/ 2376503 h 4752612"/>
                <a:gd name="connsiteX58" fmla="*/ 5497446 w 5497446"/>
                <a:gd name="connsiteY58" fmla="*/ 2388412 h 4752612"/>
                <a:gd name="connsiteX59" fmla="*/ 4669810 w 5497446"/>
                <a:gd name="connsiteY59" fmla="*/ 4699257 h 4752612"/>
                <a:gd name="connsiteX60" fmla="*/ 4644233 w 5497446"/>
                <a:gd name="connsiteY60" fmla="*/ 4751376 h 4752612"/>
                <a:gd name="connsiteX61" fmla="*/ 4642953 w 5497446"/>
                <a:gd name="connsiteY61" fmla="*/ 4752612 h 4752612"/>
                <a:gd name="connsiteX62" fmla="*/ 4521514 w 5497446"/>
                <a:gd name="connsiteY62" fmla="*/ 4729196 h 4752612"/>
                <a:gd name="connsiteX63" fmla="*/ 3682823 w 5497446"/>
                <a:gd name="connsiteY63" fmla="*/ 4060807 h 4752612"/>
                <a:gd name="connsiteX64" fmla="*/ 3631193 w 5497446"/>
                <a:gd name="connsiteY64" fmla="*/ 3940500 h 4752612"/>
                <a:gd name="connsiteX65" fmla="*/ 3640059 w 5497446"/>
                <a:gd name="connsiteY65" fmla="*/ 3860136 h 4752612"/>
                <a:gd name="connsiteX66" fmla="*/ 3679037 w 5497446"/>
                <a:gd name="connsiteY66" fmla="*/ 3720951 h 4752612"/>
                <a:gd name="connsiteX67" fmla="*/ 3934476 w 5497446"/>
                <a:gd name="connsiteY67" fmla="*/ 3007737 h 4752612"/>
                <a:gd name="connsiteX68" fmla="*/ 3967950 w 5497446"/>
                <a:gd name="connsiteY68" fmla="*/ 2606845 h 4752612"/>
                <a:gd name="connsiteX69" fmla="*/ 3949478 w 5497446"/>
                <a:gd name="connsiteY69" fmla="*/ 2551406 h 4752612"/>
                <a:gd name="connsiteX70" fmla="*/ 3962303 w 5497446"/>
                <a:gd name="connsiteY70" fmla="*/ 2537577 h 4752612"/>
                <a:gd name="connsiteX71" fmla="*/ 5136495 w 5497446"/>
                <a:gd name="connsiteY71" fmla="*/ 2237623 h 4752612"/>
                <a:gd name="connsiteX72" fmla="*/ 5262147 w 5497446"/>
                <a:gd name="connsiteY72" fmla="*/ 2275312 h 4752612"/>
                <a:gd name="connsiteX73" fmla="*/ 4911816 w 5497446"/>
                <a:gd name="connsiteY73" fmla="*/ 15752 h 4752612"/>
                <a:gd name="connsiteX74" fmla="*/ 5391008 w 5497446"/>
                <a:gd name="connsiteY74" fmla="*/ 187377 h 4752612"/>
                <a:gd name="connsiteX75" fmla="*/ 5411955 w 5497446"/>
                <a:gd name="connsiteY75" fmla="*/ 230649 h 4752612"/>
                <a:gd name="connsiteX76" fmla="*/ 5490710 w 5497446"/>
                <a:gd name="connsiteY76" fmla="*/ 718263 h 4752612"/>
                <a:gd name="connsiteX77" fmla="*/ 5490710 w 5497446"/>
                <a:gd name="connsiteY77" fmla="*/ 734841 h 4752612"/>
                <a:gd name="connsiteX78" fmla="*/ 5487697 w 5497446"/>
                <a:gd name="connsiteY78" fmla="*/ 775539 h 4752612"/>
                <a:gd name="connsiteX79" fmla="*/ 5478653 w 5497446"/>
                <a:gd name="connsiteY79" fmla="*/ 855426 h 4752612"/>
                <a:gd name="connsiteX80" fmla="*/ 5477148 w 5497446"/>
                <a:gd name="connsiteY80" fmla="*/ 864471 h 4752612"/>
                <a:gd name="connsiteX81" fmla="*/ 5468104 w 5497446"/>
                <a:gd name="connsiteY81" fmla="*/ 917227 h 4752612"/>
                <a:gd name="connsiteX82" fmla="*/ 5459059 w 5497446"/>
                <a:gd name="connsiteY82" fmla="*/ 956417 h 4752612"/>
                <a:gd name="connsiteX83" fmla="*/ 5454534 w 5497446"/>
                <a:gd name="connsiteY83" fmla="*/ 977519 h 4752612"/>
                <a:gd name="connsiteX84" fmla="*/ 5273663 w 5497446"/>
                <a:gd name="connsiteY84" fmla="*/ 1390521 h 4752612"/>
                <a:gd name="connsiteX85" fmla="*/ 5260094 w 5497446"/>
                <a:gd name="connsiteY85" fmla="*/ 1410115 h 4752612"/>
                <a:gd name="connsiteX86" fmla="*/ 5238992 w 5497446"/>
                <a:gd name="connsiteY86" fmla="*/ 1440262 h 4752612"/>
                <a:gd name="connsiteX87" fmla="*/ 5205831 w 5497446"/>
                <a:gd name="connsiteY87" fmla="*/ 1483972 h 4752612"/>
                <a:gd name="connsiteX88" fmla="*/ 5202815 w 5497446"/>
                <a:gd name="connsiteY88" fmla="*/ 1486988 h 4752612"/>
                <a:gd name="connsiteX89" fmla="*/ 4883268 w 5497446"/>
                <a:gd name="connsiteY89" fmla="*/ 1768852 h 4752612"/>
                <a:gd name="connsiteX90" fmla="*/ 4880255 w 5497446"/>
                <a:gd name="connsiteY90" fmla="*/ 1770359 h 4752612"/>
                <a:gd name="connsiteX91" fmla="*/ 4835033 w 5497446"/>
                <a:gd name="connsiteY91" fmla="*/ 1797493 h 4752612"/>
                <a:gd name="connsiteX92" fmla="*/ 4824484 w 5497446"/>
                <a:gd name="connsiteY92" fmla="*/ 1803521 h 4752612"/>
                <a:gd name="connsiteX93" fmla="*/ 4785292 w 5497446"/>
                <a:gd name="connsiteY93" fmla="*/ 1824623 h 4752612"/>
                <a:gd name="connsiteX94" fmla="*/ 4768711 w 5497446"/>
                <a:gd name="connsiteY94" fmla="*/ 1833669 h 4752612"/>
                <a:gd name="connsiteX95" fmla="*/ 4734044 w 5497446"/>
                <a:gd name="connsiteY95" fmla="*/ 1850247 h 4752612"/>
                <a:gd name="connsiteX96" fmla="*/ 4709929 w 5497446"/>
                <a:gd name="connsiteY96" fmla="*/ 1860797 h 4752612"/>
                <a:gd name="connsiteX97" fmla="*/ 4679782 w 5497446"/>
                <a:gd name="connsiteY97" fmla="*/ 1872857 h 4752612"/>
                <a:gd name="connsiteX98" fmla="*/ 4651143 w 5497446"/>
                <a:gd name="connsiteY98" fmla="*/ 1883408 h 4752612"/>
                <a:gd name="connsiteX99" fmla="*/ 4622503 w 5497446"/>
                <a:gd name="connsiteY99" fmla="*/ 1892451 h 4752612"/>
                <a:gd name="connsiteX100" fmla="*/ 4592357 w 5497446"/>
                <a:gd name="connsiteY100" fmla="*/ 1903003 h 4752612"/>
                <a:gd name="connsiteX101" fmla="*/ 4563718 w 5497446"/>
                <a:gd name="connsiteY101" fmla="*/ 1912047 h 4752612"/>
                <a:gd name="connsiteX102" fmla="*/ 4533574 w 5497446"/>
                <a:gd name="connsiteY102" fmla="*/ 1921090 h 4752612"/>
                <a:gd name="connsiteX103" fmla="*/ 4497400 w 5497446"/>
                <a:gd name="connsiteY103" fmla="*/ 1930134 h 4752612"/>
                <a:gd name="connsiteX104" fmla="*/ 4474788 w 5497446"/>
                <a:gd name="connsiteY104" fmla="*/ 1936163 h 4752612"/>
                <a:gd name="connsiteX105" fmla="*/ 4423542 w 5497446"/>
                <a:gd name="connsiteY105" fmla="*/ 1945208 h 4752612"/>
                <a:gd name="connsiteX106" fmla="*/ 4414495 w 5497446"/>
                <a:gd name="connsiteY106" fmla="*/ 1946714 h 4752612"/>
                <a:gd name="connsiteX107" fmla="*/ 3662351 w 5497446"/>
                <a:gd name="connsiteY107" fmla="*/ 1842710 h 4752612"/>
                <a:gd name="connsiteX108" fmla="*/ 3029285 w 5497446"/>
                <a:gd name="connsiteY108" fmla="*/ 1190048 h 4752612"/>
                <a:gd name="connsiteX109" fmla="*/ 3029283 w 5497446"/>
                <a:gd name="connsiteY109" fmla="*/ 1188541 h 4752612"/>
                <a:gd name="connsiteX110" fmla="*/ 2987078 w 5497446"/>
                <a:gd name="connsiteY110" fmla="*/ 1078509 h 4752612"/>
                <a:gd name="connsiteX111" fmla="*/ 2984064 w 5497446"/>
                <a:gd name="connsiteY111" fmla="*/ 1067957 h 4752612"/>
                <a:gd name="connsiteX112" fmla="*/ 2968992 w 5497446"/>
                <a:gd name="connsiteY112" fmla="*/ 1016708 h 4752612"/>
                <a:gd name="connsiteX113" fmla="*/ 2965980 w 5497446"/>
                <a:gd name="connsiteY113" fmla="*/ 1006159 h 4752612"/>
                <a:gd name="connsiteX114" fmla="*/ 2953918 w 5497446"/>
                <a:gd name="connsiteY114" fmla="*/ 954908 h 4752612"/>
                <a:gd name="connsiteX115" fmla="*/ 2952411 w 5497446"/>
                <a:gd name="connsiteY115" fmla="*/ 950387 h 4752612"/>
                <a:gd name="connsiteX116" fmla="*/ 2941860 w 5497446"/>
                <a:gd name="connsiteY116" fmla="*/ 891604 h 4752612"/>
                <a:gd name="connsiteX117" fmla="*/ 2940356 w 5497446"/>
                <a:gd name="connsiteY117" fmla="*/ 887081 h 4752612"/>
                <a:gd name="connsiteX118" fmla="*/ 2937340 w 5497446"/>
                <a:gd name="connsiteY118" fmla="*/ 870502 h 4752612"/>
                <a:gd name="connsiteX119" fmla="*/ 2931121 w 5497446"/>
                <a:gd name="connsiteY119" fmla="*/ 781763 h 4752612"/>
                <a:gd name="connsiteX120" fmla="*/ 3043557 w 5497446"/>
                <a:gd name="connsiteY120" fmla="*/ 738536 h 4752612"/>
                <a:gd name="connsiteX121" fmla="*/ 4006650 w 5497446"/>
                <a:gd name="connsiteY121" fmla="*/ 336767 h 4752612"/>
                <a:gd name="connsiteX122" fmla="*/ 4667085 w 5497446"/>
                <a:gd name="connsiteY122" fmla="*/ 51339 h 4752612"/>
                <a:gd name="connsiteX123" fmla="*/ 4793386 w 5497446"/>
                <a:gd name="connsiteY123" fmla="*/ 2334 h 4752612"/>
                <a:gd name="connsiteX124" fmla="*/ 4808536 w 5497446"/>
                <a:gd name="connsiteY124" fmla="*/ 506 h 4752612"/>
                <a:gd name="connsiteX125" fmla="*/ 4911816 w 5497446"/>
                <a:gd name="connsiteY125" fmla="*/ 15752 h 4752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5497446" h="4752612">
                  <a:moveTo>
                    <a:pt x="278300" y="947721"/>
                  </a:moveTo>
                  <a:lnTo>
                    <a:pt x="280584" y="979923"/>
                  </a:lnTo>
                  <a:cubicBezTo>
                    <a:pt x="285725" y="1228544"/>
                    <a:pt x="203846" y="1466237"/>
                    <a:pt x="57539" y="1656778"/>
                  </a:cubicBezTo>
                  <a:lnTo>
                    <a:pt x="0" y="1724762"/>
                  </a:lnTo>
                  <a:close/>
                  <a:moveTo>
                    <a:pt x="1981707" y="1244309"/>
                  </a:moveTo>
                  <a:cubicBezTo>
                    <a:pt x="2227399" y="1318169"/>
                    <a:pt x="2439926" y="1449303"/>
                    <a:pt x="2610251" y="1621137"/>
                  </a:cubicBezTo>
                  <a:cubicBezTo>
                    <a:pt x="2611761" y="1622644"/>
                    <a:pt x="2614773" y="1625658"/>
                    <a:pt x="2616280" y="1627165"/>
                  </a:cubicBezTo>
                  <a:cubicBezTo>
                    <a:pt x="2623818" y="1633195"/>
                    <a:pt x="2629848" y="1640731"/>
                    <a:pt x="2637386" y="1648268"/>
                  </a:cubicBezTo>
                  <a:cubicBezTo>
                    <a:pt x="2640398" y="1651283"/>
                    <a:pt x="2641904" y="1652789"/>
                    <a:pt x="2644921" y="1655805"/>
                  </a:cubicBezTo>
                  <a:cubicBezTo>
                    <a:pt x="2658487" y="1669370"/>
                    <a:pt x="2670545" y="1684442"/>
                    <a:pt x="2682601" y="1698008"/>
                  </a:cubicBezTo>
                  <a:cubicBezTo>
                    <a:pt x="2684108" y="1701024"/>
                    <a:pt x="2687126" y="1702530"/>
                    <a:pt x="2688632" y="1705545"/>
                  </a:cubicBezTo>
                  <a:cubicBezTo>
                    <a:pt x="2694663" y="1711575"/>
                    <a:pt x="2699182" y="1719110"/>
                    <a:pt x="2705211" y="1725139"/>
                  </a:cubicBezTo>
                  <a:cubicBezTo>
                    <a:pt x="2709733" y="1729663"/>
                    <a:pt x="2712750" y="1732676"/>
                    <a:pt x="2715764" y="1737198"/>
                  </a:cubicBezTo>
                  <a:cubicBezTo>
                    <a:pt x="2721790" y="1744734"/>
                    <a:pt x="2726314" y="1750764"/>
                    <a:pt x="2732344" y="1758300"/>
                  </a:cubicBezTo>
                  <a:cubicBezTo>
                    <a:pt x="2735358" y="1761315"/>
                    <a:pt x="2736865" y="1765837"/>
                    <a:pt x="2739879" y="1768852"/>
                  </a:cubicBezTo>
                  <a:cubicBezTo>
                    <a:pt x="2759475" y="1792969"/>
                    <a:pt x="2777564" y="1820101"/>
                    <a:pt x="2795654" y="1845724"/>
                  </a:cubicBezTo>
                  <a:cubicBezTo>
                    <a:pt x="2795653" y="1847232"/>
                    <a:pt x="2797157" y="1848740"/>
                    <a:pt x="2798665" y="1850246"/>
                  </a:cubicBezTo>
                  <a:cubicBezTo>
                    <a:pt x="2840116" y="1913551"/>
                    <a:pt x="2877046" y="1979497"/>
                    <a:pt x="2908887" y="2047890"/>
                  </a:cubicBezTo>
                  <a:lnTo>
                    <a:pt x="2934093" y="2115047"/>
                  </a:lnTo>
                  <a:lnTo>
                    <a:pt x="2886054" y="2122061"/>
                  </a:lnTo>
                  <a:cubicBezTo>
                    <a:pt x="2810690" y="2137659"/>
                    <a:pt x="2734693" y="2157563"/>
                    <a:pt x="2657540" y="2180677"/>
                  </a:cubicBezTo>
                  <a:cubicBezTo>
                    <a:pt x="2524818" y="2227382"/>
                    <a:pt x="2385675" y="2271796"/>
                    <a:pt x="2254775" y="2333652"/>
                  </a:cubicBezTo>
                  <a:cubicBezTo>
                    <a:pt x="2246053" y="2337781"/>
                    <a:pt x="2228599" y="2346030"/>
                    <a:pt x="2219871" y="2350149"/>
                  </a:cubicBezTo>
                  <a:cubicBezTo>
                    <a:pt x="2106427" y="2403765"/>
                    <a:pt x="2004010" y="2446826"/>
                    <a:pt x="1901592" y="2489893"/>
                  </a:cubicBezTo>
                  <a:cubicBezTo>
                    <a:pt x="1875410" y="2502261"/>
                    <a:pt x="1842802" y="2512334"/>
                    <a:pt x="1816628" y="2524705"/>
                  </a:cubicBezTo>
                  <a:cubicBezTo>
                    <a:pt x="1772992" y="2545327"/>
                    <a:pt x="1731663" y="2559525"/>
                    <a:pt x="1688028" y="2580140"/>
                  </a:cubicBezTo>
                  <a:cubicBezTo>
                    <a:pt x="1626944" y="2609013"/>
                    <a:pt x="1561734" y="2629155"/>
                    <a:pt x="1500646" y="2658020"/>
                  </a:cubicBezTo>
                  <a:cubicBezTo>
                    <a:pt x="1459318" y="2672215"/>
                    <a:pt x="1415681" y="2692838"/>
                    <a:pt x="1374352" y="2707034"/>
                  </a:cubicBezTo>
                  <a:cubicBezTo>
                    <a:pt x="1237030" y="2766590"/>
                    <a:pt x="1095578" y="2817423"/>
                    <a:pt x="956433" y="2861834"/>
                  </a:cubicBezTo>
                  <a:cubicBezTo>
                    <a:pt x="876074" y="2883795"/>
                    <a:pt x="798013" y="2899336"/>
                    <a:pt x="726374" y="2917176"/>
                  </a:cubicBezTo>
                  <a:cubicBezTo>
                    <a:pt x="672195" y="2926769"/>
                    <a:pt x="611588" y="2934060"/>
                    <a:pt x="559703" y="2937230"/>
                  </a:cubicBezTo>
                  <a:cubicBezTo>
                    <a:pt x="434367" y="2943083"/>
                    <a:pt x="315928" y="2929662"/>
                    <a:pt x="193852" y="2885939"/>
                  </a:cubicBezTo>
                  <a:lnTo>
                    <a:pt x="59630" y="2823505"/>
                  </a:lnTo>
                  <a:lnTo>
                    <a:pt x="50028" y="2689815"/>
                  </a:lnTo>
                  <a:cubicBezTo>
                    <a:pt x="48120" y="2508938"/>
                    <a:pt x="79490" y="2324670"/>
                    <a:pt x="147319" y="2147185"/>
                  </a:cubicBezTo>
                  <a:cubicBezTo>
                    <a:pt x="150333" y="2141155"/>
                    <a:pt x="151839" y="2135128"/>
                    <a:pt x="154855" y="2129098"/>
                  </a:cubicBezTo>
                  <a:cubicBezTo>
                    <a:pt x="157868" y="2123068"/>
                    <a:pt x="159377" y="2117038"/>
                    <a:pt x="162392" y="2111009"/>
                  </a:cubicBezTo>
                  <a:cubicBezTo>
                    <a:pt x="168420" y="2098951"/>
                    <a:pt x="172943" y="2085385"/>
                    <a:pt x="178971" y="2073327"/>
                  </a:cubicBezTo>
                  <a:cubicBezTo>
                    <a:pt x="178971" y="2073327"/>
                    <a:pt x="178972" y="2071820"/>
                    <a:pt x="178972" y="2071820"/>
                  </a:cubicBezTo>
                  <a:cubicBezTo>
                    <a:pt x="215148" y="1988920"/>
                    <a:pt x="258858" y="1912046"/>
                    <a:pt x="307093" y="1839695"/>
                  </a:cubicBezTo>
                  <a:cubicBezTo>
                    <a:pt x="444257" y="1636209"/>
                    <a:pt x="625133" y="1476434"/>
                    <a:pt x="831634" y="1363386"/>
                  </a:cubicBezTo>
                  <a:cubicBezTo>
                    <a:pt x="834650" y="1361880"/>
                    <a:pt x="836156" y="1360373"/>
                    <a:pt x="839171" y="1358865"/>
                  </a:cubicBezTo>
                  <a:cubicBezTo>
                    <a:pt x="845199" y="1354345"/>
                    <a:pt x="852736" y="1351328"/>
                    <a:pt x="858766" y="1348314"/>
                  </a:cubicBezTo>
                  <a:cubicBezTo>
                    <a:pt x="863288" y="1345299"/>
                    <a:pt x="869317" y="1343791"/>
                    <a:pt x="873839" y="1340778"/>
                  </a:cubicBezTo>
                  <a:cubicBezTo>
                    <a:pt x="878362" y="1339271"/>
                    <a:pt x="881375" y="1336254"/>
                    <a:pt x="885897" y="1334750"/>
                  </a:cubicBezTo>
                  <a:cubicBezTo>
                    <a:pt x="893432" y="1331734"/>
                    <a:pt x="900970" y="1327213"/>
                    <a:pt x="908508" y="1324197"/>
                  </a:cubicBezTo>
                  <a:cubicBezTo>
                    <a:pt x="910016" y="1324197"/>
                    <a:pt x="911521" y="1322691"/>
                    <a:pt x="913029" y="1322691"/>
                  </a:cubicBezTo>
                  <a:cubicBezTo>
                    <a:pt x="1148169" y="1212657"/>
                    <a:pt x="1413453" y="1162915"/>
                    <a:pt x="1683262" y="1187033"/>
                  </a:cubicBezTo>
                  <a:cubicBezTo>
                    <a:pt x="1746566" y="1193061"/>
                    <a:pt x="1808367" y="1202107"/>
                    <a:pt x="1870168" y="1215671"/>
                  </a:cubicBezTo>
                  <a:cubicBezTo>
                    <a:pt x="1870166" y="1217178"/>
                    <a:pt x="1871675" y="1217178"/>
                    <a:pt x="1873182" y="1217178"/>
                  </a:cubicBezTo>
                  <a:cubicBezTo>
                    <a:pt x="1883732" y="1220194"/>
                    <a:pt x="1894283" y="1221701"/>
                    <a:pt x="1904835" y="1224715"/>
                  </a:cubicBezTo>
                  <a:cubicBezTo>
                    <a:pt x="1906341" y="1224715"/>
                    <a:pt x="1906341" y="1224715"/>
                    <a:pt x="1907848" y="1224715"/>
                  </a:cubicBezTo>
                  <a:cubicBezTo>
                    <a:pt x="1910864" y="1226222"/>
                    <a:pt x="1913878" y="1227731"/>
                    <a:pt x="1916893" y="1227731"/>
                  </a:cubicBezTo>
                  <a:cubicBezTo>
                    <a:pt x="1925936" y="1229236"/>
                    <a:pt x="1936489" y="1232252"/>
                    <a:pt x="1947039" y="1235265"/>
                  </a:cubicBezTo>
                  <a:cubicBezTo>
                    <a:pt x="1954576" y="1236773"/>
                    <a:pt x="1963620" y="1238281"/>
                    <a:pt x="1971157" y="1241296"/>
                  </a:cubicBezTo>
                  <a:cubicBezTo>
                    <a:pt x="1974170" y="1241296"/>
                    <a:pt x="1978693" y="1242802"/>
                    <a:pt x="1981707" y="1244309"/>
                  </a:cubicBezTo>
                  <a:close/>
                  <a:moveTo>
                    <a:pt x="5262147" y="2275312"/>
                  </a:moveTo>
                  <a:cubicBezTo>
                    <a:pt x="5338616" y="2302558"/>
                    <a:pt x="5411126" y="2336574"/>
                    <a:pt x="5479158" y="2376503"/>
                  </a:cubicBezTo>
                  <a:lnTo>
                    <a:pt x="5497446" y="2388412"/>
                  </a:lnTo>
                  <a:lnTo>
                    <a:pt x="4669810" y="4699257"/>
                  </a:lnTo>
                  <a:cubicBezTo>
                    <a:pt x="4662331" y="4720138"/>
                    <a:pt x="4653850" y="4737490"/>
                    <a:pt x="4644233" y="4751376"/>
                  </a:cubicBezTo>
                  <a:lnTo>
                    <a:pt x="4642953" y="4752612"/>
                  </a:lnTo>
                  <a:lnTo>
                    <a:pt x="4521514" y="4729196"/>
                  </a:lnTo>
                  <a:cubicBezTo>
                    <a:pt x="4142993" y="4635555"/>
                    <a:pt x="3845254" y="4383812"/>
                    <a:pt x="3682823" y="4060807"/>
                  </a:cubicBezTo>
                  <a:lnTo>
                    <a:pt x="3631193" y="3940500"/>
                  </a:lnTo>
                  <a:lnTo>
                    <a:pt x="3640059" y="3860136"/>
                  </a:lnTo>
                  <a:cubicBezTo>
                    <a:pt x="3648881" y="3815266"/>
                    <a:pt x="3661778" y="3769138"/>
                    <a:pt x="3679037" y="3720951"/>
                  </a:cubicBezTo>
                  <a:lnTo>
                    <a:pt x="3934476" y="3007737"/>
                  </a:lnTo>
                  <a:cubicBezTo>
                    <a:pt x="3986255" y="2863167"/>
                    <a:pt x="3996438" y="2732248"/>
                    <a:pt x="3967950" y="2606845"/>
                  </a:cubicBezTo>
                  <a:lnTo>
                    <a:pt x="3949478" y="2551406"/>
                  </a:lnTo>
                  <a:lnTo>
                    <a:pt x="3962303" y="2537577"/>
                  </a:lnTo>
                  <a:cubicBezTo>
                    <a:pt x="4268284" y="2257219"/>
                    <a:pt x="4703896" y="2130606"/>
                    <a:pt x="5136495" y="2237623"/>
                  </a:cubicBezTo>
                  <a:cubicBezTo>
                    <a:pt x="5179452" y="2248175"/>
                    <a:pt x="5221363" y="2260780"/>
                    <a:pt x="5262147" y="2275312"/>
                  </a:cubicBezTo>
                  <a:close/>
                  <a:moveTo>
                    <a:pt x="4911816" y="15752"/>
                  </a:moveTo>
                  <a:lnTo>
                    <a:pt x="5391008" y="187377"/>
                  </a:lnTo>
                  <a:lnTo>
                    <a:pt x="5411955" y="230649"/>
                  </a:lnTo>
                  <a:cubicBezTo>
                    <a:pt x="5468481" y="382511"/>
                    <a:pt x="5496743" y="547185"/>
                    <a:pt x="5490710" y="718263"/>
                  </a:cubicBezTo>
                  <a:cubicBezTo>
                    <a:pt x="5490710" y="724292"/>
                    <a:pt x="5490710" y="728813"/>
                    <a:pt x="5490710" y="734841"/>
                  </a:cubicBezTo>
                  <a:cubicBezTo>
                    <a:pt x="5489203" y="748407"/>
                    <a:pt x="5489204" y="761974"/>
                    <a:pt x="5487697" y="775539"/>
                  </a:cubicBezTo>
                  <a:cubicBezTo>
                    <a:pt x="5484682" y="802672"/>
                    <a:pt x="5481670" y="828298"/>
                    <a:pt x="5478653" y="855426"/>
                  </a:cubicBezTo>
                  <a:cubicBezTo>
                    <a:pt x="5478653" y="858441"/>
                    <a:pt x="5477145" y="861456"/>
                    <a:pt x="5477148" y="864471"/>
                  </a:cubicBezTo>
                  <a:cubicBezTo>
                    <a:pt x="5474130" y="882558"/>
                    <a:pt x="5471118" y="899141"/>
                    <a:pt x="5468104" y="917227"/>
                  </a:cubicBezTo>
                  <a:cubicBezTo>
                    <a:pt x="5465086" y="930793"/>
                    <a:pt x="5462073" y="942851"/>
                    <a:pt x="5459059" y="956417"/>
                  </a:cubicBezTo>
                  <a:cubicBezTo>
                    <a:pt x="5457551" y="963953"/>
                    <a:pt x="5456043" y="969981"/>
                    <a:pt x="5454534" y="977519"/>
                  </a:cubicBezTo>
                  <a:cubicBezTo>
                    <a:pt x="5418360" y="1128248"/>
                    <a:pt x="5356560" y="1266920"/>
                    <a:pt x="5273663" y="1390521"/>
                  </a:cubicBezTo>
                  <a:cubicBezTo>
                    <a:pt x="5269137" y="1398056"/>
                    <a:pt x="5264618" y="1404086"/>
                    <a:pt x="5260094" y="1410115"/>
                  </a:cubicBezTo>
                  <a:cubicBezTo>
                    <a:pt x="5252557" y="1420667"/>
                    <a:pt x="5246526" y="1431217"/>
                    <a:pt x="5238992" y="1440262"/>
                  </a:cubicBezTo>
                  <a:cubicBezTo>
                    <a:pt x="5228440" y="1455334"/>
                    <a:pt x="5217889" y="1470406"/>
                    <a:pt x="5205831" y="1483972"/>
                  </a:cubicBezTo>
                  <a:cubicBezTo>
                    <a:pt x="5204325" y="1483973"/>
                    <a:pt x="5204322" y="1485480"/>
                    <a:pt x="5202815" y="1486988"/>
                  </a:cubicBezTo>
                  <a:cubicBezTo>
                    <a:pt x="5112379" y="1600036"/>
                    <a:pt x="5003854" y="1694995"/>
                    <a:pt x="4883268" y="1768852"/>
                  </a:cubicBezTo>
                  <a:cubicBezTo>
                    <a:pt x="4881760" y="1768852"/>
                    <a:pt x="4881761" y="1770360"/>
                    <a:pt x="4880255" y="1770359"/>
                  </a:cubicBezTo>
                  <a:cubicBezTo>
                    <a:pt x="4865180" y="1779404"/>
                    <a:pt x="4850106" y="1788447"/>
                    <a:pt x="4835033" y="1797493"/>
                  </a:cubicBezTo>
                  <a:cubicBezTo>
                    <a:pt x="4830513" y="1800506"/>
                    <a:pt x="4827498" y="1802014"/>
                    <a:pt x="4824484" y="1803521"/>
                  </a:cubicBezTo>
                  <a:cubicBezTo>
                    <a:pt x="4812424" y="1811056"/>
                    <a:pt x="4798863" y="1818595"/>
                    <a:pt x="4785292" y="1824623"/>
                  </a:cubicBezTo>
                  <a:cubicBezTo>
                    <a:pt x="4780770" y="1827639"/>
                    <a:pt x="4774739" y="1830652"/>
                    <a:pt x="4768711" y="1833669"/>
                  </a:cubicBezTo>
                  <a:cubicBezTo>
                    <a:pt x="4756654" y="1839697"/>
                    <a:pt x="4746103" y="1845725"/>
                    <a:pt x="4734044" y="1850247"/>
                  </a:cubicBezTo>
                  <a:cubicBezTo>
                    <a:pt x="4725001" y="1853262"/>
                    <a:pt x="4717464" y="1857784"/>
                    <a:pt x="4709929" y="1860797"/>
                  </a:cubicBezTo>
                  <a:cubicBezTo>
                    <a:pt x="4699377" y="1865321"/>
                    <a:pt x="4690331" y="1868334"/>
                    <a:pt x="4679782" y="1872857"/>
                  </a:cubicBezTo>
                  <a:cubicBezTo>
                    <a:pt x="4670738" y="1875871"/>
                    <a:pt x="4660186" y="1880395"/>
                    <a:pt x="4651143" y="1883408"/>
                  </a:cubicBezTo>
                  <a:cubicBezTo>
                    <a:pt x="4640592" y="1886423"/>
                    <a:pt x="4631549" y="1889438"/>
                    <a:pt x="4622503" y="1892451"/>
                  </a:cubicBezTo>
                  <a:cubicBezTo>
                    <a:pt x="4613460" y="1895466"/>
                    <a:pt x="4602908" y="1899988"/>
                    <a:pt x="4592357" y="1903003"/>
                  </a:cubicBezTo>
                  <a:cubicBezTo>
                    <a:pt x="4583314" y="1906018"/>
                    <a:pt x="4572765" y="1909032"/>
                    <a:pt x="4563718" y="1912047"/>
                  </a:cubicBezTo>
                  <a:cubicBezTo>
                    <a:pt x="4553170" y="1915061"/>
                    <a:pt x="4544123" y="1918075"/>
                    <a:pt x="4533574" y="1921090"/>
                  </a:cubicBezTo>
                  <a:cubicBezTo>
                    <a:pt x="4521517" y="1924104"/>
                    <a:pt x="4509455" y="1927120"/>
                    <a:pt x="4497400" y="1930134"/>
                  </a:cubicBezTo>
                  <a:cubicBezTo>
                    <a:pt x="4489863" y="1933149"/>
                    <a:pt x="4482325" y="1934657"/>
                    <a:pt x="4474788" y="1936163"/>
                  </a:cubicBezTo>
                  <a:cubicBezTo>
                    <a:pt x="4458210" y="1939179"/>
                    <a:pt x="4440122" y="1942192"/>
                    <a:pt x="4423542" y="1945208"/>
                  </a:cubicBezTo>
                  <a:cubicBezTo>
                    <a:pt x="4420530" y="1945208"/>
                    <a:pt x="4417511" y="1946714"/>
                    <a:pt x="4414495" y="1946714"/>
                  </a:cubicBezTo>
                  <a:cubicBezTo>
                    <a:pt x="4167300" y="1987414"/>
                    <a:pt x="3906535" y="1957265"/>
                    <a:pt x="3662351" y="1842710"/>
                  </a:cubicBezTo>
                  <a:cubicBezTo>
                    <a:pt x="3366920" y="1704039"/>
                    <a:pt x="3149867" y="1467393"/>
                    <a:pt x="3029285" y="1190048"/>
                  </a:cubicBezTo>
                  <a:cubicBezTo>
                    <a:pt x="3029283" y="1188541"/>
                    <a:pt x="3029283" y="1188541"/>
                    <a:pt x="3029283" y="1188541"/>
                  </a:cubicBezTo>
                  <a:cubicBezTo>
                    <a:pt x="3012702" y="1152366"/>
                    <a:pt x="2999137" y="1116190"/>
                    <a:pt x="2987078" y="1078509"/>
                  </a:cubicBezTo>
                  <a:cubicBezTo>
                    <a:pt x="2987082" y="1075495"/>
                    <a:pt x="2985572" y="1070973"/>
                    <a:pt x="2984064" y="1067957"/>
                  </a:cubicBezTo>
                  <a:cubicBezTo>
                    <a:pt x="2979541" y="1051377"/>
                    <a:pt x="2973513" y="1034795"/>
                    <a:pt x="2968992" y="1016708"/>
                  </a:cubicBezTo>
                  <a:cubicBezTo>
                    <a:pt x="2967486" y="1013696"/>
                    <a:pt x="2967486" y="1009173"/>
                    <a:pt x="2965980" y="1006159"/>
                  </a:cubicBezTo>
                  <a:cubicBezTo>
                    <a:pt x="2961458" y="989577"/>
                    <a:pt x="2956932" y="971490"/>
                    <a:pt x="2953918" y="954908"/>
                  </a:cubicBezTo>
                  <a:cubicBezTo>
                    <a:pt x="2952411" y="953402"/>
                    <a:pt x="2952412" y="951895"/>
                    <a:pt x="2952411" y="950387"/>
                  </a:cubicBezTo>
                  <a:cubicBezTo>
                    <a:pt x="2949395" y="930792"/>
                    <a:pt x="2944874" y="911197"/>
                    <a:pt x="2941860" y="891604"/>
                  </a:cubicBezTo>
                  <a:cubicBezTo>
                    <a:pt x="2940353" y="890095"/>
                    <a:pt x="2940352" y="888588"/>
                    <a:pt x="2940356" y="887081"/>
                  </a:cubicBezTo>
                  <a:cubicBezTo>
                    <a:pt x="2938846" y="881050"/>
                    <a:pt x="2938847" y="876530"/>
                    <a:pt x="2937340" y="870502"/>
                  </a:cubicBezTo>
                  <a:lnTo>
                    <a:pt x="2931121" y="781763"/>
                  </a:lnTo>
                  <a:lnTo>
                    <a:pt x="3043557" y="738536"/>
                  </a:lnTo>
                  <a:lnTo>
                    <a:pt x="4006650" y="336767"/>
                  </a:lnTo>
                  <a:lnTo>
                    <a:pt x="4667085" y="51339"/>
                  </a:lnTo>
                  <a:cubicBezTo>
                    <a:pt x="4719445" y="26596"/>
                    <a:pt x="4763081" y="5980"/>
                    <a:pt x="4793386" y="2334"/>
                  </a:cubicBezTo>
                  <a:cubicBezTo>
                    <a:pt x="4799806" y="4633"/>
                    <a:pt x="4802109" y="-1795"/>
                    <a:pt x="4808536" y="506"/>
                  </a:cubicBezTo>
                  <a:cubicBezTo>
                    <a:pt x="4845262" y="-839"/>
                    <a:pt x="4879692" y="4246"/>
                    <a:pt x="4911816" y="15752"/>
                  </a:cubicBezTo>
                  <a:close/>
                </a:path>
              </a:pathLst>
            </a:custGeom>
            <a:solidFill>
              <a:srgbClr val="29B8CE"/>
            </a:solidFill>
            <a:ln w="9212" cap="flat">
              <a:noFill/>
              <a:prstDash val="solid"/>
              <a:miter/>
            </a:ln>
          </p:spPr>
          <p:txBody>
            <a:bodyPr rtlCol="0" anchor="ctr"/>
            <a:lstStyle/>
            <a:p>
              <a:endParaRPr lang="de-DE"/>
            </a:p>
          </p:txBody>
        </p:sp>
        <p:sp>
          <p:nvSpPr>
            <p:cNvPr id="32" name="Grafik 19">
              <a:extLst>
                <a:ext uri="{FF2B5EF4-FFF2-40B4-BE49-F238E27FC236}">
                  <a16:creationId xmlns:a16="http://schemas.microsoft.com/office/drawing/2014/main" id="{2A582591-3818-4B78-BC74-0A6B7E33157B}"/>
                </a:ext>
              </a:extLst>
            </p:cNvPr>
            <p:cNvSpPr/>
            <p:nvPr/>
          </p:nvSpPr>
          <p:spPr>
            <a:xfrm rot="18807008">
              <a:off x="3426754" y="2142995"/>
              <a:ext cx="1980319" cy="2900975"/>
            </a:xfrm>
            <a:custGeom>
              <a:avLst/>
              <a:gdLst>
                <a:gd name="connsiteX0" fmla="*/ 2701168 w 3617914"/>
                <a:gd name="connsiteY0" fmla="*/ 113654 h 5299894"/>
                <a:gd name="connsiteX1" fmla="*/ 760925 w 3617914"/>
                <a:gd name="connsiteY1" fmla="*/ 917564 h 5299894"/>
                <a:gd name="connsiteX2" fmla="*/ 1133353 w 3617914"/>
                <a:gd name="connsiteY2" fmla="*/ 2584439 h 5299894"/>
                <a:gd name="connsiteX3" fmla="*/ 1267655 w 3617914"/>
                <a:gd name="connsiteY3" fmla="*/ 2693024 h 5299894"/>
                <a:gd name="connsiteX4" fmla="*/ 1271465 w 3617914"/>
                <a:gd name="connsiteY4" fmla="*/ 2695882 h 5299894"/>
                <a:gd name="connsiteX5" fmla="*/ 1391480 w 3617914"/>
                <a:gd name="connsiteY5" fmla="*/ 3134984 h 5299894"/>
                <a:gd name="connsiteX6" fmla="*/ 1333378 w 3617914"/>
                <a:gd name="connsiteY6" fmla="*/ 3275954 h 5299894"/>
                <a:gd name="connsiteX7" fmla="*/ 1083823 w 3617914"/>
                <a:gd name="connsiteY7" fmla="*/ 3419782 h 5299894"/>
                <a:gd name="connsiteX8" fmla="*/ 1077155 w 3617914"/>
                <a:gd name="connsiteY8" fmla="*/ 3418829 h 5299894"/>
                <a:gd name="connsiteX9" fmla="*/ 822838 w 3617914"/>
                <a:gd name="connsiteY9" fmla="*/ 3417877 h 5299894"/>
                <a:gd name="connsiteX10" fmla="*/ 72268 w 3617914"/>
                <a:gd name="connsiteY10" fmla="*/ 3993187 h 5299894"/>
                <a:gd name="connsiteX11" fmla="*/ 583760 w 3617914"/>
                <a:gd name="connsiteY11" fmla="*/ 5227627 h 5299894"/>
                <a:gd name="connsiteX12" fmla="*/ 1818200 w 3617914"/>
                <a:gd name="connsiteY12" fmla="*/ 4716134 h 5299894"/>
                <a:gd name="connsiteX13" fmla="*/ 1694375 w 3617914"/>
                <a:gd name="connsiteY13" fmla="*/ 3778874 h 5299894"/>
                <a:gd name="connsiteX14" fmla="*/ 1513400 w 3617914"/>
                <a:gd name="connsiteY14" fmla="*/ 3599804 h 5299894"/>
                <a:gd name="connsiteX15" fmla="*/ 1507685 w 3617914"/>
                <a:gd name="connsiteY15" fmla="*/ 3595994 h 5299894"/>
                <a:gd name="connsiteX16" fmla="*/ 1432438 w 3617914"/>
                <a:gd name="connsiteY16" fmla="*/ 3317864 h 5299894"/>
                <a:gd name="connsiteX17" fmla="*/ 1490540 w 3617914"/>
                <a:gd name="connsiteY17" fmla="*/ 3176894 h 5299894"/>
                <a:gd name="connsiteX18" fmla="*/ 1885828 w 3617914"/>
                <a:gd name="connsiteY18" fmla="*/ 2951152 h 5299894"/>
                <a:gd name="connsiteX19" fmla="*/ 1889638 w 3617914"/>
                <a:gd name="connsiteY19" fmla="*/ 2952104 h 5299894"/>
                <a:gd name="connsiteX20" fmla="*/ 2061088 w 3617914"/>
                <a:gd name="connsiteY20" fmla="*/ 2970202 h 5299894"/>
                <a:gd name="connsiteX21" fmla="*/ 3503173 w 3617914"/>
                <a:gd name="connsiteY21" fmla="*/ 2054849 h 5299894"/>
                <a:gd name="connsiteX22" fmla="*/ 2701168 w 3617914"/>
                <a:gd name="connsiteY22" fmla="*/ 113654 h 5299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7914" h="5299894">
                  <a:moveTo>
                    <a:pt x="2701168" y="113654"/>
                  </a:moveTo>
                  <a:cubicBezTo>
                    <a:pt x="1943930" y="-200671"/>
                    <a:pt x="1075250" y="159374"/>
                    <a:pt x="760925" y="917564"/>
                  </a:cubicBezTo>
                  <a:cubicBezTo>
                    <a:pt x="514228" y="1511924"/>
                    <a:pt x="682820" y="2174864"/>
                    <a:pt x="1133353" y="2584439"/>
                  </a:cubicBezTo>
                  <a:cubicBezTo>
                    <a:pt x="1175263" y="2622539"/>
                    <a:pt x="1220030" y="2658734"/>
                    <a:pt x="1267655" y="2693024"/>
                  </a:cubicBezTo>
                  <a:cubicBezTo>
                    <a:pt x="1268608" y="2693977"/>
                    <a:pt x="1269560" y="2694929"/>
                    <a:pt x="1271465" y="2695882"/>
                  </a:cubicBezTo>
                  <a:cubicBezTo>
                    <a:pt x="1403863" y="2794942"/>
                    <a:pt x="1458155" y="2974964"/>
                    <a:pt x="1391480" y="3134984"/>
                  </a:cubicBezTo>
                  <a:lnTo>
                    <a:pt x="1333378" y="3275954"/>
                  </a:lnTo>
                  <a:cubicBezTo>
                    <a:pt x="1291468" y="3376919"/>
                    <a:pt x="1187645" y="3434069"/>
                    <a:pt x="1083823" y="3419782"/>
                  </a:cubicBezTo>
                  <a:cubicBezTo>
                    <a:pt x="1081918" y="3419782"/>
                    <a:pt x="1079060" y="3418829"/>
                    <a:pt x="1077155" y="3418829"/>
                  </a:cubicBezTo>
                  <a:cubicBezTo>
                    <a:pt x="991430" y="3406447"/>
                    <a:pt x="905705" y="3406447"/>
                    <a:pt x="822838" y="3417877"/>
                  </a:cubicBezTo>
                  <a:cubicBezTo>
                    <a:pt x="498988" y="3460739"/>
                    <a:pt x="206570" y="3670289"/>
                    <a:pt x="72268" y="3993187"/>
                  </a:cubicBezTo>
                  <a:cubicBezTo>
                    <a:pt x="-127757" y="4475152"/>
                    <a:pt x="101795" y="5028555"/>
                    <a:pt x="583760" y="5227627"/>
                  </a:cubicBezTo>
                  <a:cubicBezTo>
                    <a:pt x="1065725" y="5427652"/>
                    <a:pt x="1619128" y="5198100"/>
                    <a:pt x="1818200" y="4716134"/>
                  </a:cubicBezTo>
                  <a:cubicBezTo>
                    <a:pt x="1952503" y="4392284"/>
                    <a:pt x="1893448" y="4037954"/>
                    <a:pt x="1694375" y="3778874"/>
                  </a:cubicBezTo>
                  <a:cubicBezTo>
                    <a:pt x="1642940" y="3712199"/>
                    <a:pt x="1582933" y="3651239"/>
                    <a:pt x="1513400" y="3599804"/>
                  </a:cubicBezTo>
                  <a:cubicBezTo>
                    <a:pt x="1511495" y="3598852"/>
                    <a:pt x="1509590" y="3596947"/>
                    <a:pt x="1507685" y="3595994"/>
                  </a:cubicBezTo>
                  <a:cubicBezTo>
                    <a:pt x="1424818" y="3532177"/>
                    <a:pt x="1391480" y="3418829"/>
                    <a:pt x="1432438" y="3317864"/>
                  </a:cubicBezTo>
                  <a:lnTo>
                    <a:pt x="1490540" y="3176894"/>
                  </a:lnTo>
                  <a:cubicBezTo>
                    <a:pt x="1557215" y="3016874"/>
                    <a:pt x="1721998" y="2927339"/>
                    <a:pt x="1885828" y="2951152"/>
                  </a:cubicBezTo>
                  <a:cubicBezTo>
                    <a:pt x="1886780" y="2951152"/>
                    <a:pt x="1888685" y="2952104"/>
                    <a:pt x="1889638" y="2952104"/>
                  </a:cubicBezTo>
                  <a:cubicBezTo>
                    <a:pt x="1946788" y="2961629"/>
                    <a:pt x="2003938" y="2967344"/>
                    <a:pt x="2061088" y="2970202"/>
                  </a:cubicBezTo>
                  <a:cubicBezTo>
                    <a:pt x="2668783" y="2998777"/>
                    <a:pt x="3257428" y="2649209"/>
                    <a:pt x="3503173" y="2054849"/>
                  </a:cubicBezTo>
                  <a:cubicBezTo>
                    <a:pt x="3819403" y="1296659"/>
                    <a:pt x="3459358" y="427979"/>
                    <a:pt x="2701168" y="113654"/>
                  </a:cubicBezTo>
                  <a:close/>
                </a:path>
              </a:pathLst>
            </a:custGeom>
            <a:solidFill>
              <a:schemeClr val="accent4"/>
            </a:solidFill>
            <a:ln w="9525" cap="flat">
              <a:noFill/>
              <a:prstDash val="solid"/>
              <a:miter/>
            </a:ln>
          </p:spPr>
          <p:txBody>
            <a:bodyPr rtlCol="0" anchor="ctr"/>
            <a:lstStyle/>
            <a:p>
              <a:endParaRPr lang="de-DE"/>
            </a:p>
          </p:txBody>
        </p:sp>
        <p:sp>
          <p:nvSpPr>
            <p:cNvPr id="37" name="Freihandform: Form 36">
              <a:extLst>
                <a:ext uri="{FF2B5EF4-FFF2-40B4-BE49-F238E27FC236}">
                  <a16:creationId xmlns:a16="http://schemas.microsoft.com/office/drawing/2014/main" id="{0ECFADE2-739F-4450-80BD-572046B88BA0}"/>
                </a:ext>
              </a:extLst>
            </p:cNvPr>
            <p:cNvSpPr/>
            <p:nvPr/>
          </p:nvSpPr>
          <p:spPr>
            <a:xfrm rot="12078484" flipH="1">
              <a:off x="-15883" y="3406746"/>
              <a:ext cx="1993002" cy="1973966"/>
            </a:xfrm>
            <a:custGeom>
              <a:avLst/>
              <a:gdLst>
                <a:gd name="connsiteX0" fmla="*/ 1189139 w 1993002"/>
                <a:gd name="connsiteY0" fmla="*/ 1946704 h 1973966"/>
                <a:gd name="connsiteX1" fmla="*/ 1843409 w 1993002"/>
                <a:gd name="connsiteY1" fmla="*/ 1753327 h 1973966"/>
                <a:gd name="connsiteX2" fmla="*/ 1773694 w 1993002"/>
                <a:gd name="connsiteY2" fmla="*/ 881892 h 1973966"/>
                <a:gd name="connsiteX3" fmla="*/ 1208134 w 1993002"/>
                <a:gd name="connsiteY3" fmla="*/ 760763 h 1973966"/>
                <a:gd name="connsiteX4" fmla="*/ 1028618 w 1993002"/>
                <a:gd name="connsiteY4" fmla="*/ 845292 h 1973966"/>
                <a:gd name="connsiteX5" fmla="*/ 1024260 w 1993002"/>
                <a:gd name="connsiteY5" fmla="*/ 847907 h 1973966"/>
                <a:gd name="connsiteX6" fmla="*/ 838645 w 1993002"/>
                <a:gd name="connsiteY6" fmla="*/ 838320 h 1973966"/>
                <a:gd name="connsiteX7" fmla="*/ 837773 w 1993002"/>
                <a:gd name="connsiteY7" fmla="*/ 837449 h 1973966"/>
                <a:gd name="connsiteX8" fmla="*/ 802045 w 1993002"/>
                <a:gd name="connsiteY8" fmla="*/ 697148 h 1973966"/>
                <a:gd name="connsiteX9" fmla="*/ 805531 w 1993002"/>
                <a:gd name="connsiteY9" fmla="*/ 688434 h 1973966"/>
                <a:gd name="connsiteX10" fmla="*/ 805530 w 1993002"/>
                <a:gd name="connsiteY10" fmla="*/ 687563 h 1973966"/>
                <a:gd name="connsiteX11" fmla="*/ 823830 w 1993002"/>
                <a:gd name="connsiteY11" fmla="*/ 638762 h 1973966"/>
                <a:gd name="connsiteX12" fmla="*/ 825573 w 1993002"/>
                <a:gd name="connsiteY12" fmla="*/ 633534 h 1973966"/>
                <a:gd name="connsiteX13" fmla="*/ 830802 w 1993002"/>
                <a:gd name="connsiteY13" fmla="*/ 614362 h 1973966"/>
                <a:gd name="connsiteX14" fmla="*/ 832545 w 1993002"/>
                <a:gd name="connsiteY14" fmla="*/ 606518 h 1973966"/>
                <a:gd name="connsiteX15" fmla="*/ 836030 w 1993002"/>
                <a:gd name="connsiteY15" fmla="*/ 589090 h 1973966"/>
                <a:gd name="connsiteX16" fmla="*/ 836902 w 1993002"/>
                <a:gd name="connsiteY16" fmla="*/ 586476 h 1973966"/>
                <a:gd name="connsiteX17" fmla="*/ 839516 w 1993002"/>
                <a:gd name="connsiteY17" fmla="*/ 570790 h 1973966"/>
                <a:gd name="connsiteX18" fmla="*/ 840388 w 1993002"/>
                <a:gd name="connsiteY18" fmla="*/ 567304 h 1973966"/>
                <a:gd name="connsiteX19" fmla="*/ 843002 w 1993002"/>
                <a:gd name="connsiteY19" fmla="*/ 549004 h 1973966"/>
                <a:gd name="connsiteX20" fmla="*/ 843874 w 1993002"/>
                <a:gd name="connsiteY20" fmla="*/ 542904 h 1973966"/>
                <a:gd name="connsiteX21" fmla="*/ 845617 w 1993002"/>
                <a:gd name="connsiteY21" fmla="*/ 521118 h 1973966"/>
                <a:gd name="connsiteX22" fmla="*/ 845616 w 1993002"/>
                <a:gd name="connsiteY22" fmla="*/ 516761 h 1973966"/>
                <a:gd name="connsiteX23" fmla="*/ 846487 w 1993002"/>
                <a:gd name="connsiteY23" fmla="*/ 497590 h 1973966"/>
                <a:gd name="connsiteX24" fmla="*/ 846488 w 1993002"/>
                <a:gd name="connsiteY24" fmla="*/ 494104 h 1973966"/>
                <a:gd name="connsiteX25" fmla="*/ 846487 w 1993002"/>
                <a:gd name="connsiteY25" fmla="*/ 492361 h 1973966"/>
                <a:gd name="connsiteX26" fmla="*/ 845617 w 1993002"/>
                <a:gd name="connsiteY26" fmla="*/ 471447 h 1973966"/>
                <a:gd name="connsiteX27" fmla="*/ 845617 w 1993002"/>
                <a:gd name="connsiteY27" fmla="*/ 464475 h 1973966"/>
                <a:gd name="connsiteX28" fmla="*/ 844745 w 1993002"/>
                <a:gd name="connsiteY28" fmla="*/ 449660 h 1973966"/>
                <a:gd name="connsiteX29" fmla="*/ 843874 w 1993002"/>
                <a:gd name="connsiteY29" fmla="*/ 438332 h 1973966"/>
                <a:gd name="connsiteX30" fmla="*/ 842131 w 1993002"/>
                <a:gd name="connsiteY30" fmla="*/ 423517 h 1973966"/>
                <a:gd name="connsiteX31" fmla="*/ 840388 w 1993002"/>
                <a:gd name="connsiteY31" fmla="*/ 412189 h 1973966"/>
                <a:gd name="connsiteX32" fmla="*/ 838645 w 1993002"/>
                <a:gd name="connsiteY32" fmla="*/ 403475 h 1973966"/>
                <a:gd name="connsiteX33" fmla="*/ 834287 w 1993002"/>
                <a:gd name="connsiteY33" fmla="*/ 382560 h 1973966"/>
                <a:gd name="connsiteX34" fmla="*/ 832545 w 1993002"/>
                <a:gd name="connsiteY34" fmla="*/ 375589 h 1973966"/>
                <a:gd name="connsiteX35" fmla="*/ 829059 w 1993002"/>
                <a:gd name="connsiteY35" fmla="*/ 363389 h 1973966"/>
                <a:gd name="connsiteX36" fmla="*/ 827316 w 1993002"/>
                <a:gd name="connsiteY36" fmla="*/ 356418 h 1973966"/>
                <a:gd name="connsiteX37" fmla="*/ 821216 w 1993002"/>
                <a:gd name="connsiteY37" fmla="*/ 338117 h 1973966"/>
                <a:gd name="connsiteX38" fmla="*/ 817731 w 1993002"/>
                <a:gd name="connsiteY38" fmla="*/ 328532 h 1973966"/>
                <a:gd name="connsiteX39" fmla="*/ 814245 w 1993002"/>
                <a:gd name="connsiteY39" fmla="*/ 318945 h 1973966"/>
                <a:gd name="connsiteX40" fmla="*/ 809016 w 1993002"/>
                <a:gd name="connsiteY40" fmla="*/ 305002 h 1973966"/>
                <a:gd name="connsiteX41" fmla="*/ 806402 w 1993002"/>
                <a:gd name="connsiteY41" fmla="*/ 298031 h 1973966"/>
                <a:gd name="connsiteX42" fmla="*/ 798559 w 1993002"/>
                <a:gd name="connsiteY42" fmla="*/ 281474 h 1973966"/>
                <a:gd name="connsiteX43" fmla="*/ 795944 w 1993002"/>
                <a:gd name="connsiteY43" fmla="*/ 277116 h 1973966"/>
                <a:gd name="connsiteX44" fmla="*/ 774159 w 1993002"/>
                <a:gd name="connsiteY44" fmla="*/ 237902 h 1973966"/>
                <a:gd name="connsiteX45" fmla="*/ 702701 w 1993002"/>
                <a:gd name="connsiteY45" fmla="*/ 146401 h 1973966"/>
                <a:gd name="connsiteX46" fmla="*/ 700086 w 1993002"/>
                <a:gd name="connsiteY46" fmla="*/ 143787 h 1973966"/>
                <a:gd name="connsiteX47" fmla="*/ 686143 w 1993002"/>
                <a:gd name="connsiteY47" fmla="*/ 130715 h 1973966"/>
                <a:gd name="connsiteX48" fmla="*/ 683530 w 1993002"/>
                <a:gd name="connsiteY48" fmla="*/ 128972 h 1973966"/>
                <a:gd name="connsiteX49" fmla="*/ 669587 w 1993002"/>
                <a:gd name="connsiteY49" fmla="*/ 116772 h 1973966"/>
                <a:gd name="connsiteX50" fmla="*/ 667844 w 1993002"/>
                <a:gd name="connsiteY50" fmla="*/ 115901 h 1973966"/>
                <a:gd name="connsiteX51" fmla="*/ 653901 w 1993002"/>
                <a:gd name="connsiteY51" fmla="*/ 104572 h 1973966"/>
                <a:gd name="connsiteX52" fmla="*/ 648672 w 1993002"/>
                <a:gd name="connsiteY52" fmla="*/ 100216 h 1973966"/>
                <a:gd name="connsiteX53" fmla="*/ 632115 w 1993002"/>
                <a:gd name="connsiteY53" fmla="*/ 88015 h 1973966"/>
                <a:gd name="connsiteX54" fmla="*/ 628629 w 1993002"/>
                <a:gd name="connsiteY54" fmla="*/ 85400 h 1973966"/>
                <a:gd name="connsiteX55" fmla="*/ 586800 w 1993002"/>
                <a:gd name="connsiteY55" fmla="*/ 60130 h 1973966"/>
                <a:gd name="connsiteX56" fmla="*/ 579828 w 1993002"/>
                <a:gd name="connsiteY56" fmla="*/ 56644 h 1973966"/>
                <a:gd name="connsiteX57" fmla="*/ 565015 w 1993002"/>
                <a:gd name="connsiteY57" fmla="*/ 48800 h 1973966"/>
                <a:gd name="connsiteX58" fmla="*/ 556300 w 1993002"/>
                <a:gd name="connsiteY58" fmla="*/ 44444 h 1973966"/>
                <a:gd name="connsiteX59" fmla="*/ 543228 w 1993002"/>
                <a:gd name="connsiteY59" fmla="*/ 38343 h 1973966"/>
                <a:gd name="connsiteX60" fmla="*/ 533643 w 1993002"/>
                <a:gd name="connsiteY60" fmla="*/ 34858 h 1973966"/>
                <a:gd name="connsiteX61" fmla="*/ 520571 w 1993002"/>
                <a:gd name="connsiteY61" fmla="*/ 29629 h 1973966"/>
                <a:gd name="connsiteX62" fmla="*/ 510986 w 1993002"/>
                <a:gd name="connsiteY62" fmla="*/ 26143 h 1973966"/>
                <a:gd name="connsiteX63" fmla="*/ 497043 w 1993002"/>
                <a:gd name="connsiteY63" fmla="*/ 21786 h 1973966"/>
                <a:gd name="connsiteX64" fmla="*/ 488328 w 1993002"/>
                <a:gd name="connsiteY64" fmla="*/ 19172 h 1973966"/>
                <a:gd name="connsiteX65" fmla="*/ 473513 w 1993002"/>
                <a:gd name="connsiteY65" fmla="*/ 14815 h 1973966"/>
                <a:gd name="connsiteX66" fmla="*/ 464799 w 1993002"/>
                <a:gd name="connsiteY66" fmla="*/ 13072 h 1973966"/>
                <a:gd name="connsiteX67" fmla="*/ 449985 w 1993002"/>
                <a:gd name="connsiteY67" fmla="*/ 9586 h 1973966"/>
                <a:gd name="connsiteX68" fmla="*/ 434299 w 1993002"/>
                <a:gd name="connsiteY68" fmla="*/ 6972 h 1973966"/>
                <a:gd name="connsiteX69" fmla="*/ 420356 w 1993002"/>
                <a:gd name="connsiteY69" fmla="*/ 4358 h 1973966"/>
                <a:gd name="connsiteX70" fmla="*/ 402928 w 1993002"/>
                <a:gd name="connsiteY70" fmla="*/ 1743 h 1973966"/>
                <a:gd name="connsiteX71" fmla="*/ 395084 w 1993002"/>
                <a:gd name="connsiteY71" fmla="*/ 872 h 1973966"/>
                <a:gd name="connsiteX72" fmla="*/ 377656 w 1993002"/>
                <a:gd name="connsiteY72" fmla="*/ 0 h 1973966"/>
                <a:gd name="connsiteX73" fmla="*/ 368941 w 1993002"/>
                <a:gd name="connsiteY73" fmla="*/ 0 h 1973966"/>
                <a:gd name="connsiteX74" fmla="*/ 353255 w 1993002"/>
                <a:gd name="connsiteY74" fmla="*/ 0 h 1973966"/>
                <a:gd name="connsiteX75" fmla="*/ 351513 w 1993002"/>
                <a:gd name="connsiteY75" fmla="*/ 0 h 1973966"/>
                <a:gd name="connsiteX76" fmla="*/ 332341 w 1993002"/>
                <a:gd name="connsiteY76" fmla="*/ 0 h 1973966"/>
                <a:gd name="connsiteX77" fmla="*/ 330598 w 1993002"/>
                <a:gd name="connsiteY77" fmla="*/ 0 h 1973966"/>
                <a:gd name="connsiteX78" fmla="*/ 328840 w 1993002"/>
                <a:gd name="connsiteY78" fmla="*/ 146 h 1973966"/>
                <a:gd name="connsiteX79" fmla="*/ 0 w 1993002"/>
                <a:gd name="connsiteY79" fmla="*/ 843225 h 1973966"/>
                <a:gd name="connsiteX80" fmla="*/ 9039 w 1993002"/>
                <a:gd name="connsiteY80" fmla="*/ 852263 h 1973966"/>
                <a:gd name="connsiteX81" fmla="*/ 15139 w 1993002"/>
                <a:gd name="connsiteY81" fmla="*/ 857492 h 1973966"/>
                <a:gd name="connsiteX82" fmla="*/ 30825 w 1993002"/>
                <a:gd name="connsiteY82" fmla="*/ 871435 h 1973966"/>
                <a:gd name="connsiteX83" fmla="*/ 31696 w 1993002"/>
                <a:gd name="connsiteY83" fmla="*/ 872307 h 1973966"/>
                <a:gd name="connsiteX84" fmla="*/ 37796 w 1993002"/>
                <a:gd name="connsiteY84" fmla="*/ 877535 h 1973966"/>
                <a:gd name="connsiteX85" fmla="*/ 43897 w 1993002"/>
                <a:gd name="connsiteY85" fmla="*/ 882764 h 1973966"/>
                <a:gd name="connsiteX86" fmla="*/ 50868 w 1993002"/>
                <a:gd name="connsiteY86" fmla="*/ 887992 h 1973966"/>
                <a:gd name="connsiteX87" fmla="*/ 56968 w 1993002"/>
                <a:gd name="connsiteY87" fmla="*/ 893221 h 1973966"/>
                <a:gd name="connsiteX88" fmla="*/ 63939 w 1993002"/>
                <a:gd name="connsiteY88" fmla="*/ 898450 h 1973966"/>
                <a:gd name="connsiteX89" fmla="*/ 70040 w 1993002"/>
                <a:gd name="connsiteY89" fmla="*/ 902807 h 1973966"/>
                <a:gd name="connsiteX90" fmla="*/ 77882 w 1993002"/>
                <a:gd name="connsiteY90" fmla="*/ 908035 h 1973966"/>
                <a:gd name="connsiteX91" fmla="*/ 83983 w 1993002"/>
                <a:gd name="connsiteY91" fmla="*/ 911521 h 1973966"/>
                <a:gd name="connsiteX92" fmla="*/ 91825 w 1993002"/>
                <a:gd name="connsiteY92" fmla="*/ 916749 h 1973966"/>
                <a:gd name="connsiteX93" fmla="*/ 97926 w 1993002"/>
                <a:gd name="connsiteY93" fmla="*/ 920235 h 1973966"/>
                <a:gd name="connsiteX94" fmla="*/ 106640 w 1993002"/>
                <a:gd name="connsiteY94" fmla="*/ 925464 h 1973966"/>
                <a:gd name="connsiteX95" fmla="*/ 111869 w 1993002"/>
                <a:gd name="connsiteY95" fmla="*/ 928950 h 1973966"/>
                <a:gd name="connsiteX96" fmla="*/ 120583 w 1993002"/>
                <a:gd name="connsiteY96" fmla="*/ 933307 h 1973966"/>
                <a:gd name="connsiteX97" fmla="*/ 125811 w 1993002"/>
                <a:gd name="connsiteY97" fmla="*/ 935921 h 1973966"/>
                <a:gd name="connsiteX98" fmla="*/ 134526 w 1993002"/>
                <a:gd name="connsiteY98" fmla="*/ 940279 h 1973966"/>
                <a:gd name="connsiteX99" fmla="*/ 140625 w 1993002"/>
                <a:gd name="connsiteY99" fmla="*/ 942892 h 1973966"/>
                <a:gd name="connsiteX100" fmla="*/ 149340 w 1993002"/>
                <a:gd name="connsiteY100" fmla="*/ 947250 h 1973966"/>
                <a:gd name="connsiteX101" fmla="*/ 155440 w 1993002"/>
                <a:gd name="connsiteY101" fmla="*/ 949864 h 1973966"/>
                <a:gd name="connsiteX102" fmla="*/ 164155 w 1993002"/>
                <a:gd name="connsiteY102" fmla="*/ 953350 h 1973966"/>
                <a:gd name="connsiteX103" fmla="*/ 170254 w 1993002"/>
                <a:gd name="connsiteY103" fmla="*/ 955965 h 1973966"/>
                <a:gd name="connsiteX104" fmla="*/ 178968 w 1993002"/>
                <a:gd name="connsiteY104" fmla="*/ 959450 h 1973966"/>
                <a:gd name="connsiteX105" fmla="*/ 185940 w 1993002"/>
                <a:gd name="connsiteY105" fmla="*/ 962064 h 1973966"/>
                <a:gd name="connsiteX106" fmla="*/ 193783 w 1993002"/>
                <a:gd name="connsiteY106" fmla="*/ 964679 h 1973966"/>
                <a:gd name="connsiteX107" fmla="*/ 201626 w 1993002"/>
                <a:gd name="connsiteY107" fmla="*/ 967293 h 1973966"/>
                <a:gd name="connsiteX108" fmla="*/ 209469 w 1993002"/>
                <a:gd name="connsiteY108" fmla="*/ 969908 h 1973966"/>
                <a:gd name="connsiteX109" fmla="*/ 217312 w 1993002"/>
                <a:gd name="connsiteY109" fmla="*/ 972521 h 1973966"/>
                <a:gd name="connsiteX110" fmla="*/ 225155 w 1993002"/>
                <a:gd name="connsiteY110" fmla="*/ 974264 h 1973966"/>
                <a:gd name="connsiteX111" fmla="*/ 233869 w 1993002"/>
                <a:gd name="connsiteY111" fmla="*/ 976007 h 1973966"/>
                <a:gd name="connsiteX112" fmla="*/ 241712 w 1993002"/>
                <a:gd name="connsiteY112" fmla="*/ 977750 h 1973966"/>
                <a:gd name="connsiteX113" fmla="*/ 250426 w 1993002"/>
                <a:gd name="connsiteY113" fmla="*/ 979493 h 1973966"/>
                <a:gd name="connsiteX114" fmla="*/ 258269 w 1993002"/>
                <a:gd name="connsiteY114" fmla="*/ 981236 h 1973966"/>
                <a:gd name="connsiteX115" fmla="*/ 266112 w 1993002"/>
                <a:gd name="connsiteY115" fmla="*/ 982979 h 1973966"/>
                <a:gd name="connsiteX116" fmla="*/ 274826 w 1993002"/>
                <a:gd name="connsiteY116" fmla="*/ 983850 h 1973966"/>
                <a:gd name="connsiteX117" fmla="*/ 282670 w 1993002"/>
                <a:gd name="connsiteY117" fmla="*/ 984721 h 1973966"/>
                <a:gd name="connsiteX118" fmla="*/ 291384 w 1993002"/>
                <a:gd name="connsiteY118" fmla="*/ 985593 h 1973966"/>
                <a:gd name="connsiteX119" fmla="*/ 298355 w 1993002"/>
                <a:gd name="connsiteY119" fmla="*/ 986464 h 1973966"/>
                <a:gd name="connsiteX120" fmla="*/ 307941 w 1993002"/>
                <a:gd name="connsiteY120" fmla="*/ 987336 h 1973966"/>
                <a:gd name="connsiteX121" fmla="*/ 314912 w 1993002"/>
                <a:gd name="connsiteY121" fmla="*/ 988207 h 1973966"/>
                <a:gd name="connsiteX122" fmla="*/ 325370 w 1993002"/>
                <a:gd name="connsiteY122" fmla="*/ 989079 h 1973966"/>
                <a:gd name="connsiteX123" fmla="*/ 331470 w 1993002"/>
                <a:gd name="connsiteY123" fmla="*/ 989079 h 1973966"/>
                <a:gd name="connsiteX124" fmla="*/ 342798 w 1993002"/>
                <a:gd name="connsiteY124" fmla="*/ 989079 h 1973966"/>
                <a:gd name="connsiteX125" fmla="*/ 348027 w 1993002"/>
                <a:gd name="connsiteY125" fmla="*/ 989079 h 1973966"/>
                <a:gd name="connsiteX126" fmla="*/ 348899 w 1993002"/>
                <a:gd name="connsiteY126" fmla="*/ 989079 h 1973966"/>
                <a:gd name="connsiteX127" fmla="*/ 370684 w 1993002"/>
                <a:gd name="connsiteY127" fmla="*/ 988207 h 1973966"/>
                <a:gd name="connsiteX128" fmla="*/ 377656 w 1993002"/>
                <a:gd name="connsiteY128" fmla="*/ 988207 h 1973966"/>
                <a:gd name="connsiteX129" fmla="*/ 394213 w 1993002"/>
                <a:gd name="connsiteY129" fmla="*/ 987336 h 1973966"/>
                <a:gd name="connsiteX130" fmla="*/ 405541 w 1993002"/>
                <a:gd name="connsiteY130" fmla="*/ 986464 h 1973966"/>
                <a:gd name="connsiteX131" fmla="*/ 416871 w 1993002"/>
                <a:gd name="connsiteY131" fmla="*/ 984721 h 1973966"/>
                <a:gd name="connsiteX132" fmla="*/ 428199 w 1993002"/>
                <a:gd name="connsiteY132" fmla="*/ 982979 h 1973966"/>
                <a:gd name="connsiteX133" fmla="*/ 436042 w 1993002"/>
                <a:gd name="connsiteY133" fmla="*/ 981236 h 1973966"/>
                <a:gd name="connsiteX134" fmla="*/ 456957 w 1993002"/>
                <a:gd name="connsiteY134" fmla="*/ 976879 h 1973966"/>
                <a:gd name="connsiteX135" fmla="*/ 463056 w 1993002"/>
                <a:gd name="connsiteY135" fmla="*/ 975136 h 1973966"/>
                <a:gd name="connsiteX136" fmla="*/ 476128 w 1993002"/>
                <a:gd name="connsiteY136" fmla="*/ 971650 h 1973966"/>
                <a:gd name="connsiteX137" fmla="*/ 478742 w 1993002"/>
                <a:gd name="connsiteY137" fmla="*/ 970779 h 1973966"/>
                <a:gd name="connsiteX138" fmla="*/ 503142 w 1993002"/>
                <a:gd name="connsiteY138" fmla="*/ 962936 h 1973966"/>
                <a:gd name="connsiteX139" fmla="*/ 510986 w 1993002"/>
                <a:gd name="connsiteY139" fmla="*/ 960321 h 1973966"/>
                <a:gd name="connsiteX140" fmla="*/ 521443 w 1993002"/>
                <a:gd name="connsiteY140" fmla="*/ 956836 h 1973966"/>
                <a:gd name="connsiteX141" fmla="*/ 522314 w 1993002"/>
                <a:gd name="connsiteY141" fmla="*/ 956836 h 1973966"/>
                <a:gd name="connsiteX142" fmla="*/ 524928 w 1993002"/>
                <a:gd name="connsiteY142" fmla="*/ 955965 h 1973966"/>
                <a:gd name="connsiteX143" fmla="*/ 544100 w 1993002"/>
                <a:gd name="connsiteY143" fmla="*/ 948121 h 1973966"/>
                <a:gd name="connsiteX144" fmla="*/ 551072 w 1993002"/>
                <a:gd name="connsiteY144" fmla="*/ 944635 h 1973966"/>
                <a:gd name="connsiteX145" fmla="*/ 565886 w 1993002"/>
                <a:gd name="connsiteY145" fmla="*/ 937664 h 1973966"/>
                <a:gd name="connsiteX146" fmla="*/ 575472 w 1993002"/>
                <a:gd name="connsiteY146" fmla="*/ 932435 h 1973966"/>
                <a:gd name="connsiteX147" fmla="*/ 587672 w 1993002"/>
                <a:gd name="connsiteY147" fmla="*/ 926336 h 1973966"/>
                <a:gd name="connsiteX148" fmla="*/ 599000 w 1993002"/>
                <a:gd name="connsiteY148" fmla="*/ 920235 h 1973966"/>
                <a:gd name="connsiteX149" fmla="*/ 608586 w 1993002"/>
                <a:gd name="connsiteY149" fmla="*/ 914136 h 1973966"/>
                <a:gd name="connsiteX150" fmla="*/ 616429 w 1993002"/>
                <a:gd name="connsiteY150" fmla="*/ 908907 h 1973966"/>
                <a:gd name="connsiteX151" fmla="*/ 624272 w 1993002"/>
                <a:gd name="connsiteY151" fmla="*/ 903678 h 1973966"/>
                <a:gd name="connsiteX152" fmla="*/ 768058 w 1993002"/>
                <a:gd name="connsiteY152" fmla="*/ 914135 h 1973966"/>
                <a:gd name="connsiteX153" fmla="*/ 768930 w 1993002"/>
                <a:gd name="connsiteY153" fmla="*/ 915007 h 1973966"/>
                <a:gd name="connsiteX154" fmla="*/ 810759 w 1993002"/>
                <a:gd name="connsiteY154" fmla="*/ 1096265 h 1973966"/>
                <a:gd name="connsiteX155" fmla="*/ 808144 w 1993002"/>
                <a:gd name="connsiteY155" fmla="*/ 1101494 h 1973966"/>
                <a:gd name="connsiteX156" fmla="*/ 756730 w 1993002"/>
                <a:gd name="connsiteY156" fmla="*/ 1293209 h 1973966"/>
                <a:gd name="connsiteX157" fmla="*/ 973717 w 1993002"/>
                <a:gd name="connsiteY157" fmla="*/ 1829142 h 1973966"/>
                <a:gd name="connsiteX158" fmla="*/ 1189139 w 1993002"/>
                <a:gd name="connsiteY158" fmla="*/ 1946704 h 1973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Lst>
              <a:rect l="l" t="t" r="r" b="b"/>
              <a:pathLst>
                <a:path w="1993002" h="1973966">
                  <a:moveTo>
                    <a:pt x="1189139" y="1946704"/>
                  </a:moveTo>
                  <a:cubicBezTo>
                    <a:pt x="1419238" y="2017535"/>
                    <a:pt x="1679362" y="1949400"/>
                    <a:pt x="1843409" y="1753327"/>
                  </a:cubicBezTo>
                  <a:cubicBezTo>
                    <a:pt x="2069111" y="1491026"/>
                    <a:pt x="2034253" y="1101494"/>
                    <a:pt x="1773694" y="881892"/>
                  </a:cubicBezTo>
                  <a:cubicBezTo>
                    <a:pt x="1610736" y="745077"/>
                    <a:pt x="1398106" y="706734"/>
                    <a:pt x="1208134" y="760763"/>
                  </a:cubicBezTo>
                  <a:cubicBezTo>
                    <a:pt x="1144518" y="779063"/>
                    <a:pt x="1084390" y="806949"/>
                    <a:pt x="1028618" y="845292"/>
                  </a:cubicBezTo>
                  <a:cubicBezTo>
                    <a:pt x="1026875" y="846164"/>
                    <a:pt x="1026003" y="847035"/>
                    <a:pt x="1024260" y="847907"/>
                  </a:cubicBezTo>
                  <a:cubicBezTo>
                    <a:pt x="968488" y="885378"/>
                    <a:pt x="892674" y="883635"/>
                    <a:pt x="838645" y="838320"/>
                  </a:cubicBezTo>
                  <a:lnTo>
                    <a:pt x="837773" y="837449"/>
                  </a:lnTo>
                  <a:cubicBezTo>
                    <a:pt x="795944" y="802592"/>
                    <a:pt x="782873" y="745077"/>
                    <a:pt x="802045" y="697148"/>
                  </a:cubicBezTo>
                  <a:cubicBezTo>
                    <a:pt x="802916" y="694534"/>
                    <a:pt x="804659" y="691048"/>
                    <a:pt x="805531" y="688434"/>
                  </a:cubicBezTo>
                  <a:cubicBezTo>
                    <a:pt x="805531" y="688434"/>
                    <a:pt x="805530" y="687563"/>
                    <a:pt x="805530" y="687563"/>
                  </a:cubicBezTo>
                  <a:cubicBezTo>
                    <a:pt x="812502" y="671877"/>
                    <a:pt x="818602" y="655319"/>
                    <a:pt x="823830" y="638762"/>
                  </a:cubicBezTo>
                  <a:cubicBezTo>
                    <a:pt x="824702" y="637019"/>
                    <a:pt x="824702" y="635276"/>
                    <a:pt x="825573" y="633534"/>
                  </a:cubicBezTo>
                  <a:cubicBezTo>
                    <a:pt x="827316" y="627433"/>
                    <a:pt x="829059" y="620461"/>
                    <a:pt x="830802" y="614362"/>
                  </a:cubicBezTo>
                  <a:cubicBezTo>
                    <a:pt x="831674" y="611747"/>
                    <a:pt x="831674" y="609134"/>
                    <a:pt x="832545" y="606518"/>
                  </a:cubicBezTo>
                  <a:cubicBezTo>
                    <a:pt x="834287" y="600419"/>
                    <a:pt x="835160" y="595190"/>
                    <a:pt x="836030" y="589090"/>
                  </a:cubicBezTo>
                  <a:cubicBezTo>
                    <a:pt x="836030" y="588219"/>
                    <a:pt x="836902" y="587347"/>
                    <a:pt x="836902" y="586476"/>
                  </a:cubicBezTo>
                  <a:cubicBezTo>
                    <a:pt x="837773" y="581247"/>
                    <a:pt x="838645" y="576019"/>
                    <a:pt x="839516" y="570790"/>
                  </a:cubicBezTo>
                  <a:cubicBezTo>
                    <a:pt x="839516" y="569918"/>
                    <a:pt x="839516" y="568176"/>
                    <a:pt x="840388" y="567304"/>
                  </a:cubicBezTo>
                  <a:cubicBezTo>
                    <a:pt x="841259" y="561204"/>
                    <a:pt x="842131" y="555104"/>
                    <a:pt x="843002" y="549004"/>
                  </a:cubicBezTo>
                  <a:cubicBezTo>
                    <a:pt x="843002" y="547261"/>
                    <a:pt x="843874" y="544647"/>
                    <a:pt x="843874" y="542904"/>
                  </a:cubicBezTo>
                  <a:cubicBezTo>
                    <a:pt x="844745" y="535933"/>
                    <a:pt x="844745" y="528961"/>
                    <a:pt x="845617" y="521118"/>
                  </a:cubicBezTo>
                  <a:cubicBezTo>
                    <a:pt x="845616" y="519375"/>
                    <a:pt x="845616" y="518504"/>
                    <a:pt x="845616" y="516761"/>
                  </a:cubicBezTo>
                  <a:cubicBezTo>
                    <a:pt x="845616" y="510661"/>
                    <a:pt x="846487" y="503689"/>
                    <a:pt x="846487" y="497590"/>
                  </a:cubicBezTo>
                  <a:cubicBezTo>
                    <a:pt x="846487" y="496718"/>
                    <a:pt x="846488" y="494975"/>
                    <a:pt x="846488" y="494104"/>
                  </a:cubicBezTo>
                  <a:cubicBezTo>
                    <a:pt x="846487" y="493232"/>
                    <a:pt x="846487" y="493232"/>
                    <a:pt x="846487" y="492361"/>
                  </a:cubicBezTo>
                  <a:cubicBezTo>
                    <a:pt x="846488" y="485390"/>
                    <a:pt x="846488" y="478418"/>
                    <a:pt x="845617" y="471447"/>
                  </a:cubicBezTo>
                  <a:cubicBezTo>
                    <a:pt x="845617" y="468832"/>
                    <a:pt x="845616" y="466218"/>
                    <a:pt x="845617" y="464475"/>
                  </a:cubicBezTo>
                  <a:cubicBezTo>
                    <a:pt x="845616" y="459247"/>
                    <a:pt x="844745" y="454889"/>
                    <a:pt x="844745" y="449660"/>
                  </a:cubicBezTo>
                  <a:cubicBezTo>
                    <a:pt x="844745" y="446175"/>
                    <a:pt x="843874" y="441818"/>
                    <a:pt x="843874" y="438332"/>
                  </a:cubicBezTo>
                  <a:cubicBezTo>
                    <a:pt x="843002" y="433104"/>
                    <a:pt x="843002" y="428746"/>
                    <a:pt x="842131" y="423517"/>
                  </a:cubicBezTo>
                  <a:cubicBezTo>
                    <a:pt x="841259" y="420032"/>
                    <a:pt x="841259" y="415675"/>
                    <a:pt x="840388" y="412189"/>
                  </a:cubicBezTo>
                  <a:cubicBezTo>
                    <a:pt x="839516" y="409575"/>
                    <a:pt x="839516" y="406960"/>
                    <a:pt x="838645" y="403475"/>
                  </a:cubicBezTo>
                  <a:cubicBezTo>
                    <a:pt x="837773" y="396503"/>
                    <a:pt x="836030" y="389532"/>
                    <a:pt x="834287" y="382560"/>
                  </a:cubicBezTo>
                  <a:cubicBezTo>
                    <a:pt x="833416" y="379946"/>
                    <a:pt x="833417" y="378203"/>
                    <a:pt x="832545" y="375589"/>
                  </a:cubicBezTo>
                  <a:cubicBezTo>
                    <a:pt x="831674" y="371231"/>
                    <a:pt x="830802" y="367746"/>
                    <a:pt x="829059" y="363389"/>
                  </a:cubicBezTo>
                  <a:cubicBezTo>
                    <a:pt x="828188" y="360774"/>
                    <a:pt x="827316" y="358160"/>
                    <a:pt x="827316" y="356418"/>
                  </a:cubicBezTo>
                  <a:cubicBezTo>
                    <a:pt x="825573" y="350317"/>
                    <a:pt x="823830" y="344217"/>
                    <a:pt x="821216" y="338117"/>
                  </a:cubicBezTo>
                  <a:cubicBezTo>
                    <a:pt x="820345" y="334631"/>
                    <a:pt x="819473" y="332017"/>
                    <a:pt x="817731" y="328532"/>
                  </a:cubicBezTo>
                  <a:cubicBezTo>
                    <a:pt x="816859" y="325046"/>
                    <a:pt x="815116" y="322431"/>
                    <a:pt x="814245" y="318945"/>
                  </a:cubicBezTo>
                  <a:cubicBezTo>
                    <a:pt x="812502" y="314588"/>
                    <a:pt x="810759" y="310231"/>
                    <a:pt x="809016" y="305002"/>
                  </a:cubicBezTo>
                  <a:cubicBezTo>
                    <a:pt x="808144" y="302388"/>
                    <a:pt x="807273" y="300645"/>
                    <a:pt x="806402" y="298031"/>
                  </a:cubicBezTo>
                  <a:cubicBezTo>
                    <a:pt x="803788" y="292802"/>
                    <a:pt x="801173" y="286702"/>
                    <a:pt x="798559" y="281474"/>
                  </a:cubicBezTo>
                  <a:cubicBezTo>
                    <a:pt x="797687" y="279731"/>
                    <a:pt x="796816" y="277988"/>
                    <a:pt x="795944" y="277116"/>
                  </a:cubicBezTo>
                  <a:cubicBezTo>
                    <a:pt x="789845" y="264045"/>
                    <a:pt x="782001" y="250102"/>
                    <a:pt x="774159" y="237902"/>
                  </a:cubicBezTo>
                  <a:cubicBezTo>
                    <a:pt x="754115" y="204788"/>
                    <a:pt x="730587" y="174287"/>
                    <a:pt x="702701" y="146401"/>
                  </a:cubicBezTo>
                  <a:cubicBezTo>
                    <a:pt x="701829" y="145530"/>
                    <a:pt x="700958" y="144658"/>
                    <a:pt x="700086" y="143787"/>
                  </a:cubicBezTo>
                  <a:cubicBezTo>
                    <a:pt x="695730" y="139430"/>
                    <a:pt x="690501" y="135073"/>
                    <a:pt x="686143" y="130715"/>
                  </a:cubicBezTo>
                  <a:cubicBezTo>
                    <a:pt x="685272" y="129844"/>
                    <a:pt x="684401" y="128972"/>
                    <a:pt x="683530" y="128972"/>
                  </a:cubicBezTo>
                  <a:cubicBezTo>
                    <a:pt x="679172" y="124616"/>
                    <a:pt x="673943" y="121130"/>
                    <a:pt x="669587" y="116772"/>
                  </a:cubicBezTo>
                  <a:cubicBezTo>
                    <a:pt x="668715" y="116772"/>
                    <a:pt x="668715" y="115901"/>
                    <a:pt x="667844" y="115901"/>
                  </a:cubicBezTo>
                  <a:cubicBezTo>
                    <a:pt x="663486" y="112416"/>
                    <a:pt x="658258" y="108058"/>
                    <a:pt x="653901" y="104572"/>
                  </a:cubicBezTo>
                  <a:cubicBezTo>
                    <a:pt x="652158" y="102829"/>
                    <a:pt x="650415" y="101959"/>
                    <a:pt x="648672" y="100216"/>
                  </a:cubicBezTo>
                  <a:cubicBezTo>
                    <a:pt x="643444" y="95858"/>
                    <a:pt x="637343" y="92372"/>
                    <a:pt x="632115" y="88015"/>
                  </a:cubicBezTo>
                  <a:cubicBezTo>
                    <a:pt x="631244" y="87143"/>
                    <a:pt x="629501" y="86272"/>
                    <a:pt x="628629" y="85400"/>
                  </a:cubicBezTo>
                  <a:cubicBezTo>
                    <a:pt x="615558" y="75815"/>
                    <a:pt x="600743" y="67972"/>
                    <a:pt x="586800" y="60130"/>
                  </a:cubicBezTo>
                  <a:cubicBezTo>
                    <a:pt x="584186" y="59258"/>
                    <a:pt x="582443" y="57515"/>
                    <a:pt x="579828" y="56644"/>
                  </a:cubicBezTo>
                  <a:cubicBezTo>
                    <a:pt x="574600" y="54029"/>
                    <a:pt x="570243" y="51415"/>
                    <a:pt x="565015" y="48800"/>
                  </a:cubicBezTo>
                  <a:cubicBezTo>
                    <a:pt x="562400" y="47057"/>
                    <a:pt x="558914" y="46187"/>
                    <a:pt x="556300" y="44444"/>
                  </a:cubicBezTo>
                  <a:cubicBezTo>
                    <a:pt x="551943" y="42701"/>
                    <a:pt x="547586" y="40086"/>
                    <a:pt x="543228" y="38343"/>
                  </a:cubicBezTo>
                  <a:cubicBezTo>
                    <a:pt x="539743" y="36600"/>
                    <a:pt x="537129" y="35729"/>
                    <a:pt x="533643" y="34858"/>
                  </a:cubicBezTo>
                  <a:cubicBezTo>
                    <a:pt x="529285" y="33114"/>
                    <a:pt x="524928" y="31372"/>
                    <a:pt x="520571" y="29629"/>
                  </a:cubicBezTo>
                  <a:cubicBezTo>
                    <a:pt x="517085" y="28758"/>
                    <a:pt x="514471" y="27886"/>
                    <a:pt x="510986" y="26143"/>
                  </a:cubicBezTo>
                  <a:cubicBezTo>
                    <a:pt x="506628" y="24400"/>
                    <a:pt x="502271" y="22657"/>
                    <a:pt x="497043" y="21786"/>
                  </a:cubicBezTo>
                  <a:cubicBezTo>
                    <a:pt x="494428" y="20914"/>
                    <a:pt x="490942" y="20044"/>
                    <a:pt x="488328" y="19172"/>
                  </a:cubicBezTo>
                  <a:cubicBezTo>
                    <a:pt x="483971" y="17429"/>
                    <a:pt x="478742" y="16558"/>
                    <a:pt x="473513" y="14815"/>
                  </a:cubicBezTo>
                  <a:cubicBezTo>
                    <a:pt x="470900" y="13943"/>
                    <a:pt x="467414" y="13072"/>
                    <a:pt x="464799" y="13072"/>
                  </a:cubicBezTo>
                  <a:cubicBezTo>
                    <a:pt x="459571" y="12200"/>
                    <a:pt x="455214" y="10457"/>
                    <a:pt x="449985" y="9586"/>
                  </a:cubicBezTo>
                  <a:cubicBezTo>
                    <a:pt x="444757" y="8714"/>
                    <a:pt x="439528" y="7843"/>
                    <a:pt x="434299" y="6972"/>
                  </a:cubicBezTo>
                  <a:cubicBezTo>
                    <a:pt x="429942" y="6101"/>
                    <a:pt x="424713" y="5229"/>
                    <a:pt x="420356" y="4358"/>
                  </a:cubicBezTo>
                  <a:cubicBezTo>
                    <a:pt x="414256" y="3486"/>
                    <a:pt x="408156" y="2615"/>
                    <a:pt x="402928" y="1743"/>
                  </a:cubicBezTo>
                  <a:cubicBezTo>
                    <a:pt x="400313" y="1743"/>
                    <a:pt x="397699" y="1743"/>
                    <a:pt x="395084" y="872"/>
                  </a:cubicBezTo>
                  <a:cubicBezTo>
                    <a:pt x="388985" y="0"/>
                    <a:pt x="383756" y="0"/>
                    <a:pt x="377656" y="0"/>
                  </a:cubicBezTo>
                  <a:cubicBezTo>
                    <a:pt x="375042" y="0"/>
                    <a:pt x="371556" y="0"/>
                    <a:pt x="368941" y="0"/>
                  </a:cubicBezTo>
                  <a:cubicBezTo>
                    <a:pt x="363713" y="0"/>
                    <a:pt x="358484" y="0"/>
                    <a:pt x="353255" y="0"/>
                  </a:cubicBezTo>
                  <a:cubicBezTo>
                    <a:pt x="352384" y="0"/>
                    <a:pt x="351513" y="0"/>
                    <a:pt x="351513" y="0"/>
                  </a:cubicBezTo>
                  <a:cubicBezTo>
                    <a:pt x="345413" y="0"/>
                    <a:pt x="339313" y="0"/>
                    <a:pt x="332341" y="0"/>
                  </a:cubicBezTo>
                  <a:cubicBezTo>
                    <a:pt x="331470" y="0"/>
                    <a:pt x="331470" y="0"/>
                    <a:pt x="330598" y="0"/>
                  </a:cubicBezTo>
                  <a:lnTo>
                    <a:pt x="328840" y="146"/>
                  </a:lnTo>
                  <a:lnTo>
                    <a:pt x="0" y="843225"/>
                  </a:lnTo>
                  <a:lnTo>
                    <a:pt x="9039" y="852263"/>
                  </a:lnTo>
                  <a:cubicBezTo>
                    <a:pt x="10782" y="854006"/>
                    <a:pt x="13396" y="855749"/>
                    <a:pt x="15139" y="857492"/>
                  </a:cubicBezTo>
                  <a:cubicBezTo>
                    <a:pt x="20367" y="861849"/>
                    <a:pt x="25596" y="867078"/>
                    <a:pt x="30825" y="871435"/>
                  </a:cubicBezTo>
                  <a:cubicBezTo>
                    <a:pt x="30825" y="871435"/>
                    <a:pt x="31696" y="871435"/>
                    <a:pt x="31696" y="872307"/>
                  </a:cubicBezTo>
                  <a:cubicBezTo>
                    <a:pt x="33439" y="874050"/>
                    <a:pt x="36053" y="875793"/>
                    <a:pt x="37796" y="877535"/>
                  </a:cubicBezTo>
                  <a:cubicBezTo>
                    <a:pt x="39539" y="879278"/>
                    <a:pt x="42154" y="881021"/>
                    <a:pt x="43897" y="882764"/>
                  </a:cubicBezTo>
                  <a:cubicBezTo>
                    <a:pt x="46510" y="884507"/>
                    <a:pt x="48253" y="886250"/>
                    <a:pt x="50868" y="887992"/>
                  </a:cubicBezTo>
                  <a:cubicBezTo>
                    <a:pt x="52611" y="889735"/>
                    <a:pt x="55225" y="891478"/>
                    <a:pt x="56968" y="893221"/>
                  </a:cubicBezTo>
                  <a:cubicBezTo>
                    <a:pt x="59582" y="894964"/>
                    <a:pt x="61325" y="896707"/>
                    <a:pt x="63939" y="898450"/>
                  </a:cubicBezTo>
                  <a:cubicBezTo>
                    <a:pt x="65682" y="900193"/>
                    <a:pt x="68297" y="901064"/>
                    <a:pt x="70040" y="902807"/>
                  </a:cubicBezTo>
                  <a:cubicBezTo>
                    <a:pt x="72653" y="904549"/>
                    <a:pt x="75268" y="906292"/>
                    <a:pt x="77882" y="908035"/>
                  </a:cubicBezTo>
                  <a:cubicBezTo>
                    <a:pt x="79625" y="909778"/>
                    <a:pt x="82240" y="910650"/>
                    <a:pt x="83983" y="911521"/>
                  </a:cubicBezTo>
                  <a:cubicBezTo>
                    <a:pt x="86596" y="913264"/>
                    <a:pt x="89211" y="915007"/>
                    <a:pt x="91825" y="916749"/>
                  </a:cubicBezTo>
                  <a:cubicBezTo>
                    <a:pt x="93568" y="917621"/>
                    <a:pt x="95311" y="919364"/>
                    <a:pt x="97926" y="920235"/>
                  </a:cubicBezTo>
                  <a:cubicBezTo>
                    <a:pt x="100539" y="921978"/>
                    <a:pt x="104025" y="923721"/>
                    <a:pt x="106640" y="925464"/>
                  </a:cubicBezTo>
                  <a:cubicBezTo>
                    <a:pt x="108383" y="926336"/>
                    <a:pt x="110126" y="927207"/>
                    <a:pt x="111869" y="928950"/>
                  </a:cubicBezTo>
                  <a:cubicBezTo>
                    <a:pt x="114482" y="930692"/>
                    <a:pt x="117968" y="932435"/>
                    <a:pt x="120583" y="933307"/>
                  </a:cubicBezTo>
                  <a:cubicBezTo>
                    <a:pt x="122326" y="934178"/>
                    <a:pt x="124069" y="935050"/>
                    <a:pt x="125811" y="935921"/>
                  </a:cubicBezTo>
                  <a:cubicBezTo>
                    <a:pt x="128425" y="937664"/>
                    <a:pt x="131911" y="938536"/>
                    <a:pt x="134526" y="940279"/>
                  </a:cubicBezTo>
                  <a:cubicBezTo>
                    <a:pt x="136269" y="941150"/>
                    <a:pt x="138012" y="942022"/>
                    <a:pt x="140625" y="942892"/>
                  </a:cubicBezTo>
                  <a:cubicBezTo>
                    <a:pt x="143240" y="944635"/>
                    <a:pt x="146726" y="945507"/>
                    <a:pt x="149340" y="947250"/>
                  </a:cubicBezTo>
                  <a:cubicBezTo>
                    <a:pt x="151083" y="948121"/>
                    <a:pt x="153697" y="948993"/>
                    <a:pt x="155440" y="949864"/>
                  </a:cubicBezTo>
                  <a:cubicBezTo>
                    <a:pt x="158054" y="950736"/>
                    <a:pt x="161540" y="952479"/>
                    <a:pt x="164155" y="953350"/>
                  </a:cubicBezTo>
                  <a:cubicBezTo>
                    <a:pt x="165897" y="954221"/>
                    <a:pt x="168511" y="955093"/>
                    <a:pt x="170254" y="955965"/>
                  </a:cubicBezTo>
                  <a:cubicBezTo>
                    <a:pt x="172869" y="956836"/>
                    <a:pt x="176355" y="957707"/>
                    <a:pt x="178968" y="959450"/>
                  </a:cubicBezTo>
                  <a:cubicBezTo>
                    <a:pt x="181583" y="960321"/>
                    <a:pt x="183326" y="961193"/>
                    <a:pt x="185940" y="962064"/>
                  </a:cubicBezTo>
                  <a:cubicBezTo>
                    <a:pt x="188555" y="962936"/>
                    <a:pt x="191169" y="963807"/>
                    <a:pt x="193783" y="964679"/>
                  </a:cubicBezTo>
                  <a:cubicBezTo>
                    <a:pt x="196397" y="965550"/>
                    <a:pt x="199012" y="966422"/>
                    <a:pt x="201626" y="967293"/>
                  </a:cubicBezTo>
                  <a:cubicBezTo>
                    <a:pt x="204241" y="968165"/>
                    <a:pt x="206854" y="969035"/>
                    <a:pt x="209469" y="969908"/>
                  </a:cubicBezTo>
                  <a:cubicBezTo>
                    <a:pt x="212083" y="970778"/>
                    <a:pt x="214698" y="971650"/>
                    <a:pt x="217312" y="972521"/>
                  </a:cubicBezTo>
                  <a:cubicBezTo>
                    <a:pt x="219926" y="973393"/>
                    <a:pt x="222540" y="974264"/>
                    <a:pt x="225155" y="974264"/>
                  </a:cubicBezTo>
                  <a:cubicBezTo>
                    <a:pt x="227769" y="975136"/>
                    <a:pt x="230384" y="976007"/>
                    <a:pt x="233869" y="976007"/>
                  </a:cubicBezTo>
                  <a:cubicBezTo>
                    <a:pt x="236483" y="976879"/>
                    <a:pt x="239098" y="976879"/>
                    <a:pt x="241712" y="977750"/>
                  </a:cubicBezTo>
                  <a:cubicBezTo>
                    <a:pt x="244327" y="978622"/>
                    <a:pt x="246940" y="978622"/>
                    <a:pt x="250426" y="979493"/>
                  </a:cubicBezTo>
                  <a:cubicBezTo>
                    <a:pt x="253041" y="980365"/>
                    <a:pt x="255655" y="980365"/>
                    <a:pt x="258269" y="981236"/>
                  </a:cubicBezTo>
                  <a:cubicBezTo>
                    <a:pt x="260883" y="982108"/>
                    <a:pt x="263498" y="982108"/>
                    <a:pt x="266112" y="982979"/>
                  </a:cubicBezTo>
                  <a:cubicBezTo>
                    <a:pt x="268727" y="983850"/>
                    <a:pt x="271341" y="983850"/>
                    <a:pt x="274826" y="983850"/>
                  </a:cubicBezTo>
                  <a:cubicBezTo>
                    <a:pt x="277441" y="983850"/>
                    <a:pt x="280055" y="984721"/>
                    <a:pt x="282670" y="984721"/>
                  </a:cubicBezTo>
                  <a:cubicBezTo>
                    <a:pt x="285284" y="984721"/>
                    <a:pt x="288769" y="985593"/>
                    <a:pt x="291384" y="985593"/>
                  </a:cubicBezTo>
                  <a:cubicBezTo>
                    <a:pt x="293998" y="985593"/>
                    <a:pt x="296613" y="986464"/>
                    <a:pt x="298355" y="986464"/>
                  </a:cubicBezTo>
                  <a:cubicBezTo>
                    <a:pt x="301841" y="986464"/>
                    <a:pt x="304455" y="987336"/>
                    <a:pt x="307941" y="987336"/>
                  </a:cubicBezTo>
                  <a:cubicBezTo>
                    <a:pt x="310556" y="987336"/>
                    <a:pt x="312299" y="987336"/>
                    <a:pt x="314912" y="988207"/>
                  </a:cubicBezTo>
                  <a:cubicBezTo>
                    <a:pt x="318398" y="988207"/>
                    <a:pt x="321884" y="988207"/>
                    <a:pt x="325370" y="989079"/>
                  </a:cubicBezTo>
                  <a:cubicBezTo>
                    <a:pt x="327112" y="989079"/>
                    <a:pt x="329727" y="989079"/>
                    <a:pt x="331470" y="989079"/>
                  </a:cubicBezTo>
                  <a:cubicBezTo>
                    <a:pt x="334956" y="989079"/>
                    <a:pt x="338441" y="989079"/>
                    <a:pt x="342798" y="989079"/>
                  </a:cubicBezTo>
                  <a:cubicBezTo>
                    <a:pt x="344541" y="989079"/>
                    <a:pt x="346284" y="989079"/>
                    <a:pt x="348027" y="989079"/>
                  </a:cubicBezTo>
                  <a:cubicBezTo>
                    <a:pt x="348027" y="989079"/>
                    <a:pt x="348027" y="989079"/>
                    <a:pt x="348899" y="989079"/>
                  </a:cubicBezTo>
                  <a:cubicBezTo>
                    <a:pt x="355870" y="989079"/>
                    <a:pt x="362842" y="989079"/>
                    <a:pt x="370684" y="988207"/>
                  </a:cubicBezTo>
                  <a:cubicBezTo>
                    <a:pt x="373299" y="988207"/>
                    <a:pt x="375042" y="988207"/>
                    <a:pt x="377656" y="988207"/>
                  </a:cubicBezTo>
                  <a:cubicBezTo>
                    <a:pt x="382884" y="988207"/>
                    <a:pt x="388985" y="987336"/>
                    <a:pt x="394213" y="987336"/>
                  </a:cubicBezTo>
                  <a:cubicBezTo>
                    <a:pt x="397699" y="987336"/>
                    <a:pt x="402056" y="986464"/>
                    <a:pt x="405541" y="986464"/>
                  </a:cubicBezTo>
                  <a:cubicBezTo>
                    <a:pt x="409027" y="985593"/>
                    <a:pt x="413385" y="985593"/>
                    <a:pt x="416871" y="984721"/>
                  </a:cubicBezTo>
                  <a:cubicBezTo>
                    <a:pt x="420356" y="983850"/>
                    <a:pt x="424713" y="983851"/>
                    <a:pt x="428199" y="982979"/>
                  </a:cubicBezTo>
                  <a:cubicBezTo>
                    <a:pt x="430814" y="982978"/>
                    <a:pt x="433428" y="982108"/>
                    <a:pt x="436042" y="981236"/>
                  </a:cubicBezTo>
                  <a:cubicBezTo>
                    <a:pt x="443014" y="980365"/>
                    <a:pt x="449985" y="978622"/>
                    <a:pt x="456957" y="976879"/>
                  </a:cubicBezTo>
                  <a:cubicBezTo>
                    <a:pt x="458700" y="976007"/>
                    <a:pt x="461313" y="976007"/>
                    <a:pt x="463056" y="975136"/>
                  </a:cubicBezTo>
                  <a:cubicBezTo>
                    <a:pt x="467414" y="974264"/>
                    <a:pt x="471771" y="973393"/>
                    <a:pt x="476128" y="971650"/>
                  </a:cubicBezTo>
                  <a:cubicBezTo>
                    <a:pt x="476999" y="971650"/>
                    <a:pt x="477871" y="971650"/>
                    <a:pt x="478742" y="970779"/>
                  </a:cubicBezTo>
                  <a:cubicBezTo>
                    <a:pt x="486585" y="968165"/>
                    <a:pt x="495300" y="966422"/>
                    <a:pt x="503142" y="962936"/>
                  </a:cubicBezTo>
                  <a:cubicBezTo>
                    <a:pt x="505757" y="962064"/>
                    <a:pt x="508371" y="961193"/>
                    <a:pt x="510986" y="960321"/>
                  </a:cubicBezTo>
                  <a:cubicBezTo>
                    <a:pt x="514471" y="959450"/>
                    <a:pt x="517957" y="957708"/>
                    <a:pt x="521443" y="956836"/>
                  </a:cubicBezTo>
                  <a:cubicBezTo>
                    <a:pt x="521443" y="956836"/>
                    <a:pt x="522314" y="956836"/>
                    <a:pt x="522314" y="956836"/>
                  </a:cubicBezTo>
                  <a:cubicBezTo>
                    <a:pt x="523186" y="956836"/>
                    <a:pt x="524057" y="955964"/>
                    <a:pt x="524928" y="955965"/>
                  </a:cubicBezTo>
                  <a:cubicBezTo>
                    <a:pt x="531900" y="953350"/>
                    <a:pt x="538000" y="950736"/>
                    <a:pt x="544100" y="948121"/>
                  </a:cubicBezTo>
                  <a:cubicBezTo>
                    <a:pt x="546714" y="947250"/>
                    <a:pt x="549329" y="945507"/>
                    <a:pt x="551072" y="944635"/>
                  </a:cubicBezTo>
                  <a:cubicBezTo>
                    <a:pt x="556300" y="942022"/>
                    <a:pt x="561529" y="940279"/>
                    <a:pt x="565886" y="937664"/>
                  </a:cubicBezTo>
                  <a:cubicBezTo>
                    <a:pt x="569371" y="935921"/>
                    <a:pt x="571986" y="934178"/>
                    <a:pt x="575472" y="932435"/>
                  </a:cubicBezTo>
                  <a:cubicBezTo>
                    <a:pt x="579829" y="930692"/>
                    <a:pt x="583314" y="928078"/>
                    <a:pt x="587672" y="926336"/>
                  </a:cubicBezTo>
                  <a:cubicBezTo>
                    <a:pt x="591158" y="924593"/>
                    <a:pt x="595514" y="921978"/>
                    <a:pt x="599000" y="920235"/>
                  </a:cubicBezTo>
                  <a:cubicBezTo>
                    <a:pt x="602486" y="918492"/>
                    <a:pt x="605971" y="915879"/>
                    <a:pt x="608586" y="914136"/>
                  </a:cubicBezTo>
                  <a:cubicBezTo>
                    <a:pt x="611200" y="912393"/>
                    <a:pt x="613815" y="910650"/>
                    <a:pt x="616429" y="908907"/>
                  </a:cubicBezTo>
                  <a:cubicBezTo>
                    <a:pt x="619044" y="907164"/>
                    <a:pt x="621657" y="905421"/>
                    <a:pt x="624272" y="903678"/>
                  </a:cubicBezTo>
                  <a:cubicBezTo>
                    <a:pt x="668715" y="876664"/>
                    <a:pt x="726230" y="879278"/>
                    <a:pt x="768058" y="914135"/>
                  </a:cubicBezTo>
                  <a:lnTo>
                    <a:pt x="768930" y="915007"/>
                  </a:lnTo>
                  <a:cubicBezTo>
                    <a:pt x="822959" y="960321"/>
                    <a:pt x="837773" y="1035264"/>
                    <a:pt x="810759" y="1096265"/>
                  </a:cubicBezTo>
                  <a:cubicBezTo>
                    <a:pt x="809887" y="1098008"/>
                    <a:pt x="809016" y="1099751"/>
                    <a:pt x="808144" y="1101494"/>
                  </a:cubicBezTo>
                  <a:cubicBezTo>
                    <a:pt x="780258" y="1162494"/>
                    <a:pt x="762830" y="1227852"/>
                    <a:pt x="756730" y="1293209"/>
                  </a:cubicBezTo>
                  <a:cubicBezTo>
                    <a:pt x="736687" y="1490154"/>
                    <a:pt x="810759" y="1693198"/>
                    <a:pt x="973717" y="1829142"/>
                  </a:cubicBezTo>
                  <a:cubicBezTo>
                    <a:pt x="1039075" y="1884043"/>
                    <a:pt x="1112439" y="1923094"/>
                    <a:pt x="1189139" y="1946704"/>
                  </a:cubicBezTo>
                  <a:close/>
                </a:path>
              </a:pathLst>
            </a:custGeom>
            <a:solidFill>
              <a:schemeClr val="accent4"/>
            </a:solidFill>
            <a:ln w="9525" cap="flat">
              <a:noFill/>
              <a:prstDash val="solid"/>
              <a:miter/>
            </a:ln>
          </p:spPr>
          <p:txBody>
            <a:bodyPr rtlCol="0" anchor="ctr"/>
            <a:lstStyle/>
            <a:p>
              <a:endParaRPr lang="de-DE"/>
            </a:p>
          </p:txBody>
        </p:sp>
        <p:sp>
          <p:nvSpPr>
            <p:cNvPr id="39" name="Freihandform: Form 38">
              <a:extLst>
                <a:ext uri="{FF2B5EF4-FFF2-40B4-BE49-F238E27FC236}">
                  <a16:creationId xmlns:a16="http://schemas.microsoft.com/office/drawing/2014/main" id="{08598A38-AF93-43AD-87EC-1701D2962E05}"/>
                </a:ext>
              </a:extLst>
            </p:cNvPr>
            <p:cNvSpPr/>
            <p:nvPr/>
          </p:nvSpPr>
          <p:spPr>
            <a:xfrm>
              <a:off x="0" y="1482939"/>
              <a:ext cx="5399797" cy="4620512"/>
            </a:xfrm>
            <a:custGeom>
              <a:avLst/>
              <a:gdLst>
                <a:gd name="connsiteX0" fmla="*/ 500240 w 5399797"/>
                <a:gd name="connsiteY0" fmla="*/ 4286145 h 4620512"/>
                <a:gd name="connsiteX1" fmla="*/ 574024 w 5399797"/>
                <a:gd name="connsiteY1" fmla="*/ 4292913 h 4620512"/>
                <a:gd name="connsiteX2" fmla="*/ 574024 w 5399797"/>
                <a:gd name="connsiteY2" fmla="*/ 4292913 h 4620512"/>
                <a:gd name="connsiteX3" fmla="*/ 757608 w 5399797"/>
                <a:gd name="connsiteY3" fmla="*/ 4273545 h 4620512"/>
                <a:gd name="connsiteX4" fmla="*/ 574025 w 5399797"/>
                <a:gd name="connsiteY4" fmla="*/ 4292913 h 4620512"/>
                <a:gd name="connsiteX5" fmla="*/ 574024 w 5399797"/>
                <a:gd name="connsiteY5" fmla="*/ 4292913 h 4620512"/>
                <a:gd name="connsiteX6" fmla="*/ 4165653 w 5399797"/>
                <a:gd name="connsiteY6" fmla="*/ 4126719 h 4620512"/>
                <a:gd name="connsiteX7" fmla="*/ 4254825 w 5399797"/>
                <a:gd name="connsiteY7" fmla="*/ 4222572 h 4620512"/>
                <a:gd name="connsiteX8" fmla="*/ 5269770 w 5399797"/>
                <a:gd name="connsiteY8" fmla="*/ 4569030 h 4620512"/>
                <a:gd name="connsiteX9" fmla="*/ 5391992 w 5399797"/>
                <a:gd name="connsiteY9" fmla="*/ 4550128 h 4620512"/>
                <a:gd name="connsiteX10" fmla="*/ 5372839 w 5399797"/>
                <a:gd name="connsiteY10" fmla="*/ 4588948 h 4620512"/>
                <a:gd name="connsiteX11" fmla="*/ 5290085 w 5399797"/>
                <a:gd name="connsiteY11" fmla="*/ 4620512 h 4620512"/>
                <a:gd name="connsiteX12" fmla="*/ 4846464 w 5399797"/>
                <a:gd name="connsiteY12" fmla="*/ 4620512 h 4620512"/>
                <a:gd name="connsiteX13" fmla="*/ 4539336 w 5399797"/>
                <a:gd name="connsiteY13" fmla="*/ 4565912 h 4620512"/>
                <a:gd name="connsiteX14" fmla="*/ 4334587 w 5399797"/>
                <a:gd name="connsiteY14" fmla="*/ 4436241 h 4620512"/>
                <a:gd name="connsiteX15" fmla="*/ 4327766 w 5399797"/>
                <a:gd name="connsiteY15" fmla="*/ 4429413 h 4620512"/>
                <a:gd name="connsiteX16" fmla="*/ 4279988 w 5399797"/>
                <a:gd name="connsiteY16" fmla="*/ 4374813 h 4620512"/>
                <a:gd name="connsiteX17" fmla="*/ 4273167 w 5399797"/>
                <a:gd name="connsiteY17" fmla="*/ 4367991 h 4620512"/>
                <a:gd name="connsiteX18" fmla="*/ 4239038 w 5399797"/>
                <a:gd name="connsiteY18" fmla="*/ 4313391 h 4620512"/>
                <a:gd name="connsiteX19" fmla="*/ 4239038 w 5399797"/>
                <a:gd name="connsiteY19" fmla="*/ 4306563 h 4620512"/>
                <a:gd name="connsiteX20" fmla="*/ 4204916 w 5399797"/>
                <a:gd name="connsiteY20" fmla="*/ 4245142 h 4620512"/>
                <a:gd name="connsiteX21" fmla="*/ 4177616 w 5399797"/>
                <a:gd name="connsiteY21" fmla="*/ 4176892 h 4620512"/>
                <a:gd name="connsiteX22" fmla="*/ 4136664 w 5399797"/>
                <a:gd name="connsiteY22" fmla="*/ 3146286 h 4620512"/>
                <a:gd name="connsiteX23" fmla="*/ 4136668 w 5399797"/>
                <a:gd name="connsiteY23" fmla="*/ 3146315 h 4620512"/>
                <a:gd name="connsiteX24" fmla="*/ 4136668 w 5399797"/>
                <a:gd name="connsiteY24" fmla="*/ 3903893 h 4620512"/>
                <a:gd name="connsiteX25" fmla="*/ 4144561 w 5399797"/>
                <a:gd name="connsiteY25" fmla="*/ 4015088 h 4620512"/>
                <a:gd name="connsiteX26" fmla="*/ 4136666 w 5399797"/>
                <a:gd name="connsiteY26" fmla="*/ 3903893 h 4620512"/>
                <a:gd name="connsiteX27" fmla="*/ 4136666 w 5399797"/>
                <a:gd name="connsiteY27" fmla="*/ 3146315 h 4620512"/>
                <a:gd name="connsiteX28" fmla="*/ 4102039 w 5399797"/>
                <a:gd name="connsiteY28" fmla="*/ 2915161 h 4620512"/>
                <a:gd name="connsiteX29" fmla="*/ 4110752 w 5399797"/>
                <a:gd name="connsiteY29" fmla="*/ 2935049 h 4620512"/>
                <a:gd name="connsiteX30" fmla="*/ 4113608 w 5399797"/>
                <a:gd name="connsiteY30" fmla="*/ 2958331 h 4620512"/>
                <a:gd name="connsiteX31" fmla="*/ 3996926 w 5399797"/>
                <a:gd name="connsiteY31" fmla="*/ 2711649 h 4620512"/>
                <a:gd name="connsiteX32" fmla="*/ 4017426 w 5399797"/>
                <a:gd name="connsiteY32" fmla="*/ 2737763 h 4620512"/>
                <a:gd name="connsiteX33" fmla="*/ 3996926 w 5399797"/>
                <a:gd name="connsiteY33" fmla="*/ 2711649 h 4620512"/>
                <a:gd name="connsiteX34" fmla="*/ 2525200 w 5399797"/>
                <a:gd name="connsiteY34" fmla="*/ 1316936 h 4620512"/>
                <a:gd name="connsiteX35" fmla="*/ 2441515 w 5399797"/>
                <a:gd name="connsiteY35" fmla="*/ 1389005 h 4620512"/>
                <a:gd name="connsiteX36" fmla="*/ 2441515 w 5399797"/>
                <a:gd name="connsiteY36" fmla="*/ 1389004 h 4620512"/>
                <a:gd name="connsiteX37" fmla="*/ 3304019 w 5399797"/>
                <a:gd name="connsiteY37" fmla="*/ 607422 h 4620512"/>
                <a:gd name="connsiteX38" fmla="*/ 2532793 w 5399797"/>
                <a:gd name="connsiteY38" fmla="*/ 1310397 h 4620512"/>
                <a:gd name="connsiteX39" fmla="*/ 2525200 w 5399797"/>
                <a:gd name="connsiteY39" fmla="*/ 1316936 h 4620512"/>
                <a:gd name="connsiteX40" fmla="*/ 2532792 w 5399797"/>
                <a:gd name="connsiteY40" fmla="*/ 1310398 h 4620512"/>
                <a:gd name="connsiteX41" fmla="*/ 3942230 w 5399797"/>
                <a:gd name="connsiteY41" fmla="*/ 22142 h 4620512"/>
                <a:gd name="connsiteX42" fmla="*/ 3931920 w 5399797"/>
                <a:gd name="connsiteY42" fmla="*/ 27301 h 4620512"/>
                <a:gd name="connsiteX43" fmla="*/ 3885847 w 5399797"/>
                <a:gd name="connsiteY43" fmla="*/ 61424 h 4620512"/>
                <a:gd name="connsiteX44" fmla="*/ 3931917 w 5399797"/>
                <a:gd name="connsiteY44" fmla="*/ 27301 h 4620512"/>
                <a:gd name="connsiteX45" fmla="*/ 4047939 w 5399797"/>
                <a:gd name="connsiteY45" fmla="*/ 0 h 4620512"/>
                <a:gd name="connsiteX46" fmla="*/ 4696315 w 5399797"/>
                <a:gd name="connsiteY46" fmla="*/ 0 h 4620512"/>
                <a:gd name="connsiteX47" fmla="*/ 4737265 w 5399797"/>
                <a:gd name="connsiteY47" fmla="*/ 0 h 4620512"/>
                <a:gd name="connsiteX48" fmla="*/ 4778215 w 5399797"/>
                <a:gd name="connsiteY48" fmla="*/ 0 h 4620512"/>
                <a:gd name="connsiteX49" fmla="*/ 4832815 w 5399797"/>
                <a:gd name="connsiteY49" fmla="*/ 6823 h 4620512"/>
                <a:gd name="connsiteX50" fmla="*/ 4853286 w 5399797"/>
                <a:gd name="connsiteY50" fmla="*/ 6823 h 4620512"/>
                <a:gd name="connsiteX51" fmla="*/ 4914714 w 5399797"/>
                <a:gd name="connsiteY51" fmla="*/ 20472 h 4620512"/>
                <a:gd name="connsiteX52" fmla="*/ 4921536 w 5399797"/>
                <a:gd name="connsiteY52" fmla="*/ 20472 h 4620512"/>
                <a:gd name="connsiteX53" fmla="*/ 4989786 w 5399797"/>
                <a:gd name="connsiteY53" fmla="*/ 40950 h 4620512"/>
                <a:gd name="connsiteX54" fmla="*/ 5215014 w 5399797"/>
                <a:gd name="connsiteY54" fmla="*/ 177450 h 4620512"/>
                <a:gd name="connsiteX55" fmla="*/ 5221835 w 5399797"/>
                <a:gd name="connsiteY55" fmla="*/ 184271 h 4620512"/>
                <a:gd name="connsiteX56" fmla="*/ 5399284 w 5399797"/>
                <a:gd name="connsiteY56" fmla="*/ 709800 h 4620512"/>
                <a:gd name="connsiteX57" fmla="*/ 5399284 w 5399797"/>
                <a:gd name="connsiteY57" fmla="*/ 1781318 h 4620512"/>
                <a:gd name="connsiteX58" fmla="*/ 5399284 w 5399797"/>
                <a:gd name="connsiteY58" fmla="*/ 2036256 h 4620512"/>
                <a:gd name="connsiteX59" fmla="*/ 5378054 w 5399797"/>
                <a:gd name="connsiteY59" fmla="*/ 2031212 h 4620512"/>
                <a:gd name="connsiteX60" fmla="*/ 5139631 w 5399797"/>
                <a:gd name="connsiteY60" fmla="*/ 2009118 h 4620512"/>
                <a:gd name="connsiteX61" fmla="*/ 5008630 w 5399797"/>
                <a:gd name="connsiteY61" fmla="*/ 2016002 h 4620512"/>
                <a:gd name="connsiteX62" fmla="*/ 4004337 w 5399797"/>
                <a:gd name="connsiteY62" fmla="*/ 2694306 h 4620512"/>
                <a:gd name="connsiteX63" fmla="*/ 3996926 w 5399797"/>
                <a:gd name="connsiteY63" fmla="*/ 2711649 h 4620512"/>
                <a:gd name="connsiteX64" fmla="*/ 3952388 w 5399797"/>
                <a:gd name="connsiteY64" fmla="*/ 2654916 h 4620512"/>
                <a:gd name="connsiteX65" fmla="*/ 3474639 w 5399797"/>
                <a:gd name="connsiteY65" fmla="*/ 2463817 h 4620512"/>
                <a:gd name="connsiteX66" fmla="*/ 3051491 w 5399797"/>
                <a:gd name="connsiteY66" fmla="*/ 2559367 h 4620512"/>
                <a:gd name="connsiteX67" fmla="*/ 2885919 w 5399797"/>
                <a:gd name="connsiteY67" fmla="*/ 2647440 h 4620512"/>
                <a:gd name="connsiteX68" fmla="*/ 2893869 w 5399797"/>
                <a:gd name="connsiteY68" fmla="*/ 2643211 h 4620512"/>
                <a:gd name="connsiteX69" fmla="*/ 2847495 w 5399797"/>
                <a:gd name="connsiteY69" fmla="*/ 2588485 h 4620512"/>
                <a:gd name="connsiteX70" fmla="*/ 2677087 w 5399797"/>
                <a:gd name="connsiteY70" fmla="*/ 2439579 h 4620512"/>
                <a:gd name="connsiteX71" fmla="*/ 2672728 w 5399797"/>
                <a:gd name="connsiteY71" fmla="*/ 2436338 h 4620512"/>
                <a:gd name="connsiteX72" fmla="*/ 2594300 w 5399797"/>
                <a:gd name="connsiteY72" fmla="*/ 2382773 h 4620512"/>
                <a:gd name="connsiteX73" fmla="*/ 2583648 w 5399797"/>
                <a:gd name="connsiteY73" fmla="*/ 2375381 h 4620512"/>
                <a:gd name="connsiteX74" fmla="*/ 2560923 w 5399797"/>
                <a:gd name="connsiteY74" fmla="*/ 2361104 h 4620512"/>
                <a:gd name="connsiteX75" fmla="*/ 2546923 w 5399797"/>
                <a:gd name="connsiteY75" fmla="*/ 2353310 h 4620512"/>
                <a:gd name="connsiteX76" fmla="*/ 2524707 w 5399797"/>
                <a:gd name="connsiteY76" fmla="*/ 2340452 h 4620512"/>
                <a:gd name="connsiteX77" fmla="*/ 2516489 w 5399797"/>
                <a:gd name="connsiteY77" fmla="*/ 2335390 h 4620512"/>
                <a:gd name="connsiteX78" fmla="*/ 2466785 w 5399797"/>
                <a:gd name="connsiteY78" fmla="*/ 2308365 h 4620512"/>
                <a:gd name="connsiteX79" fmla="*/ 2457149 w 5399797"/>
                <a:gd name="connsiteY79" fmla="*/ 2303809 h 4620512"/>
                <a:gd name="connsiteX80" fmla="*/ 2430165 w 5399797"/>
                <a:gd name="connsiteY80" fmla="*/ 2291058 h 4620512"/>
                <a:gd name="connsiteX81" fmla="*/ 2422455 w 5399797"/>
                <a:gd name="connsiteY81" fmla="*/ 2287415 h 4620512"/>
                <a:gd name="connsiteX82" fmla="*/ 1703661 w 5399797"/>
                <a:gd name="connsiteY82" fmla="*/ 2144588 h 4620512"/>
                <a:gd name="connsiteX83" fmla="*/ 1692712 w 5399797"/>
                <a:gd name="connsiteY83" fmla="*/ 2145308 h 4620512"/>
                <a:gd name="connsiteX84" fmla="*/ 1667973 w 5399797"/>
                <a:gd name="connsiteY84" fmla="*/ 2147763 h 4620512"/>
                <a:gd name="connsiteX85" fmla="*/ 1637051 w 5399797"/>
                <a:gd name="connsiteY85" fmla="*/ 2150834 h 4620512"/>
                <a:gd name="connsiteX86" fmla="*/ 1627520 w 5399797"/>
                <a:gd name="connsiteY86" fmla="*/ 2151045 h 4620512"/>
                <a:gd name="connsiteX87" fmla="*/ 1624682 w 5399797"/>
                <a:gd name="connsiteY87" fmla="*/ 2152060 h 4620512"/>
                <a:gd name="connsiteX88" fmla="*/ 1592343 w 5399797"/>
                <a:gd name="connsiteY88" fmla="*/ 2155637 h 4620512"/>
                <a:gd name="connsiteX89" fmla="*/ 1588997 w 5399797"/>
                <a:gd name="connsiteY89" fmla="*/ 2155235 h 4620512"/>
                <a:gd name="connsiteX90" fmla="*/ 1403379 w 5399797"/>
                <a:gd name="connsiteY90" fmla="*/ 2191295 h 4620512"/>
                <a:gd name="connsiteX91" fmla="*/ 723993 w 5399797"/>
                <a:gd name="connsiteY91" fmla="*/ 2578715 h 4620512"/>
                <a:gd name="connsiteX92" fmla="*/ 720244 w 5399797"/>
                <a:gd name="connsiteY92" fmla="*/ 2581658 h 4620512"/>
                <a:gd name="connsiteX93" fmla="*/ 702515 w 5399797"/>
                <a:gd name="connsiteY93" fmla="*/ 2599217 h 4620512"/>
                <a:gd name="connsiteX94" fmla="*/ 693197 w 5399797"/>
                <a:gd name="connsiteY94" fmla="*/ 2608958 h 4620512"/>
                <a:gd name="connsiteX95" fmla="*/ 681547 w 5399797"/>
                <a:gd name="connsiteY95" fmla="*/ 2621134 h 4620512"/>
                <a:gd name="connsiteX96" fmla="*/ 666657 w 5399797"/>
                <a:gd name="connsiteY96" fmla="*/ 2637675 h 4620512"/>
                <a:gd name="connsiteX97" fmla="*/ 661086 w 5399797"/>
                <a:gd name="connsiteY97" fmla="*/ 2644473 h 4620512"/>
                <a:gd name="connsiteX98" fmla="*/ 327863 w 5399797"/>
                <a:gd name="connsiteY98" fmla="*/ 3269753 h 4620512"/>
                <a:gd name="connsiteX99" fmla="*/ 285513 w 5399797"/>
                <a:gd name="connsiteY99" fmla="*/ 3531485 h 4620512"/>
                <a:gd name="connsiteX100" fmla="*/ 286020 w 5399797"/>
                <a:gd name="connsiteY100" fmla="*/ 3532905 h 4620512"/>
                <a:gd name="connsiteX101" fmla="*/ 283117 w 5399797"/>
                <a:gd name="connsiteY101" fmla="*/ 3573970 h 4620512"/>
                <a:gd name="connsiteX102" fmla="*/ 282121 w 5399797"/>
                <a:gd name="connsiteY102" fmla="*/ 3593541 h 4620512"/>
                <a:gd name="connsiteX103" fmla="*/ 281126 w 5399797"/>
                <a:gd name="connsiteY103" fmla="*/ 3613109 h 4620512"/>
                <a:gd name="connsiteX104" fmla="*/ 372495 w 5399797"/>
                <a:gd name="connsiteY104" fmla="*/ 4156767 h 4620512"/>
                <a:gd name="connsiteX105" fmla="*/ 426611 w 5399797"/>
                <a:gd name="connsiteY105" fmla="*/ 4279390 h 4620512"/>
                <a:gd name="connsiteX106" fmla="*/ 388041 w 5399797"/>
                <a:gd name="connsiteY106" fmla="*/ 4275852 h 4620512"/>
                <a:gd name="connsiteX107" fmla="*/ 212296 w 5399797"/>
                <a:gd name="connsiteY107" fmla="*/ 4217842 h 4620512"/>
                <a:gd name="connsiteX108" fmla="*/ 41675 w 5399797"/>
                <a:gd name="connsiteY108" fmla="*/ 4129113 h 4620512"/>
                <a:gd name="connsiteX109" fmla="*/ 0 w 5399797"/>
                <a:gd name="connsiteY109" fmla="*/ 4102026 h 4620512"/>
                <a:gd name="connsiteX110" fmla="*/ 0 w 5399797"/>
                <a:gd name="connsiteY110" fmla="*/ 3265097 h 4620512"/>
                <a:gd name="connsiteX111" fmla="*/ 31247 w 5399797"/>
                <a:gd name="connsiteY111" fmla="*/ 3181692 h 4620512"/>
                <a:gd name="connsiteX112" fmla="*/ 13009 w 5399797"/>
                <a:gd name="connsiteY112" fmla="*/ 2469268 h 4620512"/>
                <a:gd name="connsiteX113" fmla="*/ 0 w 5399797"/>
                <a:gd name="connsiteY113" fmla="*/ 2439720 h 4620512"/>
                <a:gd name="connsiteX114" fmla="*/ 0 w 5399797"/>
                <a:gd name="connsiteY114" fmla="*/ 2068319 h 4620512"/>
                <a:gd name="connsiteX115" fmla="*/ 180733 w 5399797"/>
                <a:gd name="connsiteY115" fmla="*/ 2097828 h 4620512"/>
                <a:gd name="connsiteX116" fmla="*/ 574024 w 5399797"/>
                <a:gd name="connsiteY116" fmla="*/ 2122568 h 4620512"/>
                <a:gd name="connsiteX117" fmla="*/ 1611422 w 5399797"/>
                <a:gd name="connsiteY117" fmla="*/ 1924646 h 4620512"/>
                <a:gd name="connsiteX118" fmla="*/ 1618244 w 5399797"/>
                <a:gd name="connsiteY118" fmla="*/ 1924646 h 4620512"/>
                <a:gd name="connsiteX119" fmla="*/ 1666022 w 5399797"/>
                <a:gd name="connsiteY119" fmla="*/ 1904168 h 4620512"/>
                <a:gd name="connsiteX120" fmla="*/ 2329217 w 5399797"/>
                <a:gd name="connsiteY120" fmla="*/ 1485715 h 4620512"/>
                <a:gd name="connsiteX121" fmla="*/ 2441515 w 5399797"/>
                <a:gd name="connsiteY121" fmla="*/ 1389005 h 4620512"/>
                <a:gd name="connsiteX122" fmla="*/ 2477291 w 5399797"/>
                <a:gd name="connsiteY122" fmla="*/ 1470450 h 4620512"/>
                <a:gd name="connsiteX123" fmla="*/ 2485722 w 5399797"/>
                <a:gd name="connsiteY123" fmla="*/ 1485042 h 4620512"/>
                <a:gd name="connsiteX124" fmla="*/ 2488661 w 5399797"/>
                <a:gd name="connsiteY124" fmla="*/ 1488792 h 4620512"/>
                <a:gd name="connsiteX125" fmla="*/ 2518416 w 5399797"/>
                <a:gd name="connsiteY125" fmla="*/ 1540576 h 4620512"/>
                <a:gd name="connsiteX126" fmla="*/ 2521359 w 5399797"/>
                <a:gd name="connsiteY126" fmla="*/ 1544324 h 4620512"/>
                <a:gd name="connsiteX127" fmla="*/ 2549995 w 5399797"/>
                <a:gd name="connsiteY127" fmla="*/ 1588506 h 4620512"/>
                <a:gd name="connsiteX128" fmla="*/ 2556388 w 5399797"/>
                <a:gd name="connsiteY128" fmla="*/ 1597423 h 4620512"/>
                <a:gd name="connsiteX129" fmla="*/ 2587858 w 5399797"/>
                <a:gd name="connsiteY129" fmla="*/ 1640588 h 4620512"/>
                <a:gd name="connsiteX130" fmla="*/ 2594252 w 5399797"/>
                <a:gd name="connsiteY130" fmla="*/ 1649505 h 4620512"/>
                <a:gd name="connsiteX131" fmla="*/ 2671087 w 5399797"/>
                <a:gd name="connsiteY131" fmla="*/ 1738864 h 4620512"/>
                <a:gd name="connsiteX132" fmla="*/ 2671597 w 5399797"/>
                <a:gd name="connsiteY132" fmla="*/ 1740282 h 4620512"/>
                <a:gd name="connsiteX133" fmla="*/ 3487655 w 5399797"/>
                <a:gd name="connsiteY133" fmla="*/ 2141267 h 4620512"/>
                <a:gd name="connsiteX134" fmla="*/ 4230822 w 5399797"/>
                <a:gd name="connsiteY134" fmla="*/ 1985574 h 4620512"/>
                <a:gd name="connsiteX135" fmla="*/ 4238831 w 5399797"/>
                <a:gd name="connsiteY135" fmla="*/ 1981105 h 4620512"/>
                <a:gd name="connsiteX136" fmla="*/ 4284025 w 5399797"/>
                <a:gd name="connsiteY136" fmla="*/ 1955310 h 4620512"/>
                <a:gd name="connsiteX137" fmla="*/ 4303281 w 5399797"/>
                <a:gd name="connsiteY137" fmla="*/ 1942011 h 4620512"/>
                <a:gd name="connsiteX138" fmla="*/ 4334288 w 5399797"/>
                <a:gd name="connsiteY138" fmla="*/ 1921299 h 4620512"/>
                <a:gd name="connsiteX139" fmla="*/ 4359618 w 5399797"/>
                <a:gd name="connsiteY139" fmla="*/ 1902622 h 4620512"/>
                <a:gd name="connsiteX140" fmla="*/ 4383529 w 5399797"/>
                <a:gd name="connsiteY140" fmla="*/ 1884451 h 4620512"/>
                <a:gd name="connsiteX141" fmla="*/ 4408352 w 5399797"/>
                <a:gd name="connsiteY141" fmla="*/ 1864352 h 4620512"/>
                <a:gd name="connsiteX142" fmla="*/ 4432267 w 5399797"/>
                <a:gd name="connsiteY142" fmla="*/ 1846181 h 4620512"/>
                <a:gd name="connsiteX143" fmla="*/ 4455670 w 5399797"/>
                <a:gd name="connsiteY143" fmla="*/ 1826592 h 4620512"/>
                <a:gd name="connsiteX144" fmla="*/ 4479985 w 5399797"/>
                <a:gd name="connsiteY144" fmla="*/ 1805073 h 4620512"/>
                <a:gd name="connsiteX145" fmla="*/ 4499131 w 5399797"/>
                <a:gd name="connsiteY145" fmla="*/ 1787010 h 4620512"/>
                <a:gd name="connsiteX146" fmla="*/ 4526179 w 5399797"/>
                <a:gd name="connsiteY146" fmla="*/ 1759714 h 4620512"/>
                <a:gd name="connsiteX147" fmla="*/ 4538739 w 5399797"/>
                <a:gd name="connsiteY147" fmla="*/ 1745606 h 4620512"/>
                <a:gd name="connsiteX148" fmla="*/ 4568520 w 5399797"/>
                <a:gd name="connsiteY148" fmla="*/ 1712525 h 4620512"/>
                <a:gd name="connsiteX149" fmla="*/ 4576419 w 5399797"/>
                <a:gd name="connsiteY149" fmla="*/ 1703293 h 4620512"/>
                <a:gd name="connsiteX150" fmla="*/ 4609843 w 5399797"/>
                <a:gd name="connsiteY150" fmla="*/ 1662502 h 4620512"/>
                <a:gd name="connsiteX151" fmla="*/ 4612173 w 5399797"/>
                <a:gd name="connsiteY151" fmla="*/ 1660067 h 4620512"/>
                <a:gd name="connsiteX152" fmla="*/ 4817967 w 5399797"/>
                <a:gd name="connsiteY152" fmla="*/ 1286963 h 4620512"/>
                <a:gd name="connsiteX153" fmla="*/ 4819790 w 5399797"/>
                <a:gd name="connsiteY153" fmla="*/ 1283106 h 4620512"/>
                <a:gd name="connsiteX154" fmla="*/ 4836271 w 5399797"/>
                <a:gd name="connsiteY154" fmla="*/ 1230774 h 4620512"/>
                <a:gd name="connsiteX155" fmla="*/ 4845973 w 5399797"/>
                <a:gd name="connsiteY155" fmla="*/ 1195278 h 4620512"/>
                <a:gd name="connsiteX156" fmla="*/ 4852140 w 5399797"/>
                <a:gd name="connsiteY156" fmla="*/ 1172256 h 4620512"/>
                <a:gd name="connsiteX157" fmla="*/ 4883163 w 5399797"/>
                <a:gd name="connsiteY157" fmla="*/ 722454 h 4620512"/>
                <a:gd name="connsiteX158" fmla="*/ 4880308 w 5399797"/>
                <a:gd name="connsiteY158" fmla="*/ 701062 h 4620512"/>
                <a:gd name="connsiteX159" fmla="*/ 4875609 w 5399797"/>
                <a:gd name="connsiteY159" fmla="*/ 661116 h 4620512"/>
                <a:gd name="connsiteX160" fmla="*/ 4866336 w 5399797"/>
                <a:gd name="connsiteY160" fmla="*/ 608400 h 4620512"/>
                <a:gd name="connsiteX161" fmla="*/ 4864702 w 5399797"/>
                <a:gd name="connsiteY161" fmla="*/ 599379 h 4620512"/>
                <a:gd name="connsiteX162" fmla="*/ 4846281 w 5399797"/>
                <a:gd name="connsiteY162" fmla="*/ 521121 h 4620512"/>
                <a:gd name="connsiteX163" fmla="*/ 4835395 w 5399797"/>
                <a:gd name="connsiteY163" fmla="*/ 481789 h 4620512"/>
                <a:gd name="connsiteX164" fmla="*/ 4829805 w 5399797"/>
                <a:gd name="connsiteY164" fmla="*/ 466182 h 4620512"/>
                <a:gd name="connsiteX165" fmla="*/ 4591248 w 5399797"/>
                <a:gd name="connsiteY165" fmla="*/ 33677 h 4620512"/>
                <a:gd name="connsiteX166" fmla="*/ 4556938 w 5399797"/>
                <a:gd name="connsiteY166" fmla="*/ 2 h 4620512"/>
                <a:gd name="connsiteX167" fmla="*/ 4047939 w 5399797"/>
                <a:gd name="connsiteY167" fmla="*/ 2 h 4620512"/>
                <a:gd name="connsiteX168" fmla="*/ 4006969 w 5399797"/>
                <a:gd name="connsiteY168" fmla="*/ 8194 h 4620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5399797" h="4620512">
                  <a:moveTo>
                    <a:pt x="500240" y="4286145"/>
                  </a:moveTo>
                  <a:lnTo>
                    <a:pt x="574024" y="4292913"/>
                  </a:lnTo>
                  <a:lnTo>
                    <a:pt x="574024" y="4292913"/>
                  </a:lnTo>
                  <a:close/>
                  <a:moveTo>
                    <a:pt x="757608" y="4273545"/>
                  </a:moveTo>
                  <a:lnTo>
                    <a:pt x="574025" y="4292913"/>
                  </a:lnTo>
                  <a:lnTo>
                    <a:pt x="574024" y="4292913"/>
                  </a:lnTo>
                  <a:close/>
                  <a:moveTo>
                    <a:pt x="4165653" y="4126719"/>
                  </a:moveTo>
                  <a:lnTo>
                    <a:pt x="4254825" y="4222572"/>
                  </a:lnTo>
                  <a:cubicBezTo>
                    <a:pt x="4516655" y="4471892"/>
                    <a:pt x="4881842" y="4608501"/>
                    <a:pt x="5269770" y="4569030"/>
                  </a:cubicBezTo>
                  <a:lnTo>
                    <a:pt x="5391992" y="4550128"/>
                  </a:lnTo>
                  <a:lnTo>
                    <a:pt x="5372839" y="4588948"/>
                  </a:lnTo>
                  <a:cubicBezTo>
                    <a:pt x="5354924" y="4610276"/>
                    <a:pt x="5327623" y="4620512"/>
                    <a:pt x="5290085" y="4620512"/>
                  </a:cubicBezTo>
                  <a:lnTo>
                    <a:pt x="4846464" y="4620512"/>
                  </a:lnTo>
                  <a:cubicBezTo>
                    <a:pt x="4730436" y="4620512"/>
                    <a:pt x="4628066" y="4600041"/>
                    <a:pt x="4539336" y="4565912"/>
                  </a:cubicBezTo>
                  <a:cubicBezTo>
                    <a:pt x="4464266" y="4538612"/>
                    <a:pt x="4396015" y="4490841"/>
                    <a:pt x="4334587" y="4436241"/>
                  </a:cubicBezTo>
                  <a:cubicBezTo>
                    <a:pt x="4334587" y="4436241"/>
                    <a:pt x="4327766" y="4429413"/>
                    <a:pt x="4327766" y="4429413"/>
                  </a:cubicBezTo>
                  <a:cubicBezTo>
                    <a:pt x="4307287" y="4408941"/>
                    <a:pt x="4293637" y="4395291"/>
                    <a:pt x="4279988" y="4374813"/>
                  </a:cubicBezTo>
                  <a:cubicBezTo>
                    <a:pt x="4279988" y="4374813"/>
                    <a:pt x="4273167" y="4367991"/>
                    <a:pt x="4273167" y="4367991"/>
                  </a:cubicBezTo>
                  <a:cubicBezTo>
                    <a:pt x="4259516" y="4347513"/>
                    <a:pt x="4252687" y="4333863"/>
                    <a:pt x="4239038" y="4313391"/>
                  </a:cubicBezTo>
                  <a:cubicBezTo>
                    <a:pt x="4239038" y="4313391"/>
                    <a:pt x="4239038" y="4306563"/>
                    <a:pt x="4239038" y="4306563"/>
                  </a:cubicBezTo>
                  <a:cubicBezTo>
                    <a:pt x="4225387" y="4286092"/>
                    <a:pt x="4211737" y="4265613"/>
                    <a:pt x="4204916" y="4245142"/>
                  </a:cubicBezTo>
                  <a:cubicBezTo>
                    <a:pt x="4191267" y="4224663"/>
                    <a:pt x="4184437" y="4204192"/>
                    <a:pt x="4177616" y="4176892"/>
                  </a:cubicBezTo>
                  <a:close/>
                  <a:moveTo>
                    <a:pt x="4136664" y="3146286"/>
                  </a:moveTo>
                  <a:lnTo>
                    <a:pt x="4136668" y="3146315"/>
                  </a:lnTo>
                  <a:lnTo>
                    <a:pt x="4136668" y="3903893"/>
                  </a:lnTo>
                  <a:lnTo>
                    <a:pt x="4144561" y="4015088"/>
                  </a:lnTo>
                  <a:lnTo>
                    <a:pt x="4136666" y="3903893"/>
                  </a:lnTo>
                  <a:lnTo>
                    <a:pt x="4136666" y="3146315"/>
                  </a:lnTo>
                  <a:close/>
                  <a:moveTo>
                    <a:pt x="4102039" y="2915161"/>
                  </a:moveTo>
                  <a:lnTo>
                    <a:pt x="4110752" y="2935049"/>
                  </a:lnTo>
                  <a:lnTo>
                    <a:pt x="4113608" y="2958331"/>
                  </a:lnTo>
                  <a:close/>
                  <a:moveTo>
                    <a:pt x="3996926" y="2711649"/>
                  </a:moveTo>
                  <a:lnTo>
                    <a:pt x="4017426" y="2737763"/>
                  </a:lnTo>
                  <a:lnTo>
                    <a:pt x="3996926" y="2711649"/>
                  </a:lnTo>
                  <a:close/>
                  <a:moveTo>
                    <a:pt x="2525200" y="1316936"/>
                  </a:moveTo>
                  <a:lnTo>
                    <a:pt x="2441515" y="1389005"/>
                  </a:lnTo>
                  <a:lnTo>
                    <a:pt x="2441515" y="1389004"/>
                  </a:lnTo>
                  <a:close/>
                  <a:moveTo>
                    <a:pt x="3304019" y="607422"/>
                  </a:moveTo>
                  <a:lnTo>
                    <a:pt x="2532793" y="1310397"/>
                  </a:lnTo>
                  <a:lnTo>
                    <a:pt x="2525200" y="1316936"/>
                  </a:lnTo>
                  <a:lnTo>
                    <a:pt x="2532792" y="1310398"/>
                  </a:lnTo>
                  <a:close/>
                  <a:moveTo>
                    <a:pt x="3942230" y="22142"/>
                  </a:moveTo>
                  <a:lnTo>
                    <a:pt x="3931920" y="27301"/>
                  </a:lnTo>
                  <a:cubicBezTo>
                    <a:pt x="3918269" y="34126"/>
                    <a:pt x="3902912" y="46070"/>
                    <a:pt x="3885847" y="61424"/>
                  </a:cubicBezTo>
                  <a:cubicBezTo>
                    <a:pt x="3902910" y="46068"/>
                    <a:pt x="3918268" y="34126"/>
                    <a:pt x="3931917" y="27301"/>
                  </a:cubicBezTo>
                  <a:close/>
                  <a:moveTo>
                    <a:pt x="4047939" y="0"/>
                  </a:moveTo>
                  <a:lnTo>
                    <a:pt x="4696315" y="0"/>
                  </a:lnTo>
                  <a:cubicBezTo>
                    <a:pt x="4709966" y="0"/>
                    <a:pt x="4723615" y="0"/>
                    <a:pt x="4737265" y="0"/>
                  </a:cubicBezTo>
                  <a:cubicBezTo>
                    <a:pt x="4750915" y="0"/>
                    <a:pt x="4764565" y="0"/>
                    <a:pt x="4778215" y="0"/>
                  </a:cubicBezTo>
                  <a:cubicBezTo>
                    <a:pt x="4791865" y="0"/>
                    <a:pt x="4812336" y="6823"/>
                    <a:pt x="4832815" y="6823"/>
                  </a:cubicBezTo>
                  <a:cubicBezTo>
                    <a:pt x="4839636" y="6823"/>
                    <a:pt x="4846464" y="6823"/>
                    <a:pt x="4853286" y="6823"/>
                  </a:cubicBezTo>
                  <a:cubicBezTo>
                    <a:pt x="4873764" y="13651"/>
                    <a:pt x="4894235" y="13651"/>
                    <a:pt x="4914714" y="20472"/>
                  </a:cubicBezTo>
                  <a:cubicBezTo>
                    <a:pt x="4914714" y="20472"/>
                    <a:pt x="4921536" y="20472"/>
                    <a:pt x="4921536" y="20472"/>
                  </a:cubicBezTo>
                  <a:cubicBezTo>
                    <a:pt x="4948836" y="27301"/>
                    <a:pt x="4969314" y="34122"/>
                    <a:pt x="4989786" y="40950"/>
                  </a:cubicBezTo>
                  <a:cubicBezTo>
                    <a:pt x="5078514" y="68251"/>
                    <a:pt x="5153586" y="116022"/>
                    <a:pt x="5215014" y="177450"/>
                  </a:cubicBezTo>
                  <a:cubicBezTo>
                    <a:pt x="5215014" y="177450"/>
                    <a:pt x="5215014" y="177450"/>
                    <a:pt x="5221835" y="184271"/>
                  </a:cubicBezTo>
                  <a:cubicBezTo>
                    <a:pt x="5344685" y="307121"/>
                    <a:pt x="5406113" y="484572"/>
                    <a:pt x="5399284" y="709800"/>
                  </a:cubicBezTo>
                  <a:lnTo>
                    <a:pt x="5399284" y="1781318"/>
                  </a:lnTo>
                  <a:lnTo>
                    <a:pt x="5399284" y="2036256"/>
                  </a:lnTo>
                  <a:lnTo>
                    <a:pt x="5378054" y="2031212"/>
                  </a:lnTo>
                  <a:cubicBezTo>
                    <a:pt x="5300543" y="2016560"/>
                    <a:pt x="5220809" y="2008984"/>
                    <a:pt x="5139631" y="2009118"/>
                  </a:cubicBezTo>
                  <a:cubicBezTo>
                    <a:pt x="5096337" y="2009188"/>
                    <a:pt x="5052629" y="2011452"/>
                    <a:pt x="5008630" y="2016002"/>
                  </a:cubicBezTo>
                  <a:cubicBezTo>
                    <a:pt x="4565280" y="2061116"/>
                    <a:pt x="4197869" y="2327194"/>
                    <a:pt x="4004337" y="2694306"/>
                  </a:cubicBezTo>
                  <a:lnTo>
                    <a:pt x="3996926" y="2711649"/>
                  </a:lnTo>
                  <a:lnTo>
                    <a:pt x="3952388" y="2654916"/>
                  </a:lnTo>
                  <a:cubicBezTo>
                    <a:pt x="3822717" y="2525245"/>
                    <a:pt x="3665739" y="2463817"/>
                    <a:pt x="3474639" y="2463817"/>
                  </a:cubicBezTo>
                  <a:cubicBezTo>
                    <a:pt x="3331318" y="2463817"/>
                    <a:pt x="3187990" y="2497946"/>
                    <a:pt x="3051491" y="2559367"/>
                  </a:cubicBezTo>
                  <a:lnTo>
                    <a:pt x="2885919" y="2647440"/>
                  </a:lnTo>
                  <a:lnTo>
                    <a:pt x="2893869" y="2643211"/>
                  </a:lnTo>
                  <a:lnTo>
                    <a:pt x="2847495" y="2588485"/>
                  </a:lnTo>
                  <a:cubicBezTo>
                    <a:pt x="2794459" y="2534833"/>
                    <a:pt x="2737456" y="2485201"/>
                    <a:pt x="2677087" y="2439579"/>
                  </a:cubicBezTo>
                  <a:cubicBezTo>
                    <a:pt x="2675159" y="2438669"/>
                    <a:pt x="2673235" y="2437758"/>
                    <a:pt x="2672728" y="2436338"/>
                  </a:cubicBezTo>
                  <a:cubicBezTo>
                    <a:pt x="2647057" y="2418314"/>
                    <a:pt x="2620880" y="2398870"/>
                    <a:pt x="2594300" y="2382773"/>
                  </a:cubicBezTo>
                  <a:cubicBezTo>
                    <a:pt x="2590444" y="2380952"/>
                    <a:pt x="2587502" y="2377202"/>
                    <a:pt x="2583648" y="2375381"/>
                  </a:cubicBezTo>
                  <a:cubicBezTo>
                    <a:pt x="2575430" y="2370318"/>
                    <a:pt x="2569139" y="2366167"/>
                    <a:pt x="2560923" y="2361104"/>
                  </a:cubicBezTo>
                  <a:cubicBezTo>
                    <a:pt x="2556562" y="2357863"/>
                    <a:pt x="2552705" y="2356043"/>
                    <a:pt x="2546923" y="2353310"/>
                  </a:cubicBezTo>
                  <a:cubicBezTo>
                    <a:pt x="2539214" y="2349666"/>
                    <a:pt x="2532419" y="2344096"/>
                    <a:pt x="2524707" y="2340452"/>
                  </a:cubicBezTo>
                  <a:cubicBezTo>
                    <a:pt x="2522273" y="2338121"/>
                    <a:pt x="2518924" y="2337722"/>
                    <a:pt x="2516489" y="2335390"/>
                  </a:cubicBezTo>
                  <a:cubicBezTo>
                    <a:pt x="2500564" y="2326685"/>
                    <a:pt x="2484130" y="2316561"/>
                    <a:pt x="2466785" y="2308365"/>
                  </a:cubicBezTo>
                  <a:cubicBezTo>
                    <a:pt x="2462926" y="2306542"/>
                    <a:pt x="2461003" y="2305632"/>
                    <a:pt x="2457149" y="2303809"/>
                  </a:cubicBezTo>
                  <a:cubicBezTo>
                    <a:pt x="2447513" y="2299256"/>
                    <a:pt x="2439293" y="2294192"/>
                    <a:pt x="2430165" y="2291058"/>
                  </a:cubicBezTo>
                  <a:cubicBezTo>
                    <a:pt x="2428237" y="2290147"/>
                    <a:pt x="2424386" y="2288325"/>
                    <a:pt x="2422455" y="2287415"/>
                  </a:cubicBezTo>
                  <a:cubicBezTo>
                    <a:pt x="2204165" y="2183074"/>
                    <a:pt x="1959869" y="2131279"/>
                    <a:pt x="1703661" y="2144588"/>
                  </a:cubicBezTo>
                  <a:cubicBezTo>
                    <a:pt x="1700316" y="2144185"/>
                    <a:pt x="1695549" y="2144292"/>
                    <a:pt x="1692712" y="2145308"/>
                  </a:cubicBezTo>
                  <a:cubicBezTo>
                    <a:pt x="1684601" y="2145011"/>
                    <a:pt x="1675577" y="2146641"/>
                    <a:pt x="1667973" y="2147763"/>
                  </a:cubicBezTo>
                  <a:cubicBezTo>
                    <a:pt x="1657024" y="2148483"/>
                    <a:pt x="1646073" y="2149201"/>
                    <a:pt x="1637051" y="2150834"/>
                  </a:cubicBezTo>
                  <a:cubicBezTo>
                    <a:pt x="1634213" y="2151851"/>
                    <a:pt x="1630868" y="2151447"/>
                    <a:pt x="1627520" y="2151045"/>
                  </a:cubicBezTo>
                  <a:cubicBezTo>
                    <a:pt x="1626100" y="2151553"/>
                    <a:pt x="1626100" y="2151553"/>
                    <a:pt x="1624682" y="2152060"/>
                  </a:cubicBezTo>
                  <a:cubicBezTo>
                    <a:pt x="1613733" y="2152782"/>
                    <a:pt x="1603293" y="2154920"/>
                    <a:pt x="1592343" y="2155637"/>
                  </a:cubicBezTo>
                  <a:cubicBezTo>
                    <a:pt x="1590924" y="2156146"/>
                    <a:pt x="1589503" y="2156654"/>
                    <a:pt x="1588997" y="2155235"/>
                  </a:cubicBezTo>
                  <a:cubicBezTo>
                    <a:pt x="1526241" y="2163303"/>
                    <a:pt x="1465009" y="2175625"/>
                    <a:pt x="1403379" y="2191295"/>
                  </a:cubicBezTo>
                  <a:cubicBezTo>
                    <a:pt x="1141239" y="2259564"/>
                    <a:pt x="908261" y="2395841"/>
                    <a:pt x="723993" y="2578715"/>
                  </a:cubicBezTo>
                  <a:cubicBezTo>
                    <a:pt x="722574" y="2579225"/>
                    <a:pt x="721664" y="2581149"/>
                    <a:pt x="720244" y="2581658"/>
                  </a:cubicBezTo>
                  <a:cubicBezTo>
                    <a:pt x="714163" y="2587040"/>
                    <a:pt x="708593" y="2593836"/>
                    <a:pt x="702515" y="2599217"/>
                  </a:cubicBezTo>
                  <a:cubicBezTo>
                    <a:pt x="698765" y="2602158"/>
                    <a:pt x="696945" y="2606013"/>
                    <a:pt x="693197" y="2608958"/>
                  </a:cubicBezTo>
                  <a:cubicBezTo>
                    <a:pt x="689955" y="2613319"/>
                    <a:pt x="684787" y="2616772"/>
                    <a:pt x="681547" y="2621134"/>
                  </a:cubicBezTo>
                  <a:cubicBezTo>
                    <a:pt x="676887" y="2626006"/>
                    <a:pt x="670808" y="2631387"/>
                    <a:pt x="666657" y="2637675"/>
                  </a:cubicBezTo>
                  <a:cubicBezTo>
                    <a:pt x="664326" y="2640111"/>
                    <a:pt x="663418" y="2642038"/>
                    <a:pt x="661086" y="2644473"/>
                  </a:cubicBezTo>
                  <a:cubicBezTo>
                    <a:pt x="504795" y="2820529"/>
                    <a:pt x="388383" y="3031934"/>
                    <a:pt x="327863" y="3269753"/>
                  </a:cubicBezTo>
                  <a:cubicBezTo>
                    <a:pt x="306847" y="3354131"/>
                    <a:pt x="291618" y="3441241"/>
                    <a:pt x="285513" y="3531485"/>
                  </a:cubicBezTo>
                  <a:cubicBezTo>
                    <a:pt x="285513" y="3531485"/>
                    <a:pt x="286020" y="3532905"/>
                    <a:pt x="286020" y="3532905"/>
                  </a:cubicBezTo>
                  <a:cubicBezTo>
                    <a:pt x="284410" y="3546289"/>
                    <a:pt x="284727" y="3560586"/>
                    <a:pt x="283117" y="3573970"/>
                  </a:cubicBezTo>
                  <a:cubicBezTo>
                    <a:pt x="282312" y="3580661"/>
                    <a:pt x="282925" y="3586848"/>
                    <a:pt x="282121" y="3593541"/>
                  </a:cubicBezTo>
                  <a:cubicBezTo>
                    <a:pt x="281314" y="3600234"/>
                    <a:pt x="281929" y="3606418"/>
                    <a:pt x="281126" y="3613109"/>
                  </a:cubicBezTo>
                  <a:cubicBezTo>
                    <a:pt x="277112" y="3803071"/>
                    <a:pt x="309711" y="3987127"/>
                    <a:pt x="372495" y="4156767"/>
                  </a:cubicBezTo>
                  <a:lnTo>
                    <a:pt x="426611" y="4279390"/>
                  </a:lnTo>
                  <a:lnTo>
                    <a:pt x="388041" y="4275852"/>
                  </a:lnTo>
                  <a:cubicBezTo>
                    <a:pt x="328323" y="4263909"/>
                    <a:pt x="270311" y="4245142"/>
                    <a:pt x="212296" y="4217842"/>
                  </a:cubicBezTo>
                  <a:cubicBezTo>
                    <a:pt x="157696" y="4197364"/>
                    <a:pt x="96275" y="4163242"/>
                    <a:pt x="41675" y="4129113"/>
                  </a:cubicBezTo>
                  <a:lnTo>
                    <a:pt x="0" y="4102026"/>
                  </a:lnTo>
                  <a:lnTo>
                    <a:pt x="0" y="3265097"/>
                  </a:lnTo>
                  <a:lnTo>
                    <a:pt x="31247" y="3181692"/>
                  </a:lnTo>
                  <a:cubicBezTo>
                    <a:pt x="104740" y="2952978"/>
                    <a:pt x="101679" y="2701596"/>
                    <a:pt x="13009" y="2469268"/>
                  </a:cubicBezTo>
                  <a:lnTo>
                    <a:pt x="0" y="2439720"/>
                  </a:lnTo>
                  <a:lnTo>
                    <a:pt x="0" y="2068319"/>
                  </a:lnTo>
                  <a:lnTo>
                    <a:pt x="180733" y="2097828"/>
                  </a:lnTo>
                  <a:cubicBezTo>
                    <a:pt x="306142" y="2114038"/>
                    <a:pt x="437524" y="2122568"/>
                    <a:pt x="574024" y="2122568"/>
                  </a:cubicBezTo>
                  <a:cubicBezTo>
                    <a:pt x="963045" y="2122568"/>
                    <a:pt x="1311123" y="2054319"/>
                    <a:pt x="1611422" y="1924646"/>
                  </a:cubicBezTo>
                  <a:cubicBezTo>
                    <a:pt x="1618244" y="1924646"/>
                    <a:pt x="1618244" y="1924646"/>
                    <a:pt x="1618244" y="1924646"/>
                  </a:cubicBezTo>
                  <a:cubicBezTo>
                    <a:pt x="1631893" y="1917818"/>
                    <a:pt x="1652372" y="1910997"/>
                    <a:pt x="1666022" y="1904168"/>
                  </a:cubicBezTo>
                  <a:cubicBezTo>
                    <a:pt x="1901484" y="1791556"/>
                    <a:pt x="2121590" y="1652073"/>
                    <a:pt x="2329217" y="1485715"/>
                  </a:cubicBezTo>
                  <a:lnTo>
                    <a:pt x="2441515" y="1389005"/>
                  </a:lnTo>
                  <a:lnTo>
                    <a:pt x="2477291" y="1470450"/>
                  </a:lnTo>
                  <a:cubicBezTo>
                    <a:pt x="2480742" y="1475616"/>
                    <a:pt x="2482266" y="1479873"/>
                    <a:pt x="2485722" y="1485042"/>
                  </a:cubicBezTo>
                  <a:cubicBezTo>
                    <a:pt x="2486225" y="1486461"/>
                    <a:pt x="2486735" y="1487880"/>
                    <a:pt x="2488661" y="1488792"/>
                  </a:cubicBezTo>
                  <a:cubicBezTo>
                    <a:pt x="2498106" y="1506222"/>
                    <a:pt x="2508968" y="1523145"/>
                    <a:pt x="2518416" y="1540576"/>
                  </a:cubicBezTo>
                  <a:cubicBezTo>
                    <a:pt x="2518925" y="1541995"/>
                    <a:pt x="2519432" y="1543414"/>
                    <a:pt x="2521359" y="1544324"/>
                  </a:cubicBezTo>
                  <a:cubicBezTo>
                    <a:pt x="2529787" y="1558918"/>
                    <a:pt x="2540147" y="1574420"/>
                    <a:pt x="2549995" y="1588506"/>
                  </a:cubicBezTo>
                  <a:cubicBezTo>
                    <a:pt x="2552429" y="1590836"/>
                    <a:pt x="2553955" y="1595095"/>
                    <a:pt x="2556388" y="1597423"/>
                  </a:cubicBezTo>
                  <a:cubicBezTo>
                    <a:pt x="2566743" y="1612926"/>
                    <a:pt x="2578009" y="1626503"/>
                    <a:pt x="2587858" y="1640588"/>
                  </a:cubicBezTo>
                  <a:cubicBezTo>
                    <a:pt x="2590294" y="1642918"/>
                    <a:pt x="2593240" y="1646667"/>
                    <a:pt x="2594252" y="1649505"/>
                  </a:cubicBezTo>
                  <a:cubicBezTo>
                    <a:pt x="2618311" y="1680914"/>
                    <a:pt x="2643280" y="1710398"/>
                    <a:pt x="2671087" y="1738864"/>
                  </a:cubicBezTo>
                  <a:cubicBezTo>
                    <a:pt x="2671087" y="1738864"/>
                    <a:pt x="2671087" y="1738864"/>
                    <a:pt x="2671597" y="1740282"/>
                  </a:cubicBezTo>
                  <a:cubicBezTo>
                    <a:pt x="2878633" y="1960727"/>
                    <a:pt x="3162768" y="2110330"/>
                    <a:pt x="3487655" y="2141267"/>
                  </a:cubicBezTo>
                  <a:cubicBezTo>
                    <a:pt x="3756165" y="2166781"/>
                    <a:pt x="4011826" y="2107238"/>
                    <a:pt x="4230822" y="1985574"/>
                  </a:cubicBezTo>
                  <a:cubicBezTo>
                    <a:pt x="4233661" y="1984556"/>
                    <a:pt x="4235995" y="1982121"/>
                    <a:pt x="4238831" y="1981105"/>
                  </a:cubicBezTo>
                  <a:cubicBezTo>
                    <a:pt x="4253423" y="1972675"/>
                    <a:pt x="4269436" y="1963739"/>
                    <a:pt x="4284025" y="1955310"/>
                  </a:cubicBezTo>
                  <a:cubicBezTo>
                    <a:pt x="4290614" y="1951351"/>
                    <a:pt x="4297202" y="1947391"/>
                    <a:pt x="4303281" y="1942011"/>
                  </a:cubicBezTo>
                  <a:cubicBezTo>
                    <a:pt x="4313614" y="1935107"/>
                    <a:pt x="4323952" y="1928202"/>
                    <a:pt x="4334288" y="1921299"/>
                  </a:cubicBezTo>
                  <a:cubicBezTo>
                    <a:pt x="4343203" y="1914904"/>
                    <a:pt x="4350703" y="1909015"/>
                    <a:pt x="4359618" y="1902622"/>
                  </a:cubicBezTo>
                  <a:cubicBezTo>
                    <a:pt x="4367117" y="1896733"/>
                    <a:pt x="4376032" y="1890337"/>
                    <a:pt x="4383529" y="1884451"/>
                  </a:cubicBezTo>
                  <a:cubicBezTo>
                    <a:pt x="4392447" y="1878054"/>
                    <a:pt x="4400855" y="1870239"/>
                    <a:pt x="4408352" y="1864352"/>
                  </a:cubicBezTo>
                  <a:cubicBezTo>
                    <a:pt x="4415852" y="1858465"/>
                    <a:pt x="4423349" y="1852577"/>
                    <a:pt x="4432267" y="1846181"/>
                  </a:cubicBezTo>
                  <a:cubicBezTo>
                    <a:pt x="4439764" y="1840295"/>
                    <a:pt x="4448172" y="1832478"/>
                    <a:pt x="4455670" y="1826592"/>
                  </a:cubicBezTo>
                  <a:cubicBezTo>
                    <a:pt x="4464077" y="1818777"/>
                    <a:pt x="4471577" y="1812891"/>
                    <a:pt x="4479985" y="1805073"/>
                  </a:cubicBezTo>
                  <a:cubicBezTo>
                    <a:pt x="4486063" y="1799696"/>
                    <a:pt x="4491634" y="1792897"/>
                    <a:pt x="4499131" y="1787010"/>
                  </a:cubicBezTo>
                  <a:cubicBezTo>
                    <a:pt x="4508959" y="1778686"/>
                    <a:pt x="4516859" y="1769455"/>
                    <a:pt x="4526179" y="1759714"/>
                  </a:cubicBezTo>
                  <a:cubicBezTo>
                    <a:pt x="4530836" y="1754841"/>
                    <a:pt x="4535498" y="1749970"/>
                    <a:pt x="4538739" y="1745606"/>
                  </a:cubicBezTo>
                  <a:cubicBezTo>
                    <a:pt x="4549482" y="1735356"/>
                    <a:pt x="4559707" y="1723687"/>
                    <a:pt x="4568520" y="1712525"/>
                  </a:cubicBezTo>
                  <a:cubicBezTo>
                    <a:pt x="4570848" y="1710090"/>
                    <a:pt x="4573179" y="1707655"/>
                    <a:pt x="4576419" y="1703293"/>
                  </a:cubicBezTo>
                  <a:cubicBezTo>
                    <a:pt x="4587559" y="1689695"/>
                    <a:pt x="4598701" y="1676099"/>
                    <a:pt x="4609843" y="1662502"/>
                  </a:cubicBezTo>
                  <a:cubicBezTo>
                    <a:pt x="4611261" y="1661994"/>
                    <a:pt x="4610752" y="1660574"/>
                    <a:pt x="4612173" y="1660067"/>
                  </a:cubicBezTo>
                  <a:cubicBezTo>
                    <a:pt x="4700793" y="1549875"/>
                    <a:pt x="4770945" y="1423885"/>
                    <a:pt x="4817967" y="1286963"/>
                  </a:cubicBezTo>
                  <a:cubicBezTo>
                    <a:pt x="4818879" y="1285036"/>
                    <a:pt x="4818372" y="1283615"/>
                    <a:pt x="4819790" y="1283106"/>
                  </a:cubicBezTo>
                  <a:cubicBezTo>
                    <a:pt x="4826567" y="1266270"/>
                    <a:pt x="4831419" y="1248523"/>
                    <a:pt x="4836271" y="1230774"/>
                  </a:cubicBezTo>
                  <a:cubicBezTo>
                    <a:pt x="4840314" y="1219720"/>
                    <a:pt x="4842435" y="1207753"/>
                    <a:pt x="4845973" y="1195278"/>
                  </a:cubicBezTo>
                  <a:cubicBezTo>
                    <a:pt x="4848198" y="1188077"/>
                    <a:pt x="4850419" y="1180876"/>
                    <a:pt x="4852140" y="1172256"/>
                  </a:cubicBezTo>
                  <a:cubicBezTo>
                    <a:pt x="4888507" y="1027944"/>
                    <a:pt x="4899930" y="876554"/>
                    <a:pt x="4883163" y="722454"/>
                  </a:cubicBezTo>
                  <a:cubicBezTo>
                    <a:pt x="4882043" y="714848"/>
                    <a:pt x="4881429" y="708664"/>
                    <a:pt x="4880308" y="701062"/>
                  </a:cubicBezTo>
                  <a:cubicBezTo>
                    <a:pt x="4878571" y="687274"/>
                    <a:pt x="4877342" y="674906"/>
                    <a:pt x="4875609" y="661116"/>
                  </a:cubicBezTo>
                  <a:cubicBezTo>
                    <a:pt x="4872349" y="643073"/>
                    <a:pt x="4869593" y="626446"/>
                    <a:pt x="4866336" y="608400"/>
                  </a:cubicBezTo>
                  <a:cubicBezTo>
                    <a:pt x="4865316" y="605563"/>
                    <a:pt x="4865719" y="602216"/>
                    <a:pt x="4864702" y="599379"/>
                  </a:cubicBezTo>
                  <a:cubicBezTo>
                    <a:pt x="4858395" y="572820"/>
                    <a:pt x="4852592" y="547681"/>
                    <a:pt x="4846281" y="521121"/>
                  </a:cubicBezTo>
                  <a:cubicBezTo>
                    <a:pt x="4843126" y="507842"/>
                    <a:pt x="4838550" y="495070"/>
                    <a:pt x="4835395" y="481789"/>
                  </a:cubicBezTo>
                  <a:cubicBezTo>
                    <a:pt x="4833362" y="476114"/>
                    <a:pt x="4831838" y="471857"/>
                    <a:pt x="4829805" y="466182"/>
                  </a:cubicBezTo>
                  <a:cubicBezTo>
                    <a:pt x="4777801" y="303088"/>
                    <a:pt x="4695669" y="157586"/>
                    <a:pt x="4591248" y="33677"/>
                  </a:cubicBezTo>
                  <a:lnTo>
                    <a:pt x="4556938" y="2"/>
                  </a:lnTo>
                  <a:lnTo>
                    <a:pt x="4047939" y="2"/>
                  </a:lnTo>
                  <a:lnTo>
                    <a:pt x="4006969" y="8194"/>
                  </a:lnTo>
                  <a:close/>
                </a:path>
              </a:pathLst>
            </a:custGeom>
            <a:solidFill>
              <a:schemeClr val="accent1"/>
            </a:solidFill>
            <a:ln w="9525" cap="flat">
              <a:noFill/>
              <a:prstDash val="solid"/>
              <a:miter/>
            </a:ln>
          </p:spPr>
          <p:txBody>
            <a:bodyPr rtlCol="0" anchor="ctr"/>
            <a:lstStyle/>
            <a:p>
              <a:endParaRPr lang="de-DE"/>
            </a:p>
          </p:txBody>
        </p:sp>
      </p:grpSp>
    </p:spTree>
    <p:extLst>
      <p:ext uri="{BB962C8B-B14F-4D97-AF65-F5344CB8AC3E}">
        <p14:creationId xmlns:p14="http://schemas.microsoft.com/office/powerpoint/2010/main" val="2316037795"/>
      </p:ext>
    </p:extLst>
  </p:cSld>
  <p:clrMapOvr>
    <a:masterClrMapping/>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able of conten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53" imgH="353" progId="TCLayout.ActiveDocument.1">
                  <p:embed/>
                </p:oleObj>
              </mc:Choice>
              <mc:Fallback>
                <p:oleObj name="think-cell Slide" r:id="rId3" imgW="353" imgH="353"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4" name="Content Placeholder 13"/>
          <p:cNvSpPr>
            <a:spLocks noGrp="1"/>
          </p:cNvSpPr>
          <p:nvPr>
            <p:ph sz="quarter" idx="14" hasCustomPrompt="1"/>
          </p:nvPr>
        </p:nvSpPr>
        <p:spPr bwMode="gray">
          <a:xfrm>
            <a:off x="623888" y="1484313"/>
            <a:ext cx="10944227" cy="4608511"/>
          </a:xfrm>
        </p:spPr>
        <p:txBody>
          <a:bodyPr/>
          <a:lstStyle>
            <a:lvl1pPr marL="342900" indent="-342900">
              <a:buClr>
                <a:schemeClr val="bg2"/>
              </a:buClr>
              <a:buFont typeface="+mj-lt"/>
              <a:buAutoNum type="arabicPeriod"/>
              <a:defRPr/>
            </a:lvl1pPr>
            <a:lvl2pPr marL="534988" indent="-179388">
              <a:defRPr/>
            </a:lvl2pPr>
            <a:lvl3pPr marL="715963" indent="-179388">
              <a:defRPr/>
            </a:lvl3pPr>
            <a:lvl4pPr marL="896938" indent="-179388">
              <a:defRPr/>
            </a:lvl4pPr>
            <a:lvl5pPr marL="449263" indent="0">
              <a:buNone/>
              <a:defRPr/>
            </a:lvl5pPr>
          </a:lstStyle>
          <a:p>
            <a:pPr lvl="0"/>
            <a:r>
              <a:rPr lang="en-US" dirty="0"/>
              <a:t>Insert your agenda points here. Use the button “increase list level” to add subitems.</a:t>
            </a:r>
            <a:br>
              <a:rPr lang="en-US" dirty="0"/>
            </a:br>
            <a:r>
              <a:rPr lang="en-US" dirty="0"/>
              <a:t>You can find other agenda designs within the slide library.</a:t>
            </a:r>
          </a:p>
          <a:p>
            <a:pPr lvl="0"/>
            <a:r>
              <a:rPr lang="en-US" dirty="0"/>
              <a:t>Click to edit Master text styles</a:t>
            </a:r>
          </a:p>
          <a:p>
            <a:pPr lvl="1"/>
            <a:r>
              <a:rPr lang="en-US" dirty="0"/>
              <a:t>Second level</a:t>
            </a:r>
          </a:p>
          <a:p>
            <a:pPr lvl="2"/>
            <a:r>
              <a:rPr lang="en-US" dirty="0"/>
              <a:t>Third level</a:t>
            </a:r>
          </a:p>
          <a:p>
            <a:pPr lvl="3"/>
            <a:r>
              <a:rPr lang="en-US" dirty="0"/>
              <a:t>Fourth level</a:t>
            </a:r>
          </a:p>
          <a:p>
            <a:pPr lvl="3"/>
            <a:r>
              <a:rPr lang="en-US" dirty="0"/>
              <a:t>Fifth level</a:t>
            </a:r>
          </a:p>
        </p:txBody>
      </p:sp>
      <p:sp>
        <p:nvSpPr>
          <p:cNvPr id="10" name="Text Placeholder 7"/>
          <p:cNvSpPr>
            <a:spLocks noGrp="1"/>
          </p:cNvSpPr>
          <p:nvPr>
            <p:ph type="body" sz="quarter" idx="13" hasCustomPrompt="1"/>
          </p:nvPr>
        </p:nvSpPr>
        <p:spPr bwMode="gray">
          <a:xfrm>
            <a:off x="623888" y="332656"/>
            <a:ext cx="10944225" cy="398144"/>
          </a:xfrm>
          <a:prstGeom prst="rect">
            <a:avLst/>
          </a:prstGeom>
        </p:spPr>
        <p:txBody>
          <a:bodyPr tIns="18000" anchor="t">
            <a:noAutofit/>
          </a:bodyPr>
          <a:lstStyle>
            <a:lvl1pPr marL="0" indent="0">
              <a:lnSpc>
                <a:spcPct val="100000"/>
              </a:lnSpc>
              <a:spcBef>
                <a:spcPts val="0"/>
              </a:spcBef>
              <a:spcAft>
                <a:spcPts val="0"/>
              </a:spcAft>
              <a:buFont typeface="Arial" panose="020B0604020202020204" pitchFamily="34" charset="0"/>
              <a:buNone/>
              <a:defRPr sz="2200" b="0" baseline="0">
                <a:solidFill>
                  <a:schemeClr val="accent1"/>
                </a:solidFill>
              </a:defRPr>
            </a:lvl1pPr>
            <a:lvl2pPr marL="0" indent="0">
              <a:lnSpc>
                <a:spcPct val="100000"/>
              </a:lnSpc>
              <a:spcBef>
                <a:spcPts val="0"/>
              </a:spcBef>
              <a:spcAft>
                <a:spcPts val="0"/>
              </a:spcAft>
              <a:buFont typeface="Arial" panose="020B0604020202020204" pitchFamily="34" charset="0"/>
              <a:buNone/>
              <a:defRPr sz="2200" b="0">
                <a:solidFill>
                  <a:schemeClr val="accent1"/>
                </a:solidFill>
              </a:defRPr>
            </a:lvl2pPr>
            <a:lvl3pPr marL="0" indent="0">
              <a:lnSpc>
                <a:spcPct val="100000"/>
              </a:lnSpc>
              <a:spcBef>
                <a:spcPts val="0"/>
              </a:spcBef>
              <a:spcAft>
                <a:spcPts val="0"/>
              </a:spcAft>
              <a:buNone/>
              <a:defRPr sz="2200" b="0">
                <a:solidFill>
                  <a:schemeClr val="accent1"/>
                </a:solidFill>
              </a:defRPr>
            </a:lvl3pPr>
            <a:lvl4pPr marL="0" indent="0">
              <a:lnSpc>
                <a:spcPct val="100000"/>
              </a:lnSpc>
              <a:spcBef>
                <a:spcPts val="0"/>
              </a:spcBef>
              <a:spcAft>
                <a:spcPts val="0"/>
              </a:spcAft>
              <a:buNone/>
              <a:defRPr sz="2200" b="0">
                <a:solidFill>
                  <a:schemeClr val="accent1"/>
                </a:solidFill>
              </a:defRPr>
            </a:lvl4pPr>
            <a:lvl5pPr marL="0" indent="0">
              <a:lnSpc>
                <a:spcPct val="100000"/>
              </a:lnSpc>
              <a:spcBef>
                <a:spcPts val="0"/>
              </a:spcBef>
              <a:spcAft>
                <a:spcPts val="0"/>
              </a:spcAft>
              <a:buNone/>
              <a:defRPr sz="2200" b="0">
                <a:solidFill>
                  <a:schemeClr val="accent1"/>
                </a:solidFill>
              </a:defRPr>
            </a:lvl5pPr>
            <a:lvl6pPr marL="0" indent="0">
              <a:lnSpc>
                <a:spcPct val="100000"/>
              </a:lnSpc>
              <a:spcBef>
                <a:spcPts val="0"/>
              </a:spcBef>
              <a:spcAft>
                <a:spcPts val="0"/>
              </a:spcAft>
              <a:buNone/>
              <a:defRPr sz="2200" b="0">
                <a:solidFill>
                  <a:schemeClr val="accent1"/>
                </a:solidFill>
              </a:defRPr>
            </a:lvl6pPr>
            <a:lvl7pPr marL="0" indent="0">
              <a:lnSpc>
                <a:spcPct val="100000"/>
              </a:lnSpc>
              <a:spcBef>
                <a:spcPts val="0"/>
              </a:spcBef>
              <a:spcAft>
                <a:spcPts val="0"/>
              </a:spcAft>
              <a:buNone/>
              <a:defRPr sz="2200" b="0">
                <a:solidFill>
                  <a:schemeClr val="accent1"/>
                </a:solidFill>
              </a:defRPr>
            </a:lvl7pPr>
            <a:lvl8pPr marL="0" indent="0">
              <a:lnSpc>
                <a:spcPct val="100000"/>
              </a:lnSpc>
              <a:spcBef>
                <a:spcPts val="0"/>
              </a:spcBef>
              <a:spcAft>
                <a:spcPts val="0"/>
              </a:spcAft>
              <a:buNone/>
              <a:defRPr sz="2200" b="0">
                <a:solidFill>
                  <a:schemeClr val="accent1"/>
                </a:solidFill>
              </a:defRPr>
            </a:lvl8pPr>
            <a:lvl9pPr marL="0" indent="0">
              <a:lnSpc>
                <a:spcPct val="100000"/>
              </a:lnSpc>
              <a:spcBef>
                <a:spcPts val="0"/>
              </a:spcBef>
              <a:spcAft>
                <a:spcPts val="0"/>
              </a:spcAft>
              <a:buNone/>
              <a:defRPr sz="2200" b="0">
                <a:solidFill>
                  <a:schemeClr val="accent1"/>
                </a:solidFill>
              </a:defRPr>
            </a:lvl9pPr>
          </a:lstStyle>
          <a:p>
            <a:pPr lvl="0"/>
            <a:r>
              <a:rPr lang="en-US" noProof="0" dirty="0"/>
              <a:t> </a:t>
            </a:r>
          </a:p>
        </p:txBody>
      </p:sp>
      <p:sp>
        <p:nvSpPr>
          <p:cNvPr id="3" name="Title 2"/>
          <p:cNvSpPr>
            <a:spLocks noGrp="1"/>
          </p:cNvSpPr>
          <p:nvPr>
            <p:ph type="title" hasCustomPrompt="1"/>
          </p:nvPr>
        </p:nvSpPr>
        <p:spPr bwMode="gray">
          <a:xfrm>
            <a:off x="623888" y="730800"/>
            <a:ext cx="10944225" cy="325952"/>
          </a:xfrm>
        </p:spPr>
        <p:txBody>
          <a:bodyPr/>
          <a:lstStyle/>
          <a:p>
            <a:r>
              <a:rPr lang="en-US" dirty="0"/>
              <a:t>Insert slide title here (max. 2 lines | max. 1 line with Action Title)</a:t>
            </a:r>
          </a:p>
        </p:txBody>
      </p:sp>
      <p:sp>
        <p:nvSpPr>
          <p:cNvPr id="4" name="Fußzeilenplatzhalter 3">
            <a:extLst>
              <a:ext uri="{FF2B5EF4-FFF2-40B4-BE49-F238E27FC236}">
                <a16:creationId xmlns:a16="http://schemas.microsoft.com/office/drawing/2014/main" id="{5F934EA1-1883-4D38-9FDC-7B4EE39EA964}"/>
              </a:ext>
            </a:extLst>
          </p:cNvPr>
          <p:cNvSpPr>
            <a:spLocks noGrp="1"/>
          </p:cNvSpPr>
          <p:nvPr>
            <p:ph type="ftr" sz="quarter" idx="15"/>
          </p:nvPr>
        </p:nvSpPr>
        <p:spPr bwMode="gray"/>
        <p:txBody>
          <a:bodyPr/>
          <a:lstStyle/>
          <a:p>
            <a:r>
              <a:rPr lang="en-US" dirty="0"/>
              <a:t>Title of Presentation | DD.MM.YYYY</a:t>
            </a:r>
          </a:p>
        </p:txBody>
      </p:sp>
      <p:sp>
        <p:nvSpPr>
          <p:cNvPr id="6" name="Foliennummernplatzhalter 5">
            <a:extLst>
              <a:ext uri="{FF2B5EF4-FFF2-40B4-BE49-F238E27FC236}">
                <a16:creationId xmlns:a16="http://schemas.microsoft.com/office/drawing/2014/main" id="{A9116324-0C1D-439A-912E-27AE05A10F32}"/>
              </a:ext>
            </a:extLst>
          </p:cNvPr>
          <p:cNvSpPr>
            <a:spLocks noGrp="1"/>
          </p:cNvSpPr>
          <p:nvPr>
            <p:ph type="sldNum" sz="quarter" idx="16"/>
          </p:nvPr>
        </p:nvSpPr>
        <p:spPr bwMode="gray"/>
        <p:txBody>
          <a:bodyPr/>
          <a:lstStyle/>
          <a:p>
            <a:fld id="{FD5E7EB4-4CDF-47BB-AF16-07782904B863}" type="slidenum">
              <a:rPr lang="en-US" smtClean="0"/>
              <a:pPr/>
              <a:t>‹#›</a:t>
            </a:fld>
            <a:endParaRPr lang="en-US" dirty="0"/>
          </a:p>
        </p:txBody>
      </p:sp>
    </p:spTree>
    <p:extLst>
      <p:ext uri="{BB962C8B-B14F-4D97-AF65-F5344CB8AC3E}">
        <p14:creationId xmlns:p14="http://schemas.microsoft.com/office/powerpoint/2010/main" val="4193912596"/>
      </p:ext>
    </p:extLst>
  </p:cSld>
  <p:clrMapOvr>
    <a:masterClrMapping/>
  </p:clrMapOvr>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1" name="Content Placeholder 10"/>
          <p:cNvSpPr>
            <a:spLocks noGrp="1"/>
          </p:cNvSpPr>
          <p:nvPr>
            <p:ph sz="quarter" idx="14" hasCustomPrompt="1"/>
          </p:nvPr>
        </p:nvSpPr>
        <p:spPr bwMode="gray">
          <a:xfrm>
            <a:off x="623888" y="1484313"/>
            <a:ext cx="10944227" cy="4608511"/>
          </a:xfrm>
        </p:spPr>
        <p:txBody>
          <a:bodyPr/>
          <a:lstStyle>
            <a:lvl1pPr marL="0" marR="0" indent="0" algn="l" defTabSz="914400" rtl="0" eaLnBrk="1" fontAlgn="auto" latinLnBrk="0" hangingPunct="1">
              <a:lnSpc>
                <a:spcPct val="100000"/>
              </a:lnSpc>
              <a:spcBef>
                <a:spcPts val="600"/>
              </a:spcBef>
              <a:spcAft>
                <a:spcPts val="300"/>
              </a:spcAft>
              <a:buClrTx/>
              <a:buSzTx/>
              <a:buFont typeface="Arial" panose="020B0604020202020204" pitchFamily="34" charset="0"/>
              <a:buNone/>
              <a:tabLst/>
              <a:defRPr/>
            </a:lvl1pPr>
            <a:lvl5pPr>
              <a:defRPr/>
            </a:lvl5pPr>
          </a:lstStyle>
          <a:p>
            <a:pPr marL="0" marR="0" lvl="0" indent="0" algn="l" defTabSz="914400" rtl="0" eaLnBrk="1" fontAlgn="auto" latinLnBrk="0" hangingPunct="1">
              <a:lnSpc>
                <a:spcPct val="100000"/>
              </a:lnSpc>
              <a:spcBef>
                <a:spcPts val="600"/>
              </a:spcBef>
              <a:spcAft>
                <a:spcPts val="300"/>
              </a:spcAft>
              <a:buClrTx/>
              <a:buSzTx/>
              <a:buFont typeface="Arial" panose="020B0604020202020204" pitchFamily="34" charset="0"/>
              <a:buNone/>
              <a:tabLst/>
              <a:defRPr/>
            </a:pPr>
            <a:r>
              <a:rPr lang="en-US" dirty="0"/>
              <a:t>You can use this field to enter text, a table, a diagram or </a:t>
            </a:r>
            <a:r>
              <a:rPr lang="en-US" dirty="0" err="1"/>
              <a:t>SmartArts</a:t>
            </a:r>
            <a:r>
              <a:rPr lang="en-US" dirty="0"/>
              <a:t>. Use the buttons “Increase List Level” for copytext or bullet levels. Use the icons below to create visual content.</a:t>
            </a:r>
          </a:p>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7"/>
          <p:cNvSpPr>
            <a:spLocks noGrp="1"/>
          </p:cNvSpPr>
          <p:nvPr>
            <p:ph type="body" sz="quarter" idx="13" hasCustomPrompt="1"/>
          </p:nvPr>
        </p:nvSpPr>
        <p:spPr bwMode="gray">
          <a:xfrm>
            <a:off x="623888" y="332656"/>
            <a:ext cx="10944225" cy="398144"/>
          </a:xfrm>
          <a:prstGeom prst="rect">
            <a:avLst/>
          </a:prstGeom>
        </p:spPr>
        <p:txBody>
          <a:bodyPr tIns="18000" anchor="t">
            <a:noAutofit/>
          </a:bodyPr>
          <a:lstStyle>
            <a:lvl1pPr marL="0" indent="0">
              <a:lnSpc>
                <a:spcPct val="100000"/>
              </a:lnSpc>
              <a:spcBef>
                <a:spcPts val="0"/>
              </a:spcBef>
              <a:spcAft>
                <a:spcPts val="0"/>
              </a:spcAft>
              <a:buFont typeface="Arial" panose="020B0604020202020204" pitchFamily="34" charset="0"/>
              <a:buNone/>
              <a:defRPr sz="2200" b="0" baseline="0">
                <a:solidFill>
                  <a:schemeClr val="accent1"/>
                </a:solidFill>
              </a:defRPr>
            </a:lvl1pPr>
            <a:lvl2pPr marL="0" indent="0">
              <a:lnSpc>
                <a:spcPct val="100000"/>
              </a:lnSpc>
              <a:spcBef>
                <a:spcPts val="0"/>
              </a:spcBef>
              <a:spcAft>
                <a:spcPts val="0"/>
              </a:spcAft>
              <a:buFont typeface="Arial" panose="020B0604020202020204" pitchFamily="34" charset="0"/>
              <a:buNone/>
              <a:defRPr sz="2200" b="0">
                <a:solidFill>
                  <a:schemeClr val="accent1"/>
                </a:solidFill>
              </a:defRPr>
            </a:lvl2pPr>
            <a:lvl3pPr marL="0" indent="0">
              <a:lnSpc>
                <a:spcPct val="100000"/>
              </a:lnSpc>
              <a:spcBef>
                <a:spcPts val="0"/>
              </a:spcBef>
              <a:spcAft>
                <a:spcPts val="0"/>
              </a:spcAft>
              <a:buNone/>
              <a:defRPr sz="2200" b="0">
                <a:solidFill>
                  <a:schemeClr val="accent1"/>
                </a:solidFill>
              </a:defRPr>
            </a:lvl3pPr>
            <a:lvl4pPr marL="0" indent="0">
              <a:lnSpc>
                <a:spcPct val="100000"/>
              </a:lnSpc>
              <a:spcBef>
                <a:spcPts val="0"/>
              </a:spcBef>
              <a:spcAft>
                <a:spcPts val="0"/>
              </a:spcAft>
              <a:buNone/>
              <a:defRPr sz="2200" b="0">
                <a:solidFill>
                  <a:schemeClr val="accent1"/>
                </a:solidFill>
              </a:defRPr>
            </a:lvl4pPr>
            <a:lvl5pPr marL="0" indent="0">
              <a:lnSpc>
                <a:spcPct val="100000"/>
              </a:lnSpc>
              <a:spcBef>
                <a:spcPts val="0"/>
              </a:spcBef>
              <a:spcAft>
                <a:spcPts val="0"/>
              </a:spcAft>
              <a:buNone/>
              <a:defRPr sz="2200" b="0">
                <a:solidFill>
                  <a:schemeClr val="accent1"/>
                </a:solidFill>
              </a:defRPr>
            </a:lvl5pPr>
            <a:lvl6pPr marL="0" indent="0">
              <a:lnSpc>
                <a:spcPct val="100000"/>
              </a:lnSpc>
              <a:spcBef>
                <a:spcPts val="0"/>
              </a:spcBef>
              <a:spcAft>
                <a:spcPts val="0"/>
              </a:spcAft>
              <a:buNone/>
              <a:defRPr sz="2200" b="0">
                <a:solidFill>
                  <a:schemeClr val="accent1"/>
                </a:solidFill>
              </a:defRPr>
            </a:lvl6pPr>
            <a:lvl7pPr marL="0" indent="0">
              <a:lnSpc>
                <a:spcPct val="100000"/>
              </a:lnSpc>
              <a:spcBef>
                <a:spcPts val="0"/>
              </a:spcBef>
              <a:spcAft>
                <a:spcPts val="0"/>
              </a:spcAft>
              <a:buNone/>
              <a:defRPr sz="2200" b="0">
                <a:solidFill>
                  <a:schemeClr val="accent1"/>
                </a:solidFill>
              </a:defRPr>
            </a:lvl7pPr>
            <a:lvl8pPr marL="0" indent="0">
              <a:lnSpc>
                <a:spcPct val="100000"/>
              </a:lnSpc>
              <a:spcBef>
                <a:spcPts val="0"/>
              </a:spcBef>
              <a:spcAft>
                <a:spcPts val="0"/>
              </a:spcAft>
              <a:buNone/>
              <a:defRPr sz="2200" b="0">
                <a:solidFill>
                  <a:schemeClr val="accent1"/>
                </a:solidFill>
              </a:defRPr>
            </a:lvl8pPr>
            <a:lvl9pPr marL="0" indent="0">
              <a:lnSpc>
                <a:spcPct val="100000"/>
              </a:lnSpc>
              <a:spcBef>
                <a:spcPts val="0"/>
              </a:spcBef>
              <a:spcAft>
                <a:spcPts val="0"/>
              </a:spcAft>
              <a:buNone/>
              <a:defRPr sz="2200" b="0">
                <a:solidFill>
                  <a:schemeClr val="accent1"/>
                </a:solidFill>
              </a:defRPr>
            </a:lvl9pPr>
          </a:lstStyle>
          <a:p>
            <a:pPr lvl="0"/>
            <a:r>
              <a:rPr lang="en-US" noProof="0" dirty="0"/>
              <a:t> </a:t>
            </a:r>
          </a:p>
        </p:txBody>
      </p:sp>
      <p:sp>
        <p:nvSpPr>
          <p:cNvPr id="4" name="Title 3"/>
          <p:cNvSpPr>
            <a:spLocks noGrp="1"/>
          </p:cNvSpPr>
          <p:nvPr>
            <p:ph type="title" hasCustomPrompt="1"/>
            <p:custDataLst>
              <p:tags r:id="rId1"/>
            </p:custDataLst>
          </p:nvPr>
        </p:nvSpPr>
        <p:spPr bwMode="gray">
          <a:xfrm>
            <a:off x="623888" y="730800"/>
            <a:ext cx="10944225" cy="325952"/>
          </a:xfrm>
        </p:spPr>
        <p:txBody>
          <a:bodyPr/>
          <a:lstStyle>
            <a:lvl1pPr>
              <a:defRPr/>
            </a:lvl1pPr>
          </a:lstStyle>
          <a:p>
            <a:r>
              <a:rPr lang="en-US" dirty="0"/>
              <a:t>Insert slide title here (max. 2 lines | max. 1 line with Action Title)</a:t>
            </a:r>
          </a:p>
        </p:txBody>
      </p:sp>
      <p:sp>
        <p:nvSpPr>
          <p:cNvPr id="2" name="Fußzeilenplatzhalter 1">
            <a:extLst>
              <a:ext uri="{FF2B5EF4-FFF2-40B4-BE49-F238E27FC236}">
                <a16:creationId xmlns:a16="http://schemas.microsoft.com/office/drawing/2014/main" id="{2AB8F34D-A5C0-4BC9-B0F3-11856D9ED02E}"/>
              </a:ext>
            </a:extLst>
          </p:cNvPr>
          <p:cNvSpPr>
            <a:spLocks noGrp="1"/>
          </p:cNvSpPr>
          <p:nvPr>
            <p:ph type="ftr" sz="quarter" idx="15"/>
          </p:nvPr>
        </p:nvSpPr>
        <p:spPr bwMode="gray"/>
        <p:txBody>
          <a:bodyPr/>
          <a:lstStyle/>
          <a:p>
            <a:r>
              <a:rPr lang="en-US" dirty="0"/>
              <a:t>Title of Presentation | DD.MM.YYYY</a:t>
            </a:r>
          </a:p>
        </p:txBody>
      </p:sp>
      <p:sp>
        <p:nvSpPr>
          <p:cNvPr id="3" name="Foliennummernplatzhalter 2">
            <a:extLst>
              <a:ext uri="{FF2B5EF4-FFF2-40B4-BE49-F238E27FC236}">
                <a16:creationId xmlns:a16="http://schemas.microsoft.com/office/drawing/2014/main" id="{C962AE53-FF41-4032-9C92-554890CB3881}"/>
              </a:ext>
            </a:extLst>
          </p:cNvPr>
          <p:cNvSpPr>
            <a:spLocks noGrp="1"/>
          </p:cNvSpPr>
          <p:nvPr>
            <p:ph type="sldNum" sz="quarter" idx="16"/>
          </p:nvPr>
        </p:nvSpPr>
        <p:spPr bwMode="gray"/>
        <p:txBody>
          <a:bodyPr/>
          <a:lstStyle/>
          <a:p>
            <a:fld id="{FD5E7EB4-4CDF-47BB-AF16-07782904B863}" type="slidenum">
              <a:rPr lang="en-US" smtClean="0"/>
              <a:pPr/>
              <a:t>‹#›</a:t>
            </a:fld>
            <a:endParaRPr lang="en-US" dirty="0"/>
          </a:p>
        </p:txBody>
      </p:sp>
    </p:spTree>
    <p:extLst>
      <p:ext uri="{BB962C8B-B14F-4D97-AF65-F5344CB8AC3E}">
        <p14:creationId xmlns:p14="http://schemas.microsoft.com/office/powerpoint/2010/main" val="3633175010"/>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14" name="Content Placeholder 13"/>
          <p:cNvSpPr>
            <a:spLocks noGrp="1"/>
          </p:cNvSpPr>
          <p:nvPr>
            <p:ph sz="quarter" idx="16" hasCustomPrompt="1"/>
          </p:nvPr>
        </p:nvSpPr>
        <p:spPr bwMode="gray">
          <a:xfrm>
            <a:off x="6240464" y="1484313"/>
            <a:ext cx="5327650" cy="4608512"/>
          </a:xfrm>
        </p:spPr>
        <p:txBody>
          <a:bodyPr/>
          <a:lstStyle>
            <a:lvl1pPr marL="0" marR="0" indent="0" algn="l" defTabSz="914400" rtl="0" eaLnBrk="1" fontAlgn="auto" latinLnBrk="0" hangingPunct="1">
              <a:lnSpc>
                <a:spcPct val="105000"/>
              </a:lnSpc>
              <a:spcBef>
                <a:spcPts val="600"/>
              </a:spcBef>
              <a:spcAft>
                <a:spcPts val="300"/>
              </a:spcAft>
              <a:buClrTx/>
              <a:buSzTx/>
              <a:buFont typeface="Arial" panose="020B0604020202020204" pitchFamily="34" charset="0"/>
              <a:buNone/>
              <a:tabLst/>
              <a:defRPr/>
            </a:lvl1pPr>
            <a:lvl2pPr>
              <a:lnSpc>
                <a:spcPct val="105000"/>
              </a:lnSpc>
              <a:defRPr/>
            </a:lvl2pPr>
            <a:lvl3pPr>
              <a:lnSpc>
                <a:spcPct val="105000"/>
              </a:lnSpc>
              <a:defRPr/>
            </a:lvl3pPr>
            <a:lvl4pPr>
              <a:lnSpc>
                <a:spcPct val="105000"/>
              </a:lnSpc>
              <a:defRPr/>
            </a:lvl4pPr>
            <a:lvl5pPr>
              <a:lnSpc>
                <a:spcPct val="105000"/>
              </a:lnSpc>
              <a:defRPr/>
            </a:lvl5pPr>
          </a:lstStyle>
          <a:p>
            <a:pPr marL="0" marR="0" lvl="0" indent="0" algn="l" defTabSz="914400" rtl="0" eaLnBrk="1" fontAlgn="auto" latinLnBrk="0" hangingPunct="1">
              <a:lnSpc>
                <a:spcPct val="100000"/>
              </a:lnSpc>
              <a:spcBef>
                <a:spcPts val="600"/>
              </a:spcBef>
              <a:spcAft>
                <a:spcPts val="300"/>
              </a:spcAft>
              <a:buClrTx/>
              <a:buSzTx/>
              <a:buFont typeface="Arial" panose="020B0604020202020204" pitchFamily="34" charset="0"/>
              <a:buNone/>
              <a:tabLst/>
              <a:defRPr/>
            </a:pPr>
            <a:r>
              <a:rPr lang="en-US" dirty="0"/>
              <a:t>You can use this field to enter text, a table, a diagram or </a:t>
            </a:r>
            <a:r>
              <a:rPr lang="en-US" dirty="0" err="1"/>
              <a:t>SmartArts</a:t>
            </a:r>
            <a:r>
              <a:rPr lang="en-US" dirty="0"/>
              <a:t>. Use the buttons “Increase List Level” for copytext or bullet levels. Use the icons below to create visual content.</a:t>
            </a:r>
          </a:p>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1"/>
          <p:cNvSpPr>
            <a:spLocks noGrp="1"/>
          </p:cNvSpPr>
          <p:nvPr>
            <p:ph sz="quarter" idx="15" hasCustomPrompt="1"/>
          </p:nvPr>
        </p:nvSpPr>
        <p:spPr bwMode="gray">
          <a:xfrm>
            <a:off x="623392" y="1484313"/>
            <a:ext cx="5327650" cy="4608512"/>
          </a:xfrm>
        </p:spPr>
        <p:txBody>
          <a:bodyPr/>
          <a:lstStyle>
            <a:lvl1pPr marL="0" marR="0" indent="0" algn="l" defTabSz="914400" rtl="0" eaLnBrk="1" fontAlgn="auto" latinLnBrk="0" hangingPunct="1">
              <a:lnSpc>
                <a:spcPct val="105000"/>
              </a:lnSpc>
              <a:spcBef>
                <a:spcPts val="600"/>
              </a:spcBef>
              <a:spcAft>
                <a:spcPts val="300"/>
              </a:spcAft>
              <a:buClrTx/>
              <a:buSzTx/>
              <a:buFont typeface="Arial" panose="020B0604020202020204" pitchFamily="34" charset="0"/>
              <a:buNone/>
              <a:tabLst/>
              <a:defRPr/>
            </a:lvl1pPr>
            <a:lvl2pPr>
              <a:lnSpc>
                <a:spcPct val="105000"/>
              </a:lnSpc>
              <a:defRPr/>
            </a:lvl2pPr>
            <a:lvl3pPr>
              <a:lnSpc>
                <a:spcPct val="105000"/>
              </a:lnSpc>
              <a:defRPr/>
            </a:lvl3pPr>
            <a:lvl4pPr>
              <a:lnSpc>
                <a:spcPct val="105000"/>
              </a:lnSpc>
              <a:defRPr/>
            </a:lvl4pPr>
            <a:lvl5pPr>
              <a:lnSpc>
                <a:spcPct val="105000"/>
              </a:lnSpc>
              <a:defRPr/>
            </a:lvl5pPr>
          </a:lstStyle>
          <a:p>
            <a:pPr marL="0" marR="0" lvl="0" indent="0" algn="l" defTabSz="914400" rtl="0" eaLnBrk="1" fontAlgn="auto" latinLnBrk="0" hangingPunct="1">
              <a:lnSpc>
                <a:spcPct val="100000"/>
              </a:lnSpc>
              <a:spcBef>
                <a:spcPts val="600"/>
              </a:spcBef>
              <a:spcAft>
                <a:spcPts val="300"/>
              </a:spcAft>
              <a:buClrTx/>
              <a:buSzTx/>
              <a:buFont typeface="Arial" panose="020B0604020202020204" pitchFamily="34" charset="0"/>
              <a:buNone/>
              <a:tabLst/>
              <a:defRPr/>
            </a:pPr>
            <a:r>
              <a:rPr lang="en-US" dirty="0"/>
              <a:t>You can use this field to enter text, a table, a diagram or </a:t>
            </a:r>
            <a:r>
              <a:rPr lang="en-US" dirty="0" err="1"/>
              <a:t>SmartArts</a:t>
            </a:r>
            <a:r>
              <a:rPr lang="en-US" dirty="0"/>
              <a:t>. Use the buttons “Increase List Level” for copytext or bullet levels. Use the icons below to create visual content.</a:t>
            </a:r>
          </a:p>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7"/>
          <p:cNvSpPr>
            <a:spLocks noGrp="1"/>
          </p:cNvSpPr>
          <p:nvPr>
            <p:ph type="body" sz="quarter" idx="13" hasCustomPrompt="1"/>
          </p:nvPr>
        </p:nvSpPr>
        <p:spPr bwMode="gray">
          <a:xfrm>
            <a:off x="623888" y="332656"/>
            <a:ext cx="10944225" cy="398144"/>
          </a:xfrm>
          <a:prstGeom prst="rect">
            <a:avLst/>
          </a:prstGeom>
        </p:spPr>
        <p:txBody>
          <a:bodyPr tIns="18000" anchor="t">
            <a:noAutofit/>
          </a:bodyPr>
          <a:lstStyle>
            <a:lvl1pPr marL="0" indent="0">
              <a:lnSpc>
                <a:spcPct val="100000"/>
              </a:lnSpc>
              <a:spcBef>
                <a:spcPts val="0"/>
              </a:spcBef>
              <a:spcAft>
                <a:spcPts val="0"/>
              </a:spcAft>
              <a:buFont typeface="Arial" panose="020B0604020202020204" pitchFamily="34" charset="0"/>
              <a:buNone/>
              <a:defRPr sz="2200" b="0" baseline="0">
                <a:solidFill>
                  <a:schemeClr val="accent1"/>
                </a:solidFill>
              </a:defRPr>
            </a:lvl1pPr>
            <a:lvl2pPr marL="0" indent="0">
              <a:lnSpc>
                <a:spcPct val="100000"/>
              </a:lnSpc>
              <a:spcBef>
                <a:spcPts val="0"/>
              </a:spcBef>
              <a:spcAft>
                <a:spcPts val="0"/>
              </a:spcAft>
              <a:buFont typeface="Arial" panose="020B0604020202020204" pitchFamily="34" charset="0"/>
              <a:buNone/>
              <a:defRPr sz="2200" b="0">
                <a:solidFill>
                  <a:schemeClr val="accent1"/>
                </a:solidFill>
              </a:defRPr>
            </a:lvl2pPr>
            <a:lvl3pPr marL="0" indent="0">
              <a:lnSpc>
                <a:spcPct val="100000"/>
              </a:lnSpc>
              <a:spcBef>
                <a:spcPts val="0"/>
              </a:spcBef>
              <a:spcAft>
                <a:spcPts val="0"/>
              </a:spcAft>
              <a:buNone/>
              <a:defRPr sz="2200" b="0">
                <a:solidFill>
                  <a:schemeClr val="accent1"/>
                </a:solidFill>
              </a:defRPr>
            </a:lvl3pPr>
            <a:lvl4pPr marL="0" indent="0">
              <a:lnSpc>
                <a:spcPct val="100000"/>
              </a:lnSpc>
              <a:spcBef>
                <a:spcPts val="0"/>
              </a:spcBef>
              <a:spcAft>
                <a:spcPts val="0"/>
              </a:spcAft>
              <a:buNone/>
              <a:defRPr sz="2200" b="0">
                <a:solidFill>
                  <a:schemeClr val="accent1"/>
                </a:solidFill>
              </a:defRPr>
            </a:lvl4pPr>
            <a:lvl5pPr marL="0" indent="0">
              <a:lnSpc>
                <a:spcPct val="100000"/>
              </a:lnSpc>
              <a:spcBef>
                <a:spcPts val="0"/>
              </a:spcBef>
              <a:spcAft>
                <a:spcPts val="0"/>
              </a:spcAft>
              <a:buNone/>
              <a:defRPr sz="2200" b="0">
                <a:solidFill>
                  <a:schemeClr val="accent1"/>
                </a:solidFill>
              </a:defRPr>
            </a:lvl5pPr>
            <a:lvl6pPr marL="0" indent="0">
              <a:lnSpc>
                <a:spcPct val="100000"/>
              </a:lnSpc>
              <a:spcBef>
                <a:spcPts val="0"/>
              </a:spcBef>
              <a:spcAft>
                <a:spcPts val="0"/>
              </a:spcAft>
              <a:buNone/>
              <a:defRPr sz="2200" b="0">
                <a:solidFill>
                  <a:schemeClr val="accent1"/>
                </a:solidFill>
              </a:defRPr>
            </a:lvl6pPr>
            <a:lvl7pPr marL="0" indent="0">
              <a:lnSpc>
                <a:spcPct val="100000"/>
              </a:lnSpc>
              <a:spcBef>
                <a:spcPts val="0"/>
              </a:spcBef>
              <a:spcAft>
                <a:spcPts val="0"/>
              </a:spcAft>
              <a:buNone/>
              <a:defRPr sz="2200" b="0">
                <a:solidFill>
                  <a:schemeClr val="accent1"/>
                </a:solidFill>
              </a:defRPr>
            </a:lvl7pPr>
            <a:lvl8pPr marL="0" indent="0">
              <a:lnSpc>
                <a:spcPct val="100000"/>
              </a:lnSpc>
              <a:spcBef>
                <a:spcPts val="0"/>
              </a:spcBef>
              <a:spcAft>
                <a:spcPts val="0"/>
              </a:spcAft>
              <a:buNone/>
              <a:defRPr sz="2200" b="0">
                <a:solidFill>
                  <a:schemeClr val="accent1"/>
                </a:solidFill>
              </a:defRPr>
            </a:lvl8pPr>
            <a:lvl9pPr marL="0" indent="0">
              <a:lnSpc>
                <a:spcPct val="100000"/>
              </a:lnSpc>
              <a:spcBef>
                <a:spcPts val="0"/>
              </a:spcBef>
              <a:spcAft>
                <a:spcPts val="0"/>
              </a:spcAft>
              <a:buNone/>
              <a:defRPr sz="2200" b="0">
                <a:solidFill>
                  <a:schemeClr val="accent1"/>
                </a:solidFill>
              </a:defRPr>
            </a:lvl9pPr>
          </a:lstStyle>
          <a:p>
            <a:pPr lvl="0"/>
            <a:r>
              <a:rPr lang="en-US" noProof="0" dirty="0"/>
              <a:t> </a:t>
            </a:r>
          </a:p>
        </p:txBody>
      </p:sp>
      <p:sp>
        <p:nvSpPr>
          <p:cNvPr id="2" name="Title 1"/>
          <p:cNvSpPr>
            <a:spLocks noGrp="1"/>
          </p:cNvSpPr>
          <p:nvPr>
            <p:ph type="title" hasCustomPrompt="1"/>
          </p:nvPr>
        </p:nvSpPr>
        <p:spPr bwMode="gray">
          <a:xfrm>
            <a:off x="623888" y="730800"/>
            <a:ext cx="10944225" cy="325952"/>
          </a:xfrm>
        </p:spPr>
        <p:txBody>
          <a:bodyPr/>
          <a:lstStyle/>
          <a:p>
            <a:r>
              <a:rPr lang="en-US" dirty="0"/>
              <a:t>Insert slide title here (max. 2 lines | max. 1 line with Action Title)</a:t>
            </a:r>
          </a:p>
        </p:txBody>
      </p:sp>
      <p:sp>
        <p:nvSpPr>
          <p:cNvPr id="3" name="Fußzeilenplatzhalter 2">
            <a:extLst>
              <a:ext uri="{FF2B5EF4-FFF2-40B4-BE49-F238E27FC236}">
                <a16:creationId xmlns:a16="http://schemas.microsoft.com/office/drawing/2014/main" id="{5DEF66B1-2B35-4F3D-8FA1-45C43C92981D}"/>
              </a:ext>
            </a:extLst>
          </p:cNvPr>
          <p:cNvSpPr>
            <a:spLocks noGrp="1"/>
          </p:cNvSpPr>
          <p:nvPr>
            <p:ph type="ftr" sz="quarter" idx="17"/>
          </p:nvPr>
        </p:nvSpPr>
        <p:spPr bwMode="gray"/>
        <p:txBody>
          <a:bodyPr/>
          <a:lstStyle/>
          <a:p>
            <a:r>
              <a:rPr lang="en-US" dirty="0"/>
              <a:t>Title of Presentation | DD.MM.YYYY</a:t>
            </a:r>
          </a:p>
        </p:txBody>
      </p:sp>
      <p:sp>
        <p:nvSpPr>
          <p:cNvPr id="4" name="Foliennummernplatzhalter 3">
            <a:extLst>
              <a:ext uri="{FF2B5EF4-FFF2-40B4-BE49-F238E27FC236}">
                <a16:creationId xmlns:a16="http://schemas.microsoft.com/office/drawing/2014/main" id="{6594110D-FB2C-4548-B1FA-4A7EB94F133E}"/>
              </a:ext>
            </a:extLst>
          </p:cNvPr>
          <p:cNvSpPr>
            <a:spLocks noGrp="1"/>
          </p:cNvSpPr>
          <p:nvPr>
            <p:ph type="sldNum" sz="quarter" idx="18"/>
          </p:nvPr>
        </p:nvSpPr>
        <p:spPr bwMode="gray"/>
        <p:txBody>
          <a:bodyPr/>
          <a:lstStyle/>
          <a:p>
            <a:fld id="{FD5E7EB4-4CDF-47BB-AF16-07782904B863}" type="slidenum">
              <a:rPr lang="en-US" smtClean="0"/>
              <a:pPr/>
              <a:t>‹#›</a:t>
            </a:fld>
            <a:endParaRPr lang="en-US" dirty="0"/>
          </a:p>
        </p:txBody>
      </p:sp>
    </p:spTree>
    <p:extLst>
      <p:ext uri="{BB962C8B-B14F-4D97-AF65-F5344CB8AC3E}">
        <p14:creationId xmlns:p14="http://schemas.microsoft.com/office/powerpoint/2010/main" val="126160057"/>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5" name="Content Placeholder 14"/>
          <p:cNvSpPr>
            <a:spLocks noGrp="1"/>
          </p:cNvSpPr>
          <p:nvPr>
            <p:ph sz="quarter" idx="18" hasCustomPrompt="1"/>
          </p:nvPr>
        </p:nvSpPr>
        <p:spPr bwMode="gray">
          <a:xfrm>
            <a:off x="624845" y="1484314"/>
            <a:ext cx="3454931" cy="4608512"/>
          </a:xfrm>
        </p:spPr>
        <p:txBody>
          <a:bodyPr/>
          <a:lstStyle>
            <a:lvl1pPr marL="0" marR="0" indent="0" algn="l" defTabSz="914400" rtl="0" eaLnBrk="1" fontAlgn="auto" latinLnBrk="0" hangingPunct="1">
              <a:lnSpc>
                <a:spcPct val="105000"/>
              </a:lnSpc>
              <a:spcBef>
                <a:spcPts val="600"/>
              </a:spcBef>
              <a:spcAft>
                <a:spcPts val="300"/>
              </a:spcAft>
              <a:buClrTx/>
              <a:buSzTx/>
              <a:buFont typeface="Arial" panose="020B0604020202020204" pitchFamily="34" charset="0"/>
              <a:buNone/>
              <a:tabLst/>
              <a:defRPr/>
            </a:lvl1pPr>
            <a:lvl2pPr>
              <a:lnSpc>
                <a:spcPct val="105000"/>
              </a:lnSpc>
              <a:defRPr/>
            </a:lvl2pPr>
            <a:lvl3pPr>
              <a:lnSpc>
                <a:spcPct val="105000"/>
              </a:lnSpc>
              <a:defRPr/>
            </a:lvl3pPr>
            <a:lvl4pPr>
              <a:lnSpc>
                <a:spcPct val="105000"/>
              </a:lnSpc>
              <a:defRPr/>
            </a:lvl4pPr>
            <a:lvl5pPr>
              <a:lnSpc>
                <a:spcPct val="105000"/>
              </a:lnSpc>
              <a:defRPr/>
            </a:lvl5pPr>
          </a:lstStyle>
          <a:p>
            <a:pPr marL="0" marR="0" lvl="0" indent="0" algn="l" defTabSz="914400" rtl="0" eaLnBrk="1" fontAlgn="auto" latinLnBrk="0" hangingPunct="1">
              <a:lnSpc>
                <a:spcPct val="100000"/>
              </a:lnSpc>
              <a:spcBef>
                <a:spcPts val="600"/>
              </a:spcBef>
              <a:spcAft>
                <a:spcPts val="300"/>
              </a:spcAft>
              <a:buClrTx/>
              <a:buSzTx/>
              <a:buFont typeface="Arial" panose="020B0604020202020204" pitchFamily="34" charset="0"/>
              <a:buNone/>
              <a:tabLst/>
              <a:defRPr/>
            </a:pPr>
            <a:r>
              <a:rPr lang="en-US" dirty="0"/>
              <a:t>You can use this field to enter text, a table, a diagram or </a:t>
            </a:r>
            <a:r>
              <a:rPr lang="en-US" dirty="0" err="1"/>
              <a:t>SmartArts</a:t>
            </a:r>
            <a:r>
              <a:rPr lang="en-US" dirty="0"/>
              <a:t>. Use the buttons “Increase List Level” for copytext or bullet levels. Use the icons below to create visual content.</a:t>
            </a:r>
          </a:p>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16"/>
          <p:cNvSpPr>
            <a:spLocks noGrp="1"/>
          </p:cNvSpPr>
          <p:nvPr>
            <p:ph sz="quarter" idx="19" hasCustomPrompt="1"/>
          </p:nvPr>
        </p:nvSpPr>
        <p:spPr bwMode="gray">
          <a:xfrm>
            <a:off x="4368803" y="1484314"/>
            <a:ext cx="3455986" cy="4608512"/>
          </a:xfrm>
        </p:spPr>
        <p:txBody>
          <a:bodyPr/>
          <a:lstStyle>
            <a:lvl1pPr marL="0" marR="0" indent="0" algn="l" defTabSz="914400" rtl="0" eaLnBrk="1" fontAlgn="auto" latinLnBrk="0" hangingPunct="1">
              <a:lnSpc>
                <a:spcPct val="105000"/>
              </a:lnSpc>
              <a:spcBef>
                <a:spcPts val="600"/>
              </a:spcBef>
              <a:spcAft>
                <a:spcPts val="300"/>
              </a:spcAft>
              <a:buClrTx/>
              <a:buSzTx/>
              <a:buFont typeface="Arial" panose="020B0604020202020204" pitchFamily="34" charset="0"/>
              <a:buNone/>
              <a:tabLst/>
              <a:defRPr/>
            </a:lvl1pPr>
            <a:lvl2pPr>
              <a:lnSpc>
                <a:spcPct val="105000"/>
              </a:lnSpc>
              <a:defRPr/>
            </a:lvl2pPr>
            <a:lvl3pPr>
              <a:lnSpc>
                <a:spcPct val="105000"/>
              </a:lnSpc>
              <a:defRPr/>
            </a:lvl3pPr>
            <a:lvl4pPr>
              <a:lnSpc>
                <a:spcPct val="105000"/>
              </a:lnSpc>
              <a:defRPr/>
            </a:lvl4pPr>
            <a:lvl5pPr>
              <a:lnSpc>
                <a:spcPct val="105000"/>
              </a:lnSpc>
              <a:defRPr/>
            </a:lvl5pPr>
          </a:lstStyle>
          <a:p>
            <a:pPr marL="0" marR="0" lvl="0" indent="0" algn="l" defTabSz="914400" rtl="0" eaLnBrk="1" fontAlgn="auto" latinLnBrk="0" hangingPunct="1">
              <a:lnSpc>
                <a:spcPct val="100000"/>
              </a:lnSpc>
              <a:spcBef>
                <a:spcPts val="600"/>
              </a:spcBef>
              <a:spcAft>
                <a:spcPts val="300"/>
              </a:spcAft>
              <a:buClrTx/>
              <a:buSzTx/>
              <a:buFont typeface="Arial" panose="020B0604020202020204" pitchFamily="34" charset="0"/>
              <a:buNone/>
              <a:tabLst/>
              <a:defRPr/>
            </a:pPr>
            <a:r>
              <a:rPr lang="en-US" dirty="0"/>
              <a:t>You can use this field to enter text, a table, a diagram or </a:t>
            </a:r>
            <a:r>
              <a:rPr lang="en-US" dirty="0" err="1"/>
              <a:t>SmartArts</a:t>
            </a:r>
            <a:r>
              <a:rPr lang="en-US" dirty="0"/>
              <a:t>. Use the buttons “Increase List Level” for copytext or bullet levels. Use the icons below to create visual content.</a:t>
            </a:r>
          </a:p>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18"/>
          <p:cNvSpPr>
            <a:spLocks noGrp="1"/>
          </p:cNvSpPr>
          <p:nvPr>
            <p:ph sz="quarter" idx="20" hasCustomPrompt="1"/>
          </p:nvPr>
        </p:nvSpPr>
        <p:spPr bwMode="gray">
          <a:xfrm>
            <a:off x="8112000" y="1484313"/>
            <a:ext cx="3456000" cy="4608512"/>
          </a:xfrm>
        </p:spPr>
        <p:txBody>
          <a:bodyPr/>
          <a:lstStyle>
            <a:lvl1pPr marL="0" marR="0" indent="0" algn="l" defTabSz="914400" rtl="0" eaLnBrk="1" fontAlgn="auto" latinLnBrk="0" hangingPunct="1">
              <a:lnSpc>
                <a:spcPct val="105000"/>
              </a:lnSpc>
              <a:spcBef>
                <a:spcPts val="600"/>
              </a:spcBef>
              <a:spcAft>
                <a:spcPts val="300"/>
              </a:spcAft>
              <a:buClrTx/>
              <a:buSzTx/>
              <a:buFont typeface="Arial" panose="020B0604020202020204" pitchFamily="34" charset="0"/>
              <a:buNone/>
              <a:tabLst/>
              <a:defRPr/>
            </a:lvl1pPr>
            <a:lvl2pPr>
              <a:lnSpc>
                <a:spcPct val="105000"/>
              </a:lnSpc>
              <a:defRPr/>
            </a:lvl2pPr>
            <a:lvl3pPr>
              <a:lnSpc>
                <a:spcPct val="105000"/>
              </a:lnSpc>
              <a:defRPr/>
            </a:lvl3pPr>
            <a:lvl4pPr>
              <a:lnSpc>
                <a:spcPct val="105000"/>
              </a:lnSpc>
              <a:defRPr/>
            </a:lvl4pPr>
            <a:lvl5pPr>
              <a:lnSpc>
                <a:spcPct val="105000"/>
              </a:lnSpc>
              <a:defRPr/>
            </a:lvl5pPr>
          </a:lstStyle>
          <a:p>
            <a:pPr marL="0" marR="0" lvl="0" indent="0" algn="l" defTabSz="914400" rtl="0" eaLnBrk="1" fontAlgn="auto" latinLnBrk="0" hangingPunct="1">
              <a:lnSpc>
                <a:spcPct val="100000"/>
              </a:lnSpc>
              <a:spcBef>
                <a:spcPts val="600"/>
              </a:spcBef>
              <a:spcAft>
                <a:spcPts val="300"/>
              </a:spcAft>
              <a:buClrTx/>
              <a:buSzTx/>
              <a:buFont typeface="Arial" panose="020B0604020202020204" pitchFamily="34" charset="0"/>
              <a:buNone/>
              <a:tabLst/>
              <a:defRPr/>
            </a:pPr>
            <a:r>
              <a:rPr lang="en-US" dirty="0"/>
              <a:t>You can use this field to enter text, a table, a diagram or </a:t>
            </a:r>
            <a:r>
              <a:rPr lang="en-US" dirty="0" err="1"/>
              <a:t>SmartArts</a:t>
            </a:r>
            <a:r>
              <a:rPr lang="en-US" dirty="0"/>
              <a:t>. Use the buttons “Increase List Level” for copytext or bullet levels. Use the icons below to create visual content.</a:t>
            </a:r>
          </a:p>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7"/>
          <p:cNvSpPr>
            <a:spLocks noGrp="1"/>
          </p:cNvSpPr>
          <p:nvPr>
            <p:ph type="body" sz="quarter" idx="13" hasCustomPrompt="1"/>
          </p:nvPr>
        </p:nvSpPr>
        <p:spPr bwMode="gray">
          <a:xfrm>
            <a:off x="623888" y="332656"/>
            <a:ext cx="10944225" cy="398144"/>
          </a:xfrm>
          <a:prstGeom prst="rect">
            <a:avLst/>
          </a:prstGeom>
        </p:spPr>
        <p:txBody>
          <a:bodyPr tIns="18000" anchor="t">
            <a:noAutofit/>
          </a:bodyPr>
          <a:lstStyle>
            <a:lvl1pPr marL="0" indent="0">
              <a:lnSpc>
                <a:spcPct val="100000"/>
              </a:lnSpc>
              <a:spcBef>
                <a:spcPts val="0"/>
              </a:spcBef>
              <a:spcAft>
                <a:spcPts val="0"/>
              </a:spcAft>
              <a:buFont typeface="Arial" panose="020B0604020202020204" pitchFamily="34" charset="0"/>
              <a:buNone/>
              <a:defRPr sz="2200" b="0" baseline="0">
                <a:solidFill>
                  <a:schemeClr val="accent1"/>
                </a:solidFill>
              </a:defRPr>
            </a:lvl1pPr>
            <a:lvl2pPr marL="0" indent="0">
              <a:lnSpc>
                <a:spcPct val="100000"/>
              </a:lnSpc>
              <a:spcBef>
                <a:spcPts val="0"/>
              </a:spcBef>
              <a:spcAft>
                <a:spcPts val="0"/>
              </a:spcAft>
              <a:buFont typeface="Arial" panose="020B0604020202020204" pitchFamily="34" charset="0"/>
              <a:buNone/>
              <a:defRPr sz="2200" b="0">
                <a:solidFill>
                  <a:schemeClr val="accent1"/>
                </a:solidFill>
              </a:defRPr>
            </a:lvl2pPr>
            <a:lvl3pPr marL="0" indent="0">
              <a:lnSpc>
                <a:spcPct val="100000"/>
              </a:lnSpc>
              <a:spcBef>
                <a:spcPts val="0"/>
              </a:spcBef>
              <a:spcAft>
                <a:spcPts val="0"/>
              </a:spcAft>
              <a:buNone/>
              <a:defRPr sz="2200" b="0">
                <a:solidFill>
                  <a:schemeClr val="accent1"/>
                </a:solidFill>
              </a:defRPr>
            </a:lvl3pPr>
            <a:lvl4pPr marL="0" indent="0">
              <a:lnSpc>
                <a:spcPct val="100000"/>
              </a:lnSpc>
              <a:spcBef>
                <a:spcPts val="0"/>
              </a:spcBef>
              <a:spcAft>
                <a:spcPts val="0"/>
              </a:spcAft>
              <a:buNone/>
              <a:defRPr sz="2200" b="0">
                <a:solidFill>
                  <a:schemeClr val="accent1"/>
                </a:solidFill>
              </a:defRPr>
            </a:lvl4pPr>
            <a:lvl5pPr marL="0" indent="0">
              <a:lnSpc>
                <a:spcPct val="100000"/>
              </a:lnSpc>
              <a:spcBef>
                <a:spcPts val="0"/>
              </a:spcBef>
              <a:spcAft>
                <a:spcPts val="0"/>
              </a:spcAft>
              <a:buNone/>
              <a:defRPr sz="2200" b="0">
                <a:solidFill>
                  <a:schemeClr val="accent1"/>
                </a:solidFill>
              </a:defRPr>
            </a:lvl5pPr>
            <a:lvl6pPr marL="0" indent="0">
              <a:lnSpc>
                <a:spcPct val="100000"/>
              </a:lnSpc>
              <a:spcBef>
                <a:spcPts val="0"/>
              </a:spcBef>
              <a:spcAft>
                <a:spcPts val="0"/>
              </a:spcAft>
              <a:buNone/>
              <a:defRPr sz="2200" b="0">
                <a:solidFill>
                  <a:schemeClr val="accent1"/>
                </a:solidFill>
              </a:defRPr>
            </a:lvl6pPr>
            <a:lvl7pPr marL="0" indent="0">
              <a:lnSpc>
                <a:spcPct val="100000"/>
              </a:lnSpc>
              <a:spcBef>
                <a:spcPts val="0"/>
              </a:spcBef>
              <a:spcAft>
                <a:spcPts val="0"/>
              </a:spcAft>
              <a:buNone/>
              <a:defRPr sz="2200" b="0">
                <a:solidFill>
                  <a:schemeClr val="accent1"/>
                </a:solidFill>
              </a:defRPr>
            </a:lvl7pPr>
            <a:lvl8pPr marL="0" indent="0">
              <a:lnSpc>
                <a:spcPct val="100000"/>
              </a:lnSpc>
              <a:spcBef>
                <a:spcPts val="0"/>
              </a:spcBef>
              <a:spcAft>
                <a:spcPts val="0"/>
              </a:spcAft>
              <a:buNone/>
              <a:defRPr sz="2200" b="0">
                <a:solidFill>
                  <a:schemeClr val="accent1"/>
                </a:solidFill>
              </a:defRPr>
            </a:lvl8pPr>
            <a:lvl9pPr marL="0" indent="0">
              <a:lnSpc>
                <a:spcPct val="100000"/>
              </a:lnSpc>
              <a:spcBef>
                <a:spcPts val="0"/>
              </a:spcBef>
              <a:spcAft>
                <a:spcPts val="0"/>
              </a:spcAft>
              <a:buNone/>
              <a:defRPr sz="2200" b="0">
                <a:solidFill>
                  <a:schemeClr val="accent1"/>
                </a:solidFill>
              </a:defRPr>
            </a:lvl9pPr>
          </a:lstStyle>
          <a:p>
            <a:pPr lvl="0"/>
            <a:r>
              <a:rPr lang="en-US" noProof="0" dirty="0"/>
              <a:t> </a:t>
            </a:r>
          </a:p>
        </p:txBody>
      </p:sp>
      <p:sp>
        <p:nvSpPr>
          <p:cNvPr id="4" name="Title 3"/>
          <p:cNvSpPr>
            <a:spLocks noGrp="1"/>
          </p:cNvSpPr>
          <p:nvPr>
            <p:ph type="title" hasCustomPrompt="1"/>
          </p:nvPr>
        </p:nvSpPr>
        <p:spPr bwMode="gray">
          <a:xfrm>
            <a:off x="623888" y="730801"/>
            <a:ext cx="10944225" cy="325952"/>
          </a:xfrm>
        </p:spPr>
        <p:txBody>
          <a:bodyPr/>
          <a:lstStyle/>
          <a:p>
            <a:r>
              <a:rPr lang="en-US" dirty="0"/>
              <a:t>Insert slide title here (max. 2 lines | max. 1 line with Action Title)</a:t>
            </a:r>
          </a:p>
        </p:txBody>
      </p:sp>
      <p:sp>
        <p:nvSpPr>
          <p:cNvPr id="2" name="Fußzeilenplatzhalter 1">
            <a:extLst>
              <a:ext uri="{FF2B5EF4-FFF2-40B4-BE49-F238E27FC236}">
                <a16:creationId xmlns:a16="http://schemas.microsoft.com/office/drawing/2014/main" id="{D1328EC7-157B-409E-AF0F-00B8B6EE2D12}"/>
              </a:ext>
            </a:extLst>
          </p:cNvPr>
          <p:cNvSpPr>
            <a:spLocks noGrp="1"/>
          </p:cNvSpPr>
          <p:nvPr>
            <p:ph type="ftr" sz="quarter" idx="21"/>
          </p:nvPr>
        </p:nvSpPr>
        <p:spPr bwMode="gray"/>
        <p:txBody>
          <a:bodyPr/>
          <a:lstStyle/>
          <a:p>
            <a:r>
              <a:rPr lang="en-US" dirty="0"/>
              <a:t>Title of Presentation | DD.MM.YYYY</a:t>
            </a:r>
          </a:p>
        </p:txBody>
      </p:sp>
      <p:sp>
        <p:nvSpPr>
          <p:cNvPr id="3" name="Foliennummernplatzhalter 2">
            <a:extLst>
              <a:ext uri="{FF2B5EF4-FFF2-40B4-BE49-F238E27FC236}">
                <a16:creationId xmlns:a16="http://schemas.microsoft.com/office/drawing/2014/main" id="{82B2B86B-BA50-4AE8-98E0-0C5519E10E56}"/>
              </a:ext>
            </a:extLst>
          </p:cNvPr>
          <p:cNvSpPr>
            <a:spLocks noGrp="1"/>
          </p:cNvSpPr>
          <p:nvPr>
            <p:ph type="sldNum" sz="quarter" idx="22"/>
          </p:nvPr>
        </p:nvSpPr>
        <p:spPr bwMode="gray"/>
        <p:txBody>
          <a:bodyPr/>
          <a:lstStyle/>
          <a:p>
            <a:fld id="{FD5E7EB4-4CDF-47BB-AF16-07782904B863}" type="slidenum">
              <a:rPr lang="en-US" smtClean="0"/>
              <a:pPr/>
              <a:t>‹#›</a:t>
            </a:fld>
            <a:endParaRPr lang="en-US" dirty="0"/>
          </a:p>
        </p:txBody>
      </p:sp>
    </p:spTree>
    <p:extLst>
      <p:ext uri="{BB962C8B-B14F-4D97-AF65-F5344CB8AC3E}">
        <p14:creationId xmlns:p14="http://schemas.microsoft.com/office/powerpoint/2010/main" val="2076514224"/>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9" name="Text Placeholder 7"/>
          <p:cNvSpPr>
            <a:spLocks noGrp="1"/>
          </p:cNvSpPr>
          <p:nvPr>
            <p:ph type="body" sz="quarter" idx="13" hasCustomPrompt="1"/>
          </p:nvPr>
        </p:nvSpPr>
        <p:spPr bwMode="gray">
          <a:xfrm>
            <a:off x="623888" y="332656"/>
            <a:ext cx="10944225" cy="398144"/>
          </a:xfrm>
          <a:prstGeom prst="rect">
            <a:avLst/>
          </a:prstGeom>
        </p:spPr>
        <p:txBody>
          <a:bodyPr tIns="18000" anchor="t">
            <a:noAutofit/>
          </a:bodyPr>
          <a:lstStyle>
            <a:lvl1pPr marL="0" indent="0">
              <a:lnSpc>
                <a:spcPct val="100000"/>
              </a:lnSpc>
              <a:spcBef>
                <a:spcPts val="0"/>
              </a:spcBef>
              <a:spcAft>
                <a:spcPts val="0"/>
              </a:spcAft>
              <a:buFont typeface="Arial" panose="020B0604020202020204" pitchFamily="34" charset="0"/>
              <a:buNone/>
              <a:defRPr sz="2200" b="0" baseline="0">
                <a:solidFill>
                  <a:schemeClr val="accent1"/>
                </a:solidFill>
              </a:defRPr>
            </a:lvl1pPr>
            <a:lvl2pPr marL="0" indent="0">
              <a:lnSpc>
                <a:spcPct val="100000"/>
              </a:lnSpc>
              <a:spcBef>
                <a:spcPts val="0"/>
              </a:spcBef>
              <a:spcAft>
                <a:spcPts val="0"/>
              </a:spcAft>
              <a:buFont typeface="Arial" panose="020B0604020202020204" pitchFamily="34" charset="0"/>
              <a:buNone/>
              <a:defRPr sz="2200" b="0">
                <a:solidFill>
                  <a:schemeClr val="accent1"/>
                </a:solidFill>
              </a:defRPr>
            </a:lvl2pPr>
            <a:lvl3pPr marL="0" indent="0">
              <a:lnSpc>
                <a:spcPct val="100000"/>
              </a:lnSpc>
              <a:spcBef>
                <a:spcPts val="0"/>
              </a:spcBef>
              <a:spcAft>
                <a:spcPts val="0"/>
              </a:spcAft>
              <a:buNone/>
              <a:defRPr sz="2200" b="0">
                <a:solidFill>
                  <a:schemeClr val="accent1"/>
                </a:solidFill>
              </a:defRPr>
            </a:lvl3pPr>
            <a:lvl4pPr marL="0" indent="0">
              <a:lnSpc>
                <a:spcPct val="100000"/>
              </a:lnSpc>
              <a:spcBef>
                <a:spcPts val="0"/>
              </a:spcBef>
              <a:spcAft>
                <a:spcPts val="0"/>
              </a:spcAft>
              <a:buNone/>
              <a:defRPr sz="2200" b="0">
                <a:solidFill>
                  <a:schemeClr val="accent1"/>
                </a:solidFill>
              </a:defRPr>
            </a:lvl4pPr>
            <a:lvl5pPr marL="0" indent="0">
              <a:lnSpc>
                <a:spcPct val="100000"/>
              </a:lnSpc>
              <a:spcBef>
                <a:spcPts val="0"/>
              </a:spcBef>
              <a:spcAft>
                <a:spcPts val="0"/>
              </a:spcAft>
              <a:buNone/>
              <a:defRPr sz="2200" b="0">
                <a:solidFill>
                  <a:schemeClr val="accent1"/>
                </a:solidFill>
              </a:defRPr>
            </a:lvl5pPr>
            <a:lvl6pPr marL="0" indent="0">
              <a:lnSpc>
                <a:spcPct val="100000"/>
              </a:lnSpc>
              <a:spcBef>
                <a:spcPts val="0"/>
              </a:spcBef>
              <a:spcAft>
                <a:spcPts val="0"/>
              </a:spcAft>
              <a:buNone/>
              <a:defRPr sz="2200" b="0">
                <a:solidFill>
                  <a:schemeClr val="accent1"/>
                </a:solidFill>
              </a:defRPr>
            </a:lvl6pPr>
            <a:lvl7pPr marL="0" indent="0">
              <a:lnSpc>
                <a:spcPct val="100000"/>
              </a:lnSpc>
              <a:spcBef>
                <a:spcPts val="0"/>
              </a:spcBef>
              <a:spcAft>
                <a:spcPts val="0"/>
              </a:spcAft>
              <a:buNone/>
              <a:defRPr sz="2200" b="0">
                <a:solidFill>
                  <a:schemeClr val="accent1"/>
                </a:solidFill>
              </a:defRPr>
            </a:lvl7pPr>
            <a:lvl8pPr marL="0" indent="0">
              <a:lnSpc>
                <a:spcPct val="100000"/>
              </a:lnSpc>
              <a:spcBef>
                <a:spcPts val="0"/>
              </a:spcBef>
              <a:spcAft>
                <a:spcPts val="0"/>
              </a:spcAft>
              <a:buNone/>
              <a:defRPr sz="2200" b="0">
                <a:solidFill>
                  <a:schemeClr val="accent1"/>
                </a:solidFill>
              </a:defRPr>
            </a:lvl8pPr>
            <a:lvl9pPr marL="0" indent="0">
              <a:lnSpc>
                <a:spcPct val="100000"/>
              </a:lnSpc>
              <a:spcBef>
                <a:spcPts val="0"/>
              </a:spcBef>
              <a:spcAft>
                <a:spcPts val="0"/>
              </a:spcAft>
              <a:buNone/>
              <a:defRPr sz="2200" b="0">
                <a:solidFill>
                  <a:schemeClr val="accent1"/>
                </a:solidFill>
              </a:defRPr>
            </a:lvl9pPr>
          </a:lstStyle>
          <a:p>
            <a:pPr lvl="0"/>
            <a:r>
              <a:rPr lang="en-US" noProof="0" dirty="0"/>
              <a:t> </a:t>
            </a:r>
          </a:p>
        </p:txBody>
      </p:sp>
      <p:sp>
        <p:nvSpPr>
          <p:cNvPr id="5" name="Title 4"/>
          <p:cNvSpPr>
            <a:spLocks noGrp="1"/>
          </p:cNvSpPr>
          <p:nvPr>
            <p:ph type="title" hasCustomPrompt="1"/>
          </p:nvPr>
        </p:nvSpPr>
        <p:spPr bwMode="gray">
          <a:xfrm>
            <a:off x="623888" y="730800"/>
            <a:ext cx="10944225" cy="325952"/>
          </a:xfrm>
        </p:spPr>
        <p:txBody>
          <a:bodyPr/>
          <a:lstStyle>
            <a:lvl1pPr>
              <a:defRPr/>
            </a:lvl1pPr>
          </a:lstStyle>
          <a:p>
            <a:r>
              <a:rPr lang="en-US" dirty="0"/>
              <a:t>Insert slide title here (max. 2 lines | max. 1 line with Action Title)</a:t>
            </a:r>
          </a:p>
        </p:txBody>
      </p:sp>
      <p:sp>
        <p:nvSpPr>
          <p:cNvPr id="2" name="Fußzeilenplatzhalter 1">
            <a:extLst>
              <a:ext uri="{FF2B5EF4-FFF2-40B4-BE49-F238E27FC236}">
                <a16:creationId xmlns:a16="http://schemas.microsoft.com/office/drawing/2014/main" id="{DC1A3A0B-4241-4AC5-A07E-A9AC7CC4A1B1}"/>
              </a:ext>
            </a:extLst>
          </p:cNvPr>
          <p:cNvSpPr>
            <a:spLocks noGrp="1"/>
          </p:cNvSpPr>
          <p:nvPr>
            <p:ph type="ftr" sz="quarter" idx="14"/>
          </p:nvPr>
        </p:nvSpPr>
        <p:spPr bwMode="gray"/>
        <p:txBody>
          <a:bodyPr/>
          <a:lstStyle/>
          <a:p>
            <a:r>
              <a:rPr lang="en-US" dirty="0"/>
              <a:t>Title of Presentation | DD.MM.YYYY</a:t>
            </a:r>
          </a:p>
        </p:txBody>
      </p:sp>
      <p:sp>
        <p:nvSpPr>
          <p:cNvPr id="3" name="Foliennummernplatzhalter 2">
            <a:extLst>
              <a:ext uri="{FF2B5EF4-FFF2-40B4-BE49-F238E27FC236}">
                <a16:creationId xmlns:a16="http://schemas.microsoft.com/office/drawing/2014/main" id="{96E51C11-1DC2-48EC-9664-E7966335E18F}"/>
              </a:ext>
            </a:extLst>
          </p:cNvPr>
          <p:cNvSpPr>
            <a:spLocks noGrp="1"/>
          </p:cNvSpPr>
          <p:nvPr>
            <p:ph type="sldNum" sz="quarter" idx="15"/>
          </p:nvPr>
        </p:nvSpPr>
        <p:spPr bwMode="gray"/>
        <p:txBody>
          <a:bodyPr/>
          <a:lstStyle/>
          <a:p>
            <a:fld id="{FD5E7EB4-4CDF-47BB-AF16-07782904B863}" type="slidenum">
              <a:rPr lang="en-US" smtClean="0"/>
              <a:pPr/>
              <a:t>‹#›</a:t>
            </a:fld>
            <a:endParaRPr lang="en-US" dirty="0"/>
          </a:p>
        </p:txBody>
      </p:sp>
    </p:spTree>
    <p:extLst>
      <p:ext uri="{BB962C8B-B14F-4D97-AF65-F5344CB8AC3E}">
        <p14:creationId xmlns:p14="http://schemas.microsoft.com/office/powerpoint/2010/main" val="298090515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Fußzeilenplatzhalter 3">
            <a:extLst>
              <a:ext uri="{FF2B5EF4-FFF2-40B4-BE49-F238E27FC236}">
                <a16:creationId xmlns:a16="http://schemas.microsoft.com/office/drawing/2014/main" id="{BF546BFA-11FA-4A75-AF85-C913ED1414AA}"/>
              </a:ext>
            </a:extLst>
          </p:cNvPr>
          <p:cNvSpPr>
            <a:spLocks noGrp="1"/>
          </p:cNvSpPr>
          <p:nvPr>
            <p:ph type="ftr" sz="quarter" idx="10"/>
          </p:nvPr>
        </p:nvSpPr>
        <p:spPr bwMode="gray"/>
        <p:txBody>
          <a:bodyPr/>
          <a:lstStyle/>
          <a:p>
            <a:r>
              <a:rPr lang="en-US" dirty="0"/>
              <a:t>Chart library synthetic cells</a:t>
            </a:r>
          </a:p>
        </p:txBody>
      </p:sp>
      <p:sp>
        <p:nvSpPr>
          <p:cNvPr id="5" name="Foliennummernplatzhalter 4">
            <a:extLst>
              <a:ext uri="{FF2B5EF4-FFF2-40B4-BE49-F238E27FC236}">
                <a16:creationId xmlns:a16="http://schemas.microsoft.com/office/drawing/2014/main" id="{0FA602A5-B6D5-4348-9CDC-85CBF065303A}"/>
              </a:ext>
            </a:extLst>
          </p:cNvPr>
          <p:cNvSpPr>
            <a:spLocks noGrp="1"/>
          </p:cNvSpPr>
          <p:nvPr>
            <p:ph type="sldNum" sz="quarter" idx="11"/>
          </p:nvPr>
        </p:nvSpPr>
        <p:spPr bwMode="gray"/>
        <p:txBody>
          <a:bodyPr/>
          <a:lstStyle/>
          <a:p>
            <a:fld id="{FD5E7EB4-4CDF-47BB-AF16-07782904B863}" type="slidenum">
              <a:rPr lang="en-US" smtClean="0"/>
              <a:pPr/>
              <a:t>‹#›</a:t>
            </a:fld>
            <a:endParaRPr lang="en-US" dirty="0"/>
          </a:p>
        </p:txBody>
      </p:sp>
    </p:spTree>
    <p:extLst>
      <p:ext uri="{BB962C8B-B14F-4D97-AF65-F5344CB8AC3E}">
        <p14:creationId xmlns:p14="http://schemas.microsoft.com/office/powerpoint/2010/main" val="2301968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16" name="Rechteck 15">
            <a:extLst>
              <a:ext uri="{FF2B5EF4-FFF2-40B4-BE49-F238E27FC236}">
                <a16:creationId xmlns:a16="http://schemas.microsoft.com/office/drawing/2014/main" id="{3B048F8F-2117-4CA9-9663-771E19A8BE2D}"/>
              </a:ext>
            </a:extLst>
          </p:cNvPr>
          <p:cNvSpPr/>
          <p:nvPr userDrawn="1"/>
        </p:nvSpPr>
        <p:spPr bwMode="gray">
          <a:xfrm>
            <a:off x="0" y="0"/>
            <a:ext cx="12192000" cy="6858000"/>
          </a:xfrm>
          <a:prstGeom prst="rect">
            <a:avLst/>
          </a:prstGeom>
          <a:solidFill>
            <a:schemeClr val="bg2"/>
          </a:solid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
        <p:nvSpPr>
          <p:cNvPr id="36" name="Freihandform: Form 35">
            <a:extLst>
              <a:ext uri="{FF2B5EF4-FFF2-40B4-BE49-F238E27FC236}">
                <a16:creationId xmlns:a16="http://schemas.microsoft.com/office/drawing/2014/main" id="{7680D41B-3894-4B0F-B7F1-B898A63192D3}"/>
              </a:ext>
            </a:extLst>
          </p:cNvPr>
          <p:cNvSpPr/>
          <p:nvPr userDrawn="1"/>
        </p:nvSpPr>
        <p:spPr bwMode="gray">
          <a:xfrm>
            <a:off x="68894" y="0"/>
            <a:ext cx="12123107" cy="6858000"/>
          </a:xfrm>
          <a:custGeom>
            <a:avLst/>
            <a:gdLst>
              <a:gd name="connsiteX0" fmla="*/ 4746749 w 12123107"/>
              <a:gd name="connsiteY0" fmla="*/ 0 h 6858000"/>
              <a:gd name="connsiteX1" fmla="*/ 11630128 w 12123107"/>
              <a:gd name="connsiteY1" fmla="*/ 0 h 6858000"/>
              <a:gd name="connsiteX2" fmla="*/ 11636186 w 12123107"/>
              <a:gd name="connsiteY2" fmla="*/ 147212 h 6858000"/>
              <a:gd name="connsiteX3" fmla="*/ 11616919 w 12123107"/>
              <a:gd name="connsiteY3" fmla="*/ 550881 h 6858000"/>
              <a:gd name="connsiteX4" fmla="*/ 11608319 w 12123107"/>
              <a:gd name="connsiteY4" fmla="*/ 613622 h 6858000"/>
              <a:gd name="connsiteX5" fmla="*/ 11597823 w 12123107"/>
              <a:gd name="connsiteY5" fmla="*/ 694750 h 6858000"/>
              <a:gd name="connsiteX6" fmla="*/ 11578904 w 12123107"/>
              <a:gd name="connsiteY6" fmla="*/ 817481 h 6858000"/>
              <a:gd name="connsiteX7" fmla="*/ 11572496 w 12123107"/>
              <a:gd name="connsiteY7" fmla="*/ 851600 h 6858000"/>
              <a:gd name="connsiteX8" fmla="*/ 11566520 w 12123107"/>
              <a:gd name="connsiteY8" fmla="*/ 882580 h 6858000"/>
              <a:gd name="connsiteX9" fmla="*/ 11337480 w 12123107"/>
              <a:gd name="connsiteY9" fmla="*/ 1595515 h 6858000"/>
              <a:gd name="connsiteX10" fmla="*/ 11206426 w 12123107"/>
              <a:gd name="connsiteY10" fmla="*/ 1858575 h 6858000"/>
              <a:gd name="connsiteX11" fmla="*/ 11181841 w 12123107"/>
              <a:gd name="connsiteY11" fmla="*/ 1902617 h 6858000"/>
              <a:gd name="connsiteX12" fmla="*/ 11165079 w 12123107"/>
              <a:gd name="connsiteY12" fmla="*/ 1933171 h 6858000"/>
              <a:gd name="connsiteX13" fmla="*/ 11153002 w 12123107"/>
              <a:gd name="connsiteY13" fmla="*/ 1953625 h 6858000"/>
              <a:gd name="connsiteX14" fmla="*/ 11291344 w 12123107"/>
              <a:gd name="connsiteY14" fmla="*/ 2986746 h 6858000"/>
              <a:gd name="connsiteX15" fmla="*/ 11295640 w 12123107"/>
              <a:gd name="connsiteY15" fmla="*/ 2993620 h 6858000"/>
              <a:gd name="connsiteX16" fmla="*/ 12044691 w 12123107"/>
              <a:gd name="connsiteY16" fmla="*/ 3166638 h 6858000"/>
              <a:gd name="connsiteX17" fmla="*/ 12123107 w 12123107"/>
              <a:gd name="connsiteY17" fmla="*/ 3131471 h 6858000"/>
              <a:gd name="connsiteX18" fmla="*/ 12123107 w 12123107"/>
              <a:gd name="connsiteY18" fmla="*/ 6858000 h 6858000"/>
              <a:gd name="connsiteX19" fmla="*/ 10982860 w 12123107"/>
              <a:gd name="connsiteY19" fmla="*/ 6858000 h 6858000"/>
              <a:gd name="connsiteX20" fmla="*/ 10887997 w 12123107"/>
              <a:gd name="connsiteY20" fmla="*/ 6641613 h 6858000"/>
              <a:gd name="connsiteX21" fmla="*/ 11071357 w 12123107"/>
              <a:gd name="connsiteY21" fmla="*/ 4196912 h 6858000"/>
              <a:gd name="connsiteX22" fmla="*/ 11083908 w 12123107"/>
              <a:gd name="connsiteY22" fmla="*/ 4175684 h 6858000"/>
              <a:gd name="connsiteX23" fmla="*/ 10966347 w 12123107"/>
              <a:gd name="connsiteY23" fmla="*/ 3318884 h 6858000"/>
              <a:gd name="connsiteX24" fmla="*/ 10962052 w 12123107"/>
              <a:gd name="connsiteY24" fmla="*/ 3312010 h 6858000"/>
              <a:gd name="connsiteX25" fmla="*/ 10333224 w 12123107"/>
              <a:gd name="connsiteY25" fmla="*/ 3058188 h 6858000"/>
              <a:gd name="connsiteX26" fmla="*/ 9930425 w 12123107"/>
              <a:gd name="connsiteY26" fmla="*/ 3167378 h 6858000"/>
              <a:gd name="connsiteX27" fmla="*/ 9910484 w 12123107"/>
              <a:gd name="connsiteY27" fmla="*/ 3179838 h 6858000"/>
              <a:gd name="connsiteX28" fmla="*/ 8920181 w 12123107"/>
              <a:gd name="connsiteY28" fmla="*/ 3559603 h 6858000"/>
              <a:gd name="connsiteX29" fmla="*/ 8917775 w 12123107"/>
              <a:gd name="connsiteY29" fmla="*/ 3561107 h 6858000"/>
              <a:gd name="connsiteX30" fmla="*/ 8857095 w 12123107"/>
              <a:gd name="connsiteY30" fmla="*/ 3574163 h 6858000"/>
              <a:gd name="connsiteX31" fmla="*/ 8514340 w 12123107"/>
              <a:gd name="connsiteY31" fmla="*/ 3623884 h 6858000"/>
              <a:gd name="connsiteX32" fmla="*/ 8485809 w 12123107"/>
              <a:gd name="connsiteY32" fmla="*/ 3626417 h 6858000"/>
              <a:gd name="connsiteX33" fmla="*/ 8379623 w 12123107"/>
              <a:gd name="connsiteY33" fmla="*/ 3633970 h 6858000"/>
              <a:gd name="connsiteX34" fmla="*/ 8352461 w 12123107"/>
              <a:gd name="connsiteY34" fmla="*/ 3635640 h 6858000"/>
              <a:gd name="connsiteX35" fmla="*/ 8224791 w 12123107"/>
              <a:gd name="connsiteY35" fmla="*/ 3639408 h 6858000"/>
              <a:gd name="connsiteX36" fmla="*/ 8200384 w 12123107"/>
              <a:gd name="connsiteY36" fmla="*/ 3639365 h 6858000"/>
              <a:gd name="connsiteX37" fmla="*/ 8089729 w 12123107"/>
              <a:gd name="connsiteY37" fmla="*/ 3638231 h 6858000"/>
              <a:gd name="connsiteX38" fmla="*/ 8075118 w 12123107"/>
              <a:gd name="connsiteY38" fmla="*/ 3637803 h 6858000"/>
              <a:gd name="connsiteX39" fmla="*/ 8051397 w 12123107"/>
              <a:gd name="connsiteY39" fmla="*/ 3637329 h 6858000"/>
              <a:gd name="connsiteX40" fmla="*/ 7209623 w 12123107"/>
              <a:gd name="connsiteY40" fmla="*/ 4251741 h 6858000"/>
              <a:gd name="connsiteX41" fmla="*/ 7206142 w 12123107"/>
              <a:gd name="connsiteY41" fmla="*/ 4262997 h 6858000"/>
              <a:gd name="connsiteX42" fmla="*/ 7431589 w 12123107"/>
              <a:gd name="connsiteY42" fmla="*/ 4909930 h 6858000"/>
              <a:gd name="connsiteX43" fmla="*/ 7468198 w 12123107"/>
              <a:gd name="connsiteY43" fmla="*/ 4934858 h 6858000"/>
              <a:gd name="connsiteX44" fmla="*/ 7476363 w 12123107"/>
              <a:gd name="connsiteY44" fmla="*/ 4940278 h 6858000"/>
              <a:gd name="connsiteX45" fmla="*/ 7567500 w 12123107"/>
              <a:gd name="connsiteY45" fmla="*/ 5004271 h 6858000"/>
              <a:gd name="connsiteX46" fmla="*/ 7589714 w 12123107"/>
              <a:gd name="connsiteY46" fmla="*/ 5021463 h 6858000"/>
              <a:gd name="connsiteX47" fmla="*/ 7663924 w 12123107"/>
              <a:gd name="connsiteY47" fmla="*/ 5079787 h 6858000"/>
              <a:gd name="connsiteX48" fmla="*/ 7686523 w 12123107"/>
              <a:gd name="connsiteY48" fmla="*/ 5099126 h 6858000"/>
              <a:gd name="connsiteX49" fmla="*/ 7755489 w 12123107"/>
              <a:gd name="connsiteY49" fmla="*/ 5159769 h 6858000"/>
              <a:gd name="connsiteX50" fmla="*/ 7777273 w 12123107"/>
              <a:gd name="connsiteY50" fmla="*/ 5180096 h 6858000"/>
              <a:gd name="connsiteX51" fmla="*/ 7843184 w 12123107"/>
              <a:gd name="connsiteY51" fmla="*/ 5245035 h 6858000"/>
              <a:gd name="connsiteX52" fmla="*/ 7852037 w 12123107"/>
              <a:gd name="connsiteY52" fmla="*/ 5253847 h 6858000"/>
              <a:gd name="connsiteX53" fmla="*/ 7871457 w 12123107"/>
              <a:gd name="connsiteY53" fmla="*/ 5274216 h 6858000"/>
              <a:gd name="connsiteX54" fmla="*/ 7918207 w 12123107"/>
              <a:gd name="connsiteY54" fmla="*/ 5325316 h 6858000"/>
              <a:gd name="connsiteX55" fmla="*/ 7955845 w 12123107"/>
              <a:gd name="connsiteY55" fmla="*/ 5368725 h 6858000"/>
              <a:gd name="connsiteX56" fmla="*/ 7988631 w 12123107"/>
              <a:gd name="connsiteY56" fmla="*/ 5408951 h 6858000"/>
              <a:gd name="connsiteX57" fmla="*/ 8015526 w 12123107"/>
              <a:gd name="connsiteY57" fmla="*/ 5442814 h 6858000"/>
              <a:gd name="connsiteX58" fmla="*/ 8046935 w 12123107"/>
              <a:gd name="connsiteY58" fmla="*/ 5483901 h 6858000"/>
              <a:gd name="connsiteX59" fmla="*/ 8092092 w 12123107"/>
              <a:gd name="connsiteY59" fmla="*/ 5546990 h 6858000"/>
              <a:gd name="connsiteX60" fmla="*/ 8117225 w 12123107"/>
              <a:gd name="connsiteY60" fmla="*/ 5587213 h 6858000"/>
              <a:gd name="connsiteX61" fmla="*/ 8143863 w 12123107"/>
              <a:gd name="connsiteY61" fmla="*/ 5629844 h 6858000"/>
              <a:gd name="connsiteX62" fmla="*/ 8167066 w 12123107"/>
              <a:gd name="connsiteY62" fmla="*/ 5666978 h 6858000"/>
              <a:gd name="connsiteX63" fmla="*/ 8209211 w 12123107"/>
              <a:gd name="connsiteY63" fmla="*/ 5740550 h 6858000"/>
              <a:gd name="connsiteX64" fmla="*/ 8226269 w 12123107"/>
              <a:gd name="connsiteY64" fmla="*/ 5772439 h 6858000"/>
              <a:gd name="connsiteX65" fmla="*/ 8256170 w 12123107"/>
              <a:gd name="connsiteY65" fmla="*/ 5830239 h 6858000"/>
              <a:gd name="connsiteX66" fmla="*/ 8270393 w 12123107"/>
              <a:gd name="connsiteY66" fmla="*/ 5859119 h 6858000"/>
              <a:gd name="connsiteX67" fmla="*/ 8309187 w 12123107"/>
              <a:gd name="connsiteY67" fmla="*/ 5943394 h 6858000"/>
              <a:gd name="connsiteX68" fmla="*/ 8317050 w 12123107"/>
              <a:gd name="connsiteY68" fmla="*/ 5962860 h 6858000"/>
              <a:gd name="connsiteX69" fmla="*/ 8347636 w 12123107"/>
              <a:gd name="connsiteY69" fmla="*/ 6039357 h 6858000"/>
              <a:gd name="connsiteX70" fmla="*/ 8354940 w 12123107"/>
              <a:gd name="connsiteY70" fmla="*/ 6058694 h 6858000"/>
              <a:gd name="connsiteX71" fmla="*/ 8388103 w 12123107"/>
              <a:gd name="connsiteY71" fmla="*/ 6154611 h 6858000"/>
              <a:gd name="connsiteX72" fmla="*/ 8390251 w 12123107"/>
              <a:gd name="connsiteY72" fmla="*/ 6158048 h 6858000"/>
              <a:gd name="connsiteX73" fmla="*/ 8418258 w 12123107"/>
              <a:gd name="connsiteY73" fmla="*/ 6253363 h 6858000"/>
              <a:gd name="connsiteX74" fmla="*/ 8421695 w 12123107"/>
              <a:gd name="connsiteY74" fmla="*/ 6266516 h 6858000"/>
              <a:gd name="connsiteX75" fmla="*/ 8465847 w 12123107"/>
              <a:gd name="connsiteY75" fmla="*/ 6470296 h 6858000"/>
              <a:gd name="connsiteX76" fmla="*/ 8468167 w 12123107"/>
              <a:gd name="connsiteY76" fmla="*/ 6483190 h 6858000"/>
              <a:gd name="connsiteX77" fmla="*/ 8492123 w 12123107"/>
              <a:gd name="connsiteY77" fmla="*/ 6689074 h 6858000"/>
              <a:gd name="connsiteX78" fmla="*/ 8493579 w 12123107"/>
              <a:gd name="connsiteY78" fmla="*/ 6708238 h 6858000"/>
              <a:gd name="connsiteX79" fmla="*/ 8496664 w 12123107"/>
              <a:gd name="connsiteY79" fmla="*/ 6801917 h 6858000"/>
              <a:gd name="connsiteX80" fmla="*/ 8496880 w 12123107"/>
              <a:gd name="connsiteY80" fmla="*/ 6809911 h 6858000"/>
              <a:gd name="connsiteX81" fmla="*/ 8496188 w 12123107"/>
              <a:gd name="connsiteY81" fmla="*/ 6858000 h 6858000"/>
              <a:gd name="connsiteX82" fmla="*/ 3899109 w 12123107"/>
              <a:gd name="connsiteY82" fmla="*/ 6858000 h 6858000"/>
              <a:gd name="connsiteX83" fmla="*/ 3899117 w 12123107"/>
              <a:gd name="connsiteY83" fmla="*/ 6789239 h 6858000"/>
              <a:gd name="connsiteX84" fmla="*/ 3899465 w 12123107"/>
              <a:gd name="connsiteY84" fmla="*/ 6762255 h 6858000"/>
              <a:gd name="connsiteX85" fmla="*/ 3906439 w 12123107"/>
              <a:gd name="connsiteY85" fmla="*/ 6647946 h 6858000"/>
              <a:gd name="connsiteX86" fmla="*/ 3906870 w 12123107"/>
              <a:gd name="connsiteY86" fmla="*/ 6640983 h 6858000"/>
              <a:gd name="connsiteX87" fmla="*/ 3910957 w 12123107"/>
              <a:gd name="connsiteY87" fmla="*/ 6597798 h 6858000"/>
              <a:gd name="connsiteX88" fmla="*/ 3550998 w 12123107"/>
              <a:gd name="connsiteY88" fmla="*/ 6030134 h 6858000"/>
              <a:gd name="connsiteX89" fmla="*/ 3536216 w 12123107"/>
              <a:gd name="connsiteY89" fmla="*/ 6024070 h 6858000"/>
              <a:gd name="connsiteX90" fmla="*/ 3050612 w 12123107"/>
              <a:gd name="connsiteY90" fmla="*/ 6142017 h 6858000"/>
              <a:gd name="connsiteX91" fmla="*/ 3039180 w 12123107"/>
              <a:gd name="connsiteY91" fmla="*/ 6155855 h 6858000"/>
              <a:gd name="connsiteX92" fmla="*/ 1611320 w 12123107"/>
              <a:gd name="connsiteY92" fmla="*/ 6766958 h 6858000"/>
              <a:gd name="connsiteX93" fmla="*/ 3563 w 12123107"/>
              <a:gd name="connsiteY93" fmla="*/ 4939668 h 6858000"/>
              <a:gd name="connsiteX94" fmla="*/ 1830671 w 12123107"/>
              <a:gd name="connsiteY94" fmla="*/ 3331926 h 6858000"/>
              <a:gd name="connsiteX95" fmla="*/ 3438463 w 12123107"/>
              <a:gd name="connsiteY95" fmla="*/ 5159195 h 6858000"/>
              <a:gd name="connsiteX96" fmla="*/ 3437601 w 12123107"/>
              <a:gd name="connsiteY96" fmla="*/ 5176941 h 6858000"/>
              <a:gd name="connsiteX97" fmla="*/ 3707079 w 12123107"/>
              <a:gd name="connsiteY97" fmla="*/ 5597504 h 6858000"/>
              <a:gd name="connsiteX98" fmla="*/ 3722204 w 12123107"/>
              <a:gd name="connsiteY98" fmla="*/ 5603348 h 6858000"/>
              <a:gd name="connsiteX99" fmla="*/ 4374460 w 12123107"/>
              <a:gd name="connsiteY99" fmla="*/ 5441501 h 6858000"/>
              <a:gd name="connsiteX100" fmla="*/ 4380778 w 12123107"/>
              <a:gd name="connsiteY100" fmla="*/ 5433253 h 6858000"/>
              <a:gd name="connsiteX101" fmla="*/ 4395263 w 12123107"/>
              <a:gd name="connsiteY101" fmla="*/ 5415117 h 6858000"/>
              <a:gd name="connsiteX102" fmla="*/ 4401107 w 12123107"/>
              <a:gd name="connsiteY102" fmla="*/ 5407642 h 6858000"/>
              <a:gd name="connsiteX103" fmla="*/ 4405663 w 12123107"/>
              <a:gd name="connsiteY103" fmla="*/ 5401924 h 6858000"/>
              <a:gd name="connsiteX104" fmla="*/ 4480961 w 12123107"/>
              <a:gd name="connsiteY104" fmla="*/ 5312808 h 6858000"/>
              <a:gd name="connsiteX105" fmla="*/ 4483368 w 12123107"/>
              <a:gd name="connsiteY105" fmla="*/ 5311304 h 6858000"/>
              <a:gd name="connsiteX106" fmla="*/ 4558965 w 12123107"/>
              <a:gd name="connsiteY106" fmla="*/ 5231086 h 6858000"/>
              <a:gd name="connsiteX107" fmla="*/ 4576931 w 12123107"/>
              <a:gd name="connsiteY107" fmla="*/ 5213167 h 6858000"/>
              <a:gd name="connsiteX108" fmla="*/ 4652269 w 12123107"/>
              <a:gd name="connsiteY108" fmla="*/ 5141712 h 6858000"/>
              <a:gd name="connsiteX109" fmla="*/ 4672597 w 12123107"/>
              <a:gd name="connsiteY109" fmla="*/ 5123752 h 6858000"/>
              <a:gd name="connsiteX110" fmla="*/ 4742178 w 12123107"/>
              <a:gd name="connsiteY110" fmla="*/ 5064503 h 6858000"/>
              <a:gd name="connsiteX111" fmla="*/ 4753607 w 12123107"/>
              <a:gd name="connsiteY111" fmla="*/ 5054490 h 6858000"/>
              <a:gd name="connsiteX112" fmla="*/ 5004115 w 12123107"/>
              <a:gd name="connsiteY112" fmla="*/ 4879318 h 6858000"/>
              <a:gd name="connsiteX113" fmla="*/ 5006522 w 12123107"/>
              <a:gd name="connsiteY113" fmla="*/ 4877814 h 6858000"/>
              <a:gd name="connsiteX114" fmla="*/ 5068107 w 12123107"/>
              <a:gd name="connsiteY114" fmla="*/ 4841726 h 6858000"/>
              <a:gd name="connsiteX115" fmla="*/ 5081514 w 12123107"/>
              <a:gd name="connsiteY115" fmla="*/ 4833348 h 6858000"/>
              <a:gd name="connsiteX116" fmla="*/ 5132269 w 12123107"/>
              <a:gd name="connsiteY116" fmla="*/ 4805935 h 6858000"/>
              <a:gd name="connsiteX117" fmla="*/ 5162522 w 12123107"/>
              <a:gd name="connsiteY117" fmla="*/ 4790859 h 6858000"/>
              <a:gd name="connsiteX118" fmla="*/ 5198835 w 12123107"/>
              <a:gd name="connsiteY118" fmla="*/ 4772470 h 6858000"/>
              <a:gd name="connsiteX119" fmla="*/ 5244907 w 12123107"/>
              <a:gd name="connsiteY119" fmla="*/ 4751332 h 6858000"/>
              <a:gd name="connsiteX120" fmla="*/ 5265663 w 12123107"/>
              <a:gd name="connsiteY120" fmla="*/ 4741707 h 6858000"/>
              <a:gd name="connsiteX121" fmla="*/ 5327976 w 12123107"/>
              <a:gd name="connsiteY121" fmla="*/ 4715201 h 6858000"/>
              <a:gd name="connsiteX122" fmla="*/ 5333477 w 12123107"/>
              <a:gd name="connsiteY122" fmla="*/ 4711763 h 6858000"/>
              <a:gd name="connsiteX123" fmla="*/ 5695877 w 12123107"/>
              <a:gd name="connsiteY123" fmla="*/ 4598614 h 6858000"/>
              <a:gd name="connsiteX124" fmla="*/ 5712507 w 12123107"/>
              <a:gd name="connsiteY124" fmla="*/ 4595395 h 6858000"/>
              <a:gd name="connsiteX125" fmla="*/ 5799745 w 12123107"/>
              <a:gd name="connsiteY125" fmla="*/ 4578173 h 6858000"/>
              <a:gd name="connsiteX126" fmla="*/ 5827675 w 12123107"/>
              <a:gd name="connsiteY126" fmla="*/ 4573146 h 6858000"/>
              <a:gd name="connsiteX127" fmla="*/ 5928921 w 12123107"/>
              <a:gd name="connsiteY127" fmla="*/ 4557686 h 6858000"/>
              <a:gd name="connsiteX128" fmla="*/ 5955221 w 12123107"/>
              <a:gd name="connsiteY128" fmla="*/ 4554639 h 6858000"/>
              <a:gd name="connsiteX129" fmla="*/ 6064156 w 12123107"/>
              <a:gd name="connsiteY129" fmla="*/ 4545369 h 6858000"/>
              <a:gd name="connsiteX130" fmla="*/ 6068541 w 12123107"/>
              <a:gd name="connsiteY130" fmla="*/ 4545500 h 6858000"/>
              <a:gd name="connsiteX131" fmla="*/ 6182936 w 12123107"/>
              <a:gd name="connsiteY131" fmla="*/ 4541905 h 6858000"/>
              <a:gd name="connsiteX132" fmla="*/ 6190928 w 12123107"/>
              <a:gd name="connsiteY132" fmla="*/ 4541690 h 6858000"/>
              <a:gd name="connsiteX133" fmla="*/ 6201842 w 12123107"/>
              <a:gd name="connsiteY133" fmla="*/ 4541563 h 6858000"/>
              <a:gd name="connsiteX134" fmla="*/ 6222983 w 12123107"/>
              <a:gd name="connsiteY134" fmla="*/ 4541734 h 6858000"/>
              <a:gd name="connsiteX135" fmla="*/ 6234115 w 12123107"/>
              <a:gd name="connsiteY135" fmla="*/ 4541950 h 6858000"/>
              <a:gd name="connsiteX136" fmla="*/ 6767364 w 12123107"/>
              <a:gd name="connsiteY136" fmla="*/ 4132268 h 6858000"/>
              <a:gd name="connsiteX137" fmla="*/ 6770500 w 12123107"/>
              <a:gd name="connsiteY137" fmla="*/ 4121223 h 6858000"/>
              <a:gd name="connsiteX138" fmla="*/ 6412219 w 12123107"/>
              <a:gd name="connsiteY138" fmla="*/ 3150002 h 6858000"/>
              <a:gd name="connsiteX139" fmla="*/ 6038346 w 12123107"/>
              <a:gd name="connsiteY139" fmla="*/ 2889805 h 6858000"/>
              <a:gd name="connsiteX140" fmla="*/ 6032630 w 12123107"/>
              <a:gd name="connsiteY140" fmla="*/ 2885249 h 6858000"/>
              <a:gd name="connsiteX141" fmla="*/ 5933802 w 12123107"/>
              <a:gd name="connsiteY141" fmla="*/ 2803589 h 6858000"/>
              <a:gd name="connsiteX142" fmla="*/ 5925253 w 12123107"/>
              <a:gd name="connsiteY142" fmla="*/ 2796029 h 6858000"/>
              <a:gd name="connsiteX143" fmla="*/ 5743540 w 12123107"/>
              <a:gd name="connsiteY143" fmla="*/ 2626093 h 6858000"/>
              <a:gd name="connsiteX144" fmla="*/ 4815526 w 12123107"/>
              <a:gd name="connsiteY144" fmla="*/ 911383 h 6858000"/>
              <a:gd name="connsiteX145" fmla="*/ 4813982 w 12123107"/>
              <a:gd name="connsiteY145" fmla="*/ 902790 h 6858000"/>
              <a:gd name="connsiteX146" fmla="*/ 4798820 w 12123107"/>
              <a:gd name="connsiteY146" fmla="*/ 825736 h 6858000"/>
              <a:gd name="connsiteX147" fmla="*/ 4790102 w 12123107"/>
              <a:gd name="connsiteY147" fmla="*/ 778123 h 6858000"/>
              <a:gd name="connsiteX148" fmla="*/ 4784649 w 12123107"/>
              <a:gd name="connsiteY148" fmla="*/ 745678 h 6858000"/>
              <a:gd name="connsiteX149" fmla="*/ 4740100 w 12123107"/>
              <a:gd name="connsiteY149" fmla="*/ 22293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12123107" h="6858000">
                <a:moveTo>
                  <a:pt x="4746749" y="0"/>
                </a:moveTo>
                <a:lnTo>
                  <a:pt x="11630128" y="0"/>
                </a:lnTo>
                <a:lnTo>
                  <a:pt x="11636186" y="147212"/>
                </a:lnTo>
                <a:cubicBezTo>
                  <a:pt x="11637728" y="281891"/>
                  <a:pt x="11631288" y="416657"/>
                  <a:pt x="11616919" y="550881"/>
                </a:cubicBezTo>
                <a:lnTo>
                  <a:pt x="11608319" y="613622"/>
                </a:lnTo>
                <a:cubicBezTo>
                  <a:pt x="11605908" y="641895"/>
                  <a:pt x="11601780" y="667420"/>
                  <a:pt x="11597823" y="694750"/>
                </a:cubicBezTo>
                <a:cubicBezTo>
                  <a:pt x="11593265" y="734887"/>
                  <a:pt x="11586429" y="775969"/>
                  <a:pt x="11578904" y="817481"/>
                </a:cubicBezTo>
                <a:lnTo>
                  <a:pt x="11572496" y="851600"/>
                </a:lnTo>
                <a:cubicBezTo>
                  <a:pt x="11570388" y="861997"/>
                  <a:pt x="11568840" y="872523"/>
                  <a:pt x="11566520" y="882580"/>
                </a:cubicBezTo>
                <a:cubicBezTo>
                  <a:pt x="11516574" y="1127947"/>
                  <a:pt x="11439815" y="1367124"/>
                  <a:pt x="11337480" y="1595515"/>
                </a:cubicBezTo>
                <a:cubicBezTo>
                  <a:pt x="11298065" y="1684678"/>
                  <a:pt x="11253965" y="1772466"/>
                  <a:pt x="11206426" y="1858575"/>
                </a:cubicBezTo>
                <a:lnTo>
                  <a:pt x="11181841" y="1902617"/>
                </a:lnTo>
                <a:lnTo>
                  <a:pt x="11165079" y="1933171"/>
                </a:lnTo>
                <a:lnTo>
                  <a:pt x="11153002" y="1953625"/>
                </a:lnTo>
                <a:cubicBezTo>
                  <a:pt x="10962434" y="2290209"/>
                  <a:pt x="11018945" y="2712377"/>
                  <a:pt x="11291344" y="2986746"/>
                </a:cubicBezTo>
                <a:lnTo>
                  <a:pt x="11295640" y="2993620"/>
                </a:lnTo>
                <a:cubicBezTo>
                  <a:pt x="11493105" y="3193566"/>
                  <a:pt x="11786050" y="3257726"/>
                  <a:pt x="12044691" y="3166638"/>
                </a:cubicBezTo>
                <a:lnTo>
                  <a:pt x="12123107" y="3131471"/>
                </a:lnTo>
                <a:lnTo>
                  <a:pt x="12123107" y="6858000"/>
                </a:lnTo>
                <a:lnTo>
                  <a:pt x="10982860" y="6858000"/>
                </a:lnTo>
                <a:lnTo>
                  <a:pt x="10887997" y="6641613"/>
                </a:lnTo>
                <a:cubicBezTo>
                  <a:pt x="10592235" y="5868261"/>
                  <a:pt x="10631310" y="4973632"/>
                  <a:pt x="11071357" y="4196912"/>
                </a:cubicBezTo>
                <a:lnTo>
                  <a:pt x="11083908" y="4175684"/>
                </a:lnTo>
                <a:cubicBezTo>
                  <a:pt x="11240284" y="3895844"/>
                  <a:pt x="11192313" y="3546255"/>
                  <a:pt x="10966347" y="3318884"/>
                </a:cubicBezTo>
                <a:lnTo>
                  <a:pt x="10962052" y="3312010"/>
                </a:lnTo>
                <a:cubicBezTo>
                  <a:pt x="10791658" y="3140919"/>
                  <a:pt x="10563073" y="3053619"/>
                  <a:pt x="10333224" y="3058188"/>
                </a:cubicBezTo>
                <a:cubicBezTo>
                  <a:pt x="10195315" y="3060930"/>
                  <a:pt x="10056950" y="3096744"/>
                  <a:pt x="9930425" y="3167378"/>
                </a:cubicBezTo>
                <a:lnTo>
                  <a:pt x="9910484" y="3179838"/>
                </a:lnTo>
                <a:cubicBezTo>
                  <a:pt x="9602160" y="3357191"/>
                  <a:pt x="9267984" y="3485214"/>
                  <a:pt x="8920181" y="3559603"/>
                </a:cubicBezTo>
                <a:lnTo>
                  <a:pt x="8917775" y="3561107"/>
                </a:lnTo>
                <a:lnTo>
                  <a:pt x="8857095" y="3574163"/>
                </a:lnTo>
                <a:cubicBezTo>
                  <a:pt x="8743844" y="3596645"/>
                  <a:pt x="8629407" y="3613176"/>
                  <a:pt x="8514340" y="3623884"/>
                </a:cubicBezTo>
                <a:lnTo>
                  <a:pt x="8485809" y="3626417"/>
                </a:lnTo>
                <a:cubicBezTo>
                  <a:pt x="8450397" y="3629421"/>
                  <a:pt x="8415115" y="3631866"/>
                  <a:pt x="8379623" y="3633970"/>
                </a:cubicBezTo>
                <a:lnTo>
                  <a:pt x="8352461" y="3635640"/>
                </a:lnTo>
                <a:cubicBezTo>
                  <a:pt x="8309876" y="3637869"/>
                  <a:pt x="8267549" y="3638985"/>
                  <a:pt x="8224791" y="3639408"/>
                </a:cubicBezTo>
                <a:lnTo>
                  <a:pt x="8200384" y="3639365"/>
                </a:lnTo>
                <a:cubicBezTo>
                  <a:pt x="8163811" y="3639744"/>
                  <a:pt x="8126596" y="3639096"/>
                  <a:pt x="8089729" y="3638231"/>
                </a:cubicBezTo>
                <a:lnTo>
                  <a:pt x="8075118" y="3637803"/>
                </a:lnTo>
                <a:lnTo>
                  <a:pt x="8051397" y="3637329"/>
                </a:lnTo>
                <a:cubicBezTo>
                  <a:pt x="7664637" y="3629933"/>
                  <a:pt x="7320586" y="3881242"/>
                  <a:pt x="7209623" y="4251741"/>
                </a:cubicBezTo>
                <a:lnTo>
                  <a:pt x="7206142" y="4262997"/>
                </a:lnTo>
                <a:cubicBezTo>
                  <a:pt x="7130372" y="4504904"/>
                  <a:pt x="7221829" y="4767562"/>
                  <a:pt x="7431589" y="4909930"/>
                </a:cubicBezTo>
                <a:cubicBezTo>
                  <a:pt x="7443791" y="4919514"/>
                  <a:pt x="7455823" y="4927296"/>
                  <a:pt x="7468198" y="4934858"/>
                </a:cubicBezTo>
                <a:cubicBezTo>
                  <a:pt x="7471045" y="4936429"/>
                  <a:pt x="7473716" y="4938104"/>
                  <a:pt x="7476363" y="4940278"/>
                </a:cubicBezTo>
                <a:cubicBezTo>
                  <a:pt x="7507472" y="4960992"/>
                  <a:pt x="7537894" y="4982138"/>
                  <a:pt x="7567500" y="5004271"/>
                </a:cubicBezTo>
                <a:cubicBezTo>
                  <a:pt x="7575323" y="5009903"/>
                  <a:pt x="7582456" y="5015962"/>
                  <a:pt x="7589714" y="5021463"/>
                </a:cubicBezTo>
                <a:cubicBezTo>
                  <a:pt x="7615025" y="5040545"/>
                  <a:pt x="7639775" y="5059502"/>
                  <a:pt x="7663924" y="5079787"/>
                </a:cubicBezTo>
                <a:cubicBezTo>
                  <a:pt x="7671613" y="5085976"/>
                  <a:pt x="7679176" y="5092723"/>
                  <a:pt x="7686523" y="5099126"/>
                </a:cubicBezTo>
                <a:cubicBezTo>
                  <a:pt x="7709898" y="5118938"/>
                  <a:pt x="7733144" y="5139308"/>
                  <a:pt x="7755489" y="5159769"/>
                </a:cubicBezTo>
                <a:cubicBezTo>
                  <a:pt x="7763052" y="5166516"/>
                  <a:pt x="7770270" y="5173478"/>
                  <a:pt x="7777273" y="5180096"/>
                </a:cubicBezTo>
                <a:cubicBezTo>
                  <a:pt x="7799702" y="5201455"/>
                  <a:pt x="7821788" y="5223030"/>
                  <a:pt x="7843184" y="5245035"/>
                </a:cubicBezTo>
                <a:cubicBezTo>
                  <a:pt x="7847739" y="5246968"/>
                  <a:pt x="7845593" y="5247357"/>
                  <a:pt x="7852037" y="5253847"/>
                </a:cubicBezTo>
                <a:cubicBezTo>
                  <a:pt x="7858481" y="5260335"/>
                  <a:pt x="7866517" y="5266308"/>
                  <a:pt x="7871457" y="5274216"/>
                </a:cubicBezTo>
                <a:cubicBezTo>
                  <a:pt x="7887270" y="5291108"/>
                  <a:pt x="7905360" y="5310878"/>
                  <a:pt x="7918207" y="5325316"/>
                </a:cubicBezTo>
                <a:cubicBezTo>
                  <a:pt x="7931054" y="5339755"/>
                  <a:pt x="7944544" y="5355228"/>
                  <a:pt x="7955845" y="5368725"/>
                </a:cubicBezTo>
                <a:cubicBezTo>
                  <a:pt x="7967144" y="5382217"/>
                  <a:pt x="7979391" y="5397988"/>
                  <a:pt x="7988631" y="5408951"/>
                </a:cubicBezTo>
                <a:cubicBezTo>
                  <a:pt x="7997868" y="5419909"/>
                  <a:pt x="8005126" y="5429233"/>
                  <a:pt x="8015526" y="5442814"/>
                </a:cubicBezTo>
                <a:cubicBezTo>
                  <a:pt x="8025924" y="5456396"/>
                  <a:pt x="8037695" y="5469115"/>
                  <a:pt x="8046935" y="5483901"/>
                </a:cubicBezTo>
                <a:cubicBezTo>
                  <a:pt x="8062402" y="5504830"/>
                  <a:pt x="8078558" y="5525330"/>
                  <a:pt x="8092092" y="5546990"/>
                </a:cubicBezTo>
                <a:cubicBezTo>
                  <a:pt x="8100470" y="5560399"/>
                  <a:pt x="8108204" y="5572776"/>
                  <a:pt x="8117225" y="5587213"/>
                </a:cubicBezTo>
                <a:cubicBezTo>
                  <a:pt x="8126248" y="5601654"/>
                  <a:pt x="8135057" y="5615751"/>
                  <a:pt x="8143863" y="5629844"/>
                </a:cubicBezTo>
                <a:lnTo>
                  <a:pt x="8167066" y="5666978"/>
                </a:lnTo>
                <a:cubicBezTo>
                  <a:pt x="8181757" y="5691257"/>
                  <a:pt x="8194175" y="5716486"/>
                  <a:pt x="8209211" y="5740550"/>
                </a:cubicBezTo>
                <a:cubicBezTo>
                  <a:pt x="8213380" y="5751811"/>
                  <a:pt x="8219823" y="5762123"/>
                  <a:pt x="8226269" y="5772439"/>
                </a:cubicBezTo>
                <a:cubicBezTo>
                  <a:pt x="8236624" y="5791305"/>
                  <a:pt x="8244569" y="5811673"/>
                  <a:pt x="8256170" y="5830239"/>
                </a:cubicBezTo>
                <a:cubicBezTo>
                  <a:pt x="8261069" y="5839607"/>
                  <a:pt x="8264593" y="5849835"/>
                  <a:pt x="8270393" y="5859119"/>
                </a:cubicBezTo>
                <a:cubicBezTo>
                  <a:pt x="8283969" y="5886968"/>
                  <a:pt x="8296857" y="5915246"/>
                  <a:pt x="8309187" y="5943394"/>
                </a:cubicBezTo>
                <a:lnTo>
                  <a:pt x="8317050" y="5962860"/>
                </a:lnTo>
                <a:cubicBezTo>
                  <a:pt x="8327555" y="5988321"/>
                  <a:pt x="8337608" y="6013591"/>
                  <a:pt x="8347636" y="6039357"/>
                </a:cubicBezTo>
                <a:cubicBezTo>
                  <a:pt x="8350256" y="6045843"/>
                  <a:pt x="8351287" y="6052848"/>
                  <a:pt x="8354940" y="6058694"/>
                </a:cubicBezTo>
                <a:cubicBezTo>
                  <a:pt x="8366710" y="6090536"/>
                  <a:pt x="8377924" y="6122253"/>
                  <a:pt x="8388103" y="6154611"/>
                </a:cubicBezTo>
                <a:lnTo>
                  <a:pt x="8390251" y="6158048"/>
                </a:lnTo>
                <a:cubicBezTo>
                  <a:pt x="8400346" y="6189507"/>
                  <a:pt x="8409755" y="6221395"/>
                  <a:pt x="8418258" y="6253363"/>
                </a:cubicBezTo>
                <a:cubicBezTo>
                  <a:pt x="8419589" y="6257790"/>
                  <a:pt x="8419333" y="6262735"/>
                  <a:pt x="8421695" y="6266516"/>
                </a:cubicBezTo>
                <a:cubicBezTo>
                  <a:pt x="8439763" y="6333148"/>
                  <a:pt x="8454623" y="6401304"/>
                  <a:pt x="8465847" y="6470296"/>
                </a:cubicBezTo>
                <a:lnTo>
                  <a:pt x="8468167" y="6483190"/>
                </a:lnTo>
                <a:cubicBezTo>
                  <a:pt x="8479202" y="6551344"/>
                  <a:pt x="8487188" y="6619973"/>
                  <a:pt x="8492123" y="6689074"/>
                </a:cubicBezTo>
                <a:lnTo>
                  <a:pt x="8493579" y="6708238"/>
                </a:lnTo>
                <a:cubicBezTo>
                  <a:pt x="8494607" y="6738190"/>
                  <a:pt x="8496152" y="6769734"/>
                  <a:pt x="8496664" y="6801917"/>
                </a:cubicBezTo>
                <a:lnTo>
                  <a:pt x="8496880" y="6809911"/>
                </a:lnTo>
                <a:lnTo>
                  <a:pt x="8496188" y="6858000"/>
                </a:lnTo>
                <a:lnTo>
                  <a:pt x="3899109" y="6858000"/>
                </a:lnTo>
                <a:lnTo>
                  <a:pt x="3899117" y="6789239"/>
                </a:lnTo>
                <a:lnTo>
                  <a:pt x="3899465" y="6762255"/>
                </a:lnTo>
                <a:cubicBezTo>
                  <a:pt x="3900931" y="6724050"/>
                  <a:pt x="3903169" y="6686320"/>
                  <a:pt x="3906439" y="6647946"/>
                </a:cubicBezTo>
                <a:lnTo>
                  <a:pt x="3906870" y="6640983"/>
                </a:lnTo>
                <a:cubicBezTo>
                  <a:pt x="3908761" y="6626415"/>
                  <a:pt x="3910311" y="6612066"/>
                  <a:pt x="3910957" y="6597798"/>
                </a:cubicBezTo>
                <a:cubicBezTo>
                  <a:pt x="3925828" y="6350923"/>
                  <a:pt x="3780812" y="6122205"/>
                  <a:pt x="3550998" y="6030134"/>
                </a:cubicBezTo>
                <a:lnTo>
                  <a:pt x="3536216" y="6024070"/>
                </a:lnTo>
                <a:cubicBezTo>
                  <a:pt x="3365767" y="5956089"/>
                  <a:pt x="3170840" y="6003318"/>
                  <a:pt x="3050612" y="6142017"/>
                </a:cubicBezTo>
                <a:lnTo>
                  <a:pt x="3039180" y="6155855"/>
                </a:lnTo>
                <a:cubicBezTo>
                  <a:pt x="2687455" y="6574970"/>
                  <a:pt x="2157439" y="6801933"/>
                  <a:pt x="1611320" y="6766958"/>
                </a:cubicBezTo>
                <a:cubicBezTo>
                  <a:pt x="662746" y="6706196"/>
                  <a:pt x="-57041" y="5888197"/>
                  <a:pt x="3563" y="4939668"/>
                </a:cubicBezTo>
                <a:cubicBezTo>
                  <a:pt x="64168" y="3991144"/>
                  <a:pt x="882308" y="3271507"/>
                  <a:pt x="1830671" y="3331926"/>
                </a:cubicBezTo>
                <a:cubicBezTo>
                  <a:pt x="2779285" y="3392669"/>
                  <a:pt x="3499069" y="4210670"/>
                  <a:pt x="3438463" y="5159195"/>
                </a:cubicBezTo>
                <a:cubicBezTo>
                  <a:pt x="3437732" y="5164908"/>
                  <a:pt x="3437774" y="5171097"/>
                  <a:pt x="3437601" y="5176941"/>
                </a:cubicBezTo>
                <a:cubicBezTo>
                  <a:pt x="3428679" y="5360350"/>
                  <a:pt x="3536727" y="5528984"/>
                  <a:pt x="3707079" y="5597504"/>
                </a:cubicBezTo>
                <a:lnTo>
                  <a:pt x="3722204" y="5603348"/>
                </a:lnTo>
                <a:cubicBezTo>
                  <a:pt x="3951848" y="5695530"/>
                  <a:pt x="4214597" y="5630304"/>
                  <a:pt x="4374460" y="5441501"/>
                </a:cubicBezTo>
                <a:lnTo>
                  <a:pt x="4380778" y="5433253"/>
                </a:lnTo>
                <a:lnTo>
                  <a:pt x="4395263" y="5415117"/>
                </a:lnTo>
                <a:lnTo>
                  <a:pt x="4401107" y="5407642"/>
                </a:lnTo>
                <a:lnTo>
                  <a:pt x="4405663" y="5401924"/>
                </a:lnTo>
                <a:cubicBezTo>
                  <a:pt x="4430290" y="5371720"/>
                  <a:pt x="4455130" y="5341856"/>
                  <a:pt x="4480961" y="5312808"/>
                </a:cubicBezTo>
                <a:lnTo>
                  <a:pt x="4483368" y="5311304"/>
                </a:lnTo>
                <a:cubicBezTo>
                  <a:pt x="4507908" y="5284020"/>
                  <a:pt x="4533222" y="5257208"/>
                  <a:pt x="4558965" y="5231086"/>
                </a:cubicBezTo>
                <a:lnTo>
                  <a:pt x="4576931" y="5213167"/>
                </a:lnTo>
                <a:cubicBezTo>
                  <a:pt x="4601730" y="5188593"/>
                  <a:pt x="4626612" y="5164915"/>
                  <a:pt x="4652269" y="5141712"/>
                </a:cubicBezTo>
                <a:lnTo>
                  <a:pt x="4672597" y="5123752"/>
                </a:lnTo>
                <a:cubicBezTo>
                  <a:pt x="4695461" y="5103731"/>
                  <a:pt x="4718325" y="5083708"/>
                  <a:pt x="4742178" y="5064503"/>
                </a:cubicBezTo>
                <a:lnTo>
                  <a:pt x="4753607" y="5054490"/>
                </a:lnTo>
                <a:cubicBezTo>
                  <a:pt x="4833048" y="4990514"/>
                  <a:pt x="4916758" y="4931995"/>
                  <a:pt x="5004115" y="4879318"/>
                </a:cubicBezTo>
                <a:lnTo>
                  <a:pt x="5006522" y="4877814"/>
                </a:lnTo>
                <a:cubicBezTo>
                  <a:pt x="5027880" y="4866861"/>
                  <a:pt x="5047822" y="4854401"/>
                  <a:pt x="5068107" y="4841726"/>
                </a:cubicBezTo>
                <a:lnTo>
                  <a:pt x="5081514" y="4833348"/>
                </a:lnTo>
                <a:cubicBezTo>
                  <a:pt x="5098318" y="4824283"/>
                  <a:pt x="5116108" y="4816033"/>
                  <a:pt x="5132269" y="4805935"/>
                </a:cubicBezTo>
                <a:lnTo>
                  <a:pt x="5162522" y="4790859"/>
                </a:lnTo>
                <a:lnTo>
                  <a:pt x="5198835" y="4772470"/>
                </a:lnTo>
                <a:lnTo>
                  <a:pt x="5244907" y="4751332"/>
                </a:lnTo>
                <a:lnTo>
                  <a:pt x="5265663" y="4741707"/>
                </a:lnTo>
                <a:cubicBezTo>
                  <a:pt x="5286289" y="4732642"/>
                  <a:pt x="5306919" y="4723579"/>
                  <a:pt x="5327976" y="4715201"/>
                </a:cubicBezTo>
                <a:lnTo>
                  <a:pt x="5333477" y="4711763"/>
                </a:lnTo>
                <a:cubicBezTo>
                  <a:pt x="5450969" y="4664165"/>
                  <a:pt x="5572112" y="4626231"/>
                  <a:pt x="5695877" y="4598614"/>
                </a:cubicBezTo>
                <a:lnTo>
                  <a:pt x="5712507" y="4595395"/>
                </a:lnTo>
                <a:cubicBezTo>
                  <a:pt x="5741385" y="4588823"/>
                  <a:pt x="5770566" y="4583498"/>
                  <a:pt x="5799745" y="4578173"/>
                </a:cubicBezTo>
                <a:lnTo>
                  <a:pt x="5827675" y="4573146"/>
                </a:lnTo>
                <a:cubicBezTo>
                  <a:pt x="5860724" y="4566360"/>
                  <a:pt x="5894499" y="4561507"/>
                  <a:pt x="5928921" y="4557686"/>
                </a:cubicBezTo>
                <a:lnTo>
                  <a:pt x="5955221" y="4554639"/>
                </a:lnTo>
                <a:cubicBezTo>
                  <a:pt x="5991550" y="4550583"/>
                  <a:pt x="6027862" y="4547494"/>
                  <a:pt x="6064156" y="4545369"/>
                </a:cubicBezTo>
                <a:lnTo>
                  <a:pt x="6068541" y="4545500"/>
                </a:lnTo>
                <a:cubicBezTo>
                  <a:pt x="6106101" y="4542110"/>
                  <a:pt x="6144903" y="4542239"/>
                  <a:pt x="6182936" y="4541905"/>
                </a:cubicBezTo>
                <a:lnTo>
                  <a:pt x="6190928" y="4541690"/>
                </a:lnTo>
                <a:lnTo>
                  <a:pt x="6201842" y="4541563"/>
                </a:lnTo>
                <a:cubicBezTo>
                  <a:pt x="6208803" y="4541993"/>
                  <a:pt x="6215893" y="4541863"/>
                  <a:pt x="6222983" y="4541734"/>
                </a:cubicBezTo>
                <a:lnTo>
                  <a:pt x="6234115" y="4541950"/>
                </a:lnTo>
                <a:cubicBezTo>
                  <a:pt x="6481422" y="4534182"/>
                  <a:pt x="6696268" y="4369342"/>
                  <a:pt x="6767364" y="4132268"/>
                </a:cubicBezTo>
                <a:lnTo>
                  <a:pt x="6770500" y="4121223"/>
                </a:lnTo>
                <a:cubicBezTo>
                  <a:pt x="6880405" y="3753777"/>
                  <a:pt x="6734388" y="3357900"/>
                  <a:pt x="6412219" y="3150002"/>
                </a:cubicBezTo>
                <a:cubicBezTo>
                  <a:pt x="6281952" y="3071737"/>
                  <a:pt x="6157060" y="2984854"/>
                  <a:pt x="6038346" y="2889805"/>
                </a:cubicBezTo>
                <a:lnTo>
                  <a:pt x="6032630" y="2885249"/>
                </a:lnTo>
                <a:cubicBezTo>
                  <a:pt x="5999114" y="2858387"/>
                  <a:pt x="5966287" y="2831095"/>
                  <a:pt x="5933802" y="2803589"/>
                </a:cubicBezTo>
                <a:cubicBezTo>
                  <a:pt x="5931112" y="2800970"/>
                  <a:pt x="5928252" y="2798456"/>
                  <a:pt x="5925253" y="2796029"/>
                </a:cubicBezTo>
                <a:cubicBezTo>
                  <a:pt x="5863849" y="2742133"/>
                  <a:pt x="5802321" y="2684973"/>
                  <a:pt x="5743540" y="2626093"/>
                </a:cubicBezTo>
                <a:cubicBezTo>
                  <a:pt x="5274963" y="2156416"/>
                  <a:pt x="4952458" y="1560563"/>
                  <a:pt x="4815526" y="911383"/>
                </a:cubicBezTo>
                <a:cubicBezTo>
                  <a:pt x="4816990" y="907603"/>
                  <a:pt x="4815485" y="905195"/>
                  <a:pt x="4813982" y="902790"/>
                </a:cubicBezTo>
                <a:cubicBezTo>
                  <a:pt x="4808653" y="877433"/>
                  <a:pt x="4803457" y="851520"/>
                  <a:pt x="4798820" y="825736"/>
                </a:cubicBezTo>
                <a:cubicBezTo>
                  <a:pt x="4795686" y="810008"/>
                  <a:pt x="4792893" y="794066"/>
                  <a:pt x="4790102" y="778123"/>
                </a:cubicBezTo>
                <a:lnTo>
                  <a:pt x="4784649" y="745678"/>
                </a:lnTo>
                <a:cubicBezTo>
                  <a:pt x="4756435" y="572571"/>
                  <a:pt x="4741577" y="397810"/>
                  <a:pt x="4740100" y="222935"/>
                </a:cubicBezTo>
                <a:close/>
              </a:path>
            </a:pathLst>
          </a:custGeom>
          <a:solidFill>
            <a:schemeClr val="accent1"/>
          </a:solidFill>
          <a:ln w="9525" cap="flat" cmpd="sng" algn="ctr">
            <a:noFill/>
            <a:prstDash val="solid"/>
          </a:ln>
          <a:effectLst/>
        </p:spPr>
        <p:txBody>
          <a:bodyPr wrap="square" rtlCol="0" anchor="ctr" anchorCtr="0">
            <a:noAutofit/>
          </a:bodyPr>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53" imgH="353" progId="TCLayout.ActiveDocument.1">
                  <p:embed/>
                </p:oleObj>
              </mc:Choice>
              <mc:Fallback>
                <p:oleObj name="think-cell Slide" r:id="rId4" imgW="353" imgH="353"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9" name="Freihandform: Form 18">
            <a:extLst>
              <a:ext uri="{FF2B5EF4-FFF2-40B4-BE49-F238E27FC236}">
                <a16:creationId xmlns:a16="http://schemas.microsoft.com/office/drawing/2014/main" id="{CF0399A4-9644-4F0B-A175-276E6E7E4EA9}"/>
              </a:ext>
            </a:extLst>
          </p:cNvPr>
          <p:cNvSpPr/>
          <p:nvPr userDrawn="1"/>
        </p:nvSpPr>
        <p:spPr bwMode="gray">
          <a:xfrm>
            <a:off x="0" y="0"/>
            <a:ext cx="12192000" cy="6858000"/>
          </a:xfrm>
          <a:custGeom>
            <a:avLst/>
            <a:gdLst>
              <a:gd name="connsiteX0" fmla="*/ 5728771 w 12192000"/>
              <a:gd name="connsiteY0" fmla="*/ 4119891 h 6858000"/>
              <a:gd name="connsiteX1" fmla="*/ 6527378 w 12192000"/>
              <a:gd name="connsiteY1" fmla="*/ 4456992 h 6858000"/>
              <a:gd name="connsiteX2" fmla="*/ 6535610 w 12192000"/>
              <a:gd name="connsiteY2" fmla="*/ 4466758 h 6858000"/>
              <a:gd name="connsiteX3" fmla="*/ 6953138 w 12192000"/>
              <a:gd name="connsiteY3" fmla="*/ 4841016 h 6858000"/>
              <a:gd name="connsiteX4" fmla="*/ 12159748 w 12192000"/>
              <a:gd name="connsiteY4" fmla="*/ 5365346 h 6858000"/>
              <a:gd name="connsiteX5" fmla="*/ 12192000 w 12192000"/>
              <a:gd name="connsiteY5" fmla="*/ 5348004 h 6858000"/>
              <a:gd name="connsiteX6" fmla="*/ 12192000 w 12192000"/>
              <a:gd name="connsiteY6" fmla="*/ 6858000 h 6858000"/>
              <a:gd name="connsiteX7" fmla="*/ 4407642 w 12192000"/>
              <a:gd name="connsiteY7" fmla="*/ 6858000 h 6858000"/>
              <a:gd name="connsiteX8" fmla="*/ 4432309 w 12192000"/>
              <a:gd name="connsiteY8" fmla="*/ 6671235 h 6858000"/>
              <a:gd name="connsiteX9" fmla="*/ 4446157 w 12192000"/>
              <a:gd name="connsiteY9" fmla="*/ 6274494 h 6858000"/>
              <a:gd name="connsiteX10" fmla="*/ 4310106 w 12192000"/>
              <a:gd name="connsiteY10" fmla="*/ 5457721 h 6858000"/>
              <a:gd name="connsiteX11" fmla="*/ 4302296 w 12192000"/>
              <a:gd name="connsiteY11" fmla="*/ 5436791 h 6858000"/>
              <a:gd name="connsiteX12" fmla="*/ 4633650 w 12192000"/>
              <a:gd name="connsiteY12" fmla="*/ 4560233 h 6858000"/>
              <a:gd name="connsiteX13" fmla="*/ 5055319 w 12192000"/>
              <a:gd name="connsiteY13" fmla="*/ 4299251 h 6858000"/>
              <a:gd name="connsiteX14" fmla="*/ 5728771 w 12192000"/>
              <a:gd name="connsiteY14" fmla="*/ 4119891 h 6858000"/>
              <a:gd name="connsiteX15" fmla="*/ 0 w 12192000"/>
              <a:gd name="connsiteY15" fmla="*/ 0 h 6858000"/>
              <a:gd name="connsiteX16" fmla="*/ 5261191 w 12192000"/>
              <a:gd name="connsiteY16" fmla="*/ 0 h 6858000"/>
              <a:gd name="connsiteX17" fmla="*/ 5211013 w 12192000"/>
              <a:gd name="connsiteY17" fmla="*/ 235581 h 6858000"/>
              <a:gd name="connsiteX18" fmla="*/ 5242054 w 12192000"/>
              <a:gd name="connsiteY18" fmla="*/ 2057045 h 6858000"/>
              <a:gd name="connsiteX19" fmla="*/ 5389305 w 12192000"/>
              <a:gd name="connsiteY19" fmla="*/ 2599103 h 6858000"/>
              <a:gd name="connsiteX20" fmla="*/ 5393907 w 12192000"/>
              <a:gd name="connsiteY20" fmla="*/ 2613894 h 6858000"/>
              <a:gd name="connsiteX21" fmla="*/ 4873986 w 12192000"/>
              <a:gd name="connsiteY21" fmla="*/ 4000092 h 6858000"/>
              <a:gd name="connsiteX22" fmla="*/ 4452318 w 12192000"/>
              <a:gd name="connsiteY22" fmla="*/ 4261074 h 6858000"/>
              <a:gd name="connsiteX23" fmla="*/ 3520473 w 12192000"/>
              <a:gd name="connsiteY23" fmla="*/ 4164946 h 6858000"/>
              <a:gd name="connsiteX24" fmla="*/ 3504709 w 12192000"/>
              <a:gd name="connsiteY24" fmla="*/ 4149734 h 6858000"/>
              <a:gd name="connsiteX25" fmla="*/ 2836059 w 12192000"/>
              <a:gd name="connsiteY25" fmla="*/ 3662849 h 6858000"/>
              <a:gd name="connsiteX26" fmla="*/ 133535 w 12192000"/>
              <a:gd name="connsiteY26" fmla="*/ 3554635 h 6858000"/>
              <a:gd name="connsiteX27" fmla="*/ 0 w 12192000"/>
              <a:gd name="connsiteY27" fmla="*/ 361907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5728771" y="4119891"/>
                </a:moveTo>
                <a:cubicBezTo>
                  <a:pt x="6023402" y="4129304"/>
                  <a:pt x="6309941" y="4246161"/>
                  <a:pt x="6527378" y="4456992"/>
                </a:cubicBezTo>
                <a:cubicBezTo>
                  <a:pt x="6529888" y="4458805"/>
                  <a:pt x="6533097" y="4464943"/>
                  <a:pt x="6535610" y="4466758"/>
                </a:cubicBezTo>
                <a:cubicBezTo>
                  <a:pt x="6668134" y="4600718"/>
                  <a:pt x="6807915" y="4724633"/>
                  <a:pt x="6953138" y="4841016"/>
                </a:cubicBezTo>
                <a:cubicBezTo>
                  <a:pt x="8404067" y="5996725"/>
                  <a:pt x="10443859" y="6244355"/>
                  <a:pt x="12159748" y="5365346"/>
                </a:cubicBezTo>
                <a:lnTo>
                  <a:pt x="12192000" y="5348004"/>
                </a:lnTo>
                <a:lnTo>
                  <a:pt x="12192000" y="6858000"/>
                </a:lnTo>
                <a:lnTo>
                  <a:pt x="4407642" y="6858000"/>
                </a:lnTo>
                <a:lnTo>
                  <a:pt x="4432309" y="6671235"/>
                </a:lnTo>
                <a:cubicBezTo>
                  <a:pt x="4445398" y="6539795"/>
                  <a:pt x="4450079" y="6407266"/>
                  <a:pt x="4446157" y="6274494"/>
                </a:cubicBezTo>
                <a:cubicBezTo>
                  <a:pt x="4437548" y="6000753"/>
                  <a:pt x="4395454" y="5725753"/>
                  <a:pt x="4310106" y="5457721"/>
                </a:cubicBezTo>
                <a:cubicBezTo>
                  <a:pt x="4306897" y="5451582"/>
                  <a:pt x="4305503" y="5442932"/>
                  <a:pt x="4302296" y="5436791"/>
                </a:cubicBezTo>
                <a:cubicBezTo>
                  <a:pt x="4205379" y="5110719"/>
                  <a:pt x="4333372" y="4748401"/>
                  <a:pt x="4633650" y="4560233"/>
                </a:cubicBezTo>
                <a:lnTo>
                  <a:pt x="5055319" y="4299251"/>
                </a:lnTo>
                <a:cubicBezTo>
                  <a:pt x="5265561" y="4170244"/>
                  <a:pt x="5499613" y="4112569"/>
                  <a:pt x="5728771" y="4119891"/>
                </a:cubicBezTo>
                <a:close/>
                <a:moveTo>
                  <a:pt x="0" y="0"/>
                </a:moveTo>
                <a:lnTo>
                  <a:pt x="5261191" y="0"/>
                </a:lnTo>
                <a:lnTo>
                  <a:pt x="5211013" y="235581"/>
                </a:lnTo>
                <a:cubicBezTo>
                  <a:pt x="5106971" y="833090"/>
                  <a:pt x="5114656" y="1451462"/>
                  <a:pt x="5242054" y="2057045"/>
                </a:cubicBezTo>
                <a:cubicBezTo>
                  <a:pt x="5279977" y="2237310"/>
                  <a:pt x="5329059" y="2417996"/>
                  <a:pt x="5389305" y="2599103"/>
                </a:cubicBezTo>
                <a:cubicBezTo>
                  <a:pt x="5390003" y="2603430"/>
                  <a:pt x="5390699" y="2607754"/>
                  <a:pt x="5393907" y="2613894"/>
                </a:cubicBezTo>
                <a:cubicBezTo>
                  <a:pt x="5554280" y="3127216"/>
                  <a:pt x="5354540" y="3705218"/>
                  <a:pt x="4873986" y="4000092"/>
                </a:cubicBezTo>
                <a:lnTo>
                  <a:pt x="4452318" y="4261074"/>
                </a:lnTo>
                <a:cubicBezTo>
                  <a:pt x="4149530" y="4447428"/>
                  <a:pt x="3766970" y="4400352"/>
                  <a:pt x="3520473" y="4164946"/>
                </a:cubicBezTo>
                <a:cubicBezTo>
                  <a:pt x="3515451" y="4161317"/>
                  <a:pt x="3509731" y="4153362"/>
                  <a:pt x="3504709" y="4149734"/>
                </a:cubicBezTo>
                <a:cubicBezTo>
                  <a:pt x="3302293" y="3953818"/>
                  <a:pt x="3076293" y="3790545"/>
                  <a:pt x="2836059" y="3662849"/>
                </a:cubicBezTo>
                <a:cubicBezTo>
                  <a:pt x="2017575" y="3222015"/>
                  <a:pt x="1019468" y="3163465"/>
                  <a:pt x="133535" y="3554635"/>
                </a:cubicBezTo>
                <a:lnTo>
                  <a:pt x="0" y="3619074"/>
                </a:lnTo>
                <a:close/>
              </a:path>
            </a:pathLst>
          </a:custGeom>
          <a:solidFill>
            <a:schemeClr val="accent4"/>
          </a:solidFill>
          <a:ln w="9525" cap="flat" cmpd="sng" algn="ctr">
            <a:noFill/>
            <a:prstDash val="solid"/>
          </a:ln>
          <a:effectLst/>
        </p:spPr>
        <p:txBody>
          <a:bodyPr wrap="square" rtlCol="0" anchor="ctr" anchorCtr="0">
            <a:noAutofit/>
          </a:bodyPr>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grpSp>
        <p:nvGrpSpPr>
          <p:cNvPr id="10" name="Group 9"/>
          <p:cNvGrpSpPr>
            <a:grpSpLocks noChangeAspect="1"/>
          </p:cNvGrpSpPr>
          <p:nvPr userDrawn="1">
            <p:custDataLst>
              <p:tags r:id="rId2"/>
            </p:custDataLst>
          </p:nvPr>
        </p:nvGrpSpPr>
        <p:grpSpPr bwMode="gray">
          <a:xfrm>
            <a:off x="10539522" y="6440320"/>
            <a:ext cx="1028592" cy="162000"/>
            <a:chOff x="-4548188" y="3063875"/>
            <a:chExt cx="2741613" cy="431800"/>
          </a:xfrm>
          <a:solidFill>
            <a:schemeClr val="bg2"/>
          </a:solidFill>
        </p:grpSpPr>
        <p:sp>
          <p:nvSpPr>
            <p:cNvPr id="11" name="Freeform 9"/>
            <p:cNvSpPr>
              <a:spLocks/>
            </p:cNvSpPr>
            <p:nvPr/>
          </p:nvSpPr>
          <p:spPr bwMode="gray">
            <a:xfrm>
              <a:off x="-2230438" y="3063875"/>
              <a:ext cx="423863" cy="423862"/>
            </a:xfrm>
            <a:custGeom>
              <a:avLst/>
              <a:gdLst>
                <a:gd name="T0" fmla="*/ 8 w 113"/>
                <a:gd name="T1" fmla="*/ 113 h 113"/>
                <a:gd name="T2" fmla="*/ 27 w 113"/>
                <a:gd name="T3" fmla="*/ 105 h 113"/>
                <a:gd name="T4" fmla="*/ 34 w 113"/>
                <a:gd name="T5" fmla="*/ 98 h 113"/>
                <a:gd name="T6" fmla="*/ 43 w 113"/>
                <a:gd name="T7" fmla="*/ 93 h 113"/>
                <a:gd name="T8" fmla="*/ 46 w 113"/>
                <a:gd name="T9" fmla="*/ 93 h 113"/>
                <a:gd name="T10" fmla="*/ 49 w 113"/>
                <a:gd name="T11" fmla="*/ 93 h 113"/>
                <a:gd name="T12" fmla="*/ 60 w 113"/>
                <a:gd name="T13" fmla="*/ 96 h 113"/>
                <a:gd name="T14" fmla="*/ 92 w 113"/>
                <a:gd name="T15" fmla="*/ 109 h 113"/>
                <a:gd name="T16" fmla="*/ 106 w 113"/>
                <a:gd name="T17" fmla="*/ 113 h 113"/>
                <a:gd name="T18" fmla="*/ 111 w 113"/>
                <a:gd name="T19" fmla="*/ 113 h 113"/>
                <a:gd name="T20" fmla="*/ 113 w 113"/>
                <a:gd name="T21" fmla="*/ 110 h 113"/>
                <a:gd name="T22" fmla="*/ 113 w 113"/>
                <a:gd name="T23" fmla="*/ 99 h 113"/>
                <a:gd name="T24" fmla="*/ 100 w 113"/>
                <a:gd name="T25" fmla="*/ 80 h 113"/>
                <a:gd name="T26" fmla="*/ 94 w 113"/>
                <a:gd name="T27" fmla="*/ 77 h 113"/>
                <a:gd name="T28" fmla="*/ 78 w 113"/>
                <a:gd name="T29" fmla="*/ 67 h 113"/>
                <a:gd name="T30" fmla="*/ 79 w 113"/>
                <a:gd name="T31" fmla="*/ 52 h 113"/>
                <a:gd name="T32" fmla="*/ 107 w 113"/>
                <a:gd name="T33" fmla="*/ 24 h 113"/>
                <a:gd name="T34" fmla="*/ 113 w 113"/>
                <a:gd name="T35" fmla="*/ 10 h 113"/>
                <a:gd name="T36" fmla="*/ 113 w 113"/>
                <a:gd name="T37" fmla="*/ 6 h 113"/>
                <a:gd name="T38" fmla="*/ 110 w 113"/>
                <a:gd name="T39" fmla="*/ 2 h 113"/>
                <a:gd name="T40" fmla="*/ 103 w 113"/>
                <a:gd name="T41" fmla="*/ 0 h 113"/>
                <a:gd name="T42" fmla="*/ 99 w 113"/>
                <a:gd name="T43" fmla="*/ 0 h 113"/>
                <a:gd name="T44" fmla="*/ 80 w 113"/>
                <a:gd name="T45" fmla="*/ 8 h 113"/>
                <a:gd name="T46" fmla="*/ 57 w 113"/>
                <a:gd name="T47" fmla="*/ 31 h 113"/>
                <a:gd name="T48" fmla="*/ 31 w 113"/>
                <a:gd name="T49" fmla="*/ 57 h 113"/>
                <a:gd name="T50" fmla="*/ 31 w 113"/>
                <a:gd name="T51" fmla="*/ 16 h 113"/>
                <a:gd name="T52" fmla="*/ 14 w 113"/>
                <a:gd name="T53" fmla="*/ 0 h 113"/>
                <a:gd name="T54" fmla="*/ 7 w 113"/>
                <a:gd name="T55" fmla="*/ 0 h 113"/>
                <a:gd name="T56" fmla="*/ 1 w 113"/>
                <a:gd name="T57" fmla="*/ 0 h 113"/>
                <a:gd name="T58" fmla="*/ 0 w 113"/>
                <a:gd name="T59" fmla="*/ 3 h 113"/>
                <a:gd name="T60" fmla="*/ 0 w 113"/>
                <a:gd name="T61" fmla="*/ 111 h 113"/>
                <a:gd name="T62" fmla="*/ 2 w 113"/>
                <a:gd name="T63" fmla="*/ 113 h 113"/>
                <a:gd name="T64" fmla="*/ 8 w 113"/>
                <a:gd name="T65"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3" h="113">
                  <a:moveTo>
                    <a:pt x="8" y="113"/>
                  </a:moveTo>
                  <a:cubicBezTo>
                    <a:pt x="16" y="113"/>
                    <a:pt x="22" y="110"/>
                    <a:pt x="27" y="105"/>
                  </a:cubicBezTo>
                  <a:cubicBezTo>
                    <a:pt x="27" y="105"/>
                    <a:pt x="30" y="102"/>
                    <a:pt x="34" y="98"/>
                  </a:cubicBezTo>
                  <a:cubicBezTo>
                    <a:pt x="36" y="95"/>
                    <a:pt x="40" y="94"/>
                    <a:pt x="43" y="93"/>
                  </a:cubicBezTo>
                  <a:cubicBezTo>
                    <a:pt x="44" y="93"/>
                    <a:pt x="45" y="93"/>
                    <a:pt x="46" y="93"/>
                  </a:cubicBezTo>
                  <a:cubicBezTo>
                    <a:pt x="47" y="93"/>
                    <a:pt x="48" y="93"/>
                    <a:pt x="49" y="93"/>
                  </a:cubicBezTo>
                  <a:cubicBezTo>
                    <a:pt x="53" y="94"/>
                    <a:pt x="57" y="95"/>
                    <a:pt x="60" y="96"/>
                  </a:cubicBezTo>
                  <a:cubicBezTo>
                    <a:pt x="92" y="109"/>
                    <a:pt x="92" y="109"/>
                    <a:pt x="92" y="109"/>
                  </a:cubicBezTo>
                  <a:cubicBezTo>
                    <a:pt x="92" y="109"/>
                    <a:pt x="100" y="113"/>
                    <a:pt x="106" y="113"/>
                  </a:cubicBezTo>
                  <a:cubicBezTo>
                    <a:pt x="111" y="113"/>
                    <a:pt x="111" y="113"/>
                    <a:pt x="111" y="113"/>
                  </a:cubicBezTo>
                  <a:cubicBezTo>
                    <a:pt x="112" y="113"/>
                    <a:pt x="113" y="112"/>
                    <a:pt x="113" y="110"/>
                  </a:cubicBezTo>
                  <a:cubicBezTo>
                    <a:pt x="113" y="99"/>
                    <a:pt x="113" y="99"/>
                    <a:pt x="113" y="99"/>
                  </a:cubicBezTo>
                  <a:cubicBezTo>
                    <a:pt x="113" y="91"/>
                    <a:pt x="108" y="83"/>
                    <a:pt x="100" y="80"/>
                  </a:cubicBezTo>
                  <a:cubicBezTo>
                    <a:pt x="94" y="77"/>
                    <a:pt x="94" y="77"/>
                    <a:pt x="94" y="77"/>
                  </a:cubicBezTo>
                  <a:cubicBezTo>
                    <a:pt x="88" y="75"/>
                    <a:pt x="82" y="70"/>
                    <a:pt x="78" y="67"/>
                  </a:cubicBezTo>
                  <a:cubicBezTo>
                    <a:pt x="78" y="67"/>
                    <a:pt x="72" y="60"/>
                    <a:pt x="79" y="52"/>
                  </a:cubicBezTo>
                  <a:cubicBezTo>
                    <a:pt x="107" y="24"/>
                    <a:pt x="107" y="24"/>
                    <a:pt x="107" y="24"/>
                  </a:cubicBezTo>
                  <a:cubicBezTo>
                    <a:pt x="111" y="20"/>
                    <a:pt x="113" y="15"/>
                    <a:pt x="113" y="10"/>
                  </a:cubicBezTo>
                  <a:cubicBezTo>
                    <a:pt x="113" y="10"/>
                    <a:pt x="113" y="8"/>
                    <a:pt x="113" y="6"/>
                  </a:cubicBezTo>
                  <a:cubicBezTo>
                    <a:pt x="112" y="5"/>
                    <a:pt x="111" y="3"/>
                    <a:pt x="110" y="2"/>
                  </a:cubicBezTo>
                  <a:cubicBezTo>
                    <a:pt x="109" y="1"/>
                    <a:pt x="106" y="0"/>
                    <a:pt x="103" y="0"/>
                  </a:cubicBezTo>
                  <a:cubicBezTo>
                    <a:pt x="103" y="0"/>
                    <a:pt x="99" y="0"/>
                    <a:pt x="99" y="0"/>
                  </a:cubicBezTo>
                  <a:cubicBezTo>
                    <a:pt x="91" y="0"/>
                    <a:pt x="85" y="3"/>
                    <a:pt x="80" y="8"/>
                  </a:cubicBezTo>
                  <a:cubicBezTo>
                    <a:pt x="80" y="8"/>
                    <a:pt x="61" y="26"/>
                    <a:pt x="57" y="31"/>
                  </a:cubicBezTo>
                  <a:cubicBezTo>
                    <a:pt x="31" y="57"/>
                    <a:pt x="31" y="57"/>
                    <a:pt x="31" y="57"/>
                  </a:cubicBezTo>
                  <a:cubicBezTo>
                    <a:pt x="31" y="57"/>
                    <a:pt x="31" y="16"/>
                    <a:pt x="31" y="16"/>
                  </a:cubicBezTo>
                  <a:cubicBezTo>
                    <a:pt x="31" y="7"/>
                    <a:pt x="23" y="0"/>
                    <a:pt x="14" y="0"/>
                  </a:cubicBezTo>
                  <a:cubicBezTo>
                    <a:pt x="14" y="0"/>
                    <a:pt x="7" y="0"/>
                    <a:pt x="7" y="0"/>
                  </a:cubicBezTo>
                  <a:cubicBezTo>
                    <a:pt x="5" y="0"/>
                    <a:pt x="2" y="0"/>
                    <a:pt x="1" y="0"/>
                  </a:cubicBezTo>
                  <a:cubicBezTo>
                    <a:pt x="0" y="1"/>
                    <a:pt x="0" y="2"/>
                    <a:pt x="0" y="3"/>
                  </a:cubicBezTo>
                  <a:cubicBezTo>
                    <a:pt x="0" y="3"/>
                    <a:pt x="0" y="111"/>
                    <a:pt x="0" y="111"/>
                  </a:cubicBezTo>
                  <a:cubicBezTo>
                    <a:pt x="0" y="112"/>
                    <a:pt x="1" y="113"/>
                    <a:pt x="2" y="113"/>
                  </a:cubicBezTo>
                  <a:lnTo>
                    <a:pt x="8"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3"/>
            <p:cNvSpPr>
              <a:spLocks/>
            </p:cNvSpPr>
            <p:nvPr/>
          </p:nvSpPr>
          <p:spPr bwMode="gray">
            <a:xfrm>
              <a:off x="-2695575" y="3063875"/>
              <a:ext cx="427038" cy="431800"/>
            </a:xfrm>
            <a:custGeom>
              <a:avLst/>
              <a:gdLst>
                <a:gd name="T0" fmla="*/ 111 w 114"/>
                <a:gd name="T1" fmla="*/ 66 h 115"/>
                <a:gd name="T2" fmla="*/ 94 w 114"/>
                <a:gd name="T3" fmla="*/ 66 h 115"/>
                <a:gd name="T4" fmla="*/ 82 w 114"/>
                <a:gd name="T5" fmla="*/ 74 h 115"/>
                <a:gd name="T6" fmla="*/ 76 w 114"/>
                <a:gd name="T7" fmla="*/ 82 h 115"/>
                <a:gd name="T8" fmla="*/ 65 w 114"/>
                <a:gd name="T9" fmla="*/ 86 h 115"/>
                <a:gd name="T10" fmla="*/ 53 w 114"/>
                <a:gd name="T11" fmla="*/ 82 h 115"/>
                <a:gd name="T12" fmla="*/ 42 w 114"/>
                <a:gd name="T13" fmla="*/ 73 h 115"/>
                <a:gd name="T14" fmla="*/ 34 w 114"/>
                <a:gd name="T15" fmla="*/ 61 h 115"/>
                <a:gd name="T16" fmla="*/ 31 w 114"/>
                <a:gd name="T17" fmla="*/ 48 h 115"/>
                <a:gd name="T18" fmla="*/ 36 w 114"/>
                <a:gd name="T19" fmla="*/ 34 h 115"/>
                <a:gd name="T20" fmla="*/ 49 w 114"/>
                <a:gd name="T21" fmla="*/ 29 h 115"/>
                <a:gd name="T22" fmla="*/ 66 w 114"/>
                <a:gd name="T23" fmla="*/ 35 h 115"/>
                <a:gd name="T24" fmla="*/ 74 w 114"/>
                <a:gd name="T25" fmla="*/ 38 h 115"/>
                <a:gd name="T26" fmla="*/ 82 w 114"/>
                <a:gd name="T27" fmla="*/ 34 h 115"/>
                <a:gd name="T28" fmla="*/ 94 w 114"/>
                <a:gd name="T29" fmla="*/ 22 h 115"/>
                <a:gd name="T30" fmla="*/ 95 w 114"/>
                <a:gd name="T31" fmla="*/ 20 h 115"/>
                <a:gd name="T32" fmla="*/ 93 w 114"/>
                <a:gd name="T33" fmla="*/ 18 h 115"/>
                <a:gd name="T34" fmla="*/ 73 w 114"/>
                <a:gd name="T35" fmla="*/ 5 h 115"/>
                <a:gd name="T36" fmla="*/ 49 w 114"/>
                <a:gd name="T37" fmla="*/ 0 h 115"/>
                <a:gd name="T38" fmla="*/ 3 w 114"/>
                <a:gd name="T39" fmla="*/ 0 h 115"/>
                <a:gd name="T40" fmla="*/ 0 w 114"/>
                <a:gd name="T41" fmla="*/ 3 h 115"/>
                <a:gd name="T42" fmla="*/ 0 w 114"/>
                <a:gd name="T43" fmla="*/ 49 h 115"/>
                <a:gd name="T44" fmla="*/ 6 w 114"/>
                <a:gd name="T45" fmla="*/ 74 h 115"/>
                <a:gd name="T46" fmla="*/ 20 w 114"/>
                <a:gd name="T47" fmla="*/ 95 h 115"/>
                <a:gd name="T48" fmla="*/ 41 w 114"/>
                <a:gd name="T49" fmla="*/ 109 h 115"/>
                <a:gd name="T50" fmla="*/ 65 w 114"/>
                <a:gd name="T51" fmla="*/ 115 h 115"/>
                <a:gd name="T52" fmla="*/ 84 w 114"/>
                <a:gd name="T53" fmla="*/ 111 h 115"/>
                <a:gd name="T54" fmla="*/ 99 w 114"/>
                <a:gd name="T55" fmla="*/ 102 h 115"/>
                <a:gd name="T56" fmla="*/ 109 w 114"/>
                <a:gd name="T57" fmla="*/ 87 h 115"/>
                <a:gd name="T58" fmla="*/ 114 w 114"/>
                <a:gd name="T59" fmla="*/ 69 h 115"/>
                <a:gd name="T60" fmla="*/ 111 w 114"/>
                <a:gd name="T61" fmla="*/ 66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14" h="115">
                  <a:moveTo>
                    <a:pt x="111" y="66"/>
                  </a:moveTo>
                  <a:cubicBezTo>
                    <a:pt x="94" y="66"/>
                    <a:pt x="94" y="66"/>
                    <a:pt x="94" y="66"/>
                  </a:cubicBezTo>
                  <a:cubicBezTo>
                    <a:pt x="88" y="66"/>
                    <a:pt x="84" y="68"/>
                    <a:pt x="82" y="74"/>
                  </a:cubicBezTo>
                  <a:cubicBezTo>
                    <a:pt x="81" y="77"/>
                    <a:pt x="79" y="80"/>
                    <a:pt x="76" y="82"/>
                  </a:cubicBezTo>
                  <a:cubicBezTo>
                    <a:pt x="73" y="84"/>
                    <a:pt x="70" y="86"/>
                    <a:pt x="65" y="86"/>
                  </a:cubicBezTo>
                  <a:cubicBezTo>
                    <a:pt x="62" y="86"/>
                    <a:pt x="57" y="84"/>
                    <a:pt x="53" y="82"/>
                  </a:cubicBezTo>
                  <a:cubicBezTo>
                    <a:pt x="49" y="80"/>
                    <a:pt x="46" y="77"/>
                    <a:pt x="42" y="73"/>
                  </a:cubicBezTo>
                  <a:cubicBezTo>
                    <a:pt x="39" y="70"/>
                    <a:pt x="36" y="66"/>
                    <a:pt x="34" y="61"/>
                  </a:cubicBezTo>
                  <a:cubicBezTo>
                    <a:pt x="32" y="57"/>
                    <a:pt x="31" y="52"/>
                    <a:pt x="31" y="48"/>
                  </a:cubicBezTo>
                  <a:cubicBezTo>
                    <a:pt x="31" y="42"/>
                    <a:pt x="33" y="38"/>
                    <a:pt x="36" y="34"/>
                  </a:cubicBezTo>
                  <a:cubicBezTo>
                    <a:pt x="40" y="31"/>
                    <a:pt x="44" y="29"/>
                    <a:pt x="49" y="29"/>
                  </a:cubicBezTo>
                  <a:cubicBezTo>
                    <a:pt x="55" y="29"/>
                    <a:pt x="61" y="31"/>
                    <a:pt x="66" y="35"/>
                  </a:cubicBezTo>
                  <a:cubicBezTo>
                    <a:pt x="69" y="37"/>
                    <a:pt x="71" y="38"/>
                    <a:pt x="74" y="38"/>
                  </a:cubicBezTo>
                  <a:cubicBezTo>
                    <a:pt x="76" y="38"/>
                    <a:pt x="79" y="36"/>
                    <a:pt x="82" y="34"/>
                  </a:cubicBezTo>
                  <a:cubicBezTo>
                    <a:pt x="94" y="22"/>
                    <a:pt x="94" y="22"/>
                    <a:pt x="94" y="22"/>
                  </a:cubicBezTo>
                  <a:cubicBezTo>
                    <a:pt x="95" y="21"/>
                    <a:pt x="95" y="21"/>
                    <a:pt x="95" y="20"/>
                  </a:cubicBezTo>
                  <a:cubicBezTo>
                    <a:pt x="94" y="19"/>
                    <a:pt x="94" y="19"/>
                    <a:pt x="93" y="18"/>
                  </a:cubicBezTo>
                  <a:cubicBezTo>
                    <a:pt x="87" y="12"/>
                    <a:pt x="80" y="8"/>
                    <a:pt x="73" y="5"/>
                  </a:cubicBezTo>
                  <a:cubicBezTo>
                    <a:pt x="65" y="1"/>
                    <a:pt x="57" y="0"/>
                    <a:pt x="49" y="0"/>
                  </a:cubicBezTo>
                  <a:cubicBezTo>
                    <a:pt x="3" y="0"/>
                    <a:pt x="3" y="0"/>
                    <a:pt x="3" y="0"/>
                  </a:cubicBezTo>
                  <a:cubicBezTo>
                    <a:pt x="1" y="0"/>
                    <a:pt x="0" y="1"/>
                    <a:pt x="0" y="3"/>
                  </a:cubicBezTo>
                  <a:cubicBezTo>
                    <a:pt x="0" y="49"/>
                    <a:pt x="0" y="49"/>
                    <a:pt x="0" y="49"/>
                  </a:cubicBezTo>
                  <a:cubicBezTo>
                    <a:pt x="0" y="57"/>
                    <a:pt x="2" y="66"/>
                    <a:pt x="6" y="74"/>
                  </a:cubicBezTo>
                  <a:cubicBezTo>
                    <a:pt x="9" y="82"/>
                    <a:pt x="14" y="89"/>
                    <a:pt x="20" y="95"/>
                  </a:cubicBezTo>
                  <a:cubicBezTo>
                    <a:pt x="26" y="101"/>
                    <a:pt x="33" y="106"/>
                    <a:pt x="41" y="109"/>
                  </a:cubicBezTo>
                  <a:cubicBezTo>
                    <a:pt x="49" y="113"/>
                    <a:pt x="57" y="115"/>
                    <a:pt x="65" y="115"/>
                  </a:cubicBezTo>
                  <a:cubicBezTo>
                    <a:pt x="72" y="115"/>
                    <a:pt x="78" y="114"/>
                    <a:pt x="84" y="111"/>
                  </a:cubicBezTo>
                  <a:cubicBezTo>
                    <a:pt x="90" y="109"/>
                    <a:pt x="95" y="106"/>
                    <a:pt x="99" y="102"/>
                  </a:cubicBezTo>
                  <a:cubicBezTo>
                    <a:pt x="103" y="98"/>
                    <a:pt x="107" y="93"/>
                    <a:pt x="109" y="87"/>
                  </a:cubicBezTo>
                  <a:cubicBezTo>
                    <a:pt x="112" y="81"/>
                    <a:pt x="113" y="75"/>
                    <a:pt x="114" y="69"/>
                  </a:cubicBezTo>
                  <a:cubicBezTo>
                    <a:pt x="114" y="67"/>
                    <a:pt x="113" y="66"/>
                    <a:pt x="111"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0"/>
            <p:cNvSpPr>
              <a:spLocks/>
            </p:cNvSpPr>
            <p:nvPr/>
          </p:nvSpPr>
          <p:spPr bwMode="gray">
            <a:xfrm>
              <a:off x="-3157538" y="3063875"/>
              <a:ext cx="461963" cy="423862"/>
            </a:xfrm>
            <a:custGeom>
              <a:avLst/>
              <a:gdLst>
                <a:gd name="T0" fmla="*/ 121 w 123"/>
                <a:gd name="T1" fmla="*/ 99 h 113"/>
                <a:gd name="T2" fmla="*/ 104 w 123"/>
                <a:gd name="T3" fmla="*/ 88 h 113"/>
                <a:gd name="T4" fmla="*/ 91 w 123"/>
                <a:gd name="T5" fmla="*/ 78 h 113"/>
                <a:gd name="T6" fmla="*/ 107 w 123"/>
                <a:gd name="T7" fmla="*/ 67 h 113"/>
                <a:gd name="T8" fmla="*/ 113 w 123"/>
                <a:gd name="T9" fmla="*/ 49 h 113"/>
                <a:gd name="T10" fmla="*/ 107 w 123"/>
                <a:gd name="T11" fmla="*/ 30 h 113"/>
                <a:gd name="T12" fmla="*/ 92 w 123"/>
                <a:gd name="T13" fmla="*/ 14 h 113"/>
                <a:gd name="T14" fmla="*/ 71 w 123"/>
                <a:gd name="T15" fmla="*/ 4 h 113"/>
                <a:gd name="T16" fmla="*/ 48 w 123"/>
                <a:gd name="T17" fmla="*/ 0 h 113"/>
                <a:gd name="T18" fmla="*/ 2 w 123"/>
                <a:gd name="T19" fmla="*/ 0 h 113"/>
                <a:gd name="T20" fmla="*/ 0 w 123"/>
                <a:gd name="T21" fmla="*/ 2 h 113"/>
                <a:gd name="T22" fmla="*/ 0 w 123"/>
                <a:gd name="T23" fmla="*/ 79 h 113"/>
                <a:gd name="T24" fmla="*/ 0 w 123"/>
                <a:gd name="T25" fmla="*/ 96 h 113"/>
                <a:gd name="T26" fmla="*/ 0 w 123"/>
                <a:gd name="T27" fmla="*/ 102 h 113"/>
                <a:gd name="T28" fmla="*/ 0 w 123"/>
                <a:gd name="T29" fmla="*/ 109 h 113"/>
                <a:gd name="T30" fmla="*/ 1 w 123"/>
                <a:gd name="T31" fmla="*/ 112 h 113"/>
                <a:gd name="T32" fmla="*/ 7 w 123"/>
                <a:gd name="T33" fmla="*/ 113 h 113"/>
                <a:gd name="T34" fmla="*/ 15 w 123"/>
                <a:gd name="T35" fmla="*/ 112 h 113"/>
                <a:gd name="T36" fmla="*/ 25 w 123"/>
                <a:gd name="T37" fmla="*/ 105 h 113"/>
                <a:gd name="T38" fmla="*/ 30 w 123"/>
                <a:gd name="T39" fmla="*/ 86 h 113"/>
                <a:gd name="T40" fmla="*/ 30 w 123"/>
                <a:gd name="T41" fmla="*/ 39 h 113"/>
                <a:gd name="T42" fmla="*/ 31 w 123"/>
                <a:gd name="T43" fmla="*/ 36 h 113"/>
                <a:gd name="T44" fmla="*/ 32 w 123"/>
                <a:gd name="T45" fmla="*/ 34 h 113"/>
                <a:gd name="T46" fmla="*/ 60 w 123"/>
                <a:gd name="T47" fmla="*/ 28 h 113"/>
                <a:gd name="T48" fmla="*/ 80 w 123"/>
                <a:gd name="T49" fmla="*/ 50 h 113"/>
                <a:gd name="T50" fmla="*/ 64 w 123"/>
                <a:gd name="T51" fmla="*/ 58 h 113"/>
                <a:gd name="T52" fmla="*/ 53 w 123"/>
                <a:gd name="T53" fmla="*/ 57 h 113"/>
                <a:gd name="T54" fmla="*/ 48 w 123"/>
                <a:gd name="T55" fmla="*/ 55 h 113"/>
                <a:gd name="T56" fmla="*/ 44 w 123"/>
                <a:gd name="T57" fmla="*/ 54 h 113"/>
                <a:gd name="T58" fmla="*/ 43 w 123"/>
                <a:gd name="T59" fmla="*/ 57 h 113"/>
                <a:gd name="T60" fmla="*/ 43 w 123"/>
                <a:gd name="T61" fmla="*/ 69 h 113"/>
                <a:gd name="T62" fmla="*/ 47 w 123"/>
                <a:gd name="T63" fmla="*/ 79 h 113"/>
                <a:gd name="T64" fmla="*/ 84 w 123"/>
                <a:gd name="T65" fmla="*/ 109 h 113"/>
                <a:gd name="T66" fmla="*/ 96 w 123"/>
                <a:gd name="T67" fmla="*/ 113 h 113"/>
                <a:gd name="T68" fmla="*/ 121 w 123"/>
                <a:gd name="T69" fmla="*/ 113 h 113"/>
                <a:gd name="T70" fmla="*/ 123 w 123"/>
                <a:gd name="T71" fmla="*/ 110 h 113"/>
                <a:gd name="T72" fmla="*/ 123 w 123"/>
                <a:gd name="T73" fmla="*/ 102 h 113"/>
                <a:gd name="T74" fmla="*/ 121 w 123"/>
                <a:gd name="T75" fmla="*/ 99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13">
                  <a:moveTo>
                    <a:pt x="121" y="99"/>
                  </a:moveTo>
                  <a:cubicBezTo>
                    <a:pt x="121" y="99"/>
                    <a:pt x="115" y="98"/>
                    <a:pt x="104" y="88"/>
                  </a:cubicBezTo>
                  <a:cubicBezTo>
                    <a:pt x="98" y="83"/>
                    <a:pt x="93" y="80"/>
                    <a:pt x="91" y="78"/>
                  </a:cubicBezTo>
                  <a:cubicBezTo>
                    <a:pt x="93" y="77"/>
                    <a:pt x="100" y="74"/>
                    <a:pt x="107" y="67"/>
                  </a:cubicBezTo>
                  <a:cubicBezTo>
                    <a:pt x="111" y="62"/>
                    <a:pt x="113" y="56"/>
                    <a:pt x="113" y="49"/>
                  </a:cubicBezTo>
                  <a:cubicBezTo>
                    <a:pt x="113" y="42"/>
                    <a:pt x="111" y="36"/>
                    <a:pt x="107" y="30"/>
                  </a:cubicBezTo>
                  <a:cubicBezTo>
                    <a:pt x="103" y="24"/>
                    <a:pt x="98" y="18"/>
                    <a:pt x="92" y="14"/>
                  </a:cubicBezTo>
                  <a:cubicBezTo>
                    <a:pt x="86" y="10"/>
                    <a:pt x="79" y="6"/>
                    <a:pt x="71" y="4"/>
                  </a:cubicBezTo>
                  <a:cubicBezTo>
                    <a:pt x="63" y="1"/>
                    <a:pt x="56" y="0"/>
                    <a:pt x="48" y="0"/>
                  </a:cubicBezTo>
                  <a:cubicBezTo>
                    <a:pt x="48" y="0"/>
                    <a:pt x="2" y="0"/>
                    <a:pt x="2" y="0"/>
                  </a:cubicBezTo>
                  <a:cubicBezTo>
                    <a:pt x="1" y="0"/>
                    <a:pt x="0" y="1"/>
                    <a:pt x="0" y="2"/>
                  </a:cubicBezTo>
                  <a:cubicBezTo>
                    <a:pt x="0" y="2"/>
                    <a:pt x="0" y="79"/>
                    <a:pt x="0" y="79"/>
                  </a:cubicBezTo>
                  <a:cubicBezTo>
                    <a:pt x="0" y="96"/>
                    <a:pt x="0" y="96"/>
                    <a:pt x="0" y="96"/>
                  </a:cubicBezTo>
                  <a:cubicBezTo>
                    <a:pt x="0" y="102"/>
                    <a:pt x="0" y="102"/>
                    <a:pt x="0" y="102"/>
                  </a:cubicBezTo>
                  <a:cubicBezTo>
                    <a:pt x="0" y="109"/>
                    <a:pt x="0" y="109"/>
                    <a:pt x="0" y="109"/>
                  </a:cubicBezTo>
                  <a:cubicBezTo>
                    <a:pt x="0" y="110"/>
                    <a:pt x="0" y="112"/>
                    <a:pt x="1" y="112"/>
                  </a:cubicBezTo>
                  <a:cubicBezTo>
                    <a:pt x="2" y="113"/>
                    <a:pt x="6" y="113"/>
                    <a:pt x="7" y="113"/>
                  </a:cubicBezTo>
                  <a:cubicBezTo>
                    <a:pt x="10" y="113"/>
                    <a:pt x="13" y="113"/>
                    <a:pt x="15" y="112"/>
                  </a:cubicBezTo>
                  <a:cubicBezTo>
                    <a:pt x="19" y="111"/>
                    <a:pt x="22" y="108"/>
                    <a:pt x="25" y="105"/>
                  </a:cubicBezTo>
                  <a:cubicBezTo>
                    <a:pt x="29" y="99"/>
                    <a:pt x="30" y="93"/>
                    <a:pt x="30" y="86"/>
                  </a:cubicBezTo>
                  <a:cubicBezTo>
                    <a:pt x="30" y="85"/>
                    <a:pt x="30" y="39"/>
                    <a:pt x="30" y="39"/>
                  </a:cubicBezTo>
                  <a:cubicBezTo>
                    <a:pt x="30" y="39"/>
                    <a:pt x="30" y="37"/>
                    <a:pt x="31" y="36"/>
                  </a:cubicBezTo>
                  <a:cubicBezTo>
                    <a:pt x="31" y="35"/>
                    <a:pt x="32" y="34"/>
                    <a:pt x="32" y="34"/>
                  </a:cubicBezTo>
                  <a:cubicBezTo>
                    <a:pt x="35" y="28"/>
                    <a:pt x="47" y="25"/>
                    <a:pt x="60" y="28"/>
                  </a:cubicBezTo>
                  <a:cubicBezTo>
                    <a:pt x="77" y="33"/>
                    <a:pt x="82" y="44"/>
                    <a:pt x="80" y="50"/>
                  </a:cubicBezTo>
                  <a:cubicBezTo>
                    <a:pt x="78" y="55"/>
                    <a:pt x="72" y="58"/>
                    <a:pt x="64" y="58"/>
                  </a:cubicBezTo>
                  <a:cubicBezTo>
                    <a:pt x="61" y="58"/>
                    <a:pt x="57" y="58"/>
                    <a:pt x="53" y="57"/>
                  </a:cubicBezTo>
                  <a:cubicBezTo>
                    <a:pt x="53" y="57"/>
                    <a:pt x="50" y="56"/>
                    <a:pt x="48" y="55"/>
                  </a:cubicBezTo>
                  <a:cubicBezTo>
                    <a:pt x="48" y="55"/>
                    <a:pt x="46" y="54"/>
                    <a:pt x="44" y="54"/>
                  </a:cubicBezTo>
                  <a:cubicBezTo>
                    <a:pt x="43" y="54"/>
                    <a:pt x="43" y="55"/>
                    <a:pt x="43" y="57"/>
                  </a:cubicBezTo>
                  <a:cubicBezTo>
                    <a:pt x="43" y="57"/>
                    <a:pt x="43" y="69"/>
                    <a:pt x="43" y="69"/>
                  </a:cubicBezTo>
                  <a:cubicBezTo>
                    <a:pt x="43" y="73"/>
                    <a:pt x="44" y="77"/>
                    <a:pt x="47" y="79"/>
                  </a:cubicBezTo>
                  <a:cubicBezTo>
                    <a:pt x="47" y="79"/>
                    <a:pt x="84" y="109"/>
                    <a:pt x="84" y="109"/>
                  </a:cubicBezTo>
                  <a:cubicBezTo>
                    <a:pt x="88" y="112"/>
                    <a:pt x="92" y="113"/>
                    <a:pt x="96" y="113"/>
                  </a:cubicBezTo>
                  <a:cubicBezTo>
                    <a:pt x="121" y="113"/>
                    <a:pt x="121" y="113"/>
                    <a:pt x="121" y="113"/>
                  </a:cubicBezTo>
                  <a:cubicBezTo>
                    <a:pt x="122" y="113"/>
                    <a:pt x="123" y="112"/>
                    <a:pt x="123" y="110"/>
                  </a:cubicBezTo>
                  <a:cubicBezTo>
                    <a:pt x="123" y="102"/>
                    <a:pt x="123" y="102"/>
                    <a:pt x="123" y="102"/>
                  </a:cubicBezTo>
                  <a:cubicBezTo>
                    <a:pt x="123" y="101"/>
                    <a:pt x="122" y="99"/>
                    <a:pt x="121" y="9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1"/>
            <p:cNvSpPr>
              <a:spLocks/>
            </p:cNvSpPr>
            <p:nvPr/>
          </p:nvSpPr>
          <p:spPr bwMode="gray">
            <a:xfrm>
              <a:off x="-3622675" y="3063875"/>
              <a:ext cx="428625" cy="423862"/>
            </a:xfrm>
            <a:custGeom>
              <a:avLst/>
              <a:gdLst>
                <a:gd name="T0" fmla="*/ 96 w 114"/>
                <a:gd name="T1" fmla="*/ 84 h 113"/>
                <a:gd name="T2" fmla="*/ 63 w 114"/>
                <a:gd name="T3" fmla="*/ 84 h 113"/>
                <a:gd name="T4" fmla="*/ 50 w 114"/>
                <a:gd name="T5" fmla="*/ 81 h 113"/>
                <a:gd name="T6" fmla="*/ 40 w 114"/>
                <a:gd name="T7" fmla="*/ 73 h 113"/>
                <a:gd name="T8" fmla="*/ 33 w 114"/>
                <a:gd name="T9" fmla="*/ 61 h 113"/>
                <a:gd name="T10" fmla="*/ 30 w 114"/>
                <a:gd name="T11" fmla="*/ 48 h 113"/>
                <a:gd name="T12" fmla="*/ 35 w 114"/>
                <a:gd name="T13" fmla="*/ 34 h 113"/>
                <a:gd name="T14" fmla="*/ 39 w 114"/>
                <a:gd name="T15" fmla="*/ 31 h 113"/>
                <a:gd name="T16" fmla="*/ 43 w 114"/>
                <a:gd name="T17" fmla="*/ 30 h 113"/>
                <a:gd name="T18" fmla="*/ 50 w 114"/>
                <a:gd name="T19" fmla="*/ 29 h 113"/>
                <a:gd name="T20" fmla="*/ 56 w 114"/>
                <a:gd name="T21" fmla="*/ 30 h 113"/>
                <a:gd name="T22" fmla="*/ 67 w 114"/>
                <a:gd name="T23" fmla="*/ 34 h 113"/>
                <a:gd name="T24" fmla="*/ 81 w 114"/>
                <a:gd name="T25" fmla="*/ 47 h 113"/>
                <a:gd name="T26" fmla="*/ 47 w 114"/>
                <a:gd name="T27" fmla="*/ 47 h 113"/>
                <a:gd name="T28" fmla="*/ 44 w 114"/>
                <a:gd name="T29" fmla="*/ 50 h 113"/>
                <a:gd name="T30" fmla="*/ 46 w 114"/>
                <a:gd name="T31" fmla="*/ 58 h 113"/>
                <a:gd name="T32" fmla="*/ 67 w 114"/>
                <a:gd name="T33" fmla="*/ 71 h 113"/>
                <a:gd name="T34" fmla="*/ 99 w 114"/>
                <a:gd name="T35" fmla="*/ 71 h 113"/>
                <a:gd name="T36" fmla="*/ 111 w 114"/>
                <a:gd name="T37" fmla="*/ 67 h 113"/>
                <a:gd name="T38" fmla="*/ 114 w 114"/>
                <a:gd name="T39" fmla="*/ 57 h 113"/>
                <a:gd name="T40" fmla="*/ 108 w 114"/>
                <a:gd name="T41" fmla="*/ 38 h 113"/>
                <a:gd name="T42" fmla="*/ 94 w 114"/>
                <a:gd name="T43" fmla="*/ 19 h 113"/>
                <a:gd name="T44" fmla="*/ 74 w 114"/>
                <a:gd name="T45" fmla="*/ 5 h 113"/>
                <a:gd name="T46" fmla="*/ 50 w 114"/>
                <a:gd name="T47" fmla="*/ 0 h 113"/>
                <a:gd name="T48" fmla="*/ 3 w 114"/>
                <a:gd name="T49" fmla="*/ 0 h 113"/>
                <a:gd name="T50" fmla="*/ 0 w 114"/>
                <a:gd name="T51" fmla="*/ 2 h 113"/>
                <a:gd name="T52" fmla="*/ 0 w 114"/>
                <a:gd name="T53" fmla="*/ 49 h 113"/>
                <a:gd name="T54" fmla="*/ 5 w 114"/>
                <a:gd name="T55" fmla="*/ 73 h 113"/>
                <a:gd name="T56" fmla="*/ 19 w 114"/>
                <a:gd name="T57" fmla="*/ 94 h 113"/>
                <a:gd name="T58" fmla="*/ 39 w 114"/>
                <a:gd name="T59" fmla="*/ 108 h 113"/>
                <a:gd name="T60" fmla="*/ 64 w 114"/>
                <a:gd name="T61" fmla="*/ 113 h 113"/>
                <a:gd name="T62" fmla="*/ 111 w 114"/>
                <a:gd name="T63" fmla="*/ 113 h 113"/>
                <a:gd name="T64" fmla="*/ 114 w 114"/>
                <a:gd name="T65" fmla="*/ 111 h 113"/>
                <a:gd name="T66" fmla="*/ 114 w 114"/>
                <a:gd name="T67" fmla="*/ 101 h 113"/>
                <a:gd name="T68" fmla="*/ 109 w 114"/>
                <a:gd name="T69" fmla="*/ 88 h 113"/>
                <a:gd name="T70" fmla="*/ 96 w 114"/>
                <a:gd name="T71" fmla="*/ 84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14" h="113">
                  <a:moveTo>
                    <a:pt x="96" y="84"/>
                  </a:moveTo>
                  <a:cubicBezTo>
                    <a:pt x="63" y="84"/>
                    <a:pt x="63" y="84"/>
                    <a:pt x="63" y="84"/>
                  </a:cubicBezTo>
                  <a:cubicBezTo>
                    <a:pt x="59" y="84"/>
                    <a:pt x="54" y="82"/>
                    <a:pt x="50" y="81"/>
                  </a:cubicBezTo>
                  <a:cubicBezTo>
                    <a:pt x="47" y="79"/>
                    <a:pt x="41" y="74"/>
                    <a:pt x="40" y="73"/>
                  </a:cubicBezTo>
                  <a:cubicBezTo>
                    <a:pt x="37" y="69"/>
                    <a:pt x="34" y="65"/>
                    <a:pt x="33" y="61"/>
                  </a:cubicBezTo>
                  <a:cubicBezTo>
                    <a:pt x="31" y="57"/>
                    <a:pt x="30" y="52"/>
                    <a:pt x="30" y="48"/>
                  </a:cubicBezTo>
                  <a:cubicBezTo>
                    <a:pt x="30" y="42"/>
                    <a:pt x="32" y="37"/>
                    <a:pt x="35" y="34"/>
                  </a:cubicBezTo>
                  <a:cubicBezTo>
                    <a:pt x="36" y="33"/>
                    <a:pt x="37" y="32"/>
                    <a:pt x="39" y="31"/>
                  </a:cubicBezTo>
                  <a:cubicBezTo>
                    <a:pt x="40" y="30"/>
                    <a:pt x="42" y="30"/>
                    <a:pt x="43" y="30"/>
                  </a:cubicBezTo>
                  <a:cubicBezTo>
                    <a:pt x="45" y="29"/>
                    <a:pt x="48" y="29"/>
                    <a:pt x="50" y="29"/>
                  </a:cubicBezTo>
                  <a:cubicBezTo>
                    <a:pt x="52" y="29"/>
                    <a:pt x="54" y="29"/>
                    <a:pt x="56" y="30"/>
                  </a:cubicBezTo>
                  <a:cubicBezTo>
                    <a:pt x="60" y="30"/>
                    <a:pt x="64" y="32"/>
                    <a:pt x="67" y="34"/>
                  </a:cubicBezTo>
                  <a:cubicBezTo>
                    <a:pt x="72" y="37"/>
                    <a:pt x="78" y="42"/>
                    <a:pt x="81" y="47"/>
                  </a:cubicBezTo>
                  <a:cubicBezTo>
                    <a:pt x="47" y="47"/>
                    <a:pt x="47" y="47"/>
                    <a:pt x="47" y="47"/>
                  </a:cubicBezTo>
                  <a:cubicBezTo>
                    <a:pt x="45" y="47"/>
                    <a:pt x="44" y="48"/>
                    <a:pt x="44" y="50"/>
                  </a:cubicBezTo>
                  <a:cubicBezTo>
                    <a:pt x="44" y="53"/>
                    <a:pt x="45" y="55"/>
                    <a:pt x="46" y="58"/>
                  </a:cubicBezTo>
                  <a:cubicBezTo>
                    <a:pt x="47" y="61"/>
                    <a:pt x="54" y="71"/>
                    <a:pt x="67" y="71"/>
                  </a:cubicBezTo>
                  <a:cubicBezTo>
                    <a:pt x="99" y="71"/>
                    <a:pt x="99" y="71"/>
                    <a:pt x="99" y="71"/>
                  </a:cubicBezTo>
                  <a:cubicBezTo>
                    <a:pt x="105" y="71"/>
                    <a:pt x="109" y="70"/>
                    <a:pt x="111" y="67"/>
                  </a:cubicBezTo>
                  <a:cubicBezTo>
                    <a:pt x="113" y="64"/>
                    <a:pt x="114" y="61"/>
                    <a:pt x="114" y="57"/>
                  </a:cubicBezTo>
                  <a:cubicBezTo>
                    <a:pt x="114" y="51"/>
                    <a:pt x="112" y="44"/>
                    <a:pt x="108" y="38"/>
                  </a:cubicBezTo>
                  <a:cubicBezTo>
                    <a:pt x="105" y="31"/>
                    <a:pt x="100" y="24"/>
                    <a:pt x="94" y="19"/>
                  </a:cubicBezTo>
                  <a:cubicBezTo>
                    <a:pt x="89" y="13"/>
                    <a:pt x="82" y="9"/>
                    <a:pt x="74" y="5"/>
                  </a:cubicBezTo>
                  <a:cubicBezTo>
                    <a:pt x="66" y="1"/>
                    <a:pt x="58" y="0"/>
                    <a:pt x="50" y="0"/>
                  </a:cubicBezTo>
                  <a:cubicBezTo>
                    <a:pt x="50" y="0"/>
                    <a:pt x="3" y="0"/>
                    <a:pt x="3" y="0"/>
                  </a:cubicBezTo>
                  <a:cubicBezTo>
                    <a:pt x="1" y="0"/>
                    <a:pt x="0" y="1"/>
                    <a:pt x="0" y="2"/>
                  </a:cubicBezTo>
                  <a:cubicBezTo>
                    <a:pt x="0" y="2"/>
                    <a:pt x="0" y="49"/>
                    <a:pt x="0" y="49"/>
                  </a:cubicBezTo>
                  <a:cubicBezTo>
                    <a:pt x="0" y="57"/>
                    <a:pt x="2" y="66"/>
                    <a:pt x="5" y="73"/>
                  </a:cubicBezTo>
                  <a:cubicBezTo>
                    <a:pt x="9" y="81"/>
                    <a:pt x="13" y="88"/>
                    <a:pt x="19" y="94"/>
                  </a:cubicBezTo>
                  <a:cubicBezTo>
                    <a:pt x="25" y="100"/>
                    <a:pt x="32" y="104"/>
                    <a:pt x="39" y="108"/>
                  </a:cubicBezTo>
                  <a:cubicBezTo>
                    <a:pt x="47" y="111"/>
                    <a:pt x="55" y="113"/>
                    <a:pt x="64" y="113"/>
                  </a:cubicBezTo>
                  <a:cubicBezTo>
                    <a:pt x="111" y="113"/>
                    <a:pt x="111" y="113"/>
                    <a:pt x="111" y="113"/>
                  </a:cubicBezTo>
                  <a:cubicBezTo>
                    <a:pt x="112" y="113"/>
                    <a:pt x="114" y="112"/>
                    <a:pt x="114" y="111"/>
                  </a:cubicBezTo>
                  <a:cubicBezTo>
                    <a:pt x="114" y="101"/>
                    <a:pt x="114" y="101"/>
                    <a:pt x="114" y="101"/>
                  </a:cubicBezTo>
                  <a:cubicBezTo>
                    <a:pt x="114" y="96"/>
                    <a:pt x="112" y="91"/>
                    <a:pt x="109" y="88"/>
                  </a:cubicBezTo>
                  <a:cubicBezTo>
                    <a:pt x="106" y="85"/>
                    <a:pt x="102" y="84"/>
                    <a:pt x="96"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2"/>
            <p:cNvSpPr>
              <a:spLocks/>
            </p:cNvSpPr>
            <p:nvPr/>
          </p:nvSpPr>
          <p:spPr bwMode="gray">
            <a:xfrm>
              <a:off x="-4548188" y="3063875"/>
              <a:ext cx="889000" cy="423862"/>
            </a:xfrm>
            <a:custGeom>
              <a:avLst/>
              <a:gdLst>
                <a:gd name="T0" fmla="*/ 237 w 237"/>
                <a:gd name="T1" fmla="*/ 16 h 113"/>
                <a:gd name="T2" fmla="*/ 220 w 237"/>
                <a:gd name="T3" fmla="*/ 0 h 113"/>
                <a:gd name="T4" fmla="*/ 203 w 237"/>
                <a:gd name="T5" fmla="*/ 0 h 113"/>
                <a:gd name="T6" fmla="*/ 200 w 237"/>
                <a:gd name="T7" fmla="*/ 1 h 113"/>
                <a:gd name="T8" fmla="*/ 165 w 237"/>
                <a:gd name="T9" fmla="*/ 34 h 113"/>
                <a:gd name="T10" fmla="*/ 119 w 237"/>
                <a:gd name="T11" fmla="*/ 52 h 113"/>
                <a:gd name="T12" fmla="*/ 71 w 237"/>
                <a:gd name="T13" fmla="*/ 32 h 113"/>
                <a:gd name="T14" fmla="*/ 44 w 237"/>
                <a:gd name="T15" fmla="*/ 8 h 113"/>
                <a:gd name="T16" fmla="*/ 25 w 237"/>
                <a:gd name="T17" fmla="*/ 0 h 113"/>
                <a:gd name="T18" fmla="*/ 4 w 237"/>
                <a:gd name="T19" fmla="*/ 0 h 113"/>
                <a:gd name="T20" fmla="*/ 0 w 237"/>
                <a:gd name="T21" fmla="*/ 3 h 113"/>
                <a:gd name="T22" fmla="*/ 0 w 237"/>
                <a:gd name="T23" fmla="*/ 96 h 113"/>
                <a:gd name="T24" fmla="*/ 17 w 237"/>
                <a:gd name="T25" fmla="*/ 113 h 113"/>
                <a:gd name="T26" fmla="*/ 23 w 237"/>
                <a:gd name="T27" fmla="*/ 113 h 113"/>
                <a:gd name="T28" fmla="*/ 28 w 237"/>
                <a:gd name="T29" fmla="*/ 113 h 113"/>
                <a:gd name="T30" fmla="*/ 31 w 237"/>
                <a:gd name="T31" fmla="*/ 110 h 113"/>
                <a:gd name="T32" fmla="*/ 31 w 237"/>
                <a:gd name="T33" fmla="*/ 76 h 113"/>
                <a:gd name="T34" fmla="*/ 47 w 237"/>
                <a:gd name="T35" fmla="*/ 61 h 113"/>
                <a:gd name="T36" fmla="*/ 84 w 237"/>
                <a:gd name="T37" fmla="*/ 83 h 113"/>
                <a:gd name="T38" fmla="*/ 119 w 237"/>
                <a:gd name="T39" fmla="*/ 105 h 113"/>
                <a:gd name="T40" fmla="*/ 153 w 237"/>
                <a:gd name="T41" fmla="*/ 83 h 113"/>
                <a:gd name="T42" fmla="*/ 190 w 237"/>
                <a:gd name="T43" fmla="*/ 61 h 113"/>
                <a:gd name="T44" fmla="*/ 206 w 237"/>
                <a:gd name="T45" fmla="*/ 76 h 113"/>
                <a:gd name="T46" fmla="*/ 206 w 237"/>
                <a:gd name="T47" fmla="*/ 96 h 113"/>
                <a:gd name="T48" fmla="*/ 223 w 237"/>
                <a:gd name="T49" fmla="*/ 113 h 113"/>
                <a:gd name="T50" fmla="*/ 230 w 237"/>
                <a:gd name="T51" fmla="*/ 113 h 113"/>
                <a:gd name="T52" fmla="*/ 234 w 237"/>
                <a:gd name="T53" fmla="*/ 113 h 113"/>
                <a:gd name="T54" fmla="*/ 234 w 237"/>
                <a:gd name="T55" fmla="*/ 113 h 113"/>
                <a:gd name="T56" fmla="*/ 237 w 237"/>
                <a:gd name="T57" fmla="*/ 110 h 113"/>
                <a:gd name="T58" fmla="*/ 237 w 237"/>
                <a:gd name="T59" fmla="*/ 1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37" h="113">
                  <a:moveTo>
                    <a:pt x="237" y="16"/>
                  </a:moveTo>
                  <a:cubicBezTo>
                    <a:pt x="237" y="7"/>
                    <a:pt x="229" y="0"/>
                    <a:pt x="220" y="0"/>
                  </a:cubicBezTo>
                  <a:cubicBezTo>
                    <a:pt x="203" y="0"/>
                    <a:pt x="203" y="0"/>
                    <a:pt x="203" y="0"/>
                  </a:cubicBezTo>
                  <a:cubicBezTo>
                    <a:pt x="202" y="0"/>
                    <a:pt x="201" y="0"/>
                    <a:pt x="200" y="1"/>
                  </a:cubicBezTo>
                  <a:cubicBezTo>
                    <a:pt x="165" y="34"/>
                    <a:pt x="165" y="34"/>
                    <a:pt x="165" y="34"/>
                  </a:cubicBezTo>
                  <a:cubicBezTo>
                    <a:pt x="153" y="45"/>
                    <a:pt x="137" y="52"/>
                    <a:pt x="119" y="52"/>
                  </a:cubicBezTo>
                  <a:cubicBezTo>
                    <a:pt x="100" y="52"/>
                    <a:pt x="83" y="45"/>
                    <a:pt x="71" y="32"/>
                  </a:cubicBezTo>
                  <a:cubicBezTo>
                    <a:pt x="71" y="32"/>
                    <a:pt x="45" y="8"/>
                    <a:pt x="44" y="8"/>
                  </a:cubicBezTo>
                  <a:cubicBezTo>
                    <a:pt x="39" y="3"/>
                    <a:pt x="33" y="0"/>
                    <a:pt x="25" y="0"/>
                  </a:cubicBezTo>
                  <a:cubicBezTo>
                    <a:pt x="4" y="0"/>
                    <a:pt x="4" y="0"/>
                    <a:pt x="4" y="0"/>
                  </a:cubicBezTo>
                  <a:cubicBezTo>
                    <a:pt x="2" y="0"/>
                    <a:pt x="0" y="1"/>
                    <a:pt x="0" y="3"/>
                  </a:cubicBezTo>
                  <a:cubicBezTo>
                    <a:pt x="0" y="96"/>
                    <a:pt x="0" y="96"/>
                    <a:pt x="0" y="96"/>
                  </a:cubicBezTo>
                  <a:cubicBezTo>
                    <a:pt x="0" y="106"/>
                    <a:pt x="8" y="113"/>
                    <a:pt x="17" y="113"/>
                  </a:cubicBezTo>
                  <a:cubicBezTo>
                    <a:pt x="23" y="113"/>
                    <a:pt x="23" y="113"/>
                    <a:pt x="23" y="113"/>
                  </a:cubicBezTo>
                  <a:cubicBezTo>
                    <a:pt x="28" y="113"/>
                    <a:pt x="28" y="113"/>
                    <a:pt x="28" y="113"/>
                  </a:cubicBezTo>
                  <a:cubicBezTo>
                    <a:pt x="30" y="113"/>
                    <a:pt x="31" y="112"/>
                    <a:pt x="31" y="110"/>
                  </a:cubicBezTo>
                  <a:cubicBezTo>
                    <a:pt x="31" y="76"/>
                    <a:pt x="31" y="76"/>
                    <a:pt x="31" y="76"/>
                  </a:cubicBezTo>
                  <a:cubicBezTo>
                    <a:pt x="31" y="68"/>
                    <a:pt x="38" y="61"/>
                    <a:pt x="47" y="61"/>
                  </a:cubicBezTo>
                  <a:cubicBezTo>
                    <a:pt x="63" y="61"/>
                    <a:pt x="74" y="74"/>
                    <a:pt x="84" y="83"/>
                  </a:cubicBezTo>
                  <a:cubicBezTo>
                    <a:pt x="97" y="94"/>
                    <a:pt x="107" y="105"/>
                    <a:pt x="119" y="105"/>
                  </a:cubicBezTo>
                  <a:cubicBezTo>
                    <a:pt x="131" y="105"/>
                    <a:pt x="140" y="94"/>
                    <a:pt x="153" y="83"/>
                  </a:cubicBezTo>
                  <a:cubicBezTo>
                    <a:pt x="163" y="74"/>
                    <a:pt x="175" y="61"/>
                    <a:pt x="190" y="61"/>
                  </a:cubicBezTo>
                  <a:cubicBezTo>
                    <a:pt x="199" y="61"/>
                    <a:pt x="206" y="68"/>
                    <a:pt x="206" y="76"/>
                  </a:cubicBezTo>
                  <a:cubicBezTo>
                    <a:pt x="206" y="76"/>
                    <a:pt x="206" y="96"/>
                    <a:pt x="206" y="96"/>
                  </a:cubicBezTo>
                  <a:cubicBezTo>
                    <a:pt x="206" y="106"/>
                    <a:pt x="214" y="113"/>
                    <a:pt x="223" y="113"/>
                  </a:cubicBezTo>
                  <a:cubicBezTo>
                    <a:pt x="223" y="113"/>
                    <a:pt x="230" y="113"/>
                    <a:pt x="230" y="113"/>
                  </a:cubicBezTo>
                  <a:cubicBezTo>
                    <a:pt x="232" y="113"/>
                    <a:pt x="234" y="113"/>
                    <a:pt x="234" y="113"/>
                  </a:cubicBezTo>
                  <a:cubicBezTo>
                    <a:pt x="234" y="113"/>
                    <a:pt x="234" y="113"/>
                    <a:pt x="234" y="113"/>
                  </a:cubicBezTo>
                  <a:cubicBezTo>
                    <a:pt x="235" y="113"/>
                    <a:pt x="237" y="112"/>
                    <a:pt x="237" y="110"/>
                  </a:cubicBezTo>
                  <a:cubicBezTo>
                    <a:pt x="237" y="110"/>
                    <a:pt x="237" y="17"/>
                    <a:pt x="237"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7" name="Text Placeholder 16"/>
          <p:cNvSpPr>
            <a:spLocks noGrp="1"/>
          </p:cNvSpPr>
          <p:nvPr>
            <p:ph type="body" sz="quarter" idx="13" hasCustomPrompt="1"/>
          </p:nvPr>
        </p:nvSpPr>
        <p:spPr bwMode="gray">
          <a:xfrm>
            <a:off x="623392" y="3861048"/>
            <a:ext cx="3431578" cy="2231777"/>
          </a:xfrm>
          <a:prstGeom prst="rect">
            <a:avLst/>
          </a:prstGeom>
        </p:spPr>
        <p:txBody>
          <a:bodyPr wrap="none" anchor="b"/>
          <a:lstStyle>
            <a:lvl1pPr marL="0" indent="0">
              <a:buFont typeface="Arial" panose="020B0604020202020204" pitchFamily="34" charset="0"/>
              <a:buNone/>
              <a:defRPr sz="11500" b="0">
                <a:ln>
                  <a:noFill/>
                </a:ln>
                <a:solidFill>
                  <a:schemeClr val="bg2"/>
                </a:solidFill>
                <a:latin typeface="Merck" panose="04040805020F02020302" pitchFamily="82" charset="0"/>
              </a:defRPr>
            </a:lvl1pPr>
            <a:lvl2pPr marL="0" indent="0">
              <a:spcBef>
                <a:spcPts val="600"/>
              </a:spcBef>
              <a:buFont typeface="Arial" panose="020B0604020202020204" pitchFamily="34" charset="0"/>
              <a:buNone/>
              <a:defRPr sz="5000" b="0">
                <a:ln>
                  <a:solidFill>
                    <a:schemeClr val="bg2"/>
                  </a:solidFill>
                </a:ln>
                <a:noFill/>
                <a:latin typeface="Merck" panose="04040805020F02020302" pitchFamily="82" charset="0"/>
              </a:defRPr>
            </a:lvl2pPr>
            <a:lvl3pPr marL="0" indent="0">
              <a:spcBef>
                <a:spcPts val="600"/>
              </a:spcBef>
              <a:buNone/>
              <a:defRPr sz="5000" b="0">
                <a:ln>
                  <a:solidFill>
                    <a:schemeClr val="bg2"/>
                  </a:solidFill>
                </a:ln>
                <a:noFill/>
                <a:latin typeface="Merck" panose="04040805020F02020302" pitchFamily="82" charset="0"/>
              </a:defRPr>
            </a:lvl3pPr>
            <a:lvl4pPr marL="0" indent="0">
              <a:spcBef>
                <a:spcPts val="600"/>
              </a:spcBef>
              <a:buNone/>
              <a:defRPr sz="5000" b="0">
                <a:ln>
                  <a:solidFill>
                    <a:schemeClr val="bg2"/>
                  </a:solidFill>
                </a:ln>
                <a:noFill/>
                <a:latin typeface="Merck" panose="04040805020F02020302" pitchFamily="82" charset="0"/>
              </a:defRPr>
            </a:lvl4pPr>
            <a:lvl5pPr marL="0" indent="0">
              <a:spcBef>
                <a:spcPts val="600"/>
              </a:spcBef>
              <a:buNone/>
              <a:defRPr sz="5000" b="0">
                <a:ln>
                  <a:solidFill>
                    <a:schemeClr val="bg2"/>
                  </a:solidFill>
                </a:ln>
                <a:noFill/>
                <a:latin typeface="Merck" panose="04040805020F02020302" pitchFamily="82" charset="0"/>
              </a:defRPr>
            </a:lvl5pPr>
            <a:lvl6pPr marL="0" indent="0">
              <a:spcBef>
                <a:spcPts val="600"/>
              </a:spcBef>
              <a:buNone/>
              <a:defRPr sz="5000" b="0">
                <a:ln>
                  <a:solidFill>
                    <a:schemeClr val="bg2"/>
                  </a:solidFill>
                </a:ln>
                <a:noFill/>
                <a:latin typeface="Merck" panose="04040805020F02020302" pitchFamily="82" charset="0"/>
              </a:defRPr>
            </a:lvl6pPr>
            <a:lvl7pPr marL="0" indent="0">
              <a:spcBef>
                <a:spcPts val="600"/>
              </a:spcBef>
              <a:buNone/>
              <a:defRPr sz="5000" b="0">
                <a:ln>
                  <a:solidFill>
                    <a:schemeClr val="bg2"/>
                  </a:solidFill>
                </a:ln>
                <a:noFill/>
                <a:latin typeface="Merck" panose="04040805020F02020302" pitchFamily="82" charset="0"/>
              </a:defRPr>
            </a:lvl7pPr>
            <a:lvl8pPr marL="0" indent="0">
              <a:spcBef>
                <a:spcPts val="600"/>
              </a:spcBef>
              <a:buNone/>
              <a:defRPr sz="5000" b="0">
                <a:ln>
                  <a:solidFill>
                    <a:schemeClr val="bg2"/>
                  </a:solidFill>
                </a:ln>
                <a:noFill/>
                <a:latin typeface="Merck" panose="04040805020F02020302" pitchFamily="82" charset="0"/>
              </a:defRPr>
            </a:lvl8pPr>
            <a:lvl9pPr marL="0" indent="0">
              <a:spcBef>
                <a:spcPts val="600"/>
              </a:spcBef>
              <a:buNone/>
              <a:defRPr sz="5000" b="0">
                <a:ln>
                  <a:solidFill>
                    <a:schemeClr val="bg2"/>
                  </a:solidFill>
                </a:ln>
                <a:noFill/>
                <a:latin typeface="Merck" panose="04040805020F02020302" pitchFamily="82" charset="0"/>
              </a:defRPr>
            </a:lvl9pPr>
          </a:lstStyle>
          <a:p>
            <a:pPr lvl="0"/>
            <a:r>
              <a:rPr lang="en-US" dirty="0"/>
              <a:t>00</a:t>
            </a:r>
          </a:p>
        </p:txBody>
      </p:sp>
      <p:sp>
        <p:nvSpPr>
          <p:cNvPr id="2" name="Title 1"/>
          <p:cNvSpPr>
            <a:spLocks noGrp="1"/>
          </p:cNvSpPr>
          <p:nvPr>
            <p:ph type="title" hasCustomPrompt="1"/>
          </p:nvPr>
        </p:nvSpPr>
        <p:spPr bwMode="gray">
          <a:xfrm>
            <a:off x="6240463" y="980728"/>
            <a:ext cx="5327651" cy="1368151"/>
          </a:xfrm>
          <a:prstGeom prst="rect">
            <a:avLst/>
          </a:prstGeom>
          <a:noFill/>
        </p:spPr>
        <p:txBody>
          <a:bodyPr tIns="72000" bIns="0" anchor="t" anchorCtr="0"/>
          <a:lstStyle>
            <a:lvl1pPr>
              <a:lnSpc>
                <a:spcPct val="100000"/>
              </a:lnSpc>
              <a:defRPr sz="3600" b="0" cap="none" baseline="0">
                <a:solidFill>
                  <a:schemeClr val="accent4"/>
                </a:solidFill>
                <a:latin typeface="Merck" panose="04040805020F02020302" pitchFamily="82" charset="0"/>
              </a:defRPr>
            </a:lvl1pPr>
          </a:lstStyle>
          <a:p>
            <a:pPr lvl="0"/>
            <a:r>
              <a:rPr lang="en-US" noProof="0" dirty="0"/>
              <a:t>Chapter name </a:t>
            </a:r>
            <a:br>
              <a:rPr lang="en-US" noProof="0" dirty="0"/>
            </a:br>
            <a:r>
              <a:rPr lang="en-US" noProof="0" dirty="0"/>
              <a:t>in two lines</a:t>
            </a:r>
          </a:p>
        </p:txBody>
      </p:sp>
    </p:spTree>
    <p:extLst>
      <p:ext uri="{BB962C8B-B14F-4D97-AF65-F5344CB8AC3E}">
        <p14:creationId xmlns:p14="http://schemas.microsoft.com/office/powerpoint/2010/main" val="1426902608"/>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Divider plain">
    <p:spTree>
      <p:nvGrpSpPr>
        <p:cNvPr id="1" name=""/>
        <p:cNvGrpSpPr/>
        <p:nvPr/>
      </p:nvGrpSpPr>
      <p:grpSpPr>
        <a:xfrm>
          <a:off x="0" y="0"/>
          <a:ext cx="0" cy="0"/>
          <a:chOff x="0" y="0"/>
          <a:chExt cx="0" cy="0"/>
        </a:xfrm>
      </p:grpSpPr>
      <p:sp>
        <p:nvSpPr>
          <p:cNvPr id="28" name="Rectangle 5">
            <a:extLst>
              <a:ext uri="{FF2B5EF4-FFF2-40B4-BE49-F238E27FC236}">
                <a16:creationId xmlns:a16="http://schemas.microsoft.com/office/drawing/2014/main" id="{93CCD95C-EF50-4937-B31B-5AE1A346217B}"/>
              </a:ext>
            </a:extLst>
          </p:cNvPr>
          <p:cNvSpPr/>
          <p:nvPr userDrawn="1"/>
        </p:nvSpPr>
        <p:spPr bwMode="gray">
          <a:xfrm>
            <a:off x="1" y="0"/>
            <a:ext cx="12192000" cy="6858001"/>
          </a:xfrm>
          <a:prstGeom prst="rect">
            <a:avLst/>
          </a:prstGeom>
          <a:solidFill>
            <a:srgbClr val="FFC832"/>
          </a:solid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400" kern="0" dirty="0">
              <a:solidFill>
                <a:srgbClr val="FFFFFF"/>
              </a:solidFill>
              <a:latin typeface="Verdana"/>
            </a:endParaRPr>
          </a:p>
        </p:txBody>
      </p:sp>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53" imgH="353" progId="TCLayout.ActiveDocument.1">
                  <p:embed/>
                </p:oleObj>
              </mc:Choice>
              <mc:Fallback>
                <p:oleObj name="think-cell Slide" r:id="rId4" imgW="353" imgH="353"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 Placeholder 16"/>
          <p:cNvSpPr>
            <a:spLocks noGrp="1"/>
          </p:cNvSpPr>
          <p:nvPr>
            <p:ph type="body" sz="quarter" idx="13" hasCustomPrompt="1"/>
          </p:nvPr>
        </p:nvSpPr>
        <p:spPr bwMode="gray">
          <a:xfrm>
            <a:off x="5951538" y="1989138"/>
            <a:ext cx="5617069" cy="1251710"/>
          </a:xfrm>
          <a:prstGeom prst="rect">
            <a:avLst/>
          </a:prstGeom>
        </p:spPr>
        <p:txBody>
          <a:bodyPr wrap="none" tIns="0" bIns="216000" anchor="ctr"/>
          <a:lstStyle>
            <a:lvl1pPr marL="0" indent="0" algn="l">
              <a:buFont typeface="Arial" panose="020B0604020202020204" pitchFamily="34" charset="0"/>
              <a:buNone/>
              <a:defRPr sz="11500" b="0">
                <a:ln>
                  <a:noFill/>
                </a:ln>
                <a:solidFill>
                  <a:schemeClr val="bg2"/>
                </a:solidFill>
                <a:latin typeface="Merck" panose="04040805020F02020302" pitchFamily="82" charset="0"/>
              </a:defRPr>
            </a:lvl1pPr>
            <a:lvl2pPr marL="0" indent="0">
              <a:spcBef>
                <a:spcPts val="600"/>
              </a:spcBef>
              <a:buFont typeface="Arial" panose="020B0604020202020204" pitchFamily="34" charset="0"/>
              <a:buNone/>
              <a:defRPr sz="5000" b="0">
                <a:ln>
                  <a:solidFill>
                    <a:schemeClr val="bg2"/>
                  </a:solidFill>
                </a:ln>
                <a:noFill/>
                <a:latin typeface="Merck" panose="04040805020F02020302" pitchFamily="82" charset="0"/>
              </a:defRPr>
            </a:lvl2pPr>
            <a:lvl3pPr marL="0" indent="0">
              <a:spcBef>
                <a:spcPts val="600"/>
              </a:spcBef>
              <a:buNone/>
              <a:defRPr sz="5000" b="0">
                <a:ln>
                  <a:solidFill>
                    <a:schemeClr val="bg2"/>
                  </a:solidFill>
                </a:ln>
                <a:noFill/>
                <a:latin typeface="Merck" panose="04040805020F02020302" pitchFamily="82" charset="0"/>
              </a:defRPr>
            </a:lvl3pPr>
            <a:lvl4pPr marL="0" indent="0">
              <a:spcBef>
                <a:spcPts val="600"/>
              </a:spcBef>
              <a:buNone/>
              <a:defRPr sz="5000" b="0">
                <a:ln>
                  <a:solidFill>
                    <a:schemeClr val="bg2"/>
                  </a:solidFill>
                </a:ln>
                <a:noFill/>
                <a:latin typeface="Merck" panose="04040805020F02020302" pitchFamily="82" charset="0"/>
              </a:defRPr>
            </a:lvl4pPr>
            <a:lvl5pPr marL="0" indent="0">
              <a:spcBef>
                <a:spcPts val="600"/>
              </a:spcBef>
              <a:buNone/>
              <a:defRPr sz="5000" b="0">
                <a:ln>
                  <a:solidFill>
                    <a:schemeClr val="bg2"/>
                  </a:solidFill>
                </a:ln>
                <a:noFill/>
                <a:latin typeface="Merck" panose="04040805020F02020302" pitchFamily="82" charset="0"/>
              </a:defRPr>
            </a:lvl5pPr>
            <a:lvl6pPr marL="0" indent="0">
              <a:spcBef>
                <a:spcPts val="600"/>
              </a:spcBef>
              <a:buNone/>
              <a:defRPr sz="5000" b="0">
                <a:ln>
                  <a:solidFill>
                    <a:schemeClr val="bg2"/>
                  </a:solidFill>
                </a:ln>
                <a:noFill/>
                <a:latin typeface="Merck" panose="04040805020F02020302" pitchFamily="82" charset="0"/>
              </a:defRPr>
            </a:lvl6pPr>
            <a:lvl7pPr marL="0" indent="0">
              <a:spcBef>
                <a:spcPts val="600"/>
              </a:spcBef>
              <a:buNone/>
              <a:defRPr sz="5000" b="0">
                <a:ln>
                  <a:solidFill>
                    <a:schemeClr val="bg2"/>
                  </a:solidFill>
                </a:ln>
                <a:noFill/>
                <a:latin typeface="Merck" panose="04040805020F02020302" pitchFamily="82" charset="0"/>
              </a:defRPr>
            </a:lvl7pPr>
            <a:lvl8pPr marL="0" indent="0">
              <a:spcBef>
                <a:spcPts val="600"/>
              </a:spcBef>
              <a:buNone/>
              <a:defRPr sz="5000" b="0">
                <a:ln>
                  <a:solidFill>
                    <a:schemeClr val="bg2"/>
                  </a:solidFill>
                </a:ln>
                <a:noFill/>
                <a:latin typeface="Merck" panose="04040805020F02020302" pitchFamily="82" charset="0"/>
              </a:defRPr>
            </a:lvl8pPr>
            <a:lvl9pPr marL="0" indent="0">
              <a:spcBef>
                <a:spcPts val="600"/>
              </a:spcBef>
              <a:buNone/>
              <a:defRPr sz="5000" b="0">
                <a:ln>
                  <a:solidFill>
                    <a:schemeClr val="bg2"/>
                  </a:solidFill>
                </a:ln>
                <a:noFill/>
                <a:latin typeface="Merck" panose="04040805020F02020302" pitchFamily="82" charset="0"/>
              </a:defRPr>
            </a:lvl9pPr>
          </a:lstStyle>
          <a:p>
            <a:pPr lvl="0"/>
            <a:r>
              <a:rPr lang="en-US" dirty="0"/>
              <a:t>00</a:t>
            </a:r>
          </a:p>
        </p:txBody>
      </p:sp>
      <p:sp>
        <p:nvSpPr>
          <p:cNvPr id="2" name="Title 1"/>
          <p:cNvSpPr>
            <a:spLocks noGrp="1"/>
          </p:cNvSpPr>
          <p:nvPr>
            <p:ph type="title" hasCustomPrompt="1"/>
          </p:nvPr>
        </p:nvSpPr>
        <p:spPr bwMode="gray">
          <a:xfrm>
            <a:off x="5951538" y="3356992"/>
            <a:ext cx="5617070" cy="2232000"/>
          </a:xfrm>
          <a:prstGeom prst="rect">
            <a:avLst/>
          </a:prstGeom>
          <a:noFill/>
        </p:spPr>
        <p:txBody>
          <a:bodyPr tIns="72000" bIns="0" anchor="t" anchorCtr="0"/>
          <a:lstStyle>
            <a:lvl1pPr>
              <a:lnSpc>
                <a:spcPct val="100000"/>
              </a:lnSpc>
              <a:defRPr sz="3600" b="0" cap="none" baseline="0">
                <a:solidFill>
                  <a:schemeClr val="accent1"/>
                </a:solidFill>
                <a:latin typeface="Merck" panose="04040805020F02020302" pitchFamily="82" charset="0"/>
              </a:defRPr>
            </a:lvl1pPr>
          </a:lstStyle>
          <a:p>
            <a:pPr lvl="0"/>
            <a:r>
              <a:rPr lang="en-US" noProof="0" dirty="0"/>
              <a:t>Chapter name </a:t>
            </a:r>
            <a:br>
              <a:rPr lang="en-US" noProof="0" dirty="0"/>
            </a:br>
            <a:r>
              <a:rPr lang="en-US" noProof="0" dirty="0"/>
              <a:t>in two lines </a:t>
            </a:r>
          </a:p>
        </p:txBody>
      </p:sp>
      <p:grpSp>
        <p:nvGrpSpPr>
          <p:cNvPr id="22" name="Group 9">
            <a:extLst>
              <a:ext uri="{FF2B5EF4-FFF2-40B4-BE49-F238E27FC236}">
                <a16:creationId xmlns:a16="http://schemas.microsoft.com/office/drawing/2014/main" id="{F1287BCB-FB34-41B7-927D-F95F9B409E5C}"/>
              </a:ext>
            </a:extLst>
          </p:cNvPr>
          <p:cNvGrpSpPr>
            <a:grpSpLocks noChangeAspect="1"/>
          </p:cNvGrpSpPr>
          <p:nvPr userDrawn="1">
            <p:custDataLst>
              <p:tags r:id="rId2"/>
            </p:custDataLst>
          </p:nvPr>
        </p:nvGrpSpPr>
        <p:grpSpPr bwMode="gray">
          <a:xfrm>
            <a:off x="10539522" y="6440320"/>
            <a:ext cx="1028592" cy="162000"/>
            <a:chOff x="-4548188" y="3063875"/>
            <a:chExt cx="2741613" cy="431800"/>
          </a:xfrm>
          <a:solidFill>
            <a:schemeClr val="bg2"/>
          </a:solidFill>
        </p:grpSpPr>
        <p:sp>
          <p:nvSpPr>
            <p:cNvPr id="23" name="Freeform 9">
              <a:extLst>
                <a:ext uri="{FF2B5EF4-FFF2-40B4-BE49-F238E27FC236}">
                  <a16:creationId xmlns:a16="http://schemas.microsoft.com/office/drawing/2014/main" id="{4EE73A32-570C-436C-B4CC-D1AF2F5700F5}"/>
                </a:ext>
              </a:extLst>
            </p:cNvPr>
            <p:cNvSpPr>
              <a:spLocks/>
            </p:cNvSpPr>
            <p:nvPr/>
          </p:nvSpPr>
          <p:spPr bwMode="gray">
            <a:xfrm>
              <a:off x="-2230438" y="3063875"/>
              <a:ext cx="423863" cy="423862"/>
            </a:xfrm>
            <a:custGeom>
              <a:avLst/>
              <a:gdLst>
                <a:gd name="T0" fmla="*/ 8 w 113"/>
                <a:gd name="T1" fmla="*/ 113 h 113"/>
                <a:gd name="T2" fmla="*/ 27 w 113"/>
                <a:gd name="T3" fmla="*/ 105 h 113"/>
                <a:gd name="T4" fmla="*/ 34 w 113"/>
                <a:gd name="T5" fmla="*/ 98 h 113"/>
                <a:gd name="T6" fmla="*/ 43 w 113"/>
                <a:gd name="T7" fmla="*/ 93 h 113"/>
                <a:gd name="T8" fmla="*/ 46 w 113"/>
                <a:gd name="T9" fmla="*/ 93 h 113"/>
                <a:gd name="T10" fmla="*/ 49 w 113"/>
                <a:gd name="T11" fmla="*/ 93 h 113"/>
                <a:gd name="T12" fmla="*/ 60 w 113"/>
                <a:gd name="T13" fmla="*/ 96 h 113"/>
                <a:gd name="T14" fmla="*/ 92 w 113"/>
                <a:gd name="T15" fmla="*/ 109 h 113"/>
                <a:gd name="T16" fmla="*/ 106 w 113"/>
                <a:gd name="T17" fmla="*/ 113 h 113"/>
                <a:gd name="T18" fmla="*/ 111 w 113"/>
                <a:gd name="T19" fmla="*/ 113 h 113"/>
                <a:gd name="T20" fmla="*/ 113 w 113"/>
                <a:gd name="T21" fmla="*/ 110 h 113"/>
                <a:gd name="T22" fmla="*/ 113 w 113"/>
                <a:gd name="T23" fmla="*/ 99 h 113"/>
                <a:gd name="T24" fmla="*/ 100 w 113"/>
                <a:gd name="T25" fmla="*/ 80 h 113"/>
                <a:gd name="T26" fmla="*/ 94 w 113"/>
                <a:gd name="T27" fmla="*/ 77 h 113"/>
                <a:gd name="T28" fmla="*/ 78 w 113"/>
                <a:gd name="T29" fmla="*/ 67 h 113"/>
                <a:gd name="T30" fmla="*/ 79 w 113"/>
                <a:gd name="T31" fmla="*/ 52 h 113"/>
                <a:gd name="T32" fmla="*/ 107 w 113"/>
                <a:gd name="T33" fmla="*/ 24 h 113"/>
                <a:gd name="T34" fmla="*/ 113 w 113"/>
                <a:gd name="T35" fmla="*/ 10 h 113"/>
                <a:gd name="T36" fmla="*/ 113 w 113"/>
                <a:gd name="T37" fmla="*/ 6 h 113"/>
                <a:gd name="T38" fmla="*/ 110 w 113"/>
                <a:gd name="T39" fmla="*/ 2 h 113"/>
                <a:gd name="T40" fmla="*/ 103 w 113"/>
                <a:gd name="T41" fmla="*/ 0 h 113"/>
                <a:gd name="T42" fmla="*/ 99 w 113"/>
                <a:gd name="T43" fmla="*/ 0 h 113"/>
                <a:gd name="T44" fmla="*/ 80 w 113"/>
                <a:gd name="T45" fmla="*/ 8 h 113"/>
                <a:gd name="T46" fmla="*/ 57 w 113"/>
                <a:gd name="T47" fmla="*/ 31 h 113"/>
                <a:gd name="T48" fmla="*/ 31 w 113"/>
                <a:gd name="T49" fmla="*/ 57 h 113"/>
                <a:gd name="T50" fmla="*/ 31 w 113"/>
                <a:gd name="T51" fmla="*/ 16 h 113"/>
                <a:gd name="T52" fmla="*/ 14 w 113"/>
                <a:gd name="T53" fmla="*/ 0 h 113"/>
                <a:gd name="T54" fmla="*/ 7 w 113"/>
                <a:gd name="T55" fmla="*/ 0 h 113"/>
                <a:gd name="T56" fmla="*/ 1 w 113"/>
                <a:gd name="T57" fmla="*/ 0 h 113"/>
                <a:gd name="T58" fmla="*/ 0 w 113"/>
                <a:gd name="T59" fmla="*/ 3 h 113"/>
                <a:gd name="T60" fmla="*/ 0 w 113"/>
                <a:gd name="T61" fmla="*/ 111 h 113"/>
                <a:gd name="T62" fmla="*/ 2 w 113"/>
                <a:gd name="T63" fmla="*/ 113 h 113"/>
                <a:gd name="T64" fmla="*/ 8 w 113"/>
                <a:gd name="T65"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3" h="113">
                  <a:moveTo>
                    <a:pt x="8" y="113"/>
                  </a:moveTo>
                  <a:cubicBezTo>
                    <a:pt x="16" y="113"/>
                    <a:pt x="22" y="110"/>
                    <a:pt x="27" y="105"/>
                  </a:cubicBezTo>
                  <a:cubicBezTo>
                    <a:pt x="27" y="105"/>
                    <a:pt x="30" y="102"/>
                    <a:pt x="34" y="98"/>
                  </a:cubicBezTo>
                  <a:cubicBezTo>
                    <a:pt x="36" y="95"/>
                    <a:pt x="40" y="94"/>
                    <a:pt x="43" y="93"/>
                  </a:cubicBezTo>
                  <a:cubicBezTo>
                    <a:pt x="44" y="93"/>
                    <a:pt x="45" y="93"/>
                    <a:pt x="46" y="93"/>
                  </a:cubicBezTo>
                  <a:cubicBezTo>
                    <a:pt x="47" y="93"/>
                    <a:pt x="48" y="93"/>
                    <a:pt x="49" y="93"/>
                  </a:cubicBezTo>
                  <a:cubicBezTo>
                    <a:pt x="53" y="94"/>
                    <a:pt x="57" y="95"/>
                    <a:pt x="60" y="96"/>
                  </a:cubicBezTo>
                  <a:cubicBezTo>
                    <a:pt x="92" y="109"/>
                    <a:pt x="92" y="109"/>
                    <a:pt x="92" y="109"/>
                  </a:cubicBezTo>
                  <a:cubicBezTo>
                    <a:pt x="92" y="109"/>
                    <a:pt x="100" y="113"/>
                    <a:pt x="106" y="113"/>
                  </a:cubicBezTo>
                  <a:cubicBezTo>
                    <a:pt x="111" y="113"/>
                    <a:pt x="111" y="113"/>
                    <a:pt x="111" y="113"/>
                  </a:cubicBezTo>
                  <a:cubicBezTo>
                    <a:pt x="112" y="113"/>
                    <a:pt x="113" y="112"/>
                    <a:pt x="113" y="110"/>
                  </a:cubicBezTo>
                  <a:cubicBezTo>
                    <a:pt x="113" y="99"/>
                    <a:pt x="113" y="99"/>
                    <a:pt x="113" y="99"/>
                  </a:cubicBezTo>
                  <a:cubicBezTo>
                    <a:pt x="113" y="91"/>
                    <a:pt x="108" y="83"/>
                    <a:pt x="100" y="80"/>
                  </a:cubicBezTo>
                  <a:cubicBezTo>
                    <a:pt x="94" y="77"/>
                    <a:pt x="94" y="77"/>
                    <a:pt x="94" y="77"/>
                  </a:cubicBezTo>
                  <a:cubicBezTo>
                    <a:pt x="88" y="75"/>
                    <a:pt x="82" y="70"/>
                    <a:pt x="78" y="67"/>
                  </a:cubicBezTo>
                  <a:cubicBezTo>
                    <a:pt x="78" y="67"/>
                    <a:pt x="72" y="60"/>
                    <a:pt x="79" y="52"/>
                  </a:cubicBezTo>
                  <a:cubicBezTo>
                    <a:pt x="107" y="24"/>
                    <a:pt x="107" y="24"/>
                    <a:pt x="107" y="24"/>
                  </a:cubicBezTo>
                  <a:cubicBezTo>
                    <a:pt x="111" y="20"/>
                    <a:pt x="113" y="15"/>
                    <a:pt x="113" y="10"/>
                  </a:cubicBezTo>
                  <a:cubicBezTo>
                    <a:pt x="113" y="10"/>
                    <a:pt x="113" y="8"/>
                    <a:pt x="113" y="6"/>
                  </a:cubicBezTo>
                  <a:cubicBezTo>
                    <a:pt x="112" y="5"/>
                    <a:pt x="111" y="3"/>
                    <a:pt x="110" y="2"/>
                  </a:cubicBezTo>
                  <a:cubicBezTo>
                    <a:pt x="109" y="1"/>
                    <a:pt x="106" y="0"/>
                    <a:pt x="103" y="0"/>
                  </a:cubicBezTo>
                  <a:cubicBezTo>
                    <a:pt x="103" y="0"/>
                    <a:pt x="99" y="0"/>
                    <a:pt x="99" y="0"/>
                  </a:cubicBezTo>
                  <a:cubicBezTo>
                    <a:pt x="91" y="0"/>
                    <a:pt x="85" y="3"/>
                    <a:pt x="80" y="8"/>
                  </a:cubicBezTo>
                  <a:cubicBezTo>
                    <a:pt x="80" y="8"/>
                    <a:pt x="61" y="26"/>
                    <a:pt x="57" y="31"/>
                  </a:cubicBezTo>
                  <a:cubicBezTo>
                    <a:pt x="31" y="57"/>
                    <a:pt x="31" y="57"/>
                    <a:pt x="31" y="57"/>
                  </a:cubicBezTo>
                  <a:cubicBezTo>
                    <a:pt x="31" y="57"/>
                    <a:pt x="31" y="16"/>
                    <a:pt x="31" y="16"/>
                  </a:cubicBezTo>
                  <a:cubicBezTo>
                    <a:pt x="31" y="7"/>
                    <a:pt x="23" y="0"/>
                    <a:pt x="14" y="0"/>
                  </a:cubicBezTo>
                  <a:cubicBezTo>
                    <a:pt x="14" y="0"/>
                    <a:pt x="7" y="0"/>
                    <a:pt x="7" y="0"/>
                  </a:cubicBezTo>
                  <a:cubicBezTo>
                    <a:pt x="5" y="0"/>
                    <a:pt x="2" y="0"/>
                    <a:pt x="1" y="0"/>
                  </a:cubicBezTo>
                  <a:cubicBezTo>
                    <a:pt x="0" y="1"/>
                    <a:pt x="0" y="2"/>
                    <a:pt x="0" y="3"/>
                  </a:cubicBezTo>
                  <a:cubicBezTo>
                    <a:pt x="0" y="3"/>
                    <a:pt x="0" y="111"/>
                    <a:pt x="0" y="111"/>
                  </a:cubicBezTo>
                  <a:cubicBezTo>
                    <a:pt x="0" y="112"/>
                    <a:pt x="1" y="113"/>
                    <a:pt x="2" y="113"/>
                  </a:cubicBezTo>
                  <a:lnTo>
                    <a:pt x="8"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3">
              <a:extLst>
                <a:ext uri="{FF2B5EF4-FFF2-40B4-BE49-F238E27FC236}">
                  <a16:creationId xmlns:a16="http://schemas.microsoft.com/office/drawing/2014/main" id="{12562D50-892E-410A-BB2F-36E111F83459}"/>
                </a:ext>
              </a:extLst>
            </p:cNvPr>
            <p:cNvSpPr>
              <a:spLocks/>
            </p:cNvSpPr>
            <p:nvPr/>
          </p:nvSpPr>
          <p:spPr bwMode="gray">
            <a:xfrm>
              <a:off x="-2695575" y="3063875"/>
              <a:ext cx="427038" cy="431800"/>
            </a:xfrm>
            <a:custGeom>
              <a:avLst/>
              <a:gdLst>
                <a:gd name="T0" fmla="*/ 111 w 114"/>
                <a:gd name="T1" fmla="*/ 66 h 115"/>
                <a:gd name="T2" fmla="*/ 94 w 114"/>
                <a:gd name="T3" fmla="*/ 66 h 115"/>
                <a:gd name="T4" fmla="*/ 82 w 114"/>
                <a:gd name="T5" fmla="*/ 74 h 115"/>
                <a:gd name="T6" fmla="*/ 76 w 114"/>
                <a:gd name="T7" fmla="*/ 82 h 115"/>
                <a:gd name="T8" fmla="*/ 65 w 114"/>
                <a:gd name="T9" fmla="*/ 86 h 115"/>
                <a:gd name="T10" fmla="*/ 53 w 114"/>
                <a:gd name="T11" fmla="*/ 82 h 115"/>
                <a:gd name="T12" fmla="*/ 42 w 114"/>
                <a:gd name="T13" fmla="*/ 73 h 115"/>
                <a:gd name="T14" fmla="*/ 34 w 114"/>
                <a:gd name="T15" fmla="*/ 61 h 115"/>
                <a:gd name="T16" fmla="*/ 31 w 114"/>
                <a:gd name="T17" fmla="*/ 48 h 115"/>
                <a:gd name="T18" fmla="*/ 36 w 114"/>
                <a:gd name="T19" fmla="*/ 34 h 115"/>
                <a:gd name="T20" fmla="*/ 49 w 114"/>
                <a:gd name="T21" fmla="*/ 29 h 115"/>
                <a:gd name="T22" fmla="*/ 66 w 114"/>
                <a:gd name="T23" fmla="*/ 35 h 115"/>
                <a:gd name="T24" fmla="*/ 74 w 114"/>
                <a:gd name="T25" fmla="*/ 38 h 115"/>
                <a:gd name="T26" fmla="*/ 82 w 114"/>
                <a:gd name="T27" fmla="*/ 34 h 115"/>
                <a:gd name="T28" fmla="*/ 94 w 114"/>
                <a:gd name="T29" fmla="*/ 22 h 115"/>
                <a:gd name="T30" fmla="*/ 95 w 114"/>
                <a:gd name="T31" fmla="*/ 20 h 115"/>
                <a:gd name="T32" fmla="*/ 93 w 114"/>
                <a:gd name="T33" fmla="*/ 18 h 115"/>
                <a:gd name="T34" fmla="*/ 73 w 114"/>
                <a:gd name="T35" fmla="*/ 5 h 115"/>
                <a:gd name="T36" fmla="*/ 49 w 114"/>
                <a:gd name="T37" fmla="*/ 0 h 115"/>
                <a:gd name="T38" fmla="*/ 3 w 114"/>
                <a:gd name="T39" fmla="*/ 0 h 115"/>
                <a:gd name="T40" fmla="*/ 0 w 114"/>
                <a:gd name="T41" fmla="*/ 3 h 115"/>
                <a:gd name="T42" fmla="*/ 0 w 114"/>
                <a:gd name="T43" fmla="*/ 49 h 115"/>
                <a:gd name="T44" fmla="*/ 6 w 114"/>
                <a:gd name="T45" fmla="*/ 74 h 115"/>
                <a:gd name="T46" fmla="*/ 20 w 114"/>
                <a:gd name="T47" fmla="*/ 95 h 115"/>
                <a:gd name="T48" fmla="*/ 41 w 114"/>
                <a:gd name="T49" fmla="*/ 109 h 115"/>
                <a:gd name="T50" fmla="*/ 65 w 114"/>
                <a:gd name="T51" fmla="*/ 115 h 115"/>
                <a:gd name="T52" fmla="*/ 84 w 114"/>
                <a:gd name="T53" fmla="*/ 111 h 115"/>
                <a:gd name="T54" fmla="*/ 99 w 114"/>
                <a:gd name="T55" fmla="*/ 102 h 115"/>
                <a:gd name="T56" fmla="*/ 109 w 114"/>
                <a:gd name="T57" fmla="*/ 87 h 115"/>
                <a:gd name="T58" fmla="*/ 114 w 114"/>
                <a:gd name="T59" fmla="*/ 69 h 115"/>
                <a:gd name="T60" fmla="*/ 111 w 114"/>
                <a:gd name="T61" fmla="*/ 66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14" h="115">
                  <a:moveTo>
                    <a:pt x="111" y="66"/>
                  </a:moveTo>
                  <a:cubicBezTo>
                    <a:pt x="94" y="66"/>
                    <a:pt x="94" y="66"/>
                    <a:pt x="94" y="66"/>
                  </a:cubicBezTo>
                  <a:cubicBezTo>
                    <a:pt x="88" y="66"/>
                    <a:pt x="84" y="68"/>
                    <a:pt x="82" y="74"/>
                  </a:cubicBezTo>
                  <a:cubicBezTo>
                    <a:pt x="81" y="77"/>
                    <a:pt x="79" y="80"/>
                    <a:pt x="76" y="82"/>
                  </a:cubicBezTo>
                  <a:cubicBezTo>
                    <a:pt x="73" y="84"/>
                    <a:pt x="70" y="86"/>
                    <a:pt x="65" y="86"/>
                  </a:cubicBezTo>
                  <a:cubicBezTo>
                    <a:pt x="62" y="86"/>
                    <a:pt x="57" y="84"/>
                    <a:pt x="53" y="82"/>
                  </a:cubicBezTo>
                  <a:cubicBezTo>
                    <a:pt x="49" y="80"/>
                    <a:pt x="46" y="77"/>
                    <a:pt x="42" y="73"/>
                  </a:cubicBezTo>
                  <a:cubicBezTo>
                    <a:pt x="39" y="70"/>
                    <a:pt x="36" y="66"/>
                    <a:pt x="34" y="61"/>
                  </a:cubicBezTo>
                  <a:cubicBezTo>
                    <a:pt x="32" y="57"/>
                    <a:pt x="31" y="52"/>
                    <a:pt x="31" y="48"/>
                  </a:cubicBezTo>
                  <a:cubicBezTo>
                    <a:pt x="31" y="42"/>
                    <a:pt x="33" y="38"/>
                    <a:pt x="36" y="34"/>
                  </a:cubicBezTo>
                  <a:cubicBezTo>
                    <a:pt x="40" y="31"/>
                    <a:pt x="44" y="29"/>
                    <a:pt x="49" y="29"/>
                  </a:cubicBezTo>
                  <a:cubicBezTo>
                    <a:pt x="55" y="29"/>
                    <a:pt x="61" y="31"/>
                    <a:pt x="66" y="35"/>
                  </a:cubicBezTo>
                  <a:cubicBezTo>
                    <a:pt x="69" y="37"/>
                    <a:pt x="71" y="38"/>
                    <a:pt x="74" y="38"/>
                  </a:cubicBezTo>
                  <a:cubicBezTo>
                    <a:pt x="76" y="38"/>
                    <a:pt x="79" y="36"/>
                    <a:pt x="82" y="34"/>
                  </a:cubicBezTo>
                  <a:cubicBezTo>
                    <a:pt x="94" y="22"/>
                    <a:pt x="94" y="22"/>
                    <a:pt x="94" y="22"/>
                  </a:cubicBezTo>
                  <a:cubicBezTo>
                    <a:pt x="95" y="21"/>
                    <a:pt x="95" y="21"/>
                    <a:pt x="95" y="20"/>
                  </a:cubicBezTo>
                  <a:cubicBezTo>
                    <a:pt x="94" y="19"/>
                    <a:pt x="94" y="19"/>
                    <a:pt x="93" y="18"/>
                  </a:cubicBezTo>
                  <a:cubicBezTo>
                    <a:pt x="87" y="12"/>
                    <a:pt x="80" y="8"/>
                    <a:pt x="73" y="5"/>
                  </a:cubicBezTo>
                  <a:cubicBezTo>
                    <a:pt x="65" y="1"/>
                    <a:pt x="57" y="0"/>
                    <a:pt x="49" y="0"/>
                  </a:cubicBezTo>
                  <a:cubicBezTo>
                    <a:pt x="3" y="0"/>
                    <a:pt x="3" y="0"/>
                    <a:pt x="3" y="0"/>
                  </a:cubicBezTo>
                  <a:cubicBezTo>
                    <a:pt x="1" y="0"/>
                    <a:pt x="0" y="1"/>
                    <a:pt x="0" y="3"/>
                  </a:cubicBezTo>
                  <a:cubicBezTo>
                    <a:pt x="0" y="49"/>
                    <a:pt x="0" y="49"/>
                    <a:pt x="0" y="49"/>
                  </a:cubicBezTo>
                  <a:cubicBezTo>
                    <a:pt x="0" y="57"/>
                    <a:pt x="2" y="66"/>
                    <a:pt x="6" y="74"/>
                  </a:cubicBezTo>
                  <a:cubicBezTo>
                    <a:pt x="9" y="82"/>
                    <a:pt x="14" y="89"/>
                    <a:pt x="20" y="95"/>
                  </a:cubicBezTo>
                  <a:cubicBezTo>
                    <a:pt x="26" y="101"/>
                    <a:pt x="33" y="106"/>
                    <a:pt x="41" y="109"/>
                  </a:cubicBezTo>
                  <a:cubicBezTo>
                    <a:pt x="49" y="113"/>
                    <a:pt x="57" y="115"/>
                    <a:pt x="65" y="115"/>
                  </a:cubicBezTo>
                  <a:cubicBezTo>
                    <a:pt x="72" y="115"/>
                    <a:pt x="78" y="114"/>
                    <a:pt x="84" y="111"/>
                  </a:cubicBezTo>
                  <a:cubicBezTo>
                    <a:pt x="90" y="109"/>
                    <a:pt x="95" y="106"/>
                    <a:pt x="99" y="102"/>
                  </a:cubicBezTo>
                  <a:cubicBezTo>
                    <a:pt x="103" y="98"/>
                    <a:pt x="107" y="93"/>
                    <a:pt x="109" y="87"/>
                  </a:cubicBezTo>
                  <a:cubicBezTo>
                    <a:pt x="112" y="81"/>
                    <a:pt x="113" y="75"/>
                    <a:pt x="114" y="69"/>
                  </a:cubicBezTo>
                  <a:cubicBezTo>
                    <a:pt x="114" y="67"/>
                    <a:pt x="113" y="66"/>
                    <a:pt x="111"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0">
              <a:extLst>
                <a:ext uri="{FF2B5EF4-FFF2-40B4-BE49-F238E27FC236}">
                  <a16:creationId xmlns:a16="http://schemas.microsoft.com/office/drawing/2014/main" id="{DC9AF8D9-AA94-4445-B08E-957E3FDEC0D2}"/>
                </a:ext>
              </a:extLst>
            </p:cNvPr>
            <p:cNvSpPr>
              <a:spLocks/>
            </p:cNvSpPr>
            <p:nvPr/>
          </p:nvSpPr>
          <p:spPr bwMode="gray">
            <a:xfrm>
              <a:off x="-3157538" y="3063875"/>
              <a:ext cx="461963" cy="423862"/>
            </a:xfrm>
            <a:custGeom>
              <a:avLst/>
              <a:gdLst>
                <a:gd name="T0" fmla="*/ 121 w 123"/>
                <a:gd name="T1" fmla="*/ 99 h 113"/>
                <a:gd name="T2" fmla="*/ 104 w 123"/>
                <a:gd name="T3" fmla="*/ 88 h 113"/>
                <a:gd name="T4" fmla="*/ 91 w 123"/>
                <a:gd name="T5" fmla="*/ 78 h 113"/>
                <a:gd name="T6" fmla="*/ 107 w 123"/>
                <a:gd name="T7" fmla="*/ 67 h 113"/>
                <a:gd name="T8" fmla="*/ 113 w 123"/>
                <a:gd name="T9" fmla="*/ 49 h 113"/>
                <a:gd name="T10" fmla="*/ 107 w 123"/>
                <a:gd name="T11" fmla="*/ 30 h 113"/>
                <a:gd name="T12" fmla="*/ 92 w 123"/>
                <a:gd name="T13" fmla="*/ 14 h 113"/>
                <a:gd name="T14" fmla="*/ 71 w 123"/>
                <a:gd name="T15" fmla="*/ 4 h 113"/>
                <a:gd name="T16" fmla="*/ 48 w 123"/>
                <a:gd name="T17" fmla="*/ 0 h 113"/>
                <a:gd name="T18" fmla="*/ 2 w 123"/>
                <a:gd name="T19" fmla="*/ 0 h 113"/>
                <a:gd name="T20" fmla="*/ 0 w 123"/>
                <a:gd name="T21" fmla="*/ 2 h 113"/>
                <a:gd name="T22" fmla="*/ 0 w 123"/>
                <a:gd name="T23" fmla="*/ 79 h 113"/>
                <a:gd name="T24" fmla="*/ 0 w 123"/>
                <a:gd name="T25" fmla="*/ 96 h 113"/>
                <a:gd name="T26" fmla="*/ 0 w 123"/>
                <a:gd name="T27" fmla="*/ 102 h 113"/>
                <a:gd name="T28" fmla="*/ 0 w 123"/>
                <a:gd name="T29" fmla="*/ 109 h 113"/>
                <a:gd name="T30" fmla="*/ 1 w 123"/>
                <a:gd name="T31" fmla="*/ 112 h 113"/>
                <a:gd name="T32" fmla="*/ 7 w 123"/>
                <a:gd name="T33" fmla="*/ 113 h 113"/>
                <a:gd name="T34" fmla="*/ 15 w 123"/>
                <a:gd name="T35" fmla="*/ 112 h 113"/>
                <a:gd name="T36" fmla="*/ 25 w 123"/>
                <a:gd name="T37" fmla="*/ 105 h 113"/>
                <a:gd name="T38" fmla="*/ 30 w 123"/>
                <a:gd name="T39" fmla="*/ 86 h 113"/>
                <a:gd name="T40" fmla="*/ 30 w 123"/>
                <a:gd name="T41" fmla="*/ 39 h 113"/>
                <a:gd name="T42" fmla="*/ 31 w 123"/>
                <a:gd name="T43" fmla="*/ 36 h 113"/>
                <a:gd name="T44" fmla="*/ 32 w 123"/>
                <a:gd name="T45" fmla="*/ 34 h 113"/>
                <a:gd name="T46" fmla="*/ 60 w 123"/>
                <a:gd name="T47" fmla="*/ 28 h 113"/>
                <a:gd name="T48" fmla="*/ 80 w 123"/>
                <a:gd name="T49" fmla="*/ 50 h 113"/>
                <a:gd name="T50" fmla="*/ 64 w 123"/>
                <a:gd name="T51" fmla="*/ 58 h 113"/>
                <a:gd name="T52" fmla="*/ 53 w 123"/>
                <a:gd name="T53" fmla="*/ 57 h 113"/>
                <a:gd name="T54" fmla="*/ 48 w 123"/>
                <a:gd name="T55" fmla="*/ 55 h 113"/>
                <a:gd name="T56" fmla="*/ 44 w 123"/>
                <a:gd name="T57" fmla="*/ 54 h 113"/>
                <a:gd name="T58" fmla="*/ 43 w 123"/>
                <a:gd name="T59" fmla="*/ 57 h 113"/>
                <a:gd name="T60" fmla="*/ 43 w 123"/>
                <a:gd name="T61" fmla="*/ 69 h 113"/>
                <a:gd name="T62" fmla="*/ 47 w 123"/>
                <a:gd name="T63" fmla="*/ 79 h 113"/>
                <a:gd name="T64" fmla="*/ 84 w 123"/>
                <a:gd name="T65" fmla="*/ 109 h 113"/>
                <a:gd name="T66" fmla="*/ 96 w 123"/>
                <a:gd name="T67" fmla="*/ 113 h 113"/>
                <a:gd name="T68" fmla="*/ 121 w 123"/>
                <a:gd name="T69" fmla="*/ 113 h 113"/>
                <a:gd name="T70" fmla="*/ 123 w 123"/>
                <a:gd name="T71" fmla="*/ 110 h 113"/>
                <a:gd name="T72" fmla="*/ 123 w 123"/>
                <a:gd name="T73" fmla="*/ 102 h 113"/>
                <a:gd name="T74" fmla="*/ 121 w 123"/>
                <a:gd name="T75" fmla="*/ 99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13">
                  <a:moveTo>
                    <a:pt x="121" y="99"/>
                  </a:moveTo>
                  <a:cubicBezTo>
                    <a:pt x="121" y="99"/>
                    <a:pt x="115" y="98"/>
                    <a:pt x="104" y="88"/>
                  </a:cubicBezTo>
                  <a:cubicBezTo>
                    <a:pt x="98" y="83"/>
                    <a:pt x="93" y="80"/>
                    <a:pt x="91" y="78"/>
                  </a:cubicBezTo>
                  <a:cubicBezTo>
                    <a:pt x="93" y="77"/>
                    <a:pt x="100" y="74"/>
                    <a:pt x="107" y="67"/>
                  </a:cubicBezTo>
                  <a:cubicBezTo>
                    <a:pt x="111" y="62"/>
                    <a:pt x="113" y="56"/>
                    <a:pt x="113" y="49"/>
                  </a:cubicBezTo>
                  <a:cubicBezTo>
                    <a:pt x="113" y="42"/>
                    <a:pt x="111" y="36"/>
                    <a:pt x="107" y="30"/>
                  </a:cubicBezTo>
                  <a:cubicBezTo>
                    <a:pt x="103" y="24"/>
                    <a:pt x="98" y="18"/>
                    <a:pt x="92" y="14"/>
                  </a:cubicBezTo>
                  <a:cubicBezTo>
                    <a:pt x="86" y="10"/>
                    <a:pt x="79" y="6"/>
                    <a:pt x="71" y="4"/>
                  </a:cubicBezTo>
                  <a:cubicBezTo>
                    <a:pt x="63" y="1"/>
                    <a:pt x="56" y="0"/>
                    <a:pt x="48" y="0"/>
                  </a:cubicBezTo>
                  <a:cubicBezTo>
                    <a:pt x="48" y="0"/>
                    <a:pt x="2" y="0"/>
                    <a:pt x="2" y="0"/>
                  </a:cubicBezTo>
                  <a:cubicBezTo>
                    <a:pt x="1" y="0"/>
                    <a:pt x="0" y="1"/>
                    <a:pt x="0" y="2"/>
                  </a:cubicBezTo>
                  <a:cubicBezTo>
                    <a:pt x="0" y="2"/>
                    <a:pt x="0" y="79"/>
                    <a:pt x="0" y="79"/>
                  </a:cubicBezTo>
                  <a:cubicBezTo>
                    <a:pt x="0" y="96"/>
                    <a:pt x="0" y="96"/>
                    <a:pt x="0" y="96"/>
                  </a:cubicBezTo>
                  <a:cubicBezTo>
                    <a:pt x="0" y="102"/>
                    <a:pt x="0" y="102"/>
                    <a:pt x="0" y="102"/>
                  </a:cubicBezTo>
                  <a:cubicBezTo>
                    <a:pt x="0" y="109"/>
                    <a:pt x="0" y="109"/>
                    <a:pt x="0" y="109"/>
                  </a:cubicBezTo>
                  <a:cubicBezTo>
                    <a:pt x="0" y="110"/>
                    <a:pt x="0" y="112"/>
                    <a:pt x="1" y="112"/>
                  </a:cubicBezTo>
                  <a:cubicBezTo>
                    <a:pt x="2" y="113"/>
                    <a:pt x="6" y="113"/>
                    <a:pt x="7" y="113"/>
                  </a:cubicBezTo>
                  <a:cubicBezTo>
                    <a:pt x="10" y="113"/>
                    <a:pt x="13" y="113"/>
                    <a:pt x="15" y="112"/>
                  </a:cubicBezTo>
                  <a:cubicBezTo>
                    <a:pt x="19" y="111"/>
                    <a:pt x="22" y="108"/>
                    <a:pt x="25" y="105"/>
                  </a:cubicBezTo>
                  <a:cubicBezTo>
                    <a:pt x="29" y="99"/>
                    <a:pt x="30" y="93"/>
                    <a:pt x="30" y="86"/>
                  </a:cubicBezTo>
                  <a:cubicBezTo>
                    <a:pt x="30" y="85"/>
                    <a:pt x="30" y="39"/>
                    <a:pt x="30" y="39"/>
                  </a:cubicBezTo>
                  <a:cubicBezTo>
                    <a:pt x="30" y="39"/>
                    <a:pt x="30" y="37"/>
                    <a:pt x="31" y="36"/>
                  </a:cubicBezTo>
                  <a:cubicBezTo>
                    <a:pt x="31" y="35"/>
                    <a:pt x="32" y="34"/>
                    <a:pt x="32" y="34"/>
                  </a:cubicBezTo>
                  <a:cubicBezTo>
                    <a:pt x="35" y="28"/>
                    <a:pt x="47" y="25"/>
                    <a:pt x="60" y="28"/>
                  </a:cubicBezTo>
                  <a:cubicBezTo>
                    <a:pt x="77" y="33"/>
                    <a:pt x="82" y="44"/>
                    <a:pt x="80" y="50"/>
                  </a:cubicBezTo>
                  <a:cubicBezTo>
                    <a:pt x="78" y="55"/>
                    <a:pt x="72" y="58"/>
                    <a:pt x="64" y="58"/>
                  </a:cubicBezTo>
                  <a:cubicBezTo>
                    <a:pt x="61" y="58"/>
                    <a:pt x="57" y="58"/>
                    <a:pt x="53" y="57"/>
                  </a:cubicBezTo>
                  <a:cubicBezTo>
                    <a:pt x="53" y="57"/>
                    <a:pt x="50" y="56"/>
                    <a:pt x="48" y="55"/>
                  </a:cubicBezTo>
                  <a:cubicBezTo>
                    <a:pt x="48" y="55"/>
                    <a:pt x="46" y="54"/>
                    <a:pt x="44" y="54"/>
                  </a:cubicBezTo>
                  <a:cubicBezTo>
                    <a:pt x="43" y="54"/>
                    <a:pt x="43" y="55"/>
                    <a:pt x="43" y="57"/>
                  </a:cubicBezTo>
                  <a:cubicBezTo>
                    <a:pt x="43" y="57"/>
                    <a:pt x="43" y="69"/>
                    <a:pt x="43" y="69"/>
                  </a:cubicBezTo>
                  <a:cubicBezTo>
                    <a:pt x="43" y="73"/>
                    <a:pt x="44" y="77"/>
                    <a:pt x="47" y="79"/>
                  </a:cubicBezTo>
                  <a:cubicBezTo>
                    <a:pt x="47" y="79"/>
                    <a:pt x="84" y="109"/>
                    <a:pt x="84" y="109"/>
                  </a:cubicBezTo>
                  <a:cubicBezTo>
                    <a:pt x="88" y="112"/>
                    <a:pt x="92" y="113"/>
                    <a:pt x="96" y="113"/>
                  </a:cubicBezTo>
                  <a:cubicBezTo>
                    <a:pt x="121" y="113"/>
                    <a:pt x="121" y="113"/>
                    <a:pt x="121" y="113"/>
                  </a:cubicBezTo>
                  <a:cubicBezTo>
                    <a:pt x="122" y="113"/>
                    <a:pt x="123" y="112"/>
                    <a:pt x="123" y="110"/>
                  </a:cubicBezTo>
                  <a:cubicBezTo>
                    <a:pt x="123" y="102"/>
                    <a:pt x="123" y="102"/>
                    <a:pt x="123" y="102"/>
                  </a:cubicBezTo>
                  <a:cubicBezTo>
                    <a:pt x="123" y="101"/>
                    <a:pt x="122" y="99"/>
                    <a:pt x="121" y="9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1">
              <a:extLst>
                <a:ext uri="{FF2B5EF4-FFF2-40B4-BE49-F238E27FC236}">
                  <a16:creationId xmlns:a16="http://schemas.microsoft.com/office/drawing/2014/main" id="{FE7088EE-EAD6-4413-9188-C1E3D6D9C252}"/>
                </a:ext>
              </a:extLst>
            </p:cNvPr>
            <p:cNvSpPr>
              <a:spLocks/>
            </p:cNvSpPr>
            <p:nvPr/>
          </p:nvSpPr>
          <p:spPr bwMode="gray">
            <a:xfrm>
              <a:off x="-3622675" y="3063875"/>
              <a:ext cx="428625" cy="423862"/>
            </a:xfrm>
            <a:custGeom>
              <a:avLst/>
              <a:gdLst>
                <a:gd name="T0" fmla="*/ 96 w 114"/>
                <a:gd name="T1" fmla="*/ 84 h 113"/>
                <a:gd name="T2" fmla="*/ 63 w 114"/>
                <a:gd name="T3" fmla="*/ 84 h 113"/>
                <a:gd name="T4" fmla="*/ 50 w 114"/>
                <a:gd name="T5" fmla="*/ 81 h 113"/>
                <a:gd name="T6" fmla="*/ 40 w 114"/>
                <a:gd name="T7" fmla="*/ 73 h 113"/>
                <a:gd name="T8" fmla="*/ 33 w 114"/>
                <a:gd name="T9" fmla="*/ 61 h 113"/>
                <a:gd name="T10" fmla="*/ 30 w 114"/>
                <a:gd name="T11" fmla="*/ 48 h 113"/>
                <a:gd name="T12" fmla="*/ 35 w 114"/>
                <a:gd name="T13" fmla="*/ 34 h 113"/>
                <a:gd name="T14" fmla="*/ 39 w 114"/>
                <a:gd name="T15" fmla="*/ 31 h 113"/>
                <a:gd name="T16" fmla="*/ 43 w 114"/>
                <a:gd name="T17" fmla="*/ 30 h 113"/>
                <a:gd name="T18" fmla="*/ 50 w 114"/>
                <a:gd name="T19" fmla="*/ 29 h 113"/>
                <a:gd name="T20" fmla="*/ 56 w 114"/>
                <a:gd name="T21" fmla="*/ 30 h 113"/>
                <a:gd name="T22" fmla="*/ 67 w 114"/>
                <a:gd name="T23" fmla="*/ 34 h 113"/>
                <a:gd name="T24" fmla="*/ 81 w 114"/>
                <a:gd name="T25" fmla="*/ 47 h 113"/>
                <a:gd name="T26" fmla="*/ 47 w 114"/>
                <a:gd name="T27" fmla="*/ 47 h 113"/>
                <a:gd name="T28" fmla="*/ 44 w 114"/>
                <a:gd name="T29" fmla="*/ 50 h 113"/>
                <a:gd name="T30" fmla="*/ 46 w 114"/>
                <a:gd name="T31" fmla="*/ 58 h 113"/>
                <a:gd name="T32" fmla="*/ 67 w 114"/>
                <a:gd name="T33" fmla="*/ 71 h 113"/>
                <a:gd name="T34" fmla="*/ 99 w 114"/>
                <a:gd name="T35" fmla="*/ 71 h 113"/>
                <a:gd name="T36" fmla="*/ 111 w 114"/>
                <a:gd name="T37" fmla="*/ 67 h 113"/>
                <a:gd name="T38" fmla="*/ 114 w 114"/>
                <a:gd name="T39" fmla="*/ 57 h 113"/>
                <a:gd name="T40" fmla="*/ 108 w 114"/>
                <a:gd name="T41" fmla="*/ 38 h 113"/>
                <a:gd name="T42" fmla="*/ 94 w 114"/>
                <a:gd name="T43" fmla="*/ 19 h 113"/>
                <a:gd name="T44" fmla="*/ 74 w 114"/>
                <a:gd name="T45" fmla="*/ 5 h 113"/>
                <a:gd name="T46" fmla="*/ 50 w 114"/>
                <a:gd name="T47" fmla="*/ 0 h 113"/>
                <a:gd name="T48" fmla="*/ 3 w 114"/>
                <a:gd name="T49" fmla="*/ 0 h 113"/>
                <a:gd name="T50" fmla="*/ 0 w 114"/>
                <a:gd name="T51" fmla="*/ 2 h 113"/>
                <a:gd name="T52" fmla="*/ 0 w 114"/>
                <a:gd name="T53" fmla="*/ 49 h 113"/>
                <a:gd name="T54" fmla="*/ 5 w 114"/>
                <a:gd name="T55" fmla="*/ 73 h 113"/>
                <a:gd name="T56" fmla="*/ 19 w 114"/>
                <a:gd name="T57" fmla="*/ 94 h 113"/>
                <a:gd name="T58" fmla="*/ 39 w 114"/>
                <a:gd name="T59" fmla="*/ 108 h 113"/>
                <a:gd name="T60" fmla="*/ 64 w 114"/>
                <a:gd name="T61" fmla="*/ 113 h 113"/>
                <a:gd name="T62" fmla="*/ 111 w 114"/>
                <a:gd name="T63" fmla="*/ 113 h 113"/>
                <a:gd name="T64" fmla="*/ 114 w 114"/>
                <a:gd name="T65" fmla="*/ 111 h 113"/>
                <a:gd name="T66" fmla="*/ 114 w 114"/>
                <a:gd name="T67" fmla="*/ 101 h 113"/>
                <a:gd name="T68" fmla="*/ 109 w 114"/>
                <a:gd name="T69" fmla="*/ 88 h 113"/>
                <a:gd name="T70" fmla="*/ 96 w 114"/>
                <a:gd name="T71" fmla="*/ 84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14" h="113">
                  <a:moveTo>
                    <a:pt x="96" y="84"/>
                  </a:moveTo>
                  <a:cubicBezTo>
                    <a:pt x="63" y="84"/>
                    <a:pt x="63" y="84"/>
                    <a:pt x="63" y="84"/>
                  </a:cubicBezTo>
                  <a:cubicBezTo>
                    <a:pt x="59" y="84"/>
                    <a:pt x="54" y="82"/>
                    <a:pt x="50" y="81"/>
                  </a:cubicBezTo>
                  <a:cubicBezTo>
                    <a:pt x="47" y="79"/>
                    <a:pt x="41" y="74"/>
                    <a:pt x="40" y="73"/>
                  </a:cubicBezTo>
                  <a:cubicBezTo>
                    <a:pt x="37" y="69"/>
                    <a:pt x="34" y="65"/>
                    <a:pt x="33" y="61"/>
                  </a:cubicBezTo>
                  <a:cubicBezTo>
                    <a:pt x="31" y="57"/>
                    <a:pt x="30" y="52"/>
                    <a:pt x="30" y="48"/>
                  </a:cubicBezTo>
                  <a:cubicBezTo>
                    <a:pt x="30" y="42"/>
                    <a:pt x="32" y="37"/>
                    <a:pt x="35" y="34"/>
                  </a:cubicBezTo>
                  <a:cubicBezTo>
                    <a:pt x="36" y="33"/>
                    <a:pt x="37" y="32"/>
                    <a:pt x="39" y="31"/>
                  </a:cubicBezTo>
                  <a:cubicBezTo>
                    <a:pt x="40" y="30"/>
                    <a:pt x="42" y="30"/>
                    <a:pt x="43" y="30"/>
                  </a:cubicBezTo>
                  <a:cubicBezTo>
                    <a:pt x="45" y="29"/>
                    <a:pt x="48" y="29"/>
                    <a:pt x="50" y="29"/>
                  </a:cubicBezTo>
                  <a:cubicBezTo>
                    <a:pt x="52" y="29"/>
                    <a:pt x="54" y="29"/>
                    <a:pt x="56" y="30"/>
                  </a:cubicBezTo>
                  <a:cubicBezTo>
                    <a:pt x="60" y="30"/>
                    <a:pt x="64" y="32"/>
                    <a:pt x="67" y="34"/>
                  </a:cubicBezTo>
                  <a:cubicBezTo>
                    <a:pt x="72" y="37"/>
                    <a:pt x="78" y="42"/>
                    <a:pt x="81" y="47"/>
                  </a:cubicBezTo>
                  <a:cubicBezTo>
                    <a:pt x="47" y="47"/>
                    <a:pt x="47" y="47"/>
                    <a:pt x="47" y="47"/>
                  </a:cubicBezTo>
                  <a:cubicBezTo>
                    <a:pt x="45" y="47"/>
                    <a:pt x="44" y="48"/>
                    <a:pt x="44" y="50"/>
                  </a:cubicBezTo>
                  <a:cubicBezTo>
                    <a:pt x="44" y="53"/>
                    <a:pt x="45" y="55"/>
                    <a:pt x="46" y="58"/>
                  </a:cubicBezTo>
                  <a:cubicBezTo>
                    <a:pt x="47" y="61"/>
                    <a:pt x="54" y="71"/>
                    <a:pt x="67" y="71"/>
                  </a:cubicBezTo>
                  <a:cubicBezTo>
                    <a:pt x="99" y="71"/>
                    <a:pt x="99" y="71"/>
                    <a:pt x="99" y="71"/>
                  </a:cubicBezTo>
                  <a:cubicBezTo>
                    <a:pt x="105" y="71"/>
                    <a:pt x="109" y="70"/>
                    <a:pt x="111" y="67"/>
                  </a:cubicBezTo>
                  <a:cubicBezTo>
                    <a:pt x="113" y="64"/>
                    <a:pt x="114" y="61"/>
                    <a:pt x="114" y="57"/>
                  </a:cubicBezTo>
                  <a:cubicBezTo>
                    <a:pt x="114" y="51"/>
                    <a:pt x="112" y="44"/>
                    <a:pt x="108" y="38"/>
                  </a:cubicBezTo>
                  <a:cubicBezTo>
                    <a:pt x="105" y="31"/>
                    <a:pt x="100" y="24"/>
                    <a:pt x="94" y="19"/>
                  </a:cubicBezTo>
                  <a:cubicBezTo>
                    <a:pt x="89" y="13"/>
                    <a:pt x="82" y="9"/>
                    <a:pt x="74" y="5"/>
                  </a:cubicBezTo>
                  <a:cubicBezTo>
                    <a:pt x="66" y="1"/>
                    <a:pt x="58" y="0"/>
                    <a:pt x="50" y="0"/>
                  </a:cubicBezTo>
                  <a:cubicBezTo>
                    <a:pt x="50" y="0"/>
                    <a:pt x="3" y="0"/>
                    <a:pt x="3" y="0"/>
                  </a:cubicBezTo>
                  <a:cubicBezTo>
                    <a:pt x="1" y="0"/>
                    <a:pt x="0" y="1"/>
                    <a:pt x="0" y="2"/>
                  </a:cubicBezTo>
                  <a:cubicBezTo>
                    <a:pt x="0" y="2"/>
                    <a:pt x="0" y="49"/>
                    <a:pt x="0" y="49"/>
                  </a:cubicBezTo>
                  <a:cubicBezTo>
                    <a:pt x="0" y="57"/>
                    <a:pt x="2" y="66"/>
                    <a:pt x="5" y="73"/>
                  </a:cubicBezTo>
                  <a:cubicBezTo>
                    <a:pt x="9" y="81"/>
                    <a:pt x="13" y="88"/>
                    <a:pt x="19" y="94"/>
                  </a:cubicBezTo>
                  <a:cubicBezTo>
                    <a:pt x="25" y="100"/>
                    <a:pt x="32" y="104"/>
                    <a:pt x="39" y="108"/>
                  </a:cubicBezTo>
                  <a:cubicBezTo>
                    <a:pt x="47" y="111"/>
                    <a:pt x="55" y="113"/>
                    <a:pt x="64" y="113"/>
                  </a:cubicBezTo>
                  <a:cubicBezTo>
                    <a:pt x="111" y="113"/>
                    <a:pt x="111" y="113"/>
                    <a:pt x="111" y="113"/>
                  </a:cubicBezTo>
                  <a:cubicBezTo>
                    <a:pt x="112" y="113"/>
                    <a:pt x="114" y="112"/>
                    <a:pt x="114" y="111"/>
                  </a:cubicBezTo>
                  <a:cubicBezTo>
                    <a:pt x="114" y="101"/>
                    <a:pt x="114" y="101"/>
                    <a:pt x="114" y="101"/>
                  </a:cubicBezTo>
                  <a:cubicBezTo>
                    <a:pt x="114" y="96"/>
                    <a:pt x="112" y="91"/>
                    <a:pt x="109" y="88"/>
                  </a:cubicBezTo>
                  <a:cubicBezTo>
                    <a:pt x="106" y="85"/>
                    <a:pt x="102" y="84"/>
                    <a:pt x="96"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2">
              <a:extLst>
                <a:ext uri="{FF2B5EF4-FFF2-40B4-BE49-F238E27FC236}">
                  <a16:creationId xmlns:a16="http://schemas.microsoft.com/office/drawing/2014/main" id="{C79EEEA4-105C-4D6D-886B-6270CD048E24}"/>
                </a:ext>
              </a:extLst>
            </p:cNvPr>
            <p:cNvSpPr>
              <a:spLocks/>
            </p:cNvSpPr>
            <p:nvPr/>
          </p:nvSpPr>
          <p:spPr bwMode="gray">
            <a:xfrm>
              <a:off x="-4548188" y="3063875"/>
              <a:ext cx="889000" cy="423862"/>
            </a:xfrm>
            <a:custGeom>
              <a:avLst/>
              <a:gdLst>
                <a:gd name="T0" fmla="*/ 237 w 237"/>
                <a:gd name="T1" fmla="*/ 16 h 113"/>
                <a:gd name="T2" fmla="*/ 220 w 237"/>
                <a:gd name="T3" fmla="*/ 0 h 113"/>
                <a:gd name="T4" fmla="*/ 203 w 237"/>
                <a:gd name="T5" fmla="*/ 0 h 113"/>
                <a:gd name="T6" fmla="*/ 200 w 237"/>
                <a:gd name="T7" fmla="*/ 1 h 113"/>
                <a:gd name="T8" fmla="*/ 165 w 237"/>
                <a:gd name="T9" fmla="*/ 34 h 113"/>
                <a:gd name="T10" fmla="*/ 119 w 237"/>
                <a:gd name="T11" fmla="*/ 52 h 113"/>
                <a:gd name="T12" fmla="*/ 71 w 237"/>
                <a:gd name="T13" fmla="*/ 32 h 113"/>
                <a:gd name="T14" fmla="*/ 44 w 237"/>
                <a:gd name="T15" fmla="*/ 8 h 113"/>
                <a:gd name="T16" fmla="*/ 25 w 237"/>
                <a:gd name="T17" fmla="*/ 0 h 113"/>
                <a:gd name="T18" fmla="*/ 4 w 237"/>
                <a:gd name="T19" fmla="*/ 0 h 113"/>
                <a:gd name="T20" fmla="*/ 0 w 237"/>
                <a:gd name="T21" fmla="*/ 3 h 113"/>
                <a:gd name="T22" fmla="*/ 0 w 237"/>
                <a:gd name="T23" fmla="*/ 96 h 113"/>
                <a:gd name="T24" fmla="*/ 17 w 237"/>
                <a:gd name="T25" fmla="*/ 113 h 113"/>
                <a:gd name="T26" fmla="*/ 23 w 237"/>
                <a:gd name="T27" fmla="*/ 113 h 113"/>
                <a:gd name="T28" fmla="*/ 28 w 237"/>
                <a:gd name="T29" fmla="*/ 113 h 113"/>
                <a:gd name="T30" fmla="*/ 31 w 237"/>
                <a:gd name="T31" fmla="*/ 110 h 113"/>
                <a:gd name="T32" fmla="*/ 31 w 237"/>
                <a:gd name="T33" fmla="*/ 76 h 113"/>
                <a:gd name="T34" fmla="*/ 47 w 237"/>
                <a:gd name="T35" fmla="*/ 61 h 113"/>
                <a:gd name="T36" fmla="*/ 84 w 237"/>
                <a:gd name="T37" fmla="*/ 83 h 113"/>
                <a:gd name="T38" fmla="*/ 119 w 237"/>
                <a:gd name="T39" fmla="*/ 105 h 113"/>
                <a:gd name="T40" fmla="*/ 153 w 237"/>
                <a:gd name="T41" fmla="*/ 83 h 113"/>
                <a:gd name="T42" fmla="*/ 190 w 237"/>
                <a:gd name="T43" fmla="*/ 61 h 113"/>
                <a:gd name="T44" fmla="*/ 206 w 237"/>
                <a:gd name="T45" fmla="*/ 76 h 113"/>
                <a:gd name="T46" fmla="*/ 206 w 237"/>
                <a:gd name="T47" fmla="*/ 96 h 113"/>
                <a:gd name="T48" fmla="*/ 223 w 237"/>
                <a:gd name="T49" fmla="*/ 113 h 113"/>
                <a:gd name="T50" fmla="*/ 230 w 237"/>
                <a:gd name="T51" fmla="*/ 113 h 113"/>
                <a:gd name="T52" fmla="*/ 234 w 237"/>
                <a:gd name="T53" fmla="*/ 113 h 113"/>
                <a:gd name="T54" fmla="*/ 234 w 237"/>
                <a:gd name="T55" fmla="*/ 113 h 113"/>
                <a:gd name="T56" fmla="*/ 237 w 237"/>
                <a:gd name="T57" fmla="*/ 110 h 113"/>
                <a:gd name="T58" fmla="*/ 237 w 237"/>
                <a:gd name="T59" fmla="*/ 1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37" h="113">
                  <a:moveTo>
                    <a:pt x="237" y="16"/>
                  </a:moveTo>
                  <a:cubicBezTo>
                    <a:pt x="237" y="7"/>
                    <a:pt x="229" y="0"/>
                    <a:pt x="220" y="0"/>
                  </a:cubicBezTo>
                  <a:cubicBezTo>
                    <a:pt x="203" y="0"/>
                    <a:pt x="203" y="0"/>
                    <a:pt x="203" y="0"/>
                  </a:cubicBezTo>
                  <a:cubicBezTo>
                    <a:pt x="202" y="0"/>
                    <a:pt x="201" y="0"/>
                    <a:pt x="200" y="1"/>
                  </a:cubicBezTo>
                  <a:cubicBezTo>
                    <a:pt x="165" y="34"/>
                    <a:pt x="165" y="34"/>
                    <a:pt x="165" y="34"/>
                  </a:cubicBezTo>
                  <a:cubicBezTo>
                    <a:pt x="153" y="45"/>
                    <a:pt x="137" y="52"/>
                    <a:pt x="119" y="52"/>
                  </a:cubicBezTo>
                  <a:cubicBezTo>
                    <a:pt x="100" y="52"/>
                    <a:pt x="83" y="45"/>
                    <a:pt x="71" y="32"/>
                  </a:cubicBezTo>
                  <a:cubicBezTo>
                    <a:pt x="71" y="32"/>
                    <a:pt x="45" y="8"/>
                    <a:pt x="44" y="8"/>
                  </a:cubicBezTo>
                  <a:cubicBezTo>
                    <a:pt x="39" y="3"/>
                    <a:pt x="33" y="0"/>
                    <a:pt x="25" y="0"/>
                  </a:cubicBezTo>
                  <a:cubicBezTo>
                    <a:pt x="4" y="0"/>
                    <a:pt x="4" y="0"/>
                    <a:pt x="4" y="0"/>
                  </a:cubicBezTo>
                  <a:cubicBezTo>
                    <a:pt x="2" y="0"/>
                    <a:pt x="0" y="1"/>
                    <a:pt x="0" y="3"/>
                  </a:cubicBezTo>
                  <a:cubicBezTo>
                    <a:pt x="0" y="96"/>
                    <a:pt x="0" y="96"/>
                    <a:pt x="0" y="96"/>
                  </a:cubicBezTo>
                  <a:cubicBezTo>
                    <a:pt x="0" y="106"/>
                    <a:pt x="8" y="113"/>
                    <a:pt x="17" y="113"/>
                  </a:cubicBezTo>
                  <a:cubicBezTo>
                    <a:pt x="23" y="113"/>
                    <a:pt x="23" y="113"/>
                    <a:pt x="23" y="113"/>
                  </a:cubicBezTo>
                  <a:cubicBezTo>
                    <a:pt x="28" y="113"/>
                    <a:pt x="28" y="113"/>
                    <a:pt x="28" y="113"/>
                  </a:cubicBezTo>
                  <a:cubicBezTo>
                    <a:pt x="30" y="113"/>
                    <a:pt x="31" y="112"/>
                    <a:pt x="31" y="110"/>
                  </a:cubicBezTo>
                  <a:cubicBezTo>
                    <a:pt x="31" y="76"/>
                    <a:pt x="31" y="76"/>
                    <a:pt x="31" y="76"/>
                  </a:cubicBezTo>
                  <a:cubicBezTo>
                    <a:pt x="31" y="68"/>
                    <a:pt x="38" y="61"/>
                    <a:pt x="47" y="61"/>
                  </a:cubicBezTo>
                  <a:cubicBezTo>
                    <a:pt x="63" y="61"/>
                    <a:pt x="74" y="74"/>
                    <a:pt x="84" y="83"/>
                  </a:cubicBezTo>
                  <a:cubicBezTo>
                    <a:pt x="97" y="94"/>
                    <a:pt x="107" y="105"/>
                    <a:pt x="119" y="105"/>
                  </a:cubicBezTo>
                  <a:cubicBezTo>
                    <a:pt x="131" y="105"/>
                    <a:pt x="140" y="94"/>
                    <a:pt x="153" y="83"/>
                  </a:cubicBezTo>
                  <a:cubicBezTo>
                    <a:pt x="163" y="74"/>
                    <a:pt x="175" y="61"/>
                    <a:pt x="190" y="61"/>
                  </a:cubicBezTo>
                  <a:cubicBezTo>
                    <a:pt x="199" y="61"/>
                    <a:pt x="206" y="68"/>
                    <a:pt x="206" y="76"/>
                  </a:cubicBezTo>
                  <a:cubicBezTo>
                    <a:pt x="206" y="76"/>
                    <a:pt x="206" y="96"/>
                    <a:pt x="206" y="96"/>
                  </a:cubicBezTo>
                  <a:cubicBezTo>
                    <a:pt x="206" y="106"/>
                    <a:pt x="214" y="113"/>
                    <a:pt x="223" y="113"/>
                  </a:cubicBezTo>
                  <a:cubicBezTo>
                    <a:pt x="223" y="113"/>
                    <a:pt x="230" y="113"/>
                    <a:pt x="230" y="113"/>
                  </a:cubicBezTo>
                  <a:cubicBezTo>
                    <a:pt x="232" y="113"/>
                    <a:pt x="234" y="113"/>
                    <a:pt x="234" y="113"/>
                  </a:cubicBezTo>
                  <a:cubicBezTo>
                    <a:pt x="234" y="113"/>
                    <a:pt x="234" y="113"/>
                    <a:pt x="234" y="113"/>
                  </a:cubicBezTo>
                  <a:cubicBezTo>
                    <a:pt x="235" y="113"/>
                    <a:pt x="237" y="112"/>
                    <a:pt x="237" y="110"/>
                  </a:cubicBezTo>
                  <a:cubicBezTo>
                    <a:pt x="237" y="110"/>
                    <a:pt x="237" y="17"/>
                    <a:pt x="237"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5" name="Gruppieren 4">
            <a:extLst>
              <a:ext uri="{FF2B5EF4-FFF2-40B4-BE49-F238E27FC236}">
                <a16:creationId xmlns:a16="http://schemas.microsoft.com/office/drawing/2014/main" id="{64D673D9-70D1-44F2-B53C-D9EE55F28D8D}"/>
              </a:ext>
            </a:extLst>
          </p:cNvPr>
          <p:cNvGrpSpPr/>
          <p:nvPr userDrawn="1"/>
        </p:nvGrpSpPr>
        <p:grpSpPr>
          <a:xfrm>
            <a:off x="0" y="1905897"/>
            <a:ext cx="5871468" cy="4436830"/>
            <a:chOff x="0" y="1905897"/>
            <a:chExt cx="5871468" cy="4436830"/>
          </a:xfrm>
        </p:grpSpPr>
        <p:sp>
          <p:nvSpPr>
            <p:cNvPr id="33" name="Freihandform: Form 32">
              <a:extLst>
                <a:ext uri="{FF2B5EF4-FFF2-40B4-BE49-F238E27FC236}">
                  <a16:creationId xmlns:a16="http://schemas.microsoft.com/office/drawing/2014/main" id="{AA6FA98B-DBA3-4BD3-9A89-28E294BE1B2B}"/>
                </a:ext>
              </a:extLst>
            </p:cNvPr>
            <p:cNvSpPr/>
            <p:nvPr/>
          </p:nvSpPr>
          <p:spPr>
            <a:xfrm rot="20417692">
              <a:off x="185764" y="1905897"/>
              <a:ext cx="5349565" cy="4436830"/>
            </a:xfrm>
            <a:custGeom>
              <a:avLst/>
              <a:gdLst>
                <a:gd name="connsiteX0" fmla="*/ 2622499 w 5349565"/>
                <a:gd name="connsiteY0" fmla="*/ 1715533 h 4436830"/>
                <a:gd name="connsiteX1" fmla="*/ 3110045 w 5349565"/>
                <a:gd name="connsiteY1" fmla="*/ 2007827 h 4436830"/>
                <a:gd name="connsiteX2" fmla="*/ 3114721 w 5349565"/>
                <a:gd name="connsiteY2" fmla="*/ 2012503 h 4436830"/>
                <a:gd name="connsiteX3" fmla="*/ 3131092 w 5349565"/>
                <a:gd name="connsiteY3" fmla="*/ 2028873 h 4436830"/>
                <a:gd name="connsiteX4" fmla="*/ 3136937 w 5349565"/>
                <a:gd name="connsiteY4" fmla="*/ 2034719 h 4436830"/>
                <a:gd name="connsiteX5" fmla="*/ 3166164 w 5349565"/>
                <a:gd name="connsiteY5" fmla="*/ 2067454 h 4436830"/>
                <a:gd name="connsiteX6" fmla="*/ 3170842 w 5349565"/>
                <a:gd name="connsiteY6" fmla="*/ 2073300 h 4436830"/>
                <a:gd name="connsiteX7" fmla="*/ 3183702 w 5349565"/>
                <a:gd name="connsiteY7" fmla="*/ 2088499 h 4436830"/>
                <a:gd name="connsiteX8" fmla="*/ 3191888 w 5349565"/>
                <a:gd name="connsiteY8" fmla="*/ 2097853 h 4436830"/>
                <a:gd name="connsiteX9" fmla="*/ 3204748 w 5349565"/>
                <a:gd name="connsiteY9" fmla="*/ 2114221 h 4436830"/>
                <a:gd name="connsiteX10" fmla="*/ 3210593 w 5349565"/>
                <a:gd name="connsiteY10" fmla="*/ 2122406 h 4436830"/>
                <a:gd name="connsiteX11" fmla="*/ 3253856 w 5349565"/>
                <a:gd name="connsiteY11" fmla="*/ 2182035 h 4436830"/>
                <a:gd name="connsiteX12" fmla="*/ 3256191 w 5349565"/>
                <a:gd name="connsiteY12" fmla="*/ 2185541 h 4436830"/>
                <a:gd name="connsiteX13" fmla="*/ 3341688 w 5349565"/>
                <a:gd name="connsiteY13" fmla="*/ 2338849 h 4436830"/>
                <a:gd name="connsiteX14" fmla="*/ 3361240 w 5349565"/>
                <a:gd name="connsiteY14" fmla="*/ 2390940 h 4436830"/>
                <a:gd name="connsiteX15" fmla="*/ 3323978 w 5349565"/>
                <a:gd name="connsiteY15" fmla="*/ 2396381 h 4436830"/>
                <a:gd name="connsiteX16" fmla="*/ 3146725 w 5349565"/>
                <a:gd name="connsiteY16" fmla="*/ 2441848 h 4436830"/>
                <a:gd name="connsiteX17" fmla="*/ 2834311 w 5349565"/>
                <a:gd name="connsiteY17" fmla="*/ 2560507 h 4436830"/>
                <a:gd name="connsiteX18" fmla="*/ 2807237 w 5349565"/>
                <a:gd name="connsiteY18" fmla="*/ 2573303 h 4436830"/>
                <a:gd name="connsiteX19" fmla="*/ 2560356 w 5349565"/>
                <a:gd name="connsiteY19" fmla="*/ 2681699 h 4436830"/>
                <a:gd name="connsiteX20" fmla="*/ 2494453 w 5349565"/>
                <a:gd name="connsiteY20" fmla="*/ 2708701 h 4436830"/>
                <a:gd name="connsiteX21" fmla="*/ 2394700 w 5349565"/>
                <a:gd name="connsiteY21" fmla="*/ 2751700 h 4436830"/>
                <a:gd name="connsiteX22" fmla="*/ 2249353 w 5349565"/>
                <a:gd name="connsiteY22" fmla="*/ 2812110 h 4436830"/>
                <a:gd name="connsiteX23" fmla="*/ 2151390 w 5349565"/>
                <a:gd name="connsiteY23" fmla="*/ 2850129 h 4436830"/>
                <a:gd name="connsiteX24" fmla="*/ 1827222 w 5349565"/>
                <a:gd name="connsiteY24" fmla="*/ 2970204 h 4436830"/>
                <a:gd name="connsiteX25" fmla="*/ 1648771 w 5349565"/>
                <a:gd name="connsiteY25" fmla="*/ 3013130 h 4436830"/>
                <a:gd name="connsiteX26" fmla="*/ 1519489 w 5349565"/>
                <a:gd name="connsiteY26" fmla="*/ 3028686 h 4436830"/>
                <a:gd name="connsiteX27" fmla="*/ 1235707 w 5349565"/>
                <a:gd name="connsiteY27" fmla="*/ 2988901 h 4436830"/>
                <a:gd name="connsiteX28" fmla="*/ 1131595 w 5349565"/>
                <a:gd name="connsiteY28" fmla="*/ 2940472 h 4436830"/>
                <a:gd name="connsiteX29" fmla="*/ 1124147 w 5349565"/>
                <a:gd name="connsiteY29" fmla="*/ 2836773 h 4436830"/>
                <a:gd name="connsiteX30" fmla="*/ 1199614 w 5349565"/>
                <a:gd name="connsiteY30" fmla="*/ 2415869 h 4436830"/>
                <a:gd name="connsiteX31" fmla="*/ 1205459 w 5349565"/>
                <a:gd name="connsiteY31" fmla="*/ 2401840 h 4436830"/>
                <a:gd name="connsiteX32" fmla="*/ 1211305 w 5349565"/>
                <a:gd name="connsiteY32" fmla="*/ 2387809 h 4436830"/>
                <a:gd name="connsiteX33" fmla="*/ 1224164 w 5349565"/>
                <a:gd name="connsiteY33" fmla="*/ 2358580 h 4436830"/>
                <a:gd name="connsiteX34" fmla="*/ 1224166 w 5349565"/>
                <a:gd name="connsiteY34" fmla="*/ 2357410 h 4436830"/>
                <a:gd name="connsiteX35" fmla="*/ 1323545 w 5349565"/>
                <a:gd name="connsiteY35" fmla="*/ 2177357 h 4436830"/>
                <a:gd name="connsiteX36" fmla="*/ 1730418 w 5349565"/>
                <a:gd name="connsiteY36" fmla="*/ 1807897 h 4436830"/>
                <a:gd name="connsiteX37" fmla="*/ 1736264 w 5349565"/>
                <a:gd name="connsiteY37" fmla="*/ 1804390 h 4436830"/>
                <a:gd name="connsiteX38" fmla="*/ 1751463 w 5349565"/>
                <a:gd name="connsiteY38" fmla="*/ 1796206 h 4436830"/>
                <a:gd name="connsiteX39" fmla="*/ 1763156 w 5349565"/>
                <a:gd name="connsiteY39" fmla="*/ 1790360 h 4436830"/>
                <a:gd name="connsiteX40" fmla="*/ 1772509 w 5349565"/>
                <a:gd name="connsiteY40" fmla="*/ 1785685 h 4436830"/>
                <a:gd name="connsiteX41" fmla="*/ 1790047 w 5349565"/>
                <a:gd name="connsiteY41" fmla="*/ 1777499 h 4436830"/>
                <a:gd name="connsiteX42" fmla="*/ 1793554 w 5349565"/>
                <a:gd name="connsiteY42" fmla="*/ 1776331 h 4436830"/>
                <a:gd name="connsiteX43" fmla="*/ 2391003 w 5349565"/>
                <a:gd name="connsiteY43" fmla="*/ 1671105 h 4436830"/>
                <a:gd name="connsiteX44" fmla="*/ 2535981 w 5349565"/>
                <a:gd name="connsiteY44" fmla="*/ 1693318 h 4436830"/>
                <a:gd name="connsiteX45" fmla="*/ 2538319 w 5349565"/>
                <a:gd name="connsiteY45" fmla="*/ 1694487 h 4436830"/>
                <a:gd name="connsiteX46" fmla="*/ 2562871 w 5349565"/>
                <a:gd name="connsiteY46" fmla="*/ 1700333 h 4436830"/>
                <a:gd name="connsiteX47" fmla="*/ 2565209 w 5349565"/>
                <a:gd name="connsiteY47" fmla="*/ 1700334 h 4436830"/>
                <a:gd name="connsiteX48" fmla="*/ 2572225 w 5349565"/>
                <a:gd name="connsiteY48" fmla="*/ 1702673 h 4436830"/>
                <a:gd name="connsiteX49" fmla="*/ 2595608 w 5349565"/>
                <a:gd name="connsiteY49" fmla="*/ 1708517 h 4436830"/>
                <a:gd name="connsiteX50" fmla="*/ 2614316 w 5349565"/>
                <a:gd name="connsiteY50" fmla="*/ 1713195 h 4436830"/>
                <a:gd name="connsiteX51" fmla="*/ 2622499 w 5349565"/>
                <a:gd name="connsiteY51" fmla="*/ 1715533 h 4436830"/>
                <a:gd name="connsiteX52" fmla="*/ 5167050 w 5349565"/>
                <a:gd name="connsiteY52" fmla="*/ 2515253 h 4436830"/>
                <a:gd name="connsiteX53" fmla="*/ 5335380 w 5349565"/>
                <a:gd name="connsiteY53" fmla="*/ 2593745 h 4436830"/>
                <a:gd name="connsiteX54" fmla="*/ 5349565 w 5349565"/>
                <a:gd name="connsiteY54" fmla="*/ 2602983 h 4436830"/>
                <a:gd name="connsiteX55" fmla="*/ 4707590 w 5349565"/>
                <a:gd name="connsiteY55" fmla="*/ 4395445 h 4436830"/>
                <a:gd name="connsiteX56" fmla="*/ 4687750 w 5349565"/>
                <a:gd name="connsiteY56" fmla="*/ 4435871 h 4436830"/>
                <a:gd name="connsiteX57" fmla="*/ 4686757 w 5349565"/>
                <a:gd name="connsiteY57" fmla="*/ 4436830 h 4436830"/>
                <a:gd name="connsiteX58" fmla="*/ 4592560 w 5349565"/>
                <a:gd name="connsiteY58" fmla="*/ 4418667 h 4436830"/>
                <a:gd name="connsiteX59" fmla="*/ 3942010 w 5349565"/>
                <a:gd name="connsiteY59" fmla="*/ 3900216 h 4436830"/>
                <a:gd name="connsiteX60" fmla="*/ 3901962 w 5349565"/>
                <a:gd name="connsiteY60" fmla="*/ 3806897 h 4436830"/>
                <a:gd name="connsiteX61" fmla="*/ 3908839 w 5349565"/>
                <a:gd name="connsiteY61" fmla="*/ 3744560 h 4436830"/>
                <a:gd name="connsiteX62" fmla="*/ 3939073 w 5349565"/>
                <a:gd name="connsiteY62" fmla="*/ 3636598 h 4436830"/>
                <a:gd name="connsiteX63" fmla="*/ 4137211 w 5349565"/>
                <a:gd name="connsiteY63" fmla="*/ 3083377 h 4436830"/>
                <a:gd name="connsiteX64" fmla="*/ 4163175 w 5349565"/>
                <a:gd name="connsiteY64" fmla="*/ 2772416 h 4436830"/>
                <a:gd name="connsiteX65" fmla="*/ 4148848 w 5349565"/>
                <a:gd name="connsiteY65" fmla="*/ 2729412 h 4436830"/>
                <a:gd name="connsiteX66" fmla="*/ 4158795 w 5349565"/>
                <a:gd name="connsiteY66" fmla="*/ 2718686 h 4436830"/>
                <a:gd name="connsiteX67" fmla="*/ 5069585 w 5349565"/>
                <a:gd name="connsiteY67" fmla="*/ 2486019 h 4436830"/>
                <a:gd name="connsiteX68" fmla="*/ 5167050 w 5349565"/>
                <a:gd name="connsiteY68" fmla="*/ 2515253 h 4436830"/>
                <a:gd name="connsiteX69" fmla="*/ 430836 w 5349565"/>
                <a:gd name="connsiteY69" fmla="*/ 0 h 4436830"/>
                <a:gd name="connsiteX70" fmla="*/ 537054 w 5349565"/>
                <a:gd name="connsiteY70" fmla="*/ 205263 h 4436830"/>
                <a:gd name="connsiteX71" fmla="*/ 468879 w 5349565"/>
                <a:gd name="connsiteY71" fmla="*/ 247047 h 4436830"/>
                <a:gd name="connsiteX72" fmla="*/ 456018 w 5349565"/>
                <a:gd name="connsiteY72" fmla="*/ 254064 h 4436830"/>
                <a:gd name="connsiteX73" fmla="*/ 446663 w 5349565"/>
                <a:gd name="connsiteY73" fmla="*/ 258740 h 4436830"/>
                <a:gd name="connsiteX74" fmla="*/ 440818 w 5349565"/>
                <a:gd name="connsiteY74" fmla="*/ 262247 h 4436830"/>
                <a:gd name="connsiteX75" fmla="*/ 316887 w 5349565"/>
                <a:gd name="connsiteY75" fmla="*/ 535836 h 4436830"/>
                <a:gd name="connsiteX76" fmla="*/ 316886 w 5349565"/>
                <a:gd name="connsiteY76" fmla="*/ 538173 h 4436830"/>
                <a:gd name="connsiteX77" fmla="*/ 507462 w 5349565"/>
                <a:gd name="connsiteY77" fmla="*/ 699519 h 4436830"/>
                <a:gd name="connsiteX78" fmla="*/ 514477 w 5349565"/>
                <a:gd name="connsiteY78" fmla="*/ 699519 h 4436830"/>
                <a:gd name="connsiteX79" fmla="*/ 775203 w 5349565"/>
                <a:gd name="connsiteY79" fmla="*/ 755640 h 4436830"/>
                <a:gd name="connsiteX80" fmla="*/ 950178 w 5349565"/>
                <a:gd name="connsiteY80" fmla="*/ 849338 h 4436830"/>
                <a:gd name="connsiteX81" fmla="*/ 1010301 w 5349565"/>
                <a:gd name="connsiteY81" fmla="*/ 896950 h 4436830"/>
                <a:gd name="connsiteX82" fmla="*/ 1064814 w 5349565"/>
                <a:gd name="connsiteY82" fmla="*/ 953936 h 4436830"/>
                <a:gd name="connsiteX83" fmla="*/ 1102500 w 5349565"/>
                <a:gd name="connsiteY83" fmla="*/ 987286 h 4436830"/>
                <a:gd name="connsiteX84" fmla="*/ 1159683 w 5349565"/>
                <a:gd name="connsiteY84" fmla="*/ 1060962 h 4436830"/>
                <a:gd name="connsiteX85" fmla="*/ 1282625 w 5349565"/>
                <a:gd name="connsiteY85" fmla="*/ 1343736 h 4436830"/>
                <a:gd name="connsiteX86" fmla="*/ 657117 w 5349565"/>
                <a:gd name="connsiteY86" fmla="*/ 2341041 h 4436830"/>
                <a:gd name="connsiteX87" fmla="*/ 645226 w 5349565"/>
                <a:gd name="connsiteY87" fmla="*/ 2343103 h 4436830"/>
                <a:gd name="connsiteX88" fmla="*/ 621316 w 5349565"/>
                <a:gd name="connsiteY88" fmla="*/ 2302128 h 4436830"/>
                <a:gd name="connsiteX89" fmla="*/ 446047 w 5349565"/>
                <a:gd name="connsiteY89" fmla="*/ 1975060 h 4436830"/>
                <a:gd name="connsiteX90" fmla="*/ 315936 w 5349565"/>
                <a:gd name="connsiteY90" fmla="*/ 1726023 h 4436830"/>
                <a:gd name="connsiteX91" fmla="*/ 288559 w 5349565"/>
                <a:gd name="connsiteY91" fmla="*/ 1676857 h 4436830"/>
                <a:gd name="connsiteX92" fmla="*/ 285359 w 5349565"/>
                <a:gd name="connsiteY92" fmla="*/ 1670085 h 4436830"/>
                <a:gd name="connsiteX93" fmla="*/ 103323 w 5349565"/>
                <a:gd name="connsiteY93" fmla="*/ 1346218 h 4436830"/>
                <a:gd name="connsiteX94" fmla="*/ 13429 w 5349565"/>
                <a:gd name="connsiteY94" fmla="*/ 1218429 h 4436830"/>
                <a:gd name="connsiteX95" fmla="*/ 0 w 5349565"/>
                <a:gd name="connsiteY95" fmla="*/ 1202939 h 4436830"/>
                <a:gd name="connsiteX96" fmla="*/ 4895308 w 5349565"/>
                <a:gd name="connsiteY96" fmla="*/ 762573 h 4436830"/>
                <a:gd name="connsiteX97" fmla="*/ 5267004 w 5349565"/>
                <a:gd name="connsiteY97" fmla="*/ 895697 h 4436830"/>
                <a:gd name="connsiteX98" fmla="*/ 5283252 w 5349565"/>
                <a:gd name="connsiteY98" fmla="*/ 929263 h 4436830"/>
                <a:gd name="connsiteX99" fmla="*/ 5344340 w 5349565"/>
                <a:gd name="connsiteY99" fmla="*/ 1307492 h 4436830"/>
                <a:gd name="connsiteX100" fmla="*/ 5344340 w 5349565"/>
                <a:gd name="connsiteY100" fmla="*/ 1320351 h 4436830"/>
                <a:gd name="connsiteX101" fmla="*/ 5342003 w 5349565"/>
                <a:gd name="connsiteY101" fmla="*/ 1351920 h 4436830"/>
                <a:gd name="connsiteX102" fmla="*/ 5334988 w 5349565"/>
                <a:gd name="connsiteY102" fmla="*/ 1413886 h 4436830"/>
                <a:gd name="connsiteX103" fmla="*/ 5333820 w 5349565"/>
                <a:gd name="connsiteY103" fmla="*/ 1420901 h 4436830"/>
                <a:gd name="connsiteX104" fmla="*/ 5326805 w 5349565"/>
                <a:gd name="connsiteY104" fmla="*/ 1461822 h 4436830"/>
                <a:gd name="connsiteX105" fmla="*/ 5319789 w 5349565"/>
                <a:gd name="connsiteY105" fmla="*/ 1492222 h 4436830"/>
                <a:gd name="connsiteX106" fmla="*/ 5316279 w 5349565"/>
                <a:gd name="connsiteY106" fmla="*/ 1508590 h 4436830"/>
                <a:gd name="connsiteX107" fmla="*/ 5175983 w 5349565"/>
                <a:gd name="connsiteY107" fmla="*/ 1828944 h 4436830"/>
                <a:gd name="connsiteX108" fmla="*/ 5165457 w 5349565"/>
                <a:gd name="connsiteY108" fmla="*/ 1844143 h 4436830"/>
                <a:gd name="connsiteX109" fmla="*/ 5149089 w 5349565"/>
                <a:gd name="connsiteY109" fmla="*/ 1867527 h 4436830"/>
                <a:gd name="connsiteX110" fmla="*/ 5123367 w 5349565"/>
                <a:gd name="connsiteY110" fmla="*/ 1901432 h 4436830"/>
                <a:gd name="connsiteX111" fmla="*/ 5121027 w 5349565"/>
                <a:gd name="connsiteY111" fmla="*/ 1903771 h 4436830"/>
                <a:gd name="connsiteX112" fmla="*/ 4873163 w 5349565"/>
                <a:gd name="connsiteY112" fmla="*/ 2122406 h 4436830"/>
                <a:gd name="connsiteX113" fmla="*/ 4870827 w 5349565"/>
                <a:gd name="connsiteY113" fmla="*/ 2123576 h 4436830"/>
                <a:gd name="connsiteX114" fmla="*/ 4835749 w 5349565"/>
                <a:gd name="connsiteY114" fmla="*/ 2144622 h 4436830"/>
                <a:gd name="connsiteX115" fmla="*/ 4827566 w 5349565"/>
                <a:gd name="connsiteY115" fmla="*/ 2149298 h 4436830"/>
                <a:gd name="connsiteX116" fmla="*/ 4797167 w 5349565"/>
                <a:gd name="connsiteY116" fmla="*/ 2165666 h 4436830"/>
                <a:gd name="connsiteX117" fmla="*/ 4784305 w 5349565"/>
                <a:gd name="connsiteY117" fmla="*/ 2172683 h 4436830"/>
                <a:gd name="connsiteX118" fmla="*/ 4757414 w 5349565"/>
                <a:gd name="connsiteY118" fmla="*/ 2185542 h 4436830"/>
                <a:gd name="connsiteX119" fmla="*/ 4738709 w 5349565"/>
                <a:gd name="connsiteY119" fmla="*/ 2193726 h 4436830"/>
                <a:gd name="connsiteX120" fmla="*/ 4715325 w 5349565"/>
                <a:gd name="connsiteY120" fmla="*/ 2203080 h 4436830"/>
                <a:gd name="connsiteX121" fmla="*/ 4693110 w 5349565"/>
                <a:gd name="connsiteY121" fmla="*/ 2211265 h 4436830"/>
                <a:gd name="connsiteX122" fmla="*/ 4670895 w 5349565"/>
                <a:gd name="connsiteY122" fmla="*/ 2218279 h 4436830"/>
                <a:gd name="connsiteX123" fmla="*/ 4647511 w 5349565"/>
                <a:gd name="connsiteY123" fmla="*/ 2226463 h 4436830"/>
                <a:gd name="connsiteX124" fmla="*/ 4625297 w 5349565"/>
                <a:gd name="connsiteY124" fmla="*/ 2233479 h 4436830"/>
                <a:gd name="connsiteX125" fmla="*/ 4601915 w 5349565"/>
                <a:gd name="connsiteY125" fmla="*/ 2240493 h 4436830"/>
                <a:gd name="connsiteX126" fmla="*/ 4573855 w 5349565"/>
                <a:gd name="connsiteY126" fmla="*/ 2247508 h 4436830"/>
                <a:gd name="connsiteX127" fmla="*/ 4556316 w 5349565"/>
                <a:gd name="connsiteY127" fmla="*/ 2252184 h 4436830"/>
                <a:gd name="connsiteX128" fmla="*/ 4516566 w 5349565"/>
                <a:gd name="connsiteY128" fmla="*/ 2259201 h 4436830"/>
                <a:gd name="connsiteX129" fmla="*/ 4509548 w 5349565"/>
                <a:gd name="connsiteY129" fmla="*/ 2260369 h 4436830"/>
                <a:gd name="connsiteX130" fmla="*/ 3926131 w 5349565"/>
                <a:gd name="connsiteY130" fmla="*/ 2179696 h 4436830"/>
                <a:gd name="connsiteX131" fmla="*/ 3435078 w 5349565"/>
                <a:gd name="connsiteY131" fmla="*/ 1673443 h 4436830"/>
                <a:gd name="connsiteX132" fmla="*/ 3435076 w 5349565"/>
                <a:gd name="connsiteY132" fmla="*/ 1672274 h 4436830"/>
                <a:gd name="connsiteX133" fmla="*/ 3402339 w 5349565"/>
                <a:gd name="connsiteY133" fmla="*/ 1586925 h 4436830"/>
                <a:gd name="connsiteX134" fmla="*/ 3400001 w 5349565"/>
                <a:gd name="connsiteY134" fmla="*/ 1578740 h 4436830"/>
                <a:gd name="connsiteX135" fmla="*/ 3388310 w 5349565"/>
                <a:gd name="connsiteY135" fmla="*/ 1538988 h 4436830"/>
                <a:gd name="connsiteX136" fmla="*/ 3385974 w 5349565"/>
                <a:gd name="connsiteY136" fmla="*/ 1530806 h 4436830"/>
                <a:gd name="connsiteX137" fmla="*/ 3376618 w 5349565"/>
                <a:gd name="connsiteY137" fmla="*/ 1491052 h 4436830"/>
                <a:gd name="connsiteX138" fmla="*/ 3375448 w 5349565"/>
                <a:gd name="connsiteY138" fmla="*/ 1487545 h 4436830"/>
                <a:gd name="connsiteX139" fmla="*/ 3367264 w 5349565"/>
                <a:gd name="connsiteY139" fmla="*/ 1441948 h 4436830"/>
                <a:gd name="connsiteX140" fmla="*/ 3366098 w 5349565"/>
                <a:gd name="connsiteY140" fmla="*/ 1438440 h 4436830"/>
                <a:gd name="connsiteX141" fmla="*/ 3363758 w 5349565"/>
                <a:gd name="connsiteY141" fmla="*/ 1425579 h 4436830"/>
                <a:gd name="connsiteX142" fmla="*/ 3358934 w 5349565"/>
                <a:gd name="connsiteY142" fmla="*/ 1356747 h 4436830"/>
                <a:gd name="connsiteX143" fmla="*/ 3446149 w 5349565"/>
                <a:gd name="connsiteY143" fmla="*/ 1323217 h 4436830"/>
                <a:gd name="connsiteX144" fmla="*/ 4193194 w 5349565"/>
                <a:gd name="connsiteY144" fmla="*/ 1011576 h 4436830"/>
                <a:gd name="connsiteX145" fmla="*/ 4705476 w 5349565"/>
                <a:gd name="connsiteY145" fmla="*/ 790177 h 4436830"/>
                <a:gd name="connsiteX146" fmla="*/ 4803444 w 5349565"/>
                <a:gd name="connsiteY146" fmla="*/ 752165 h 4436830"/>
                <a:gd name="connsiteX147" fmla="*/ 4815196 w 5349565"/>
                <a:gd name="connsiteY147" fmla="*/ 750747 h 4436830"/>
                <a:gd name="connsiteX148" fmla="*/ 4895308 w 5349565"/>
                <a:gd name="connsiteY148" fmla="*/ 762573 h 4436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Lst>
              <a:rect l="l" t="t" r="r" b="b"/>
              <a:pathLst>
                <a:path w="5349565" h="4436830">
                  <a:moveTo>
                    <a:pt x="2622499" y="1715533"/>
                  </a:moveTo>
                  <a:cubicBezTo>
                    <a:pt x="2813076" y="1772823"/>
                    <a:pt x="2977928" y="1874541"/>
                    <a:pt x="3110045" y="2007827"/>
                  </a:cubicBezTo>
                  <a:cubicBezTo>
                    <a:pt x="3111215" y="2008997"/>
                    <a:pt x="3113552" y="2011334"/>
                    <a:pt x="3114721" y="2012503"/>
                  </a:cubicBezTo>
                  <a:cubicBezTo>
                    <a:pt x="3120568" y="2017180"/>
                    <a:pt x="3125245" y="2023027"/>
                    <a:pt x="3131092" y="2028873"/>
                  </a:cubicBezTo>
                  <a:cubicBezTo>
                    <a:pt x="3133429" y="2031211"/>
                    <a:pt x="3134596" y="2032380"/>
                    <a:pt x="3136937" y="2034719"/>
                  </a:cubicBezTo>
                  <a:cubicBezTo>
                    <a:pt x="3147460" y="2045241"/>
                    <a:pt x="3156813" y="2056932"/>
                    <a:pt x="3166164" y="2067454"/>
                  </a:cubicBezTo>
                  <a:cubicBezTo>
                    <a:pt x="3167334" y="2069794"/>
                    <a:pt x="3169674" y="2070962"/>
                    <a:pt x="3170842" y="2073300"/>
                  </a:cubicBezTo>
                  <a:cubicBezTo>
                    <a:pt x="3175520" y="2077977"/>
                    <a:pt x="3179026" y="2083823"/>
                    <a:pt x="3183702" y="2088499"/>
                  </a:cubicBezTo>
                  <a:cubicBezTo>
                    <a:pt x="3187210" y="2092008"/>
                    <a:pt x="3189550" y="2094346"/>
                    <a:pt x="3191888" y="2097853"/>
                  </a:cubicBezTo>
                  <a:cubicBezTo>
                    <a:pt x="3196562" y="2103699"/>
                    <a:pt x="3200071" y="2108376"/>
                    <a:pt x="3204748" y="2114221"/>
                  </a:cubicBezTo>
                  <a:cubicBezTo>
                    <a:pt x="3207087" y="2116560"/>
                    <a:pt x="3208255" y="2120068"/>
                    <a:pt x="3210593" y="2122406"/>
                  </a:cubicBezTo>
                  <a:cubicBezTo>
                    <a:pt x="3225793" y="2141113"/>
                    <a:pt x="3239824" y="2162158"/>
                    <a:pt x="3253856" y="2182035"/>
                  </a:cubicBezTo>
                  <a:cubicBezTo>
                    <a:pt x="3253855" y="2183204"/>
                    <a:pt x="3255022" y="2184373"/>
                    <a:pt x="3256191" y="2185541"/>
                  </a:cubicBezTo>
                  <a:cubicBezTo>
                    <a:pt x="3288344" y="2234646"/>
                    <a:pt x="3316990" y="2285797"/>
                    <a:pt x="3341688" y="2338849"/>
                  </a:cubicBezTo>
                  <a:lnTo>
                    <a:pt x="3361240" y="2390940"/>
                  </a:lnTo>
                  <a:lnTo>
                    <a:pt x="3323978" y="2396381"/>
                  </a:lnTo>
                  <a:cubicBezTo>
                    <a:pt x="3265520" y="2408480"/>
                    <a:pt x="3206571" y="2423920"/>
                    <a:pt x="3146725" y="2441848"/>
                  </a:cubicBezTo>
                  <a:cubicBezTo>
                    <a:pt x="3043776" y="2478076"/>
                    <a:pt x="2935847" y="2512526"/>
                    <a:pt x="2834311" y="2560507"/>
                  </a:cubicBezTo>
                  <a:cubicBezTo>
                    <a:pt x="2827545" y="2563709"/>
                    <a:pt x="2814007" y="2570107"/>
                    <a:pt x="2807237" y="2573303"/>
                  </a:cubicBezTo>
                  <a:cubicBezTo>
                    <a:pt x="2719241" y="2614892"/>
                    <a:pt x="2639799" y="2648293"/>
                    <a:pt x="2560356" y="2681699"/>
                  </a:cubicBezTo>
                  <a:cubicBezTo>
                    <a:pt x="2540047" y="2691292"/>
                    <a:pt x="2514754" y="2699106"/>
                    <a:pt x="2494453" y="2708701"/>
                  </a:cubicBezTo>
                  <a:cubicBezTo>
                    <a:pt x="2460604" y="2724698"/>
                    <a:pt x="2428546" y="2735710"/>
                    <a:pt x="2394700" y="2751700"/>
                  </a:cubicBezTo>
                  <a:cubicBezTo>
                    <a:pt x="2347320" y="2774096"/>
                    <a:pt x="2296737" y="2789720"/>
                    <a:pt x="2249353" y="2812110"/>
                  </a:cubicBezTo>
                  <a:cubicBezTo>
                    <a:pt x="2217296" y="2823121"/>
                    <a:pt x="2183447" y="2839118"/>
                    <a:pt x="2151390" y="2850129"/>
                  </a:cubicBezTo>
                  <a:cubicBezTo>
                    <a:pt x="2044873" y="2896325"/>
                    <a:pt x="1935152" y="2935754"/>
                    <a:pt x="1827222" y="2970204"/>
                  </a:cubicBezTo>
                  <a:cubicBezTo>
                    <a:pt x="1764889" y="2987239"/>
                    <a:pt x="1704339" y="2999293"/>
                    <a:pt x="1648771" y="3013130"/>
                  </a:cubicBezTo>
                  <a:cubicBezTo>
                    <a:pt x="1606746" y="3020572"/>
                    <a:pt x="1559734" y="3026227"/>
                    <a:pt x="1519489" y="3028686"/>
                  </a:cubicBezTo>
                  <a:cubicBezTo>
                    <a:pt x="1422269" y="3033226"/>
                    <a:pt x="1330399" y="3022815"/>
                    <a:pt x="1235707" y="2988901"/>
                  </a:cubicBezTo>
                  <a:lnTo>
                    <a:pt x="1131595" y="2940472"/>
                  </a:lnTo>
                  <a:lnTo>
                    <a:pt x="1124147" y="2836773"/>
                  </a:lnTo>
                  <a:cubicBezTo>
                    <a:pt x="1122667" y="2696472"/>
                    <a:pt x="1147000" y="2553539"/>
                    <a:pt x="1199614" y="2415869"/>
                  </a:cubicBezTo>
                  <a:cubicBezTo>
                    <a:pt x="1201951" y="2411192"/>
                    <a:pt x="1203119" y="2406517"/>
                    <a:pt x="1205459" y="2401840"/>
                  </a:cubicBezTo>
                  <a:cubicBezTo>
                    <a:pt x="1207796" y="2397162"/>
                    <a:pt x="1208967" y="2392484"/>
                    <a:pt x="1211305" y="2387809"/>
                  </a:cubicBezTo>
                  <a:cubicBezTo>
                    <a:pt x="1215981" y="2378456"/>
                    <a:pt x="1219488" y="2367933"/>
                    <a:pt x="1224164" y="2358580"/>
                  </a:cubicBezTo>
                  <a:cubicBezTo>
                    <a:pt x="1224164" y="2358580"/>
                    <a:pt x="1224166" y="2357410"/>
                    <a:pt x="1224166" y="2357410"/>
                  </a:cubicBezTo>
                  <a:cubicBezTo>
                    <a:pt x="1252226" y="2293107"/>
                    <a:pt x="1286131" y="2233477"/>
                    <a:pt x="1323545" y="2177357"/>
                  </a:cubicBezTo>
                  <a:cubicBezTo>
                    <a:pt x="1429940" y="2019518"/>
                    <a:pt x="1570241" y="1895586"/>
                    <a:pt x="1730418" y="1807897"/>
                  </a:cubicBezTo>
                  <a:cubicBezTo>
                    <a:pt x="1732758" y="1806729"/>
                    <a:pt x="1733926" y="1805559"/>
                    <a:pt x="1736264" y="1804390"/>
                  </a:cubicBezTo>
                  <a:cubicBezTo>
                    <a:pt x="1740940" y="1800884"/>
                    <a:pt x="1746786" y="1798544"/>
                    <a:pt x="1751463" y="1796206"/>
                  </a:cubicBezTo>
                  <a:cubicBezTo>
                    <a:pt x="1754971" y="1793867"/>
                    <a:pt x="1759648" y="1792698"/>
                    <a:pt x="1763156" y="1790360"/>
                  </a:cubicBezTo>
                  <a:cubicBezTo>
                    <a:pt x="1766664" y="1789191"/>
                    <a:pt x="1769001" y="1786852"/>
                    <a:pt x="1772509" y="1785685"/>
                  </a:cubicBezTo>
                  <a:cubicBezTo>
                    <a:pt x="1778354" y="1783345"/>
                    <a:pt x="1784200" y="1779838"/>
                    <a:pt x="1790047" y="1777499"/>
                  </a:cubicBezTo>
                  <a:cubicBezTo>
                    <a:pt x="1791217" y="1777499"/>
                    <a:pt x="1792385" y="1776331"/>
                    <a:pt x="1793554" y="1776331"/>
                  </a:cubicBezTo>
                  <a:cubicBezTo>
                    <a:pt x="1975945" y="1690981"/>
                    <a:pt x="2181720" y="1652397"/>
                    <a:pt x="2391003" y="1671105"/>
                  </a:cubicBezTo>
                  <a:cubicBezTo>
                    <a:pt x="2440106" y="1675781"/>
                    <a:pt x="2488045" y="1682797"/>
                    <a:pt x="2535981" y="1693318"/>
                  </a:cubicBezTo>
                  <a:cubicBezTo>
                    <a:pt x="2535980" y="1694487"/>
                    <a:pt x="2537150" y="1694487"/>
                    <a:pt x="2538319" y="1694487"/>
                  </a:cubicBezTo>
                  <a:cubicBezTo>
                    <a:pt x="2546503" y="1696827"/>
                    <a:pt x="2554687" y="1697996"/>
                    <a:pt x="2562871" y="1700333"/>
                  </a:cubicBezTo>
                  <a:cubicBezTo>
                    <a:pt x="2564040" y="1700334"/>
                    <a:pt x="2564040" y="1700334"/>
                    <a:pt x="2565209" y="1700334"/>
                  </a:cubicBezTo>
                  <a:cubicBezTo>
                    <a:pt x="2567548" y="1701503"/>
                    <a:pt x="2569886" y="1702673"/>
                    <a:pt x="2572225" y="1702673"/>
                  </a:cubicBezTo>
                  <a:cubicBezTo>
                    <a:pt x="2579239" y="1703840"/>
                    <a:pt x="2587425" y="1706180"/>
                    <a:pt x="2595608" y="1708517"/>
                  </a:cubicBezTo>
                  <a:cubicBezTo>
                    <a:pt x="2601454" y="1709686"/>
                    <a:pt x="2608469" y="1710857"/>
                    <a:pt x="2614316" y="1713195"/>
                  </a:cubicBezTo>
                  <a:cubicBezTo>
                    <a:pt x="2616653" y="1713195"/>
                    <a:pt x="2620162" y="1714363"/>
                    <a:pt x="2622499" y="1715533"/>
                  </a:cubicBezTo>
                  <a:close/>
                  <a:moveTo>
                    <a:pt x="5167050" y="2515253"/>
                  </a:moveTo>
                  <a:cubicBezTo>
                    <a:pt x="5226365" y="2536388"/>
                    <a:pt x="5282609" y="2562773"/>
                    <a:pt x="5335380" y="2593745"/>
                  </a:cubicBezTo>
                  <a:lnTo>
                    <a:pt x="5349565" y="2602983"/>
                  </a:lnTo>
                  <a:lnTo>
                    <a:pt x="4707590" y="4395445"/>
                  </a:lnTo>
                  <a:cubicBezTo>
                    <a:pt x="4701789" y="4411640"/>
                    <a:pt x="4695210" y="4425100"/>
                    <a:pt x="4687750" y="4435871"/>
                  </a:cubicBezTo>
                  <a:lnTo>
                    <a:pt x="4686757" y="4436830"/>
                  </a:lnTo>
                  <a:lnTo>
                    <a:pt x="4592560" y="4418667"/>
                  </a:lnTo>
                  <a:cubicBezTo>
                    <a:pt x="4298952" y="4346032"/>
                    <a:pt x="4068003" y="4150762"/>
                    <a:pt x="3942010" y="3900216"/>
                  </a:cubicBezTo>
                  <a:lnTo>
                    <a:pt x="3901962" y="3806897"/>
                  </a:lnTo>
                  <a:lnTo>
                    <a:pt x="3908839" y="3744560"/>
                  </a:lnTo>
                  <a:cubicBezTo>
                    <a:pt x="3915682" y="3709756"/>
                    <a:pt x="3925686" y="3673976"/>
                    <a:pt x="3939073" y="3636598"/>
                  </a:cubicBezTo>
                  <a:lnTo>
                    <a:pt x="4137211" y="3083377"/>
                  </a:lnTo>
                  <a:cubicBezTo>
                    <a:pt x="4177373" y="2971237"/>
                    <a:pt x="4185273" y="2869687"/>
                    <a:pt x="4163175" y="2772416"/>
                  </a:cubicBezTo>
                  <a:lnTo>
                    <a:pt x="4148848" y="2729412"/>
                  </a:lnTo>
                  <a:lnTo>
                    <a:pt x="4158795" y="2718686"/>
                  </a:lnTo>
                  <a:cubicBezTo>
                    <a:pt x="4396137" y="2501219"/>
                    <a:pt x="4734030" y="2403009"/>
                    <a:pt x="5069585" y="2486019"/>
                  </a:cubicBezTo>
                  <a:cubicBezTo>
                    <a:pt x="5102906" y="2494204"/>
                    <a:pt x="5135415" y="2503982"/>
                    <a:pt x="5167050" y="2515253"/>
                  </a:cubicBezTo>
                  <a:close/>
                  <a:moveTo>
                    <a:pt x="430836" y="0"/>
                  </a:moveTo>
                  <a:lnTo>
                    <a:pt x="537054" y="205263"/>
                  </a:lnTo>
                  <a:lnTo>
                    <a:pt x="468879" y="247047"/>
                  </a:lnTo>
                  <a:cubicBezTo>
                    <a:pt x="464202" y="249387"/>
                    <a:pt x="460693" y="251725"/>
                    <a:pt x="456018" y="254064"/>
                  </a:cubicBezTo>
                  <a:cubicBezTo>
                    <a:pt x="452511" y="255233"/>
                    <a:pt x="450172" y="257571"/>
                    <a:pt x="446663" y="258740"/>
                  </a:cubicBezTo>
                  <a:cubicBezTo>
                    <a:pt x="444326" y="259909"/>
                    <a:pt x="443158" y="261079"/>
                    <a:pt x="440818" y="262247"/>
                  </a:cubicBezTo>
                  <a:cubicBezTo>
                    <a:pt x="344946" y="313691"/>
                    <a:pt x="291164" y="424763"/>
                    <a:pt x="316887" y="535836"/>
                  </a:cubicBezTo>
                  <a:lnTo>
                    <a:pt x="316886" y="538173"/>
                  </a:lnTo>
                  <a:cubicBezTo>
                    <a:pt x="337932" y="630538"/>
                    <a:pt x="417436" y="694842"/>
                    <a:pt x="507462" y="699519"/>
                  </a:cubicBezTo>
                  <a:cubicBezTo>
                    <a:pt x="509801" y="699518"/>
                    <a:pt x="512138" y="699520"/>
                    <a:pt x="514477" y="699519"/>
                  </a:cubicBezTo>
                  <a:cubicBezTo>
                    <a:pt x="605672" y="704195"/>
                    <a:pt x="693361" y="724072"/>
                    <a:pt x="775203" y="755640"/>
                  </a:cubicBezTo>
                  <a:cubicBezTo>
                    <a:pt x="837170" y="779900"/>
                    <a:pt x="895920" y="811395"/>
                    <a:pt x="950178" y="849338"/>
                  </a:cubicBezTo>
                  <a:lnTo>
                    <a:pt x="1010301" y="896950"/>
                  </a:lnTo>
                  <a:lnTo>
                    <a:pt x="1064814" y="953936"/>
                  </a:lnTo>
                  <a:lnTo>
                    <a:pt x="1102500" y="987286"/>
                  </a:lnTo>
                  <a:lnTo>
                    <a:pt x="1159683" y="1060962"/>
                  </a:lnTo>
                  <a:cubicBezTo>
                    <a:pt x="1216530" y="1144244"/>
                    <a:pt x="1258949" y="1239386"/>
                    <a:pt x="1282625" y="1343736"/>
                  </a:cubicBezTo>
                  <a:cubicBezTo>
                    <a:pt x="1383175" y="1790359"/>
                    <a:pt x="1104910" y="2234646"/>
                    <a:pt x="657117" y="2341041"/>
                  </a:cubicBezTo>
                  <a:lnTo>
                    <a:pt x="645226" y="2343103"/>
                  </a:lnTo>
                  <a:lnTo>
                    <a:pt x="621316" y="2302128"/>
                  </a:lnTo>
                  <a:cubicBezTo>
                    <a:pt x="563367" y="2197022"/>
                    <a:pt x="507197" y="2086933"/>
                    <a:pt x="446047" y="1975060"/>
                  </a:cubicBezTo>
                  <a:cubicBezTo>
                    <a:pt x="405875" y="1898818"/>
                    <a:pt x="362505" y="1815806"/>
                    <a:pt x="315936" y="1726023"/>
                  </a:cubicBezTo>
                  <a:cubicBezTo>
                    <a:pt x="304552" y="1710698"/>
                    <a:pt x="298154" y="1697160"/>
                    <a:pt x="288559" y="1676857"/>
                  </a:cubicBezTo>
                  <a:cubicBezTo>
                    <a:pt x="285359" y="1670085"/>
                    <a:pt x="285359" y="1670085"/>
                    <a:pt x="285359" y="1670085"/>
                  </a:cubicBezTo>
                  <a:cubicBezTo>
                    <a:pt x="230979" y="1555016"/>
                    <a:pt x="173025" y="1449908"/>
                    <a:pt x="103323" y="1346218"/>
                  </a:cubicBezTo>
                  <a:cubicBezTo>
                    <a:pt x="74161" y="1302035"/>
                    <a:pt x="44553" y="1259097"/>
                    <a:pt x="13429" y="1218429"/>
                  </a:cubicBezTo>
                  <a:lnTo>
                    <a:pt x="0" y="1202939"/>
                  </a:lnTo>
                  <a:close/>
                  <a:moveTo>
                    <a:pt x="4895308" y="762573"/>
                  </a:moveTo>
                  <a:lnTo>
                    <a:pt x="5267004" y="895697"/>
                  </a:lnTo>
                  <a:lnTo>
                    <a:pt x="5283252" y="929263"/>
                  </a:lnTo>
                  <a:cubicBezTo>
                    <a:pt x="5327098" y="1047058"/>
                    <a:pt x="5349019" y="1174791"/>
                    <a:pt x="5344340" y="1307492"/>
                  </a:cubicBezTo>
                  <a:cubicBezTo>
                    <a:pt x="5344340" y="1312169"/>
                    <a:pt x="5344340" y="1315675"/>
                    <a:pt x="5344340" y="1320351"/>
                  </a:cubicBezTo>
                  <a:cubicBezTo>
                    <a:pt x="5343171" y="1330874"/>
                    <a:pt x="5343172" y="1341397"/>
                    <a:pt x="5342003" y="1351920"/>
                  </a:cubicBezTo>
                  <a:cubicBezTo>
                    <a:pt x="5339664" y="1372966"/>
                    <a:pt x="5337328" y="1392843"/>
                    <a:pt x="5334988" y="1413886"/>
                  </a:cubicBezTo>
                  <a:cubicBezTo>
                    <a:pt x="5334988" y="1416224"/>
                    <a:pt x="5333818" y="1418563"/>
                    <a:pt x="5333820" y="1420901"/>
                  </a:cubicBezTo>
                  <a:cubicBezTo>
                    <a:pt x="5331480" y="1434931"/>
                    <a:pt x="5329143" y="1447794"/>
                    <a:pt x="5326805" y="1461822"/>
                  </a:cubicBezTo>
                  <a:cubicBezTo>
                    <a:pt x="5324464" y="1472346"/>
                    <a:pt x="5322127" y="1481699"/>
                    <a:pt x="5319789" y="1492222"/>
                  </a:cubicBezTo>
                  <a:cubicBezTo>
                    <a:pt x="5318619" y="1498067"/>
                    <a:pt x="5317450" y="1502743"/>
                    <a:pt x="5316279" y="1508590"/>
                  </a:cubicBezTo>
                  <a:cubicBezTo>
                    <a:pt x="5288220" y="1625507"/>
                    <a:pt x="5240284" y="1733071"/>
                    <a:pt x="5175983" y="1828944"/>
                  </a:cubicBezTo>
                  <a:cubicBezTo>
                    <a:pt x="5172472" y="1834790"/>
                    <a:pt x="5168966" y="1839467"/>
                    <a:pt x="5165457" y="1844143"/>
                  </a:cubicBezTo>
                  <a:cubicBezTo>
                    <a:pt x="5159611" y="1852328"/>
                    <a:pt x="5154933" y="1860512"/>
                    <a:pt x="5149089" y="1867527"/>
                  </a:cubicBezTo>
                  <a:cubicBezTo>
                    <a:pt x="5140904" y="1879219"/>
                    <a:pt x="5132720" y="1890910"/>
                    <a:pt x="5123367" y="1901432"/>
                  </a:cubicBezTo>
                  <a:cubicBezTo>
                    <a:pt x="5122199" y="1901433"/>
                    <a:pt x="5122196" y="1902602"/>
                    <a:pt x="5121027" y="1903771"/>
                  </a:cubicBezTo>
                  <a:cubicBezTo>
                    <a:pt x="5050879" y="1991460"/>
                    <a:pt x="4966698" y="2065117"/>
                    <a:pt x="4873163" y="2122406"/>
                  </a:cubicBezTo>
                  <a:cubicBezTo>
                    <a:pt x="4871993" y="2122406"/>
                    <a:pt x="4871995" y="2123576"/>
                    <a:pt x="4870827" y="2123576"/>
                  </a:cubicBezTo>
                  <a:cubicBezTo>
                    <a:pt x="4859133" y="2130591"/>
                    <a:pt x="4847441" y="2137606"/>
                    <a:pt x="4835749" y="2144622"/>
                  </a:cubicBezTo>
                  <a:cubicBezTo>
                    <a:pt x="4832243" y="2146959"/>
                    <a:pt x="4829904" y="2148129"/>
                    <a:pt x="4827566" y="2149298"/>
                  </a:cubicBezTo>
                  <a:cubicBezTo>
                    <a:pt x="4818212" y="2155143"/>
                    <a:pt x="4807693" y="2160990"/>
                    <a:pt x="4797167" y="2165666"/>
                  </a:cubicBezTo>
                  <a:cubicBezTo>
                    <a:pt x="4793658" y="2168006"/>
                    <a:pt x="4788981" y="2170343"/>
                    <a:pt x="4784305" y="2172683"/>
                  </a:cubicBezTo>
                  <a:cubicBezTo>
                    <a:pt x="4774952" y="2177359"/>
                    <a:pt x="4766768" y="2182034"/>
                    <a:pt x="4757414" y="2185542"/>
                  </a:cubicBezTo>
                  <a:cubicBezTo>
                    <a:pt x="4750400" y="2187881"/>
                    <a:pt x="4744554" y="2191388"/>
                    <a:pt x="4738709" y="2193726"/>
                  </a:cubicBezTo>
                  <a:cubicBezTo>
                    <a:pt x="4730524" y="2197235"/>
                    <a:pt x="4723507" y="2199572"/>
                    <a:pt x="4715325" y="2203080"/>
                  </a:cubicBezTo>
                  <a:cubicBezTo>
                    <a:pt x="4708310" y="2205418"/>
                    <a:pt x="4700125" y="2208927"/>
                    <a:pt x="4693110" y="2211265"/>
                  </a:cubicBezTo>
                  <a:cubicBezTo>
                    <a:pt x="4684926" y="2213603"/>
                    <a:pt x="4677911" y="2215941"/>
                    <a:pt x="4670895" y="2218279"/>
                  </a:cubicBezTo>
                  <a:cubicBezTo>
                    <a:pt x="4663881" y="2220617"/>
                    <a:pt x="4655696" y="2224125"/>
                    <a:pt x="4647511" y="2226463"/>
                  </a:cubicBezTo>
                  <a:cubicBezTo>
                    <a:pt x="4640497" y="2228802"/>
                    <a:pt x="4632314" y="2231140"/>
                    <a:pt x="4625297" y="2233479"/>
                  </a:cubicBezTo>
                  <a:cubicBezTo>
                    <a:pt x="4617116" y="2235816"/>
                    <a:pt x="4610097" y="2238155"/>
                    <a:pt x="4601915" y="2240493"/>
                  </a:cubicBezTo>
                  <a:cubicBezTo>
                    <a:pt x="4592562" y="2242831"/>
                    <a:pt x="4583207" y="2245170"/>
                    <a:pt x="4573855" y="2247508"/>
                  </a:cubicBezTo>
                  <a:cubicBezTo>
                    <a:pt x="4568010" y="2249847"/>
                    <a:pt x="4562162" y="2251016"/>
                    <a:pt x="4556316" y="2252184"/>
                  </a:cubicBezTo>
                  <a:cubicBezTo>
                    <a:pt x="4543457" y="2254524"/>
                    <a:pt x="4529427" y="2256862"/>
                    <a:pt x="4516566" y="2259201"/>
                  </a:cubicBezTo>
                  <a:cubicBezTo>
                    <a:pt x="4514230" y="2259201"/>
                    <a:pt x="4511888" y="2260369"/>
                    <a:pt x="4509548" y="2260369"/>
                  </a:cubicBezTo>
                  <a:cubicBezTo>
                    <a:pt x="4317806" y="2291939"/>
                    <a:pt x="4115537" y="2268554"/>
                    <a:pt x="3926131" y="2179696"/>
                  </a:cubicBezTo>
                  <a:cubicBezTo>
                    <a:pt x="3696973" y="2072132"/>
                    <a:pt x="3528611" y="1888572"/>
                    <a:pt x="3435078" y="1673443"/>
                  </a:cubicBezTo>
                  <a:cubicBezTo>
                    <a:pt x="3435076" y="1672274"/>
                    <a:pt x="3435076" y="1672274"/>
                    <a:pt x="3435076" y="1672274"/>
                  </a:cubicBezTo>
                  <a:cubicBezTo>
                    <a:pt x="3422215" y="1644214"/>
                    <a:pt x="3411693" y="1616153"/>
                    <a:pt x="3402339" y="1586925"/>
                  </a:cubicBezTo>
                  <a:cubicBezTo>
                    <a:pt x="3402343" y="1584587"/>
                    <a:pt x="3401171" y="1581080"/>
                    <a:pt x="3400001" y="1578740"/>
                  </a:cubicBezTo>
                  <a:cubicBezTo>
                    <a:pt x="3396493" y="1565880"/>
                    <a:pt x="3391817" y="1553018"/>
                    <a:pt x="3388310" y="1538988"/>
                  </a:cubicBezTo>
                  <a:cubicBezTo>
                    <a:pt x="3387142" y="1536652"/>
                    <a:pt x="3387142" y="1533143"/>
                    <a:pt x="3385974" y="1530806"/>
                  </a:cubicBezTo>
                  <a:cubicBezTo>
                    <a:pt x="3382466" y="1517943"/>
                    <a:pt x="3378955" y="1503913"/>
                    <a:pt x="3376618" y="1491052"/>
                  </a:cubicBezTo>
                  <a:cubicBezTo>
                    <a:pt x="3375448" y="1489883"/>
                    <a:pt x="3375450" y="1488714"/>
                    <a:pt x="3375448" y="1487545"/>
                  </a:cubicBezTo>
                  <a:cubicBezTo>
                    <a:pt x="3373109" y="1472345"/>
                    <a:pt x="3369603" y="1457146"/>
                    <a:pt x="3367264" y="1441948"/>
                  </a:cubicBezTo>
                  <a:cubicBezTo>
                    <a:pt x="3366096" y="1440777"/>
                    <a:pt x="3366095" y="1439608"/>
                    <a:pt x="3366098" y="1438440"/>
                  </a:cubicBezTo>
                  <a:cubicBezTo>
                    <a:pt x="3364926" y="1433762"/>
                    <a:pt x="3364927" y="1430255"/>
                    <a:pt x="3363758" y="1425579"/>
                  </a:cubicBezTo>
                  <a:lnTo>
                    <a:pt x="3358934" y="1356747"/>
                  </a:lnTo>
                  <a:lnTo>
                    <a:pt x="3446149" y="1323217"/>
                  </a:lnTo>
                  <a:lnTo>
                    <a:pt x="4193194" y="1011576"/>
                  </a:lnTo>
                  <a:lnTo>
                    <a:pt x="4705476" y="790177"/>
                  </a:lnTo>
                  <a:cubicBezTo>
                    <a:pt x="4746090" y="770984"/>
                    <a:pt x="4779937" y="754993"/>
                    <a:pt x="4803444" y="752165"/>
                  </a:cubicBezTo>
                  <a:cubicBezTo>
                    <a:pt x="4808424" y="753948"/>
                    <a:pt x="4810210" y="748962"/>
                    <a:pt x="4815196" y="750747"/>
                  </a:cubicBezTo>
                  <a:cubicBezTo>
                    <a:pt x="4843683" y="749704"/>
                    <a:pt x="4870390" y="753648"/>
                    <a:pt x="4895308" y="762573"/>
                  </a:cubicBezTo>
                  <a:close/>
                </a:path>
              </a:pathLst>
            </a:custGeom>
            <a:solidFill>
              <a:srgbClr val="29B8CE"/>
            </a:solidFill>
            <a:ln w="9212" cap="flat">
              <a:noFill/>
              <a:prstDash val="solid"/>
              <a:miter/>
            </a:ln>
          </p:spPr>
          <p:txBody>
            <a:bodyPr rtlCol="0" anchor="ctr"/>
            <a:lstStyle/>
            <a:p>
              <a:endParaRPr lang="de-DE"/>
            </a:p>
          </p:txBody>
        </p:sp>
        <p:sp>
          <p:nvSpPr>
            <p:cNvPr id="21" name="Grafik 29">
              <a:extLst>
                <a:ext uri="{FF2B5EF4-FFF2-40B4-BE49-F238E27FC236}">
                  <a16:creationId xmlns:a16="http://schemas.microsoft.com/office/drawing/2014/main" id="{B12165D3-DE42-422E-B5EC-309289F2A1ED}"/>
                </a:ext>
              </a:extLst>
            </p:cNvPr>
            <p:cNvSpPr/>
            <p:nvPr/>
          </p:nvSpPr>
          <p:spPr>
            <a:xfrm rot="12078484" flipH="1">
              <a:off x="516302" y="3348326"/>
              <a:ext cx="2365594" cy="1531153"/>
            </a:xfrm>
            <a:custGeom>
              <a:avLst/>
              <a:gdLst>
                <a:gd name="connsiteX0" fmla="*/ 3093720 w 3333429"/>
                <a:gd name="connsiteY0" fmla="*/ 963930 h 2157594"/>
                <a:gd name="connsiteX1" fmla="*/ 2475548 w 3333429"/>
                <a:gd name="connsiteY1" fmla="*/ 831533 h 2157594"/>
                <a:gd name="connsiteX2" fmla="*/ 2279333 w 3333429"/>
                <a:gd name="connsiteY2" fmla="*/ 923925 h 2157594"/>
                <a:gd name="connsiteX3" fmla="*/ 2274570 w 3333429"/>
                <a:gd name="connsiteY3" fmla="*/ 926783 h 2157594"/>
                <a:gd name="connsiteX4" fmla="*/ 2071688 w 3333429"/>
                <a:gd name="connsiteY4" fmla="*/ 916305 h 2157594"/>
                <a:gd name="connsiteX5" fmla="*/ 2070735 w 3333429"/>
                <a:gd name="connsiteY5" fmla="*/ 915353 h 2157594"/>
                <a:gd name="connsiteX6" fmla="*/ 2031683 w 3333429"/>
                <a:gd name="connsiteY6" fmla="*/ 762000 h 2157594"/>
                <a:gd name="connsiteX7" fmla="*/ 2035493 w 3333429"/>
                <a:gd name="connsiteY7" fmla="*/ 752475 h 2157594"/>
                <a:gd name="connsiteX8" fmla="*/ 2035493 w 3333429"/>
                <a:gd name="connsiteY8" fmla="*/ 751523 h 2157594"/>
                <a:gd name="connsiteX9" fmla="*/ 2055495 w 3333429"/>
                <a:gd name="connsiteY9" fmla="*/ 698183 h 2157594"/>
                <a:gd name="connsiteX10" fmla="*/ 2057400 w 3333429"/>
                <a:gd name="connsiteY10" fmla="*/ 692468 h 2157594"/>
                <a:gd name="connsiteX11" fmla="*/ 2063115 w 3333429"/>
                <a:gd name="connsiteY11" fmla="*/ 671513 h 2157594"/>
                <a:gd name="connsiteX12" fmla="*/ 2065020 w 3333429"/>
                <a:gd name="connsiteY12" fmla="*/ 662940 h 2157594"/>
                <a:gd name="connsiteX13" fmla="*/ 2068830 w 3333429"/>
                <a:gd name="connsiteY13" fmla="*/ 643890 h 2157594"/>
                <a:gd name="connsiteX14" fmla="*/ 2069783 w 3333429"/>
                <a:gd name="connsiteY14" fmla="*/ 641033 h 2157594"/>
                <a:gd name="connsiteX15" fmla="*/ 2072640 w 3333429"/>
                <a:gd name="connsiteY15" fmla="*/ 623888 h 2157594"/>
                <a:gd name="connsiteX16" fmla="*/ 2073593 w 3333429"/>
                <a:gd name="connsiteY16" fmla="*/ 620078 h 2157594"/>
                <a:gd name="connsiteX17" fmla="*/ 2076450 w 3333429"/>
                <a:gd name="connsiteY17" fmla="*/ 600075 h 2157594"/>
                <a:gd name="connsiteX18" fmla="*/ 2077403 w 3333429"/>
                <a:gd name="connsiteY18" fmla="*/ 593408 h 2157594"/>
                <a:gd name="connsiteX19" fmla="*/ 2079308 w 3333429"/>
                <a:gd name="connsiteY19" fmla="*/ 569595 h 2157594"/>
                <a:gd name="connsiteX20" fmla="*/ 2079308 w 3333429"/>
                <a:gd name="connsiteY20" fmla="*/ 564833 h 2157594"/>
                <a:gd name="connsiteX21" fmla="*/ 2080260 w 3333429"/>
                <a:gd name="connsiteY21" fmla="*/ 543878 h 2157594"/>
                <a:gd name="connsiteX22" fmla="*/ 2080260 w 3333429"/>
                <a:gd name="connsiteY22" fmla="*/ 540068 h 2157594"/>
                <a:gd name="connsiteX23" fmla="*/ 2080260 w 3333429"/>
                <a:gd name="connsiteY23" fmla="*/ 538163 h 2157594"/>
                <a:gd name="connsiteX24" fmla="*/ 2079308 w 3333429"/>
                <a:gd name="connsiteY24" fmla="*/ 515303 h 2157594"/>
                <a:gd name="connsiteX25" fmla="*/ 2079308 w 3333429"/>
                <a:gd name="connsiteY25" fmla="*/ 507683 h 2157594"/>
                <a:gd name="connsiteX26" fmla="*/ 2078355 w 3333429"/>
                <a:gd name="connsiteY26" fmla="*/ 491490 h 2157594"/>
                <a:gd name="connsiteX27" fmla="*/ 2077403 w 3333429"/>
                <a:gd name="connsiteY27" fmla="*/ 479108 h 2157594"/>
                <a:gd name="connsiteX28" fmla="*/ 2075498 w 3333429"/>
                <a:gd name="connsiteY28" fmla="*/ 462915 h 2157594"/>
                <a:gd name="connsiteX29" fmla="*/ 2073593 w 3333429"/>
                <a:gd name="connsiteY29" fmla="*/ 450533 h 2157594"/>
                <a:gd name="connsiteX30" fmla="*/ 2071688 w 3333429"/>
                <a:gd name="connsiteY30" fmla="*/ 441008 h 2157594"/>
                <a:gd name="connsiteX31" fmla="*/ 2066925 w 3333429"/>
                <a:gd name="connsiteY31" fmla="*/ 418148 h 2157594"/>
                <a:gd name="connsiteX32" fmla="*/ 2065020 w 3333429"/>
                <a:gd name="connsiteY32" fmla="*/ 410528 h 2157594"/>
                <a:gd name="connsiteX33" fmla="*/ 2061210 w 3333429"/>
                <a:gd name="connsiteY33" fmla="*/ 397193 h 2157594"/>
                <a:gd name="connsiteX34" fmla="*/ 2059305 w 3333429"/>
                <a:gd name="connsiteY34" fmla="*/ 389573 h 2157594"/>
                <a:gd name="connsiteX35" fmla="*/ 2052638 w 3333429"/>
                <a:gd name="connsiteY35" fmla="*/ 369570 h 2157594"/>
                <a:gd name="connsiteX36" fmla="*/ 2048828 w 3333429"/>
                <a:gd name="connsiteY36" fmla="*/ 359093 h 2157594"/>
                <a:gd name="connsiteX37" fmla="*/ 2045018 w 3333429"/>
                <a:gd name="connsiteY37" fmla="*/ 348615 h 2157594"/>
                <a:gd name="connsiteX38" fmla="*/ 2039303 w 3333429"/>
                <a:gd name="connsiteY38" fmla="*/ 333375 h 2157594"/>
                <a:gd name="connsiteX39" fmla="*/ 2036445 w 3333429"/>
                <a:gd name="connsiteY39" fmla="*/ 325755 h 2157594"/>
                <a:gd name="connsiteX40" fmla="*/ 2027873 w 3333429"/>
                <a:gd name="connsiteY40" fmla="*/ 307658 h 2157594"/>
                <a:gd name="connsiteX41" fmla="*/ 2025015 w 3333429"/>
                <a:gd name="connsiteY41" fmla="*/ 302895 h 2157594"/>
                <a:gd name="connsiteX42" fmla="*/ 2001203 w 3333429"/>
                <a:gd name="connsiteY42" fmla="*/ 260033 h 2157594"/>
                <a:gd name="connsiteX43" fmla="*/ 2001203 w 3333429"/>
                <a:gd name="connsiteY43" fmla="*/ 260033 h 2157594"/>
                <a:gd name="connsiteX44" fmla="*/ 1923098 w 3333429"/>
                <a:gd name="connsiteY44" fmla="*/ 160020 h 2157594"/>
                <a:gd name="connsiteX45" fmla="*/ 1920240 w 3333429"/>
                <a:gd name="connsiteY45" fmla="*/ 157163 h 2157594"/>
                <a:gd name="connsiteX46" fmla="*/ 1905000 w 3333429"/>
                <a:gd name="connsiteY46" fmla="*/ 142875 h 2157594"/>
                <a:gd name="connsiteX47" fmla="*/ 1902143 w 3333429"/>
                <a:gd name="connsiteY47" fmla="*/ 140970 h 2157594"/>
                <a:gd name="connsiteX48" fmla="*/ 1886903 w 3333429"/>
                <a:gd name="connsiteY48" fmla="*/ 127635 h 2157594"/>
                <a:gd name="connsiteX49" fmla="*/ 1884998 w 3333429"/>
                <a:gd name="connsiteY49" fmla="*/ 126683 h 2157594"/>
                <a:gd name="connsiteX50" fmla="*/ 1869758 w 3333429"/>
                <a:gd name="connsiteY50" fmla="*/ 114300 h 2157594"/>
                <a:gd name="connsiteX51" fmla="*/ 1864043 w 3333429"/>
                <a:gd name="connsiteY51" fmla="*/ 109538 h 2157594"/>
                <a:gd name="connsiteX52" fmla="*/ 1845945 w 3333429"/>
                <a:gd name="connsiteY52" fmla="*/ 96203 h 2157594"/>
                <a:gd name="connsiteX53" fmla="*/ 1842135 w 3333429"/>
                <a:gd name="connsiteY53" fmla="*/ 93345 h 2157594"/>
                <a:gd name="connsiteX54" fmla="*/ 1796415 w 3333429"/>
                <a:gd name="connsiteY54" fmla="*/ 65723 h 2157594"/>
                <a:gd name="connsiteX55" fmla="*/ 1788795 w 3333429"/>
                <a:gd name="connsiteY55" fmla="*/ 61913 h 2157594"/>
                <a:gd name="connsiteX56" fmla="*/ 1772603 w 3333429"/>
                <a:gd name="connsiteY56" fmla="*/ 53340 h 2157594"/>
                <a:gd name="connsiteX57" fmla="*/ 1763078 w 3333429"/>
                <a:gd name="connsiteY57" fmla="*/ 48578 h 2157594"/>
                <a:gd name="connsiteX58" fmla="*/ 1748790 w 3333429"/>
                <a:gd name="connsiteY58" fmla="*/ 41910 h 2157594"/>
                <a:gd name="connsiteX59" fmla="*/ 1738313 w 3333429"/>
                <a:gd name="connsiteY59" fmla="*/ 38100 h 2157594"/>
                <a:gd name="connsiteX60" fmla="*/ 1724025 w 3333429"/>
                <a:gd name="connsiteY60" fmla="*/ 32385 h 2157594"/>
                <a:gd name="connsiteX61" fmla="*/ 1713548 w 3333429"/>
                <a:gd name="connsiteY61" fmla="*/ 28575 h 2157594"/>
                <a:gd name="connsiteX62" fmla="*/ 1698308 w 3333429"/>
                <a:gd name="connsiteY62" fmla="*/ 23813 h 2157594"/>
                <a:gd name="connsiteX63" fmla="*/ 1688783 w 3333429"/>
                <a:gd name="connsiteY63" fmla="*/ 20955 h 2157594"/>
                <a:gd name="connsiteX64" fmla="*/ 1672590 w 3333429"/>
                <a:gd name="connsiteY64" fmla="*/ 16193 h 2157594"/>
                <a:gd name="connsiteX65" fmla="*/ 1663065 w 3333429"/>
                <a:gd name="connsiteY65" fmla="*/ 14288 h 2157594"/>
                <a:gd name="connsiteX66" fmla="*/ 1646873 w 3333429"/>
                <a:gd name="connsiteY66" fmla="*/ 10478 h 2157594"/>
                <a:gd name="connsiteX67" fmla="*/ 1629728 w 3333429"/>
                <a:gd name="connsiteY67" fmla="*/ 7620 h 2157594"/>
                <a:gd name="connsiteX68" fmla="*/ 1614488 w 3333429"/>
                <a:gd name="connsiteY68" fmla="*/ 4763 h 2157594"/>
                <a:gd name="connsiteX69" fmla="*/ 1595438 w 3333429"/>
                <a:gd name="connsiteY69" fmla="*/ 1905 h 2157594"/>
                <a:gd name="connsiteX70" fmla="*/ 1586865 w 3333429"/>
                <a:gd name="connsiteY70" fmla="*/ 953 h 2157594"/>
                <a:gd name="connsiteX71" fmla="*/ 1567815 w 3333429"/>
                <a:gd name="connsiteY71" fmla="*/ 0 h 2157594"/>
                <a:gd name="connsiteX72" fmla="*/ 1558290 w 3333429"/>
                <a:gd name="connsiteY72" fmla="*/ 0 h 2157594"/>
                <a:gd name="connsiteX73" fmla="*/ 1541145 w 3333429"/>
                <a:gd name="connsiteY73" fmla="*/ 0 h 2157594"/>
                <a:gd name="connsiteX74" fmla="*/ 1539240 w 3333429"/>
                <a:gd name="connsiteY74" fmla="*/ 0 h 2157594"/>
                <a:gd name="connsiteX75" fmla="*/ 1518285 w 3333429"/>
                <a:gd name="connsiteY75" fmla="*/ 0 h 2157594"/>
                <a:gd name="connsiteX76" fmla="*/ 1516380 w 3333429"/>
                <a:gd name="connsiteY76" fmla="*/ 0 h 2157594"/>
                <a:gd name="connsiteX77" fmla="*/ 1493520 w 3333429"/>
                <a:gd name="connsiteY77" fmla="*/ 1905 h 2157594"/>
                <a:gd name="connsiteX78" fmla="*/ 1490663 w 3333429"/>
                <a:gd name="connsiteY78" fmla="*/ 1905 h 2157594"/>
                <a:gd name="connsiteX79" fmla="*/ 1319213 w 3333429"/>
                <a:gd name="connsiteY79" fmla="*/ 46673 h 2157594"/>
                <a:gd name="connsiteX80" fmla="*/ 1314450 w 3333429"/>
                <a:gd name="connsiteY80" fmla="*/ 48578 h 2157594"/>
                <a:gd name="connsiteX81" fmla="*/ 1295400 w 3333429"/>
                <a:gd name="connsiteY81" fmla="*/ 58103 h 2157594"/>
                <a:gd name="connsiteX82" fmla="*/ 1290638 w 3333429"/>
                <a:gd name="connsiteY82" fmla="*/ 60960 h 2157594"/>
                <a:gd name="connsiteX83" fmla="*/ 1274445 w 3333429"/>
                <a:gd name="connsiteY83" fmla="*/ 69533 h 2157594"/>
                <a:gd name="connsiteX84" fmla="*/ 1265873 w 3333429"/>
                <a:gd name="connsiteY84" fmla="*/ 74295 h 2157594"/>
                <a:gd name="connsiteX85" fmla="*/ 1255395 w 3333429"/>
                <a:gd name="connsiteY85" fmla="*/ 80963 h 2157594"/>
                <a:gd name="connsiteX86" fmla="*/ 1239203 w 3333429"/>
                <a:gd name="connsiteY86" fmla="*/ 91440 h 2157594"/>
                <a:gd name="connsiteX87" fmla="*/ 1231583 w 3333429"/>
                <a:gd name="connsiteY87" fmla="*/ 97155 h 2157594"/>
                <a:gd name="connsiteX88" fmla="*/ 1221105 w 3333429"/>
                <a:gd name="connsiteY88" fmla="*/ 104775 h 2157594"/>
                <a:gd name="connsiteX89" fmla="*/ 1213485 w 3333429"/>
                <a:gd name="connsiteY89" fmla="*/ 110490 h 2157594"/>
                <a:gd name="connsiteX90" fmla="*/ 1197293 w 3333429"/>
                <a:gd name="connsiteY90" fmla="*/ 123825 h 2157594"/>
                <a:gd name="connsiteX91" fmla="*/ 1189673 w 3333429"/>
                <a:gd name="connsiteY91" fmla="*/ 130493 h 2157594"/>
                <a:gd name="connsiteX92" fmla="*/ 1181100 w 3333429"/>
                <a:gd name="connsiteY92" fmla="*/ 138113 h 2157594"/>
                <a:gd name="connsiteX93" fmla="*/ 1167765 w 3333429"/>
                <a:gd name="connsiteY93" fmla="*/ 150495 h 2157594"/>
                <a:gd name="connsiteX94" fmla="*/ 1160145 w 3333429"/>
                <a:gd name="connsiteY94" fmla="*/ 158115 h 2157594"/>
                <a:gd name="connsiteX95" fmla="*/ 1148715 w 3333429"/>
                <a:gd name="connsiteY95" fmla="*/ 170498 h 2157594"/>
                <a:gd name="connsiteX96" fmla="*/ 1143953 w 3333429"/>
                <a:gd name="connsiteY96" fmla="*/ 176213 h 2157594"/>
                <a:gd name="connsiteX97" fmla="*/ 1128713 w 3333429"/>
                <a:gd name="connsiteY97" fmla="*/ 193358 h 2157594"/>
                <a:gd name="connsiteX98" fmla="*/ 1127760 w 3333429"/>
                <a:gd name="connsiteY98" fmla="*/ 194310 h 2157594"/>
                <a:gd name="connsiteX99" fmla="*/ 1125855 w 3333429"/>
                <a:gd name="connsiteY99" fmla="*/ 197168 h 2157594"/>
                <a:gd name="connsiteX100" fmla="*/ 1112520 w 3333429"/>
                <a:gd name="connsiteY100" fmla="*/ 214313 h 2157594"/>
                <a:gd name="connsiteX101" fmla="*/ 1109663 w 3333429"/>
                <a:gd name="connsiteY101" fmla="*/ 217170 h 2157594"/>
                <a:gd name="connsiteX102" fmla="*/ 1095375 w 3333429"/>
                <a:gd name="connsiteY102" fmla="*/ 236220 h 2157594"/>
                <a:gd name="connsiteX103" fmla="*/ 1091565 w 3333429"/>
                <a:gd name="connsiteY103" fmla="*/ 240983 h 2157594"/>
                <a:gd name="connsiteX104" fmla="*/ 1080135 w 3333429"/>
                <a:gd name="connsiteY104" fmla="*/ 258128 h 2157594"/>
                <a:gd name="connsiteX105" fmla="*/ 1078230 w 3333429"/>
                <a:gd name="connsiteY105" fmla="*/ 260985 h 2157594"/>
                <a:gd name="connsiteX106" fmla="*/ 1069658 w 3333429"/>
                <a:gd name="connsiteY106" fmla="*/ 276225 h 2157594"/>
                <a:gd name="connsiteX107" fmla="*/ 1067753 w 3333429"/>
                <a:gd name="connsiteY107" fmla="*/ 279083 h 2157594"/>
                <a:gd name="connsiteX108" fmla="*/ 1059180 w 3333429"/>
                <a:gd name="connsiteY108" fmla="*/ 296228 h 2157594"/>
                <a:gd name="connsiteX109" fmla="*/ 1055370 w 3333429"/>
                <a:gd name="connsiteY109" fmla="*/ 303848 h 2157594"/>
                <a:gd name="connsiteX110" fmla="*/ 1045845 w 3333429"/>
                <a:gd name="connsiteY110" fmla="*/ 323850 h 2157594"/>
                <a:gd name="connsiteX111" fmla="*/ 1042988 w 3333429"/>
                <a:gd name="connsiteY111" fmla="*/ 329565 h 2157594"/>
                <a:gd name="connsiteX112" fmla="*/ 1023938 w 3333429"/>
                <a:gd name="connsiteY112" fmla="*/ 382905 h 2157594"/>
                <a:gd name="connsiteX113" fmla="*/ 1023938 w 3333429"/>
                <a:gd name="connsiteY113" fmla="*/ 383858 h 2157594"/>
                <a:gd name="connsiteX114" fmla="*/ 1021080 w 3333429"/>
                <a:gd name="connsiteY114" fmla="*/ 393383 h 2157594"/>
                <a:gd name="connsiteX115" fmla="*/ 890588 w 3333429"/>
                <a:gd name="connsiteY115" fmla="*/ 485775 h 2157594"/>
                <a:gd name="connsiteX116" fmla="*/ 886778 w 3333429"/>
                <a:gd name="connsiteY116" fmla="*/ 485775 h 2157594"/>
                <a:gd name="connsiteX117" fmla="*/ 791528 w 3333429"/>
                <a:gd name="connsiteY117" fmla="*/ 417195 h 2157594"/>
                <a:gd name="connsiteX118" fmla="*/ 790575 w 3333429"/>
                <a:gd name="connsiteY118" fmla="*/ 413385 h 2157594"/>
                <a:gd name="connsiteX119" fmla="*/ 681990 w 3333429"/>
                <a:gd name="connsiteY119" fmla="*/ 243840 h 2157594"/>
                <a:gd name="connsiteX120" fmla="*/ 405765 w 3333429"/>
                <a:gd name="connsiteY120" fmla="*/ 134303 h 2157594"/>
                <a:gd name="connsiteX121" fmla="*/ 0 w 3333429"/>
                <a:gd name="connsiteY121" fmla="*/ 540068 h 2157594"/>
                <a:gd name="connsiteX122" fmla="*/ 404813 w 3333429"/>
                <a:gd name="connsiteY122" fmla="*/ 944880 h 2157594"/>
                <a:gd name="connsiteX123" fmla="*/ 681038 w 3333429"/>
                <a:gd name="connsiteY123" fmla="*/ 835343 h 2157594"/>
                <a:gd name="connsiteX124" fmla="*/ 789623 w 3333429"/>
                <a:gd name="connsiteY124" fmla="*/ 665798 h 2157594"/>
                <a:gd name="connsiteX125" fmla="*/ 790575 w 3333429"/>
                <a:gd name="connsiteY125" fmla="*/ 661988 h 2157594"/>
                <a:gd name="connsiteX126" fmla="*/ 885825 w 3333429"/>
                <a:gd name="connsiteY126" fmla="*/ 593408 h 2157594"/>
                <a:gd name="connsiteX127" fmla="*/ 889635 w 3333429"/>
                <a:gd name="connsiteY127" fmla="*/ 593408 h 2157594"/>
                <a:gd name="connsiteX128" fmla="*/ 1017270 w 3333429"/>
                <a:gd name="connsiteY128" fmla="*/ 685800 h 2157594"/>
                <a:gd name="connsiteX129" fmla="*/ 1020128 w 3333429"/>
                <a:gd name="connsiteY129" fmla="*/ 695325 h 2157594"/>
                <a:gd name="connsiteX130" fmla="*/ 1022985 w 3333429"/>
                <a:gd name="connsiteY130" fmla="*/ 704850 h 2157594"/>
                <a:gd name="connsiteX131" fmla="*/ 1026795 w 3333429"/>
                <a:gd name="connsiteY131" fmla="*/ 718185 h 2157594"/>
                <a:gd name="connsiteX132" fmla="*/ 1031558 w 3333429"/>
                <a:gd name="connsiteY132" fmla="*/ 730568 h 2157594"/>
                <a:gd name="connsiteX133" fmla="*/ 1037273 w 3333429"/>
                <a:gd name="connsiteY133" fmla="*/ 744855 h 2157594"/>
                <a:gd name="connsiteX134" fmla="*/ 1042035 w 3333429"/>
                <a:gd name="connsiteY134" fmla="*/ 755333 h 2157594"/>
                <a:gd name="connsiteX135" fmla="*/ 1049655 w 3333429"/>
                <a:gd name="connsiteY135" fmla="*/ 772478 h 2157594"/>
                <a:gd name="connsiteX136" fmla="*/ 1053465 w 3333429"/>
                <a:gd name="connsiteY136" fmla="*/ 780098 h 2157594"/>
                <a:gd name="connsiteX137" fmla="*/ 1064895 w 3333429"/>
                <a:gd name="connsiteY137" fmla="*/ 802005 h 2157594"/>
                <a:gd name="connsiteX138" fmla="*/ 1065848 w 3333429"/>
                <a:gd name="connsiteY138" fmla="*/ 803910 h 2157594"/>
                <a:gd name="connsiteX139" fmla="*/ 1065848 w 3333429"/>
                <a:gd name="connsiteY139" fmla="*/ 804863 h 2157594"/>
                <a:gd name="connsiteX140" fmla="*/ 1072515 w 3333429"/>
                <a:gd name="connsiteY140" fmla="*/ 816293 h 2157594"/>
                <a:gd name="connsiteX141" fmla="*/ 1076325 w 3333429"/>
                <a:gd name="connsiteY141" fmla="*/ 822960 h 2157594"/>
                <a:gd name="connsiteX142" fmla="*/ 1102043 w 3333429"/>
                <a:gd name="connsiteY142" fmla="*/ 862013 h 2157594"/>
                <a:gd name="connsiteX143" fmla="*/ 1104900 w 3333429"/>
                <a:gd name="connsiteY143" fmla="*/ 865823 h 2157594"/>
                <a:gd name="connsiteX144" fmla="*/ 1122045 w 3333429"/>
                <a:gd name="connsiteY144" fmla="*/ 886778 h 2157594"/>
                <a:gd name="connsiteX145" fmla="*/ 1125855 w 3333429"/>
                <a:gd name="connsiteY145" fmla="*/ 890588 h 2157594"/>
                <a:gd name="connsiteX146" fmla="*/ 1134428 w 3333429"/>
                <a:gd name="connsiteY146" fmla="*/ 901065 h 2157594"/>
                <a:gd name="connsiteX147" fmla="*/ 1142048 w 3333429"/>
                <a:gd name="connsiteY147" fmla="*/ 908685 h 2157594"/>
                <a:gd name="connsiteX148" fmla="*/ 1153478 w 3333429"/>
                <a:gd name="connsiteY148" fmla="*/ 920115 h 2157594"/>
                <a:gd name="connsiteX149" fmla="*/ 1164908 w 3333429"/>
                <a:gd name="connsiteY149" fmla="*/ 931545 h 2157594"/>
                <a:gd name="connsiteX150" fmla="*/ 1171575 w 3333429"/>
                <a:gd name="connsiteY150" fmla="*/ 937260 h 2157594"/>
                <a:gd name="connsiteX151" fmla="*/ 1188720 w 3333429"/>
                <a:gd name="connsiteY151" fmla="*/ 952500 h 2157594"/>
                <a:gd name="connsiteX152" fmla="*/ 1189673 w 3333429"/>
                <a:gd name="connsiteY152" fmla="*/ 953453 h 2157594"/>
                <a:gd name="connsiteX153" fmla="*/ 1196340 w 3333429"/>
                <a:gd name="connsiteY153" fmla="*/ 959168 h 2157594"/>
                <a:gd name="connsiteX154" fmla="*/ 1203008 w 3333429"/>
                <a:gd name="connsiteY154" fmla="*/ 964883 h 2157594"/>
                <a:gd name="connsiteX155" fmla="*/ 1210628 w 3333429"/>
                <a:gd name="connsiteY155" fmla="*/ 970598 h 2157594"/>
                <a:gd name="connsiteX156" fmla="*/ 1217295 w 3333429"/>
                <a:gd name="connsiteY156" fmla="*/ 976313 h 2157594"/>
                <a:gd name="connsiteX157" fmla="*/ 1224915 w 3333429"/>
                <a:gd name="connsiteY157" fmla="*/ 982028 h 2157594"/>
                <a:gd name="connsiteX158" fmla="*/ 1231583 w 3333429"/>
                <a:gd name="connsiteY158" fmla="*/ 986790 h 2157594"/>
                <a:gd name="connsiteX159" fmla="*/ 1240155 w 3333429"/>
                <a:gd name="connsiteY159" fmla="*/ 992505 h 2157594"/>
                <a:gd name="connsiteX160" fmla="*/ 1246823 w 3333429"/>
                <a:gd name="connsiteY160" fmla="*/ 996315 h 2157594"/>
                <a:gd name="connsiteX161" fmla="*/ 1255395 w 3333429"/>
                <a:gd name="connsiteY161" fmla="*/ 1002030 h 2157594"/>
                <a:gd name="connsiteX162" fmla="*/ 1262063 w 3333429"/>
                <a:gd name="connsiteY162" fmla="*/ 1005840 h 2157594"/>
                <a:gd name="connsiteX163" fmla="*/ 1271588 w 3333429"/>
                <a:gd name="connsiteY163" fmla="*/ 1011555 h 2157594"/>
                <a:gd name="connsiteX164" fmla="*/ 1277303 w 3333429"/>
                <a:gd name="connsiteY164" fmla="*/ 1015365 h 2157594"/>
                <a:gd name="connsiteX165" fmla="*/ 1286828 w 3333429"/>
                <a:gd name="connsiteY165" fmla="*/ 1020128 h 2157594"/>
                <a:gd name="connsiteX166" fmla="*/ 1292543 w 3333429"/>
                <a:gd name="connsiteY166" fmla="*/ 1022985 h 2157594"/>
                <a:gd name="connsiteX167" fmla="*/ 1302068 w 3333429"/>
                <a:gd name="connsiteY167" fmla="*/ 1027748 h 2157594"/>
                <a:gd name="connsiteX168" fmla="*/ 1308735 w 3333429"/>
                <a:gd name="connsiteY168" fmla="*/ 1030605 h 2157594"/>
                <a:gd name="connsiteX169" fmla="*/ 1318260 w 3333429"/>
                <a:gd name="connsiteY169" fmla="*/ 1035368 h 2157594"/>
                <a:gd name="connsiteX170" fmla="*/ 1324928 w 3333429"/>
                <a:gd name="connsiteY170" fmla="*/ 1038225 h 2157594"/>
                <a:gd name="connsiteX171" fmla="*/ 1334453 w 3333429"/>
                <a:gd name="connsiteY171" fmla="*/ 1042035 h 2157594"/>
                <a:gd name="connsiteX172" fmla="*/ 1341120 w 3333429"/>
                <a:gd name="connsiteY172" fmla="*/ 1044893 h 2157594"/>
                <a:gd name="connsiteX173" fmla="*/ 1350645 w 3333429"/>
                <a:gd name="connsiteY173" fmla="*/ 1048703 h 2157594"/>
                <a:gd name="connsiteX174" fmla="*/ 1358265 w 3333429"/>
                <a:gd name="connsiteY174" fmla="*/ 1051560 h 2157594"/>
                <a:gd name="connsiteX175" fmla="*/ 1366838 w 3333429"/>
                <a:gd name="connsiteY175" fmla="*/ 1054418 h 2157594"/>
                <a:gd name="connsiteX176" fmla="*/ 1375410 w 3333429"/>
                <a:gd name="connsiteY176" fmla="*/ 1057275 h 2157594"/>
                <a:gd name="connsiteX177" fmla="*/ 1383983 w 3333429"/>
                <a:gd name="connsiteY177" fmla="*/ 1060133 h 2157594"/>
                <a:gd name="connsiteX178" fmla="*/ 1392555 w 3333429"/>
                <a:gd name="connsiteY178" fmla="*/ 1062990 h 2157594"/>
                <a:gd name="connsiteX179" fmla="*/ 1401128 w 3333429"/>
                <a:gd name="connsiteY179" fmla="*/ 1064895 h 2157594"/>
                <a:gd name="connsiteX180" fmla="*/ 1410653 w 3333429"/>
                <a:gd name="connsiteY180" fmla="*/ 1066800 h 2157594"/>
                <a:gd name="connsiteX181" fmla="*/ 1419225 w 3333429"/>
                <a:gd name="connsiteY181" fmla="*/ 1068705 h 2157594"/>
                <a:gd name="connsiteX182" fmla="*/ 1428750 w 3333429"/>
                <a:gd name="connsiteY182" fmla="*/ 1070610 h 2157594"/>
                <a:gd name="connsiteX183" fmla="*/ 1437323 w 3333429"/>
                <a:gd name="connsiteY183" fmla="*/ 1072515 h 2157594"/>
                <a:gd name="connsiteX184" fmla="*/ 1445895 w 3333429"/>
                <a:gd name="connsiteY184" fmla="*/ 1074420 h 2157594"/>
                <a:gd name="connsiteX185" fmla="*/ 1455420 w 3333429"/>
                <a:gd name="connsiteY185" fmla="*/ 1075373 h 2157594"/>
                <a:gd name="connsiteX186" fmla="*/ 1463993 w 3333429"/>
                <a:gd name="connsiteY186" fmla="*/ 1076325 h 2157594"/>
                <a:gd name="connsiteX187" fmla="*/ 1473518 w 3333429"/>
                <a:gd name="connsiteY187" fmla="*/ 1077278 h 2157594"/>
                <a:gd name="connsiteX188" fmla="*/ 1481138 w 3333429"/>
                <a:gd name="connsiteY188" fmla="*/ 1078230 h 2157594"/>
                <a:gd name="connsiteX189" fmla="*/ 1491615 w 3333429"/>
                <a:gd name="connsiteY189" fmla="*/ 1079183 h 2157594"/>
                <a:gd name="connsiteX190" fmla="*/ 1499235 w 3333429"/>
                <a:gd name="connsiteY190" fmla="*/ 1080135 h 2157594"/>
                <a:gd name="connsiteX191" fmla="*/ 1510665 w 3333429"/>
                <a:gd name="connsiteY191" fmla="*/ 1081088 h 2157594"/>
                <a:gd name="connsiteX192" fmla="*/ 1517333 w 3333429"/>
                <a:gd name="connsiteY192" fmla="*/ 1081088 h 2157594"/>
                <a:gd name="connsiteX193" fmla="*/ 1529715 w 3333429"/>
                <a:gd name="connsiteY193" fmla="*/ 1081088 h 2157594"/>
                <a:gd name="connsiteX194" fmla="*/ 1535430 w 3333429"/>
                <a:gd name="connsiteY194" fmla="*/ 1081088 h 2157594"/>
                <a:gd name="connsiteX195" fmla="*/ 1536383 w 3333429"/>
                <a:gd name="connsiteY195" fmla="*/ 1081088 h 2157594"/>
                <a:gd name="connsiteX196" fmla="*/ 1560195 w 3333429"/>
                <a:gd name="connsiteY196" fmla="*/ 1080135 h 2157594"/>
                <a:gd name="connsiteX197" fmla="*/ 1567815 w 3333429"/>
                <a:gd name="connsiteY197" fmla="*/ 1080135 h 2157594"/>
                <a:gd name="connsiteX198" fmla="*/ 1585913 w 3333429"/>
                <a:gd name="connsiteY198" fmla="*/ 1079183 h 2157594"/>
                <a:gd name="connsiteX199" fmla="*/ 1598295 w 3333429"/>
                <a:gd name="connsiteY199" fmla="*/ 1078230 h 2157594"/>
                <a:gd name="connsiteX200" fmla="*/ 1610678 w 3333429"/>
                <a:gd name="connsiteY200" fmla="*/ 1076325 h 2157594"/>
                <a:gd name="connsiteX201" fmla="*/ 1623060 w 3333429"/>
                <a:gd name="connsiteY201" fmla="*/ 1074420 h 2157594"/>
                <a:gd name="connsiteX202" fmla="*/ 1631633 w 3333429"/>
                <a:gd name="connsiteY202" fmla="*/ 1072515 h 2157594"/>
                <a:gd name="connsiteX203" fmla="*/ 1654493 w 3333429"/>
                <a:gd name="connsiteY203" fmla="*/ 1067753 h 2157594"/>
                <a:gd name="connsiteX204" fmla="*/ 1661160 w 3333429"/>
                <a:gd name="connsiteY204" fmla="*/ 1065848 h 2157594"/>
                <a:gd name="connsiteX205" fmla="*/ 1675448 w 3333429"/>
                <a:gd name="connsiteY205" fmla="*/ 1062038 h 2157594"/>
                <a:gd name="connsiteX206" fmla="*/ 1678305 w 3333429"/>
                <a:gd name="connsiteY206" fmla="*/ 1061085 h 2157594"/>
                <a:gd name="connsiteX207" fmla="*/ 1704975 w 3333429"/>
                <a:gd name="connsiteY207" fmla="*/ 1052513 h 2157594"/>
                <a:gd name="connsiteX208" fmla="*/ 1713548 w 3333429"/>
                <a:gd name="connsiteY208" fmla="*/ 1049655 h 2157594"/>
                <a:gd name="connsiteX209" fmla="*/ 1724978 w 3333429"/>
                <a:gd name="connsiteY209" fmla="*/ 1045845 h 2157594"/>
                <a:gd name="connsiteX210" fmla="*/ 1725930 w 3333429"/>
                <a:gd name="connsiteY210" fmla="*/ 1045845 h 2157594"/>
                <a:gd name="connsiteX211" fmla="*/ 1728788 w 3333429"/>
                <a:gd name="connsiteY211" fmla="*/ 1044893 h 2157594"/>
                <a:gd name="connsiteX212" fmla="*/ 1749743 w 3333429"/>
                <a:gd name="connsiteY212" fmla="*/ 1036320 h 2157594"/>
                <a:gd name="connsiteX213" fmla="*/ 1757363 w 3333429"/>
                <a:gd name="connsiteY213" fmla="*/ 1032510 h 2157594"/>
                <a:gd name="connsiteX214" fmla="*/ 1773555 w 3333429"/>
                <a:gd name="connsiteY214" fmla="*/ 1024890 h 2157594"/>
                <a:gd name="connsiteX215" fmla="*/ 1784033 w 3333429"/>
                <a:gd name="connsiteY215" fmla="*/ 1019175 h 2157594"/>
                <a:gd name="connsiteX216" fmla="*/ 1797368 w 3333429"/>
                <a:gd name="connsiteY216" fmla="*/ 1012508 h 2157594"/>
                <a:gd name="connsiteX217" fmla="*/ 1809750 w 3333429"/>
                <a:gd name="connsiteY217" fmla="*/ 1005840 h 2157594"/>
                <a:gd name="connsiteX218" fmla="*/ 1820228 w 3333429"/>
                <a:gd name="connsiteY218" fmla="*/ 999173 h 2157594"/>
                <a:gd name="connsiteX219" fmla="*/ 1828800 w 3333429"/>
                <a:gd name="connsiteY219" fmla="*/ 993458 h 2157594"/>
                <a:gd name="connsiteX220" fmla="*/ 1837373 w 3333429"/>
                <a:gd name="connsiteY220" fmla="*/ 987743 h 2157594"/>
                <a:gd name="connsiteX221" fmla="*/ 1994535 w 3333429"/>
                <a:gd name="connsiteY221" fmla="*/ 999173 h 2157594"/>
                <a:gd name="connsiteX222" fmla="*/ 1995488 w 3333429"/>
                <a:gd name="connsiteY222" fmla="*/ 1000125 h 2157594"/>
                <a:gd name="connsiteX223" fmla="*/ 2041208 w 3333429"/>
                <a:gd name="connsiteY223" fmla="*/ 1198245 h 2157594"/>
                <a:gd name="connsiteX224" fmla="*/ 2038350 w 3333429"/>
                <a:gd name="connsiteY224" fmla="*/ 1203960 h 2157594"/>
                <a:gd name="connsiteX225" fmla="*/ 1982153 w 3333429"/>
                <a:gd name="connsiteY225" fmla="*/ 1413510 h 2157594"/>
                <a:gd name="connsiteX226" fmla="*/ 2219325 w 3333429"/>
                <a:gd name="connsiteY226" fmla="*/ 1999298 h 2157594"/>
                <a:gd name="connsiteX227" fmla="*/ 3169920 w 3333429"/>
                <a:gd name="connsiteY227" fmla="*/ 1916430 h 2157594"/>
                <a:gd name="connsiteX228" fmla="*/ 3093720 w 3333429"/>
                <a:gd name="connsiteY228" fmla="*/ 963930 h 2157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Lst>
              <a:rect l="l" t="t" r="r" b="b"/>
              <a:pathLst>
                <a:path w="3333429" h="2157594">
                  <a:moveTo>
                    <a:pt x="3093720" y="963930"/>
                  </a:moveTo>
                  <a:cubicBezTo>
                    <a:pt x="2915603" y="814388"/>
                    <a:pt x="2683193" y="772478"/>
                    <a:pt x="2475548" y="831533"/>
                  </a:cubicBezTo>
                  <a:cubicBezTo>
                    <a:pt x="2406015" y="851535"/>
                    <a:pt x="2340293" y="882015"/>
                    <a:pt x="2279333" y="923925"/>
                  </a:cubicBezTo>
                  <a:cubicBezTo>
                    <a:pt x="2277428" y="924878"/>
                    <a:pt x="2276475" y="925830"/>
                    <a:pt x="2274570" y="926783"/>
                  </a:cubicBezTo>
                  <a:cubicBezTo>
                    <a:pt x="2213610" y="967740"/>
                    <a:pt x="2130743" y="965835"/>
                    <a:pt x="2071688" y="916305"/>
                  </a:cubicBezTo>
                  <a:lnTo>
                    <a:pt x="2070735" y="915353"/>
                  </a:lnTo>
                  <a:cubicBezTo>
                    <a:pt x="2025015" y="877253"/>
                    <a:pt x="2010728" y="814388"/>
                    <a:pt x="2031683" y="762000"/>
                  </a:cubicBezTo>
                  <a:cubicBezTo>
                    <a:pt x="2032635" y="759143"/>
                    <a:pt x="2034540" y="755333"/>
                    <a:pt x="2035493" y="752475"/>
                  </a:cubicBezTo>
                  <a:cubicBezTo>
                    <a:pt x="2035493" y="752475"/>
                    <a:pt x="2035493" y="751523"/>
                    <a:pt x="2035493" y="751523"/>
                  </a:cubicBezTo>
                  <a:cubicBezTo>
                    <a:pt x="2043113" y="734378"/>
                    <a:pt x="2049780" y="716280"/>
                    <a:pt x="2055495" y="698183"/>
                  </a:cubicBezTo>
                  <a:cubicBezTo>
                    <a:pt x="2056448" y="696278"/>
                    <a:pt x="2056448" y="694373"/>
                    <a:pt x="2057400" y="692468"/>
                  </a:cubicBezTo>
                  <a:cubicBezTo>
                    <a:pt x="2059305" y="685800"/>
                    <a:pt x="2061210" y="678180"/>
                    <a:pt x="2063115" y="671513"/>
                  </a:cubicBezTo>
                  <a:cubicBezTo>
                    <a:pt x="2064068" y="668655"/>
                    <a:pt x="2064068" y="665798"/>
                    <a:pt x="2065020" y="662940"/>
                  </a:cubicBezTo>
                  <a:cubicBezTo>
                    <a:pt x="2066925" y="656273"/>
                    <a:pt x="2067878" y="650558"/>
                    <a:pt x="2068830" y="643890"/>
                  </a:cubicBezTo>
                  <a:cubicBezTo>
                    <a:pt x="2068830" y="642938"/>
                    <a:pt x="2069783" y="641985"/>
                    <a:pt x="2069783" y="641033"/>
                  </a:cubicBezTo>
                  <a:cubicBezTo>
                    <a:pt x="2070735" y="635318"/>
                    <a:pt x="2071688" y="629603"/>
                    <a:pt x="2072640" y="623888"/>
                  </a:cubicBezTo>
                  <a:cubicBezTo>
                    <a:pt x="2072640" y="622935"/>
                    <a:pt x="2072640" y="621030"/>
                    <a:pt x="2073593" y="620078"/>
                  </a:cubicBezTo>
                  <a:cubicBezTo>
                    <a:pt x="2074545" y="613410"/>
                    <a:pt x="2075498" y="606743"/>
                    <a:pt x="2076450" y="600075"/>
                  </a:cubicBezTo>
                  <a:cubicBezTo>
                    <a:pt x="2076450" y="598170"/>
                    <a:pt x="2077403" y="595313"/>
                    <a:pt x="2077403" y="593408"/>
                  </a:cubicBezTo>
                  <a:cubicBezTo>
                    <a:pt x="2078355" y="585788"/>
                    <a:pt x="2078355" y="578168"/>
                    <a:pt x="2079308" y="569595"/>
                  </a:cubicBezTo>
                  <a:cubicBezTo>
                    <a:pt x="2079308" y="567690"/>
                    <a:pt x="2079308" y="566738"/>
                    <a:pt x="2079308" y="564833"/>
                  </a:cubicBezTo>
                  <a:cubicBezTo>
                    <a:pt x="2079308" y="558165"/>
                    <a:pt x="2080260" y="550545"/>
                    <a:pt x="2080260" y="543878"/>
                  </a:cubicBezTo>
                  <a:cubicBezTo>
                    <a:pt x="2080260" y="542925"/>
                    <a:pt x="2080260" y="541020"/>
                    <a:pt x="2080260" y="540068"/>
                  </a:cubicBezTo>
                  <a:cubicBezTo>
                    <a:pt x="2080260" y="539115"/>
                    <a:pt x="2080260" y="539115"/>
                    <a:pt x="2080260" y="538163"/>
                  </a:cubicBezTo>
                  <a:cubicBezTo>
                    <a:pt x="2080260" y="530543"/>
                    <a:pt x="2080260" y="522923"/>
                    <a:pt x="2079308" y="515303"/>
                  </a:cubicBezTo>
                  <a:cubicBezTo>
                    <a:pt x="2079308" y="512445"/>
                    <a:pt x="2079308" y="509588"/>
                    <a:pt x="2079308" y="507683"/>
                  </a:cubicBezTo>
                  <a:cubicBezTo>
                    <a:pt x="2079308" y="501968"/>
                    <a:pt x="2078355" y="497205"/>
                    <a:pt x="2078355" y="491490"/>
                  </a:cubicBezTo>
                  <a:cubicBezTo>
                    <a:pt x="2078355" y="487680"/>
                    <a:pt x="2077403" y="482918"/>
                    <a:pt x="2077403" y="479108"/>
                  </a:cubicBezTo>
                  <a:cubicBezTo>
                    <a:pt x="2076450" y="473393"/>
                    <a:pt x="2076450" y="468630"/>
                    <a:pt x="2075498" y="462915"/>
                  </a:cubicBezTo>
                  <a:cubicBezTo>
                    <a:pt x="2074545" y="459105"/>
                    <a:pt x="2074545" y="454343"/>
                    <a:pt x="2073593" y="450533"/>
                  </a:cubicBezTo>
                  <a:cubicBezTo>
                    <a:pt x="2072640" y="447675"/>
                    <a:pt x="2072640" y="444818"/>
                    <a:pt x="2071688" y="441008"/>
                  </a:cubicBezTo>
                  <a:cubicBezTo>
                    <a:pt x="2070735" y="433388"/>
                    <a:pt x="2068830" y="425768"/>
                    <a:pt x="2066925" y="418148"/>
                  </a:cubicBezTo>
                  <a:cubicBezTo>
                    <a:pt x="2065973" y="415290"/>
                    <a:pt x="2065973" y="413385"/>
                    <a:pt x="2065020" y="410528"/>
                  </a:cubicBezTo>
                  <a:cubicBezTo>
                    <a:pt x="2064068" y="405765"/>
                    <a:pt x="2063115" y="401955"/>
                    <a:pt x="2061210" y="397193"/>
                  </a:cubicBezTo>
                  <a:cubicBezTo>
                    <a:pt x="2060258" y="394335"/>
                    <a:pt x="2059305" y="391478"/>
                    <a:pt x="2059305" y="389573"/>
                  </a:cubicBezTo>
                  <a:cubicBezTo>
                    <a:pt x="2057400" y="382905"/>
                    <a:pt x="2055495" y="376238"/>
                    <a:pt x="2052638" y="369570"/>
                  </a:cubicBezTo>
                  <a:cubicBezTo>
                    <a:pt x="2051685" y="365760"/>
                    <a:pt x="2050733" y="362903"/>
                    <a:pt x="2048828" y="359093"/>
                  </a:cubicBezTo>
                  <a:cubicBezTo>
                    <a:pt x="2047875" y="355283"/>
                    <a:pt x="2045970" y="352425"/>
                    <a:pt x="2045018" y="348615"/>
                  </a:cubicBezTo>
                  <a:cubicBezTo>
                    <a:pt x="2043113" y="343853"/>
                    <a:pt x="2041208" y="339090"/>
                    <a:pt x="2039303" y="333375"/>
                  </a:cubicBezTo>
                  <a:cubicBezTo>
                    <a:pt x="2038350" y="330518"/>
                    <a:pt x="2037398" y="328613"/>
                    <a:pt x="2036445" y="325755"/>
                  </a:cubicBezTo>
                  <a:cubicBezTo>
                    <a:pt x="2033588" y="320040"/>
                    <a:pt x="2030730" y="313373"/>
                    <a:pt x="2027873" y="307658"/>
                  </a:cubicBezTo>
                  <a:cubicBezTo>
                    <a:pt x="2026920" y="305753"/>
                    <a:pt x="2025968" y="303848"/>
                    <a:pt x="2025015" y="302895"/>
                  </a:cubicBezTo>
                  <a:cubicBezTo>
                    <a:pt x="2018348" y="288608"/>
                    <a:pt x="2009775" y="273368"/>
                    <a:pt x="2001203" y="260033"/>
                  </a:cubicBezTo>
                  <a:cubicBezTo>
                    <a:pt x="2001203" y="260033"/>
                    <a:pt x="2001203" y="260033"/>
                    <a:pt x="2001203" y="260033"/>
                  </a:cubicBezTo>
                  <a:cubicBezTo>
                    <a:pt x="1979295" y="223838"/>
                    <a:pt x="1953578" y="190500"/>
                    <a:pt x="1923098" y="160020"/>
                  </a:cubicBezTo>
                  <a:cubicBezTo>
                    <a:pt x="1922145" y="159068"/>
                    <a:pt x="1921193" y="158115"/>
                    <a:pt x="1920240" y="157163"/>
                  </a:cubicBezTo>
                  <a:cubicBezTo>
                    <a:pt x="1915478" y="152400"/>
                    <a:pt x="1909763" y="147638"/>
                    <a:pt x="1905000" y="142875"/>
                  </a:cubicBezTo>
                  <a:cubicBezTo>
                    <a:pt x="1904048" y="141923"/>
                    <a:pt x="1903095" y="140970"/>
                    <a:pt x="1902143" y="140970"/>
                  </a:cubicBezTo>
                  <a:cubicBezTo>
                    <a:pt x="1897380" y="136208"/>
                    <a:pt x="1891665" y="132398"/>
                    <a:pt x="1886903" y="127635"/>
                  </a:cubicBezTo>
                  <a:cubicBezTo>
                    <a:pt x="1885950" y="127635"/>
                    <a:pt x="1885950" y="126683"/>
                    <a:pt x="1884998" y="126683"/>
                  </a:cubicBezTo>
                  <a:cubicBezTo>
                    <a:pt x="1880235" y="122873"/>
                    <a:pt x="1874520" y="118110"/>
                    <a:pt x="1869758" y="114300"/>
                  </a:cubicBezTo>
                  <a:cubicBezTo>
                    <a:pt x="1867853" y="112395"/>
                    <a:pt x="1865948" y="111443"/>
                    <a:pt x="1864043" y="109538"/>
                  </a:cubicBezTo>
                  <a:cubicBezTo>
                    <a:pt x="1858328" y="104775"/>
                    <a:pt x="1851660" y="100965"/>
                    <a:pt x="1845945" y="96203"/>
                  </a:cubicBezTo>
                  <a:cubicBezTo>
                    <a:pt x="1844993" y="95250"/>
                    <a:pt x="1843088" y="94298"/>
                    <a:pt x="1842135" y="93345"/>
                  </a:cubicBezTo>
                  <a:cubicBezTo>
                    <a:pt x="1827848" y="82868"/>
                    <a:pt x="1811655" y="74295"/>
                    <a:pt x="1796415" y="65723"/>
                  </a:cubicBezTo>
                  <a:cubicBezTo>
                    <a:pt x="1793558" y="64770"/>
                    <a:pt x="1791653" y="62865"/>
                    <a:pt x="1788795" y="61913"/>
                  </a:cubicBezTo>
                  <a:cubicBezTo>
                    <a:pt x="1783080" y="59055"/>
                    <a:pt x="1778318" y="56198"/>
                    <a:pt x="1772603" y="53340"/>
                  </a:cubicBezTo>
                  <a:cubicBezTo>
                    <a:pt x="1769745" y="51435"/>
                    <a:pt x="1765935" y="50483"/>
                    <a:pt x="1763078" y="48578"/>
                  </a:cubicBezTo>
                  <a:cubicBezTo>
                    <a:pt x="1758315" y="46673"/>
                    <a:pt x="1753553" y="43815"/>
                    <a:pt x="1748790" y="41910"/>
                  </a:cubicBezTo>
                  <a:cubicBezTo>
                    <a:pt x="1744980" y="40005"/>
                    <a:pt x="1742123" y="39053"/>
                    <a:pt x="1738313" y="38100"/>
                  </a:cubicBezTo>
                  <a:cubicBezTo>
                    <a:pt x="1733550" y="36195"/>
                    <a:pt x="1728788" y="34290"/>
                    <a:pt x="1724025" y="32385"/>
                  </a:cubicBezTo>
                  <a:cubicBezTo>
                    <a:pt x="1720215" y="31433"/>
                    <a:pt x="1717358" y="30480"/>
                    <a:pt x="1713548" y="28575"/>
                  </a:cubicBezTo>
                  <a:cubicBezTo>
                    <a:pt x="1708785" y="26670"/>
                    <a:pt x="1704023" y="24765"/>
                    <a:pt x="1698308" y="23813"/>
                  </a:cubicBezTo>
                  <a:cubicBezTo>
                    <a:pt x="1695450" y="22860"/>
                    <a:pt x="1691640" y="21908"/>
                    <a:pt x="1688783" y="20955"/>
                  </a:cubicBezTo>
                  <a:cubicBezTo>
                    <a:pt x="1684020" y="19050"/>
                    <a:pt x="1678305" y="18098"/>
                    <a:pt x="1672590" y="16193"/>
                  </a:cubicBezTo>
                  <a:cubicBezTo>
                    <a:pt x="1669733" y="15240"/>
                    <a:pt x="1665923" y="14288"/>
                    <a:pt x="1663065" y="14288"/>
                  </a:cubicBezTo>
                  <a:cubicBezTo>
                    <a:pt x="1657350" y="13335"/>
                    <a:pt x="1652588" y="11430"/>
                    <a:pt x="1646873" y="10478"/>
                  </a:cubicBezTo>
                  <a:cubicBezTo>
                    <a:pt x="1641158" y="9525"/>
                    <a:pt x="1635443" y="8573"/>
                    <a:pt x="1629728" y="7620"/>
                  </a:cubicBezTo>
                  <a:cubicBezTo>
                    <a:pt x="1624965" y="6668"/>
                    <a:pt x="1619250" y="5715"/>
                    <a:pt x="1614488" y="4763"/>
                  </a:cubicBezTo>
                  <a:cubicBezTo>
                    <a:pt x="1607820" y="3810"/>
                    <a:pt x="1601153" y="2858"/>
                    <a:pt x="1595438" y="1905"/>
                  </a:cubicBezTo>
                  <a:cubicBezTo>
                    <a:pt x="1592580" y="1905"/>
                    <a:pt x="1589723" y="1905"/>
                    <a:pt x="1586865" y="953"/>
                  </a:cubicBezTo>
                  <a:cubicBezTo>
                    <a:pt x="1580198" y="0"/>
                    <a:pt x="1574483" y="0"/>
                    <a:pt x="1567815" y="0"/>
                  </a:cubicBezTo>
                  <a:cubicBezTo>
                    <a:pt x="1564958" y="0"/>
                    <a:pt x="1561148" y="0"/>
                    <a:pt x="1558290" y="0"/>
                  </a:cubicBezTo>
                  <a:cubicBezTo>
                    <a:pt x="1552575" y="0"/>
                    <a:pt x="1546860" y="0"/>
                    <a:pt x="1541145" y="0"/>
                  </a:cubicBezTo>
                  <a:cubicBezTo>
                    <a:pt x="1540193" y="0"/>
                    <a:pt x="1539240" y="0"/>
                    <a:pt x="1539240" y="0"/>
                  </a:cubicBezTo>
                  <a:cubicBezTo>
                    <a:pt x="1532573" y="0"/>
                    <a:pt x="1525905" y="0"/>
                    <a:pt x="1518285" y="0"/>
                  </a:cubicBezTo>
                  <a:cubicBezTo>
                    <a:pt x="1517333" y="0"/>
                    <a:pt x="1517333" y="0"/>
                    <a:pt x="1516380" y="0"/>
                  </a:cubicBezTo>
                  <a:cubicBezTo>
                    <a:pt x="1508760" y="0"/>
                    <a:pt x="1501140" y="953"/>
                    <a:pt x="1493520" y="1905"/>
                  </a:cubicBezTo>
                  <a:cubicBezTo>
                    <a:pt x="1492568" y="1905"/>
                    <a:pt x="1491615" y="1905"/>
                    <a:pt x="1490663" y="1905"/>
                  </a:cubicBezTo>
                  <a:cubicBezTo>
                    <a:pt x="1429703" y="7620"/>
                    <a:pt x="1372553" y="22860"/>
                    <a:pt x="1319213" y="46673"/>
                  </a:cubicBezTo>
                  <a:cubicBezTo>
                    <a:pt x="1317308" y="47625"/>
                    <a:pt x="1316355" y="47625"/>
                    <a:pt x="1314450" y="48578"/>
                  </a:cubicBezTo>
                  <a:cubicBezTo>
                    <a:pt x="1307783" y="51435"/>
                    <a:pt x="1301115" y="54293"/>
                    <a:pt x="1295400" y="58103"/>
                  </a:cubicBezTo>
                  <a:cubicBezTo>
                    <a:pt x="1293495" y="59055"/>
                    <a:pt x="1291590" y="60008"/>
                    <a:pt x="1290638" y="60960"/>
                  </a:cubicBezTo>
                  <a:cubicBezTo>
                    <a:pt x="1284923" y="63818"/>
                    <a:pt x="1280160" y="66675"/>
                    <a:pt x="1274445" y="69533"/>
                  </a:cubicBezTo>
                  <a:cubicBezTo>
                    <a:pt x="1271588" y="71438"/>
                    <a:pt x="1268730" y="73343"/>
                    <a:pt x="1265873" y="74295"/>
                  </a:cubicBezTo>
                  <a:cubicBezTo>
                    <a:pt x="1262063" y="76200"/>
                    <a:pt x="1259205" y="78105"/>
                    <a:pt x="1255395" y="80963"/>
                  </a:cubicBezTo>
                  <a:cubicBezTo>
                    <a:pt x="1249680" y="83820"/>
                    <a:pt x="1244918" y="87630"/>
                    <a:pt x="1239203" y="91440"/>
                  </a:cubicBezTo>
                  <a:cubicBezTo>
                    <a:pt x="1236345" y="93345"/>
                    <a:pt x="1233488" y="95250"/>
                    <a:pt x="1231583" y="97155"/>
                  </a:cubicBezTo>
                  <a:cubicBezTo>
                    <a:pt x="1227773" y="100013"/>
                    <a:pt x="1223963" y="101918"/>
                    <a:pt x="1221105" y="104775"/>
                  </a:cubicBezTo>
                  <a:cubicBezTo>
                    <a:pt x="1218248" y="106680"/>
                    <a:pt x="1216343" y="108585"/>
                    <a:pt x="1213485" y="110490"/>
                  </a:cubicBezTo>
                  <a:cubicBezTo>
                    <a:pt x="1207770" y="114300"/>
                    <a:pt x="1202055" y="119063"/>
                    <a:pt x="1197293" y="123825"/>
                  </a:cubicBezTo>
                  <a:cubicBezTo>
                    <a:pt x="1194435" y="125730"/>
                    <a:pt x="1191578" y="128588"/>
                    <a:pt x="1189673" y="130493"/>
                  </a:cubicBezTo>
                  <a:cubicBezTo>
                    <a:pt x="1186815" y="133350"/>
                    <a:pt x="1183958" y="135255"/>
                    <a:pt x="1181100" y="138113"/>
                  </a:cubicBezTo>
                  <a:cubicBezTo>
                    <a:pt x="1176338" y="141923"/>
                    <a:pt x="1172528" y="145733"/>
                    <a:pt x="1167765" y="150495"/>
                  </a:cubicBezTo>
                  <a:cubicBezTo>
                    <a:pt x="1164908" y="152400"/>
                    <a:pt x="1163003" y="155258"/>
                    <a:pt x="1160145" y="158115"/>
                  </a:cubicBezTo>
                  <a:cubicBezTo>
                    <a:pt x="1156335" y="161925"/>
                    <a:pt x="1152525" y="165735"/>
                    <a:pt x="1148715" y="170498"/>
                  </a:cubicBezTo>
                  <a:cubicBezTo>
                    <a:pt x="1146810" y="172403"/>
                    <a:pt x="1144905" y="174308"/>
                    <a:pt x="1143953" y="176213"/>
                  </a:cubicBezTo>
                  <a:cubicBezTo>
                    <a:pt x="1138238" y="181928"/>
                    <a:pt x="1133475" y="187643"/>
                    <a:pt x="1128713" y="193358"/>
                  </a:cubicBezTo>
                  <a:cubicBezTo>
                    <a:pt x="1128713" y="193358"/>
                    <a:pt x="1127760" y="194310"/>
                    <a:pt x="1127760" y="194310"/>
                  </a:cubicBezTo>
                  <a:cubicBezTo>
                    <a:pt x="1126808" y="195263"/>
                    <a:pt x="1126808" y="196215"/>
                    <a:pt x="1125855" y="197168"/>
                  </a:cubicBezTo>
                  <a:cubicBezTo>
                    <a:pt x="1121093" y="202883"/>
                    <a:pt x="1116330" y="208598"/>
                    <a:pt x="1112520" y="214313"/>
                  </a:cubicBezTo>
                  <a:cubicBezTo>
                    <a:pt x="1111568" y="215265"/>
                    <a:pt x="1110615" y="216218"/>
                    <a:pt x="1109663" y="217170"/>
                  </a:cubicBezTo>
                  <a:cubicBezTo>
                    <a:pt x="1104900" y="223838"/>
                    <a:pt x="1100138" y="229553"/>
                    <a:pt x="1095375" y="236220"/>
                  </a:cubicBezTo>
                  <a:cubicBezTo>
                    <a:pt x="1094423" y="238125"/>
                    <a:pt x="1093470" y="240030"/>
                    <a:pt x="1091565" y="240983"/>
                  </a:cubicBezTo>
                  <a:cubicBezTo>
                    <a:pt x="1087755" y="246698"/>
                    <a:pt x="1083945" y="252413"/>
                    <a:pt x="1080135" y="258128"/>
                  </a:cubicBezTo>
                  <a:cubicBezTo>
                    <a:pt x="1079183" y="259080"/>
                    <a:pt x="1079183" y="260033"/>
                    <a:pt x="1078230" y="260985"/>
                  </a:cubicBezTo>
                  <a:cubicBezTo>
                    <a:pt x="1075373" y="265748"/>
                    <a:pt x="1072515" y="271463"/>
                    <a:pt x="1069658" y="276225"/>
                  </a:cubicBezTo>
                  <a:cubicBezTo>
                    <a:pt x="1068705" y="277178"/>
                    <a:pt x="1068705" y="278130"/>
                    <a:pt x="1067753" y="279083"/>
                  </a:cubicBezTo>
                  <a:cubicBezTo>
                    <a:pt x="1064895" y="284798"/>
                    <a:pt x="1062038" y="290513"/>
                    <a:pt x="1059180" y="296228"/>
                  </a:cubicBezTo>
                  <a:cubicBezTo>
                    <a:pt x="1058228" y="299085"/>
                    <a:pt x="1056323" y="301943"/>
                    <a:pt x="1055370" y="303848"/>
                  </a:cubicBezTo>
                  <a:cubicBezTo>
                    <a:pt x="1052513" y="310515"/>
                    <a:pt x="1048703" y="317183"/>
                    <a:pt x="1045845" y="323850"/>
                  </a:cubicBezTo>
                  <a:cubicBezTo>
                    <a:pt x="1044893" y="325755"/>
                    <a:pt x="1043940" y="327660"/>
                    <a:pt x="1042988" y="329565"/>
                  </a:cubicBezTo>
                  <a:cubicBezTo>
                    <a:pt x="1035368" y="346710"/>
                    <a:pt x="1028700" y="364808"/>
                    <a:pt x="1023938" y="382905"/>
                  </a:cubicBezTo>
                  <a:cubicBezTo>
                    <a:pt x="1023938" y="382905"/>
                    <a:pt x="1023938" y="383858"/>
                    <a:pt x="1023938" y="383858"/>
                  </a:cubicBezTo>
                  <a:cubicBezTo>
                    <a:pt x="1022985" y="386715"/>
                    <a:pt x="1022033" y="390525"/>
                    <a:pt x="1021080" y="393383"/>
                  </a:cubicBezTo>
                  <a:cubicBezTo>
                    <a:pt x="1001078" y="447675"/>
                    <a:pt x="950595" y="485775"/>
                    <a:pt x="890588" y="485775"/>
                  </a:cubicBezTo>
                  <a:lnTo>
                    <a:pt x="886778" y="485775"/>
                  </a:lnTo>
                  <a:cubicBezTo>
                    <a:pt x="842010" y="485775"/>
                    <a:pt x="804863" y="457200"/>
                    <a:pt x="791528" y="417195"/>
                  </a:cubicBezTo>
                  <a:cubicBezTo>
                    <a:pt x="791528" y="416243"/>
                    <a:pt x="790575" y="414338"/>
                    <a:pt x="790575" y="413385"/>
                  </a:cubicBezTo>
                  <a:cubicBezTo>
                    <a:pt x="768668" y="347663"/>
                    <a:pt x="731520" y="289560"/>
                    <a:pt x="681990" y="243840"/>
                  </a:cubicBezTo>
                  <a:cubicBezTo>
                    <a:pt x="609600" y="176213"/>
                    <a:pt x="512445" y="134303"/>
                    <a:pt x="405765" y="134303"/>
                  </a:cubicBezTo>
                  <a:cubicBezTo>
                    <a:pt x="180975" y="135255"/>
                    <a:pt x="0" y="316230"/>
                    <a:pt x="0" y="540068"/>
                  </a:cubicBezTo>
                  <a:cubicBezTo>
                    <a:pt x="0" y="763905"/>
                    <a:pt x="180975" y="944880"/>
                    <a:pt x="404813" y="944880"/>
                  </a:cubicBezTo>
                  <a:cubicBezTo>
                    <a:pt x="511493" y="944880"/>
                    <a:pt x="608648" y="902970"/>
                    <a:pt x="681038" y="835343"/>
                  </a:cubicBezTo>
                  <a:cubicBezTo>
                    <a:pt x="730568" y="789623"/>
                    <a:pt x="767715" y="731520"/>
                    <a:pt x="789623" y="665798"/>
                  </a:cubicBezTo>
                  <a:cubicBezTo>
                    <a:pt x="789623" y="664845"/>
                    <a:pt x="790575" y="662940"/>
                    <a:pt x="790575" y="661988"/>
                  </a:cubicBezTo>
                  <a:cubicBezTo>
                    <a:pt x="803910" y="621983"/>
                    <a:pt x="842010" y="593408"/>
                    <a:pt x="885825" y="593408"/>
                  </a:cubicBezTo>
                  <a:lnTo>
                    <a:pt x="889635" y="593408"/>
                  </a:lnTo>
                  <a:cubicBezTo>
                    <a:pt x="949643" y="593408"/>
                    <a:pt x="1000125" y="632460"/>
                    <a:pt x="1017270" y="685800"/>
                  </a:cubicBezTo>
                  <a:cubicBezTo>
                    <a:pt x="1018223" y="688658"/>
                    <a:pt x="1019175" y="692468"/>
                    <a:pt x="1020128" y="695325"/>
                  </a:cubicBezTo>
                  <a:cubicBezTo>
                    <a:pt x="1021080" y="698183"/>
                    <a:pt x="1022033" y="701993"/>
                    <a:pt x="1022985" y="704850"/>
                  </a:cubicBezTo>
                  <a:cubicBezTo>
                    <a:pt x="1023938" y="709613"/>
                    <a:pt x="1025843" y="713423"/>
                    <a:pt x="1026795" y="718185"/>
                  </a:cubicBezTo>
                  <a:cubicBezTo>
                    <a:pt x="1028700" y="721995"/>
                    <a:pt x="1029653" y="726758"/>
                    <a:pt x="1031558" y="730568"/>
                  </a:cubicBezTo>
                  <a:cubicBezTo>
                    <a:pt x="1033463" y="735330"/>
                    <a:pt x="1035368" y="740093"/>
                    <a:pt x="1037273" y="744855"/>
                  </a:cubicBezTo>
                  <a:cubicBezTo>
                    <a:pt x="1038225" y="748665"/>
                    <a:pt x="1040130" y="751523"/>
                    <a:pt x="1042035" y="755333"/>
                  </a:cubicBezTo>
                  <a:cubicBezTo>
                    <a:pt x="1044893" y="761048"/>
                    <a:pt x="1046798" y="766763"/>
                    <a:pt x="1049655" y="772478"/>
                  </a:cubicBezTo>
                  <a:cubicBezTo>
                    <a:pt x="1050608" y="775335"/>
                    <a:pt x="1051560" y="777240"/>
                    <a:pt x="1053465" y="780098"/>
                  </a:cubicBezTo>
                  <a:cubicBezTo>
                    <a:pt x="1057275" y="787718"/>
                    <a:pt x="1061085" y="794385"/>
                    <a:pt x="1064895" y="802005"/>
                  </a:cubicBezTo>
                  <a:cubicBezTo>
                    <a:pt x="1064895" y="802958"/>
                    <a:pt x="1065848" y="802958"/>
                    <a:pt x="1065848" y="803910"/>
                  </a:cubicBezTo>
                  <a:cubicBezTo>
                    <a:pt x="1065848" y="803910"/>
                    <a:pt x="1065848" y="804863"/>
                    <a:pt x="1065848" y="804863"/>
                  </a:cubicBezTo>
                  <a:cubicBezTo>
                    <a:pt x="1067753" y="808673"/>
                    <a:pt x="1070610" y="812483"/>
                    <a:pt x="1072515" y="816293"/>
                  </a:cubicBezTo>
                  <a:cubicBezTo>
                    <a:pt x="1073468" y="818198"/>
                    <a:pt x="1075373" y="820103"/>
                    <a:pt x="1076325" y="822960"/>
                  </a:cubicBezTo>
                  <a:cubicBezTo>
                    <a:pt x="1084898" y="836295"/>
                    <a:pt x="1093470" y="848678"/>
                    <a:pt x="1102043" y="862013"/>
                  </a:cubicBezTo>
                  <a:cubicBezTo>
                    <a:pt x="1102995" y="862965"/>
                    <a:pt x="1103948" y="864870"/>
                    <a:pt x="1104900" y="865823"/>
                  </a:cubicBezTo>
                  <a:cubicBezTo>
                    <a:pt x="1110615" y="873443"/>
                    <a:pt x="1116330" y="880110"/>
                    <a:pt x="1122045" y="886778"/>
                  </a:cubicBezTo>
                  <a:cubicBezTo>
                    <a:pt x="1122998" y="887730"/>
                    <a:pt x="1123950" y="889635"/>
                    <a:pt x="1125855" y="890588"/>
                  </a:cubicBezTo>
                  <a:cubicBezTo>
                    <a:pt x="1128713" y="894398"/>
                    <a:pt x="1131570" y="897255"/>
                    <a:pt x="1134428" y="901065"/>
                  </a:cubicBezTo>
                  <a:cubicBezTo>
                    <a:pt x="1136333" y="903923"/>
                    <a:pt x="1139190" y="905828"/>
                    <a:pt x="1142048" y="908685"/>
                  </a:cubicBezTo>
                  <a:cubicBezTo>
                    <a:pt x="1145858" y="912495"/>
                    <a:pt x="1149668" y="916305"/>
                    <a:pt x="1153478" y="920115"/>
                  </a:cubicBezTo>
                  <a:cubicBezTo>
                    <a:pt x="1157288" y="923925"/>
                    <a:pt x="1161098" y="927735"/>
                    <a:pt x="1164908" y="931545"/>
                  </a:cubicBezTo>
                  <a:cubicBezTo>
                    <a:pt x="1166813" y="933450"/>
                    <a:pt x="1169670" y="935355"/>
                    <a:pt x="1171575" y="937260"/>
                  </a:cubicBezTo>
                  <a:cubicBezTo>
                    <a:pt x="1177290" y="942023"/>
                    <a:pt x="1183005" y="947738"/>
                    <a:pt x="1188720" y="952500"/>
                  </a:cubicBezTo>
                  <a:cubicBezTo>
                    <a:pt x="1188720" y="952500"/>
                    <a:pt x="1189673" y="952500"/>
                    <a:pt x="1189673" y="953453"/>
                  </a:cubicBezTo>
                  <a:cubicBezTo>
                    <a:pt x="1191578" y="955358"/>
                    <a:pt x="1194435" y="957263"/>
                    <a:pt x="1196340" y="959168"/>
                  </a:cubicBezTo>
                  <a:cubicBezTo>
                    <a:pt x="1198245" y="961073"/>
                    <a:pt x="1201103" y="962978"/>
                    <a:pt x="1203008" y="964883"/>
                  </a:cubicBezTo>
                  <a:cubicBezTo>
                    <a:pt x="1205865" y="966788"/>
                    <a:pt x="1207770" y="968693"/>
                    <a:pt x="1210628" y="970598"/>
                  </a:cubicBezTo>
                  <a:cubicBezTo>
                    <a:pt x="1212533" y="972503"/>
                    <a:pt x="1215390" y="974408"/>
                    <a:pt x="1217295" y="976313"/>
                  </a:cubicBezTo>
                  <a:cubicBezTo>
                    <a:pt x="1220153" y="978218"/>
                    <a:pt x="1222058" y="980123"/>
                    <a:pt x="1224915" y="982028"/>
                  </a:cubicBezTo>
                  <a:cubicBezTo>
                    <a:pt x="1226820" y="983933"/>
                    <a:pt x="1229678" y="984885"/>
                    <a:pt x="1231583" y="986790"/>
                  </a:cubicBezTo>
                  <a:cubicBezTo>
                    <a:pt x="1234440" y="988695"/>
                    <a:pt x="1237298" y="990600"/>
                    <a:pt x="1240155" y="992505"/>
                  </a:cubicBezTo>
                  <a:cubicBezTo>
                    <a:pt x="1242060" y="994410"/>
                    <a:pt x="1244918" y="995363"/>
                    <a:pt x="1246823" y="996315"/>
                  </a:cubicBezTo>
                  <a:cubicBezTo>
                    <a:pt x="1249680" y="998220"/>
                    <a:pt x="1252538" y="1000125"/>
                    <a:pt x="1255395" y="1002030"/>
                  </a:cubicBezTo>
                  <a:cubicBezTo>
                    <a:pt x="1257300" y="1002983"/>
                    <a:pt x="1259205" y="1004888"/>
                    <a:pt x="1262063" y="1005840"/>
                  </a:cubicBezTo>
                  <a:cubicBezTo>
                    <a:pt x="1264920" y="1007745"/>
                    <a:pt x="1268730" y="1009650"/>
                    <a:pt x="1271588" y="1011555"/>
                  </a:cubicBezTo>
                  <a:cubicBezTo>
                    <a:pt x="1273493" y="1012508"/>
                    <a:pt x="1275398" y="1013460"/>
                    <a:pt x="1277303" y="1015365"/>
                  </a:cubicBezTo>
                  <a:cubicBezTo>
                    <a:pt x="1280160" y="1017270"/>
                    <a:pt x="1283970" y="1019175"/>
                    <a:pt x="1286828" y="1020128"/>
                  </a:cubicBezTo>
                  <a:cubicBezTo>
                    <a:pt x="1288733" y="1021080"/>
                    <a:pt x="1290638" y="1022033"/>
                    <a:pt x="1292543" y="1022985"/>
                  </a:cubicBezTo>
                  <a:cubicBezTo>
                    <a:pt x="1295400" y="1024890"/>
                    <a:pt x="1299210" y="1025843"/>
                    <a:pt x="1302068" y="1027748"/>
                  </a:cubicBezTo>
                  <a:cubicBezTo>
                    <a:pt x="1303973" y="1028700"/>
                    <a:pt x="1305878" y="1029653"/>
                    <a:pt x="1308735" y="1030605"/>
                  </a:cubicBezTo>
                  <a:cubicBezTo>
                    <a:pt x="1311593" y="1032510"/>
                    <a:pt x="1315403" y="1033463"/>
                    <a:pt x="1318260" y="1035368"/>
                  </a:cubicBezTo>
                  <a:cubicBezTo>
                    <a:pt x="1320165" y="1036320"/>
                    <a:pt x="1323023" y="1037273"/>
                    <a:pt x="1324928" y="1038225"/>
                  </a:cubicBezTo>
                  <a:cubicBezTo>
                    <a:pt x="1327785" y="1039178"/>
                    <a:pt x="1331595" y="1041083"/>
                    <a:pt x="1334453" y="1042035"/>
                  </a:cubicBezTo>
                  <a:cubicBezTo>
                    <a:pt x="1336358" y="1042988"/>
                    <a:pt x="1339215" y="1043940"/>
                    <a:pt x="1341120" y="1044893"/>
                  </a:cubicBezTo>
                  <a:cubicBezTo>
                    <a:pt x="1343978" y="1045845"/>
                    <a:pt x="1347788" y="1046798"/>
                    <a:pt x="1350645" y="1048703"/>
                  </a:cubicBezTo>
                  <a:cubicBezTo>
                    <a:pt x="1353503" y="1049655"/>
                    <a:pt x="1355408" y="1050608"/>
                    <a:pt x="1358265" y="1051560"/>
                  </a:cubicBezTo>
                  <a:cubicBezTo>
                    <a:pt x="1361123" y="1052513"/>
                    <a:pt x="1363980" y="1053465"/>
                    <a:pt x="1366838" y="1054418"/>
                  </a:cubicBezTo>
                  <a:cubicBezTo>
                    <a:pt x="1369695" y="1055370"/>
                    <a:pt x="1372553" y="1056323"/>
                    <a:pt x="1375410" y="1057275"/>
                  </a:cubicBezTo>
                  <a:cubicBezTo>
                    <a:pt x="1378268" y="1058228"/>
                    <a:pt x="1381125" y="1059180"/>
                    <a:pt x="1383983" y="1060133"/>
                  </a:cubicBezTo>
                  <a:cubicBezTo>
                    <a:pt x="1386840" y="1061085"/>
                    <a:pt x="1389698" y="1062038"/>
                    <a:pt x="1392555" y="1062990"/>
                  </a:cubicBezTo>
                  <a:cubicBezTo>
                    <a:pt x="1395413" y="1063943"/>
                    <a:pt x="1398270" y="1064895"/>
                    <a:pt x="1401128" y="1064895"/>
                  </a:cubicBezTo>
                  <a:cubicBezTo>
                    <a:pt x="1403985" y="1065848"/>
                    <a:pt x="1406843" y="1066800"/>
                    <a:pt x="1410653" y="1066800"/>
                  </a:cubicBezTo>
                  <a:cubicBezTo>
                    <a:pt x="1413510" y="1067753"/>
                    <a:pt x="1416368" y="1067753"/>
                    <a:pt x="1419225" y="1068705"/>
                  </a:cubicBezTo>
                  <a:cubicBezTo>
                    <a:pt x="1422083" y="1069658"/>
                    <a:pt x="1424940" y="1069658"/>
                    <a:pt x="1428750" y="1070610"/>
                  </a:cubicBezTo>
                  <a:cubicBezTo>
                    <a:pt x="1431608" y="1071563"/>
                    <a:pt x="1434465" y="1071563"/>
                    <a:pt x="1437323" y="1072515"/>
                  </a:cubicBezTo>
                  <a:cubicBezTo>
                    <a:pt x="1440180" y="1073468"/>
                    <a:pt x="1443038" y="1073468"/>
                    <a:pt x="1445895" y="1074420"/>
                  </a:cubicBezTo>
                  <a:cubicBezTo>
                    <a:pt x="1448753" y="1075373"/>
                    <a:pt x="1451610" y="1075373"/>
                    <a:pt x="1455420" y="1075373"/>
                  </a:cubicBezTo>
                  <a:cubicBezTo>
                    <a:pt x="1458278" y="1075373"/>
                    <a:pt x="1461135" y="1076325"/>
                    <a:pt x="1463993" y="1076325"/>
                  </a:cubicBezTo>
                  <a:cubicBezTo>
                    <a:pt x="1466850" y="1076325"/>
                    <a:pt x="1470660" y="1077278"/>
                    <a:pt x="1473518" y="1077278"/>
                  </a:cubicBezTo>
                  <a:cubicBezTo>
                    <a:pt x="1476375" y="1077278"/>
                    <a:pt x="1479233" y="1078230"/>
                    <a:pt x="1481138" y="1078230"/>
                  </a:cubicBezTo>
                  <a:cubicBezTo>
                    <a:pt x="1484948" y="1078230"/>
                    <a:pt x="1487805" y="1079183"/>
                    <a:pt x="1491615" y="1079183"/>
                  </a:cubicBezTo>
                  <a:cubicBezTo>
                    <a:pt x="1494473" y="1079183"/>
                    <a:pt x="1496378" y="1079183"/>
                    <a:pt x="1499235" y="1080135"/>
                  </a:cubicBezTo>
                  <a:cubicBezTo>
                    <a:pt x="1503045" y="1080135"/>
                    <a:pt x="1506855" y="1080135"/>
                    <a:pt x="1510665" y="1081088"/>
                  </a:cubicBezTo>
                  <a:cubicBezTo>
                    <a:pt x="1512570" y="1081088"/>
                    <a:pt x="1515428" y="1081088"/>
                    <a:pt x="1517333" y="1081088"/>
                  </a:cubicBezTo>
                  <a:cubicBezTo>
                    <a:pt x="1521143" y="1081088"/>
                    <a:pt x="1524953" y="1081088"/>
                    <a:pt x="1529715" y="1081088"/>
                  </a:cubicBezTo>
                  <a:cubicBezTo>
                    <a:pt x="1531620" y="1081088"/>
                    <a:pt x="1533525" y="1081088"/>
                    <a:pt x="1535430" y="1081088"/>
                  </a:cubicBezTo>
                  <a:cubicBezTo>
                    <a:pt x="1535430" y="1081088"/>
                    <a:pt x="1535430" y="1081088"/>
                    <a:pt x="1536383" y="1081088"/>
                  </a:cubicBezTo>
                  <a:cubicBezTo>
                    <a:pt x="1544003" y="1081088"/>
                    <a:pt x="1551623" y="1081088"/>
                    <a:pt x="1560195" y="1080135"/>
                  </a:cubicBezTo>
                  <a:cubicBezTo>
                    <a:pt x="1563053" y="1080135"/>
                    <a:pt x="1564958" y="1080135"/>
                    <a:pt x="1567815" y="1080135"/>
                  </a:cubicBezTo>
                  <a:cubicBezTo>
                    <a:pt x="1573530" y="1080135"/>
                    <a:pt x="1580198" y="1079183"/>
                    <a:pt x="1585913" y="1079183"/>
                  </a:cubicBezTo>
                  <a:cubicBezTo>
                    <a:pt x="1589723" y="1079183"/>
                    <a:pt x="1594485" y="1078230"/>
                    <a:pt x="1598295" y="1078230"/>
                  </a:cubicBezTo>
                  <a:cubicBezTo>
                    <a:pt x="1602105" y="1077278"/>
                    <a:pt x="1606868" y="1077278"/>
                    <a:pt x="1610678" y="1076325"/>
                  </a:cubicBezTo>
                  <a:cubicBezTo>
                    <a:pt x="1614488" y="1075373"/>
                    <a:pt x="1619250" y="1075373"/>
                    <a:pt x="1623060" y="1074420"/>
                  </a:cubicBezTo>
                  <a:cubicBezTo>
                    <a:pt x="1625918" y="1074420"/>
                    <a:pt x="1628775" y="1073468"/>
                    <a:pt x="1631633" y="1072515"/>
                  </a:cubicBezTo>
                  <a:cubicBezTo>
                    <a:pt x="1639253" y="1071563"/>
                    <a:pt x="1646873" y="1069658"/>
                    <a:pt x="1654493" y="1067753"/>
                  </a:cubicBezTo>
                  <a:cubicBezTo>
                    <a:pt x="1656398" y="1066800"/>
                    <a:pt x="1659255" y="1066800"/>
                    <a:pt x="1661160" y="1065848"/>
                  </a:cubicBezTo>
                  <a:cubicBezTo>
                    <a:pt x="1665923" y="1064895"/>
                    <a:pt x="1670685" y="1063943"/>
                    <a:pt x="1675448" y="1062038"/>
                  </a:cubicBezTo>
                  <a:cubicBezTo>
                    <a:pt x="1676400" y="1062038"/>
                    <a:pt x="1677353" y="1062038"/>
                    <a:pt x="1678305" y="1061085"/>
                  </a:cubicBezTo>
                  <a:cubicBezTo>
                    <a:pt x="1686878" y="1058228"/>
                    <a:pt x="1696403" y="1056323"/>
                    <a:pt x="1704975" y="1052513"/>
                  </a:cubicBezTo>
                  <a:cubicBezTo>
                    <a:pt x="1707833" y="1051560"/>
                    <a:pt x="1710690" y="1050608"/>
                    <a:pt x="1713548" y="1049655"/>
                  </a:cubicBezTo>
                  <a:cubicBezTo>
                    <a:pt x="1717358" y="1048703"/>
                    <a:pt x="1721168" y="1046798"/>
                    <a:pt x="1724978" y="1045845"/>
                  </a:cubicBezTo>
                  <a:cubicBezTo>
                    <a:pt x="1724978" y="1045845"/>
                    <a:pt x="1725930" y="1045845"/>
                    <a:pt x="1725930" y="1045845"/>
                  </a:cubicBezTo>
                  <a:cubicBezTo>
                    <a:pt x="1726883" y="1045845"/>
                    <a:pt x="1727835" y="1044893"/>
                    <a:pt x="1728788" y="1044893"/>
                  </a:cubicBezTo>
                  <a:cubicBezTo>
                    <a:pt x="1736408" y="1042035"/>
                    <a:pt x="1743075" y="1039178"/>
                    <a:pt x="1749743" y="1036320"/>
                  </a:cubicBezTo>
                  <a:cubicBezTo>
                    <a:pt x="1752600" y="1035368"/>
                    <a:pt x="1755458" y="1033463"/>
                    <a:pt x="1757363" y="1032510"/>
                  </a:cubicBezTo>
                  <a:cubicBezTo>
                    <a:pt x="1763078" y="1029653"/>
                    <a:pt x="1768793" y="1027748"/>
                    <a:pt x="1773555" y="1024890"/>
                  </a:cubicBezTo>
                  <a:cubicBezTo>
                    <a:pt x="1777365" y="1022985"/>
                    <a:pt x="1780223" y="1021080"/>
                    <a:pt x="1784033" y="1019175"/>
                  </a:cubicBezTo>
                  <a:cubicBezTo>
                    <a:pt x="1788795" y="1017270"/>
                    <a:pt x="1792605" y="1014413"/>
                    <a:pt x="1797368" y="1012508"/>
                  </a:cubicBezTo>
                  <a:cubicBezTo>
                    <a:pt x="1801178" y="1010603"/>
                    <a:pt x="1805940" y="1007745"/>
                    <a:pt x="1809750" y="1005840"/>
                  </a:cubicBezTo>
                  <a:cubicBezTo>
                    <a:pt x="1813560" y="1003935"/>
                    <a:pt x="1817370" y="1001078"/>
                    <a:pt x="1820228" y="999173"/>
                  </a:cubicBezTo>
                  <a:cubicBezTo>
                    <a:pt x="1823085" y="997268"/>
                    <a:pt x="1825943" y="995363"/>
                    <a:pt x="1828800" y="993458"/>
                  </a:cubicBezTo>
                  <a:cubicBezTo>
                    <a:pt x="1831658" y="991553"/>
                    <a:pt x="1834515" y="989648"/>
                    <a:pt x="1837373" y="987743"/>
                  </a:cubicBezTo>
                  <a:cubicBezTo>
                    <a:pt x="1885950" y="958215"/>
                    <a:pt x="1948815" y="961073"/>
                    <a:pt x="1994535" y="999173"/>
                  </a:cubicBezTo>
                  <a:lnTo>
                    <a:pt x="1995488" y="1000125"/>
                  </a:lnTo>
                  <a:cubicBezTo>
                    <a:pt x="2054543" y="1049655"/>
                    <a:pt x="2070735" y="1131570"/>
                    <a:pt x="2041208" y="1198245"/>
                  </a:cubicBezTo>
                  <a:cubicBezTo>
                    <a:pt x="2040255" y="1200150"/>
                    <a:pt x="2039303" y="1202055"/>
                    <a:pt x="2038350" y="1203960"/>
                  </a:cubicBezTo>
                  <a:cubicBezTo>
                    <a:pt x="2007870" y="1270635"/>
                    <a:pt x="1988820" y="1342073"/>
                    <a:pt x="1982153" y="1413510"/>
                  </a:cubicBezTo>
                  <a:cubicBezTo>
                    <a:pt x="1960245" y="1628775"/>
                    <a:pt x="2041208" y="1850708"/>
                    <a:pt x="2219325" y="1999298"/>
                  </a:cubicBezTo>
                  <a:cubicBezTo>
                    <a:pt x="2505075" y="2239328"/>
                    <a:pt x="2930843" y="2202180"/>
                    <a:pt x="3169920" y="1916430"/>
                  </a:cubicBezTo>
                  <a:cubicBezTo>
                    <a:pt x="3416618" y="1629728"/>
                    <a:pt x="3378518" y="1203960"/>
                    <a:pt x="3093720" y="963930"/>
                  </a:cubicBezTo>
                  <a:close/>
                </a:path>
              </a:pathLst>
            </a:custGeom>
            <a:solidFill>
              <a:schemeClr val="accent4"/>
            </a:solidFill>
            <a:ln w="9525" cap="flat">
              <a:noFill/>
              <a:prstDash val="solid"/>
              <a:miter/>
            </a:ln>
          </p:spPr>
          <p:txBody>
            <a:bodyPr rtlCol="0" anchor="ctr"/>
            <a:lstStyle/>
            <a:p>
              <a:endParaRPr lang="de-DE"/>
            </a:p>
          </p:txBody>
        </p:sp>
        <p:sp>
          <p:nvSpPr>
            <p:cNvPr id="29" name="Grafik 19">
              <a:extLst>
                <a:ext uri="{FF2B5EF4-FFF2-40B4-BE49-F238E27FC236}">
                  <a16:creationId xmlns:a16="http://schemas.microsoft.com/office/drawing/2014/main" id="{E2408336-24D2-4795-8A1D-AC13C69236F7}"/>
                </a:ext>
              </a:extLst>
            </p:cNvPr>
            <p:cNvSpPr/>
            <p:nvPr/>
          </p:nvSpPr>
          <p:spPr>
            <a:xfrm rot="18807008">
              <a:off x="3978323" y="2516995"/>
              <a:ext cx="1536081" cy="2250209"/>
            </a:xfrm>
            <a:custGeom>
              <a:avLst/>
              <a:gdLst>
                <a:gd name="connsiteX0" fmla="*/ 2701168 w 3617914"/>
                <a:gd name="connsiteY0" fmla="*/ 113654 h 5299894"/>
                <a:gd name="connsiteX1" fmla="*/ 760925 w 3617914"/>
                <a:gd name="connsiteY1" fmla="*/ 917564 h 5299894"/>
                <a:gd name="connsiteX2" fmla="*/ 1133353 w 3617914"/>
                <a:gd name="connsiteY2" fmla="*/ 2584439 h 5299894"/>
                <a:gd name="connsiteX3" fmla="*/ 1267655 w 3617914"/>
                <a:gd name="connsiteY3" fmla="*/ 2693024 h 5299894"/>
                <a:gd name="connsiteX4" fmla="*/ 1271465 w 3617914"/>
                <a:gd name="connsiteY4" fmla="*/ 2695882 h 5299894"/>
                <a:gd name="connsiteX5" fmla="*/ 1391480 w 3617914"/>
                <a:gd name="connsiteY5" fmla="*/ 3134984 h 5299894"/>
                <a:gd name="connsiteX6" fmla="*/ 1333378 w 3617914"/>
                <a:gd name="connsiteY6" fmla="*/ 3275954 h 5299894"/>
                <a:gd name="connsiteX7" fmla="*/ 1083823 w 3617914"/>
                <a:gd name="connsiteY7" fmla="*/ 3419782 h 5299894"/>
                <a:gd name="connsiteX8" fmla="*/ 1077155 w 3617914"/>
                <a:gd name="connsiteY8" fmla="*/ 3418829 h 5299894"/>
                <a:gd name="connsiteX9" fmla="*/ 822838 w 3617914"/>
                <a:gd name="connsiteY9" fmla="*/ 3417877 h 5299894"/>
                <a:gd name="connsiteX10" fmla="*/ 72268 w 3617914"/>
                <a:gd name="connsiteY10" fmla="*/ 3993187 h 5299894"/>
                <a:gd name="connsiteX11" fmla="*/ 583760 w 3617914"/>
                <a:gd name="connsiteY11" fmla="*/ 5227627 h 5299894"/>
                <a:gd name="connsiteX12" fmla="*/ 1818200 w 3617914"/>
                <a:gd name="connsiteY12" fmla="*/ 4716134 h 5299894"/>
                <a:gd name="connsiteX13" fmla="*/ 1694375 w 3617914"/>
                <a:gd name="connsiteY13" fmla="*/ 3778874 h 5299894"/>
                <a:gd name="connsiteX14" fmla="*/ 1513400 w 3617914"/>
                <a:gd name="connsiteY14" fmla="*/ 3599804 h 5299894"/>
                <a:gd name="connsiteX15" fmla="*/ 1507685 w 3617914"/>
                <a:gd name="connsiteY15" fmla="*/ 3595994 h 5299894"/>
                <a:gd name="connsiteX16" fmla="*/ 1432438 w 3617914"/>
                <a:gd name="connsiteY16" fmla="*/ 3317864 h 5299894"/>
                <a:gd name="connsiteX17" fmla="*/ 1490540 w 3617914"/>
                <a:gd name="connsiteY17" fmla="*/ 3176894 h 5299894"/>
                <a:gd name="connsiteX18" fmla="*/ 1885828 w 3617914"/>
                <a:gd name="connsiteY18" fmla="*/ 2951152 h 5299894"/>
                <a:gd name="connsiteX19" fmla="*/ 1889638 w 3617914"/>
                <a:gd name="connsiteY19" fmla="*/ 2952104 h 5299894"/>
                <a:gd name="connsiteX20" fmla="*/ 2061088 w 3617914"/>
                <a:gd name="connsiteY20" fmla="*/ 2970202 h 5299894"/>
                <a:gd name="connsiteX21" fmla="*/ 3503173 w 3617914"/>
                <a:gd name="connsiteY21" fmla="*/ 2054849 h 5299894"/>
                <a:gd name="connsiteX22" fmla="*/ 2701168 w 3617914"/>
                <a:gd name="connsiteY22" fmla="*/ 113654 h 5299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7914" h="5299894">
                  <a:moveTo>
                    <a:pt x="2701168" y="113654"/>
                  </a:moveTo>
                  <a:cubicBezTo>
                    <a:pt x="1943930" y="-200671"/>
                    <a:pt x="1075250" y="159374"/>
                    <a:pt x="760925" y="917564"/>
                  </a:cubicBezTo>
                  <a:cubicBezTo>
                    <a:pt x="514228" y="1511924"/>
                    <a:pt x="682820" y="2174864"/>
                    <a:pt x="1133353" y="2584439"/>
                  </a:cubicBezTo>
                  <a:cubicBezTo>
                    <a:pt x="1175263" y="2622539"/>
                    <a:pt x="1220030" y="2658734"/>
                    <a:pt x="1267655" y="2693024"/>
                  </a:cubicBezTo>
                  <a:cubicBezTo>
                    <a:pt x="1268608" y="2693977"/>
                    <a:pt x="1269560" y="2694929"/>
                    <a:pt x="1271465" y="2695882"/>
                  </a:cubicBezTo>
                  <a:cubicBezTo>
                    <a:pt x="1403863" y="2794942"/>
                    <a:pt x="1458155" y="2974964"/>
                    <a:pt x="1391480" y="3134984"/>
                  </a:cubicBezTo>
                  <a:lnTo>
                    <a:pt x="1333378" y="3275954"/>
                  </a:lnTo>
                  <a:cubicBezTo>
                    <a:pt x="1291468" y="3376919"/>
                    <a:pt x="1187645" y="3434069"/>
                    <a:pt x="1083823" y="3419782"/>
                  </a:cubicBezTo>
                  <a:cubicBezTo>
                    <a:pt x="1081918" y="3419782"/>
                    <a:pt x="1079060" y="3418829"/>
                    <a:pt x="1077155" y="3418829"/>
                  </a:cubicBezTo>
                  <a:cubicBezTo>
                    <a:pt x="991430" y="3406447"/>
                    <a:pt x="905705" y="3406447"/>
                    <a:pt x="822838" y="3417877"/>
                  </a:cubicBezTo>
                  <a:cubicBezTo>
                    <a:pt x="498988" y="3460739"/>
                    <a:pt x="206570" y="3670289"/>
                    <a:pt x="72268" y="3993187"/>
                  </a:cubicBezTo>
                  <a:cubicBezTo>
                    <a:pt x="-127757" y="4475152"/>
                    <a:pt x="101795" y="5028555"/>
                    <a:pt x="583760" y="5227627"/>
                  </a:cubicBezTo>
                  <a:cubicBezTo>
                    <a:pt x="1065725" y="5427652"/>
                    <a:pt x="1619128" y="5198100"/>
                    <a:pt x="1818200" y="4716134"/>
                  </a:cubicBezTo>
                  <a:cubicBezTo>
                    <a:pt x="1952503" y="4392284"/>
                    <a:pt x="1893448" y="4037954"/>
                    <a:pt x="1694375" y="3778874"/>
                  </a:cubicBezTo>
                  <a:cubicBezTo>
                    <a:pt x="1642940" y="3712199"/>
                    <a:pt x="1582933" y="3651239"/>
                    <a:pt x="1513400" y="3599804"/>
                  </a:cubicBezTo>
                  <a:cubicBezTo>
                    <a:pt x="1511495" y="3598852"/>
                    <a:pt x="1509590" y="3596947"/>
                    <a:pt x="1507685" y="3595994"/>
                  </a:cubicBezTo>
                  <a:cubicBezTo>
                    <a:pt x="1424818" y="3532177"/>
                    <a:pt x="1391480" y="3418829"/>
                    <a:pt x="1432438" y="3317864"/>
                  </a:cubicBezTo>
                  <a:lnTo>
                    <a:pt x="1490540" y="3176894"/>
                  </a:lnTo>
                  <a:cubicBezTo>
                    <a:pt x="1557215" y="3016874"/>
                    <a:pt x="1721998" y="2927339"/>
                    <a:pt x="1885828" y="2951152"/>
                  </a:cubicBezTo>
                  <a:cubicBezTo>
                    <a:pt x="1886780" y="2951152"/>
                    <a:pt x="1888685" y="2952104"/>
                    <a:pt x="1889638" y="2952104"/>
                  </a:cubicBezTo>
                  <a:cubicBezTo>
                    <a:pt x="1946788" y="2961629"/>
                    <a:pt x="2003938" y="2967344"/>
                    <a:pt x="2061088" y="2970202"/>
                  </a:cubicBezTo>
                  <a:cubicBezTo>
                    <a:pt x="2668783" y="2998777"/>
                    <a:pt x="3257428" y="2649209"/>
                    <a:pt x="3503173" y="2054849"/>
                  </a:cubicBezTo>
                  <a:cubicBezTo>
                    <a:pt x="3819403" y="1296659"/>
                    <a:pt x="3459358" y="427979"/>
                    <a:pt x="2701168" y="113654"/>
                  </a:cubicBezTo>
                  <a:close/>
                </a:path>
              </a:pathLst>
            </a:custGeom>
            <a:solidFill>
              <a:schemeClr val="accent4"/>
            </a:solidFill>
            <a:ln w="9525" cap="flat">
              <a:noFill/>
              <a:prstDash val="solid"/>
              <a:miter/>
            </a:ln>
          </p:spPr>
          <p:txBody>
            <a:bodyPr rtlCol="0" anchor="ctr"/>
            <a:lstStyle/>
            <a:p>
              <a:endParaRPr lang="de-DE"/>
            </a:p>
          </p:txBody>
        </p:sp>
        <p:sp>
          <p:nvSpPr>
            <p:cNvPr id="31" name="Freihandform: Form 30">
              <a:extLst>
                <a:ext uri="{FF2B5EF4-FFF2-40B4-BE49-F238E27FC236}">
                  <a16:creationId xmlns:a16="http://schemas.microsoft.com/office/drawing/2014/main" id="{5C7A5F46-0246-4B14-AECA-E1554DFCA110}"/>
                </a:ext>
              </a:extLst>
            </p:cNvPr>
            <p:cNvSpPr/>
            <p:nvPr/>
          </p:nvSpPr>
          <p:spPr>
            <a:xfrm>
              <a:off x="0" y="2005007"/>
              <a:ext cx="5508760" cy="3584009"/>
            </a:xfrm>
            <a:custGeom>
              <a:avLst/>
              <a:gdLst>
                <a:gd name="connsiteX0" fmla="*/ 1708303 w 5508760"/>
                <a:gd name="connsiteY0" fmla="*/ 3324650 h 3584009"/>
                <a:gd name="connsiteX1" fmla="*/ 1765535 w 5508760"/>
                <a:gd name="connsiteY1" fmla="*/ 3329899 h 3584009"/>
                <a:gd name="connsiteX2" fmla="*/ 1765535 w 5508760"/>
                <a:gd name="connsiteY2" fmla="*/ 3329899 h 3584009"/>
                <a:gd name="connsiteX3" fmla="*/ 1907936 w 5508760"/>
                <a:gd name="connsiteY3" fmla="*/ 3314876 h 3584009"/>
                <a:gd name="connsiteX4" fmla="*/ 1765536 w 5508760"/>
                <a:gd name="connsiteY4" fmla="*/ 3329899 h 3584009"/>
                <a:gd name="connsiteX5" fmla="*/ 1765535 w 5508760"/>
                <a:gd name="connsiteY5" fmla="*/ 3329899 h 3584009"/>
                <a:gd name="connsiteX6" fmla="*/ 4551467 w 5508760"/>
                <a:gd name="connsiteY6" fmla="*/ 3200987 h 3584009"/>
                <a:gd name="connsiteX7" fmla="*/ 4620635 w 5508760"/>
                <a:gd name="connsiteY7" fmla="*/ 3275338 h 3584009"/>
                <a:gd name="connsiteX8" fmla="*/ 5407901 w 5508760"/>
                <a:gd name="connsiteY8" fmla="*/ 3544076 h 3584009"/>
                <a:gd name="connsiteX9" fmla="*/ 5502706 w 5508760"/>
                <a:gd name="connsiteY9" fmla="*/ 3529414 h 3584009"/>
                <a:gd name="connsiteX10" fmla="*/ 5487850 w 5508760"/>
                <a:gd name="connsiteY10" fmla="*/ 3559526 h 3584009"/>
                <a:gd name="connsiteX11" fmla="*/ 5423659 w 5508760"/>
                <a:gd name="connsiteY11" fmla="*/ 3584009 h 3584009"/>
                <a:gd name="connsiteX12" fmla="*/ 5079555 w 5508760"/>
                <a:gd name="connsiteY12" fmla="*/ 3584009 h 3584009"/>
                <a:gd name="connsiteX13" fmla="*/ 4841323 w 5508760"/>
                <a:gd name="connsiteY13" fmla="*/ 3541657 h 3584009"/>
                <a:gd name="connsiteX14" fmla="*/ 4682504 w 5508760"/>
                <a:gd name="connsiteY14" fmla="*/ 3441075 h 3584009"/>
                <a:gd name="connsiteX15" fmla="*/ 4677214 w 5508760"/>
                <a:gd name="connsiteY15" fmla="*/ 3435778 h 3584009"/>
                <a:gd name="connsiteX16" fmla="*/ 4640153 w 5508760"/>
                <a:gd name="connsiteY16" fmla="*/ 3393426 h 3584009"/>
                <a:gd name="connsiteX17" fmla="*/ 4634863 w 5508760"/>
                <a:gd name="connsiteY17" fmla="*/ 3388135 h 3584009"/>
                <a:gd name="connsiteX18" fmla="*/ 4608390 w 5508760"/>
                <a:gd name="connsiteY18" fmla="*/ 3345783 h 3584009"/>
                <a:gd name="connsiteX19" fmla="*/ 4608390 w 5508760"/>
                <a:gd name="connsiteY19" fmla="*/ 3340487 h 3584009"/>
                <a:gd name="connsiteX20" fmla="*/ 4581922 w 5508760"/>
                <a:gd name="connsiteY20" fmla="*/ 3292844 h 3584009"/>
                <a:gd name="connsiteX21" fmla="*/ 4560747 w 5508760"/>
                <a:gd name="connsiteY21" fmla="*/ 3239905 h 3584009"/>
                <a:gd name="connsiteX22" fmla="*/ 596735 w 5508760"/>
                <a:gd name="connsiteY22" fmla="*/ 2564573 h 3584009"/>
                <a:gd name="connsiteX23" fmla="*/ 680272 w 5508760"/>
                <a:gd name="connsiteY23" fmla="*/ 2641685 h 3584009"/>
                <a:gd name="connsiteX24" fmla="*/ 914653 w 5508760"/>
                <a:gd name="connsiteY24" fmla="*/ 2853533 h 3584009"/>
                <a:gd name="connsiteX25" fmla="*/ 680271 w 5508760"/>
                <a:gd name="connsiteY25" fmla="*/ 2641685 h 3584009"/>
                <a:gd name="connsiteX26" fmla="*/ 4528981 w 5508760"/>
                <a:gd name="connsiteY26" fmla="*/ 2440491 h 3584009"/>
                <a:gd name="connsiteX27" fmla="*/ 4528984 w 5508760"/>
                <a:gd name="connsiteY27" fmla="*/ 2440514 h 3584009"/>
                <a:gd name="connsiteX28" fmla="*/ 4528984 w 5508760"/>
                <a:gd name="connsiteY28" fmla="*/ 3028147 h 3584009"/>
                <a:gd name="connsiteX29" fmla="*/ 4535107 w 5508760"/>
                <a:gd name="connsiteY29" fmla="*/ 3114398 h 3584009"/>
                <a:gd name="connsiteX30" fmla="*/ 4528983 w 5508760"/>
                <a:gd name="connsiteY30" fmla="*/ 3028147 h 3584009"/>
                <a:gd name="connsiteX31" fmla="*/ 4528983 w 5508760"/>
                <a:gd name="connsiteY31" fmla="*/ 2440514 h 3584009"/>
                <a:gd name="connsiteX32" fmla="*/ 4502123 w 5508760"/>
                <a:gd name="connsiteY32" fmla="*/ 2261213 h 3584009"/>
                <a:gd name="connsiteX33" fmla="*/ 4508882 w 5508760"/>
                <a:gd name="connsiteY33" fmla="*/ 2276640 h 3584009"/>
                <a:gd name="connsiteX34" fmla="*/ 4511097 w 5508760"/>
                <a:gd name="connsiteY34" fmla="*/ 2294700 h 3584009"/>
                <a:gd name="connsiteX35" fmla="*/ 145583 w 5508760"/>
                <a:gd name="connsiteY35" fmla="*/ 2165228 h 3584009"/>
                <a:gd name="connsiteX36" fmla="*/ 426161 w 5508760"/>
                <a:gd name="connsiteY36" fmla="*/ 2408750 h 3584009"/>
                <a:gd name="connsiteX37" fmla="*/ 431458 w 5508760"/>
                <a:gd name="connsiteY37" fmla="*/ 2414046 h 3584009"/>
                <a:gd name="connsiteX38" fmla="*/ 457639 w 5508760"/>
                <a:gd name="connsiteY38" fmla="*/ 2436954 h 3584009"/>
                <a:gd name="connsiteX39" fmla="*/ 431458 w 5508760"/>
                <a:gd name="connsiteY39" fmla="*/ 2414047 h 3584009"/>
                <a:gd name="connsiteX40" fmla="*/ 426160 w 5508760"/>
                <a:gd name="connsiteY40" fmla="*/ 2408750 h 3584009"/>
                <a:gd name="connsiteX41" fmla="*/ 145583 w 5508760"/>
                <a:gd name="connsiteY41" fmla="*/ 2165228 h 3584009"/>
                <a:gd name="connsiteX42" fmla="*/ 0 w 5508760"/>
                <a:gd name="connsiteY42" fmla="*/ 2065177 h 3584009"/>
                <a:gd name="connsiteX43" fmla="*/ 17867 w 5508760"/>
                <a:gd name="connsiteY43" fmla="*/ 2075232 h 3584009"/>
                <a:gd name="connsiteX44" fmla="*/ 145583 w 5508760"/>
                <a:gd name="connsiteY44" fmla="*/ 2165228 h 3584009"/>
                <a:gd name="connsiteX45" fmla="*/ 17866 w 5508760"/>
                <a:gd name="connsiteY45" fmla="*/ 2075232 h 3584009"/>
                <a:gd name="connsiteX46" fmla="*/ 0 w 5508760"/>
                <a:gd name="connsiteY46" fmla="*/ 2065177 h 3584009"/>
                <a:gd name="connsiteX47" fmla="*/ 3883120 w 5508760"/>
                <a:gd name="connsiteY47" fmla="*/ 471161 h 3584009"/>
                <a:gd name="connsiteX48" fmla="*/ 3284900 w 5508760"/>
                <a:gd name="connsiteY48" fmla="*/ 1016442 h 3584009"/>
                <a:gd name="connsiteX49" fmla="*/ 3214099 w 5508760"/>
                <a:gd name="connsiteY49" fmla="*/ 1077415 h 3584009"/>
                <a:gd name="connsiteX50" fmla="*/ 3214098 w 5508760"/>
                <a:gd name="connsiteY50" fmla="*/ 1077414 h 3584009"/>
                <a:gd name="connsiteX51" fmla="*/ 3284901 w 5508760"/>
                <a:gd name="connsiteY51" fmla="*/ 1016441 h 3584009"/>
                <a:gd name="connsiteX52" fmla="*/ 4378164 w 5508760"/>
                <a:gd name="connsiteY52" fmla="*/ 17175 h 3584009"/>
                <a:gd name="connsiteX53" fmla="*/ 4370166 w 5508760"/>
                <a:gd name="connsiteY53" fmla="*/ 21177 h 3584009"/>
                <a:gd name="connsiteX54" fmla="*/ 4334429 w 5508760"/>
                <a:gd name="connsiteY54" fmla="*/ 47646 h 3584009"/>
                <a:gd name="connsiteX55" fmla="*/ 4370164 w 5508760"/>
                <a:gd name="connsiteY55" fmla="*/ 21177 h 3584009"/>
                <a:gd name="connsiteX56" fmla="*/ 4460159 w 5508760"/>
                <a:gd name="connsiteY56" fmla="*/ 0 h 3584009"/>
                <a:gd name="connsiteX57" fmla="*/ 4963088 w 5508760"/>
                <a:gd name="connsiteY57" fmla="*/ 0 h 3584009"/>
                <a:gd name="connsiteX58" fmla="*/ 4994851 w 5508760"/>
                <a:gd name="connsiteY58" fmla="*/ 0 h 3584009"/>
                <a:gd name="connsiteX59" fmla="*/ 5026615 w 5508760"/>
                <a:gd name="connsiteY59" fmla="*/ 0 h 3584009"/>
                <a:gd name="connsiteX60" fmla="*/ 5068967 w 5508760"/>
                <a:gd name="connsiteY60" fmla="*/ 5292 h 3584009"/>
                <a:gd name="connsiteX61" fmla="*/ 5084845 w 5508760"/>
                <a:gd name="connsiteY61" fmla="*/ 5292 h 3584009"/>
                <a:gd name="connsiteX62" fmla="*/ 5132494 w 5508760"/>
                <a:gd name="connsiteY62" fmla="*/ 15880 h 3584009"/>
                <a:gd name="connsiteX63" fmla="*/ 5137786 w 5508760"/>
                <a:gd name="connsiteY63" fmla="*/ 15880 h 3584009"/>
                <a:gd name="connsiteX64" fmla="*/ 5190725 w 5508760"/>
                <a:gd name="connsiteY64" fmla="*/ 31764 h 3584009"/>
                <a:gd name="connsiteX65" fmla="*/ 5365429 w 5508760"/>
                <a:gd name="connsiteY65" fmla="*/ 137644 h 3584009"/>
                <a:gd name="connsiteX66" fmla="*/ 5370720 w 5508760"/>
                <a:gd name="connsiteY66" fmla="*/ 142935 h 3584009"/>
                <a:gd name="connsiteX67" fmla="*/ 5508362 w 5508760"/>
                <a:gd name="connsiteY67" fmla="*/ 550573 h 3584009"/>
                <a:gd name="connsiteX68" fmla="*/ 5508362 w 5508760"/>
                <a:gd name="connsiteY68" fmla="*/ 1381722 h 3584009"/>
                <a:gd name="connsiteX69" fmla="*/ 5508362 w 5508760"/>
                <a:gd name="connsiteY69" fmla="*/ 1579470 h 3584009"/>
                <a:gd name="connsiteX70" fmla="*/ 5491894 w 5508760"/>
                <a:gd name="connsiteY70" fmla="*/ 1575558 h 3584009"/>
                <a:gd name="connsiteX71" fmla="*/ 5306956 w 5508760"/>
                <a:gd name="connsiteY71" fmla="*/ 1558420 h 3584009"/>
                <a:gd name="connsiteX72" fmla="*/ 5205342 w 5508760"/>
                <a:gd name="connsiteY72" fmla="*/ 1563760 h 3584009"/>
                <a:gd name="connsiteX73" fmla="*/ 4426339 w 5508760"/>
                <a:gd name="connsiteY73" fmla="*/ 2089902 h 3584009"/>
                <a:gd name="connsiteX74" fmla="*/ 4420590 w 5508760"/>
                <a:gd name="connsiteY74" fmla="*/ 2103354 h 3584009"/>
                <a:gd name="connsiteX75" fmla="*/ 4436491 w 5508760"/>
                <a:gd name="connsiteY75" fmla="*/ 2123611 h 3584009"/>
                <a:gd name="connsiteX76" fmla="*/ 4386043 w 5508760"/>
                <a:gd name="connsiteY76" fmla="*/ 2059348 h 3584009"/>
                <a:gd name="connsiteX77" fmla="*/ 4015466 w 5508760"/>
                <a:gd name="connsiteY77" fmla="*/ 1911118 h 3584009"/>
                <a:gd name="connsiteX78" fmla="*/ 3687241 w 5508760"/>
                <a:gd name="connsiteY78" fmla="*/ 1985234 h 3584009"/>
                <a:gd name="connsiteX79" fmla="*/ 3558811 w 5508760"/>
                <a:gd name="connsiteY79" fmla="*/ 2053549 h 3584009"/>
                <a:gd name="connsiteX80" fmla="*/ 3564978 w 5508760"/>
                <a:gd name="connsiteY80" fmla="*/ 2050269 h 3584009"/>
                <a:gd name="connsiteX81" fmla="*/ 3529007 w 5508760"/>
                <a:gd name="connsiteY81" fmla="*/ 2007820 h 3584009"/>
                <a:gd name="connsiteX82" fmla="*/ 3396825 w 5508760"/>
                <a:gd name="connsiteY82" fmla="*/ 1892317 h 3584009"/>
                <a:gd name="connsiteX83" fmla="*/ 3393445 w 5508760"/>
                <a:gd name="connsiteY83" fmla="*/ 1889804 h 3584009"/>
                <a:gd name="connsiteX84" fmla="*/ 3332610 w 5508760"/>
                <a:gd name="connsiteY84" fmla="*/ 1848254 h 3584009"/>
                <a:gd name="connsiteX85" fmla="*/ 3324347 w 5508760"/>
                <a:gd name="connsiteY85" fmla="*/ 1842520 h 3584009"/>
                <a:gd name="connsiteX86" fmla="*/ 3306720 w 5508760"/>
                <a:gd name="connsiteY86" fmla="*/ 1831446 h 3584009"/>
                <a:gd name="connsiteX87" fmla="*/ 3295861 w 5508760"/>
                <a:gd name="connsiteY87" fmla="*/ 1825400 h 3584009"/>
                <a:gd name="connsiteX88" fmla="*/ 3278629 w 5508760"/>
                <a:gd name="connsiteY88" fmla="*/ 1815427 h 3584009"/>
                <a:gd name="connsiteX89" fmla="*/ 3272254 w 5508760"/>
                <a:gd name="connsiteY89" fmla="*/ 1811501 h 3584009"/>
                <a:gd name="connsiteX90" fmla="*/ 3233700 w 5508760"/>
                <a:gd name="connsiteY90" fmla="*/ 1790538 h 3584009"/>
                <a:gd name="connsiteX91" fmla="*/ 3226225 w 5508760"/>
                <a:gd name="connsiteY91" fmla="*/ 1787004 h 3584009"/>
                <a:gd name="connsiteX92" fmla="*/ 3205294 w 5508760"/>
                <a:gd name="connsiteY92" fmla="*/ 1777113 h 3584009"/>
                <a:gd name="connsiteX93" fmla="*/ 3199315 w 5508760"/>
                <a:gd name="connsiteY93" fmla="*/ 1774288 h 3584009"/>
                <a:gd name="connsiteX94" fmla="*/ 2641765 w 5508760"/>
                <a:gd name="connsiteY94" fmla="*/ 1663501 h 3584009"/>
                <a:gd name="connsiteX95" fmla="*/ 2633272 w 5508760"/>
                <a:gd name="connsiteY95" fmla="*/ 1664059 h 3584009"/>
                <a:gd name="connsiteX96" fmla="*/ 2614082 w 5508760"/>
                <a:gd name="connsiteY96" fmla="*/ 1665963 h 3584009"/>
                <a:gd name="connsiteX97" fmla="*/ 2590097 w 5508760"/>
                <a:gd name="connsiteY97" fmla="*/ 1668345 h 3584009"/>
                <a:gd name="connsiteX98" fmla="*/ 2582704 w 5508760"/>
                <a:gd name="connsiteY98" fmla="*/ 1668509 h 3584009"/>
                <a:gd name="connsiteX99" fmla="*/ 2580503 w 5508760"/>
                <a:gd name="connsiteY99" fmla="*/ 1669297 h 3584009"/>
                <a:gd name="connsiteX100" fmla="*/ 2555418 w 5508760"/>
                <a:gd name="connsiteY100" fmla="*/ 1672071 h 3584009"/>
                <a:gd name="connsiteX101" fmla="*/ 2552823 w 5508760"/>
                <a:gd name="connsiteY101" fmla="*/ 1671759 h 3584009"/>
                <a:gd name="connsiteX102" fmla="*/ 2408844 w 5508760"/>
                <a:gd name="connsiteY102" fmla="*/ 1699730 h 3584009"/>
                <a:gd name="connsiteX103" fmla="*/ 1881862 w 5508760"/>
                <a:gd name="connsiteY103" fmla="*/ 2000241 h 3584009"/>
                <a:gd name="connsiteX104" fmla="*/ 1878954 w 5508760"/>
                <a:gd name="connsiteY104" fmla="*/ 2002524 h 3584009"/>
                <a:gd name="connsiteX105" fmla="*/ 1865202 w 5508760"/>
                <a:gd name="connsiteY105" fmla="*/ 2016144 h 3584009"/>
                <a:gd name="connsiteX106" fmla="*/ 1857974 w 5508760"/>
                <a:gd name="connsiteY106" fmla="*/ 2023700 h 3584009"/>
                <a:gd name="connsiteX107" fmla="*/ 1848937 w 5508760"/>
                <a:gd name="connsiteY107" fmla="*/ 2033145 h 3584009"/>
                <a:gd name="connsiteX108" fmla="*/ 1837388 w 5508760"/>
                <a:gd name="connsiteY108" fmla="*/ 2045975 h 3584009"/>
                <a:gd name="connsiteX109" fmla="*/ 1833067 w 5508760"/>
                <a:gd name="connsiteY109" fmla="*/ 2051248 h 3584009"/>
                <a:gd name="connsiteX110" fmla="*/ 1574594 w 5508760"/>
                <a:gd name="connsiteY110" fmla="*/ 2536261 h 3584009"/>
                <a:gd name="connsiteX111" fmla="*/ 1541745 w 5508760"/>
                <a:gd name="connsiteY111" fmla="*/ 2739279 h 3584009"/>
                <a:gd name="connsiteX112" fmla="*/ 1542138 w 5508760"/>
                <a:gd name="connsiteY112" fmla="*/ 2740381 h 3584009"/>
                <a:gd name="connsiteX113" fmla="*/ 1539887 w 5508760"/>
                <a:gd name="connsiteY113" fmla="*/ 2772234 h 3584009"/>
                <a:gd name="connsiteX114" fmla="*/ 1539114 w 5508760"/>
                <a:gd name="connsiteY114" fmla="*/ 2787415 h 3584009"/>
                <a:gd name="connsiteX115" fmla="*/ 1538342 w 5508760"/>
                <a:gd name="connsiteY115" fmla="*/ 2802593 h 3584009"/>
                <a:gd name="connsiteX116" fmla="*/ 1609215 w 5508760"/>
                <a:gd name="connsiteY116" fmla="*/ 3224295 h 3584009"/>
                <a:gd name="connsiteX117" fmla="*/ 1651191 w 5508760"/>
                <a:gd name="connsiteY117" fmla="*/ 3319410 h 3584009"/>
                <a:gd name="connsiteX118" fmla="*/ 1621273 w 5508760"/>
                <a:gd name="connsiteY118" fmla="*/ 3316666 h 3584009"/>
                <a:gd name="connsiteX119" fmla="*/ 1484953 w 5508760"/>
                <a:gd name="connsiteY119" fmla="*/ 3271669 h 3584009"/>
                <a:gd name="connsiteX120" fmla="*/ 1352607 w 5508760"/>
                <a:gd name="connsiteY120" fmla="*/ 3202844 h 3584009"/>
                <a:gd name="connsiteX121" fmla="*/ 1220254 w 5508760"/>
                <a:gd name="connsiteY121" fmla="*/ 3112850 h 3584009"/>
                <a:gd name="connsiteX122" fmla="*/ 963370 w 5508760"/>
                <a:gd name="connsiteY122" fmla="*/ 2897066 h 3584009"/>
                <a:gd name="connsiteX123" fmla="*/ 991883 w 5508760"/>
                <a:gd name="connsiteY123" fmla="*/ 2921017 h 3584009"/>
                <a:gd name="connsiteX124" fmla="*/ 1002383 w 5508760"/>
                <a:gd name="connsiteY124" fmla="*/ 2915067 h 3584009"/>
                <a:gd name="connsiteX125" fmla="*/ 1254991 w 5508760"/>
                <a:gd name="connsiteY125" fmla="*/ 1765254 h 3584009"/>
                <a:gd name="connsiteX126" fmla="*/ 1043902 w 5508760"/>
                <a:gd name="connsiteY126" fmla="*/ 1540493 h 3584009"/>
                <a:gd name="connsiteX127" fmla="*/ 965225 w 5508760"/>
                <a:gd name="connsiteY127" fmla="*/ 1490413 h 3584009"/>
                <a:gd name="connsiteX128" fmla="*/ 918501 w 5508760"/>
                <a:gd name="connsiteY128" fmla="*/ 1471723 h 3584009"/>
                <a:gd name="connsiteX129" fmla="*/ 847966 w 5508760"/>
                <a:gd name="connsiteY129" fmla="*/ 1436455 h 3584009"/>
                <a:gd name="connsiteX130" fmla="*/ 775310 w 5508760"/>
                <a:gd name="connsiteY130" fmla="*/ 1411903 h 3584009"/>
                <a:gd name="connsiteX131" fmla="*/ 578989 w 5508760"/>
                <a:gd name="connsiteY131" fmla="*/ 1382689 h 3584009"/>
                <a:gd name="connsiteX132" fmla="*/ 314607 w 5508760"/>
                <a:gd name="connsiteY132" fmla="*/ 1417766 h 3584009"/>
                <a:gd name="connsiteX133" fmla="*/ 308003 w 5508760"/>
                <a:gd name="connsiteY133" fmla="*/ 1420133 h 3584009"/>
                <a:gd name="connsiteX134" fmla="*/ 74185 w 5508760"/>
                <a:gd name="connsiteY134" fmla="*/ 1332492 h 3584009"/>
                <a:gd name="connsiteX135" fmla="*/ 73398 w 5508760"/>
                <a:gd name="connsiteY135" fmla="*/ 1330291 h 3584009"/>
                <a:gd name="connsiteX136" fmla="*/ 97823 w 5508760"/>
                <a:gd name="connsiteY136" fmla="*/ 1030937 h 3584009"/>
                <a:gd name="connsiteX137" fmla="*/ 102143 w 5508760"/>
                <a:gd name="connsiteY137" fmla="*/ 1025664 h 3584009"/>
                <a:gd name="connsiteX138" fmla="*/ 109374 w 5508760"/>
                <a:gd name="connsiteY138" fmla="*/ 1018109 h 3584009"/>
                <a:gd name="connsiteX139" fmla="*/ 119115 w 5508760"/>
                <a:gd name="connsiteY139" fmla="*/ 1007166 h 3584009"/>
                <a:gd name="connsiteX140" fmla="*/ 169209 w 5508760"/>
                <a:gd name="connsiteY140" fmla="*/ 944842 h 3584009"/>
                <a:gd name="connsiteX141" fmla="*/ 246166 w 5508760"/>
                <a:gd name="connsiteY141" fmla="*/ 1016442 h 3584009"/>
                <a:gd name="connsiteX142" fmla="*/ 293814 w 5508760"/>
                <a:gd name="connsiteY142" fmla="*/ 1058793 h 3584009"/>
                <a:gd name="connsiteX143" fmla="*/ 362633 w 5508760"/>
                <a:gd name="connsiteY143" fmla="*/ 1117024 h 3584009"/>
                <a:gd name="connsiteX144" fmla="*/ 367929 w 5508760"/>
                <a:gd name="connsiteY144" fmla="*/ 1122320 h 3584009"/>
                <a:gd name="connsiteX145" fmla="*/ 436749 w 5508760"/>
                <a:gd name="connsiteY145" fmla="*/ 1175261 h 3584009"/>
                <a:gd name="connsiteX146" fmla="*/ 447336 w 5508760"/>
                <a:gd name="connsiteY146" fmla="*/ 1180552 h 3584009"/>
                <a:gd name="connsiteX147" fmla="*/ 510864 w 5508760"/>
                <a:gd name="connsiteY147" fmla="*/ 1228200 h 3584009"/>
                <a:gd name="connsiteX148" fmla="*/ 526748 w 5508760"/>
                <a:gd name="connsiteY148" fmla="*/ 1238788 h 3584009"/>
                <a:gd name="connsiteX149" fmla="*/ 590277 w 5508760"/>
                <a:gd name="connsiteY149" fmla="*/ 1281139 h 3584009"/>
                <a:gd name="connsiteX150" fmla="*/ 611452 w 5508760"/>
                <a:gd name="connsiteY150" fmla="*/ 1297018 h 3584009"/>
                <a:gd name="connsiteX151" fmla="*/ 669682 w 5508760"/>
                <a:gd name="connsiteY151" fmla="*/ 1334080 h 3584009"/>
                <a:gd name="connsiteX152" fmla="*/ 701446 w 5508760"/>
                <a:gd name="connsiteY152" fmla="*/ 1355255 h 3584009"/>
                <a:gd name="connsiteX153" fmla="*/ 749095 w 5508760"/>
                <a:gd name="connsiteY153" fmla="*/ 1381722 h 3584009"/>
                <a:gd name="connsiteX154" fmla="*/ 796738 w 5508760"/>
                <a:gd name="connsiteY154" fmla="*/ 1408194 h 3584009"/>
                <a:gd name="connsiteX155" fmla="*/ 833798 w 5508760"/>
                <a:gd name="connsiteY155" fmla="*/ 1429370 h 3584009"/>
                <a:gd name="connsiteX156" fmla="*/ 918502 w 5508760"/>
                <a:gd name="connsiteY156" fmla="*/ 1471722 h 3584009"/>
                <a:gd name="connsiteX157" fmla="*/ 997909 w 5508760"/>
                <a:gd name="connsiteY157" fmla="*/ 1503486 h 3584009"/>
                <a:gd name="connsiteX158" fmla="*/ 1029671 w 5508760"/>
                <a:gd name="connsiteY158" fmla="*/ 1519365 h 3584009"/>
                <a:gd name="connsiteX159" fmla="*/ 1072023 w 5508760"/>
                <a:gd name="connsiteY159" fmla="*/ 1535250 h 3584009"/>
                <a:gd name="connsiteX160" fmla="*/ 1183199 w 5508760"/>
                <a:gd name="connsiteY160" fmla="*/ 1572304 h 3584009"/>
                <a:gd name="connsiteX161" fmla="*/ 1765535 w 5508760"/>
                <a:gd name="connsiteY161" fmla="*/ 1646420 h 3584009"/>
                <a:gd name="connsiteX162" fmla="*/ 2570217 w 5508760"/>
                <a:gd name="connsiteY162" fmla="*/ 1492898 h 3584009"/>
                <a:gd name="connsiteX163" fmla="*/ 2575509 w 5508760"/>
                <a:gd name="connsiteY163" fmla="*/ 1492898 h 3584009"/>
                <a:gd name="connsiteX164" fmla="*/ 2612569 w 5508760"/>
                <a:gd name="connsiteY164" fmla="*/ 1477013 h 3584009"/>
                <a:gd name="connsiteX165" fmla="*/ 3126992 w 5508760"/>
                <a:gd name="connsiteY165" fmla="*/ 1152430 h 3584009"/>
                <a:gd name="connsiteX166" fmla="*/ 3214099 w 5508760"/>
                <a:gd name="connsiteY166" fmla="*/ 1077415 h 3584009"/>
                <a:gd name="connsiteX167" fmla="*/ 3241849 w 5508760"/>
                <a:gd name="connsiteY167" fmla="*/ 1140589 h 3584009"/>
                <a:gd name="connsiteX168" fmla="*/ 3248388 w 5508760"/>
                <a:gd name="connsiteY168" fmla="*/ 1151908 h 3584009"/>
                <a:gd name="connsiteX169" fmla="*/ 3250668 w 5508760"/>
                <a:gd name="connsiteY169" fmla="*/ 1154817 h 3584009"/>
                <a:gd name="connsiteX170" fmla="*/ 3273749 w 5508760"/>
                <a:gd name="connsiteY170" fmla="*/ 1194984 h 3584009"/>
                <a:gd name="connsiteX171" fmla="*/ 3276032 w 5508760"/>
                <a:gd name="connsiteY171" fmla="*/ 1197892 h 3584009"/>
                <a:gd name="connsiteX172" fmla="*/ 3298244 w 5508760"/>
                <a:gd name="connsiteY172" fmla="*/ 1232163 h 3584009"/>
                <a:gd name="connsiteX173" fmla="*/ 3303203 w 5508760"/>
                <a:gd name="connsiteY173" fmla="*/ 1239079 h 3584009"/>
                <a:gd name="connsiteX174" fmla="*/ 3327613 w 5508760"/>
                <a:gd name="connsiteY174" fmla="*/ 1272561 h 3584009"/>
                <a:gd name="connsiteX175" fmla="*/ 3332573 w 5508760"/>
                <a:gd name="connsiteY175" fmla="*/ 1279478 h 3584009"/>
                <a:gd name="connsiteX176" fmla="*/ 3392172 w 5508760"/>
                <a:gd name="connsiteY176" fmla="*/ 1348791 h 3584009"/>
                <a:gd name="connsiteX177" fmla="*/ 3392567 w 5508760"/>
                <a:gd name="connsiteY177" fmla="*/ 1349891 h 3584009"/>
                <a:gd name="connsiteX178" fmla="*/ 4025562 w 5508760"/>
                <a:gd name="connsiteY178" fmla="*/ 1660924 h 3584009"/>
                <a:gd name="connsiteX179" fmla="*/ 4602017 w 5508760"/>
                <a:gd name="connsiteY179" fmla="*/ 1540157 h 3584009"/>
                <a:gd name="connsiteX180" fmla="*/ 4608229 w 5508760"/>
                <a:gd name="connsiteY180" fmla="*/ 1536691 h 3584009"/>
                <a:gd name="connsiteX181" fmla="*/ 4643285 w 5508760"/>
                <a:gd name="connsiteY181" fmla="*/ 1516683 h 3584009"/>
                <a:gd name="connsiteX182" fmla="*/ 4658222 w 5508760"/>
                <a:gd name="connsiteY182" fmla="*/ 1506367 h 3584009"/>
                <a:gd name="connsiteX183" fmla="*/ 4682273 w 5508760"/>
                <a:gd name="connsiteY183" fmla="*/ 1490301 h 3584009"/>
                <a:gd name="connsiteX184" fmla="*/ 4701920 w 5508760"/>
                <a:gd name="connsiteY184" fmla="*/ 1475814 h 3584009"/>
                <a:gd name="connsiteX185" fmla="*/ 4720468 w 5508760"/>
                <a:gd name="connsiteY185" fmla="*/ 1461719 h 3584009"/>
                <a:gd name="connsiteX186" fmla="*/ 4739722 w 5508760"/>
                <a:gd name="connsiteY186" fmla="*/ 1446129 h 3584009"/>
                <a:gd name="connsiteX187" fmla="*/ 4758272 w 5508760"/>
                <a:gd name="connsiteY187" fmla="*/ 1432034 h 3584009"/>
                <a:gd name="connsiteX188" fmla="*/ 4776426 w 5508760"/>
                <a:gd name="connsiteY188" fmla="*/ 1416839 h 3584009"/>
                <a:gd name="connsiteX189" fmla="*/ 4795286 w 5508760"/>
                <a:gd name="connsiteY189" fmla="*/ 1400147 h 3584009"/>
                <a:gd name="connsiteX190" fmla="*/ 4810137 w 5508760"/>
                <a:gd name="connsiteY190" fmla="*/ 1386137 h 3584009"/>
                <a:gd name="connsiteX191" fmla="*/ 4831117 w 5508760"/>
                <a:gd name="connsiteY191" fmla="*/ 1364964 h 3584009"/>
                <a:gd name="connsiteX192" fmla="*/ 4840860 w 5508760"/>
                <a:gd name="connsiteY192" fmla="*/ 1354021 h 3584009"/>
                <a:gd name="connsiteX193" fmla="*/ 4863961 w 5508760"/>
                <a:gd name="connsiteY193" fmla="*/ 1328360 h 3584009"/>
                <a:gd name="connsiteX194" fmla="*/ 4870088 w 5508760"/>
                <a:gd name="connsiteY194" fmla="*/ 1321200 h 3584009"/>
                <a:gd name="connsiteX195" fmla="*/ 4896014 w 5508760"/>
                <a:gd name="connsiteY195" fmla="*/ 1289559 h 3584009"/>
                <a:gd name="connsiteX196" fmla="*/ 4897821 w 5508760"/>
                <a:gd name="connsiteY196" fmla="*/ 1287670 h 3584009"/>
                <a:gd name="connsiteX197" fmla="*/ 5057450 w 5508760"/>
                <a:gd name="connsiteY197" fmla="*/ 998264 h 3584009"/>
                <a:gd name="connsiteX198" fmla="*/ 5058864 w 5508760"/>
                <a:gd name="connsiteY198" fmla="*/ 995272 h 3584009"/>
                <a:gd name="connsiteX199" fmla="*/ 5071648 w 5508760"/>
                <a:gd name="connsiteY199" fmla="*/ 954679 h 3584009"/>
                <a:gd name="connsiteX200" fmla="*/ 5079173 w 5508760"/>
                <a:gd name="connsiteY200" fmla="*/ 927146 h 3584009"/>
                <a:gd name="connsiteX201" fmla="*/ 5083957 w 5508760"/>
                <a:gd name="connsiteY201" fmla="*/ 909288 h 3584009"/>
                <a:gd name="connsiteX202" fmla="*/ 5108021 w 5508760"/>
                <a:gd name="connsiteY202" fmla="*/ 560388 h 3584009"/>
                <a:gd name="connsiteX203" fmla="*/ 5105806 w 5508760"/>
                <a:gd name="connsiteY203" fmla="*/ 543796 h 3584009"/>
                <a:gd name="connsiteX204" fmla="*/ 5102161 w 5508760"/>
                <a:gd name="connsiteY204" fmla="*/ 512811 h 3584009"/>
                <a:gd name="connsiteX205" fmla="*/ 5094968 w 5508760"/>
                <a:gd name="connsiteY205" fmla="*/ 471920 h 3584009"/>
                <a:gd name="connsiteX206" fmla="*/ 5093701 w 5508760"/>
                <a:gd name="connsiteY206" fmla="*/ 464923 h 3584009"/>
                <a:gd name="connsiteX207" fmla="*/ 5079413 w 5508760"/>
                <a:gd name="connsiteY207" fmla="*/ 404220 h 3584009"/>
                <a:gd name="connsiteX208" fmla="*/ 5070968 w 5508760"/>
                <a:gd name="connsiteY208" fmla="*/ 373712 h 3584009"/>
                <a:gd name="connsiteX209" fmla="*/ 5066632 w 5508760"/>
                <a:gd name="connsiteY209" fmla="*/ 361605 h 3584009"/>
                <a:gd name="connsiteX210" fmla="*/ 4881590 w 5508760"/>
                <a:gd name="connsiteY210" fmla="*/ 26123 h 3584009"/>
                <a:gd name="connsiteX211" fmla="*/ 4854976 w 5508760"/>
                <a:gd name="connsiteY211" fmla="*/ 2 h 3584009"/>
                <a:gd name="connsiteX212" fmla="*/ 4460159 w 5508760"/>
                <a:gd name="connsiteY212" fmla="*/ 2 h 3584009"/>
                <a:gd name="connsiteX213" fmla="*/ 4428380 w 5508760"/>
                <a:gd name="connsiteY213" fmla="*/ 6356 h 3584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Lst>
              <a:rect l="l" t="t" r="r" b="b"/>
              <a:pathLst>
                <a:path w="5508760" h="3584009">
                  <a:moveTo>
                    <a:pt x="1708303" y="3324650"/>
                  </a:moveTo>
                  <a:lnTo>
                    <a:pt x="1765535" y="3329899"/>
                  </a:lnTo>
                  <a:lnTo>
                    <a:pt x="1765535" y="3329899"/>
                  </a:lnTo>
                  <a:close/>
                  <a:moveTo>
                    <a:pt x="1907936" y="3314876"/>
                  </a:moveTo>
                  <a:lnTo>
                    <a:pt x="1765536" y="3329899"/>
                  </a:lnTo>
                  <a:lnTo>
                    <a:pt x="1765535" y="3329899"/>
                  </a:lnTo>
                  <a:close/>
                  <a:moveTo>
                    <a:pt x="4551467" y="3200987"/>
                  </a:moveTo>
                  <a:lnTo>
                    <a:pt x="4620635" y="3275338"/>
                  </a:lnTo>
                  <a:cubicBezTo>
                    <a:pt x="4823730" y="3468729"/>
                    <a:pt x="5106996" y="3574693"/>
                    <a:pt x="5407901" y="3544076"/>
                  </a:cubicBezTo>
                  <a:lnTo>
                    <a:pt x="5502706" y="3529414"/>
                  </a:lnTo>
                  <a:lnTo>
                    <a:pt x="5487850" y="3559526"/>
                  </a:lnTo>
                  <a:cubicBezTo>
                    <a:pt x="5473953" y="3576069"/>
                    <a:pt x="5452777" y="3584009"/>
                    <a:pt x="5423659" y="3584009"/>
                  </a:cubicBezTo>
                  <a:lnTo>
                    <a:pt x="5079555" y="3584009"/>
                  </a:lnTo>
                  <a:cubicBezTo>
                    <a:pt x="4989554" y="3584009"/>
                    <a:pt x="4910148" y="3568130"/>
                    <a:pt x="4841323" y="3541657"/>
                  </a:cubicBezTo>
                  <a:cubicBezTo>
                    <a:pt x="4783093" y="3520482"/>
                    <a:pt x="4730153" y="3483427"/>
                    <a:pt x="4682504" y="3441075"/>
                  </a:cubicBezTo>
                  <a:cubicBezTo>
                    <a:pt x="4682504" y="3441075"/>
                    <a:pt x="4677214" y="3435778"/>
                    <a:pt x="4677214" y="3435778"/>
                  </a:cubicBezTo>
                  <a:cubicBezTo>
                    <a:pt x="4661329" y="3419899"/>
                    <a:pt x="4650741" y="3409311"/>
                    <a:pt x="4640153" y="3393426"/>
                  </a:cubicBezTo>
                  <a:cubicBezTo>
                    <a:pt x="4640153" y="3393426"/>
                    <a:pt x="4634863" y="3388135"/>
                    <a:pt x="4634863" y="3388135"/>
                  </a:cubicBezTo>
                  <a:cubicBezTo>
                    <a:pt x="4624274" y="3372251"/>
                    <a:pt x="4618977" y="3361663"/>
                    <a:pt x="4608390" y="3345783"/>
                  </a:cubicBezTo>
                  <a:cubicBezTo>
                    <a:pt x="4608390" y="3345783"/>
                    <a:pt x="4608390" y="3340487"/>
                    <a:pt x="4608390" y="3340487"/>
                  </a:cubicBezTo>
                  <a:cubicBezTo>
                    <a:pt x="4597801" y="3324608"/>
                    <a:pt x="4587213" y="3308723"/>
                    <a:pt x="4581922" y="3292844"/>
                  </a:cubicBezTo>
                  <a:cubicBezTo>
                    <a:pt x="4571335" y="3276960"/>
                    <a:pt x="4566038" y="3261080"/>
                    <a:pt x="4560747" y="3239905"/>
                  </a:cubicBezTo>
                  <a:close/>
                  <a:moveTo>
                    <a:pt x="596735" y="2564573"/>
                  </a:moveTo>
                  <a:lnTo>
                    <a:pt x="680272" y="2641685"/>
                  </a:lnTo>
                  <a:lnTo>
                    <a:pt x="914653" y="2853533"/>
                  </a:lnTo>
                  <a:lnTo>
                    <a:pt x="680271" y="2641685"/>
                  </a:lnTo>
                  <a:close/>
                  <a:moveTo>
                    <a:pt x="4528981" y="2440491"/>
                  </a:moveTo>
                  <a:lnTo>
                    <a:pt x="4528984" y="2440514"/>
                  </a:lnTo>
                  <a:lnTo>
                    <a:pt x="4528984" y="3028147"/>
                  </a:lnTo>
                  <a:lnTo>
                    <a:pt x="4535107" y="3114398"/>
                  </a:lnTo>
                  <a:lnTo>
                    <a:pt x="4528983" y="3028147"/>
                  </a:lnTo>
                  <a:lnTo>
                    <a:pt x="4528983" y="2440514"/>
                  </a:lnTo>
                  <a:close/>
                  <a:moveTo>
                    <a:pt x="4502123" y="2261213"/>
                  </a:moveTo>
                  <a:lnTo>
                    <a:pt x="4508882" y="2276640"/>
                  </a:lnTo>
                  <a:lnTo>
                    <a:pt x="4511097" y="2294700"/>
                  </a:lnTo>
                  <a:close/>
                  <a:moveTo>
                    <a:pt x="145583" y="2165228"/>
                  </a:moveTo>
                  <a:cubicBezTo>
                    <a:pt x="246167" y="2239344"/>
                    <a:pt x="336167" y="2318755"/>
                    <a:pt x="426161" y="2408750"/>
                  </a:cubicBezTo>
                  <a:cubicBezTo>
                    <a:pt x="426161" y="2408750"/>
                    <a:pt x="426161" y="2408750"/>
                    <a:pt x="431458" y="2414046"/>
                  </a:cubicBezTo>
                  <a:lnTo>
                    <a:pt x="457639" y="2436954"/>
                  </a:lnTo>
                  <a:lnTo>
                    <a:pt x="431458" y="2414047"/>
                  </a:lnTo>
                  <a:cubicBezTo>
                    <a:pt x="426160" y="2408750"/>
                    <a:pt x="426160" y="2408750"/>
                    <a:pt x="426160" y="2408750"/>
                  </a:cubicBezTo>
                  <a:cubicBezTo>
                    <a:pt x="336166" y="2318756"/>
                    <a:pt x="246166" y="2239344"/>
                    <a:pt x="145583" y="2165228"/>
                  </a:cubicBezTo>
                  <a:close/>
                  <a:moveTo>
                    <a:pt x="0" y="2065177"/>
                  </a:moveTo>
                  <a:lnTo>
                    <a:pt x="17867" y="2075232"/>
                  </a:lnTo>
                  <a:cubicBezTo>
                    <a:pt x="60880" y="2103025"/>
                    <a:pt x="103232" y="2133464"/>
                    <a:pt x="145583" y="2165228"/>
                  </a:cubicBezTo>
                  <a:cubicBezTo>
                    <a:pt x="103231" y="2133464"/>
                    <a:pt x="60880" y="2103025"/>
                    <a:pt x="17866" y="2075232"/>
                  </a:cubicBezTo>
                  <a:lnTo>
                    <a:pt x="0" y="2065177"/>
                  </a:lnTo>
                  <a:close/>
                  <a:moveTo>
                    <a:pt x="3883120" y="471161"/>
                  </a:moveTo>
                  <a:lnTo>
                    <a:pt x="3284900" y="1016442"/>
                  </a:lnTo>
                  <a:lnTo>
                    <a:pt x="3214099" y="1077415"/>
                  </a:lnTo>
                  <a:lnTo>
                    <a:pt x="3214098" y="1077414"/>
                  </a:lnTo>
                  <a:lnTo>
                    <a:pt x="3284901" y="1016441"/>
                  </a:lnTo>
                  <a:close/>
                  <a:moveTo>
                    <a:pt x="4378164" y="17175"/>
                  </a:moveTo>
                  <a:lnTo>
                    <a:pt x="4370166" y="21177"/>
                  </a:lnTo>
                  <a:cubicBezTo>
                    <a:pt x="4359578" y="26471"/>
                    <a:pt x="4347665" y="35735"/>
                    <a:pt x="4334429" y="47646"/>
                  </a:cubicBezTo>
                  <a:cubicBezTo>
                    <a:pt x="4347664" y="35734"/>
                    <a:pt x="4359577" y="26471"/>
                    <a:pt x="4370164" y="21177"/>
                  </a:cubicBezTo>
                  <a:close/>
                  <a:moveTo>
                    <a:pt x="4460159" y="0"/>
                  </a:moveTo>
                  <a:lnTo>
                    <a:pt x="4963088" y="0"/>
                  </a:lnTo>
                  <a:cubicBezTo>
                    <a:pt x="4973676" y="0"/>
                    <a:pt x="4984263" y="0"/>
                    <a:pt x="4994851" y="0"/>
                  </a:cubicBezTo>
                  <a:cubicBezTo>
                    <a:pt x="5005440" y="0"/>
                    <a:pt x="5016027" y="0"/>
                    <a:pt x="5026615" y="0"/>
                  </a:cubicBezTo>
                  <a:cubicBezTo>
                    <a:pt x="5037204" y="0"/>
                    <a:pt x="5053082" y="5292"/>
                    <a:pt x="5068967" y="5292"/>
                  </a:cubicBezTo>
                  <a:cubicBezTo>
                    <a:pt x="5074258" y="5292"/>
                    <a:pt x="5079555" y="5292"/>
                    <a:pt x="5084845" y="5292"/>
                  </a:cubicBezTo>
                  <a:cubicBezTo>
                    <a:pt x="5100730" y="10589"/>
                    <a:pt x="5116609" y="10589"/>
                    <a:pt x="5132494" y="15880"/>
                  </a:cubicBezTo>
                  <a:cubicBezTo>
                    <a:pt x="5132494" y="15880"/>
                    <a:pt x="5137786" y="15880"/>
                    <a:pt x="5137786" y="15880"/>
                  </a:cubicBezTo>
                  <a:cubicBezTo>
                    <a:pt x="5158961" y="21177"/>
                    <a:pt x="5174846" y="26468"/>
                    <a:pt x="5190725" y="31764"/>
                  </a:cubicBezTo>
                  <a:cubicBezTo>
                    <a:pt x="5259549" y="52941"/>
                    <a:pt x="5317780" y="89996"/>
                    <a:pt x="5365429" y="137644"/>
                  </a:cubicBezTo>
                  <a:cubicBezTo>
                    <a:pt x="5365429" y="137644"/>
                    <a:pt x="5365429" y="137644"/>
                    <a:pt x="5370720" y="142935"/>
                  </a:cubicBezTo>
                  <a:cubicBezTo>
                    <a:pt x="5466011" y="238226"/>
                    <a:pt x="5513659" y="375870"/>
                    <a:pt x="5508362" y="550573"/>
                  </a:cubicBezTo>
                  <a:lnTo>
                    <a:pt x="5508362" y="1381722"/>
                  </a:lnTo>
                  <a:lnTo>
                    <a:pt x="5508362" y="1579470"/>
                  </a:lnTo>
                  <a:lnTo>
                    <a:pt x="5491894" y="1575558"/>
                  </a:lnTo>
                  <a:cubicBezTo>
                    <a:pt x="5431771" y="1564192"/>
                    <a:pt x="5369924" y="1558316"/>
                    <a:pt x="5306956" y="1558420"/>
                  </a:cubicBezTo>
                  <a:cubicBezTo>
                    <a:pt x="5273374" y="1558474"/>
                    <a:pt x="5239471" y="1560231"/>
                    <a:pt x="5205342" y="1563760"/>
                  </a:cubicBezTo>
                  <a:cubicBezTo>
                    <a:pt x="4861447" y="1598754"/>
                    <a:pt x="4576456" y="1805143"/>
                    <a:pt x="4426339" y="2089902"/>
                  </a:cubicBezTo>
                  <a:lnTo>
                    <a:pt x="4420590" y="2103354"/>
                  </a:lnTo>
                  <a:lnTo>
                    <a:pt x="4436491" y="2123611"/>
                  </a:lnTo>
                  <a:lnTo>
                    <a:pt x="4386043" y="2059348"/>
                  </a:lnTo>
                  <a:cubicBezTo>
                    <a:pt x="4285461" y="1958766"/>
                    <a:pt x="4163697" y="1911118"/>
                    <a:pt x="4015466" y="1911118"/>
                  </a:cubicBezTo>
                  <a:cubicBezTo>
                    <a:pt x="3904295" y="1911118"/>
                    <a:pt x="3793119" y="1937591"/>
                    <a:pt x="3687241" y="1985234"/>
                  </a:cubicBezTo>
                  <a:lnTo>
                    <a:pt x="3558811" y="2053549"/>
                  </a:lnTo>
                  <a:lnTo>
                    <a:pt x="3564978" y="2050269"/>
                  </a:lnTo>
                  <a:lnTo>
                    <a:pt x="3529007" y="2007820"/>
                  </a:lnTo>
                  <a:cubicBezTo>
                    <a:pt x="3487868" y="1966203"/>
                    <a:pt x="3443652" y="1927705"/>
                    <a:pt x="3396825" y="1892317"/>
                  </a:cubicBezTo>
                  <a:cubicBezTo>
                    <a:pt x="3395330" y="1891611"/>
                    <a:pt x="3393838" y="1890904"/>
                    <a:pt x="3393445" y="1889804"/>
                  </a:cubicBezTo>
                  <a:cubicBezTo>
                    <a:pt x="3373532" y="1875823"/>
                    <a:pt x="3353227" y="1860740"/>
                    <a:pt x="3332610" y="1848254"/>
                  </a:cubicBezTo>
                  <a:cubicBezTo>
                    <a:pt x="3329619" y="1846842"/>
                    <a:pt x="3327337" y="1843933"/>
                    <a:pt x="3324347" y="1842520"/>
                  </a:cubicBezTo>
                  <a:cubicBezTo>
                    <a:pt x="3317973" y="1838593"/>
                    <a:pt x="3313093" y="1835373"/>
                    <a:pt x="3306720" y="1831446"/>
                  </a:cubicBezTo>
                  <a:cubicBezTo>
                    <a:pt x="3303337" y="1828932"/>
                    <a:pt x="3300345" y="1827521"/>
                    <a:pt x="3295861" y="1825400"/>
                  </a:cubicBezTo>
                  <a:cubicBezTo>
                    <a:pt x="3289881" y="1822574"/>
                    <a:pt x="3284610" y="1818253"/>
                    <a:pt x="3278629" y="1815427"/>
                  </a:cubicBezTo>
                  <a:cubicBezTo>
                    <a:pt x="3276741" y="1813619"/>
                    <a:pt x="3274143" y="1813310"/>
                    <a:pt x="3272254" y="1811501"/>
                  </a:cubicBezTo>
                  <a:cubicBezTo>
                    <a:pt x="3259901" y="1804748"/>
                    <a:pt x="3247154" y="1796895"/>
                    <a:pt x="3233700" y="1790538"/>
                  </a:cubicBezTo>
                  <a:cubicBezTo>
                    <a:pt x="3230707" y="1789124"/>
                    <a:pt x="3229215" y="1788418"/>
                    <a:pt x="3226225" y="1787004"/>
                  </a:cubicBezTo>
                  <a:cubicBezTo>
                    <a:pt x="3218751" y="1783472"/>
                    <a:pt x="3212375" y="1779545"/>
                    <a:pt x="3205294" y="1777113"/>
                  </a:cubicBezTo>
                  <a:cubicBezTo>
                    <a:pt x="3203799" y="1776406"/>
                    <a:pt x="3200812" y="1774994"/>
                    <a:pt x="3199315" y="1774288"/>
                  </a:cubicBezTo>
                  <a:cubicBezTo>
                    <a:pt x="3029993" y="1693353"/>
                    <a:pt x="2840498" y="1653177"/>
                    <a:pt x="2641765" y="1663501"/>
                  </a:cubicBezTo>
                  <a:cubicBezTo>
                    <a:pt x="2639170" y="1663188"/>
                    <a:pt x="2635472" y="1663271"/>
                    <a:pt x="2633272" y="1664059"/>
                  </a:cubicBezTo>
                  <a:cubicBezTo>
                    <a:pt x="2626980" y="1663828"/>
                    <a:pt x="2619981" y="1665093"/>
                    <a:pt x="2614082" y="1665963"/>
                  </a:cubicBezTo>
                  <a:cubicBezTo>
                    <a:pt x="2605590" y="1666522"/>
                    <a:pt x="2597096" y="1667079"/>
                    <a:pt x="2590097" y="1668345"/>
                  </a:cubicBezTo>
                  <a:cubicBezTo>
                    <a:pt x="2587895" y="1669134"/>
                    <a:pt x="2585301" y="1668821"/>
                    <a:pt x="2582704" y="1668509"/>
                  </a:cubicBezTo>
                  <a:cubicBezTo>
                    <a:pt x="2581603" y="1668903"/>
                    <a:pt x="2581603" y="1668903"/>
                    <a:pt x="2580503" y="1669297"/>
                  </a:cubicBezTo>
                  <a:cubicBezTo>
                    <a:pt x="2572010" y="1669856"/>
                    <a:pt x="2563912" y="1671514"/>
                    <a:pt x="2555418" y="1672071"/>
                  </a:cubicBezTo>
                  <a:cubicBezTo>
                    <a:pt x="2554317" y="1672466"/>
                    <a:pt x="2553216" y="1672860"/>
                    <a:pt x="2552823" y="1671759"/>
                  </a:cubicBezTo>
                  <a:cubicBezTo>
                    <a:pt x="2504145" y="1678018"/>
                    <a:pt x="2456649" y="1687575"/>
                    <a:pt x="2408844" y="1699730"/>
                  </a:cubicBezTo>
                  <a:cubicBezTo>
                    <a:pt x="2205508" y="1752684"/>
                    <a:pt x="2024794" y="1858391"/>
                    <a:pt x="1881862" y="2000241"/>
                  </a:cubicBezTo>
                  <a:cubicBezTo>
                    <a:pt x="1880761" y="2000637"/>
                    <a:pt x="1880055" y="2002129"/>
                    <a:pt x="1878954" y="2002524"/>
                  </a:cubicBezTo>
                  <a:cubicBezTo>
                    <a:pt x="1874238" y="2006698"/>
                    <a:pt x="1869916" y="2011970"/>
                    <a:pt x="1865202" y="2016144"/>
                  </a:cubicBezTo>
                  <a:cubicBezTo>
                    <a:pt x="1862293" y="2018425"/>
                    <a:pt x="1860882" y="2021416"/>
                    <a:pt x="1857974" y="2023700"/>
                  </a:cubicBezTo>
                  <a:cubicBezTo>
                    <a:pt x="1855459" y="2027083"/>
                    <a:pt x="1851451" y="2029761"/>
                    <a:pt x="1848937" y="2033145"/>
                  </a:cubicBezTo>
                  <a:cubicBezTo>
                    <a:pt x="1845323" y="2036924"/>
                    <a:pt x="1840607" y="2041098"/>
                    <a:pt x="1837388" y="2045975"/>
                  </a:cubicBezTo>
                  <a:cubicBezTo>
                    <a:pt x="1835580" y="2047864"/>
                    <a:pt x="1834876" y="2049359"/>
                    <a:pt x="1833067" y="2051248"/>
                  </a:cubicBezTo>
                  <a:cubicBezTo>
                    <a:pt x="1711836" y="2187810"/>
                    <a:pt x="1621538" y="2351791"/>
                    <a:pt x="1574594" y="2536261"/>
                  </a:cubicBezTo>
                  <a:cubicBezTo>
                    <a:pt x="1558293" y="2601711"/>
                    <a:pt x="1546480" y="2669280"/>
                    <a:pt x="1541745" y="2739279"/>
                  </a:cubicBezTo>
                  <a:cubicBezTo>
                    <a:pt x="1541745" y="2739279"/>
                    <a:pt x="1542138" y="2740381"/>
                    <a:pt x="1542138" y="2740381"/>
                  </a:cubicBezTo>
                  <a:cubicBezTo>
                    <a:pt x="1540889" y="2750763"/>
                    <a:pt x="1541135" y="2761853"/>
                    <a:pt x="1539887" y="2772234"/>
                  </a:cubicBezTo>
                  <a:cubicBezTo>
                    <a:pt x="1539262" y="2777424"/>
                    <a:pt x="1539737" y="2782223"/>
                    <a:pt x="1539114" y="2787415"/>
                  </a:cubicBezTo>
                  <a:cubicBezTo>
                    <a:pt x="1538488" y="2792606"/>
                    <a:pt x="1538965" y="2797403"/>
                    <a:pt x="1538342" y="2802593"/>
                  </a:cubicBezTo>
                  <a:cubicBezTo>
                    <a:pt x="1535228" y="2949942"/>
                    <a:pt x="1560514" y="3092709"/>
                    <a:pt x="1609215" y="3224295"/>
                  </a:cubicBezTo>
                  <a:lnTo>
                    <a:pt x="1651191" y="3319410"/>
                  </a:lnTo>
                  <a:lnTo>
                    <a:pt x="1621273" y="3316666"/>
                  </a:lnTo>
                  <a:cubicBezTo>
                    <a:pt x="1574951" y="3307401"/>
                    <a:pt x="1529953" y="3292844"/>
                    <a:pt x="1484953" y="3271669"/>
                  </a:cubicBezTo>
                  <a:cubicBezTo>
                    <a:pt x="1442601" y="3255784"/>
                    <a:pt x="1394958" y="3229317"/>
                    <a:pt x="1352607" y="3202844"/>
                  </a:cubicBezTo>
                  <a:cubicBezTo>
                    <a:pt x="1310255" y="3176377"/>
                    <a:pt x="1262606" y="3144613"/>
                    <a:pt x="1220254" y="3112850"/>
                  </a:cubicBezTo>
                  <a:lnTo>
                    <a:pt x="963370" y="2897066"/>
                  </a:lnTo>
                  <a:lnTo>
                    <a:pt x="991883" y="2921017"/>
                  </a:lnTo>
                  <a:lnTo>
                    <a:pt x="1002383" y="2915067"/>
                  </a:lnTo>
                  <a:cubicBezTo>
                    <a:pt x="1388079" y="2663914"/>
                    <a:pt x="1500244" y="2151821"/>
                    <a:pt x="1254991" y="1765254"/>
                  </a:cubicBezTo>
                  <a:cubicBezTo>
                    <a:pt x="1197516" y="1674999"/>
                    <a:pt x="1125501" y="1599731"/>
                    <a:pt x="1043902" y="1540493"/>
                  </a:cubicBezTo>
                  <a:lnTo>
                    <a:pt x="965225" y="1490413"/>
                  </a:lnTo>
                  <a:lnTo>
                    <a:pt x="918501" y="1471723"/>
                  </a:lnTo>
                  <a:lnTo>
                    <a:pt x="847966" y="1436455"/>
                  </a:lnTo>
                  <a:lnTo>
                    <a:pt x="775310" y="1411903"/>
                  </a:lnTo>
                  <a:cubicBezTo>
                    <a:pt x="711436" y="1394476"/>
                    <a:pt x="645506" y="1384635"/>
                    <a:pt x="578989" y="1382689"/>
                  </a:cubicBezTo>
                  <a:cubicBezTo>
                    <a:pt x="491295" y="1380565"/>
                    <a:pt x="402040" y="1391419"/>
                    <a:pt x="314607" y="1417766"/>
                  </a:cubicBezTo>
                  <a:cubicBezTo>
                    <a:pt x="312406" y="1418555"/>
                    <a:pt x="310206" y="1419342"/>
                    <a:pt x="308003" y="1420133"/>
                  </a:cubicBezTo>
                  <a:cubicBezTo>
                    <a:pt x="221673" y="1446084"/>
                    <a:pt x="125142" y="1412353"/>
                    <a:pt x="74185" y="1332492"/>
                  </a:cubicBezTo>
                  <a:lnTo>
                    <a:pt x="73398" y="1330291"/>
                  </a:lnTo>
                  <a:cubicBezTo>
                    <a:pt x="11730" y="1234397"/>
                    <a:pt x="24910" y="1111695"/>
                    <a:pt x="97823" y="1030937"/>
                  </a:cubicBezTo>
                  <a:cubicBezTo>
                    <a:pt x="99632" y="1029049"/>
                    <a:pt x="100337" y="1027553"/>
                    <a:pt x="102143" y="1025664"/>
                  </a:cubicBezTo>
                  <a:cubicBezTo>
                    <a:pt x="105052" y="1023380"/>
                    <a:pt x="106466" y="1020392"/>
                    <a:pt x="109374" y="1018109"/>
                  </a:cubicBezTo>
                  <a:cubicBezTo>
                    <a:pt x="112986" y="1014330"/>
                    <a:pt x="115501" y="1010946"/>
                    <a:pt x="119115" y="1007166"/>
                  </a:cubicBezTo>
                  <a:lnTo>
                    <a:pt x="169209" y="944842"/>
                  </a:lnTo>
                  <a:lnTo>
                    <a:pt x="246166" y="1016442"/>
                  </a:lnTo>
                  <a:cubicBezTo>
                    <a:pt x="262050" y="1027029"/>
                    <a:pt x="277930" y="1042908"/>
                    <a:pt x="293814" y="1058793"/>
                  </a:cubicBezTo>
                  <a:cubicBezTo>
                    <a:pt x="314990" y="1074672"/>
                    <a:pt x="341457" y="1095849"/>
                    <a:pt x="362633" y="1117024"/>
                  </a:cubicBezTo>
                  <a:cubicBezTo>
                    <a:pt x="362633" y="1122320"/>
                    <a:pt x="367929" y="1122320"/>
                    <a:pt x="367929" y="1122320"/>
                  </a:cubicBezTo>
                  <a:cubicBezTo>
                    <a:pt x="389106" y="1138200"/>
                    <a:pt x="415572" y="1159376"/>
                    <a:pt x="436749" y="1175261"/>
                  </a:cubicBezTo>
                  <a:cubicBezTo>
                    <a:pt x="442045" y="1175261"/>
                    <a:pt x="442045" y="1180552"/>
                    <a:pt x="447336" y="1180552"/>
                  </a:cubicBezTo>
                  <a:cubicBezTo>
                    <a:pt x="468512" y="1196436"/>
                    <a:pt x="489688" y="1212316"/>
                    <a:pt x="510864" y="1228200"/>
                  </a:cubicBezTo>
                  <a:cubicBezTo>
                    <a:pt x="516161" y="1233491"/>
                    <a:pt x="521452" y="1233491"/>
                    <a:pt x="526748" y="1238788"/>
                  </a:cubicBezTo>
                  <a:cubicBezTo>
                    <a:pt x="547925" y="1254666"/>
                    <a:pt x="569100" y="1265255"/>
                    <a:pt x="590277" y="1281139"/>
                  </a:cubicBezTo>
                  <a:cubicBezTo>
                    <a:pt x="595568" y="1286430"/>
                    <a:pt x="606155" y="1291728"/>
                    <a:pt x="611452" y="1297018"/>
                  </a:cubicBezTo>
                  <a:cubicBezTo>
                    <a:pt x="632628" y="1312903"/>
                    <a:pt x="648507" y="1323491"/>
                    <a:pt x="669682" y="1334080"/>
                  </a:cubicBezTo>
                  <a:cubicBezTo>
                    <a:pt x="680271" y="1344667"/>
                    <a:pt x="690859" y="1349958"/>
                    <a:pt x="701446" y="1355255"/>
                  </a:cubicBezTo>
                  <a:cubicBezTo>
                    <a:pt x="717331" y="1360546"/>
                    <a:pt x="733210" y="1371134"/>
                    <a:pt x="749095" y="1381722"/>
                  </a:cubicBezTo>
                  <a:cubicBezTo>
                    <a:pt x="764974" y="1392310"/>
                    <a:pt x="780858" y="1397606"/>
                    <a:pt x="796738" y="1408194"/>
                  </a:cubicBezTo>
                  <a:cubicBezTo>
                    <a:pt x="807326" y="1413485"/>
                    <a:pt x="823210" y="1424074"/>
                    <a:pt x="833798" y="1429370"/>
                  </a:cubicBezTo>
                  <a:cubicBezTo>
                    <a:pt x="860265" y="1445249"/>
                    <a:pt x="892029" y="1455837"/>
                    <a:pt x="918502" y="1471722"/>
                  </a:cubicBezTo>
                  <a:cubicBezTo>
                    <a:pt x="944968" y="1482310"/>
                    <a:pt x="971441" y="1492898"/>
                    <a:pt x="997909" y="1503486"/>
                  </a:cubicBezTo>
                  <a:cubicBezTo>
                    <a:pt x="1008496" y="1508777"/>
                    <a:pt x="1019084" y="1514074"/>
                    <a:pt x="1029671" y="1519365"/>
                  </a:cubicBezTo>
                  <a:cubicBezTo>
                    <a:pt x="1045557" y="1524661"/>
                    <a:pt x="1056144" y="1529953"/>
                    <a:pt x="1072023" y="1535250"/>
                  </a:cubicBezTo>
                  <a:cubicBezTo>
                    <a:pt x="1109085" y="1551129"/>
                    <a:pt x="1146139" y="1561717"/>
                    <a:pt x="1183199" y="1572304"/>
                  </a:cubicBezTo>
                  <a:cubicBezTo>
                    <a:pt x="1357898" y="1619953"/>
                    <a:pt x="1553777" y="1646420"/>
                    <a:pt x="1765535" y="1646420"/>
                  </a:cubicBezTo>
                  <a:cubicBezTo>
                    <a:pt x="2067288" y="1646420"/>
                    <a:pt x="2337283" y="1593481"/>
                    <a:pt x="2570217" y="1492898"/>
                  </a:cubicBezTo>
                  <a:cubicBezTo>
                    <a:pt x="2575509" y="1492898"/>
                    <a:pt x="2575509" y="1492898"/>
                    <a:pt x="2575509" y="1492898"/>
                  </a:cubicBezTo>
                  <a:cubicBezTo>
                    <a:pt x="2586096" y="1487601"/>
                    <a:pt x="2601981" y="1482310"/>
                    <a:pt x="2612569" y="1477013"/>
                  </a:cubicBezTo>
                  <a:cubicBezTo>
                    <a:pt x="2795211" y="1389663"/>
                    <a:pt x="2965941" y="1281469"/>
                    <a:pt x="3126992" y="1152430"/>
                  </a:cubicBezTo>
                  <a:lnTo>
                    <a:pt x="3214099" y="1077415"/>
                  </a:lnTo>
                  <a:lnTo>
                    <a:pt x="3241849" y="1140589"/>
                  </a:lnTo>
                  <a:cubicBezTo>
                    <a:pt x="3244526" y="1144597"/>
                    <a:pt x="3245708" y="1147898"/>
                    <a:pt x="3248388" y="1151908"/>
                  </a:cubicBezTo>
                  <a:cubicBezTo>
                    <a:pt x="3248779" y="1153009"/>
                    <a:pt x="3249174" y="1154110"/>
                    <a:pt x="3250668" y="1154817"/>
                  </a:cubicBezTo>
                  <a:cubicBezTo>
                    <a:pt x="3257994" y="1168337"/>
                    <a:pt x="3266420" y="1181464"/>
                    <a:pt x="3273749" y="1194984"/>
                  </a:cubicBezTo>
                  <a:cubicBezTo>
                    <a:pt x="3274144" y="1196085"/>
                    <a:pt x="3274537" y="1197186"/>
                    <a:pt x="3276032" y="1197892"/>
                  </a:cubicBezTo>
                  <a:cubicBezTo>
                    <a:pt x="3282569" y="1209211"/>
                    <a:pt x="3290605" y="1221236"/>
                    <a:pt x="3298244" y="1232163"/>
                  </a:cubicBezTo>
                  <a:cubicBezTo>
                    <a:pt x="3300132" y="1233969"/>
                    <a:pt x="3301315" y="1237273"/>
                    <a:pt x="3303203" y="1239079"/>
                  </a:cubicBezTo>
                  <a:cubicBezTo>
                    <a:pt x="3311235" y="1251104"/>
                    <a:pt x="3319974" y="1261636"/>
                    <a:pt x="3327613" y="1272561"/>
                  </a:cubicBezTo>
                  <a:cubicBezTo>
                    <a:pt x="3329503" y="1274368"/>
                    <a:pt x="3331788" y="1277276"/>
                    <a:pt x="3332573" y="1279478"/>
                  </a:cubicBezTo>
                  <a:cubicBezTo>
                    <a:pt x="3351235" y="1303841"/>
                    <a:pt x="3370602" y="1326711"/>
                    <a:pt x="3392172" y="1348791"/>
                  </a:cubicBezTo>
                  <a:cubicBezTo>
                    <a:pt x="3392172" y="1348791"/>
                    <a:pt x="3392172" y="1348791"/>
                    <a:pt x="3392567" y="1349891"/>
                  </a:cubicBezTo>
                  <a:cubicBezTo>
                    <a:pt x="3553159" y="1520885"/>
                    <a:pt x="3773555" y="1636927"/>
                    <a:pt x="4025562" y="1660924"/>
                  </a:cubicBezTo>
                  <a:cubicBezTo>
                    <a:pt x="4233838" y="1680715"/>
                    <a:pt x="4432147" y="1634529"/>
                    <a:pt x="4602017" y="1540157"/>
                  </a:cubicBezTo>
                  <a:cubicBezTo>
                    <a:pt x="4604219" y="1539368"/>
                    <a:pt x="4606030" y="1537479"/>
                    <a:pt x="4608229" y="1536691"/>
                  </a:cubicBezTo>
                  <a:cubicBezTo>
                    <a:pt x="4619548" y="1530152"/>
                    <a:pt x="4631969" y="1523221"/>
                    <a:pt x="4643285" y="1516683"/>
                  </a:cubicBezTo>
                  <a:cubicBezTo>
                    <a:pt x="4648396" y="1513612"/>
                    <a:pt x="4653506" y="1510540"/>
                    <a:pt x="4658222" y="1506367"/>
                  </a:cubicBezTo>
                  <a:cubicBezTo>
                    <a:pt x="4666237" y="1501012"/>
                    <a:pt x="4674256" y="1495656"/>
                    <a:pt x="4682273" y="1490301"/>
                  </a:cubicBezTo>
                  <a:cubicBezTo>
                    <a:pt x="4689188" y="1485341"/>
                    <a:pt x="4695005" y="1480773"/>
                    <a:pt x="4701920" y="1475814"/>
                  </a:cubicBezTo>
                  <a:cubicBezTo>
                    <a:pt x="4707738" y="1471246"/>
                    <a:pt x="4714653" y="1466285"/>
                    <a:pt x="4720468" y="1461719"/>
                  </a:cubicBezTo>
                  <a:cubicBezTo>
                    <a:pt x="4727385" y="1456757"/>
                    <a:pt x="4733907" y="1450695"/>
                    <a:pt x="4739722" y="1446129"/>
                  </a:cubicBezTo>
                  <a:cubicBezTo>
                    <a:pt x="4745540" y="1441562"/>
                    <a:pt x="4751355" y="1436995"/>
                    <a:pt x="4758272" y="1432034"/>
                  </a:cubicBezTo>
                  <a:cubicBezTo>
                    <a:pt x="4764087" y="1427468"/>
                    <a:pt x="4770610" y="1421405"/>
                    <a:pt x="4776426" y="1416839"/>
                  </a:cubicBezTo>
                  <a:cubicBezTo>
                    <a:pt x="4782947" y="1410778"/>
                    <a:pt x="4788764" y="1406212"/>
                    <a:pt x="4795286" y="1400147"/>
                  </a:cubicBezTo>
                  <a:cubicBezTo>
                    <a:pt x="4800001" y="1395977"/>
                    <a:pt x="4804322" y="1390703"/>
                    <a:pt x="4810137" y="1386137"/>
                  </a:cubicBezTo>
                  <a:cubicBezTo>
                    <a:pt x="4817760" y="1379680"/>
                    <a:pt x="4823888" y="1372519"/>
                    <a:pt x="4831117" y="1364964"/>
                  </a:cubicBezTo>
                  <a:cubicBezTo>
                    <a:pt x="4834730" y="1361184"/>
                    <a:pt x="4838346" y="1357406"/>
                    <a:pt x="4840860" y="1354021"/>
                  </a:cubicBezTo>
                  <a:cubicBezTo>
                    <a:pt x="4849193" y="1346070"/>
                    <a:pt x="4857125" y="1337018"/>
                    <a:pt x="4863961" y="1328360"/>
                  </a:cubicBezTo>
                  <a:cubicBezTo>
                    <a:pt x="4865766" y="1326472"/>
                    <a:pt x="4867574" y="1324583"/>
                    <a:pt x="4870088" y="1321200"/>
                  </a:cubicBezTo>
                  <a:cubicBezTo>
                    <a:pt x="4878728" y="1310652"/>
                    <a:pt x="4887371" y="1300106"/>
                    <a:pt x="4896014" y="1289559"/>
                  </a:cubicBezTo>
                  <a:cubicBezTo>
                    <a:pt x="4897114" y="1289165"/>
                    <a:pt x="4896719" y="1288064"/>
                    <a:pt x="4897821" y="1287670"/>
                  </a:cubicBezTo>
                  <a:cubicBezTo>
                    <a:pt x="4966561" y="1202197"/>
                    <a:pt x="5020976" y="1104470"/>
                    <a:pt x="5057450" y="998264"/>
                  </a:cubicBezTo>
                  <a:cubicBezTo>
                    <a:pt x="5058157" y="996769"/>
                    <a:pt x="5057764" y="995667"/>
                    <a:pt x="5058864" y="995272"/>
                  </a:cubicBezTo>
                  <a:cubicBezTo>
                    <a:pt x="5064121" y="982212"/>
                    <a:pt x="5067885" y="968446"/>
                    <a:pt x="5071648" y="954679"/>
                  </a:cubicBezTo>
                  <a:cubicBezTo>
                    <a:pt x="5074784" y="946105"/>
                    <a:pt x="5076429" y="936823"/>
                    <a:pt x="5079173" y="927146"/>
                  </a:cubicBezTo>
                  <a:cubicBezTo>
                    <a:pt x="5080899" y="921560"/>
                    <a:pt x="5082622" y="915975"/>
                    <a:pt x="5083957" y="909288"/>
                  </a:cubicBezTo>
                  <a:cubicBezTo>
                    <a:pt x="5112166" y="797349"/>
                    <a:pt x="5121027" y="679920"/>
                    <a:pt x="5108021" y="560388"/>
                  </a:cubicBezTo>
                  <a:cubicBezTo>
                    <a:pt x="5107152" y="554489"/>
                    <a:pt x="5106676" y="549692"/>
                    <a:pt x="5105806" y="543796"/>
                  </a:cubicBezTo>
                  <a:cubicBezTo>
                    <a:pt x="5104459" y="533101"/>
                    <a:pt x="5103505" y="523507"/>
                    <a:pt x="5102161" y="512811"/>
                  </a:cubicBezTo>
                  <a:cubicBezTo>
                    <a:pt x="5099632" y="498815"/>
                    <a:pt x="5097495" y="485918"/>
                    <a:pt x="5094968" y="471920"/>
                  </a:cubicBezTo>
                  <a:cubicBezTo>
                    <a:pt x="5094177" y="469719"/>
                    <a:pt x="5094490" y="467124"/>
                    <a:pt x="5093701" y="464923"/>
                  </a:cubicBezTo>
                  <a:cubicBezTo>
                    <a:pt x="5088809" y="444322"/>
                    <a:pt x="5084307" y="424822"/>
                    <a:pt x="5079413" y="404220"/>
                  </a:cubicBezTo>
                  <a:cubicBezTo>
                    <a:pt x="5076965" y="393920"/>
                    <a:pt x="5073416" y="384013"/>
                    <a:pt x="5070968" y="373712"/>
                  </a:cubicBezTo>
                  <a:cubicBezTo>
                    <a:pt x="5069391" y="369309"/>
                    <a:pt x="5068209" y="366008"/>
                    <a:pt x="5066632" y="361605"/>
                  </a:cubicBezTo>
                  <a:cubicBezTo>
                    <a:pt x="5026294" y="235098"/>
                    <a:pt x="4962587" y="122236"/>
                    <a:pt x="4881590" y="26123"/>
                  </a:cubicBezTo>
                  <a:lnTo>
                    <a:pt x="4854976" y="2"/>
                  </a:lnTo>
                  <a:lnTo>
                    <a:pt x="4460159" y="2"/>
                  </a:lnTo>
                  <a:lnTo>
                    <a:pt x="4428380" y="6356"/>
                  </a:lnTo>
                  <a:close/>
                </a:path>
              </a:pathLst>
            </a:custGeom>
            <a:solidFill>
              <a:schemeClr val="accent1"/>
            </a:solidFill>
            <a:ln w="9525" cap="flat">
              <a:noFill/>
              <a:prstDash val="solid"/>
              <a:miter/>
            </a:ln>
          </p:spPr>
          <p:txBody>
            <a:bodyPr rtlCol="0" anchor="ctr"/>
            <a:lstStyle/>
            <a:p>
              <a:endParaRPr lang="de-DE"/>
            </a:p>
          </p:txBody>
        </p:sp>
      </p:grpSp>
    </p:spTree>
    <p:extLst>
      <p:ext uri="{BB962C8B-B14F-4D97-AF65-F5344CB8AC3E}">
        <p14:creationId xmlns:p14="http://schemas.microsoft.com/office/powerpoint/2010/main" val="4217341162"/>
      </p:ext>
    </p:extLst>
  </p:cSld>
  <p:clrMapOvr>
    <a:masterClrMapping/>
  </p:clrMapOvr>
  <p:extLst>
    <p:ext uri="{DCECCB84-F9BA-43D5-87BE-67443E8EF086}">
      <p15:sldGuideLst xmlns:p15="http://schemas.microsoft.com/office/powerpoint/2012/main">
        <p15:guide id="2" orient="horz" pos="3521">
          <p15:clr>
            <a:srgbClr val="FBAE40"/>
          </p15:clr>
        </p15:guide>
        <p15:guide id="3" pos="3749">
          <p15:clr>
            <a:srgbClr val="FBAE40"/>
          </p15:clr>
        </p15:guide>
        <p15:guide id="4" orient="horz" pos="2795">
          <p15:clr>
            <a:srgbClr val="FBAE40"/>
          </p15:clr>
        </p15:guide>
        <p15:guide id="5" orient="horz" pos="1253">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Divider with picture">
    <p:spTree>
      <p:nvGrpSpPr>
        <p:cNvPr id="1" name=""/>
        <p:cNvGrpSpPr/>
        <p:nvPr/>
      </p:nvGrpSpPr>
      <p:grpSpPr>
        <a:xfrm>
          <a:off x="0" y="0"/>
          <a:ext cx="0" cy="0"/>
          <a:chOff x="0" y="0"/>
          <a:chExt cx="0" cy="0"/>
        </a:xfrm>
      </p:grpSpPr>
      <p:sp>
        <p:nvSpPr>
          <p:cNvPr id="28" name="Rectangle 5">
            <a:extLst>
              <a:ext uri="{FF2B5EF4-FFF2-40B4-BE49-F238E27FC236}">
                <a16:creationId xmlns:a16="http://schemas.microsoft.com/office/drawing/2014/main" id="{93CCD95C-EF50-4937-B31B-5AE1A346217B}"/>
              </a:ext>
            </a:extLst>
          </p:cNvPr>
          <p:cNvSpPr/>
          <p:nvPr userDrawn="1"/>
        </p:nvSpPr>
        <p:spPr bwMode="gray">
          <a:xfrm>
            <a:off x="1" y="0"/>
            <a:ext cx="12192000" cy="6858001"/>
          </a:xfrm>
          <a:prstGeom prst="rect">
            <a:avLst/>
          </a:prstGeom>
          <a:solidFill>
            <a:srgbClr val="FFC832"/>
          </a:solid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400" kern="0" dirty="0">
              <a:solidFill>
                <a:srgbClr val="FFFFFF"/>
              </a:solidFill>
              <a:latin typeface="Verdana"/>
            </a:endParaRPr>
          </a:p>
        </p:txBody>
      </p:sp>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53" imgH="353" progId="TCLayout.ActiveDocument.1">
                  <p:embed/>
                </p:oleObj>
              </mc:Choice>
              <mc:Fallback>
                <p:oleObj name="think-cell Slide" r:id="rId4" imgW="353" imgH="353"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 Placeholder 16"/>
          <p:cNvSpPr>
            <a:spLocks noGrp="1"/>
          </p:cNvSpPr>
          <p:nvPr>
            <p:ph type="body" sz="quarter" idx="13" hasCustomPrompt="1"/>
          </p:nvPr>
        </p:nvSpPr>
        <p:spPr bwMode="gray">
          <a:xfrm>
            <a:off x="5951538" y="1989138"/>
            <a:ext cx="5617069" cy="1251710"/>
          </a:xfrm>
          <a:prstGeom prst="rect">
            <a:avLst/>
          </a:prstGeom>
        </p:spPr>
        <p:txBody>
          <a:bodyPr wrap="none" tIns="0" bIns="216000" anchor="ctr"/>
          <a:lstStyle>
            <a:lvl1pPr marL="0" indent="0" algn="l">
              <a:buFont typeface="Arial" panose="020B0604020202020204" pitchFamily="34" charset="0"/>
              <a:buNone/>
              <a:defRPr sz="11500" b="0">
                <a:ln>
                  <a:noFill/>
                </a:ln>
                <a:solidFill>
                  <a:schemeClr val="bg2"/>
                </a:solidFill>
                <a:latin typeface="Merck" panose="04040805020F02020302" pitchFamily="82" charset="0"/>
              </a:defRPr>
            </a:lvl1pPr>
            <a:lvl2pPr marL="0" indent="0">
              <a:spcBef>
                <a:spcPts val="600"/>
              </a:spcBef>
              <a:buFont typeface="Arial" panose="020B0604020202020204" pitchFamily="34" charset="0"/>
              <a:buNone/>
              <a:defRPr sz="5000" b="0">
                <a:ln>
                  <a:solidFill>
                    <a:schemeClr val="bg2"/>
                  </a:solidFill>
                </a:ln>
                <a:noFill/>
                <a:latin typeface="Merck" panose="04040805020F02020302" pitchFamily="82" charset="0"/>
              </a:defRPr>
            </a:lvl2pPr>
            <a:lvl3pPr marL="0" indent="0">
              <a:spcBef>
                <a:spcPts val="600"/>
              </a:spcBef>
              <a:buNone/>
              <a:defRPr sz="5000" b="0">
                <a:ln>
                  <a:solidFill>
                    <a:schemeClr val="bg2"/>
                  </a:solidFill>
                </a:ln>
                <a:noFill/>
                <a:latin typeface="Merck" panose="04040805020F02020302" pitchFamily="82" charset="0"/>
              </a:defRPr>
            </a:lvl3pPr>
            <a:lvl4pPr marL="0" indent="0">
              <a:spcBef>
                <a:spcPts val="600"/>
              </a:spcBef>
              <a:buNone/>
              <a:defRPr sz="5000" b="0">
                <a:ln>
                  <a:solidFill>
                    <a:schemeClr val="bg2"/>
                  </a:solidFill>
                </a:ln>
                <a:noFill/>
                <a:latin typeface="Merck" panose="04040805020F02020302" pitchFamily="82" charset="0"/>
              </a:defRPr>
            </a:lvl4pPr>
            <a:lvl5pPr marL="0" indent="0">
              <a:spcBef>
                <a:spcPts val="600"/>
              </a:spcBef>
              <a:buNone/>
              <a:defRPr sz="5000" b="0">
                <a:ln>
                  <a:solidFill>
                    <a:schemeClr val="bg2"/>
                  </a:solidFill>
                </a:ln>
                <a:noFill/>
                <a:latin typeface="Merck" panose="04040805020F02020302" pitchFamily="82" charset="0"/>
              </a:defRPr>
            </a:lvl5pPr>
            <a:lvl6pPr marL="0" indent="0">
              <a:spcBef>
                <a:spcPts val="600"/>
              </a:spcBef>
              <a:buNone/>
              <a:defRPr sz="5000" b="0">
                <a:ln>
                  <a:solidFill>
                    <a:schemeClr val="bg2"/>
                  </a:solidFill>
                </a:ln>
                <a:noFill/>
                <a:latin typeface="Merck" panose="04040805020F02020302" pitchFamily="82" charset="0"/>
              </a:defRPr>
            </a:lvl6pPr>
            <a:lvl7pPr marL="0" indent="0">
              <a:spcBef>
                <a:spcPts val="600"/>
              </a:spcBef>
              <a:buNone/>
              <a:defRPr sz="5000" b="0">
                <a:ln>
                  <a:solidFill>
                    <a:schemeClr val="bg2"/>
                  </a:solidFill>
                </a:ln>
                <a:noFill/>
                <a:latin typeface="Merck" panose="04040805020F02020302" pitchFamily="82" charset="0"/>
              </a:defRPr>
            </a:lvl7pPr>
            <a:lvl8pPr marL="0" indent="0">
              <a:spcBef>
                <a:spcPts val="600"/>
              </a:spcBef>
              <a:buNone/>
              <a:defRPr sz="5000" b="0">
                <a:ln>
                  <a:solidFill>
                    <a:schemeClr val="bg2"/>
                  </a:solidFill>
                </a:ln>
                <a:noFill/>
                <a:latin typeface="Merck" panose="04040805020F02020302" pitchFamily="82" charset="0"/>
              </a:defRPr>
            </a:lvl8pPr>
            <a:lvl9pPr marL="0" indent="0">
              <a:spcBef>
                <a:spcPts val="600"/>
              </a:spcBef>
              <a:buNone/>
              <a:defRPr sz="5000" b="0">
                <a:ln>
                  <a:solidFill>
                    <a:schemeClr val="bg2"/>
                  </a:solidFill>
                </a:ln>
                <a:noFill/>
                <a:latin typeface="Merck" panose="04040805020F02020302" pitchFamily="82" charset="0"/>
              </a:defRPr>
            </a:lvl9pPr>
          </a:lstStyle>
          <a:p>
            <a:pPr lvl="0"/>
            <a:r>
              <a:rPr lang="en-US" dirty="0"/>
              <a:t>00</a:t>
            </a:r>
          </a:p>
        </p:txBody>
      </p:sp>
      <p:sp>
        <p:nvSpPr>
          <p:cNvPr id="2" name="Title 1"/>
          <p:cNvSpPr>
            <a:spLocks noGrp="1"/>
          </p:cNvSpPr>
          <p:nvPr>
            <p:ph type="title" hasCustomPrompt="1"/>
          </p:nvPr>
        </p:nvSpPr>
        <p:spPr bwMode="gray">
          <a:xfrm>
            <a:off x="5951538" y="3356992"/>
            <a:ext cx="5617070" cy="2232000"/>
          </a:xfrm>
          <a:prstGeom prst="rect">
            <a:avLst/>
          </a:prstGeom>
          <a:noFill/>
        </p:spPr>
        <p:txBody>
          <a:bodyPr tIns="72000" bIns="0" anchor="t" anchorCtr="0"/>
          <a:lstStyle>
            <a:lvl1pPr>
              <a:lnSpc>
                <a:spcPct val="100000"/>
              </a:lnSpc>
              <a:defRPr sz="3600" b="0" cap="none" baseline="0">
                <a:solidFill>
                  <a:schemeClr val="accent1"/>
                </a:solidFill>
                <a:latin typeface="Merck" panose="04040805020F02020302" pitchFamily="82" charset="0"/>
              </a:defRPr>
            </a:lvl1pPr>
          </a:lstStyle>
          <a:p>
            <a:pPr lvl="0"/>
            <a:r>
              <a:rPr lang="en-US" noProof="0" dirty="0"/>
              <a:t>Chapter name </a:t>
            </a:r>
            <a:br>
              <a:rPr lang="en-US" noProof="0" dirty="0"/>
            </a:br>
            <a:r>
              <a:rPr lang="en-US" noProof="0" dirty="0"/>
              <a:t>in two lines </a:t>
            </a:r>
          </a:p>
        </p:txBody>
      </p:sp>
      <p:grpSp>
        <p:nvGrpSpPr>
          <p:cNvPr id="22" name="Group 9">
            <a:extLst>
              <a:ext uri="{FF2B5EF4-FFF2-40B4-BE49-F238E27FC236}">
                <a16:creationId xmlns:a16="http://schemas.microsoft.com/office/drawing/2014/main" id="{F1287BCB-FB34-41B7-927D-F95F9B409E5C}"/>
              </a:ext>
            </a:extLst>
          </p:cNvPr>
          <p:cNvGrpSpPr>
            <a:grpSpLocks noChangeAspect="1"/>
          </p:cNvGrpSpPr>
          <p:nvPr userDrawn="1">
            <p:custDataLst>
              <p:tags r:id="rId2"/>
            </p:custDataLst>
          </p:nvPr>
        </p:nvGrpSpPr>
        <p:grpSpPr bwMode="gray">
          <a:xfrm>
            <a:off x="10539522" y="6440320"/>
            <a:ext cx="1028592" cy="162000"/>
            <a:chOff x="-4548188" y="3063875"/>
            <a:chExt cx="2741613" cy="431800"/>
          </a:xfrm>
          <a:solidFill>
            <a:schemeClr val="bg2"/>
          </a:solidFill>
        </p:grpSpPr>
        <p:sp>
          <p:nvSpPr>
            <p:cNvPr id="23" name="Freeform 9">
              <a:extLst>
                <a:ext uri="{FF2B5EF4-FFF2-40B4-BE49-F238E27FC236}">
                  <a16:creationId xmlns:a16="http://schemas.microsoft.com/office/drawing/2014/main" id="{4EE73A32-570C-436C-B4CC-D1AF2F5700F5}"/>
                </a:ext>
              </a:extLst>
            </p:cNvPr>
            <p:cNvSpPr>
              <a:spLocks/>
            </p:cNvSpPr>
            <p:nvPr/>
          </p:nvSpPr>
          <p:spPr bwMode="gray">
            <a:xfrm>
              <a:off x="-2230438" y="3063875"/>
              <a:ext cx="423863" cy="423862"/>
            </a:xfrm>
            <a:custGeom>
              <a:avLst/>
              <a:gdLst>
                <a:gd name="T0" fmla="*/ 8 w 113"/>
                <a:gd name="T1" fmla="*/ 113 h 113"/>
                <a:gd name="T2" fmla="*/ 27 w 113"/>
                <a:gd name="T3" fmla="*/ 105 h 113"/>
                <a:gd name="T4" fmla="*/ 34 w 113"/>
                <a:gd name="T5" fmla="*/ 98 h 113"/>
                <a:gd name="T6" fmla="*/ 43 w 113"/>
                <a:gd name="T7" fmla="*/ 93 h 113"/>
                <a:gd name="T8" fmla="*/ 46 w 113"/>
                <a:gd name="T9" fmla="*/ 93 h 113"/>
                <a:gd name="T10" fmla="*/ 49 w 113"/>
                <a:gd name="T11" fmla="*/ 93 h 113"/>
                <a:gd name="T12" fmla="*/ 60 w 113"/>
                <a:gd name="T13" fmla="*/ 96 h 113"/>
                <a:gd name="T14" fmla="*/ 92 w 113"/>
                <a:gd name="T15" fmla="*/ 109 h 113"/>
                <a:gd name="T16" fmla="*/ 106 w 113"/>
                <a:gd name="T17" fmla="*/ 113 h 113"/>
                <a:gd name="T18" fmla="*/ 111 w 113"/>
                <a:gd name="T19" fmla="*/ 113 h 113"/>
                <a:gd name="T20" fmla="*/ 113 w 113"/>
                <a:gd name="T21" fmla="*/ 110 h 113"/>
                <a:gd name="T22" fmla="*/ 113 w 113"/>
                <a:gd name="T23" fmla="*/ 99 h 113"/>
                <a:gd name="T24" fmla="*/ 100 w 113"/>
                <a:gd name="T25" fmla="*/ 80 h 113"/>
                <a:gd name="T26" fmla="*/ 94 w 113"/>
                <a:gd name="T27" fmla="*/ 77 h 113"/>
                <a:gd name="T28" fmla="*/ 78 w 113"/>
                <a:gd name="T29" fmla="*/ 67 h 113"/>
                <a:gd name="T30" fmla="*/ 79 w 113"/>
                <a:gd name="T31" fmla="*/ 52 h 113"/>
                <a:gd name="T32" fmla="*/ 107 w 113"/>
                <a:gd name="T33" fmla="*/ 24 h 113"/>
                <a:gd name="T34" fmla="*/ 113 w 113"/>
                <a:gd name="T35" fmla="*/ 10 h 113"/>
                <a:gd name="T36" fmla="*/ 113 w 113"/>
                <a:gd name="T37" fmla="*/ 6 h 113"/>
                <a:gd name="T38" fmla="*/ 110 w 113"/>
                <a:gd name="T39" fmla="*/ 2 h 113"/>
                <a:gd name="T40" fmla="*/ 103 w 113"/>
                <a:gd name="T41" fmla="*/ 0 h 113"/>
                <a:gd name="T42" fmla="*/ 99 w 113"/>
                <a:gd name="T43" fmla="*/ 0 h 113"/>
                <a:gd name="T44" fmla="*/ 80 w 113"/>
                <a:gd name="T45" fmla="*/ 8 h 113"/>
                <a:gd name="T46" fmla="*/ 57 w 113"/>
                <a:gd name="T47" fmla="*/ 31 h 113"/>
                <a:gd name="T48" fmla="*/ 31 w 113"/>
                <a:gd name="T49" fmla="*/ 57 h 113"/>
                <a:gd name="T50" fmla="*/ 31 w 113"/>
                <a:gd name="T51" fmla="*/ 16 h 113"/>
                <a:gd name="T52" fmla="*/ 14 w 113"/>
                <a:gd name="T53" fmla="*/ 0 h 113"/>
                <a:gd name="T54" fmla="*/ 7 w 113"/>
                <a:gd name="T55" fmla="*/ 0 h 113"/>
                <a:gd name="T56" fmla="*/ 1 w 113"/>
                <a:gd name="T57" fmla="*/ 0 h 113"/>
                <a:gd name="T58" fmla="*/ 0 w 113"/>
                <a:gd name="T59" fmla="*/ 3 h 113"/>
                <a:gd name="T60" fmla="*/ 0 w 113"/>
                <a:gd name="T61" fmla="*/ 111 h 113"/>
                <a:gd name="T62" fmla="*/ 2 w 113"/>
                <a:gd name="T63" fmla="*/ 113 h 113"/>
                <a:gd name="T64" fmla="*/ 8 w 113"/>
                <a:gd name="T65"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3" h="113">
                  <a:moveTo>
                    <a:pt x="8" y="113"/>
                  </a:moveTo>
                  <a:cubicBezTo>
                    <a:pt x="16" y="113"/>
                    <a:pt x="22" y="110"/>
                    <a:pt x="27" y="105"/>
                  </a:cubicBezTo>
                  <a:cubicBezTo>
                    <a:pt x="27" y="105"/>
                    <a:pt x="30" y="102"/>
                    <a:pt x="34" y="98"/>
                  </a:cubicBezTo>
                  <a:cubicBezTo>
                    <a:pt x="36" y="95"/>
                    <a:pt x="40" y="94"/>
                    <a:pt x="43" y="93"/>
                  </a:cubicBezTo>
                  <a:cubicBezTo>
                    <a:pt x="44" y="93"/>
                    <a:pt x="45" y="93"/>
                    <a:pt x="46" y="93"/>
                  </a:cubicBezTo>
                  <a:cubicBezTo>
                    <a:pt x="47" y="93"/>
                    <a:pt x="48" y="93"/>
                    <a:pt x="49" y="93"/>
                  </a:cubicBezTo>
                  <a:cubicBezTo>
                    <a:pt x="53" y="94"/>
                    <a:pt x="57" y="95"/>
                    <a:pt x="60" y="96"/>
                  </a:cubicBezTo>
                  <a:cubicBezTo>
                    <a:pt x="92" y="109"/>
                    <a:pt x="92" y="109"/>
                    <a:pt x="92" y="109"/>
                  </a:cubicBezTo>
                  <a:cubicBezTo>
                    <a:pt x="92" y="109"/>
                    <a:pt x="100" y="113"/>
                    <a:pt x="106" y="113"/>
                  </a:cubicBezTo>
                  <a:cubicBezTo>
                    <a:pt x="111" y="113"/>
                    <a:pt x="111" y="113"/>
                    <a:pt x="111" y="113"/>
                  </a:cubicBezTo>
                  <a:cubicBezTo>
                    <a:pt x="112" y="113"/>
                    <a:pt x="113" y="112"/>
                    <a:pt x="113" y="110"/>
                  </a:cubicBezTo>
                  <a:cubicBezTo>
                    <a:pt x="113" y="99"/>
                    <a:pt x="113" y="99"/>
                    <a:pt x="113" y="99"/>
                  </a:cubicBezTo>
                  <a:cubicBezTo>
                    <a:pt x="113" y="91"/>
                    <a:pt x="108" y="83"/>
                    <a:pt x="100" y="80"/>
                  </a:cubicBezTo>
                  <a:cubicBezTo>
                    <a:pt x="94" y="77"/>
                    <a:pt x="94" y="77"/>
                    <a:pt x="94" y="77"/>
                  </a:cubicBezTo>
                  <a:cubicBezTo>
                    <a:pt x="88" y="75"/>
                    <a:pt x="82" y="70"/>
                    <a:pt x="78" y="67"/>
                  </a:cubicBezTo>
                  <a:cubicBezTo>
                    <a:pt x="78" y="67"/>
                    <a:pt x="72" y="60"/>
                    <a:pt x="79" y="52"/>
                  </a:cubicBezTo>
                  <a:cubicBezTo>
                    <a:pt x="107" y="24"/>
                    <a:pt x="107" y="24"/>
                    <a:pt x="107" y="24"/>
                  </a:cubicBezTo>
                  <a:cubicBezTo>
                    <a:pt x="111" y="20"/>
                    <a:pt x="113" y="15"/>
                    <a:pt x="113" y="10"/>
                  </a:cubicBezTo>
                  <a:cubicBezTo>
                    <a:pt x="113" y="10"/>
                    <a:pt x="113" y="8"/>
                    <a:pt x="113" y="6"/>
                  </a:cubicBezTo>
                  <a:cubicBezTo>
                    <a:pt x="112" y="5"/>
                    <a:pt x="111" y="3"/>
                    <a:pt x="110" y="2"/>
                  </a:cubicBezTo>
                  <a:cubicBezTo>
                    <a:pt x="109" y="1"/>
                    <a:pt x="106" y="0"/>
                    <a:pt x="103" y="0"/>
                  </a:cubicBezTo>
                  <a:cubicBezTo>
                    <a:pt x="103" y="0"/>
                    <a:pt x="99" y="0"/>
                    <a:pt x="99" y="0"/>
                  </a:cubicBezTo>
                  <a:cubicBezTo>
                    <a:pt x="91" y="0"/>
                    <a:pt x="85" y="3"/>
                    <a:pt x="80" y="8"/>
                  </a:cubicBezTo>
                  <a:cubicBezTo>
                    <a:pt x="80" y="8"/>
                    <a:pt x="61" y="26"/>
                    <a:pt x="57" y="31"/>
                  </a:cubicBezTo>
                  <a:cubicBezTo>
                    <a:pt x="31" y="57"/>
                    <a:pt x="31" y="57"/>
                    <a:pt x="31" y="57"/>
                  </a:cubicBezTo>
                  <a:cubicBezTo>
                    <a:pt x="31" y="57"/>
                    <a:pt x="31" y="16"/>
                    <a:pt x="31" y="16"/>
                  </a:cubicBezTo>
                  <a:cubicBezTo>
                    <a:pt x="31" y="7"/>
                    <a:pt x="23" y="0"/>
                    <a:pt x="14" y="0"/>
                  </a:cubicBezTo>
                  <a:cubicBezTo>
                    <a:pt x="14" y="0"/>
                    <a:pt x="7" y="0"/>
                    <a:pt x="7" y="0"/>
                  </a:cubicBezTo>
                  <a:cubicBezTo>
                    <a:pt x="5" y="0"/>
                    <a:pt x="2" y="0"/>
                    <a:pt x="1" y="0"/>
                  </a:cubicBezTo>
                  <a:cubicBezTo>
                    <a:pt x="0" y="1"/>
                    <a:pt x="0" y="2"/>
                    <a:pt x="0" y="3"/>
                  </a:cubicBezTo>
                  <a:cubicBezTo>
                    <a:pt x="0" y="3"/>
                    <a:pt x="0" y="111"/>
                    <a:pt x="0" y="111"/>
                  </a:cubicBezTo>
                  <a:cubicBezTo>
                    <a:pt x="0" y="112"/>
                    <a:pt x="1" y="113"/>
                    <a:pt x="2" y="113"/>
                  </a:cubicBezTo>
                  <a:lnTo>
                    <a:pt x="8"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3">
              <a:extLst>
                <a:ext uri="{FF2B5EF4-FFF2-40B4-BE49-F238E27FC236}">
                  <a16:creationId xmlns:a16="http://schemas.microsoft.com/office/drawing/2014/main" id="{12562D50-892E-410A-BB2F-36E111F83459}"/>
                </a:ext>
              </a:extLst>
            </p:cNvPr>
            <p:cNvSpPr>
              <a:spLocks/>
            </p:cNvSpPr>
            <p:nvPr/>
          </p:nvSpPr>
          <p:spPr bwMode="gray">
            <a:xfrm>
              <a:off x="-2695575" y="3063875"/>
              <a:ext cx="427038" cy="431800"/>
            </a:xfrm>
            <a:custGeom>
              <a:avLst/>
              <a:gdLst>
                <a:gd name="T0" fmla="*/ 111 w 114"/>
                <a:gd name="T1" fmla="*/ 66 h 115"/>
                <a:gd name="T2" fmla="*/ 94 w 114"/>
                <a:gd name="T3" fmla="*/ 66 h 115"/>
                <a:gd name="T4" fmla="*/ 82 w 114"/>
                <a:gd name="T5" fmla="*/ 74 h 115"/>
                <a:gd name="T6" fmla="*/ 76 w 114"/>
                <a:gd name="T7" fmla="*/ 82 h 115"/>
                <a:gd name="T8" fmla="*/ 65 w 114"/>
                <a:gd name="T9" fmla="*/ 86 h 115"/>
                <a:gd name="T10" fmla="*/ 53 w 114"/>
                <a:gd name="T11" fmla="*/ 82 h 115"/>
                <a:gd name="T12" fmla="*/ 42 w 114"/>
                <a:gd name="T13" fmla="*/ 73 h 115"/>
                <a:gd name="T14" fmla="*/ 34 w 114"/>
                <a:gd name="T15" fmla="*/ 61 h 115"/>
                <a:gd name="T16" fmla="*/ 31 w 114"/>
                <a:gd name="T17" fmla="*/ 48 h 115"/>
                <a:gd name="T18" fmla="*/ 36 w 114"/>
                <a:gd name="T19" fmla="*/ 34 h 115"/>
                <a:gd name="T20" fmla="*/ 49 w 114"/>
                <a:gd name="T21" fmla="*/ 29 h 115"/>
                <a:gd name="T22" fmla="*/ 66 w 114"/>
                <a:gd name="T23" fmla="*/ 35 h 115"/>
                <a:gd name="T24" fmla="*/ 74 w 114"/>
                <a:gd name="T25" fmla="*/ 38 h 115"/>
                <a:gd name="T26" fmla="*/ 82 w 114"/>
                <a:gd name="T27" fmla="*/ 34 h 115"/>
                <a:gd name="T28" fmla="*/ 94 w 114"/>
                <a:gd name="T29" fmla="*/ 22 h 115"/>
                <a:gd name="T30" fmla="*/ 95 w 114"/>
                <a:gd name="T31" fmla="*/ 20 h 115"/>
                <a:gd name="T32" fmla="*/ 93 w 114"/>
                <a:gd name="T33" fmla="*/ 18 h 115"/>
                <a:gd name="T34" fmla="*/ 73 w 114"/>
                <a:gd name="T35" fmla="*/ 5 h 115"/>
                <a:gd name="T36" fmla="*/ 49 w 114"/>
                <a:gd name="T37" fmla="*/ 0 h 115"/>
                <a:gd name="T38" fmla="*/ 3 w 114"/>
                <a:gd name="T39" fmla="*/ 0 h 115"/>
                <a:gd name="T40" fmla="*/ 0 w 114"/>
                <a:gd name="T41" fmla="*/ 3 h 115"/>
                <a:gd name="T42" fmla="*/ 0 w 114"/>
                <a:gd name="T43" fmla="*/ 49 h 115"/>
                <a:gd name="T44" fmla="*/ 6 w 114"/>
                <a:gd name="T45" fmla="*/ 74 h 115"/>
                <a:gd name="T46" fmla="*/ 20 w 114"/>
                <a:gd name="T47" fmla="*/ 95 h 115"/>
                <a:gd name="T48" fmla="*/ 41 w 114"/>
                <a:gd name="T49" fmla="*/ 109 h 115"/>
                <a:gd name="T50" fmla="*/ 65 w 114"/>
                <a:gd name="T51" fmla="*/ 115 h 115"/>
                <a:gd name="T52" fmla="*/ 84 w 114"/>
                <a:gd name="T53" fmla="*/ 111 h 115"/>
                <a:gd name="T54" fmla="*/ 99 w 114"/>
                <a:gd name="T55" fmla="*/ 102 h 115"/>
                <a:gd name="T56" fmla="*/ 109 w 114"/>
                <a:gd name="T57" fmla="*/ 87 h 115"/>
                <a:gd name="T58" fmla="*/ 114 w 114"/>
                <a:gd name="T59" fmla="*/ 69 h 115"/>
                <a:gd name="T60" fmla="*/ 111 w 114"/>
                <a:gd name="T61" fmla="*/ 66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14" h="115">
                  <a:moveTo>
                    <a:pt x="111" y="66"/>
                  </a:moveTo>
                  <a:cubicBezTo>
                    <a:pt x="94" y="66"/>
                    <a:pt x="94" y="66"/>
                    <a:pt x="94" y="66"/>
                  </a:cubicBezTo>
                  <a:cubicBezTo>
                    <a:pt x="88" y="66"/>
                    <a:pt x="84" y="68"/>
                    <a:pt x="82" y="74"/>
                  </a:cubicBezTo>
                  <a:cubicBezTo>
                    <a:pt x="81" y="77"/>
                    <a:pt x="79" y="80"/>
                    <a:pt x="76" y="82"/>
                  </a:cubicBezTo>
                  <a:cubicBezTo>
                    <a:pt x="73" y="84"/>
                    <a:pt x="70" y="86"/>
                    <a:pt x="65" y="86"/>
                  </a:cubicBezTo>
                  <a:cubicBezTo>
                    <a:pt x="62" y="86"/>
                    <a:pt x="57" y="84"/>
                    <a:pt x="53" y="82"/>
                  </a:cubicBezTo>
                  <a:cubicBezTo>
                    <a:pt x="49" y="80"/>
                    <a:pt x="46" y="77"/>
                    <a:pt x="42" y="73"/>
                  </a:cubicBezTo>
                  <a:cubicBezTo>
                    <a:pt x="39" y="70"/>
                    <a:pt x="36" y="66"/>
                    <a:pt x="34" y="61"/>
                  </a:cubicBezTo>
                  <a:cubicBezTo>
                    <a:pt x="32" y="57"/>
                    <a:pt x="31" y="52"/>
                    <a:pt x="31" y="48"/>
                  </a:cubicBezTo>
                  <a:cubicBezTo>
                    <a:pt x="31" y="42"/>
                    <a:pt x="33" y="38"/>
                    <a:pt x="36" y="34"/>
                  </a:cubicBezTo>
                  <a:cubicBezTo>
                    <a:pt x="40" y="31"/>
                    <a:pt x="44" y="29"/>
                    <a:pt x="49" y="29"/>
                  </a:cubicBezTo>
                  <a:cubicBezTo>
                    <a:pt x="55" y="29"/>
                    <a:pt x="61" y="31"/>
                    <a:pt x="66" y="35"/>
                  </a:cubicBezTo>
                  <a:cubicBezTo>
                    <a:pt x="69" y="37"/>
                    <a:pt x="71" y="38"/>
                    <a:pt x="74" y="38"/>
                  </a:cubicBezTo>
                  <a:cubicBezTo>
                    <a:pt x="76" y="38"/>
                    <a:pt x="79" y="36"/>
                    <a:pt x="82" y="34"/>
                  </a:cubicBezTo>
                  <a:cubicBezTo>
                    <a:pt x="94" y="22"/>
                    <a:pt x="94" y="22"/>
                    <a:pt x="94" y="22"/>
                  </a:cubicBezTo>
                  <a:cubicBezTo>
                    <a:pt x="95" y="21"/>
                    <a:pt x="95" y="21"/>
                    <a:pt x="95" y="20"/>
                  </a:cubicBezTo>
                  <a:cubicBezTo>
                    <a:pt x="94" y="19"/>
                    <a:pt x="94" y="19"/>
                    <a:pt x="93" y="18"/>
                  </a:cubicBezTo>
                  <a:cubicBezTo>
                    <a:pt x="87" y="12"/>
                    <a:pt x="80" y="8"/>
                    <a:pt x="73" y="5"/>
                  </a:cubicBezTo>
                  <a:cubicBezTo>
                    <a:pt x="65" y="1"/>
                    <a:pt x="57" y="0"/>
                    <a:pt x="49" y="0"/>
                  </a:cubicBezTo>
                  <a:cubicBezTo>
                    <a:pt x="3" y="0"/>
                    <a:pt x="3" y="0"/>
                    <a:pt x="3" y="0"/>
                  </a:cubicBezTo>
                  <a:cubicBezTo>
                    <a:pt x="1" y="0"/>
                    <a:pt x="0" y="1"/>
                    <a:pt x="0" y="3"/>
                  </a:cubicBezTo>
                  <a:cubicBezTo>
                    <a:pt x="0" y="49"/>
                    <a:pt x="0" y="49"/>
                    <a:pt x="0" y="49"/>
                  </a:cubicBezTo>
                  <a:cubicBezTo>
                    <a:pt x="0" y="57"/>
                    <a:pt x="2" y="66"/>
                    <a:pt x="6" y="74"/>
                  </a:cubicBezTo>
                  <a:cubicBezTo>
                    <a:pt x="9" y="82"/>
                    <a:pt x="14" y="89"/>
                    <a:pt x="20" y="95"/>
                  </a:cubicBezTo>
                  <a:cubicBezTo>
                    <a:pt x="26" y="101"/>
                    <a:pt x="33" y="106"/>
                    <a:pt x="41" y="109"/>
                  </a:cubicBezTo>
                  <a:cubicBezTo>
                    <a:pt x="49" y="113"/>
                    <a:pt x="57" y="115"/>
                    <a:pt x="65" y="115"/>
                  </a:cubicBezTo>
                  <a:cubicBezTo>
                    <a:pt x="72" y="115"/>
                    <a:pt x="78" y="114"/>
                    <a:pt x="84" y="111"/>
                  </a:cubicBezTo>
                  <a:cubicBezTo>
                    <a:pt x="90" y="109"/>
                    <a:pt x="95" y="106"/>
                    <a:pt x="99" y="102"/>
                  </a:cubicBezTo>
                  <a:cubicBezTo>
                    <a:pt x="103" y="98"/>
                    <a:pt x="107" y="93"/>
                    <a:pt x="109" y="87"/>
                  </a:cubicBezTo>
                  <a:cubicBezTo>
                    <a:pt x="112" y="81"/>
                    <a:pt x="113" y="75"/>
                    <a:pt x="114" y="69"/>
                  </a:cubicBezTo>
                  <a:cubicBezTo>
                    <a:pt x="114" y="67"/>
                    <a:pt x="113" y="66"/>
                    <a:pt x="111"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0">
              <a:extLst>
                <a:ext uri="{FF2B5EF4-FFF2-40B4-BE49-F238E27FC236}">
                  <a16:creationId xmlns:a16="http://schemas.microsoft.com/office/drawing/2014/main" id="{DC9AF8D9-AA94-4445-B08E-957E3FDEC0D2}"/>
                </a:ext>
              </a:extLst>
            </p:cNvPr>
            <p:cNvSpPr>
              <a:spLocks/>
            </p:cNvSpPr>
            <p:nvPr/>
          </p:nvSpPr>
          <p:spPr bwMode="gray">
            <a:xfrm>
              <a:off x="-3157538" y="3063875"/>
              <a:ext cx="461963" cy="423862"/>
            </a:xfrm>
            <a:custGeom>
              <a:avLst/>
              <a:gdLst>
                <a:gd name="T0" fmla="*/ 121 w 123"/>
                <a:gd name="T1" fmla="*/ 99 h 113"/>
                <a:gd name="T2" fmla="*/ 104 w 123"/>
                <a:gd name="T3" fmla="*/ 88 h 113"/>
                <a:gd name="T4" fmla="*/ 91 w 123"/>
                <a:gd name="T5" fmla="*/ 78 h 113"/>
                <a:gd name="T6" fmla="*/ 107 w 123"/>
                <a:gd name="T7" fmla="*/ 67 h 113"/>
                <a:gd name="T8" fmla="*/ 113 w 123"/>
                <a:gd name="T9" fmla="*/ 49 h 113"/>
                <a:gd name="T10" fmla="*/ 107 w 123"/>
                <a:gd name="T11" fmla="*/ 30 h 113"/>
                <a:gd name="T12" fmla="*/ 92 w 123"/>
                <a:gd name="T13" fmla="*/ 14 h 113"/>
                <a:gd name="T14" fmla="*/ 71 w 123"/>
                <a:gd name="T15" fmla="*/ 4 h 113"/>
                <a:gd name="T16" fmla="*/ 48 w 123"/>
                <a:gd name="T17" fmla="*/ 0 h 113"/>
                <a:gd name="T18" fmla="*/ 2 w 123"/>
                <a:gd name="T19" fmla="*/ 0 h 113"/>
                <a:gd name="T20" fmla="*/ 0 w 123"/>
                <a:gd name="T21" fmla="*/ 2 h 113"/>
                <a:gd name="T22" fmla="*/ 0 w 123"/>
                <a:gd name="T23" fmla="*/ 79 h 113"/>
                <a:gd name="T24" fmla="*/ 0 w 123"/>
                <a:gd name="T25" fmla="*/ 96 h 113"/>
                <a:gd name="T26" fmla="*/ 0 w 123"/>
                <a:gd name="T27" fmla="*/ 102 h 113"/>
                <a:gd name="T28" fmla="*/ 0 w 123"/>
                <a:gd name="T29" fmla="*/ 109 h 113"/>
                <a:gd name="T30" fmla="*/ 1 w 123"/>
                <a:gd name="T31" fmla="*/ 112 h 113"/>
                <a:gd name="T32" fmla="*/ 7 w 123"/>
                <a:gd name="T33" fmla="*/ 113 h 113"/>
                <a:gd name="T34" fmla="*/ 15 w 123"/>
                <a:gd name="T35" fmla="*/ 112 h 113"/>
                <a:gd name="T36" fmla="*/ 25 w 123"/>
                <a:gd name="T37" fmla="*/ 105 h 113"/>
                <a:gd name="T38" fmla="*/ 30 w 123"/>
                <a:gd name="T39" fmla="*/ 86 h 113"/>
                <a:gd name="T40" fmla="*/ 30 w 123"/>
                <a:gd name="T41" fmla="*/ 39 h 113"/>
                <a:gd name="T42" fmla="*/ 31 w 123"/>
                <a:gd name="T43" fmla="*/ 36 h 113"/>
                <a:gd name="T44" fmla="*/ 32 w 123"/>
                <a:gd name="T45" fmla="*/ 34 h 113"/>
                <a:gd name="T46" fmla="*/ 60 w 123"/>
                <a:gd name="T47" fmla="*/ 28 h 113"/>
                <a:gd name="T48" fmla="*/ 80 w 123"/>
                <a:gd name="T49" fmla="*/ 50 h 113"/>
                <a:gd name="T50" fmla="*/ 64 w 123"/>
                <a:gd name="T51" fmla="*/ 58 h 113"/>
                <a:gd name="T52" fmla="*/ 53 w 123"/>
                <a:gd name="T53" fmla="*/ 57 h 113"/>
                <a:gd name="T54" fmla="*/ 48 w 123"/>
                <a:gd name="T55" fmla="*/ 55 h 113"/>
                <a:gd name="T56" fmla="*/ 44 w 123"/>
                <a:gd name="T57" fmla="*/ 54 h 113"/>
                <a:gd name="T58" fmla="*/ 43 w 123"/>
                <a:gd name="T59" fmla="*/ 57 h 113"/>
                <a:gd name="T60" fmla="*/ 43 w 123"/>
                <a:gd name="T61" fmla="*/ 69 h 113"/>
                <a:gd name="T62" fmla="*/ 47 w 123"/>
                <a:gd name="T63" fmla="*/ 79 h 113"/>
                <a:gd name="T64" fmla="*/ 84 w 123"/>
                <a:gd name="T65" fmla="*/ 109 h 113"/>
                <a:gd name="T66" fmla="*/ 96 w 123"/>
                <a:gd name="T67" fmla="*/ 113 h 113"/>
                <a:gd name="T68" fmla="*/ 121 w 123"/>
                <a:gd name="T69" fmla="*/ 113 h 113"/>
                <a:gd name="T70" fmla="*/ 123 w 123"/>
                <a:gd name="T71" fmla="*/ 110 h 113"/>
                <a:gd name="T72" fmla="*/ 123 w 123"/>
                <a:gd name="T73" fmla="*/ 102 h 113"/>
                <a:gd name="T74" fmla="*/ 121 w 123"/>
                <a:gd name="T75" fmla="*/ 99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13">
                  <a:moveTo>
                    <a:pt x="121" y="99"/>
                  </a:moveTo>
                  <a:cubicBezTo>
                    <a:pt x="121" y="99"/>
                    <a:pt x="115" y="98"/>
                    <a:pt x="104" y="88"/>
                  </a:cubicBezTo>
                  <a:cubicBezTo>
                    <a:pt x="98" y="83"/>
                    <a:pt x="93" y="80"/>
                    <a:pt x="91" y="78"/>
                  </a:cubicBezTo>
                  <a:cubicBezTo>
                    <a:pt x="93" y="77"/>
                    <a:pt x="100" y="74"/>
                    <a:pt x="107" y="67"/>
                  </a:cubicBezTo>
                  <a:cubicBezTo>
                    <a:pt x="111" y="62"/>
                    <a:pt x="113" y="56"/>
                    <a:pt x="113" y="49"/>
                  </a:cubicBezTo>
                  <a:cubicBezTo>
                    <a:pt x="113" y="42"/>
                    <a:pt x="111" y="36"/>
                    <a:pt x="107" y="30"/>
                  </a:cubicBezTo>
                  <a:cubicBezTo>
                    <a:pt x="103" y="24"/>
                    <a:pt x="98" y="18"/>
                    <a:pt x="92" y="14"/>
                  </a:cubicBezTo>
                  <a:cubicBezTo>
                    <a:pt x="86" y="10"/>
                    <a:pt x="79" y="6"/>
                    <a:pt x="71" y="4"/>
                  </a:cubicBezTo>
                  <a:cubicBezTo>
                    <a:pt x="63" y="1"/>
                    <a:pt x="56" y="0"/>
                    <a:pt x="48" y="0"/>
                  </a:cubicBezTo>
                  <a:cubicBezTo>
                    <a:pt x="48" y="0"/>
                    <a:pt x="2" y="0"/>
                    <a:pt x="2" y="0"/>
                  </a:cubicBezTo>
                  <a:cubicBezTo>
                    <a:pt x="1" y="0"/>
                    <a:pt x="0" y="1"/>
                    <a:pt x="0" y="2"/>
                  </a:cubicBezTo>
                  <a:cubicBezTo>
                    <a:pt x="0" y="2"/>
                    <a:pt x="0" y="79"/>
                    <a:pt x="0" y="79"/>
                  </a:cubicBezTo>
                  <a:cubicBezTo>
                    <a:pt x="0" y="96"/>
                    <a:pt x="0" y="96"/>
                    <a:pt x="0" y="96"/>
                  </a:cubicBezTo>
                  <a:cubicBezTo>
                    <a:pt x="0" y="102"/>
                    <a:pt x="0" y="102"/>
                    <a:pt x="0" y="102"/>
                  </a:cubicBezTo>
                  <a:cubicBezTo>
                    <a:pt x="0" y="109"/>
                    <a:pt x="0" y="109"/>
                    <a:pt x="0" y="109"/>
                  </a:cubicBezTo>
                  <a:cubicBezTo>
                    <a:pt x="0" y="110"/>
                    <a:pt x="0" y="112"/>
                    <a:pt x="1" y="112"/>
                  </a:cubicBezTo>
                  <a:cubicBezTo>
                    <a:pt x="2" y="113"/>
                    <a:pt x="6" y="113"/>
                    <a:pt x="7" y="113"/>
                  </a:cubicBezTo>
                  <a:cubicBezTo>
                    <a:pt x="10" y="113"/>
                    <a:pt x="13" y="113"/>
                    <a:pt x="15" y="112"/>
                  </a:cubicBezTo>
                  <a:cubicBezTo>
                    <a:pt x="19" y="111"/>
                    <a:pt x="22" y="108"/>
                    <a:pt x="25" y="105"/>
                  </a:cubicBezTo>
                  <a:cubicBezTo>
                    <a:pt x="29" y="99"/>
                    <a:pt x="30" y="93"/>
                    <a:pt x="30" y="86"/>
                  </a:cubicBezTo>
                  <a:cubicBezTo>
                    <a:pt x="30" y="85"/>
                    <a:pt x="30" y="39"/>
                    <a:pt x="30" y="39"/>
                  </a:cubicBezTo>
                  <a:cubicBezTo>
                    <a:pt x="30" y="39"/>
                    <a:pt x="30" y="37"/>
                    <a:pt x="31" y="36"/>
                  </a:cubicBezTo>
                  <a:cubicBezTo>
                    <a:pt x="31" y="35"/>
                    <a:pt x="32" y="34"/>
                    <a:pt x="32" y="34"/>
                  </a:cubicBezTo>
                  <a:cubicBezTo>
                    <a:pt x="35" y="28"/>
                    <a:pt x="47" y="25"/>
                    <a:pt x="60" y="28"/>
                  </a:cubicBezTo>
                  <a:cubicBezTo>
                    <a:pt x="77" y="33"/>
                    <a:pt x="82" y="44"/>
                    <a:pt x="80" y="50"/>
                  </a:cubicBezTo>
                  <a:cubicBezTo>
                    <a:pt x="78" y="55"/>
                    <a:pt x="72" y="58"/>
                    <a:pt x="64" y="58"/>
                  </a:cubicBezTo>
                  <a:cubicBezTo>
                    <a:pt x="61" y="58"/>
                    <a:pt x="57" y="58"/>
                    <a:pt x="53" y="57"/>
                  </a:cubicBezTo>
                  <a:cubicBezTo>
                    <a:pt x="53" y="57"/>
                    <a:pt x="50" y="56"/>
                    <a:pt x="48" y="55"/>
                  </a:cubicBezTo>
                  <a:cubicBezTo>
                    <a:pt x="48" y="55"/>
                    <a:pt x="46" y="54"/>
                    <a:pt x="44" y="54"/>
                  </a:cubicBezTo>
                  <a:cubicBezTo>
                    <a:pt x="43" y="54"/>
                    <a:pt x="43" y="55"/>
                    <a:pt x="43" y="57"/>
                  </a:cubicBezTo>
                  <a:cubicBezTo>
                    <a:pt x="43" y="57"/>
                    <a:pt x="43" y="69"/>
                    <a:pt x="43" y="69"/>
                  </a:cubicBezTo>
                  <a:cubicBezTo>
                    <a:pt x="43" y="73"/>
                    <a:pt x="44" y="77"/>
                    <a:pt x="47" y="79"/>
                  </a:cubicBezTo>
                  <a:cubicBezTo>
                    <a:pt x="47" y="79"/>
                    <a:pt x="84" y="109"/>
                    <a:pt x="84" y="109"/>
                  </a:cubicBezTo>
                  <a:cubicBezTo>
                    <a:pt x="88" y="112"/>
                    <a:pt x="92" y="113"/>
                    <a:pt x="96" y="113"/>
                  </a:cubicBezTo>
                  <a:cubicBezTo>
                    <a:pt x="121" y="113"/>
                    <a:pt x="121" y="113"/>
                    <a:pt x="121" y="113"/>
                  </a:cubicBezTo>
                  <a:cubicBezTo>
                    <a:pt x="122" y="113"/>
                    <a:pt x="123" y="112"/>
                    <a:pt x="123" y="110"/>
                  </a:cubicBezTo>
                  <a:cubicBezTo>
                    <a:pt x="123" y="102"/>
                    <a:pt x="123" y="102"/>
                    <a:pt x="123" y="102"/>
                  </a:cubicBezTo>
                  <a:cubicBezTo>
                    <a:pt x="123" y="101"/>
                    <a:pt x="122" y="99"/>
                    <a:pt x="121" y="9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1">
              <a:extLst>
                <a:ext uri="{FF2B5EF4-FFF2-40B4-BE49-F238E27FC236}">
                  <a16:creationId xmlns:a16="http://schemas.microsoft.com/office/drawing/2014/main" id="{FE7088EE-EAD6-4413-9188-C1E3D6D9C252}"/>
                </a:ext>
              </a:extLst>
            </p:cNvPr>
            <p:cNvSpPr>
              <a:spLocks/>
            </p:cNvSpPr>
            <p:nvPr/>
          </p:nvSpPr>
          <p:spPr bwMode="gray">
            <a:xfrm>
              <a:off x="-3622675" y="3063875"/>
              <a:ext cx="428625" cy="423862"/>
            </a:xfrm>
            <a:custGeom>
              <a:avLst/>
              <a:gdLst>
                <a:gd name="T0" fmla="*/ 96 w 114"/>
                <a:gd name="T1" fmla="*/ 84 h 113"/>
                <a:gd name="T2" fmla="*/ 63 w 114"/>
                <a:gd name="T3" fmla="*/ 84 h 113"/>
                <a:gd name="T4" fmla="*/ 50 w 114"/>
                <a:gd name="T5" fmla="*/ 81 h 113"/>
                <a:gd name="T6" fmla="*/ 40 w 114"/>
                <a:gd name="T7" fmla="*/ 73 h 113"/>
                <a:gd name="T8" fmla="*/ 33 w 114"/>
                <a:gd name="T9" fmla="*/ 61 h 113"/>
                <a:gd name="T10" fmla="*/ 30 w 114"/>
                <a:gd name="T11" fmla="*/ 48 h 113"/>
                <a:gd name="T12" fmla="*/ 35 w 114"/>
                <a:gd name="T13" fmla="*/ 34 h 113"/>
                <a:gd name="T14" fmla="*/ 39 w 114"/>
                <a:gd name="T15" fmla="*/ 31 h 113"/>
                <a:gd name="T16" fmla="*/ 43 w 114"/>
                <a:gd name="T17" fmla="*/ 30 h 113"/>
                <a:gd name="T18" fmla="*/ 50 w 114"/>
                <a:gd name="T19" fmla="*/ 29 h 113"/>
                <a:gd name="T20" fmla="*/ 56 w 114"/>
                <a:gd name="T21" fmla="*/ 30 h 113"/>
                <a:gd name="T22" fmla="*/ 67 w 114"/>
                <a:gd name="T23" fmla="*/ 34 h 113"/>
                <a:gd name="T24" fmla="*/ 81 w 114"/>
                <a:gd name="T25" fmla="*/ 47 h 113"/>
                <a:gd name="T26" fmla="*/ 47 w 114"/>
                <a:gd name="T27" fmla="*/ 47 h 113"/>
                <a:gd name="T28" fmla="*/ 44 w 114"/>
                <a:gd name="T29" fmla="*/ 50 h 113"/>
                <a:gd name="T30" fmla="*/ 46 w 114"/>
                <a:gd name="T31" fmla="*/ 58 h 113"/>
                <a:gd name="T32" fmla="*/ 67 w 114"/>
                <a:gd name="T33" fmla="*/ 71 h 113"/>
                <a:gd name="T34" fmla="*/ 99 w 114"/>
                <a:gd name="T35" fmla="*/ 71 h 113"/>
                <a:gd name="T36" fmla="*/ 111 w 114"/>
                <a:gd name="T37" fmla="*/ 67 h 113"/>
                <a:gd name="T38" fmla="*/ 114 w 114"/>
                <a:gd name="T39" fmla="*/ 57 h 113"/>
                <a:gd name="T40" fmla="*/ 108 w 114"/>
                <a:gd name="T41" fmla="*/ 38 h 113"/>
                <a:gd name="T42" fmla="*/ 94 w 114"/>
                <a:gd name="T43" fmla="*/ 19 h 113"/>
                <a:gd name="T44" fmla="*/ 74 w 114"/>
                <a:gd name="T45" fmla="*/ 5 h 113"/>
                <a:gd name="T46" fmla="*/ 50 w 114"/>
                <a:gd name="T47" fmla="*/ 0 h 113"/>
                <a:gd name="T48" fmla="*/ 3 w 114"/>
                <a:gd name="T49" fmla="*/ 0 h 113"/>
                <a:gd name="T50" fmla="*/ 0 w 114"/>
                <a:gd name="T51" fmla="*/ 2 h 113"/>
                <a:gd name="T52" fmla="*/ 0 w 114"/>
                <a:gd name="T53" fmla="*/ 49 h 113"/>
                <a:gd name="T54" fmla="*/ 5 w 114"/>
                <a:gd name="T55" fmla="*/ 73 h 113"/>
                <a:gd name="T56" fmla="*/ 19 w 114"/>
                <a:gd name="T57" fmla="*/ 94 h 113"/>
                <a:gd name="T58" fmla="*/ 39 w 114"/>
                <a:gd name="T59" fmla="*/ 108 h 113"/>
                <a:gd name="T60" fmla="*/ 64 w 114"/>
                <a:gd name="T61" fmla="*/ 113 h 113"/>
                <a:gd name="T62" fmla="*/ 111 w 114"/>
                <a:gd name="T63" fmla="*/ 113 h 113"/>
                <a:gd name="T64" fmla="*/ 114 w 114"/>
                <a:gd name="T65" fmla="*/ 111 h 113"/>
                <a:gd name="T66" fmla="*/ 114 w 114"/>
                <a:gd name="T67" fmla="*/ 101 h 113"/>
                <a:gd name="T68" fmla="*/ 109 w 114"/>
                <a:gd name="T69" fmla="*/ 88 h 113"/>
                <a:gd name="T70" fmla="*/ 96 w 114"/>
                <a:gd name="T71" fmla="*/ 84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14" h="113">
                  <a:moveTo>
                    <a:pt x="96" y="84"/>
                  </a:moveTo>
                  <a:cubicBezTo>
                    <a:pt x="63" y="84"/>
                    <a:pt x="63" y="84"/>
                    <a:pt x="63" y="84"/>
                  </a:cubicBezTo>
                  <a:cubicBezTo>
                    <a:pt x="59" y="84"/>
                    <a:pt x="54" y="82"/>
                    <a:pt x="50" y="81"/>
                  </a:cubicBezTo>
                  <a:cubicBezTo>
                    <a:pt x="47" y="79"/>
                    <a:pt x="41" y="74"/>
                    <a:pt x="40" y="73"/>
                  </a:cubicBezTo>
                  <a:cubicBezTo>
                    <a:pt x="37" y="69"/>
                    <a:pt x="34" y="65"/>
                    <a:pt x="33" y="61"/>
                  </a:cubicBezTo>
                  <a:cubicBezTo>
                    <a:pt x="31" y="57"/>
                    <a:pt x="30" y="52"/>
                    <a:pt x="30" y="48"/>
                  </a:cubicBezTo>
                  <a:cubicBezTo>
                    <a:pt x="30" y="42"/>
                    <a:pt x="32" y="37"/>
                    <a:pt x="35" y="34"/>
                  </a:cubicBezTo>
                  <a:cubicBezTo>
                    <a:pt x="36" y="33"/>
                    <a:pt x="37" y="32"/>
                    <a:pt x="39" y="31"/>
                  </a:cubicBezTo>
                  <a:cubicBezTo>
                    <a:pt x="40" y="30"/>
                    <a:pt x="42" y="30"/>
                    <a:pt x="43" y="30"/>
                  </a:cubicBezTo>
                  <a:cubicBezTo>
                    <a:pt x="45" y="29"/>
                    <a:pt x="48" y="29"/>
                    <a:pt x="50" y="29"/>
                  </a:cubicBezTo>
                  <a:cubicBezTo>
                    <a:pt x="52" y="29"/>
                    <a:pt x="54" y="29"/>
                    <a:pt x="56" y="30"/>
                  </a:cubicBezTo>
                  <a:cubicBezTo>
                    <a:pt x="60" y="30"/>
                    <a:pt x="64" y="32"/>
                    <a:pt x="67" y="34"/>
                  </a:cubicBezTo>
                  <a:cubicBezTo>
                    <a:pt x="72" y="37"/>
                    <a:pt x="78" y="42"/>
                    <a:pt x="81" y="47"/>
                  </a:cubicBezTo>
                  <a:cubicBezTo>
                    <a:pt x="47" y="47"/>
                    <a:pt x="47" y="47"/>
                    <a:pt x="47" y="47"/>
                  </a:cubicBezTo>
                  <a:cubicBezTo>
                    <a:pt x="45" y="47"/>
                    <a:pt x="44" y="48"/>
                    <a:pt x="44" y="50"/>
                  </a:cubicBezTo>
                  <a:cubicBezTo>
                    <a:pt x="44" y="53"/>
                    <a:pt x="45" y="55"/>
                    <a:pt x="46" y="58"/>
                  </a:cubicBezTo>
                  <a:cubicBezTo>
                    <a:pt x="47" y="61"/>
                    <a:pt x="54" y="71"/>
                    <a:pt x="67" y="71"/>
                  </a:cubicBezTo>
                  <a:cubicBezTo>
                    <a:pt x="99" y="71"/>
                    <a:pt x="99" y="71"/>
                    <a:pt x="99" y="71"/>
                  </a:cubicBezTo>
                  <a:cubicBezTo>
                    <a:pt x="105" y="71"/>
                    <a:pt x="109" y="70"/>
                    <a:pt x="111" y="67"/>
                  </a:cubicBezTo>
                  <a:cubicBezTo>
                    <a:pt x="113" y="64"/>
                    <a:pt x="114" y="61"/>
                    <a:pt x="114" y="57"/>
                  </a:cubicBezTo>
                  <a:cubicBezTo>
                    <a:pt x="114" y="51"/>
                    <a:pt x="112" y="44"/>
                    <a:pt x="108" y="38"/>
                  </a:cubicBezTo>
                  <a:cubicBezTo>
                    <a:pt x="105" y="31"/>
                    <a:pt x="100" y="24"/>
                    <a:pt x="94" y="19"/>
                  </a:cubicBezTo>
                  <a:cubicBezTo>
                    <a:pt x="89" y="13"/>
                    <a:pt x="82" y="9"/>
                    <a:pt x="74" y="5"/>
                  </a:cubicBezTo>
                  <a:cubicBezTo>
                    <a:pt x="66" y="1"/>
                    <a:pt x="58" y="0"/>
                    <a:pt x="50" y="0"/>
                  </a:cubicBezTo>
                  <a:cubicBezTo>
                    <a:pt x="50" y="0"/>
                    <a:pt x="3" y="0"/>
                    <a:pt x="3" y="0"/>
                  </a:cubicBezTo>
                  <a:cubicBezTo>
                    <a:pt x="1" y="0"/>
                    <a:pt x="0" y="1"/>
                    <a:pt x="0" y="2"/>
                  </a:cubicBezTo>
                  <a:cubicBezTo>
                    <a:pt x="0" y="2"/>
                    <a:pt x="0" y="49"/>
                    <a:pt x="0" y="49"/>
                  </a:cubicBezTo>
                  <a:cubicBezTo>
                    <a:pt x="0" y="57"/>
                    <a:pt x="2" y="66"/>
                    <a:pt x="5" y="73"/>
                  </a:cubicBezTo>
                  <a:cubicBezTo>
                    <a:pt x="9" y="81"/>
                    <a:pt x="13" y="88"/>
                    <a:pt x="19" y="94"/>
                  </a:cubicBezTo>
                  <a:cubicBezTo>
                    <a:pt x="25" y="100"/>
                    <a:pt x="32" y="104"/>
                    <a:pt x="39" y="108"/>
                  </a:cubicBezTo>
                  <a:cubicBezTo>
                    <a:pt x="47" y="111"/>
                    <a:pt x="55" y="113"/>
                    <a:pt x="64" y="113"/>
                  </a:cubicBezTo>
                  <a:cubicBezTo>
                    <a:pt x="111" y="113"/>
                    <a:pt x="111" y="113"/>
                    <a:pt x="111" y="113"/>
                  </a:cubicBezTo>
                  <a:cubicBezTo>
                    <a:pt x="112" y="113"/>
                    <a:pt x="114" y="112"/>
                    <a:pt x="114" y="111"/>
                  </a:cubicBezTo>
                  <a:cubicBezTo>
                    <a:pt x="114" y="101"/>
                    <a:pt x="114" y="101"/>
                    <a:pt x="114" y="101"/>
                  </a:cubicBezTo>
                  <a:cubicBezTo>
                    <a:pt x="114" y="96"/>
                    <a:pt x="112" y="91"/>
                    <a:pt x="109" y="88"/>
                  </a:cubicBezTo>
                  <a:cubicBezTo>
                    <a:pt x="106" y="85"/>
                    <a:pt x="102" y="84"/>
                    <a:pt x="96"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2">
              <a:extLst>
                <a:ext uri="{FF2B5EF4-FFF2-40B4-BE49-F238E27FC236}">
                  <a16:creationId xmlns:a16="http://schemas.microsoft.com/office/drawing/2014/main" id="{C79EEEA4-105C-4D6D-886B-6270CD048E24}"/>
                </a:ext>
              </a:extLst>
            </p:cNvPr>
            <p:cNvSpPr>
              <a:spLocks/>
            </p:cNvSpPr>
            <p:nvPr/>
          </p:nvSpPr>
          <p:spPr bwMode="gray">
            <a:xfrm>
              <a:off x="-4548188" y="3063875"/>
              <a:ext cx="889000" cy="423862"/>
            </a:xfrm>
            <a:custGeom>
              <a:avLst/>
              <a:gdLst>
                <a:gd name="T0" fmla="*/ 237 w 237"/>
                <a:gd name="T1" fmla="*/ 16 h 113"/>
                <a:gd name="T2" fmla="*/ 220 w 237"/>
                <a:gd name="T3" fmla="*/ 0 h 113"/>
                <a:gd name="T4" fmla="*/ 203 w 237"/>
                <a:gd name="T5" fmla="*/ 0 h 113"/>
                <a:gd name="T6" fmla="*/ 200 w 237"/>
                <a:gd name="T7" fmla="*/ 1 h 113"/>
                <a:gd name="T8" fmla="*/ 165 w 237"/>
                <a:gd name="T9" fmla="*/ 34 h 113"/>
                <a:gd name="T10" fmla="*/ 119 w 237"/>
                <a:gd name="T11" fmla="*/ 52 h 113"/>
                <a:gd name="T12" fmla="*/ 71 w 237"/>
                <a:gd name="T13" fmla="*/ 32 h 113"/>
                <a:gd name="T14" fmla="*/ 44 w 237"/>
                <a:gd name="T15" fmla="*/ 8 h 113"/>
                <a:gd name="T16" fmla="*/ 25 w 237"/>
                <a:gd name="T17" fmla="*/ 0 h 113"/>
                <a:gd name="T18" fmla="*/ 4 w 237"/>
                <a:gd name="T19" fmla="*/ 0 h 113"/>
                <a:gd name="T20" fmla="*/ 0 w 237"/>
                <a:gd name="T21" fmla="*/ 3 h 113"/>
                <a:gd name="T22" fmla="*/ 0 w 237"/>
                <a:gd name="T23" fmla="*/ 96 h 113"/>
                <a:gd name="T24" fmla="*/ 17 w 237"/>
                <a:gd name="T25" fmla="*/ 113 h 113"/>
                <a:gd name="T26" fmla="*/ 23 w 237"/>
                <a:gd name="T27" fmla="*/ 113 h 113"/>
                <a:gd name="T28" fmla="*/ 28 w 237"/>
                <a:gd name="T29" fmla="*/ 113 h 113"/>
                <a:gd name="T30" fmla="*/ 31 w 237"/>
                <a:gd name="T31" fmla="*/ 110 h 113"/>
                <a:gd name="T32" fmla="*/ 31 w 237"/>
                <a:gd name="T33" fmla="*/ 76 h 113"/>
                <a:gd name="T34" fmla="*/ 47 w 237"/>
                <a:gd name="T35" fmla="*/ 61 h 113"/>
                <a:gd name="T36" fmla="*/ 84 w 237"/>
                <a:gd name="T37" fmla="*/ 83 h 113"/>
                <a:gd name="T38" fmla="*/ 119 w 237"/>
                <a:gd name="T39" fmla="*/ 105 h 113"/>
                <a:gd name="T40" fmla="*/ 153 w 237"/>
                <a:gd name="T41" fmla="*/ 83 h 113"/>
                <a:gd name="T42" fmla="*/ 190 w 237"/>
                <a:gd name="T43" fmla="*/ 61 h 113"/>
                <a:gd name="T44" fmla="*/ 206 w 237"/>
                <a:gd name="T45" fmla="*/ 76 h 113"/>
                <a:gd name="T46" fmla="*/ 206 w 237"/>
                <a:gd name="T47" fmla="*/ 96 h 113"/>
                <a:gd name="T48" fmla="*/ 223 w 237"/>
                <a:gd name="T49" fmla="*/ 113 h 113"/>
                <a:gd name="T50" fmla="*/ 230 w 237"/>
                <a:gd name="T51" fmla="*/ 113 h 113"/>
                <a:gd name="T52" fmla="*/ 234 w 237"/>
                <a:gd name="T53" fmla="*/ 113 h 113"/>
                <a:gd name="T54" fmla="*/ 234 w 237"/>
                <a:gd name="T55" fmla="*/ 113 h 113"/>
                <a:gd name="T56" fmla="*/ 237 w 237"/>
                <a:gd name="T57" fmla="*/ 110 h 113"/>
                <a:gd name="T58" fmla="*/ 237 w 237"/>
                <a:gd name="T59" fmla="*/ 1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37" h="113">
                  <a:moveTo>
                    <a:pt x="237" y="16"/>
                  </a:moveTo>
                  <a:cubicBezTo>
                    <a:pt x="237" y="7"/>
                    <a:pt x="229" y="0"/>
                    <a:pt x="220" y="0"/>
                  </a:cubicBezTo>
                  <a:cubicBezTo>
                    <a:pt x="203" y="0"/>
                    <a:pt x="203" y="0"/>
                    <a:pt x="203" y="0"/>
                  </a:cubicBezTo>
                  <a:cubicBezTo>
                    <a:pt x="202" y="0"/>
                    <a:pt x="201" y="0"/>
                    <a:pt x="200" y="1"/>
                  </a:cubicBezTo>
                  <a:cubicBezTo>
                    <a:pt x="165" y="34"/>
                    <a:pt x="165" y="34"/>
                    <a:pt x="165" y="34"/>
                  </a:cubicBezTo>
                  <a:cubicBezTo>
                    <a:pt x="153" y="45"/>
                    <a:pt x="137" y="52"/>
                    <a:pt x="119" y="52"/>
                  </a:cubicBezTo>
                  <a:cubicBezTo>
                    <a:pt x="100" y="52"/>
                    <a:pt x="83" y="45"/>
                    <a:pt x="71" y="32"/>
                  </a:cubicBezTo>
                  <a:cubicBezTo>
                    <a:pt x="71" y="32"/>
                    <a:pt x="45" y="8"/>
                    <a:pt x="44" y="8"/>
                  </a:cubicBezTo>
                  <a:cubicBezTo>
                    <a:pt x="39" y="3"/>
                    <a:pt x="33" y="0"/>
                    <a:pt x="25" y="0"/>
                  </a:cubicBezTo>
                  <a:cubicBezTo>
                    <a:pt x="4" y="0"/>
                    <a:pt x="4" y="0"/>
                    <a:pt x="4" y="0"/>
                  </a:cubicBezTo>
                  <a:cubicBezTo>
                    <a:pt x="2" y="0"/>
                    <a:pt x="0" y="1"/>
                    <a:pt x="0" y="3"/>
                  </a:cubicBezTo>
                  <a:cubicBezTo>
                    <a:pt x="0" y="96"/>
                    <a:pt x="0" y="96"/>
                    <a:pt x="0" y="96"/>
                  </a:cubicBezTo>
                  <a:cubicBezTo>
                    <a:pt x="0" y="106"/>
                    <a:pt x="8" y="113"/>
                    <a:pt x="17" y="113"/>
                  </a:cubicBezTo>
                  <a:cubicBezTo>
                    <a:pt x="23" y="113"/>
                    <a:pt x="23" y="113"/>
                    <a:pt x="23" y="113"/>
                  </a:cubicBezTo>
                  <a:cubicBezTo>
                    <a:pt x="28" y="113"/>
                    <a:pt x="28" y="113"/>
                    <a:pt x="28" y="113"/>
                  </a:cubicBezTo>
                  <a:cubicBezTo>
                    <a:pt x="30" y="113"/>
                    <a:pt x="31" y="112"/>
                    <a:pt x="31" y="110"/>
                  </a:cubicBezTo>
                  <a:cubicBezTo>
                    <a:pt x="31" y="76"/>
                    <a:pt x="31" y="76"/>
                    <a:pt x="31" y="76"/>
                  </a:cubicBezTo>
                  <a:cubicBezTo>
                    <a:pt x="31" y="68"/>
                    <a:pt x="38" y="61"/>
                    <a:pt x="47" y="61"/>
                  </a:cubicBezTo>
                  <a:cubicBezTo>
                    <a:pt x="63" y="61"/>
                    <a:pt x="74" y="74"/>
                    <a:pt x="84" y="83"/>
                  </a:cubicBezTo>
                  <a:cubicBezTo>
                    <a:pt x="97" y="94"/>
                    <a:pt x="107" y="105"/>
                    <a:pt x="119" y="105"/>
                  </a:cubicBezTo>
                  <a:cubicBezTo>
                    <a:pt x="131" y="105"/>
                    <a:pt x="140" y="94"/>
                    <a:pt x="153" y="83"/>
                  </a:cubicBezTo>
                  <a:cubicBezTo>
                    <a:pt x="163" y="74"/>
                    <a:pt x="175" y="61"/>
                    <a:pt x="190" y="61"/>
                  </a:cubicBezTo>
                  <a:cubicBezTo>
                    <a:pt x="199" y="61"/>
                    <a:pt x="206" y="68"/>
                    <a:pt x="206" y="76"/>
                  </a:cubicBezTo>
                  <a:cubicBezTo>
                    <a:pt x="206" y="76"/>
                    <a:pt x="206" y="96"/>
                    <a:pt x="206" y="96"/>
                  </a:cubicBezTo>
                  <a:cubicBezTo>
                    <a:pt x="206" y="106"/>
                    <a:pt x="214" y="113"/>
                    <a:pt x="223" y="113"/>
                  </a:cubicBezTo>
                  <a:cubicBezTo>
                    <a:pt x="223" y="113"/>
                    <a:pt x="230" y="113"/>
                    <a:pt x="230" y="113"/>
                  </a:cubicBezTo>
                  <a:cubicBezTo>
                    <a:pt x="232" y="113"/>
                    <a:pt x="234" y="113"/>
                    <a:pt x="234" y="113"/>
                  </a:cubicBezTo>
                  <a:cubicBezTo>
                    <a:pt x="234" y="113"/>
                    <a:pt x="234" y="113"/>
                    <a:pt x="234" y="113"/>
                  </a:cubicBezTo>
                  <a:cubicBezTo>
                    <a:pt x="235" y="113"/>
                    <a:pt x="237" y="112"/>
                    <a:pt x="237" y="110"/>
                  </a:cubicBezTo>
                  <a:cubicBezTo>
                    <a:pt x="237" y="110"/>
                    <a:pt x="237" y="17"/>
                    <a:pt x="237"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0" name="Bildplatzhalter 29">
            <a:extLst>
              <a:ext uri="{FF2B5EF4-FFF2-40B4-BE49-F238E27FC236}">
                <a16:creationId xmlns:a16="http://schemas.microsoft.com/office/drawing/2014/main" id="{107B3E67-BCD7-4A8D-BD56-42469EF07EC4}"/>
              </a:ext>
            </a:extLst>
          </p:cNvPr>
          <p:cNvSpPr>
            <a:spLocks noGrp="1"/>
          </p:cNvSpPr>
          <p:nvPr>
            <p:ph type="pic" sz="quarter" idx="20" hasCustomPrompt="1"/>
          </p:nvPr>
        </p:nvSpPr>
        <p:spPr bwMode="gray">
          <a:xfrm>
            <a:off x="1" y="1"/>
            <a:ext cx="5436634" cy="6513131"/>
          </a:xfrm>
          <a:custGeom>
            <a:avLst/>
            <a:gdLst>
              <a:gd name="connsiteX0" fmla="*/ 0 w 5436634"/>
              <a:gd name="connsiteY0" fmla="*/ 0 h 6513131"/>
              <a:gd name="connsiteX1" fmla="*/ 1125049 w 5436634"/>
              <a:gd name="connsiteY1" fmla="*/ 0 h 6513131"/>
              <a:gd name="connsiteX2" fmla="*/ 1121077 w 5436634"/>
              <a:gd name="connsiteY2" fmla="*/ 13953 h 6513131"/>
              <a:gd name="connsiteX3" fmla="*/ 1171064 w 5436634"/>
              <a:gd name="connsiteY3" fmla="*/ 404174 h 6513131"/>
              <a:gd name="connsiteX4" fmla="*/ 1182174 w 5436634"/>
              <a:gd name="connsiteY4" fmla="*/ 426501 h 6513131"/>
              <a:gd name="connsiteX5" fmla="*/ 1966324 w 5436634"/>
              <a:gd name="connsiteY5" fmla="*/ 818439 h 6513131"/>
              <a:gd name="connsiteX6" fmla="*/ 1986932 w 5436634"/>
              <a:gd name="connsiteY6" fmla="*/ 813849 h 6513131"/>
              <a:gd name="connsiteX7" fmla="*/ 2760381 w 5436634"/>
              <a:gd name="connsiteY7" fmla="*/ 764293 h 6513131"/>
              <a:gd name="connsiteX8" fmla="*/ 3605485 w 5436634"/>
              <a:gd name="connsiteY8" fmla="*/ 955909 h 6513131"/>
              <a:gd name="connsiteX9" fmla="*/ 3619514 w 5436634"/>
              <a:gd name="connsiteY9" fmla="*/ 961330 h 6513131"/>
              <a:gd name="connsiteX10" fmla="*/ 3781704 w 5436634"/>
              <a:gd name="connsiteY10" fmla="*/ 1031411 h 6513131"/>
              <a:gd name="connsiteX11" fmla="*/ 3808893 w 5436634"/>
              <a:gd name="connsiteY11" fmla="*/ 1044176 h 6513131"/>
              <a:gd name="connsiteX12" fmla="*/ 3851389 w 5436634"/>
              <a:gd name="connsiteY12" fmla="*/ 1065341 h 6513131"/>
              <a:gd name="connsiteX13" fmla="*/ 3882121 w 5436634"/>
              <a:gd name="connsiteY13" fmla="*/ 1081104 h 6513131"/>
              <a:gd name="connsiteX14" fmla="*/ 3923204 w 5436634"/>
              <a:gd name="connsiteY14" fmla="*/ 1102594 h 6513131"/>
              <a:gd name="connsiteX15" fmla="*/ 3952301 w 5436634"/>
              <a:gd name="connsiteY15" fmla="*/ 1118492 h 6513131"/>
              <a:gd name="connsiteX16" fmla="*/ 4028812 w 5436634"/>
              <a:gd name="connsiteY16" fmla="*/ 1162762 h 6513131"/>
              <a:gd name="connsiteX17" fmla="*/ 4053940 w 5436634"/>
              <a:gd name="connsiteY17" fmla="*/ 1177961 h 6513131"/>
              <a:gd name="connsiteX18" fmla="*/ 4099277 w 5436634"/>
              <a:gd name="connsiteY18" fmla="*/ 1206092 h 6513131"/>
              <a:gd name="connsiteX19" fmla="*/ 4118601 w 5436634"/>
              <a:gd name="connsiteY19" fmla="*/ 1218275 h 6513131"/>
              <a:gd name="connsiteX20" fmla="*/ 5073708 w 5436634"/>
              <a:gd name="connsiteY20" fmla="*/ 2239847 h 6513131"/>
              <a:gd name="connsiteX21" fmla="*/ 5091422 w 5436634"/>
              <a:gd name="connsiteY21" fmla="*/ 2272328 h 6513131"/>
              <a:gd name="connsiteX22" fmla="*/ 5108951 w 5436634"/>
              <a:gd name="connsiteY22" fmla="*/ 2305030 h 6513131"/>
              <a:gd name="connsiteX23" fmla="*/ 5144854 w 5436634"/>
              <a:gd name="connsiteY23" fmla="*/ 2375711 h 6513131"/>
              <a:gd name="connsiteX24" fmla="*/ 5147291 w 5436634"/>
              <a:gd name="connsiteY24" fmla="*/ 2377774 h 6513131"/>
              <a:gd name="connsiteX25" fmla="*/ 5377111 w 5436634"/>
              <a:gd name="connsiteY25" fmla="*/ 4215472 h 6513131"/>
              <a:gd name="connsiteX26" fmla="*/ 5374022 w 5436634"/>
              <a:gd name="connsiteY26" fmla="*/ 4230337 h 6513131"/>
              <a:gd name="connsiteX27" fmla="*/ 5364896 w 5436634"/>
              <a:gd name="connsiteY27" fmla="*/ 4271627 h 6513131"/>
              <a:gd name="connsiteX28" fmla="*/ 5357442 w 5436634"/>
              <a:gd name="connsiteY28" fmla="*/ 4303315 h 6513131"/>
              <a:gd name="connsiteX29" fmla="*/ 5351081 w 5436634"/>
              <a:gd name="connsiteY29" fmla="*/ 4328329 h 6513131"/>
              <a:gd name="connsiteX30" fmla="*/ 5338940 w 5436634"/>
              <a:gd name="connsiteY30" fmla="*/ 4375424 h 6513131"/>
              <a:gd name="connsiteX31" fmla="*/ 5336569 w 5436634"/>
              <a:gd name="connsiteY31" fmla="*/ 4384058 h 6513131"/>
              <a:gd name="connsiteX32" fmla="*/ 4578884 w 5436634"/>
              <a:gd name="connsiteY32" fmla="*/ 5682700 h 6513131"/>
              <a:gd name="connsiteX33" fmla="*/ 4304766 w 5436634"/>
              <a:gd name="connsiteY33" fmla="*/ 5920252 h 6513131"/>
              <a:gd name="connsiteX34" fmla="*/ 4300457 w 5436634"/>
              <a:gd name="connsiteY34" fmla="*/ 5925342 h 6513131"/>
              <a:gd name="connsiteX35" fmla="*/ 4249885 w 5436634"/>
              <a:gd name="connsiteY35" fmla="*/ 5963076 h 6513131"/>
              <a:gd name="connsiteX36" fmla="*/ 4246885 w 5436634"/>
              <a:gd name="connsiteY36" fmla="*/ 5966618 h 6513131"/>
              <a:gd name="connsiteX37" fmla="*/ 4232887 w 5436634"/>
              <a:gd name="connsiteY37" fmla="*/ 5976422 h 6513131"/>
              <a:gd name="connsiteX38" fmla="*/ 4183456 w 5436634"/>
              <a:gd name="connsiteY38" fmla="*/ 6010563 h 6513131"/>
              <a:gd name="connsiteX39" fmla="*/ 4143887 w 5436634"/>
              <a:gd name="connsiteY39" fmla="*/ 6037093 h 6513131"/>
              <a:gd name="connsiteX40" fmla="*/ 4125152 w 5436634"/>
              <a:gd name="connsiteY40" fmla="*/ 6049348 h 6513131"/>
              <a:gd name="connsiteX41" fmla="*/ 2790247 w 5436634"/>
              <a:gd name="connsiteY41" fmla="*/ 6503914 h 6513131"/>
              <a:gd name="connsiteX42" fmla="*/ 2774307 w 5436634"/>
              <a:gd name="connsiteY42" fmla="*/ 6505236 h 6513131"/>
              <a:gd name="connsiteX43" fmla="*/ 2715985 w 5436634"/>
              <a:gd name="connsiteY43" fmla="*/ 6509045 h 6513131"/>
              <a:gd name="connsiteX44" fmla="*/ 2696297 w 5436634"/>
              <a:gd name="connsiteY44" fmla="*/ 6509856 h 6513131"/>
              <a:gd name="connsiteX45" fmla="*/ 2588522 w 5436634"/>
              <a:gd name="connsiteY45" fmla="*/ 6512830 h 6513131"/>
              <a:gd name="connsiteX46" fmla="*/ 2570028 w 5436634"/>
              <a:gd name="connsiteY46" fmla="*/ 6513131 h 6513131"/>
              <a:gd name="connsiteX47" fmla="*/ 2519573 w 5436634"/>
              <a:gd name="connsiteY47" fmla="*/ 6512584 h 6513131"/>
              <a:gd name="connsiteX48" fmla="*/ 2489687 w 5436634"/>
              <a:gd name="connsiteY48" fmla="*/ 6511974 h 6513131"/>
              <a:gd name="connsiteX49" fmla="*/ 2438941 w 5436634"/>
              <a:gd name="connsiteY49" fmla="*/ 6510425 h 6513131"/>
              <a:gd name="connsiteX50" fmla="*/ 2413927 w 5436634"/>
              <a:gd name="connsiteY50" fmla="*/ 6509004 h 6513131"/>
              <a:gd name="connsiteX51" fmla="*/ 2232220 w 5436634"/>
              <a:gd name="connsiteY51" fmla="*/ 6493830 h 6513131"/>
              <a:gd name="connsiteX52" fmla="*/ 2220160 w 5436634"/>
              <a:gd name="connsiteY52" fmla="*/ 6492362 h 6513131"/>
              <a:gd name="connsiteX53" fmla="*/ 725542 w 5436634"/>
              <a:gd name="connsiteY53" fmla="*/ 5852579 h 6513131"/>
              <a:gd name="connsiteX54" fmla="*/ 709609 w 5436634"/>
              <a:gd name="connsiteY54" fmla="*/ 5839087 h 6513131"/>
              <a:gd name="connsiteX55" fmla="*/ 46105 w 5436634"/>
              <a:gd name="connsiteY55" fmla="*/ 5707934 h 6513131"/>
              <a:gd name="connsiteX56" fmla="*/ 0 w 5436634"/>
              <a:gd name="connsiteY56" fmla="*/ 5726184 h 6513131"/>
              <a:gd name="connsiteX57" fmla="*/ 0 w 5436634"/>
              <a:gd name="connsiteY57" fmla="*/ 2312242 h 6513131"/>
              <a:gd name="connsiteX58" fmla="*/ 26070 w 5436634"/>
              <a:gd name="connsiteY58" fmla="*/ 2262510 h 6513131"/>
              <a:gd name="connsiteX59" fmla="*/ 30861 w 5436634"/>
              <a:gd name="connsiteY59" fmla="*/ 2253265 h 6513131"/>
              <a:gd name="connsiteX60" fmla="*/ 69455 w 5436634"/>
              <a:gd name="connsiteY60" fmla="*/ 2185250 h 6513131"/>
              <a:gd name="connsiteX61" fmla="*/ 78112 w 5436634"/>
              <a:gd name="connsiteY61" fmla="*/ 2170540 h 6513131"/>
              <a:gd name="connsiteX62" fmla="*/ 114491 w 5436634"/>
              <a:gd name="connsiteY62" fmla="*/ 2110527 h 6513131"/>
              <a:gd name="connsiteX63" fmla="*/ 128479 w 5436634"/>
              <a:gd name="connsiteY63" fmla="*/ 2088174 h 6513131"/>
              <a:gd name="connsiteX64" fmla="*/ 161143 w 5436634"/>
              <a:gd name="connsiteY64" fmla="*/ 2037932 h 6513131"/>
              <a:gd name="connsiteX65" fmla="*/ 174296 w 5436634"/>
              <a:gd name="connsiteY65" fmla="*/ 2017914 h 6513131"/>
              <a:gd name="connsiteX66" fmla="*/ 183292 w 5436634"/>
              <a:gd name="connsiteY66" fmla="*/ 2007290 h 6513131"/>
              <a:gd name="connsiteX67" fmla="*/ 211795 w 5436634"/>
              <a:gd name="connsiteY67" fmla="*/ 1966448 h 6513131"/>
              <a:gd name="connsiteX68" fmla="*/ 241679 w 5436634"/>
              <a:gd name="connsiteY68" fmla="*/ 1924875 h 6513131"/>
              <a:gd name="connsiteX69" fmla="*/ 262278 w 5436634"/>
              <a:gd name="connsiteY69" fmla="*/ 1897859 h 6513131"/>
              <a:gd name="connsiteX70" fmla="*/ 303881 w 5436634"/>
              <a:gd name="connsiteY70" fmla="*/ 1843788 h 6513131"/>
              <a:gd name="connsiteX71" fmla="*/ 313438 w 5436634"/>
              <a:gd name="connsiteY71" fmla="*/ 1832502 h 6513131"/>
              <a:gd name="connsiteX72" fmla="*/ 692542 w 5436634"/>
              <a:gd name="connsiteY72" fmla="*/ 1441798 h 6513131"/>
              <a:gd name="connsiteX73" fmla="*/ 708725 w 5436634"/>
              <a:gd name="connsiteY73" fmla="*/ 1428521 h 6513131"/>
              <a:gd name="connsiteX74" fmla="*/ 885820 w 5436634"/>
              <a:gd name="connsiteY74" fmla="*/ 569604 h 6513131"/>
              <a:gd name="connsiteX75" fmla="*/ 874929 w 5436634"/>
              <a:gd name="connsiteY75" fmla="*/ 547463 h 6513131"/>
              <a:gd name="connsiteX76" fmla="*/ 312047 w 5436634"/>
              <a:gd name="connsiteY76" fmla="*/ 200556 h 6513131"/>
              <a:gd name="connsiteX77" fmla="*/ 210351 w 5436634"/>
              <a:gd name="connsiteY77" fmla="*/ 210419 h 6513131"/>
              <a:gd name="connsiteX78" fmla="*/ 193952 w 5436634"/>
              <a:gd name="connsiteY78" fmla="*/ 213631 h 6513131"/>
              <a:gd name="connsiteX79" fmla="*/ 30818 w 5436634"/>
              <a:gd name="connsiteY79" fmla="*/ 239912 h 6513131"/>
              <a:gd name="connsiteX80" fmla="*/ 0 w 5436634"/>
              <a:gd name="connsiteY80" fmla="*/ 242786 h 6513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5436634" h="6513131">
                <a:moveTo>
                  <a:pt x="0" y="0"/>
                </a:moveTo>
                <a:lnTo>
                  <a:pt x="1125049" y="0"/>
                </a:lnTo>
                <a:lnTo>
                  <a:pt x="1121077" y="13953"/>
                </a:lnTo>
                <a:cubicBezTo>
                  <a:pt x="1095309" y="142714"/>
                  <a:pt x="1110594" y="279706"/>
                  <a:pt x="1171064" y="404174"/>
                </a:cubicBezTo>
                <a:lnTo>
                  <a:pt x="1182174" y="426501"/>
                </a:lnTo>
                <a:cubicBezTo>
                  <a:pt x="1324484" y="719754"/>
                  <a:pt x="1646235" y="880528"/>
                  <a:pt x="1966324" y="818439"/>
                </a:cubicBezTo>
                <a:cubicBezTo>
                  <a:pt x="1973204" y="817045"/>
                  <a:pt x="1980085" y="815652"/>
                  <a:pt x="1986932" y="813849"/>
                </a:cubicBezTo>
                <a:cubicBezTo>
                  <a:pt x="2241383" y="762411"/>
                  <a:pt x="2501450" y="745632"/>
                  <a:pt x="2760381" y="764293"/>
                </a:cubicBezTo>
                <a:cubicBezTo>
                  <a:pt x="3050000" y="785307"/>
                  <a:pt x="3334971" y="849957"/>
                  <a:pt x="3605485" y="955909"/>
                </a:cubicBezTo>
                <a:cubicBezTo>
                  <a:pt x="3610148" y="957578"/>
                  <a:pt x="3614627" y="959470"/>
                  <a:pt x="3619514" y="961330"/>
                </a:cubicBezTo>
                <a:cubicBezTo>
                  <a:pt x="3674185" y="982923"/>
                  <a:pt x="3727510" y="1005661"/>
                  <a:pt x="3781704" y="1031411"/>
                </a:cubicBezTo>
                <a:lnTo>
                  <a:pt x="3808893" y="1044176"/>
                </a:lnTo>
                <a:lnTo>
                  <a:pt x="3851389" y="1065341"/>
                </a:lnTo>
                <a:lnTo>
                  <a:pt x="3882121" y="1081104"/>
                </a:lnTo>
                <a:cubicBezTo>
                  <a:pt x="3896764" y="1088944"/>
                  <a:pt x="3913518" y="1097431"/>
                  <a:pt x="3923204" y="1102594"/>
                </a:cubicBezTo>
                <a:cubicBezTo>
                  <a:pt x="3932892" y="1107758"/>
                  <a:pt x="3942392" y="1113142"/>
                  <a:pt x="3952301" y="1118492"/>
                </a:cubicBezTo>
                <a:cubicBezTo>
                  <a:pt x="3977993" y="1133027"/>
                  <a:pt x="4003684" y="1147562"/>
                  <a:pt x="4028812" y="1162762"/>
                </a:cubicBezTo>
                <a:cubicBezTo>
                  <a:pt x="4037903" y="1168180"/>
                  <a:pt x="4045920" y="1173070"/>
                  <a:pt x="4053940" y="1177961"/>
                </a:cubicBezTo>
                <a:cubicBezTo>
                  <a:pt x="4069314" y="1187179"/>
                  <a:pt x="4084500" y="1196619"/>
                  <a:pt x="4099277" y="1206092"/>
                </a:cubicBezTo>
                <a:cubicBezTo>
                  <a:pt x="4105781" y="1210079"/>
                  <a:pt x="4112847" y="1213403"/>
                  <a:pt x="4118601" y="1218275"/>
                </a:cubicBezTo>
                <a:cubicBezTo>
                  <a:pt x="4516456" y="1474502"/>
                  <a:pt x="4844670" y="1825541"/>
                  <a:pt x="5073708" y="2239847"/>
                </a:cubicBezTo>
                <a:cubicBezTo>
                  <a:pt x="5079747" y="2250662"/>
                  <a:pt x="5085380" y="2261511"/>
                  <a:pt x="5091422" y="2272328"/>
                </a:cubicBezTo>
                <a:cubicBezTo>
                  <a:pt x="5097465" y="2283143"/>
                  <a:pt x="5103318" y="2294181"/>
                  <a:pt x="5108951" y="2305030"/>
                </a:cubicBezTo>
                <a:cubicBezTo>
                  <a:pt x="5121202" y="2328705"/>
                  <a:pt x="5133232" y="2352191"/>
                  <a:pt x="5144854" y="2375711"/>
                </a:cubicBezTo>
                <a:lnTo>
                  <a:pt x="5147291" y="2377774"/>
                </a:lnTo>
                <a:cubicBezTo>
                  <a:pt x="5424723" y="2948083"/>
                  <a:pt x="5505616" y="3594325"/>
                  <a:pt x="5377111" y="4215472"/>
                </a:cubicBezTo>
                <a:lnTo>
                  <a:pt x="5374022" y="4230337"/>
                </a:lnTo>
                <a:lnTo>
                  <a:pt x="5364896" y="4271627"/>
                </a:lnTo>
                <a:lnTo>
                  <a:pt x="5357442" y="4303315"/>
                </a:lnTo>
                <a:lnTo>
                  <a:pt x="5351081" y="4328329"/>
                </a:lnTo>
                <a:lnTo>
                  <a:pt x="5338940" y="4375424"/>
                </a:lnTo>
                <a:lnTo>
                  <a:pt x="5336569" y="4384058"/>
                </a:lnTo>
                <a:cubicBezTo>
                  <a:pt x="5204339" y="4876771"/>
                  <a:pt x="4942799" y="5325189"/>
                  <a:pt x="4578884" y="5682700"/>
                </a:cubicBezTo>
                <a:cubicBezTo>
                  <a:pt x="4492517" y="5767641"/>
                  <a:pt x="4400957" y="5847046"/>
                  <a:pt x="4304766" y="5920252"/>
                </a:cubicBezTo>
                <a:lnTo>
                  <a:pt x="4300457" y="5925342"/>
                </a:lnTo>
                <a:lnTo>
                  <a:pt x="4249885" y="5963076"/>
                </a:lnTo>
                <a:lnTo>
                  <a:pt x="4246885" y="5966618"/>
                </a:lnTo>
                <a:lnTo>
                  <a:pt x="4232887" y="5976422"/>
                </a:lnTo>
                <a:cubicBezTo>
                  <a:pt x="4216943" y="5987621"/>
                  <a:pt x="4200403" y="5999072"/>
                  <a:pt x="4183456" y="6010563"/>
                </a:cubicBezTo>
                <a:cubicBezTo>
                  <a:pt x="4169489" y="6020774"/>
                  <a:pt x="4157359" y="6028365"/>
                  <a:pt x="4143887" y="6037093"/>
                </a:cubicBezTo>
                <a:lnTo>
                  <a:pt x="4125152" y="6049348"/>
                </a:lnTo>
                <a:cubicBezTo>
                  <a:pt x="3725169" y="6309893"/>
                  <a:pt x="3266114" y="6466084"/>
                  <a:pt x="2790247" y="6503914"/>
                </a:cubicBezTo>
                <a:lnTo>
                  <a:pt x="2774307" y="6505236"/>
                </a:lnTo>
                <a:cubicBezTo>
                  <a:pt x="2755542" y="6507205"/>
                  <a:pt x="2735448" y="6508048"/>
                  <a:pt x="2715985" y="6509045"/>
                </a:cubicBezTo>
                <a:lnTo>
                  <a:pt x="2696297" y="6509856"/>
                </a:lnTo>
                <a:cubicBezTo>
                  <a:pt x="2660417" y="6511391"/>
                  <a:pt x="2624505" y="6512519"/>
                  <a:pt x="2588522" y="6512830"/>
                </a:cubicBezTo>
                <a:lnTo>
                  <a:pt x="2570028" y="6513131"/>
                </a:lnTo>
                <a:lnTo>
                  <a:pt x="2519573" y="6512584"/>
                </a:lnTo>
                <a:cubicBezTo>
                  <a:pt x="2509475" y="6512393"/>
                  <a:pt x="2499598" y="6512388"/>
                  <a:pt x="2489687" y="6511974"/>
                </a:cubicBezTo>
                <a:cubicBezTo>
                  <a:pt x="2472797" y="6511730"/>
                  <a:pt x="2455866" y="6511078"/>
                  <a:pt x="2438941" y="6510425"/>
                </a:cubicBezTo>
                <a:lnTo>
                  <a:pt x="2413927" y="6509004"/>
                </a:lnTo>
                <a:cubicBezTo>
                  <a:pt x="2353170" y="6505810"/>
                  <a:pt x="2292463" y="6500768"/>
                  <a:pt x="2232220" y="6493830"/>
                </a:cubicBezTo>
                <a:cubicBezTo>
                  <a:pt x="2228061" y="6493351"/>
                  <a:pt x="2224129" y="6493060"/>
                  <a:pt x="2220160" y="6492362"/>
                </a:cubicBezTo>
                <a:cubicBezTo>
                  <a:pt x="1670770" y="6427652"/>
                  <a:pt x="1151728" y="6205486"/>
                  <a:pt x="725542" y="5852579"/>
                </a:cubicBezTo>
                <a:cubicBezTo>
                  <a:pt x="720231" y="5848082"/>
                  <a:pt x="714920" y="5843585"/>
                  <a:pt x="709609" y="5839087"/>
                </a:cubicBezTo>
                <a:cubicBezTo>
                  <a:pt x="520238" y="5684428"/>
                  <a:pt x="270557" y="5639864"/>
                  <a:pt x="46105" y="5707934"/>
                </a:cubicBezTo>
                <a:lnTo>
                  <a:pt x="0" y="5726184"/>
                </a:lnTo>
                <a:lnTo>
                  <a:pt x="0" y="2312242"/>
                </a:lnTo>
                <a:lnTo>
                  <a:pt x="26070" y="2262510"/>
                </a:lnTo>
                <a:lnTo>
                  <a:pt x="30861" y="2253265"/>
                </a:lnTo>
                <a:cubicBezTo>
                  <a:pt x="43367" y="2230415"/>
                  <a:pt x="56318" y="2207945"/>
                  <a:pt x="69455" y="2185250"/>
                </a:cubicBezTo>
                <a:lnTo>
                  <a:pt x="78112" y="2170540"/>
                </a:lnTo>
                <a:cubicBezTo>
                  <a:pt x="89818" y="2150434"/>
                  <a:pt x="102155" y="2130480"/>
                  <a:pt x="114491" y="2110527"/>
                </a:cubicBezTo>
                <a:lnTo>
                  <a:pt x="128479" y="2088174"/>
                </a:lnTo>
                <a:lnTo>
                  <a:pt x="161143" y="2037932"/>
                </a:lnTo>
                <a:lnTo>
                  <a:pt x="174296" y="2017914"/>
                </a:lnTo>
                <a:lnTo>
                  <a:pt x="183292" y="2007290"/>
                </a:lnTo>
                <a:lnTo>
                  <a:pt x="211795" y="1966448"/>
                </a:lnTo>
                <a:lnTo>
                  <a:pt x="241679" y="1924875"/>
                </a:lnTo>
                <a:lnTo>
                  <a:pt x="262278" y="1897859"/>
                </a:lnTo>
                <a:cubicBezTo>
                  <a:pt x="275788" y="1879659"/>
                  <a:pt x="289263" y="1861051"/>
                  <a:pt x="303881" y="1843788"/>
                </a:cubicBezTo>
                <a:lnTo>
                  <a:pt x="313438" y="1832502"/>
                </a:lnTo>
                <a:cubicBezTo>
                  <a:pt x="427176" y="1690560"/>
                  <a:pt x="553987" y="1559649"/>
                  <a:pt x="692542" y="1441798"/>
                </a:cubicBezTo>
                <a:lnTo>
                  <a:pt x="708725" y="1428521"/>
                </a:lnTo>
                <a:cubicBezTo>
                  <a:pt x="955394" y="1215304"/>
                  <a:pt x="1028093" y="862901"/>
                  <a:pt x="885820" y="569604"/>
                </a:cubicBezTo>
                <a:lnTo>
                  <a:pt x="874929" y="547463"/>
                </a:lnTo>
                <a:cubicBezTo>
                  <a:pt x="769138" y="330003"/>
                  <a:pt x="547928" y="197309"/>
                  <a:pt x="312047" y="200556"/>
                </a:cubicBezTo>
                <a:cubicBezTo>
                  <a:pt x="278350" y="201020"/>
                  <a:pt x="244353" y="204258"/>
                  <a:pt x="210351" y="210419"/>
                </a:cubicBezTo>
                <a:lnTo>
                  <a:pt x="193952" y="213631"/>
                </a:lnTo>
                <a:cubicBezTo>
                  <a:pt x="139643" y="224254"/>
                  <a:pt x="85237" y="233005"/>
                  <a:pt x="30818" y="239912"/>
                </a:cubicBezTo>
                <a:lnTo>
                  <a:pt x="0" y="242786"/>
                </a:lnTo>
                <a:close/>
              </a:path>
            </a:pathLst>
          </a:custGeom>
          <a:solidFill>
            <a:schemeClr val="accent1"/>
          </a:solidFill>
        </p:spPr>
        <p:txBody>
          <a:bodyPr wrap="square" tIns="720000" anchor="ctr">
            <a:noAutofit/>
          </a:bodyPr>
          <a:lstStyle>
            <a:lvl1pPr algn="ctr">
              <a:spcBef>
                <a:spcPts val="0"/>
              </a:spcBef>
              <a:spcAft>
                <a:spcPts val="0"/>
              </a:spcAft>
              <a:defRPr sz="1000" baseline="0">
                <a:solidFill>
                  <a:schemeClr val="accent4"/>
                </a:solidFill>
              </a:defRPr>
            </a:lvl1pPr>
          </a:lstStyle>
          <a:p>
            <a:r>
              <a:rPr lang="en-US" noProof="0" dirty="0"/>
              <a:t>Click icon to add picture</a:t>
            </a:r>
          </a:p>
        </p:txBody>
      </p:sp>
    </p:spTree>
    <p:extLst>
      <p:ext uri="{BB962C8B-B14F-4D97-AF65-F5344CB8AC3E}">
        <p14:creationId xmlns:p14="http://schemas.microsoft.com/office/powerpoint/2010/main" val="3577347418"/>
      </p:ext>
    </p:extLst>
  </p:cSld>
  <p:clrMapOvr>
    <a:masterClrMapping/>
  </p:clrMapOvr>
  <p:extLst>
    <p:ext uri="{DCECCB84-F9BA-43D5-87BE-67443E8EF086}">
      <p15:sldGuideLst xmlns:p15="http://schemas.microsoft.com/office/powerpoint/2012/main">
        <p15:guide id="2" orient="horz" pos="3521">
          <p15:clr>
            <a:srgbClr val="FBAE40"/>
          </p15:clr>
        </p15:guide>
        <p15:guide id="3" pos="3749">
          <p15:clr>
            <a:srgbClr val="FBAE40"/>
          </p15:clr>
        </p15:guide>
        <p15:guide id="4" orient="horz" pos="2795">
          <p15:clr>
            <a:srgbClr val="FBAE40"/>
          </p15:clr>
        </p15:guide>
        <p15:guide id="5" orient="horz" pos="1253">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tac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53" imgH="353" progId="TCLayout.ActiveDocument.1">
                  <p:embed/>
                </p:oleObj>
              </mc:Choice>
              <mc:Fallback>
                <p:oleObj name="think-cell Slide" r:id="rId3" imgW="353" imgH="353"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1" name="Rectangle 10"/>
          <p:cNvSpPr/>
          <p:nvPr userDrawn="1"/>
        </p:nvSpPr>
        <p:spPr bwMode="gray">
          <a:xfrm>
            <a:off x="1" y="0"/>
            <a:ext cx="12192000" cy="6858001"/>
          </a:xfrm>
          <a:prstGeom prst="rect">
            <a:avLst/>
          </a:prstGeom>
          <a:solidFill>
            <a:srgbClr val="FFC832"/>
          </a:solid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400" kern="0" dirty="0">
              <a:solidFill>
                <a:srgbClr val="FFFFFF"/>
              </a:solidFill>
              <a:latin typeface="Verdana"/>
            </a:endParaRPr>
          </a:p>
        </p:txBody>
      </p:sp>
      <p:sp>
        <p:nvSpPr>
          <p:cNvPr id="18" name="Text Placeholder AP1 Details"/>
          <p:cNvSpPr>
            <a:spLocks noGrp="1"/>
          </p:cNvSpPr>
          <p:nvPr>
            <p:ph type="body" sz="quarter" idx="19" hasCustomPrompt="1"/>
          </p:nvPr>
        </p:nvSpPr>
        <p:spPr bwMode="gray">
          <a:xfrm>
            <a:off x="624092" y="1988680"/>
            <a:ext cx="2519767" cy="1655976"/>
          </a:xfrm>
          <a:prstGeom prst="rect">
            <a:avLst/>
          </a:prstGeom>
          <a:noFill/>
        </p:spPr>
        <p:txBody>
          <a:bodyPr vert="horz" lIns="0" tIns="0" rIns="0" bIns="0" rtlCol="0" anchor="t" anchorCtr="0">
            <a:noAutofit/>
          </a:bodyPr>
          <a:lstStyle>
            <a:lvl1pPr>
              <a:spcBef>
                <a:spcPts val="0"/>
              </a:spcBef>
              <a:defRPr lang="de-DE" sz="1200" b="0" kern="1200" baseline="0" dirty="0" smtClean="0">
                <a:solidFill>
                  <a:schemeClr val="accent1"/>
                </a:solidFill>
                <a:latin typeface="Verdana" panose="020B0604030504040204" pitchFamily="34" charset="0"/>
                <a:ea typeface="Verdana" panose="020B0604030504040204" pitchFamily="34" charset="0"/>
                <a:cs typeface="Verdana" panose="020B0604030504040204" pitchFamily="34" charset="0"/>
              </a:defRPr>
            </a:lvl1pPr>
            <a:lvl2pPr marL="0" indent="0">
              <a:spcBef>
                <a:spcPts val="0"/>
              </a:spcBef>
              <a:buNone/>
              <a:defRPr sz="1200" baseline="0">
                <a:solidFill>
                  <a:schemeClr val="accent1"/>
                </a:solidFill>
              </a:defRPr>
            </a:lvl2pPr>
            <a:lvl3pPr marL="0" indent="0">
              <a:spcBef>
                <a:spcPts val="0"/>
              </a:spcBef>
              <a:buFontTx/>
              <a:buNone/>
              <a:defRPr sz="1200">
                <a:solidFill>
                  <a:schemeClr val="accent1"/>
                </a:solidFill>
              </a:defRPr>
            </a:lvl3pPr>
            <a:lvl4pPr marL="0" indent="0">
              <a:spcBef>
                <a:spcPts val="0"/>
              </a:spcBef>
              <a:buFontTx/>
              <a:buNone/>
              <a:defRPr sz="1200" baseline="0">
                <a:solidFill>
                  <a:schemeClr val="accent1"/>
                </a:solidFill>
              </a:defRPr>
            </a:lvl4pPr>
            <a:lvl5pPr marL="0" indent="0">
              <a:spcBef>
                <a:spcPts val="0"/>
              </a:spcBef>
              <a:buFontTx/>
              <a:buNone/>
              <a:defRPr sz="1200">
                <a:solidFill>
                  <a:schemeClr val="accent1"/>
                </a:solidFill>
              </a:defRPr>
            </a:lvl5pPr>
            <a:lvl6pPr marL="0" indent="0">
              <a:spcBef>
                <a:spcPts val="0"/>
              </a:spcBef>
              <a:buFontTx/>
              <a:buNone/>
              <a:defRPr sz="1200">
                <a:solidFill>
                  <a:schemeClr val="accent1"/>
                </a:solidFill>
              </a:defRPr>
            </a:lvl6pPr>
            <a:lvl7pPr marL="0" indent="0">
              <a:spcBef>
                <a:spcPts val="0"/>
              </a:spcBef>
              <a:buFontTx/>
              <a:buNone/>
              <a:defRPr sz="1200">
                <a:solidFill>
                  <a:schemeClr val="accent1"/>
                </a:solidFill>
              </a:defRPr>
            </a:lvl7pPr>
            <a:lvl8pPr marL="0" indent="0">
              <a:spcBef>
                <a:spcPts val="0"/>
              </a:spcBef>
              <a:buNone/>
              <a:defRPr sz="1200">
                <a:solidFill>
                  <a:schemeClr val="accent1"/>
                </a:solidFill>
              </a:defRPr>
            </a:lvl8pPr>
            <a:lvl9pPr marL="0" indent="0">
              <a:spcBef>
                <a:spcPts val="0"/>
              </a:spcBef>
              <a:buNone/>
              <a:defRPr sz="1200">
                <a:solidFill>
                  <a:schemeClr val="accent1"/>
                </a:solidFill>
              </a:defRPr>
            </a:lvl9pPr>
          </a:lstStyle>
          <a:p>
            <a:pPr lvl="0">
              <a:spcBef>
                <a:spcPts val="0"/>
              </a:spcBef>
              <a:buClr>
                <a:srgbClr val="52328F"/>
              </a:buClr>
            </a:pPr>
            <a:r>
              <a:rPr lang="en-US" noProof="0" dirty="0"/>
              <a:t>Add your contact details here.</a:t>
            </a:r>
          </a:p>
        </p:txBody>
      </p:sp>
      <p:sp>
        <p:nvSpPr>
          <p:cNvPr id="4" name="Text Placeholder AP1 Name"/>
          <p:cNvSpPr>
            <a:spLocks noGrp="1"/>
          </p:cNvSpPr>
          <p:nvPr>
            <p:ph type="body" sz="quarter" idx="10" hasCustomPrompt="1"/>
          </p:nvPr>
        </p:nvSpPr>
        <p:spPr bwMode="gray">
          <a:xfrm>
            <a:off x="624001" y="1484784"/>
            <a:ext cx="2519851" cy="432048"/>
          </a:xfrm>
          <a:prstGeom prst="rect">
            <a:avLst/>
          </a:prstGeom>
        </p:spPr>
        <p:txBody>
          <a:bodyPr anchor="b" anchorCtr="0"/>
          <a:lstStyle>
            <a:lvl1pPr marL="0" indent="0">
              <a:spcBef>
                <a:spcPts val="0"/>
              </a:spcBef>
              <a:spcAft>
                <a:spcPts val="0"/>
              </a:spcAft>
              <a:buFont typeface="Arial" panose="020B0604020202020204" pitchFamily="34" charset="0"/>
              <a:buNone/>
              <a:defRPr lang="en-US" sz="1400" b="1" i="0" kern="1200" cap="none" baseline="0" noProof="0" dirty="0" smtClean="0">
                <a:solidFill>
                  <a:schemeClr val="accent1"/>
                </a:solidFill>
                <a:latin typeface="+mj-lt"/>
                <a:ea typeface="Verdana" panose="020B0604030504040204" pitchFamily="34" charset="0"/>
                <a:cs typeface="Verdana" panose="020B0604030504040204" pitchFamily="34" charset="0"/>
              </a:defRPr>
            </a:lvl1pPr>
            <a:lvl2pPr marL="0" indent="0">
              <a:spcBef>
                <a:spcPts val="0"/>
              </a:spcBef>
              <a:spcAft>
                <a:spcPts val="0"/>
              </a:spcAft>
              <a:buNone/>
              <a:defRPr sz="1400" b="1" cap="none">
                <a:solidFill>
                  <a:schemeClr val="accent1"/>
                </a:solidFill>
                <a:latin typeface="+mj-lt"/>
              </a:defRPr>
            </a:lvl2pPr>
            <a:lvl3pPr marL="0" indent="0">
              <a:spcBef>
                <a:spcPts val="0"/>
              </a:spcBef>
              <a:spcAft>
                <a:spcPts val="0"/>
              </a:spcAft>
              <a:buNone/>
              <a:defRPr sz="1400" b="1" cap="none">
                <a:solidFill>
                  <a:schemeClr val="accent1"/>
                </a:solidFill>
                <a:latin typeface="+mj-lt"/>
              </a:defRPr>
            </a:lvl3pPr>
            <a:lvl4pPr marL="0" indent="0">
              <a:spcBef>
                <a:spcPts val="0"/>
              </a:spcBef>
              <a:spcAft>
                <a:spcPts val="0"/>
              </a:spcAft>
              <a:buNone/>
              <a:defRPr sz="1400" b="1" cap="none">
                <a:solidFill>
                  <a:schemeClr val="accent1"/>
                </a:solidFill>
                <a:latin typeface="+mj-lt"/>
              </a:defRPr>
            </a:lvl4pPr>
            <a:lvl5pPr marL="0" indent="0">
              <a:spcBef>
                <a:spcPts val="0"/>
              </a:spcBef>
              <a:spcAft>
                <a:spcPts val="0"/>
              </a:spcAft>
              <a:buNone/>
              <a:defRPr sz="1400" b="1" cap="none">
                <a:solidFill>
                  <a:schemeClr val="accent1"/>
                </a:solidFill>
                <a:latin typeface="+mj-lt"/>
              </a:defRPr>
            </a:lvl5pPr>
            <a:lvl6pPr marL="0" indent="0">
              <a:spcBef>
                <a:spcPts val="0"/>
              </a:spcBef>
              <a:spcAft>
                <a:spcPts val="0"/>
              </a:spcAft>
              <a:buNone/>
              <a:defRPr sz="1400" b="1" cap="none">
                <a:solidFill>
                  <a:schemeClr val="accent1"/>
                </a:solidFill>
                <a:latin typeface="+mj-lt"/>
              </a:defRPr>
            </a:lvl6pPr>
            <a:lvl7pPr marL="0" indent="0">
              <a:spcBef>
                <a:spcPts val="0"/>
              </a:spcBef>
              <a:spcAft>
                <a:spcPts val="0"/>
              </a:spcAft>
              <a:buNone/>
              <a:defRPr sz="1400" b="1" cap="none">
                <a:solidFill>
                  <a:schemeClr val="accent1"/>
                </a:solidFill>
                <a:latin typeface="+mj-lt"/>
              </a:defRPr>
            </a:lvl7pPr>
            <a:lvl8pPr marL="0" indent="0">
              <a:spcBef>
                <a:spcPts val="0"/>
              </a:spcBef>
              <a:spcAft>
                <a:spcPts val="0"/>
              </a:spcAft>
              <a:buNone/>
              <a:defRPr sz="1400" b="1" cap="none">
                <a:solidFill>
                  <a:schemeClr val="accent1"/>
                </a:solidFill>
                <a:latin typeface="+mj-lt"/>
              </a:defRPr>
            </a:lvl8pPr>
            <a:lvl9pPr marL="0" indent="0">
              <a:spcBef>
                <a:spcPts val="0"/>
              </a:spcBef>
              <a:spcAft>
                <a:spcPts val="0"/>
              </a:spcAft>
              <a:buNone/>
              <a:defRPr sz="1400" b="1" cap="none">
                <a:solidFill>
                  <a:schemeClr val="accent1"/>
                </a:solidFill>
                <a:latin typeface="+mj-lt"/>
              </a:defRPr>
            </a:lvl9pPr>
          </a:lstStyle>
          <a:p>
            <a:pPr lvl="0"/>
            <a:r>
              <a:rPr lang="en-US" noProof="0" dirty="0"/>
              <a:t>Contact (Please edit)</a:t>
            </a:r>
          </a:p>
        </p:txBody>
      </p:sp>
      <p:sp>
        <p:nvSpPr>
          <p:cNvPr id="15" name="Text Placeholder AP1 Details">
            <a:extLst>
              <a:ext uri="{FF2B5EF4-FFF2-40B4-BE49-F238E27FC236}">
                <a16:creationId xmlns:a16="http://schemas.microsoft.com/office/drawing/2014/main" id="{9D7C527A-CAFB-4E43-BB5A-9A14F133AFF5}"/>
              </a:ext>
            </a:extLst>
          </p:cNvPr>
          <p:cNvSpPr>
            <a:spLocks noGrp="1"/>
          </p:cNvSpPr>
          <p:nvPr>
            <p:ph type="body" sz="quarter" idx="20" hasCustomPrompt="1"/>
          </p:nvPr>
        </p:nvSpPr>
        <p:spPr bwMode="gray">
          <a:xfrm>
            <a:off x="623483" y="4437320"/>
            <a:ext cx="2519767" cy="1655976"/>
          </a:xfrm>
          <a:prstGeom prst="rect">
            <a:avLst/>
          </a:prstGeom>
          <a:noFill/>
        </p:spPr>
        <p:txBody>
          <a:bodyPr vert="horz" lIns="0" tIns="0" rIns="0" bIns="0" rtlCol="0" anchor="t" anchorCtr="0">
            <a:noAutofit/>
          </a:bodyPr>
          <a:lstStyle>
            <a:lvl1pPr>
              <a:spcBef>
                <a:spcPts val="0"/>
              </a:spcBef>
              <a:defRPr lang="de-DE" sz="1200" b="0" kern="1200" baseline="0" dirty="0" smtClean="0">
                <a:solidFill>
                  <a:schemeClr val="accent1"/>
                </a:solidFill>
                <a:latin typeface="Verdana" panose="020B0604030504040204" pitchFamily="34" charset="0"/>
                <a:ea typeface="Verdana" panose="020B0604030504040204" pitchFamily="34" charset="0"/>
                <a:cs typeface="Verdana" panose="020B0604030504040204" pitchFamily="34" charset="0"/>
              </a:defRPr>
            </a:lvl1pPr>
            <a:lvl2pPr marL="0" indent="0">
              <a:spcBef>
                <a:spcPts val="0"/>
              </a:spcBef>
              <a:buNone/>
              <a:defRPr sz="1200" baseline="0">
                <a:solidFill>
                  <a:schemeClr val="accent1"/>
                </a:solidFill>
              </a:defRPr>
            </a:lvl2pPr>
            <a:lvl3pPr marL="0" indent="0">
              <a:spcBef>
                <a:spcPts val="0"/>
              </a:spcBef>
              <a:buFontTx/>
              <a:buNone/>
              <a:defRPr sz="1200">
                <a:solidFill>
                  <a:schemeClr val="accent1"/>
                </a:solidFill>
              </a:defRPr>
            </a:lvl3pPr>
            <a:lvl4pPr marL="0" indent="0">
              <a:spcBef>
                <a:spcPts val="0"/>
              </a:spcBef>
              <a:buFontTx/>
              <a:buNone/>
              <a:defRPr sz="1200" baseline="0">
                <a:solidFill>
                  <a:schemeClr val="accent1"/>
                </a:solidFill>
              </a:defRPr>
            </a:lvl4pPr>
            <a:lvl5pPr marL="0" indent="0">
              <a:spcBef>
                <a:spcPts val="0"/>
              </a:spcBef>
              <a:buFontTx/>
              <a:buNone/>
              <a:defRPr sz="1200">
                <a:solidFill>
                  <a:schemeClr val="accent1"/>
                </a:solidFill>
              </a:defRPr>
            </a:lvl5pPr>
            <a:lvl6pPr marL="0" indent="0">
              <a:spcBef>
                <a:spcPts val="0"/>
              </a:spcBef>
              <a:buFontTx/>
              <a:buNone/>
              <a:defRPr sz="1200">
                <a:solidFill>
                  <a:schemeClr val="accent1"/>
                </a:solidFill>
              </a:defRPr>
            </a:lvl6pPr>
            <a:lvl7pPr marL="0" indent="0">
              <a:spcBef>
                <a:spcPts val="0"/>
              </a:spcBef>
              <a:buFontTx/>
              <a:buNone/>
              <a:defRPr sz="1200">
                <a:solidFill>
                  <a:schemeClr val="accent1"/>
                </a:solidFill>
              </a:defRPr>
            </a:lvl7pPr>
            <a:lvl8pPr marL="0" indent="0">
              <a:spcBef>
                <a:spcPts val="0"/>
              </a:spcBef>
              <a:buNone/>
              <a:defRPr sz="1200">
                <a:solidFill>
                  <a:schemeClr val="accent1"/>
                </a:solidFill>
              </a:defRPr>
            </a:lvl8pPr>
            <a:lvl9pPr marL="0" indent="0">
              <a:spcBef>
                <a:spcPts val="0"/>
              </a:spcBef>
              <a:buNone/>
              <a:defRPr sz="1200">
                <a:solidFill>
                  <a:schemeClr val="accent1"/>
                </a:solidFill>
              </a:defRPr>
            </a:lvl9pPr>
          </a:lstStyle>
          <a:p>
            <a:pPr lvl="0">
              <a:spcBef>
                <a:spcPts val="0"/>
              </a:spcBef>
              <a:buClr>
                <a:srgbClr val="52328F"/>
              </a:buClr>
            </a:pPr>
            <a:r>
              <a:rPr lang="en-US" noProof="0" dirty="0"/>
              <a:t>Add your contact details here.</a:t>
            </a:r>
          </a:p>
        </p:txBody>
      </p:sp>
      <p:sp>
        <p:nvSpPr>
          <p:cNvPr id="16" name="Text Placeholder AP1 Name">
            <a:extLst>
              <a:ext uri="{FF2B5EF4-FFF2-40B4-BE49-F238E27FC236}">
                <a16:creationId xmlns:a16="http://schemas.microsoft.com/office/drawing/2014/main" id="{2DA765EA-89A4-44AC-8EE1-E408FFA54A8D}"/>
              </a:ext>
            </a:extLst>
          </p:cNvPr>
          <p:cNvSpPr>
            <a:spLocks noGrp="1"/>
          </p:cNvSpPr>
          <p:nvPr>
            <p:ph type="body" sz="quarter" idx="21" hasCustomPrompt="1"/>
          </p:nvPr>
        </p:nvSpPr>
        <p:spPr bwMode="gray">
          <a:xfrm>
            <a:off x="623392" y="3933424"/>
            <a:ext cx="2519851" cy="432048"/>
          </a:xfrm>
          <a:prstGeom prst="rect">
            <a:avLst/>
          </a:prstGeom>
        </p:spPr>
        <p:txBody>
          <a:bodyPr anchor="b" anchorCtr="0"/>
          <a:lstStyle>
            <a:lvl1pPr marL="0" indent="0">
              <a:spcBef>
                <a:spcPts val="0"/>
              </a:spcBef>
              <a:spcAft>
                <a:spcPts val="0"/>
              </a:spcAft>
              <a:buFont typeface="Arial" panose="020B0604020202020204" pitchFamily="34" charset="0"/>
              <a:buNone/>
              <a:defRPr lang="en-US" sz="1400" b="1" i="0" kern="1200" cap="none" baseline="0" noProof="0" dirty="0" smtClean="0">
                <a:solidFill>
                  <a:schemeClr val="accent1"/>
                </a:solidFill>
                <a:latin typeface="+mj-lt"/>
                <a:ea typeface="Verdana" panose="020B0604030504040204" pitchFamily="34" charset="0"/>
                <a:cs typeface="Verdana" panose="020B0604030504040204" pitchFamily="34" charset="0"/>
              </a:defRPr>
            </a:lvl1pPr>
            <a:lvl2pPr marL="0" indent="0">
              <a:spcBef>
                <a:spcPts val="0"/>
              </a:spcBef>
              <a:spcAft>
                <a:spcPts val="0"/>
              </a:spcAft>
              <a:buNone/>
              <a:defRPr sz="1400" b="1" cap="none">
                <a:solidFill>
                  <a:schemeClr val="accent1"/>
                </a:solidFill>
                <a:latin typeface="+mj-lt"/>
              </a:defRPr>
            </a:lvl2pPr>
            <a:lvl3pPr marL="0" indent="0">
              <a:spcBef>
                <a:spcPts val="0"/>
              </a:spcBef>
              <a:spcAft>
                <a:spcPts val="0"/>
              </a:spcAft>
              <a:buNone/>
              <a:defRPr sz="1400" b="1" cap="none">
                <a:solidFill>
                  <a:schemeClr val="accent1"/>
                </a:solidFill>
                <a:latin typeface="+mj-lt"/>
              </a:defRPr>
            </a:lvl3pPr>
            <a:lvl4pPr marL="0" indent="0">
              <a:spcBef>
                <a:spcPts val="0"/>
              </a:spcBef>
              <a:spcAft>
                <a:spcPts val="0"/>
              </a:spcAft>
              <a:buNone/>
              <a:defRPr sz="1400" b="1" cap="none">
                <a:solidFill>
                  <a:schemeClr val="accent1"/>
                </a:solidFill>
                <a:latin typeface="+mj-lt"/>
              </a:defRPr>
            </a:lvl4pPr>
            <a:lvl5pPr marL="0" indent="0">
              <a:spcBef>
                <a:spcPts val="0"/>
              </a:spcBef>
              <a:spcAft>
                <a:spcPts val="0"/>
              </a:spcAft>
              <a:buNone/>
              <a:defRPr sz="1400" b="1" cap="none">
                <a:solidFill>
                  <a:schemeClr val="accent1"/>
                </a:solidFill>
                <a:latin typeface="+mj-lt"/>
              </a:defRPr>
            </a:lvl5pPr>
            <a:lvl6pPr marL="0" indent="0">
              <a:spcBef>
                <a:spcPts val="0"/>
              </a:spcBef>
              <a:spcAft>
                <a:spcPts val="0"/>
              </a:spcAft>
              <a:buNone/>
              <a:defRPr sz="1400" b="1" cap="none">
                <a:solidFill>
                  <a:schemeClr val="accent1"/>
                </a:solidFill>
                <a:latin typeface="+mj-lt"/>
              </a:defRPr>
            </a:lvl6pPr>
            <a:lvl7pPr marL="0" indent="0">
              <a:spcBef>
                <a:spcPts val="0"/>
              </a:spcBef>
              <a:spcAft>
                <a:spcPts val="0"/>
              </a:spcAft>
              <a:buNone/>
              <a:defRPr sz="1400" b="1" cap="none">
                <a:solidFill>
                  <a:schemeClr val="accent1"/>
                </a:solidFill>
                <a:latin typeface="+mj-lt"/>
              </a:defRPr>
            </a:lvl7pPr>
            <a:lvl8pPr marL="0" indent="0">
              <a:spcBef>
                <a:spcPts val="0"/>
              </a:spcBef>
              <a:spcAft>
                <a:spcPts val="0"/>
              </a:spcAft>
              <a:buNone/>
              <a:defRPr sz="1400" b="1" cap="none">
                <a:solidFill>
                  <a:schemeClr val="accent1"/>
                </a:solidFill>
                <a:latin typeface="+mj-lt"/>
              </a:defRPr>
            </a:lvl8pPr>
            <a:lvl9pPr marL="0" indent="0">
              <a:spcBef>
                <a:spcPts val="0"/>
              </a:spcBef>
              <a:spcAft>
                <a:spcPts val="0"/>
              </a:spcAft>
              <a:buNone/>
              <a:defRPr sz="1400" b="1" cap="none">
                <a:solidFill>
                  <a:schemeClr val="accent1"/>
                </a:solidFill>
                <a:latin typeface="+mj-lt"/>
              </a:defRPr>
            </a:lvl9pPr>
          </a:lstStyle>
          <a:p>
            <a:pPr lvl="0"/>
            <a:r>
              <a:rPr lang="en-US" noProof="0" dirty="0"/>
              <a:t>Contact (Please edit)</a:t>
            </a:r>
          </a:p>
        </p:txBody>
      </p:sp>
      <p:sp>
        <p:nvSpPr>
          <p:cNvPr id="23" name="Text Placeholder AP1 Details">
            <a:extLst>
              <a:ext uri="{FF2B5EF4-FFF2-40B4-BE49-F238E27FC236}">
                <a16:creationId xmlns:a16="http://schemas.microsoft.com/office/drawing/2014/main" id="{1AD3E7E9-BC92-4039-9FE8-8B9BE2F1DFF8}"/>
              </a:ext>
            </a:extLst>
          </p:cNvPr>
          <p:cNvSpPr>
            <a:spLocks noGrp="1"/>
          </p:cNvSpPr>
          <p:nvPr>
            <p:ph type="body" sz="quarter" idx="22" hasCustomPrompt="1"/>
          </p:nvPr>
        </p:nvSpPr>
        <p:spPr bwMode="gray">
          <a:xfrm>
            <a:off x="3431795" y="4436952"/>
            <a:ext cx="2519767" cy="1655976"/>
          </a:xfrm>
          <a:prstGeom prst="rect">
            <a:avLst/>
          </a:prstGeom>
          <a:noFill/>
        </p:spPr>
        <p:txBody>
          <a:bodyPr vert="horz" lIns="0" tIns="0" rIns="0" bIns="0" rtlCol="0" anchor="t" anchorCtr="0">
            <a:noAutofit/>
          </a:bodyPr>
          <a:lstStyle>
            <a:lvl1pPr>
              <a:spcBef>
                <a:spcPts val="0"/>
              </a:spcBef>
              <a:defRPr lang="de-DE" sz="1200" b="0" kern="1200" baseline="0" dirty="0" smtClean="0">
                <a:solidFill>
                  <a:schemeClr val="accent1"/>
                </a:solidFill>
                <a:latin typeface="Verdana" panose="020B0604030504040204" pitchFamily="34" charset="0"/>
                <a:ea typeface="Verdana" panose="020B0604030504040204" pitchFamily="34" charset="0"/>
                <a:cs typeface="Verdana" panose="020B0604030504040204" pitchFamily="34" charset="0"/>
              </a:defRPr>
            </a:lvl1pPr>
            <a:lvl2pPr marL="0" indent="0">
              <a:spcBef>
                <a:spcPts val="0"/>
              </a:spcBef>
              <a:buNone/>
              <a:defRPr sz="1200" baseline="0">
                <a:solidFill>
                  <a:schemeClr val="accent1"/>
                </a:solidFill>
              </a:defRPr>
            </a:lvl2pPr>
            <a:lvl3pPr marL="0" indent="0">
              <a:spcBef>
                <a:spcPts val="0"/>
              </a:spcBef>
              <a:buFontTx/>
              <a:buNone/>
              <a:defRPr sz="1200">
                <a:solidFill>
                  <a:schemeClr val="accent1"/>
                </a:solidFill>
              </a:defRPr>
            </a:lvl3pPr>
            <a:lvl4pPr marL="0" indent="0">
              <a:spcBef>
                <a:spcPts val="0"/>
              </a:spcBef>
              <a:buFontTx/>
              <a:buNone/>
              <a:defRPr sz="1200" baseline="0">
                <a:solidFill>
                  <a:schemeClr val="accent1"/>
                </a:solidFill>
              </a:defRPr>
            </a:lvl4pPr>
            <a:lvl5pPr marL="0" indent="0">
              <a:spcBef>
                <a:spcPts val="0"/>
              </a:spcBef>
              <a:buFontTx/>
              <a:buNone/>
              <a:defRPr sz="1200">
                <a:solidFill>
                  <a:schemeClr val="accent1"/>
                </a:solidFill>
              </a:defRPr>
            </a:lvl5pPr>
            <a:lvl6pPr marL="0" indent="0">
              <a:spcBef>
                <a:spcPts val="0"/>
              </a:spcBef>
              <a:buFontTx/>
              <a:buNone/>
              <a:defRPr sz="1200">
                <a:solidFill>
                  <a:schemeClr val="accent1"/>
                </a:solidFill>
              </a:defRPr>
            </a:lvl6pPr>
            <a:lvl7pPr marL="0" indent="0">
              <a:spcBef>
                <a:spcPts val="0"/>
              </a:spcBef>
              <a:buFontTx/>
              <a:buNone/>
              <a:defRPr sz="1200">
                <a:solidFill>
                  <a:schemeClr val="accent1"/>
                </a:solidFill>
              </a:defRPr>
            </a:lvl7pPr>
            <a:lvl8pPr marL="0" indent="0">
              <a:spcBef>
                <a:spcPts val="0"/>
              </a:spcBef>
              <a:buNone/>
              <a:defRPr sz="1200">
                <a:solidFill>
                  <a:schemeClr val="accent1"/>
                </a:solidFill>
              </a:defRPr>
            </a:lvl8pPr>
            <a:lvl9pPr marL="0" indent="0">
              <a:spcBef>
                <a:spcPts val="0"/>
              </a:spcBef>
              <a:buNone/>
              <a:defRPr sz="1200">
                <a:solidFill>
                  <a:schemeClr val="accent1"/>
                </a:solidFill>
              </a:defRPr>
            </a:lvl9pPr>
          </a:lstStyle>
          <a:p>
            <a:pPr lvl="0">
              <a:spcBef>
                <a:spcPts val="0"/>
              </a:spcBef>
              <a:buClr>
                <a:srgbClr val="52328F"/>
              </a:buClr>
            </a:pPr>
            <a:r>
              <a:rPr lang="en-US" noProof="0" dirty="0"/>
              <a:t>Add your contact details here.</a:t>
            </a:r>
          </a:p>
        </p:txBody>
      </p:sp>
      <p:sp>
        <p:nvSpPr>
          <p:cNvPr id="24" name="Text Placeholder AP1 Name">
            <a:extLst>
              <a:ext uri="{FF2B5EF4-FFF2-40B4-BE49-F238E27FC236}">
                <a16:creationId xmlns:a16="http://schemas.microsoft.com/office/drawing/2014/main" id="{D51B0300-283C-4494-BC4A-3BC70337C112}"/>
              </a:ext>
            </a:extLst>
          </p:cNvPr>
          <p:cNvSpPr>
            <a:spLocks noGrp="1"/>
          </p:cNvSpPr>
          <p:nvPr>
            <p:ph type="body" sz="quarter" idx="23" hasCustomPrompt="1"/>
          </p:nvPr>
        </p:nvSpPr>
        <p:spPr bwMode="gray">
          <a:xfrm>
            <a:off x="3431704" y="3933056"/>
            <a:ext cx="2519851" cy="432048"/>
          </a:xfrm>
          <a:prstGeom prst="rect">
            <a:avLst/>
          </a:prstGeom>
        </p:spPr>
        <p:txBody>
          <a:bodyPr anchor="b" anchorCtr="0"/>
          <a:lstStyle>
            <a:lvl1pPr marL="0" indent="0">
              <a:spcBef>
                <a:spcPts val="0"/>
              </a:spcBef>
              <a:spcAft>
                <a:spcPts val="0"/>
              </a:spcAft>
              <a:buFont typeface="Arial" panose="020B0604020202020204" pitchFamily="34" charset="0"/>
              <a:buNone/>
              <a:defRPr lang="en-US" sz="1400" b="1" i="0" kern="1200" cap="none" baseline="0" noProof="0" dirty="0" smtClean="0">
                <a:solidFill>
                  <a:schemeClr val="accent1"/>
                </a:solidFill>
                <a:latin typeface="+mj-lt"/>
                <a:ea typeface="Verdana" panose="020B0604030504040204" pitchFamily="34" charset="0"/>
                <a:cs typeface="Verdana" panose="020B0604030504040204" pitchFamily="34" charset="0"/>
              </a:defRPr>
            </a:lvl1pPr>
            <a:lvl2pPr marL="0" indent="0">
              <a:spcBef>
                <a:spcPts val="0"/>
              </a:spcBef>
              <a:spcAft>
                <a:spcPts val="0"/>
              </a:spcAft>
              <a:buNone/>
              <a:defRPr sz="1400" b="1" cap="none">
                <a:solidFill>
                  <a:schemeClr val="accent1"/>
                </a:solidFill>
                <a:latin typeface="+mj-lt"/>
              </a:defRPr>
            </a:lvl2pPr>
            <a:lvl3pPr marL="0" indent="0">
              <a:spcBef>
                <a:spcPts val="0"/>
              </a:spcBef>
              <a:spcAft>
                <a:spcPts val="0"/>
              </a:spcAft>
              <a:buNone/>
              <a:defRPr sz="1400" b="1" cap="none">
                <a:solidFill>
                  <a:schemeClr val="accent1"/>
                </a:solidFill>
                <a:latin typeface="+mj-lt"/>
              </a:defRPr>
            </a:lvl3pPr>
            <a:lvl4pPr marL="0" indent="0">
              <a:spcBef>
                <a:spcPts val="0"/>
              </a:spcBef>
              <a:spcAft>
                <a:spcPts val="0"/>
              </a:spcAft>
              <a:buNone/>
              <a:defRPr sz="1400" b="1" cap="none">
                <a:solidFill>
                  <a:schemeClr val="accent1"/>
                </a:solidFill>
                <a:latin typeface="+mj-lt"/>
              </a:defRPr>
            </a:lvl4pPr>
            <a:lvl5pPr marL="0" indent="0">
              <a:spcBef>
                <a:spcPts val="0"/>
              </a:spcBef>
              <a:spcAft>
                <a:spcPts val="0"/>
              </a:spcAft>
              <a:buNone/>
              <a:defRPr sz="1400" b="1" cap="none">
                <a:solidFill>
                  <a:schemeClr val="accent1"/>
                </a:solidFill>
                <a:latin typeface="+mj-lt"/>
              </a:defRPr>
            </a:lvl5pPr>
            <a:lvl6pPr marL="0" indent="0">
              <a:spcBef>
                <a:spcPts val="0"/>
              </a:spcBef>
              <a:spcAft>
                <a:spcPts val="0"/>
              </a:spcAft>
              <a:buNone/>
              <a:defRPr sz="1400" b="1" cap="none">
                <a:solidFill>
                  <a:schemeClr val="accent1"/>
                </a:solidFill>
                <a:latin typeface="+mj-lt"/>
              </a:defRPr>
            </a:lvl6pPr>
            <a:lvl7pPr marL="0" indent="0">
              <a:spcBef>
                <a:spcPts val="0"/>
              </a:spcBef>
              <a:spcAft>
                <a:spcPts val="0"/>
              </a:spcAft>
              <a:buNone/>
              <a:defRPr sz="1400" b="1" cap="none">
                <a:solidFill>
                  <a:schemeClr val="accent1"/>
                </a:solidFill>
                <a:latin typeface="+mj-lt"/>
              </a:defRPr>
            </a:lvl7pPr>
            <a:lvl8pPr marL="0" indent="0">
              <a:spcBef>
                <a:spcPts val="0"/>
              </a:spcBef>
              <a:spcAft>
                <a:spcPts val="0"/>
              </a:spcAft>
              <a:buNone/>
              <a:defRPr sz="1400" b="1" cap="none">
                <a:solidFill>
                  <a:schemeClr val="accent1"/>
                </a:solidFill>
                <a:latin typeface="+mj-lt"/>
              </a:defRPr>
            </a:lvl8pPr>
            <a:lvl9pPr marL="0" indent="0">
              <a:spcBef>
                <a:spcPts val="0"/>
              </a:spcBef>
              <a:spcAft>
                <a:spcPts val="0"/>
              </a:spcAft>
              <a:buNone/>
              <a:defRPr sz="1400" b="1" cap="none">
                <a:solidFill>
                  <a:schemeClr val="accent1"/>
                </a:solidFill>
                <a:latin typeface="+mj-lt"/>
              </a:defRPr>
            </a:lvl9pPr>
          </a:lstStyle>
          <a:p>
            <a:pPr lvl="0"/>
            <a:r>
              <a:rPr lang="en-US" noProof="0" dirty="0"/>
              <a:t>Contact (Please edit)</a:t>
            </a:r>
          </a:p>
        </p:txBody>
      </p:sp>
      <p:pic>
        <p:nvPicPr>
          <p:cNvPr id="12" name="Grafik 11">
            <a:extLst>
              <a:ext uri="{FF2B5EF4-FFF2-40B4-BE49-F238E27FC236}">
                <a16:creationId xmlns:a16="http://schemas.microsoft.com/office/drawing/2014/main" id="{7A7098BC-A76B-47A2-9C96-0DFADC9A35EC}"/>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304362" y="3933056"/>
            <a:ext cx="4264155" cy="2156266"/>
          </a:xfrm>
          <a:prstGeom prst="rect">
            <a:avLst/>
          </a:prstGeom>
        </p:spPr>
      </p:pic>
    </p:spTree>
    <p:extLst>
      <p:ext uri="{BB962C8B-B14F-4D97-AF65-F5344CB8AC3E}">
        <p14:creationId xmlns:p14="http://schemas.microsoft.com/office/powerpoint/2010/main" val="883282701"/>
      </p:ext>
    </p:extLst>
  </p:cSld>
  <p:clrMapOvr>
    <a:masterClrMapping/>
  </p:clrMapOvr>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One content with subheadline">
    <p:spTree>
      <p:nvGrpSpPr>
        <p:cNvPr id="1" name=""/>
        <p:cNvGrpSpPr/>
        <p:nvPr/>
      </p:nvGrpSpPr>
      <p:grpSpPr>
        <a:xfrm>
          <a:off x="0" y="0"/>
          <a:ext cx="0" cy="0"/>
          <a:chOff x="0" y="0"/>
          <a:chExt cx="0" cy="0"/>
        </a:xfrm>
      </p:grpSpPr>
      <p:sp>
        <p:nvSpPr>
          <p:cNvPr id="13" name="Slide Number Placeholder 12"/>
          <p:cNvSpPr>
            <a:spLocks noGrp="1"/>
          </p:cNvSpPr>
          <p:nvPr>
            <p:ph type="sldNum" sz="quarter" idx="16"/>
          </p:nvPr>
        </p:nvSpPr>
        <p:spPr bwMode="gray"/>
        <p:txBody>
          <a:bodyPr/>
          <a:lstStyle>
            <a:lvl1pPr>
              <a:defRPr>
                <a:solidFill>
                  <a:schemeClr val="tx1"/>
                </a:solidFill>
              </a:defRPr>
            </a:lvl1pPr>
          </a:lstStyle>
          <a:p>
            <a:fld id="{FD5E7EB4-4CDF-47BB-AF16-07782904B863}" type="slidenum">
              <a:rPr lang="en-US" smtClean="0"/>
              <a:pPr/>
              <a:t>‹#›</a:t>
            </a:fld>
            <a:endParaRPr lang="en-US" dirty="0"/>
          </a:p>
        </p:txBody>
      </p:sp>
      <p:sp>
        <p:nvSpPr>
          <p:cNvPr id="12" name="Footer Placeholder 11"/>
          <p:cNvSpPr>
            <a:spLocks noGrp="1"/>
          </p:cNvSpPr>
          <p:nvPr>
            <p:ph type="ftr" sz="quarter" idx="15"/>
          </p:nvPr>
        </p:nvSpPr>
        <p:spPr bwMode="gray"/>
        <p:txBody>
          <a:bodyPr/>
          <a:lstStyle/>
          <a:p>
            <a:r>
              <a:rPr lang="en-US" noProof="0" dirty="0"/>
              <a:t>Standard chart library</a:t>
            </a:r>
          </a:p>
        </p:txBody>
      </p:sp>
      <p:sp>
        <p:nvSpPr>
          <p:cNvPr id="14" name="Text Placeholder 7"/>
          <p:cNvSpPr>
            <a:spLocks noGrp="1"/>
          </p:cNvSpPr>
          <p:nvPr>
            <p:ph type="body" sz="quarter" idx="13" hasCustomPrompt="1"/>
          </p:nvPr>
        </p:nvSpPr>
        <p:spPr bwMode="gray">
          <a:xfrm>
            <a:off x="623888" y="332656"/>
            <a:ext cx="10944225" cy="398144"/>
          </a:xfrm>
          <a:prstGeom prst="rect">
            <a:avLst/>
          </a:prstGeom>
        </p:spPr>
        <p:txBody>
          <a:bodyPr tIns="18000" anchor="t">
            <a:noAutofit/>
          </a:bodyPr>
          <a:lstStyle>
            <a:lvl1pPr marL="0" indent="0">
              <a:lnSpc>
                <a:spcPct val="100000"/>
              </a:lnSpc>
              <a:spcBef>
                <a:spcPts val="0"/>
              </a:spcBef>
              <a:spcAft>
                <a:spcPts val="0"/>
              </a:spcAft>
              <a:buFont typeface="Arial" panose="020B0604020202020204" pitchFamily="34" charset="0"/>
              <a:buNone/>
              <a:defRPr sz="2200" b="0" baseline="0">
                <a:solidFill>
                  <a:schemeClr val="accent1"/>
                </a:solidFill>
              </a:defRPr>
            </a:lvl1pPr>
            <a:lvl2pPr marL="0" indent="0">
              <a:lnSpc>
                <a:spcPct val="100000"/>
              </a:lnSpc>
              <a:spcBef>
                <a:spcPts val="0"/>
              </a:spcBef>
              <a:spcAft>
                <a:spcPts val="0"/>
              </a:spcAft>
              <a:buFont typeface="Arial" panose="020B0604020202020204" pitchFamily="34" charset="0"/>
              <a:buNone/>
              <a:defRPr sz="2200" b="0">
                <a:solidFill>
                  <a:schemeClr val="accent1"/>
                </a:solidFill>
              </a:defRPr>
            </a:lvl2pPr>
            <a:lvl3pPr marL="0" indent="0">
              <a:lnSpc>
                <a:spcPct val="100000"/>
              </a:lnSpc>
              <a:spcBef>
                <a:spcPts val="0"/>
              </a:spcBef>
              <a:spcAft>
                <a:spcPts val="0"/>
              </a:spcAft>
              <a:buNone/>
              <a:defRPr sz="2200" b="0">
                <a:solidFill>
                  <a:schemeClr val="accent1"/>
                </a:solidFill>
              </a:defRPr>
            </a:lvl3pPr>
            <a:lvl4pPr marL="0" indent="0">
              <a:lnSpc>
                <a:spcPct val="100000"/>
              </a:lnSpc>
              <a:spcBef>
                <a:spcPts val="0"/>
              </a:spcBef>
              <a:spcAft>
                <a:spcPts val="0"/>
              </a:spcAft>
              <a:buNone/>
              <a:defRPr sz="2200" b="0">
                <a:solidFill>
                  <a:schemeClr val="accent1"/>
                </a:solidFill>
              </a:defRPr>
            </a:lvl4pPr>
            <a:lvl5pPr marL="0" indent="0">
              <a:lnSpc>
                <a:spcPct val="100000"/>
              </a:lnSpc>
              <a:spcBef>
                <a:spcPts val="0"/>
              </a:spcBef>
              <a:spcAft>
                <a:spcPts val="0"/>
              </a:spcAft>
              <a:buNone/>
              <a:defRPr sz="2200" b="0">
                <a:solidFill>
                  <a:schemeClr val="accent1"/>
                </a:solidFill>
              </a:defRPr>
            </a:lvl5pPr>
            <a:lvl6pPr marL="0" indent="0">
              <a:lnSpc>
                <a:spcPct val="100000"/>
              </a:lnSpc>
              <a:spcBef>
                <a:spcPts val="0"/>
              </a:spcBef>
              <a:spcAft>
                <a:spcPts val="0"/>
              </a:spcAft>
              <a:buNone/>
              <a:defRPr sz="2200" b="0">
                <a:solidFill>
                  <a:schemeClr val="accent1"/>
                </a:solidFill>
              </a:defRPr>
            </a:lvl6pPr>
            <a:lvl7pPr marL="0" indent="0">
              <a:lnSpc>
                <a:spcPct val="100000"/>
              </a:lnSpc>
              <a:spcBef>
                <a:spcPts val="0"/>
              </a:spcBef>
              <a:spcAft>
                <a:spcPts val="0"/>
              </a:spcAft>
              <a:buNone/>
              <a:defRPr sz="2200" b="0">
                <a:solidFill>
                  <a:schemeClr val="accent1"/>
                </a:solidFill>
              </a:defRPr>
            </a:lvl7pPr>
            <a:lvl8pPr marL="0" indent="0">
              <a:lnSpc>
                <a:spcPct val="100000"/>
              </a:lnSpc>
              <a:spcBef>
                <a:spcPts val="0"/>
              </a:spcBef>
              <a:spcAft>
                <a:spcPts val="0"/>
              </a:spcAft>
              <a:buNone/>
              <a:defRPr sz="2200" b="0">
                <a:solidFill>
                  <a:schemeClr val="accent1"/>
                </a:solidFill>
              </a:defRPr>
            </a:lvl8pPr>
            <a:lvl9pPr marL="0" indent="0">
              <a:lnSpc>
                <a:spcPct val="100000"/>
              </a:lnSpc>
              <a:spcBef>
                <a:spcPts val="0"/>
              </a:spcBef>
              <a:spcAft>
                <a:spcPts val="0"/>
              </a:spcAft>
              <a:buNone/>
              <a:defRPr sz="2200" b="0">
                <a:solidFill>
                  <a:schemeClr val="accent1"/>
                </a:solidFill>
              </a:defRPr>
            </a:lvl9pPr>
          </a:lstStyle>
          <a:p>
            <a:pPr lvl="0"/>
            <a:r>
              <a:rPr lang="en-US" noProof="0" dirty="0"/>
              <a:t> </a:t>
            </a:r>
          </a:p>
        </p:txBody>
      </p:sp>
      <p:sp>
        <p:nvSpPr>
          <p:cNvPr id="4" name="Title 3"/>
          <p:cNvSpPr>
            <a:spLocks noGrp="1"/>
          </p:cNvSpPr>
          <p:nvPr>
            <p:ph type="title" hasCustomPrompt="1"/>
            <p:custDataLst>
              <p:tags r:id="rId1"/>
            </p:custDataLst>
          </p:nvPr>
        </p:nvSpPr>
        <p:spPr bwMode="gray">
          <a:xfrm>
            <a:off x="623888" y="730800"/>
            <a:ext cx="10944225" cy="325952"/>
          </a:xfrm>
        </p:spPr>
        <p:txBody>
          <a:bodyPr/>
          <a:lstStyle>
            <a:lvl1pPr>
              <a:defRPr/>
            </a:lvl1pPr>
          </a:lstStyle>
          <a:p>
            <a:r>
              <a:rPr lang="en-US" dirty="0"/>
              <a:t>Insert slide title here (max. 2 lines | max. 1 line with Action Title)</a:t>
            </a:r>
          </a:p>
        </p:txBody>
      </p:sp>
      <p:sp>
        <p:nvSpPr>
          <p:cNvPr id="7" name="Textplatzhalter 8">
            <a:extLst>
              <a:ext uri="{FF2B5EF4-FFF2-40B4-BE49-F238E27FC236}">
                <a16:creationId xmlns:a16="http://schemas.microsoft.com/office/drawing/2014/main" id="{79334631-05E0-4E2A-9159-8A0F23A6353A}"/>
              </a:ext>
            </a:extLst>
          </p:cNvPr>
          <p:cNvSpPr>
            <a:spLocks noGrp="1"/>
          </p:cNvSpPr>
          <p:nvPr>
            <p:ph type="body" sz="quarter" idx="23" hasCustomPrompt="1"/>
          </p:nvPr>
        </p:nvSpPr>
        <p:spPr>
          <a:xfrm>
            <a:off x="623787" y="1484312"/>
            <a:ext cx="10944326" cy="504000"/>
          </a:xfrm>
        </p:spPr>
        <p:txBody>
          <a:bodyPr anchor="b"/>
          <a:lstStyle>
            <a:lvl1pPr>
              <a:spcBef>
                <a:spcPts val="0"/>
              </a:spcBef>
              <a:spcAft>
                <a:spcPts val="0"/>
              </a:spcAft>
              <a:defRPr b="1">
                <a:solidFill>
                  <a:schemeClr val="bg2"/>
                </a:solidFill>
              </a:defRPr>
            </a:lvl1pPr>
          </a:lstStyle>
          <a:p>
            <a:r>
              <a:rPr lang="en-US" dirty="0" err="1"/>
              <a:t>Subheadline</a:t>
            </a:r>
            <a:r>
              <a:rPr lang="en-US" dirty="0"/>
              <a:t>, </a:t>
            </a:r>
            <a:br>
              <a:rPr lang="en-US" dirty="0"/>
            </a:br>
            <a:r>
              <a:rPr lang="en-US" dirty="0"/>
              <a:t>max 2 lines</a:t>
            </a:r>
          </a:p>
        </p:txBody>
      </p:sp>
      <p:sp>
        <p:nvSpPr>
          <p:cNvPr id="8" name="Content Placeholder 14">
            <a:extLst>
              <a:ext uri="{FF2B5EF4-FFF2-40B4-BE49-F238E27FC236}">
                <a16:creationId xmlns:a16="http://schemas.microsoft.com/office/drawing/2014/main" id="{20BC81BC-B6A4-4537-ADF5-F20D62F2A5F8}"/>
              </a:ext>
            </a:extLst>
          </p:cNvPr>
          <p:cNvSpPr>
            <a:spLocks noGrp="1"/>
          </p:cNvSpPr>
          <p:nvPr>
            <p:ph sz="quarter" idx="14" hasCustomPrompt="1"/>
          </p:nvPr>
        </p:nvSpPr>
        <p:spPr bwMode="gray">
          <a:xfrm>
            <a:off x="623887" y="2132856"/>
            <a:ext cx="10944225" cy="3960000"/>
          </a:xfrm>
        </p:spPr>
        <p:txBody>
          <a:bodyPr/>
          <a:lstStyle>
            <a:lvl1pPr>
              <a:lnSpc>
                <a:spcPct val="105000"/>
              </a:lnSpc>
              <a:defRPr baseline="0"/>
            </a:lvl1pPr>
            <a:lvl2pPr>
              <a:lnSpc>
                <a:spcPct val="105000"/>
              </a:lnSpc>
              <a:defRPr/>
            </a:lvl2pPr>
            <a:lvl3pPr>
              <a:lnSpc>
                <a:spcPct val="105000"/>
              </a:lnSpc>
              <a:defRPr/>
            </a:lvl3pPr>
            <a:lvl4pPr>
              <a:lnSpc>
                <a:spcPct val="105000"/>
              </a:lnSpc>
              <a:defRPr/>
            </a:lvl4pPr>
            <a:lvl5pPr>
              <a:lnSpc>
                <a:spcPct val="105000"/>
              </a:lnSpc>
              <a:defRPr/>
            </a:lvl5pPr>
          </a:lstStyle>
          <a:p>
            <a:pPr lvl="0"/>
            <a:r>
              <a:rPr lang="en-US" dirty="0"/>
              <a:t>You can use this field to enter text, a table, a diagram or </a:t>
            </a:r>
            <a:r>
              <a:rPr lang="en-US" dirty="0" err="1"/>
              <a:t>SmartArts</a:t>
            </a:r>
            <a:r>
              <a:rPr lang="en-US" dirty="0"/>
              <a:t>. Use the buttons “Increase List Level” for </a:t>
            </a:r>
            <a:r>
              <a:rPr lang="en-US" dirty="0" err="1"/>
              <a:t>copytext</a:t>
            </a:r>
            <a:r>
              <a:rPr lang="en-US" dirty="0"/>
              <a:t> or bullet levels. Use the icons below to create visual content.</a:t>
            </a:r>
          </a:p>
          <a:p>
            <a:pPr lvl="1"/>
            <a:r>
              <a:rPr lang="en-US" dirty="0"/>
              <a:t>Second level</a:t>
            </a:r>
          </a:p>
          <a:p>
            <a:pPr lvl="2"/>
            <a:r>
              <a:rPr lang="en-US" dirty="0"/>
              <a:t>Third level</a:t>
            </a:r>
          </a:p>
          <a:p>
            <a:pPr lvl="3"/>
            <a:r>
              <a:rPr lang="en-US" dirty="0"/>
              <a:t>Fourth level</a:t>
            </a:r>
          </a:p>
        </p:txBody>
      </p:sp>
      <p:sp>
        <p:nvSpPr>
          <p:cNvPr id="9" name="MIO_VALID_LAYOUT">
            <a:extLst>
              <a:ext uri="{FF2B5EF4-FFF2-40B4-BE49-F238E27FC236}">
                <a16:creationId xmlns:a16="http://schemas.microsoft.com/office/drawing/2014/main" id="{C80E307A-04E8-4556-9E55-AE4BF2C3F414}"/>
              </a:ext>
            </a:extLst>
          </p:cNvPr>
          <p:cNvSpPr/>
          <p:nvPr userDrawn="1"/>
        </p:nvSpPr>
        <p:spPr bwMode="gray">
          <a:xfrm>
            <a:off x="11856640" y="6597171"/>
            <a:ext cx="335360" cy="260829"/>
          </a:xfrm>
          <a:prstGeom prst="rect">
            <a:avLst/>
          </a:prstGeom>
          <a:no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Tree>
    <p:extLst>
      <p:ext uri="{BB962C8B-B14F-4D97-AF65-F5344CB8AC3E}">
        <p14:creationId xmlns:p14="http://schemas.microsoft.com/office/powerpoint/2010/main" val="3091590773"/>
      </p:ext>
    </p:extLst>
  </p:cSld>
  <p:clrMapOvr>
    <a:masterClrMapping/>
  </p:clrMapOvr>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wo contents with subheadline">
    <p:spTree>
      <p:nvGrpSpPr>
        <p:cNvPr id="1" name=""/>
        <p:cNvGrpSpPr/>
        <p:nvPr/>
      </p:nvGrpSpPr>
      <p:grpSpPr>
        <a:xfrm>
          <a:off x="0" y="0"/>
          <a:ext cx="0" cy="0"/>
          <a:chOff x="0" y="0"/>
          <a:chExt cx="0" cy="0"/>
        </a:xfrm>
      </p:grpSpPr>
      <p:sp>
        <p:nvSpPr>
          <p:cNvPr id="15" name="Footer Placeholder 14"/>
          <p:cNvSpPr>
            <a:spLocks noGrp="1"/>
          </p:cNvSpPr>
          <p:nvPr>
            <p:ph type="ftr" sz="quarter" idx="17"/>
          </p:nvPr>
        </p:nvSpPr>
        <p:spPr bwMode="gray"/>
        <p:txBody>
          <a:bodyPr/>
          <a:lstStyle/>
          <a:p>
            <a:r>
              <a:rPr lang="en-US" dirty="0"/>
              <a:t>Standard chart library</a:t>
            </a:r>
          </a:p>
        </p:txBody>
      </p:sp>
      <p:sp>
        <p:nvSpPr>
          <p:cNvPr id="16" name="Slide Number Placeholder 15"/>
          <p:cNvSpPr>
            <a:spLocks noGrp="1"/>
          </p:cNvSpPr>
          <p:nvPr>
            <p:ph type="sldNum" sz="quarter" idx="18"/>
          </p:nvPr>
        </p:nvSpPr>
        <p:spPr bwMode="gray"/>
        <p:txBody>
          <a:bodyPr/>
          <a:lstStyle>
            <a:lvl1pPr>
              <a:defRPr>
                <a:solidFill>
                  <a:schemeClr val="tx1"/>
                </a:solidFill>
              </a:defRPr>
            </a:lvl1pPr>
          </a:lstStyle>
          <a:p>
            <a:fld id="{FD5E7EB4-4CDF-47BB-AF16-07782904B863}" type="slidenum">
              <a:rPr lang="en-US" smtClean="0"/>
              <a:pPr/>
              <a:t>‹#›</a:t>
            </a:fld>
            <a:endParaRPr lang="en-US" dirty="0"/>
          </a:p>
        </p:txBody>
      </p:sp>
      <p:sp>
        <p:nvSpPr>
          <p:cNvPr id="14" name="Content Placeholder 13"/>
          <p:cNvSpPr>
            <a:spLocks noGrp="1"/>
          </p:cNvSpPr>
          <p:nvPr>
            <p:ph sz="quarter" idx="16" hasCustomPrompt="1"/>
          </p:nvPr>
        </p:nvSpPr>
        <p:spPr bwMode="gray">
          <a:xfrm>
            <a:off x="6240464" y="2133296"/>
            <a:ext cx="5327650" cy="3960000"/>
          </a:xfrm>
        </p:spPr>
        <p:txBody>
          <a:bodyPr/>
          <a:lstStyle>
            <a:lvl1pPr marL="0" marR="0" indent="0" algn="l" defTabSz="914400" rtl="0" eaLnBrk="1" fontAlgn="auto" latinLnBrk="0" hangingPunct="1">
              <a:lnSpc>
                <a:spcPct val="105000"/>
              </a:lnSpc>
              <a:spcBef>
                <a:spcPts val="600"/>
              </a:spcBef>
              <a:spcAft>
                <a:spcPts val="300"/>
              </a:spcAft>
              <a:buClrTx/>
              <a:buSzTx/>
              <a:buFont typeface="Arial" panose="020B0604020202020204" pitchFamily="34" charset="0"/>
              <a:buNone/>
              <a:tabLst/>
              <a:defRPr/>
            </a:lvl1pPr>
            <a:lvl2pPr>
              <a:lnSpc>
                <a:spcPct val="105000"/>
              </a:lnSpc>
              <a:defRPr/>
            </a:lvl2pPr>
            <a:lvl3pPr>
              <a:lnSpc>
                <a:spcPct val="105000"/>
              </a:lnSpc>
              <a:defRPr/>
            </a:lvl3pPr>
            <a:lvl4pPr>
              <a:lnSpc>
                <a:spcPct val="105000"/>
              </a:lnSpc>
              <a:defRPr/>
            </a:lvl4pPr>
            <a:lvl5pPr>
              <a:lnSpc>
                <a:spcPct val="105000"/>
              </a:lnSpc>
              <a:defRPr/>
            </a:lvl5pPr>
          </a:lstStyle>
          <a:p>
            <a:pPr marL="0" marR="0" lvl="0" indent="0" algn="l" defTabSz="914400" rtl="0" eaLnBrk="1" fontAlgn="auto" latinLnBrk="0" hangingPunct="1">
              <a:lnSpc>
                <a:spcPct val="100000"/>
              </a:lnSpc>
              <a:spcBef>
                <a:spcPts val="600"/>
              </a:spcBef>
              <a:spcAft>
                <a:spcPts val="300"/>
              </a:spcAft>
              <a:buClrTx/>
              <a:buSzTx/>
              <a:buFont typeface="Arial" panose="020B0604020202020204" pitchFamily="34" charset="0"/>
              <a:buNone/>
              <a:tabLst/>
              <a:defRPr/>
            </a:pPr>
            <a:r>
              <a:rPr lang="en-US" dirty="0"/>
              <a:t>You can use this field to enter text, a table, a diagram or </a:t>
            </a:r>
            <a:r>
              <a:rPr lang="en-US" dirty="0" err="1"/>
              <a:t>SmartArts</a:t>
            </a:r>
            <a:r>
              <a:rPr lang="en-US" dirty="0"/>
              <a:t>. Use the buttons “Increase List Level” for </a:t>
            </a:r>
            <a:r>
              <a:rPr lang="en-US" dirty="0" err="1"/>
              <a:t>copytext</a:t>
            </a:r>
            <a:r>
              <a:rPr lang="en-US" dirty="0"/>
              <a:t> or bullet levels. Use the icons below to create visual content.</a:t>
            </a:r>
          </a:p>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Content Placeholder 11"/>
          <p:cNvSpPr>
            <a:spLocks noGrp="1"/>
          </p:cNvSpPr>
          <p:nvPr>
            <p:ph sz="quarter" idx="15" hasCustomPrompt="1"/>
          </p:nvPr>
        </p:nvSpPr>
        <p:spPr bwMode="gray">
          <a:xfrm>
            <a:off x="623392" y="2133296"/>
            <a:ext cx="5327650" cy="3960000"/>
          </a:xfrm>
        </p:spPr>
        <p:txBody>
          <a:bodyPr/>
          <a:lstStyle>
            <a:lvl1pPr marL="0" marR="0" indent="0" algn="l" defTabSz="914400" rtl="0" eaLnBrk="1" fontAlgn="auto" latinLnBrk="0" hangingPunct="1">
              <a:lnSpc>
                <a:spcPct val="105000"/>
              </a:lnSpc>
              <a:spcBef>
                <a:spcPts val="600"/>
              </a:spcBef>
              <a:spcAft>
                <a:spcPts val="300"/>
              </a:spcAft>
              <a:buClrTx/>
              <a:buSzTx/>
              <a:buFont typeface="Arial" panose="020B0604020202020204" pitchFamily="34" charset="0"/>
              <a:buNone/>
              <a:tabLst/>
              <a:defRPr/>
            </a:lvl1pPr>
            <a:lvl2pPr>
              <a:lnSpc>
                <a:spcPct val="105000"/>
              </a:lnSpc>
              <a:defRPr/>
            </a:lvl2pPr>
            <a:lvl3pPr>
              <a:lnSpc>
                <a:spcPct val="105000"/>
              </a:lnSpc>
              <a:defRPr/>
            </a:lvl3pPr>
            <a:lvl4pPr>
              <a:lnSpc>
                <a:spcPct val="105000"/>
              </a:lnSpc>
              <a:defRPr/>
            </a:lvl4pPr>
            <a:lvl5pPr>
              <a:lnSpc>
                <a:spcPct val="105000"/>
              </a:lnSpc>
              <a:defRPr/>
            </a:lvl5pPr>
          </a:lstStyle>
          <a:p>
            <a:pPr marL="0" marR="0" lvl="0" indent="0" algn="l" defTabSz="914400" rtl="0" eaLnBrk="1" fontAlgn="auto" latinLnBrk="0" hangingPunct="1">
              <a:lnSpc>
                <a:spcPct val="100000"/>
              </a:lnSpc>
              <a:spcBef>
                <a:spcPts val="600"/>
              </a:spcBef>
              <a:spcAft>
                <a:spcPts val="300"/>
              </a:spcAft>
              <a:buClrTx/>
              <a:buSzTx/>
              <a:buFont typeface="Arial" panose="020B0604020202020204" pitchFamily="34" charset="0"/>
              <a:buNone/>
              <a:tabLst/>
              <a:defRPr/>
            </a:pPr>
            <a:r>
              <a:rPr lang="en-US" dirty="0"/>
              <a:t>You can use this field to enter text, a table, a diagram or </a:t>
            </a:r>
            <a:r>
              <a:rPr lang="en-US" dirty="0" err="1"/>
              <a:t>SmartArts</a:t>
            </a:r>
            <a:r>
              <a:rPr lang="en-US" dirty="0"/>
              <a:t>. Use the buttons “Increase List Level” for </a:t>
            </a:r>
            <a:r>
              <a:rPr lang="en-US" dirty="0" err="1"/>
              <a:t>copytext</a:t>
            </a:r>
            <a:r>
              <a:rPr lang="en-US" dirty="0"/>
              <a:t> or bullet levels. Use the icons below to create visual content.</a:t>
            </a:r>
          </a:p>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1" name="Text Placeholder 7"/>
          <p:cNvSpPr>
            <a:spLocks noGrp="1"/>
          </p:cNvSpPr>
          <p:nvPr>
            <p:ph type="body" sz="quarter" idx="13" hasCustomPrompt="1"/>
          </p:nvPr>
        </p:nvSpPr>
        <p:spPr bwMode="gray">
          <a:xfrm>
            <a:off x="623888" y="332656"/>
            <a:ext cx="10944225" cy="398144"/>
          </a:xfrm>
          <a:prstGeom prst="rect">
            <a:avLst/>
          </a:prstGeom>
        </p:spPr>
        <p:txBody>
          <a:bodyPr tIns="18000" anchor="t">
            <a:noAutofit/>
          </a:bodyPr>
          <a:lstStyle>
            <a:lvl1pPr marL="0" indent="0">
              <a:lnSpc>
                <a:spcPct val="100000"/>
              </a:lnSpc>
              <a:spcBef>
                <a:spcPts val="0"/>
              </a:spcBef>
              <a:spcAft>
                <a:spcPts val="0"/>
              </a:spcAft>
              <a:buFont typeface="Arial" panose="020B0604020202020204" pitchFamily="34" charset="0"/>
              <a:buNone/>
              <a:defRPr sz="2200" b="0" baseline="0">
                <a:solidFill>
                  <a:schemeClr val="accent1"/>
                </a:solidFill>
              </a:defRPr>
            </a:lvl1pPr>
            <a:lvl2pPr marL="0" indent="0">
              <a:lnSpc>
                <a:spcPct val="100000"/>
              </a:lnSpc>
              <a:spcBef>
                <a:spcPts val="0"/>
              </a:spcBef>
              <a:spcAft>
                <a:spcPts val="0"/>
              </a:spcAft>
              <a:buFont typeface="Arial" panose="020B0604020202020204" pitchFamily="34" charset="0"/>
              <a:buNone/>
              <a:defRPr sz="2200" b="0">
                <a:solidFill>
                  <a:schemeClr val="accent1"/>
                </a:solidFill>
              </a:defRPr>
            </a:lvl2pPr>
            <a:lvl3pPr marL="0" indent="0">
              <a:lnSpc>
                <a:spcPct val="100000"/>
              </a:lnSpc>
              <a:spcBef>
                <a:spcPts val="0"/>
              </a:spcBef>
              <a:spcAft>
                <a:spcPts val="0"/>
              </a:spcAft>
              <a:buNone/>
              <a:defRPr sz="2200" b="0">
                <a:solidFill>
                  <a:schemeClr val="accent1"/>
                </a:solidFill>
              </a:defRPr>
            </a:lvl3pPr>
            <a:lvl4pPr marL="0" indent="0">
              <a:lnSpc>
                <a:spcPct val="100000"/>
              </a:lnSpc>
              <a:spcBef>
                <a:spcPts val="0"/>
              </a:spcBef>
              <a:spcAft>
                <a:spcPts val="0"/>
              </a:spcAft>
              <a:buNone/>
              <a:defRPr sz="2200" b="0">
                <a:solidFill>
                  <a:schemeClr val="accent1"/>
                </a:solidFill>
              </a:defRPr>
            </a:lvl4pPr>
            <a:lvl5pPr marL="0" indent="0">
              <a:lnSpc>
                <a:spcPct val="100000"/>
              </a:lnSpc>
              <a:spcBef>
                <a:spcPts val="0"/>
              </a:spcBef>
              <a:spcAft>
                <a:spcPts val="0"/>
              </a:spcAft>
              <a:buNone/>
              <a:defRPr sz="2200" b="0">
                <a:solidFill>
                  <a:schemeClr val="accent1"/>
                </a:solidFill>
              </a:defRPr>
            </a:lvl5pPr>
            <a:lvl6pPr marL="0" indent="0">
              <a:lnSpc>
                <a:spcPct val="100000"/>
              </a:lnSpc>
              <a:spcBef>
                <a:spcPts val="0"/>
              </a:spcBef>
              <a:spcAft>
                <a:spcPts val="0"/>
              </a:spcAft>
              <a:buNone/>
              <a:defRPr sz="2200" b="0">
                <a:solidFill>
                  <a:schemeClr val="accent1"/>
                </a:solidFill>
              </a:defRPr>
            </a:lvl6pPr>
            <a:lvl7pPr marL="0" indent="0">
              <a:lnSpc>
                <a:spcPct val="100000"/>
              </a:lnSpc>
              <a:spcBef>
                <a:spcPts val="0"/>
              </a:spcBef>
              <a:spcAft>
                <a:spcPts val="0"/>
              </a:spcAft>
              <a:buNone/>
              <a:defRPr sz="2200" b="0">
                <a:solidFill>
                  <a:schemeClr val="accent1"/>
                </a:solidFill>
              </a:defRPr>
            </a:lvl7pPr>
            <a:lvl8pPr marL="0" indent="0">
              <a:lnSpc>
                <a:spcPct val="100000"/>
              </a:lnSpc>
              <a:spcBef>
                <a:spcPts val="0"/>
              </a:spcBef>
              <a:spcAft>
                <a:spcPts val="0"/>
              </a:spcAft>
              <a:buNone/>
              <a:defRPr sz="2200" b="0">
                <a:solidFill>
                  <a:schemeClr val="accent1"/>
                </a:solidFill>
              </a:defRPr>
            </a:lvl8pPr>
            <a:lvl9pPr marL="0" indent="0">
              <a:lnSpc>
                <a:spcPct val="100000"/>
              </a:lnSpc>
              <a:spcBef>
                <a:spcPts val="0"/>
              </a:spcBef>
              <a:spcAft>
                <a:spcPts val="0"/>
              </a:spcAft>
              <a:buNone/>
              <a:defRPr sz="2200" b="0">
                <a:solidFill>
                  <a:schemeClr val="accent1"/>
                </a:solidFill>
              </a:defRPr>
            </a:lvl9pPr>
          </a:lstStyle>
          <a:p>
            <a:pPr lvl="0"/>
            <a:r>
              <a:rPr lang="en-US" noProof="0" dirty="0"/>
              <a:t> </a:t>
            </a:r>
          </a:p>
        </p:txBody>
      </p:sp>
      <p:sp>
        <p:nvSpPr>
          <p:cNvPr id="2" name="Title 1"/>
          <p:cNvSpPr>
            <a:spLocks noGrp="1"/>
          </p:cNvSpPr>
          <p:nvPr>
            <p:ph type="title" hasCustomPrompt="1"/>
          </p:nvPr>
        </p:nvSpPr>
        <p:spPr>
          <a:xfrm>
            <a:off x="623888" y="730800"/>
            <a:ext cx="10944225" cy="325952"/>
          </a:xfrm>
        </p:spPr>
        <p:txBody>
          <a:bodyPr/>
          <a:lstStyle/>
          <a:p>
            <a:r>
              <a:rPr lang="en-US" dirty="0"/>
              <a:t>Insert slide title here (max. 2 lines | max. 1 line with Action Title)</a:t>
            </a:r>
          </a:p>
        </p:txBody>
      </p:sp>
      <p:sp>
        <p:nvSpPr>
          <p:cNvPr id="8" name="Textplatzhalter 8">
            <a:extLst>
              <a:ext uri="{FF2B5EF4-FFF2-40B4-BE49-F238E27FC236}">
                <a16:creationId xmlns:a16="http://schemas.microsoft.com/office/drawing/2014/main" id="{EDCEFC5C-445F-4E27-BE32-8BC6D39BBFF2}"/>
              </a:ext>
            </a:extLst>
          </p:cNvPr>
          <p:cNvSpPr>
            <a:spLocks noGrp="1"/>
          </p:cNvSpPr>
          <p:nvPr>
            <p:ph type="body" sz="quarter" idx="23" hasCustomPrompt="1"/>
          </p:nvPr>
        </p:nvSpPr>
        <p:spPr>
          <a:xfrm>
            <a:off x="623787" y="1484312"/>
            <a:ext cx="5328096" cy="504000"/>
          </a:xfrm>
        </p:spPr>
        <p:txBody>
          <a:bodyPr anchor="b"/>
          <a:lstStyle>
            <a:lvl1pPr>
              <a:spcBef>
                <a:spcPts val="0"/>
              </a:spcBef>
              <a:spcAft>
                <a:spcPts val="0"/>
              </a:spcAft>
              <a:defRPr b="1">
                <a:solidFill>
                  <a:schemeClr val="bg2"/>
                </a:solidFill>
              </a:defRPr>
            </a:lvl1pPr>
          </a:lstStyle>
          <a:p>
            <a:r>
              <a:rPr lang="en-US" dirty="0" err="1"/>
              <a:t>Subheadline</a:t>
            </a:r>
            <a:r>
              <a:rPr lang="en-US" dirty="0"/>
              <a:t>, </a:t>
            </a:r>
            <a:br>
              <a:rPr lang="en-US" dirty="0"/>
            </a:br>
            <a:r>
              <a:rPr lang="en-US" dirty="0"/>
              <a:t>max 2 lines</a:t>
            </a:r>
          </a:p>
        </p:txBody>
      </p:sp>
      <p:sp>
        <p:nvSpPr>
          <p:cNvPr id="10" name="Textplatzhalter 8">
            <a:extLst>
              <a:ext uri="{FF2B5EF4-FFF2-40B4-BE49-F238E27FC236}">
                <a16:creationId xmlns:a16="http://schemas.microsoft.com/office/drawing/2014/main" id="{FC55FE6B-537F-4CE0-945F-6E7E34F9C77A}"/>
              </a:ext>
            </a:extLst>
          </p:cNvPr>
          <p:cNvSpPr>
            <a:spLocks noGrp="1"/>
          </p:cNvSpPr>
          <p:nvPr>
            <p:ph type="body" sz="quarter" idx="24" hasCustomPrompt="1"/>
          </p:nvPr>
        </p:nvSpPr>
        <p:spPr>
          <a:xfrm>
            <a:off x="6244235" y="1484312"/>
            <a:ext cx="5328096" cy="504000"/>
          </a:xfrm>
        </p:spPr>
        <p:txBody>
          <a:bodyPr anchor="b"/>
          <a:lstStyle>
            <a:lvl1pPr>
              <a:spcBef>
                <a:spcPts val="0"/>
              </a:spcBef>
              <a:spcAft>
                <a:spcPts val="0"/>
              </a:spcAft>
              <a:defRPr b="1">
                <a:solidFill>
                  <a:schemeClr val="bg2"/>
                </a:solidFill>
              </a:defRPr>
            </a:lvl1pPr>
          </a:lstStyle>
          <a:p>
            <a:r>
              <a:rPr lang="en-US" dirty="0" err="1"/>
              <a:t>Subheadline</a:t>
            </a:r>
            <a:r>
              <a:rPr lang="en-US" dirty="0"/>
              <a:t>, </a:t>
            </a:r>
            <a:br>
              <a:rPr lang="en-US" dirty="0"/>
            </a:br>
            <a:r>
              <a:rPr lang="en-US" dirty="0"/>
              <a:t>max 2 lines</a:t>
            </a:r>
          </a:p>
        </p:txBody>
      </p:sp>
      <p:sp>
        <p:nvSpPr>
          <p:cNvPr id="13" name="MIO_VALID_LAYOUT">
            <a:extLst>
              <a:ext uri="{FF2B5EF4-FFF2-40B4-BE49-F238E27FC236}">
                <a16:creationId xmlns:a16="http://schemas.microsoft.com/office/drawing/2014/main" id="{15E27EA2-D5E0-434D-8AF9-3727278008C7}"/>
              </a:ext>
            </a:extLst>
          </p:cNvPr>
          <p:cNvSpPr/>
          <p:nvPr userDrawn="1"/>
        </p:nvSpPr>
        <p:spPr bwMode="gray">
          <a:xfrm>
            <a:off x="11856640" y="6597171"/>
            <a:ext cx="335360" cy="260829"/>
          </a:xfrm>
          <a:prstGeom prst="rect">
            <a:avLst/>
          </a:prstGeom>
          <a:no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Tree>
    <p:extLst>
      <p:ext uri="{BB962C8B-B14F-4D97-AF65-F5344CB8AC3E}">
        <p14:creationId xmlns:p14="http://schemas.microsoft.com/office/powerpoint/2010/main" val="1541527054"/>
      </p:ext>
    </p:extLst>
  </p:cSld>
  <p:clrMapOvr>
    <a:masterClrMapping/>
  </p:clrMapOvr>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tent and brand picture | 1">
    <p:spTree>
      <p:nvGrpSpPr>
        <p:cNvPr id="1" name=""/>
        <p:cNvGrpSpPr/>
        <p:nvPr/>
      </p:nvGrpSpPr>
      <p:grpSpPr>
        <a:xfrm>
          <a:off x="0" y="0"/>
          <a:ext cx="0" cy="0"/>
          <a:chOff x="0" y="0"/>
          <a:chExt cx="0" cy="0"/>
        </a:xfrm>
      </p:grpSpPr>
      <p:sp>
        <p:nvSpPr>
          <p:cNvPr id="18" name="Bildplatzhalter 17">
            <a:extLst>
              <a:ext uri="{FF2B5EF4-FFF2-40B4-BE49-F238E27FC236}">
                <a16:creationId xmlns:a16="http://schemas.microsoft.com/office/drawing/2014/main" id="{1B0BEF69-9E27-4D33-B60A-451F4CCF766C}"/>
              </a:ext>
            </a:extLst>
          </p:cNvPr>
          <p:cNvSpPr>
            <a:spLocks noGrp="1"/>
          </p:cNvSpPr>
          <p:nvPr>
            <p:ph type="pic" sz="quarter" idx="33" hasCustomPrompt="1"/>
          </p:nvPr>
        </p:nvSpPr>
        <p:spPr bwMode="gray">
          <a:xfrm>
            <a:off x="638892" y="1236451"/>
            <a:ext cx="5123445" cy="5621549"/>
          </a:xfrm>
          <a:custGeom>
            <a:avLst/>
            <a:gdLst>
              <a:gd name="connsiteX0" fmla="*/ 5267523 w 5780452"/>
              <a:gd name="connsiteY0" fmla="*/ 5541580 h 5621549"/>
              <a:gd name="connsiteX1" fmla="*/ 5692903 w 5780452"/>
              <a:gd name="connsiteY1" fmla="*/ 5592787 h 5621549"/>
              <a:gd name="connsiteX2" fmla="*/ 5780452 w 5780452"/>
              <a:gd name="connsiteY2" fmla="*/ 5621549 h 5621549"/>
              <a:gd name="connsiteX3" fmla="*/ 4759298 w 5780452"/>
              <a:gd name="connsiteY3" fmla="*/ 5621549 h 5621549"/>
              <a:gd name="connsiteX4" fmla="*/ 4825082 w 5780452"/>
              <a:gd name="connsiteY4" fmla="*/ 5608866 h 5621549"/>
              <a:gd name="connsiteX5" fmla="*/ 4836423 w 5780452"/>
              <a:gd name="connsiteY5" fmla="*/ 5605256 h 5621549"/>
              <a:gd name="connsiteX6" fmla="*/ 5267523 w 5780452"/>
              <a:gd name="connsiteY6" fmla="*/ 5541580 h 5621549"/>
              <a:gd name="connsiteX7" fmla="*/ 2488424 w 5780452"/>
              <a:gd name="connsiteY7" fmla="*/ 996 h 5621549"/>
              <a:gd name="connsiteX8" fmla="*/ 4410997 w 5780452"/>
              <a:gd name="connsiteY8" fmla="*/ 789531 h 5621549"/>
              <a:gd name="connsiteX9" fmla="*/ 4334004 w 5780452"/>
              <a:gd name="connsiteY9" fmla="*/ 4412633 h 5621549"/>
              <a:gd name="connsiteX10" fmla="*/ 4328612 w 5780452"/>
              <a:gd name="connsiteY10" fmla="*/ 4417626 h 5621549"/>
              <a:gd name="connsiteX11" fmla="*/ 4229721 w 5780452"/>
              <a:gd name="connsiteY11" fmla="*/ 5197232 h 5621549"/>
              <a:gd name="connsiteX12" fmla="*/ 4363874 w 5780452"/>
              <a:gd name="connsiteY12" fmla="*/ 5423921 h 5621549"/>
              <a:gd name="connsiteX13" fmla="*/ 4625804 w 5780452"/>
              <a:gd name="connsiteY13" fmla="*/ 5614238 h 5621549"/>
              <a:gd name="connsiteX14" fmla="*/ 4677928 w 5780452"/>
              <a:gd name="connsiteY14" fmla="*/ 5621549 h 5621549"/>
              <a:gd name="connsiteX15" fmla="*/ 4245127 w 5780452"/>
              <a:gd name="connsiteY15" fmla="*/ 5621549 h 5621549"/>
              <a:gd name="connsiteX16" fmla="*/ 4232988 w 5780452"/>
              <a:gd name="connsiteY16" fmla="*/ 5579988 h 5621549"/>
              <a:gd name="connsiteX17" fmla="*/ 4203268 w 5780452"/>
              <a:gd name="connsiteY17" fmla="*/ 5518501 h 5621549"/>
              <a:gd name="connsiteX18" fmla="*/ 4069116 w 5780452"/>
              <a:gd name="connsiteY18" fmla="*/ 5291810 h 5621549"/>
              <a:gd name="connsiteX19" fmla="*/ 3338412 w 5780452"/>
              <a:gd name="connsiteY19" fmla="*/ 5002971 h 5621549"/>
              <a:gd name="connsiteX20" fmla="*/ 3331444 w 5780452"/>
              <a:gd name="connsiteY20" fmla="*/ 5005135 h 5621549"/>
              <a:gd name="connsiteX21" fmla="*/ 3042961 w 5780452"/>
              <a:gd name="connsiteY21" fmla="*/ 5077893 h 5621549"/>
              <a:gd name="connsiteX22" fmla="*/ 357696 w 5780452"/>
              <a:gd name="connsiteY22" fmla="*/ 3865988 h 5621549"/>
              <a:gd name="connsiteX23" fmla="*/ 1257753 w 5780452"/>
              <a:gd name="connsiteY23" fmla="*/ 355499 h 5621549"/>
              <a:gd name="connsiteX24" fmla="*/ 1257620 w 5780452"/>
              <a:gd name="connsiteY24" fmla="*/ 356222 h 5621549"/>
              <a:gd name="connsiteX25" fmla="*/ 2488424 w 5780452"/>
              <a:gd name="connsiteY25" fmla="*/ 996 h 5621549"/>
              <a:gd name="connsiteX0" fmla="*/ 5267523 w 5692903"/>
              <a:gd name="connsiteY0" fmla="*/ 5541580 h 5621549"/>
              <a:gd name="connsiteX1" fmla="*/ 5692903 w 5692903"/>
              <a:gd name="connsiteY1" fmla="*/ 5592787 h 5621549"/>
              <a:gd name="connsiteX2" fmla="*/ 4759298 w 5692903"/>
              <a:gd name="connsiteY2" fmla="*/ 5621549 h 5621549"/>
              <a:gd name="connsiteX3" fmla="*/ 4825082 w 5692903"/>
              <a:gd name="connsiteY3" fmla="*/ 5608866 h 5621549"/>
              <a:gd name="connsiteX4" fmla="*/ 4836423 w 5692903"/>
              <a:gd name="connsiteY4" fmla="*/ 5605256 h 5621549"/>
              <a:gd name="connsiteX5" fmla="*/ 5267523 w 5692903"/>
              <a:gd name="connsiteY5" fmla="*/ 5541580 h 5621549"/>
              <a:gd name="connsiteX6" fmla="*/ 2488424 w 5692903"/>
              <a:gd name="connsiteY6" fmla="*/ 996 h 5621549"/>
              <a:gd name="connsiteX7" fmla="*/ 4410997 w 5692903"/>
              <a:gd name="connsiteY7" fmla="*/ 789531 h 5621549"/>
              <a:gd name="connsiteX8" fmla="*/ 4334004 w 5692903"/>
              <a:gd name="connsiteY8" fmla="*/ 4412633 h 5621549"/>
              <a:gd name="connsiteX9" fmla="*/ 4328612 w 5692903"/>
              <a:gd name="connsiteY9" fmla="*/ 4417626 h 5621549"/>
              <a:gd name="connsiteX10" fmla="*/ 4229721 w 5692903"/>
              <a:gd name="connsiteY10" fmla="*/ 5197232 h 5621549"/>
              <a:gd name="connsiteX11" fmla="*/ 4363874 w 5692903"/>
              <a:gd name="connsiteY11" fmla="*/ 5423921 h 5621549"/>
              <a:gd name="connsiteX12" fmla="*/ 4625804 w 5692903"/>
              <a:gd name="connsiteY12" fmla="*/ 5614238 h 5621549"/>
              <a:gd name="connsiteX13" fmla="*/ 4677928 w 5692903"/>
              <a:gd name="connsiteY13" fmla="*/ 5621549 h 5621549"/>
              <a:gd name="connsiteX14" fmla="*/ 4245127 w 5692903"/>
              <a:gd name="connsiteY14" fmla="*/ 5621549 h 5621549"/>
              <a:gd name="connsiteX15" fmla="*/ 4232988 w 5692903"/>
              <a:gd name="connsiteY15" fmla="*/ 5579988 h 5621549"/>
              <a:gd name="connsiteX16" fmla="*/ 4203268 w 5692903"/>
              <a:gd name="connsiteY16" fmla="*/ 5518501 h 5621549"/>
              <a:gd name="connsiteX17" fmla="*/ 4069116 w 5692903"/>
              <a:gd name="connsiteY17" fmla="*/ 5291810 h 5621549"/>
              <a:gd name="connsiteX18" fmla="*/ 3338412 w 5692903"/>
              <a:gd name="connsiteY18" fmla="*/ 5002971 h 5621549"/>
              <a:gd name="connsiteX19" fmla="*/ 3331444 w 5692903"/>
              <a:gd name="connsiteY19" fmla="*/ 5005135 h 5621549"/>
              <a:gd name="connsiteX20" fmla="*/ 3042961 w 5692903"/>
              <a:gd name="connsiteY20" fmla="*/ 5077893 h 5621549"/>
              <a:gd name="connsiteX21" fmla="*/ 357696 w 5692903"/>
              <a:gd name="connsiteY21" fmla="*/ 3865988 h 5621549"/>
              <a:gd name="connsiteX22" fmla="*/ 1257753 w 5692903"/>
              <a:gd name="connsiteY22" fmla="*/ 355499 h 5621549"/>
              <a:gd name="connsiteX23" fmla="*/ 1257620 w 5692903"/>
              <a:gd name="connsiteY23" fmla="*/ 356222 h 5621549"/>
              <a:gd name="connsiteX24" fmla="*/ 2488424 w 5692903"/>
              <a:gd name="connsiteY24" fmla="*/ 996 h 5621549"/>
              <a:gd name="connsiteX0" fmla="*/ 5267523 w 5267523"/>
              <a:gd name="connsiteY0" fmla="*/ 5541580 h 5621549"/>
              <a:gd name="connsiteX1" fmla="*/ 4759298 w 5267523"/>
              <a:gd name="connsiteY1" fmla="*/ 5621549 h 5621549"/>
              <a:gd name="connsiteX2" fmla="*/ 4825082 w 5267523"/>
              <a:gd name="connsiteY2" fmla="*/ 5608866 h 5621549"/>
              <a:gd name="connsiteX3" fmla="*/ 4836423 w 5267523"/>
              <a:gd name="connsiteY3" fmla="*/ 5605256 h 5621549"/>
              <a:gd name="connsiteX4" fmla="*/ 5267523 w 5267523"/>
              <a:gd name="connsiteY4" fmla="*/ 5541580 h 5621549"/>
              <a:gd name="connsiteX5" fmla="*/ 2488424 w 5267523"/>
              <a:gd name="connsiteY5" fmla="*/ 996 h 5621549"/>
              <a:gd name="connsiteX6" fmla="*/ 4410997 w 5267523"/>
              <a:gd name="connsiteY6" fmla="*/ 789531 h 5621549"/>
              <a:gd name="connsiteX7" fmla="*/ 4334004 w 5267523"/>
              <a:gd name="connsiteY7" fmla="*/ 4412633 h 5621549"/>
              <a:gd name="connsiteX8" fmla="*/ 4328612 w 5267523"/>
              <a:gd name="connsiteY8" fmla="*/ 4417626 h 5621549"/>
              <a:gd name="connsiteX9" fmla="*/ 4229721 w 5267523"/>
              <a:gd name="connsiteY9" fmla="*/ 5197232 h 5621549"/>
              <a:gd name="connsiteX10" fmla="*/ 4363874 w 5267523"/>
              <a:gd name="connsiteY10" fmla="*/ 5423921 h 5621549"/>
              <a:gd name="connsiteX11" fmla="*/ 4625804 w 5267523"/>
              <a:gd name="connsiteY11" fmla="*/ 5614238 h 5621549"/>
              <a:gd name="connsiteX12" fmla="*/ 4677928 w 5267523"/>
              <a:gd name="connsiteY12" fmla="*/ 5621549 h 5621549"/>
              <a:gd name="connsiteX13" fmla="*/ 4245127 w 5267523"/>
              <a:gd name="connsiteY13" fmla="*/ 5621549 h 5621549"/>
              <a:gd name="connsiteX14" fmla="*/ 4232988 w 5267523"/>
              <a:gd name="connsiteY14" fmla="*/ 5579988 h 5621549"/>
              <a:gd name="connsiteX15" fmla="*/ 4203268 w 5267523"/>
              <a:gd name="connsiteY15" fmla="*/ 5518501 h 5621549"/>
              <a:gd name="connsiteX16" fmla="*/ 4069116 w 5267523"/>
              <a:gd name="connsiteY16" fmla="*/ 5291810 h 5621549"/>
              <a:gd name="connsiteX17" fmla="*/ 3338412 w 5267523"/>
              <a:gd name="connsiteY17" fmla="*/ 5002971 h 5621549"/>
              <a:gd name="connsiteX18" fmla="*/ 3331444 w 5267523"/>
              <a:gd name="connsiteY18" fmla="*/ 5005135 h 5621549"/>
              <a:gd name="connsiteX19" fmla="*/ 3042961 w 5267523"/>
              <a:gd name="connsiteY19" fmla="*/ 5077893 h 5621549"/>
              <a:gd name="connsiteX20" fmla="*/ 357696 w 5267523"/>
              <a:gd name="connsiteY20" fmla="*/ 3865988 h 5621549"/>
              <a:gd name="connsiteX21" fmla="*/ 1257753 w 5267523"/>
              <a:gd name="connsiteY21" fmla="*/ 355499 h 5621549"/>
              <a:gd name="connsiteX22" fmla="*/ 1257620 w 5267523"/>
              <a:gd name="connsiteY22" fmla="*/ 356222 h 5621549"/>
              <a:gd name="connsiteX23" fmla="*/ 2488424 w 5267523"/>
              <a:gd name="connsiteY23" fmla="*/ 996 h 5621549"/>
              <a:gd name="connsiteX0" fmla="*/ 4836423 w 5123445"/>
              <a:gd name="connsiteY0" fmla="*/ 5605256 h 5621549"/>
              <a:gd name="connsiteX1" fmla="*/ 4759298 w 5123445"/>
              <a:gd name="connsiteY1" fmla="*/ 5621549 h 5621549"/>
              <a:gd name="connsiteX2" fmla="*/ 4825082 w 5123445"/>
              <a:gd name="connsiteY2" fmla="*/ 5608866 h 5621549"/>
              <a:gd name="connsiteX3" fmla="*/ 4836423 w 5123445"/>
              <a:gd name="connsiteY3" fmla="*/ 5605256 h 5621549"/>
              <a:gd name="connsiteX4" fmla="*/ 2488424 w 5123445"/>
              <a:gd name="connsiteY4" fmla="*/ 996 h 5621549"/>
              <a:gd name="connsiteX5" fmla="*/ 4410997 w 5123445"/>
              <a:gd name="connsiteY5" fmla="*/ 789531 h 5621549"/>
              <a:gd name="connsiteX6" fmla="*/ 4334004 w 5123445"/>
              <a:gd name="connsiteY6" fmla="*/ 4412633 h 5621549"/>
              <a:gd name="connsiteX7" fmla="*/ 4328612 w 5123445"/>
              <a:gd name="connsiteY7" fmla="*/ 4417626 h 5621549"/>
              <a:gd name="connsiteX8" fmla="*/ 4229721 w 5123445"/>
              <a:gd name="connsiteY8" fmla="*/ 5197232 h 5621549"/>
              <a:gd name="connsiteX9" fmla="*/ 4363874 w 5123445"/>
              <a:gd name="connsiteY9" fmla="*/ 5423921 h 5621549"/>
              <a:gd name="connsiteX10" fmla="*/ 4625804 w 5123445"/>
              <a:gd name="connsiteY10" fmla="*/ 5614238 h 5621549"/>
              <a:gd name="connsiteX11" fmla="*/ 4677928 w 5123445"/>
              <a:gd name="connsiteY11" fmla="*/ 5621549 h 5621549"/>
              <a:gd name="connsiteX12" fmla="*/ 4245127 w 5123445"/>
              <a:gd name="connsiteY12" fmla="*/ 5621549 h 5621549"/>
              <a:gd name="connsiteX13" fmla="*/ 4232988 w 5123445"/>
              <a:gd name="connsiteY13" fmla="*/ 5579988 h 5621549"/>
              <a:gd name="connsiteX14" fmla="*/ 4203268 w 5123445"/>
              <a:gd name="connsiteY14" fmla="*/ 5518501 h 5621549"/>
              <a:gd name="connsiteX15" fmla="*/ 4069116 w 5123445"/>
              <a:gd name="connsiteY15" fmla="*/ 5291810 h 5621549"/>
              <a:gd name="connsiteX16" fmla="*/ 3338412 w 5123445"/>
              <a:gd name="connsiteY16" fmla="*/ 5002971 h 5621549"/>
              <a:gd name="connsiteX17" fmla="*/ 3331444 w 5123445"/>
              <a:gd name="connsiteY17" fmla="*/ 5005135 h 5621549"/>
              <a:gd name="connsiteX18" fmla="*/ 3042961 w 5123445"/>
              <a:gd name="connsiteY18" fmla="*/ 5077893 h 5621549"/>
              <a:gd name="connsiteX19" fmla="*/ 357696 w 5123445"/>
              <a:gd name="connsiteY19" fmla="*/ 3865988 h 5621549"/>
              <a:gd name="connsiteX20" fmla="*/ 1257753 w 5123445"/>
              <a:gd name="connsiteY20" fmla="*/ 355499 h 5621549"/>
              <a:gd name="connsiteX21" fmla="*/ 1257620 w 5123445"/>
              <a:gd name="connsiteY21" fmla="*/ 356222 h 5621549"/>
              <a:gd name="connsiteX22" fmla="*/ 2488424 w 5123445"/>
              <a:gd name="connsiteY22" fmla="*/ 996 h 5621549"/>
              <a:gd name="connsiteX0" fmla="*/ 4825082 w 5123445"/>
              <a:gd name="connsiteY0" fmla="*/ 5608866 h 5621549"/>
              <a:gd name="connsiteX1" fmla="*/ 4759298 w 5123445"/>
              <a:gd name="connsiteY1" fmla="*/ 5621549 h 5621549"/>
              <a:gd name="connsiteX2" fmla="*/ 4825082 w 5123445"/>
              <a:gd name="connsiteY2" fmla="*/ 5608866 h 5621549"/>
              <a:gd name="connsiteX3" fmla="*/ 2488424 w 5123445"/>
              <a:gd name="connsiteY3" fmla="*/ 996 h 5621549"/>
              <a:gd name="connsiteX4" fmla="*/ 4410997 w 5123445"/>
              <a:gd name="connsiteY4" fmla="*/ 789531 h 5621549"/>
              <a:gd name="connsiteX5" fmla="*/ 4334004 w 5123445"/>
              <a:gd name="connsiteY5" fmla="*/ 4412633 h 5621549"/>
              <a:gd name="connsiteX6" fmla="*/ 4328612 w 5123445"/>
              <a:gd name="connsiteY6" fmla="*/ 4417626 h 5621549"/>
              <a:gd name="connsiteX7" fmla="*/ 4229721 w 5123445"/>
              <a:gd name="connsiteY7" fmla="*/ 5197232 h 5621549"/>
              <a:gd name="connsiteX8" fmla="*/ 4363874 w 5123445"/>
              <a:gd name="connsiteY8" fmla="*/ 5423921 h 5621549"/>
              <a:gd name="connsiteX9" fmla="*/ 4625804 w 5123445"/>
              <a:gd name="connsiteY9" fmla="*/ 5614238 h 5621549"/>
              <a:gd name="connsiteX10" fmla="*/ 4677928 w 5123445"/>
              <a:gd name="connsiteY10" fmla="*/ 5621549 h 5621549"/>
              <a:gd name="connsiteX11" fmla="*/ 4245127 w 5123445"/>
              <a:gd name="connsiteY11" fmla="*/ 5621549 h 5621549"/>
              <a:gd name="connsiteX12" fmla="*/ 4232988 w 5123445"/>
              <a:gd name="connsiteY12" fmla="*/ 5579988 h 5621549"/>
              <a:gd name="connsiteX13" fmla="*/ 4203268 w 5123445"/>
              <a:gd name="connsiteY13" fmla="*/ 5518501 h 5621549"/>
              <a:gd name="connsiteX14" fmla="*/ 4069116 w 5123445"/>
              <a:gd name="connsiteY14" fmla="*/ 5291810 h 5621549"/>
              <a:gd name="connsiteX15" fmla="*/ 3338412 w 5123445"/>
              <a:gd name="connsiteY15" fmla="*/ 5002971 h 5621549"/>
              <a:gd name="connsiteX16" fmla="*/ 3331444 w 5123445"/>
              <a:gd name="connsiteY16" fmla="*/ 5005135 h 5621549"/>
              <a:gd name="connsiteX17" fmla="*/ 3042961 w 5123445"/>
              <a:gd name="connsiteY17" fmla="*/ 5077893 h 5621549"/>
              <a:gd name="connsiteX18" fmla="*/ 357696 w 5123445"/>
              <a:gd name="connsiteY18" fmla="*/ 3865988 h 5621549"/>
              <a:gd name="connsiteX19" fmla="*/ 1257753 w 5123445"/>
              <a:gd name="connsiteY19" fmla="*/ 355499 h 5621549"/>
              <a:gd name="connsiteX20" fmla="*/ 1257620 w 5123445"/>
              <a:gd name="connsiteY20" fmla="*/ 356222 h 5621549"/>
              <a:gd name="connsiteX21" fmla="*/ 2488424 w 5123445"/>
              <a:gd name="connsiteY21" fmla="*/ 996 h 5621549"/>
              <a:gd name="connsiteX0" fmla="*/ 2488424 w 5123445"/>
              <a:gd name="connsiteY0" fmla="*/ 996 h 5621549"/>
              <a:gd name="connsiteX1" fmla="*/ 4410997 w 5123445"/>
              <a:gd name="connsiteY1" fmla="*/ 789531 h 5621549"/>
              <a:gd name="connsiteX2" fmla="*/ 4334004 w 5123445"/>
              <a:gd name="connsiteY2" fmla="*/ 4412633 h 5621549"/>
              <a:gd name="connsiteX3" fmla="*/ 4328612 w 5123445"/>
              <a:gd name="connsiteY3" fmla="*/ 4417626 h 5621549"/>
              <a:gd name="connsiteX4" fmla="*/ 4229721 w 5123445"/>
              <a:gd name="connsiteY4" fmla="*/ 5197232 h 5621549"/>
              <a:gd name="connsiteX5" fmla="*/ 4363874 w 5123445"/>
              <a:gd name="connsiteY5" fmla="*/ 5423921 h 5621549"/>
              <a:gd name="connsiteX6" fmla="*/ 4625804 w 5123445"/>
              <a:gd name="connsiteY6" fmla="*/ 5614238 h 5621549"/>
              <a:gd name="connsiteX7" fmla="*/ 4677928 w 5123445"/>
              <a:gd name="connsiteY7" fmla="*/ 5621549 h 5621549"/>
              <a:gd name="connsiteX8" fmla="*/ 4245127 w 5123445"/>
              <a:gd name="connsiteY8" fmla="*/ 5621549 h 5621549"/>
              <a:gd name="connsiteX9" fmla="*/ 4232988 w 5123445"/>
              <a:gd name="connsiteY9" fmla="*/ 5579988 h 5621549"/>
              <a:gd name="connsiteX10" fmla="*/ 4203268 w 5123445"/>
              <a:gd name="connsiteY10" fmla="*/ 5518501 h 5621549"/>
              <a:gd name="connsiteX11" fmla="*/ 4069116 w 5123445"/>
              <a:gd name="connsiteY11" fmla="*/ 5291810 h 5621549"/>
              <a:gd name="connsiteX12" fmla="*/ 3338412 w 5123445"/>
              <a:gd name="connsiteY12" fmla="*/ 5002971 h 5621549"/>
              <a:gd name="connsiteX13" fmla="*/ 3331444 w 5123445"/>
              <a:gd name="connsiteY13" fmla="*/ 5005135 h 5621549"/>
              <a:gd name="connsiteX14" fmla="*/ 3042961 w 5123445"/>
              <a:gd name="connsiteY14" fmla="*/ 5077893 h 5621549"/>
              <a:gd name="connsiteX15" fmla="*/ 357696 w 5123445"/>
              <a:gd name="connsiteY15" fmla="*/ 3865988 h 5621549"/>
              <a:gd name="connsiteX16" fmla="*/ 1257753 w 5123445"/>
              <a:gd name="connsiteY16" fmla="*/ 355499 h 5621549"/>
              <a:gd name="connsiteX17" fmla="*/ 1257620 w 5123445"/>
              <a:gd name="connsiteY17" fmla="*/ 356222 h 5621549"/>
              <a:gd name="connsiteX18" fmla="*/ 2488424 w 5123445"/>
              <a:gd name="connsiteY18" fmla="*/ 996 h 5621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123445" h="5621549">
                <a:moveTo>
                  <a:pt x="2488424" y="996"/>
                </a:moveTo>
                <a:cubicBezTo>
                  <a:pt x="3193438" y="-18651"/>
                  <a:pt x="3896514" y="252742"/>
                  <a:pt x="4410997" y="789531"/>
                </a:cubicBezTo>
                <a:cubicBezTo>
                  <a:pt x="5390279" y="1811215"/>
                  <a:pt x="5355687" y="3433352"/>
                  <a:pt x="4334004" y="4412633"/>
                </a:cubicBezTo>
                <a:lnTo>
                  <a:pt x="4328612" y="4417626"/>
                </a:lnTo>
                <a:cubicBezTo>
                  <a:pt x="4121541" y="4624459"/>
                  <a:pt x="4080825" y="4945293"/>
                  <a:pt x="4229721" y="5197232"/>
                </a:cubicBezTo>
                <a:lnTo>
                  <a:pt x="4363874" y="5423921"/>
                </a:lnTo>
                <a:cubicBezTo>
                  <a:pt x="4422700" y="5523313"/>
                  <a:pt x="4518671" y="5590228"/>
                  <a:pt x="4625804" y="5614238"/>
                </a:cubicBezTo>
                <a:lnTo>
                  <a:pt x="4677928" y="5621549"/>
                </a:lnTo>
                <a:lnTo>
                  <a:pt x="4245127" y="5621549"/>
                </a:lnTo>
                <a:lnTo>
                  <a:pt x="4232988" y="5579988"/>
                </a:lnTo>
                <a:cubicBezTo>
                  <a:pt x="4224919" y="5558965"/>
                  <a:pt x="4215021" y="5538396"/>
                  <a:pt x="4203268" y="5518501"/>
                </a:cubicBezTo>
                <a:lnTo>
                  <a:pt x="4069116" y="5291810"/>
                </a:lnTo>
                <a:cubicBezTo>
                  <a:pt x="3920121" y="5040004"/>
                  <a:pt x="3619373" y="4921071"/>
                  <a:pt x="3338412" y="5002971"/>
                </a:cubicBezTo>
                <a:lnTo>
                  <a:pt x="3331444" y="5005135"/>
                </a:lnTo>
                <a:cubicBezTo>
                  <a:pt x="3236866" y="5035032"/>
                  <a:pt x="3140554" y="5059307"/>
                  <a:pt x="3042961" y="5077893"/>
                </a:cubicBezTo>
                <a:cubicBezTo>
                  <a:pt x="1981925" y="5280228"/>
                  <a:pt x="907908" y="4795494"/>
                  <a:pt x="357696" y="3865988"/>
                </a:cubicBezTo>
                <a:cubicBezTo>
                  <a:pt x="-363156" y="2648085"/>
                  <a:pt x="39877" y="1076309"/>
                  <a:pt x="1257753" y="355499"/>
                </a:cubicBezTo>
                <a:cubicBezTo>
                  <a:pt x="1257709" y="355740"/>
                  <a:pt x="1257664" y="355981"/>
                  <a:pt x="1257620" y="356222"/>
                </a:cubicBezTo>
                <a:cubicBezTo>
                  <a:pt x="1641708" y="129347"/>
                  <a:pt x="2065415" y="12784"/>
                  <a:pt x="2488424" y="996"/>
                </a:cubicBezTo>
                <a:close/>
              </a:path>
            </a:pathLst>
          </a:custGeom>
          <a:solidFill>
            <a:schemeClr val="bg1">
              <a:lumMod val="95000"/>
            </a:schemeClr>
          </a:solidFill>
        </p:spPr>
        <p:txBody>
          <a:bodyPr wrap="square">
            <a:noAutofit/>
          </a:bodyPr>
          <a:lstStyle>
            <a:lvl1pPr>
              <a:defRPr/>
            </a:lvl1pPr>
          </a:lstStyle>
          <a:p>
            <a:r>
              <a:rPr lang="en-US" dirty="0"/>
              <a:t> </a:t>
            </a:r>
          </a:p>
        </p:txBody>
      </p:sp>
      <p:graphicFrame>
        <p:nvGraphicFramePr>
          <p:cNvPr id="4" name="Objekt 3"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53" imgH="353" progId="TCLayout.ActiveDocument.1">
                  <p:embed/>
                </p:oleObj>
              </mc:Choice>
              <mc:Fallback>
                <p:oleObj name="think-cell Slide" r:id="rId3" imgW="353" imgH="353" progId="TCLayout.ActiveDocument.1">
                  <p:embed/>
                  <p:pic>
                    <p:nvPicPr>
                      <p:cNvPr id="4" name="Objekt 3"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Content Placeholder 2"/>
          <p:cNvSpPr>
            <a:spLocks noGrp="1"/>
          </p:cNvSpPr>
          <p:nvPr>
            <p:ph sz="half" idx="1" hasCustomPrompt="1"/>
          </p:nvPr>
        </p:nvSpPr>
        <p:spPr bwMode="gray">
          <a:xfrm>
            <a:off x="6240958" y="2133296"/>
            <a:ext cx="5327650" cy="3960000"/>
          </a:xfrm>
          <a:prstGeom prst="rect">
            <a:avLst/>
          </a:prstGeom>
        </p:spPr>
        <p:txBody>
          <a:bodyPr vert="horz" lIns="0" tIns="0" rIns="0" bIns="0" rtlCol="0" anchor="t" anchorCtr="0">
            <a:noAutofit/>
          </a:bodyPr>
          <a:lstStyle>
            <a:lvl1pPr marL="0" marR="0" indent="0" algn="l" defTabSz="914400" rtl="0" eaLnBrk="1" fontAlgn="auto" latinLnBrk="0" hangingPunct="1">
              <a:lnSpc>
                <a:spcPct val="100000"/>
              </a:lnSpc>
              <a:spcBef>
                <a:spcPts val="600"/>
              </a:spcBef>
              <a:spcAft>
                <a:spcPts val="300"/>
              </a:spcAft>
              <a:buClr>
                <a:srgbClr val="503291"/>
              </a:buClr>
              <a:buSzTx/>
              <a:buFont typeface="Wingdings" panose="05000000000000000000" pitchFamily="2" charset="2"/>
              <a:buNone/>
              <a:tabLst/>
              <a:defRPr lang="de-DE" noProof="0" dirty="0" smtClean="0"/>
            </a:lvl1pPr>
            <a:lvl2pPr>
              <a:defRPr lang="de-DE" noProof="0" dirty="0" smtClean="0"/>
            </a:lvl2pPr>
            <a:lvl3pPr>
              <a:defRPr lang="de-DE" noProof="0" dirty="0" smtClean="0"/>
            </a:lvl3pPr>
            <a:lvl4pPr>
              <a:defRPr lang="de-DE" noProof="0" dirty="0" smtClean="0"/>
            </a:lvl4pPr>
            <a:lvl5pPr>
              <a:defRPr lang="de-DE" noProof="0" dirty="0" smtClean="0"/>
            </a:lvl5pPr>
            <a:lvl6pPr>
              <a:defRPr lang="de-DE" noProof="0" dirty="0" smtClean="0"/>
            </a:lvl6pPr>
            <a:lvl7pPr>
              <a:defRPr lang="de-DE" noProof="0" dirty="0" smtClean="0"/>
            </a:lvl7pPr>
            <a:lvl8pPr>
              <a:defRPr lang="de-DE" noProof="0" dirty="0" smtClean="0"/>
            </a:lvl8pPr>
            <a:lvl9pPr>
              <a:defRPr lang="en-US" noProof="0" dirty="0"/>
            </a:lvl9pPr>
          </a:lstStyle>
          <a:p>
            <a:pPr marL="0" marR="0" lvl="0" indent="0" algn="l" defTabSz="914400" rtl="0" eaLnBrk="1" fontAlgn="auto" latinLnBrk="0" hangingPunct="1">
              <a:lnSpc>
                <a:spcPct val="100000"/>
              </a:lnSpc>
              <a:spcBef>
                <a:spcPts val="600"/>
              </a:spcBef>
              <a:spcAft>
                <a:spcPts val="300"/>
              </a:spcAft>
              <a:buClr>
                <a:srgbClr val="52328F"/>
              </a:buClr>
              <a:buSzTx/>
              <a:buFont typeface="Wingdings" panose="05000000000000000000" pitchFamily="2" charset="2"/>
              <a:buNone/>
              <a:tabLst/>
              <a:defRPr/>
            </a:pPr>
            <a:r>
              <a:rPr lang="en-US" noProof="0" dirty="0"/>
              <a:t>You can use this field to enter text, a table, a diagram, a </a:t>
            </a:r>
            <a:r>
              <a:rPr lang="en-US" noProof="0" dirty="0" err="1"/>
              <a:t>SmartArts</a:t>
            </a:r>
            <a:r>
              <a:rPr lang="en-US" noProof="0" dirty="0"/>
              <a:t> or text. Use the buttons “Increase List Level” for copytext or bullet levels. Use the icons below to create visual content.</a:t>
            </a:r>
            <a:endParaRPr lang="en-US" dirty="0"/>
          </a:p>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p>
          <a:p>
            <a:pPr lvl="0"/>
            <a:endParaRPr lang="en-US" noProof="0" dirty="0"/>
          </a:p>
        </p:txBody>
      </p:sp>
      <p:sp>
        <p:nvSpPr>
          <p:cNvPr id="7" name="Fußzeilenplatzhalter 6"/>
          <p:cNvSpPr>
            <a:spLocks noGrp="1"/>
          </p:cNvSpPr>
          <p:nvPr>
            <p:ph type="ftr" sz="quarter" idx="30"/>
          </p:nvPr>
        </p:nvSpPr>
        <p:spPr bwMode="gray"/>
        <p:txBody>
          <a:bodyPr/>
          <a:lstStyle>
            <a:lvl1pPr>
              <a:defRPr>
                <a:solidFill>
                  <a:schemeClr val="tx1"/>
                </a:solidFill>
              </a:defRPr>
            </a:lvl1pPr>
          </a:lstStyle>
          <a:p>
            <a:r>
              <a:rPr lang="en-US" dirty="0"/>
              <a:t>Chart library synthetic cells</a:t>
            </a:r>
          </a:p>
        </p:txBody>
      </p:sp>
      <p:sp>
        <p:nvSpPr>
          <p:cNvPr id="8" name="Foliennummernplatzhalter 7"/>
          <p:cNvSpPr>
            <a:spLocks noGrp="1"/>
          </p:cNvSpPr>
          <p:nvPr>
            <p:ph type="sldNum" sz="quarter" idx="31"/>
          </p:nvPr>
        </p:nvSpPr>
        <p:spPr bwMode="gray"/>
        <p:txBody>
          <a:bodyPr/>
          <a:lstStyle>
            <a:lvl1pPr>
              <a:defRPr>
                <a:solidFill>
                  <a:schemeClr val="tx1"/>
                </a:solidFill>
              </a:defRPr>
            </a:lvl1pPr>
          </a:lstStyle>
          <a:p>
            <a:fld id="{215533F2-C0B5-4315-85D8-5EA869B6EE8B}" type="slidenum">
              <a:rPr lang="en-US" smtClean="0"/>
              <a:pPr/>
              <a:t>‹#›</a:t>
            </a:fld>
            <a:endParaRPr lang="en-US" dirty="0"/>
          </a:p>
        </p:txBody>
      </p:sp>
      <p:sp>
        <p:nvSpPr>
          <p:cNvPr id="9" name="Text Placeholder 7"/>
          <p:cNvSpPr>
            <a:spLocks noGrp="1"/>
          </p:cNvSpPr>
          <p:nvPr>
            <p:ph type="body" sz="quarter" idx="13" hasCustomPrompt="1"/>
          </p:nvPr>
        </p:nvSpPr>
        <p:spPr bwMode="gray">
          <a:xfrm>
            <a:off x="623888" y="332656"/>
            <a:ext cx="10944225" cy="398144"/>
          </a:xfrm>
          <a:prstGeom prst="rect">
            <a:avLst/>
          </a:prstGeom>
        </p:spPr>
        <p:txBody>
          <a:bodyPr tIns="18000" anchor="t">
            <a:noAutofit/>
          </a:bodyPr>
          <a:lstStyle>
            <a:lvl1pPr marL="0" indent="0">
              <a:lnSpc>
                <a:spcPct val="100000"/>
              </a:lnSpc>
              <a:spcBef>
                <a:spcPts val="0"/>
              </a:spcBef>
              <a:spcAft>
                <a:spcPts val="0"/>
              </a:spcAft>
              <a:buFont typeface="Arial" panose="020B0604020202020204" pitchFamily="34" charset="0"/>
              <a:buNone/>
              <a:defRPr sz="2200" b="0" baseline="0">
                <a:solidFill>
                  <a:schemeClr val="accent1"/>
                </a:solidFill>
              </a:defRPr>
            </a:lvl1pPr>
            <a:lvl2pPr marL="0" indent="0">
              <a:lnSpc>
                <a:spcPct val="100000"/>
              </a:lnSpc>
              <a:spcBef>
                <a:spcPts val="0"/>
              </a:spcBef>
              <a:spcAft>
                <a:spcPts val="0"/>
              </a:spcAft>
              <a:buFont typeface="Arial" panose="020B0604020202020204" pitchFamily="34" charset="0"/>
              <a:buNone/>
              <a:defRPr sz="2200" b="0">
                <a:solidFill>
                  <a:schemeClr val="accent1"/>
                </a:solidFill>
              </a:defRPr>
            </a:lvl2pPr>
            <a:lvl3pPr marL="0" indent="0">
              <a:lnSpc>
                <a:spcPct val="100000"/>
              </a:lnSpc>
              <a:spcBef>
                <a:spcPts val="0"/>
              </a:spcBef>
              <a:spcAft>
                <a:spcPts val="0"/>
              </a:spcAft>
              <a:buNone/>
              <a:defRPr sz="2200" b="0">
                <a:solidFill>
                  <a:schemeClr val="accent1"/>
                </a:solidFill>
              </a:defRPr>
            </a:lvl3pPr>
            <a:lvl4pPr marL="0" indent="0">
              <a:lnSpc>
                <a:spcPct val="100000"/>
              </a:lnSpc>
              <a:spcBef>
                <a:spcPts val="0"/>
              </a:spcBef>
              <a:spcAft>
                <a:spcPts val="0"/>
              </a:spcAft>
              <a:buNone/>
              <a:defRPr sz="2200" b="0">
                <a:solidFill>
                  <a:schemeClr val="accent1"/>
                </a:solidFill>
              </a:defRPr>
            </a:lvl4pPr>
            <a:lvl5pPr marL="0" indent="0">
              <a:lnSpc>
                <a:spcPct val="100000"/>
              </a:lnSpc>
              <a:spcBef>
                <a:spcPts val="0"/>
              </a:spcBef>
              <a:spcAft>
                <a:spcPts val="0"/>
              </a:spcAft>
              <a:buNone/>
              <a:defRPr sz="2200" b="0">
                <a:solidFill>
                  <a:schemeClr val="accent1"/>
                </a:solidFill>
              </a:defRPr>
            </a:lvl5pPr>
            <a:lvl6pPr marL="0" indent="0">
              <a:lnSpc>
                <a:spcPct val="100000"/>
              </a:lnSpc>
              <a:spcBef>
                <a:spcPts val="0"/>
              </a:spcBef>
              <a:spcAft>
                <a:spcPts val="0"/>
              </a:spcAft>
              <a:buNone/>
              <a:defRPr sz="2200" b="0">
                <a:solidFill>
                  <a:schemeClr val="accent1"/>
                </a:solidFill>
              </a:defRPr>
            </a:lvl6pPr>
            <a:lvl7pPr marL="0" indent="0">
              <a:lnSpc>
                <a:spcPct val="100000"/>
              </a:lnSpc>
              <a:spcBef>
                <a:spcPts val="0"/>
              </a:spcBef>
              <a:spcAft>
                <a:spcPts val="0"/>
              </a:spcAft>
              <a:buNone/>
              <a:defRPr sz="2200" b="0">
                <a:solidFill>
                  <a:schemeClr val="accent1"/>
                </a:solidFill>
              </a:defRPr>
            </a:lvl7pPr>
            <a:lvl8pPr marL="0" indent="0">
              <a:lnSpc>
                <a:spcPct val="100000"/>
              </a:lnSpc>
              <a:spcBef>
                <a:spcPts val="0"/>
              </a:spcBef>
              <a:spcAft>
                <a:spcPts val="0"/>
              </a:spcAft>
              <a:buNone/>
              <a:defRPr sz="2200" b="0">
                <a:solidFill>
                  <a:schemeClr val="accent1"/>
                </a:solidFill>
              </a:defRPr>
            </a:lvl8pPr>
            <a:lvl9pPr marL="0" indent="0">
              <a:lnSpc>
                <a:spcPct val="100000"/>
              </a:lnSpc>
              <a:spcBef>
                <a:spcPts val="0"/>
              </a:spcBef>
              <a:spcAft>
                <a:spcPts val="0"/>
              </a:spcAft>
              <a:buNone/>
              <a:defRPr sz="2200" b="0">
                <a:solidFill>
                  <a:schemeClr val="accent1"/>
                </a:solidFill>
              </a:defRPr>
            </a:lvl9pPr>
          </a:lstStyle>
          <a:p>
            <a:pPr lvl="0"/>
            <a:r>
              <a:rPr lang="en-US" noProof="0" dirty="0"/>
              <a:t>Click to add action title</a:t>
            </a:r>
          </a:p>
        </p:txBody>
      </p:sp>
      <p:sp>
        <p:nvSpPr>
          <p:cNvPr id="5" name="Title 4"/>
          <p:cNvSpPr>
            <a:spLocks noGrp="1"/>
          </p:cNvSpPr>
          <p:nvPr>
            <p:ph type="title" hasCustomPrompt="1"/>
          </p:nvPr>
        </p:nvSpPr>
        <p:spPr>
          <a:xfrm>
            <a:off x="623888" y="730800"/>
            <a:ext cx="10944225" cy="325952"/>
          </a:xfrm>
        </p:spPr>
        <p:txBody>
          <a:bodyPr/>
          <a:lstStyle/>
          <a:p>
            <a:r>
              <a:rPr lang="en-US" dirty="0"/>
              <a:t>Insert slide title here (max. 2 lines | max. 1 line with Action Title)</a:t>
            </a:r>
          </a:p>
        </p:txBody>
      </p:sp>
      <p:sp>
        <p:nvSpPr>
          <p:cNvPr id="10" name="MIO_VALID_LAYOUT"/>
          <p:cNvSpPr/>
          <p:nvPr userDrawn="1"/>
        </p:nvSpPr>
        <p:spPr bwMode="gray">
          <a:xfrm>
            <a:off x="11856640" y="6597171"/>
            <a:ext cx="335360" cy="260829"/>
          </a:xfrm>
          <a:prstGeom prst="rect">
            <a:avLst/>
          </a:prstGeom>
          <a:no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
        <p:nvSpPr>
          <p:cNvPr id="6" name="Textplatzhalter 5">
            <a:extLst>
              <a:ext uri="{FF2B5EF4-FFF2-40B4-BE49-F238E27FC236}">
                <a16:creationId xmlns:a16="http://schemas.microsoft.com/office/drawing/2014/main" id="{6C10FA8E-688E-4B45-907C-B4E743ECD251}"/>
              </a:ext>
            </a:extLst>
          </p:cNvPr>
          <p:cNvSpPr>
            <a:spLocks noGrp="1"/>
          </p:cNvSpPr>
          <p:nvPr>
            <p:ph type="body" sz="quarter" idx="34" hasCustomPrompt="1"/>
          </p:nvPr>
        </p:nvSpPr>
        <p:spPr>
          <a:xfrm>
            <a:off x="6240463" y="1484313"/>
            <a:ext cx="5327650" cy="504825"/>
          </a:xfrm>
          <a:prstGeom prst="rect">
            <a:avLst/>
          </a:prstGeom>
          <a:noFill/>
        </p:spPr>
        <p:txBody>
          <a:bodyPr anchor="b"/>
          <a:lstStyle>
            <a:lvl1pPr>
              <a:spcBef>
                <a:spcPts val="0"/>
              </a:spcBef>
              <a:spcAft>
                <a:spcPts val="0"/>
              </a:spcAft>
              <a:defRPr b="1">
                <a:solidFill>
                  <a:schemeClr val="bg2"/>
                </a:solidFill>
              </a:defRPr>
            </a:lvl1pPr>
            <a:lvl2pPr>
              <a:spcBef>
                <a:spcPts val="0"/>
              </a:spcBef>
              <a:spcAft>
                <a:spcPts val="0"/>
              </a:spcAft>
              <a:defRPr/>
            </a:lvl2pPr>
            <a:lvl3pPr>
              <a:spcBef>
                <a:spcPts val="0"/>
              </a:spcBef>
              <a:spcAft>
                <a:spcPts val="0"/>
              </a:spcAft>
              <a:defRPr/>
            </a:lvl3pPr>
            <a:lvl4pPr>
              <a:spcBef>
                <a:spcPts val="0"/>
              </a:spcBef>
              <a:spcAft>
                <a:spcPts val="0"/>
              </a:spcAft>
              <a:defRPr/>
            </a:lvl4pPr>
            <a:lvl5pPr>
              <a:spcBef>
                <a:spcPts val="0"/>
              </a:spcBef>
              <a:spcAft>
                <a:spcPts val="0"/>
              </a:spcAft>
              <a:defRPr/>
            </a:lvl5pPr>
          </a:lstStyle>
          <a:p>
            <a:pPr lvl="0"/>
            <a:r>
              <a:rPr lang="en-US" dirty="0" err="1"/>
              <a:t>Subheadline</a:t>
            </a:r>
            <a:r>
              <a:rPr lang="en-US" dirty="0"/>
              <a:t>,</a:t>
            </a:r>
            <a:br>
              <a:rPr lang="en-US" dirty="0"/>
            </a:br>
            <a:r>
              <a:rPr lang="en-US" dirty="0"/>
              <a:t>max 2 lines</a:t>
            </a:r>
          </a:p>
        </p:txBody>
      </p:sp>
    </p:spTree>
    <p:extLst>
      <p:ext uri="{BB962C8B-B14F-4D97-AF65-F5344CB8AC3E}">
        <p14:creationId xmlns:p14="http://schemas.microsoft.com/office/powerpoint/2010/main" val="3590929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ontent and brand picture | 2">
    <p:spTree>
      <p:nvGrpSpPr>
        <p:cNvPr id="1" name=""/>
        <p:cNvGrpSpPr/>
        <p:nvPr/>
      </p:nvGrpSpPr>
      <p:grpSpPr>
        <a:xfrm>
          <a:off x="0" y="0"/>
          <a:ext cx="0" cy="0"/>
          <a:chOff x="0" y="0"/>
          <a:chExt cx="0" cy="0"/>
        </a:xfrm>
      </p:grpSpPr>
      <p:sp>
        <p:nvSpPr>
          <p:cNvPr id="11" name="Bildplatzhalter 12">
            <a:extLst>
              <a:ext uri="{FF2B5EF4-FFF2-40B4-BE49-F238E27FC236}">
                <a16:creationId xmlns:a16="http://schemas.microsoft.com/office/drawing/2014/main" id="{B375DF45-3C20-4416-8140-64227B44E5E9}"/>
              </a:ext>
            </a:extLst>
          </p:cNvPr>
          <p:cNvSpPr>
            <a:spLocks noGrp="1"/>
          </p:cNvSpPr>
          <p:nvPr>
            <p:ph type="pic" sz="quarter" idx="29" hasCustomPrompt="1"/>
          </p:nvPr>
        </p:nvSpPr>
        <p:spPr bwMode="gray">
          <a:xfrm>
            <a:off x="3380494" y="1282704"/>
            <a:ext cx="8811506" cy="5575297"/>
          </a:xfrm>
          <a:custGeom>
            <a:avLst/>
            <a:gdLst>
              <a:gd name="connsiteX0" fmla="*/ 5586253 w 8811506"/>
              <a:gd name="connsiteY0" fmla="*/ 1520 h 5575297"/>
              <a:gd name="connsiteX1" fmla="*/ 5967260 w 8811506"/>
              <a:gd name="connsiteY1" fmla="*/ 13918 h 5575297"/>
              <a:gd name="connsiteX2" fmla="*/ 5976615 w 8811506"/>
              <a:gd name="connsiteY2" fmla="*/ 14998 h 5575297"/>
              <a:gd name="connsiteX3" fmla="*/ 6092021 w 8811506"/>
              <a:gd name="connsiteY3" fmla="*/ 28327 h 5575297"/>
              <a:gd name="connsiteX4" fmla="*/ 6116973 w 8811506"/>
              <a:gd name="connsiteY4" fmla="*/ 31209 h 5575297"/>
              <a:gd name="connsiteX5" fmla="*/ 6197348 w 8811506"/>
              <a:gd name="connsiteY5" fmla="*/ 46812 h 5575297"/>
              <a:gd name="connsiteX6" fmla="*/ 6262126 w 8811506"/>
              <a:gd name="connsiteY6" fmla="*/ 60615 h 5575297"/>
              <a:gd name="connsiteX7" fmla="*/ 6302315 w 8811506"/>
              <a:gd name="connsiteY7" fmla="*/ 68415 h 5575297"/>
              <a:gd name="connsiteX8" fmla="*/ 7107717 w 8811506"/>
              <a:gd name="connsiteY8" fmla="*/ 401641 h 5575297"/>
              <a:gd name="connsiteX9" fmla="*/ 7134349 w 8811506"/>
              <a:gd name="connsiteY9" fmla="*/ 417359 h 5575297"/>
              <a:gd name="connsiteX10" fmla="*/ 7210761 w 8811506"/>
              <a:gd name="connsiteY10" fmla="*/ 467275 h 5575297"/>
              <a:gd name="connsiteX11" fmla="*/ 7275056 w 8811506"/>
              <a:gd name="connsiteY11" fmla="*/ 512627 h 5575297"/>
              <a:gd name="connsiteX12" fmla="*/ 7304085 w 8811506"/>
              <a:gd name="connsiteY12" fmla="*/ 534943 h 5575297"/>
              <a:gd name="connsiteX13" fmla="*/ 7396691 w 8811506"/>
              <a:gd name="connsiteY13" fmla="*/ 608852 h 5575297"/>
              <a:gd name="connsiteX14" fmla="*/ 7405325 w 8811506"/>
              <a:gd name="connsiteY14" fmla="*/ 616170 h 5575297"/>
              <a:gd name="connsiteX15" fmla="*/ 7597011 w 8811506"/>
              <a:gd name="connsiteY15" fmla="*/ 790019 h 5575297"/>
              <a:gd name="connsiteX16" fmla="*/ 7608406 w 8811506"/>
              <a:gd name="connsiteY16" fmla="*/ 800815 h 5575297"/>
              <a:gd name="connsiteX17" fmla="*/ 7690211 w 8811506"/>
              <a:gd name="connsiteY17" fmla="*/ 886118 h 5575297"/>
              <a:gd name="connsiteX18" fmla="*/ 7712642 w 8811506"/>
              <a:gd name="connsiteY18" fmla="*/ 910835 h 5575297"/>
              <a:gd name="connsiteX19" fmla="*/ 7762661 w 8811506"/>
              <a:gd name="connsiteY19" fmla="*/ 970340 h 5575297"/>
              <a:gd name="connsiteX20" fmla="*/ 7820597 w 8811506"/>
              <a:gd name="connsiteY20" fmla="*/ 1043407 h 5575297"/>
              <a:gd name="connsiteX21" fmla="*/ 7842668 w 8811506"/>
              <a:gd name="connsiteY21" fmla="*/ 1071241 h 5575297"/>
              <a:gd name="connsiteX22" fmla="*/ 8304662 w 8811506"/>
              <a:gd name="connsiteY22" fmla="*/ 2079109 h 5575297"/>
              <a:gd name="connsiteX23" fmla="*/ 8312456 w 8811506"/>
              <a:gd name="connsiteY23" fmla="*/ 2121096 h 5575297"/>
              <a:gd name="connsiteX24" fmla="*/ 8331758 w 8811506"/>
              <a:gd name="connsiteY24" fmla="*/ 2227627 h 5575297"/>
              <a:gd name="connsiteX25" fmla="*/ 8341231 w 8811506"/>
              <a:gd name="connsiteY25" fmla="*/ 2282451 h 5575297"/>
              <a:gd name="connsiteX26" fmla="*/ 8348304 w 8811506"/>
              <a:gd name="connsiteY26" fmla="*/ 2330679 h 5575297"/>
              <a:gd name="connsiteX27" fmla="*/ 8358372 w 8811506"/>
              <a:gd name="connsiteY27" fmla="*/ 2407696 h 5575297"/>
              <a:gd name="connsiteX28" fmla="*/ 8360287 w 8811506"/>
              <a:gd name="connsiteY28" fmla="*/ 2445845 h 5575297"/>
              <a:gd name="connsiteX29" fmla="*/ 8365435 w 8811506"/>
              <a:gd name="connsiteY29" fmla="*/ 2538097 h 5575297"/>
              <a:gd name="connsiteX30" fmla="*/ 8365314 w 8811506"/>
              <a:gd name="connsiteY30" fmla="*/ 2566530 h 5575297"/>
              <a:gd name="connsiteX31" fmla="*/ 8365541 w 8811506"/>
              <a:gd name="connsiteY31" fmla="*/ 2674018 h 5575297"/>
              <a:gd name="connsiteX32" fmla="*/ 8367218 w 8811506"/>
              <a:gd name="connsiteY32" fmla="*/ 2686854 h 5575297"/>
              <a:gd name="connsiteX33" fmla="*/ 8342111 w 8811506"/>
              <a:gd name="connsiteY33" fmla="*/ 3041104 h 5575297"/>
              <a:gd name="connsiteX34" fmla="*/ 8339950 w 8811506"/>
              <a:gd name="connsiteY34" fmla="*/ 3059819 h 5575297"/>
              <a:gd name="connsiteX35" fmla="*/ 8742593 w 8811506"/>
              <a:gd name="connsiteY35" fmla="*/ 3760573 h 5575297"/>
              <a:gd name="connsiteX36" fmla="*/ 8811506 w 8811506"/>
              <a:gd name="connsiteY36" fmla="*/ 3783492 h 5575297"/>
              <a:gd name="connsiteX37" fmla="*/ 8811506 w 8811506"/>
              <a:gd name="connsiteY37" fmla="*/ 4224434 h 5575297"/>
              <a:gd name="connsiteX38" fmla="*/ 8808378 w 8811506"/>
              <a:gd name="connsiteY38" fmla="*/ 4221079 h 5575297"/>
              <a:gd name="connsiteX39" fmla="*/ 8588646 w 8811506"/>
              <a:gd name="connsiteY39" fmla="*/ 4080980 h 5575297"/>
              <a:gd name="connsiteX40" fmla="*/ 7806938 w 8811506"/>
              <a:gd name="connsiteY40" fmla="*/ 4281478 h 5575297"/>
              <a:gd name="connsiteX41" fmla="*/ 7795778 w 8811506"/>
              <a:gd name="connsiteY41" fmla="*/ 4295993 h 5575297"/>
              <a:gd name="connsiteX42" fmla="*/ 7467280 w 8811506"/>
              <a:gd name="connsiteY42" fmla="*/ 4649973 h 5575297"/>
              <a:gd name="connsiteX43" fmla="*/ 7463800 w 8811506"/>
              <a:gd name="connsiteY43" fmla="*/ 4652730 h 5575297"/>
              <a:gd name="connsiteX44" fmla="*/ 7309992 w 8811506"/>
              <a:gd name="connsiteY44" fmla="*/ 4780356 h 5575297"/>
              <a:gd name="connsiteX45" fmla="*/ 7258165 w 8811506"/>
              <a:gd name="connsiteY45" fmla="*/ 4818619 h 5575297"/>
              <a:gd name="connsiteX46" fmla="*/ 7234169 w 8811506"/>
              <a:gd name="connsiteY46" fmla="*/ 4834811 h 5575297"/>
              <a:gd name="connsiteX47" fmla="*/ 7165304 w 8811506"/>
              <a:gd name="connsiteY47" fmla="*/ 4883749 h 5575297"/>
              <a:gd name="connsiteX48" fmla="*/ 7158346 w 8811506"/>
              <a:gd name="connsiteY48" fmla="*/ 4889267 h 5575297"/>
              <a:gd name="connsiteX49" fmla="*/ 7154868 w 8811506"/>
              <a:gd name="connsiteY49" fmla="*/ 4892028 h 5575297"/>
              <a:gd name="connsiteX50" fmla="*/ 7093323 w 8811506"/>
              <a:gd name="connsiteY50" fmla="*/ 4932328 h 5575297"/>
              <a:gd name="connsiteX51" fmla="*/ 6660708 w 8811506"/>
              <a:gd name="connsiteY51" fmla="*/ 5147857 h 5575297"/>
              <a:gd name="connsiteX52" fmla="*/ 6591247 w 8811506"/>
              <a:gd name="connsiteY52" fmla="*/ 5174603 h 5575297"/>
              <a:gd name="connsiteX53" fmla="*/ 6578050 w 8811506"/>
              <a:gd name="connsiteY53" fmla="*/ 5179400 h 5575297"/>
              <a:gd name="connsiteX54" fmla="*/ 6522144 w 8811506"/>
              <a:gd name="connsiteY54" fmla="*/ 5198229 h 5575297"/>
              <a:gd name="connsiteX55" fmla="*/ 6492632 w 8811506"/>
              <a:gd name="connsiteY55" fmla="*/ 5207464 h 5575297"/>
              <a:gd name="connsiteX56" fmla="*/ 6453403 w 8811506"/>
              <a:gd name="connsiteY56" fmla="*/ 5218733 h 5575297"/>
              <a:gd name="connsiteX57" fmla="*/ 6404456 w 8811506"/>
              <a:gd name="connsiteY57" fmla="*/ 5232046 h 5575297"/>
              <a:gd name="connsiteX58" fmla="*/ 6384659 w 8811506"/>
              <a:gd name="connsiteY58" fmla="*/ 5239242 h 5575297"/>
              <a:gd name="connsiteX59" fmla="*/ 4859560 w 8811506"/>
              <a:gd name="connsiteY59" fmla="*/ 5199011 h 5575297"/>
              <a:gd name="connsiteX60" fmla="*/ 4844326 w 8811506"/>
              <a:gd name="connsiteY60" fmla="*/ 5194092 h 5575297"/>
              <a:gd name="connsiteX61" fmla="*/ 4765392 w 8811506"/>
              <a:gd name="connsiteY61" fmla="*/ 5166014 h 5575297"/>
              <a:gd name="connsiteX62" fmla="*/ 4744279 w 8811506"/>
              <a:gd name="connsiteY62" fmla="*/ 5157253 h 5575297"/>
              <a:gd name="connsiteX63" fmla="*/ 4653589 w 8811506"/>
              <a:gd name="connsiteY63" fmla="*/ 5121494 h 5575297"/>
              <a:gd name="connsiteX64" fmla="*/ 4650472 w 8811506"/>
              <a:gd name="connsiteY64" fmla="*/ 5121134 h 5575297"/>
              <a:gd name="connsiteX65" fmla="*/ 4638356 w 8811506"/>
              <a:gd name="connsiteY65" fmla="*/ 5116573 h 5575297"/>
              <a:gd name="connsiteX66" fmla="*/ 4557383 w 8811506"/>
              <a:gd name="connsiteY66" fmla="*/ 5078776 h 5575297"/>
              <a:gd name="connsiteX67" fmla="*/ 4542509 w 8811506"/>
              <a:gd name="connsiteY67" fmla="*/ 5070737 h 5575297"/>
              <a:gd name="connsiteX68" fmla="*/ 4449781 w 8811506"/>
              <a:gd name="connsiteY68" fmla="*/ 5025260 h 5575297"/>
              <a:gd name="connsiteX69" fmla="*/ 4434907 w 8811506"/>
              <a:gd name="connsiteY69" fmla="*/ 5017220 h 5575297"/>
              <a:gd name="connsiteX70" fmla="*/ 3640969 w 8811506"/>
              <a:gd name="connsiteY70" fmla="*/ 5159413 h 5575297"/>
              <a:gd name="connsiteX71" fmla="*/ 3637127 w 8811506"/>
              <a:gd name="connsiteY71" fmla="*/ 5165291 h 5575297"/>
              <a:gd name="connsiteX72" fmla="*/ 3493347 w 8811506"/>
              <a:gd name="connsiteY72" fmla="*/ 5490035 h 5575297"/>
              <a:gd name="connsiteX73" fmla="*/ 3492280 w 8811506"/>
              <a:gd name="connsiteY73" fmla="*/ 5575297 h 5575297"/>
              <a:gd name="connsiteX74" fmla="*/ 0 w 8811506"/>
              <a:gd name="connsiteY74" fmla="*/ 5575297 h 5575297"/>
              <a:gd name="connsiteX75" fmla="*/ 54242 w 8811506"/>
              <a:gd name="connsiteY75" fmla="*/ 5510049 h 5575297"/>
              <a:gd name="connsiteX76" fmla="*/ 2021128 w 8811506"/>
              <a:gd name="connsiteY76" fmla="*/ 4817466 h 5575297"/>
              <a:gd name="connsiteX77" fmla="*/ 2700822 w 8811506"/>
              <a:gd name="connsiteY77" fmla="*/ 5035033 h 5575297"/>
              <a:gd name="connsiteX78" fmla="*/ 2718816 w 8811506"/>
              <a:gd name="connsiteY78" fmla="*/ 5043433 h 5575297"/>
              <a:gd name="connsiteX79" fmla="*/ 3377432 w 8811506"/>
              <a:gd name="connsiteY79" fmla="*/ 4923538 h 5575297"/>
              <a:gd name="connsiteX80" fmla="*/ 3381271 w 8811506"/>
              <a:gd name="connsiteY80" fmla="*/ 4917660 h 5575297"/>
              <a:gd name="connsiteX81" fmla="*/ 3458254 w 8811506"/>
              <a:gd name="connsiteY81" fmla="*/ 4114268 h 5575297"/>
              <a:gd name="connsiteX82" fmla="*/ 3455493 w 8811506"/>
              <a:gd name="connsiteY82" fmla="*/ 4110788 h 5575297"/>
              <a:gd name="connsiteX83" fmla="*/ 3391444 w 8811506"/>
              <a:gd name="connsiteY83" fmla="*/ 4008572 h 5575297"/>
              <a:gd name="connsiteX84" fmla="*/ 3389046 w 8811506"/>
              <a:gd name="connsiteY84" fmla="*/ 4001974 h 5575297"/>
              <a:gd name="connsiteX85" fmla="*/ 3344667 w 8811506"/>
              <a:gd name="connsiteY85" fmla="*/ 3920995 h 5575297"/>
              <a:gd name="connsiteX86" fmla="*/ 3337113 w 8811506"/>
              <a:gd name="connsiteY86" fmla="*/ 3904316 h 5575297"/>
              <a:gd name="connsiteX87" fmla="*/ 3298971 w 8811506"/>
              <a:gd name="connsiteY87" fmla="*/ 3824056 h 5575297"/>
              <a:gd name="connsiteX88" fmla="*/ 3286259 w 8811506"/>
              <a:gd name="connsiteY88" fmla="*/ 3797303 h 5575297"/>
              <a:gd name="connsiteX89" fmla="*/ 3250878 w 8811506"/>
              <a:gd name="connsiteY89" fmla="*/ 3720524 h 5575297"/>
              <a:gd name="connsiteX90" fmla="*/ 3240924 w 8811506"/>
              <a:gd name="connsiteY90" fmla="*/ 3697248 h 5575297"/>
              <a:gd name="connsiteX91" fmla="*/ 3209020 w 8811506"/>
              <a:gd name="connsiteY91" fmla="*/ 3617709 h 5575297"/>
              <a:gd name="connsiteX92" fmla="*/ 3203862 w 8811506"/>
              <a:gd name="connsiteY92" fmla="*/ 3607632 h 5575297"/>
              <a:gd name="connsiteX93" fmla="*/ 3170281 w 8811506"/>
              <a:gd name="connsiteY93" fmla="*/ 3515256 h 5575297"/>
              <a:gd name="connsiteX94" fmla="*/ 3165125 w 8811506"/>
              <a:gd name="connsiteY94" fmla="*/ 3505178 h 5575297"/>
              <a:gd name="connsiteX95" fmla="*/ 3108418 w 8811506"/>
              <a:gd name="connsiteY95" fmla="*/ 2025773 h 5575297"/>
              <a:gd name="connsiteX96" fmla="*/ 3109139 w 8811506"/>
              <a:gd name="connsiteY96" fmla="*/ 2019534 h 5575297"/>
              <a:gd name="connsiteX97" fmla="*/ 3124982 w 8811506"/>
              <a:gd name="connsiteY97" fmla="*/ 1964473 h 5575297"/>
              <a:gd name="connsiteX98" fmla="*/ 3446081 w 8811506"/>
              <a:gd name="connsiteY98" fmla="*/ 1236684 h 5575297"/>
              <a:gd name="connsiteX99" fmla="*/ 3469118 w 8811506"/>
              <a:gd name="connsiteY99" fmla="*/ 1201417 h 5575297"/>
              <a:gd name="connsiteX100" fmla="*/ 3480639 w 8811506"/>
              <a:gd name="connsiteY100" fmla="*/ 1183783 h 5575297"/>
              <a:gd name="connsiteX101" fmla="*/ 3518673 w 8811506"/>
              <a:gd name="connsiteY101" fmla="*/ 1128125 h 5575297"/>
              <a:gd name="connsiteX102" fmla="*/ 3522151 w 8811506"/>
              <a:gd name="connsiteY102" fmla="*/ 1125365 h 5575297"/>
              <a:gd name="connsiteX103" fmla="*/ 4030017 w 8811506"/>
              <a:gd name="connsiteY103" fmla="*/ 586661 h 5575297"/>
              <a:gd name="connsiteX104" fmla="*/ 4043934 w 8811506"/>
              <a:gd name="connsiteY104" fmla="*/ 575626 h 5575297"/>
              <a:gd name="connsiteX105" fmla="*/ 4120478 w 8811506"/>
              <a:gd name="connsiteY105" fmla="*/ 514932 h 5575297"/>
              <a:gd name="connsiteX106" fmla="*/ 4171945 w 8811506"/>
              <a:gd name="connsiteY106" fmla="*/ 479787 h 5575297"/>
              <a:gd name="connsiteX107" fmla="*/ 4209858 w 8811506"/>
              <a:gd name="connsiteY107" fmla="*/ 452559 h 5575297"/>
              <a:gd name="connsiteX108" fmla="*/ 4295037 w 8811506"/>
              <a:gd name="connsiteY108" fmla="*/ 399184 h 5575297"/>
              <a:gd name="connsiteX109" fmla="*/ 4298517 w 8811506"/>
              <a:gd name="connsiteY109" fmla="*/ 396427 h 5575297"/>
              <a:gd name="connsiteX110" fmla="*/ 4997101 w 8811506"/>
              <a:gd name="connsiteY110" fmla="*/ 94669 h 5575297"/>
              <a:gd name="connsiteX111" fmla="*/ 5016537 w 8811506"/>
              <a:gd name="connsiteY111" fmla="*/ 90592 h 5575297"/>
              <a:gd name="connsiteX112" fmla="*/ 5114069 w 8811506"/>
              <a:gd name="connsiteY112" fmla="*/ 67091 h 5575297"/>
              <a:gd name="connsiteX113" fmla="*/ 5191808 w 8811506"/>
              <a:gd name="connsiteY113" fmla="*/ 50784 h 5575297"/>
              <a:gd name="connsiteX114" fmla="*/ 5230676 w 8811506"/>
              <a:gd name="connsiteY114" fmla="*/ 42631 h 5575297"/>
              <a:gd name="connsiteX115" fmla="*/ 5324009 w 8811506"/>
              <a:gd name="connsiteY115" fmla="*/ 28125 h 5575297"/>
              <a:gd name="connsiteX116" fmla="*/ 5346563 w 8811506"/>
              <a:gd name="connsiteY116" fmla="*/ 24409 h 5575297"/>
              <a:gd name="connsiteX117" fmla="*/ 5455492 w 8811506"/>
              <a:gd name="connsiteY117" fmla="*/ 11703 h 5575297"/>
              <a:gd name="connsiteX118" fmla="*/ 5465208 w 8811506"/>
              <a:gd name="connsiteY118" fmla="*/ 9664 h 5575297"/>
              <a:gd name="connsiteX119" fmla="*/ 5586253 w 8811506"/>
              <a:gd name="connsiteY119" fmla="*/ 1520 h 5575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8811506" h="5575297">
                <a:moveTo>
                  <a:pt x="5586253" y="1520"/>
                </a:moveTo>
                <a:cubicBezTo>
                  <a:pt x="5713177" y="-2784"/>
                  <a:pt x="5839018" y="2266"/>
                  <a:pt x="5967260" y="13918"/>
                </a:cubicBezTo>
                <a:cubicBezTo>
                  <a:pt x="5970378" y="14278"/>
                  <a:pt x="5973498" y="14638"/>
                  <a:pt x="5976615" y="14998"/>
                </a:cubicBezTo>
                <a:cubicBezTo>
                  <a:pt x="6014404" y="16200"/>
                  <a:pt x="6054592" y="24004"/>
                  <a:pt x="6092021" y="28327"/>
                </a:cubicBezTo>
                <a:cubicBezTo>
                  <a:pt x="6101377" y="29407"/>
                  <a:pt x="6107614" y="30128"/>
                  <a:pt x="6116973" y="31209"/>
                </a:cubicBezTo>
                <a:cubicBezTo>
                  <a:pt x="6141565" y="37207"/>
                  <a:pt x="6169635" y="40449"/>
                  <a:pt x="6197348" y="46812"/>
                </a:cubicBezTo>
                <a:cubicBezTo>
                  <a:pt x="6218820" y="52451"/>
                  <a:pt x="6240655" y="54972"/>
                  <a:pt x="6262126" y="60615"/>
                </a:cubicBezTo>
                <a:cubicBezTo>
                  <a:pt x="6274602" y="62056"/>
                  <a:pt x="6290199" y="63857"/>
                  <a:pt x="6302315" y="68415"/>
                </a:cubicBezTo>
                <a:cubicBezTo>
                  <a:pt x="6582542" y="132385"/>
                  <a:pt x="6854249" y="242783"/>
                  <a:pt x="7107717" y="401641"/>
                </a:cubicBezTo>
                <a:cubicBezTo>
                  <a:pt x="7116715" y="405842"/>
                  <a:pt x="7125350" y="413161"/>
                  <a:pt x="7134349" y="417359"/>
                </a:cubicBezTo>
                <a:cubicBezTo>
                  <a:pt x="7157861" y="432717"/>
                  <a:pt x="7184489" y="448435"/>
                  <a:pt x="7210761" y="467275"/>
                </a:cubicBezTo>
                <a:cubicBezTo>
                  <a:pt x="7231151" y="482272"/>
                  <a:pt x="7254663" y="497630"/>
                  <a:pt x="7275056" y="512627"/>
                </a:cubicBezTo>
                <a:cubicBezTo>
                  <a:pt x="7283691" y="519946"/>
                  <a:pt x="7295447" y="527625"/>
                  <a:pt x="7304085" y="534943"/>
                </a:cubicBezTo>
                <a:cubicBezTo>
                  <a:pt x="7335873" y="560738"/>
                  <a:pt x="7368021" y="583415"/>
                  <a:pt x="7396691" y="608852"/>
                </a:cubicBezTo>
                <a:cubicBezTo>
                  <a:pt x="7399447" y="612329"/>
                  <a:pt x="7402569" y="612690"/>
                  <a:pt x="7405325" y="616170"/>
                </a:cubicBezTo>
                <a:cubicBezTo>
                  <a:pt x="7471661" y="671239"/>
                  <a:pt x="7537634" y="729429"/>
                  <a:pt x="7597011" y="790019"/>
                </a:cubicBezTo>
                <a:cubicBezTo>
                  <a:pt x="7599768" y="793496"/>
                  <a:pt x="7605646" y="797337"/>
                  <a:pt x="7608406" y="800815"/>
                </a:cubicBezTo>
                <a:cubicBezTo>
                  <a:pt x="7636715" y="829369"/>
                  <a:pt x="7665024" y="857924"/>
                  <a:pt x="7690211" y="886118"/>
                </a:cubicBezTo>
                <a:cubicBezTo>
                  <a:pt x="7698851" y="893437"/>
                  <a:pt x="7704007" y="903516"/>
                  <a:pt x="7712642" y="910835"/>
                </a:cubicBezTo>
                <a:cubicBezTo>
                  <a:pt x="7729195" y="931710"/>
                  <a:pt x="7746108" y="949464"/>
                  <a:pt x="7762661" y="970340"/>
                </a:cubicBezTo>
                <a:cubicBezTo>
                  <a:pt x="7781974" y="994697"/>
                  <a:pt x="7801284" y="1019050"/>
                  <a:pt x="7820597" y="1043407"/>
                </a:cubicBezTo>
                <a:cubicBezTo>
                  <a:pt x="7829232" y="1050725"/>
                  <a:pt x="7834390" y="1060801"/>
                  <a:pt x="7842668" y="1071241"/>
                </a:cubicBezTo>
                <a:cubicBezTo>
                  <a:pt x="8069847" y="1375614"/>
                  <a:pt x="8225764" y="1722327"/>
                  <a:pt x="8304662" y="2079109"/>
                </a:cubicBezTo>
                <a:cubicBezTo>
                  <a:pt x="8306342" y="2091945"/>
                  <a:pt x="8310779" y="2108260"/>
                  <a:pt x="8312456" y="2121096"/>
                </a:cubicBezTo>
                <a:cubicBezTo>
                  <a:pt x="8320968" y="2156848"/>
                  <a:pt x="8326365" y="2192236"/>
                  <a:pt x="8331758" y="2227627"/>
                </a:cubicBezTo>
                <a:cubicBezTo>
                  <a:pt x="8335834" y="2247062"/>
                  <a:pt x="8337154" y="2263016"/>
                  <a:pt x="8341231" y="2282451"/>
                </a:cubicBezTo>
                <a:cubicBezTo>
                  <a:pt x="8345668" y="2298768"/>
                  <a:pt x="8346985" y="2314721"/>
                  <a:pt x="8348304" y="2330679"/>
                </a:cubicBezTo>
                <a:cubicBezTo>
                  <a:pt x="8351660" y="2356351"/>
                  <a:pt x="8355018" y="2382024"/>
                  <a:pt x="8358372" y="2407696"/>
                </a:cubicBezTo>
                <a:cubicBezTo>
                  <a:pt x="8356931" y="2420172"/>
                  <a:pt x="8358608" y="2433009"/>
                  <a:pt x="8360287" y="2445845"/>
                </a:cubicBezTo>
                <a:cubicBezTo>
                  <a:pt x="8362923" y="2477756"/>
                  <a:pt x="8362799" y="2506186"/>
                  <a:pt x="8365435" y="2538097"/>
                </a:cubicBezTo>
                <a:cubicBezTo>
                  <a:pt x="8364354" y="2547456"/>
                  <a:pt x="8366394" y="2557171"/>
                  <a:pt x="8365314" y="2566530"/>
                </a:cubicBezTo>
                <a:cubicBezTo>
                  <a:pt x="8364469" y="2601198"/>
                  <a:pt x="8366384" y="2639346"/>
                  <a:pt x="8365541" y="2674018"/>
                </a:cubicBezTo>
                <a:cubicBezTo>
                  <a:pt x="8368300" y="2677495"/>
                  <a:pt x="8367579" y="2683733"/>
                  <a:pt x="8367218" y="2686854"/>
                </a:cubicBezTo>
                <a:cubicBezTo>
                  <a:pt x="8366366" y="2803697"/>
                  <a:pt x="8358916" y="2922942"/>
                  <a:pt x="8342111" y="3041104"/>
                </a:cubicBezTo>
                <a:cubicBezTo>
                  <a:pt x="8341390" y="3047343"/>
                  <a:pt x="8340669" y="3053580"/>
                  <a:pt x="8339950" y="3059819"/>
                </a:cubicBezTo>
                <a:cubicBezTo>
                  <a:pt x="8303327" y="3349529"/>
                  <a:pt x="8459129" y="3642497"/>
                  <a:pt x="8742593" y="3760573"/>
                </a:cubicBezTo>
                <a:lnTo>
                  <a:pt x="8811506" y="3783492"/>
                </a:lnTo>
                <a:lnTo>
                  <a:pt x="8811506" y="4224434"/>
                </a:lnTo>
                <a:lnTo>
                  <a:pt x="8808378" y="4221079"/>
                </a:lnTo>
                <a:cubicBezTo>
                  <a:pt x="8745228" y="4163659"/>
                  <a:pt x="8671538" y="4115838"/>
                  <a:pt x="8588646" y="4080980"/>
                </a:cubicBezTo>
                <a:cubicBezTo>
                  <a:pt x="8308301" y="3963267"/>
                  <a:pt x="7988227" y="4052726"/>
                  <a:pt x="7806938" y="4281478"/>
                </a:cubicBezTo>
                <a:cubicBezTo>
                  <a:pt x="7803097" y="4287355"/>
                  <a:pt x="7799619" y="4290116"/>
                  <a:pt x="7795778" y="4295993"/>
                </a:cubicBezTo>
                <a:cubicBezTo>
                  <a:pt x="7695356" y="4426623"/>
                  <a:pt x="7587015" y="4543698"/>
                  <a:pt x="7467280" y="4649973"/>
                </a:cubicBezTo>
                <a:cubicBezTo>
                  <a:pt x="7467280" y="4649973"/>
                  <a:pt x="7463800" y="4652730"/>
                  <a:pt x="7463800" y="4652730"/>
                </a:cubicBezTo>
                <a:cubicBezTo>
                  <a:pt x="7414370" y="4697591"/>
                  <a:pt x="7362182" y="4738975"/>
                  <a:pt x="7309992" y="4780356"/>
                </a:cubicBezTo>
                <a:cubicBezTo>
                  <a:pt x="7292959" y="4791031"/>
                  <a:pt x="7275560" y="4804826"/>
                  <a:pt x="7258165" y="4818619"/>
                </a:cubicBezTo>
                <a:cubicBezTo>
                  <a:pt x="7248087" y="4823776"/>
                  <a:pt x="7241126" y="4829294"/>
                  <a:pt x="7234169" y="4834811"/>
                </a:cubicBezTo>
                <a:cubicBezTo>
                  <a:pt x="7213293" y="4851364"/>
                  <a:pt x="7189301" y="4867557"/>
                  <a:pt x="7165304" y="4883749"/>
                </a:cubicBezTo>
                <a:cubicBezTo>
                  <a:pt x="7161828" y="4886510"/>
                  <a:pt x="7161828" y="4886510"/>
                  <a:pt x="7158346" y="4889267"/>
                </a:cubicBezTo>
                <a:cubicBezTo>
                  <a:pt x="7158346" y="4889267"/>
                  <a:pt x="7154868" y="4892028"/>
                  <a:pt x="7154868" y="4892028"/>
                </a:cubicBezTo>
                <a:cubicBezTo>
                  <a:pt x="7134353" y="4905461"/>
                  <a:pt x="7113837" y="4918896"/>
                  <a:pt x="7093323" y="4932328"/>
                </a:cubicBezTo>
                <a:cubicBezTo>
                  <a:pt x="6953913" y="5017367"/>
                  <a:pt x="6809710" y="5089211"/>
                  <a:pt x="6660708" y="5147857"/>
                </a:cubicBezTo>
                <a:cubicBezTo>
                  <a:pt x="6637434" y="5157811"/>
                  <a:pt x="6614157" y="5167766"/>
                  <a:pt x="6591247" y="5174603"/>
                </a:cubicBezTo>
                <a:cubicBezTo>
                  <a:pt x="6587765" y="5177362"/>
                  <a:pt x="6581527" y="5176641"/>
                  <a:pt x="6578050" y="5179400"/>
                </a:cubicBezTo>
                <a:cubicBezTo>
                  <a:pt x="6558255" y="5186596"/>
                  <a:pt x="6541938" y="5191032"/>
                  <a:pt x="6522144" y="5198229"/>
                </a:cubicBezTo>
                <a:cubicBezTo>
                  <a:pt x="6512427" y="5200265"/>
                  <a:pt x="6502348" y="5205423"/>
                  <a:pt x="6492632" y="5207464"/>
                </a:cubicBezTo>
                <a:cubicBezTo>
                  <a:pt x="6479796" y="5209140"/>
                  <a:pt x="6466599" y="5213939"/>
                  <a:pt x="6453403" y="5218733"/>
                </a:cubicBezTo>
                <a:cubicBezTo>
                  <a:pt x="6437086" y="5223171"/>
                  <a:pt x="6420772" y="5227608"/>
                  <a:pt x="6404456" y="5232046"/>
                </a:cubicBezTo>
                <a:cubicBezTo>
                  <a:pt x="6397856" y="5234444"/>
                  <a:pt x="6391259" y="5236841"/>
                  <a:pt x="6384659" y="5239242"/>
                </a:cubicBezTo>
                <a:cubicBezTo>
                  <a:pt x="5898312" y="5372711"/>
                  <a:pt x="5368191" y="5365215"/>
                  <a:pt x="4859560" y="5199011"/>
                </a:cubicBezTo>
                <a:cubicBezTo>
                  <a:pt x="4856442" y="5198650"/>
                  <a:pt x="4850564" y="5194813"/>
                  <a:pt x="4844326" y="5194092"/>
                </a:cubicBezTo>
                <a:cubicBezTo>
                  <a:pt x="4816973" y="5184612"/>
                  <a:pt x="4792742" y="5175493"/>
                  <a:pt x="4765392" y="5166014"/>
                </a:cubicBezTo>
                <a:cubicBezTo>
                  <a:pt x="4759515" y="5162172"/>
                  <a:pt x="4750156" y="5161090"/>
                  <a:pt x="4744279" y="5157253"/>
                </a:cubicBezTo>
                <a:cubicBezTo>
                  <a:pt x="4713809" y="5147412"/>
                  <a:pt x="4683700" y="5134452"/>
                  <a:pt x="4653589" y="5121494"/>
                </a:cubicBezTo>
                <a:cubicBezTo>
                  <a:pt x="4653589" y="5121494"/>
                  <a:pt x="4650472" y="5121134"/>
                  <a:pt x="4650472" y="5121134"/>
                </a:cubicBezTo>
                <a:cubicBezTo>
                  <a:pt x="4647351" y="5120774"/>
                  <a:pt x="4641473" y="5116932"/>
                  <a:pt x="4638356" y="5116573"/>
                </a:cubicBezTo>
                <a:cubicBezTo>
                  <a:pt x="4611363" y="5103976"/>
                  <a:pt x="4584375" y="5091374"/>
                  <a:pt x="4557383" y="5078776"/>
                </a:cubicBezTo>
                <a:cubicBezTo>
                  <a:pt x="4551505" y="5074936"/>
                  <a:pt x="4548388" y="5074576"/>
                  <a:pt x="4542509" y="5070737"/>
                </a:cubicBezTo>
                <a:cubicBezTo>
                  <a:pt x="4512399" y="5057777"/>
                  <a:pt x="4479530" y="5041337"/>
                  <a:pt x="4449781" y="5025260"/>
                </a:cubicBezTo>
                <a:cubicBezTo>
                  <a:pt x="4447023" y="5021782"/>
                  <a:pt x="4440785" y="5021062"/>
                  <a:pt x="4434907" y="5017220"/>
                </a:cubicBezTo>
                <a:cubicBezTo>
                  <a:pt x="4175436" y="4882955"/>
                  <a:pt x="3847209" y="4933545"/>
                  <a:pt x="3640969" y="5159413"/>
                </a:cubicBezTo>
                <a:lnTo>
                  <a:pt x="3637127" y="5165291"/>
                </a:lnTo>
                <a:cubicBezTo>
                  <a:pt x="3552124" y="5258195"/>
                  <a:pt x="3504126" y="5372756"/>
                  <a:pt x="3493347" y="5490035"/>
                </a:cubicBezTo>
                <a:lnTo>
                  <a:pt x="3492280" y="5575297"/>
                </a:lnTo>
                <a:lnTo>
                  <a:pt x="0" y="5575297"/>
                </a:lnTo>
                <a:lnTo>
                  <a:pt x="54242" y="5510049"/>
                </a:lnTo>
                <a:cubicBezTo>
                  <a:pt x="574346" y="4947474"/>
                  <a:pt x="1315630" y="4713860"/>
                  <a:pt x="2021128" y="4817466"/>
                </a:cubicBezTo>
                <a:cubicBezTo>
                  <a:pt x="2254335" y="4850721"/>
                  <a:pt x="2485979" y="4924881"/>
                  <a:pt x="2700822" y="5035033"/>
                </a:cubicBezTo>
                <a:cubicBezTo>
                  <a:pt x="2706701" y="5038871"/>
                  <a:pt x="2712939" y="5039591"/>
                  <a:pt x="2718816" y="5043433"/>
                </a:cubicBezTo>
                <a:cubicBezTo>
                  <a:pt x="2933661" y="5153581"/>
                  <a:pt x="3204305" y="5108982"/>
                  <a:pt x="3377432" y="4923538"/>
                </a:cubicBezTo>
                <a:lnTo>
                  <a:pt x="3381271" y="4917660"/>
                </a:lnTo>
                <a:cubicBezTo>
                  <a:pt x="3590632" y="4692148"/>
                  <a:pt x="3612862" y="4362850"/>
                  <a:pt x="3458254" y="4114268"/>
                </a:cubicBezTo>
                <a:cubicBezTo>
                  <a:pt x="3458254" y="4114268"/>
                  <a:pt x="3455493" y="4110788"/>
                  <a:pt x="3455493" y="4110788"/>
                </a:cubicBezTo>
                <a:cubicBezTo>
                  <a:pt x="3434143" y="4076717"/>
                  <a:pt x="3412793" y="4042644"/>
                  <a:pt x="3391444" y="4008572"/>
                </a:cubicBezTo>
                <a:cubicBezTo>
                  <a:pt x="3391804" y="4005452"/>
                  <a:pt x="3388687" y="4005092"/>
                  <a:pt x="3389046" y="4001974"/>
                </a:cubicBezTo>
                <a:cubicBezTo>
                  <a:pt x="3373215" y="3974861"/>
                  <a:pt x="3360500" y="3948108"/>
                  <a:pt x="3344667" y="3920995"/>
                </a:cubicBezTo>
                <a:cubicBezTo>
                  <a:pt x="3342271" y="3914395"/>
                  <a:pt x="3339510" y="3910915"/>
                  <a:pt x="3337113" y="3904316"/>
                </a:cubicBezTo>
                <a:cubicBezTo>
                  <a:pt x="3324397" y="3877563"/>
                  <a:pt x="3311686" y="3850810"/>
                  <a:pt x="3298971" y="3824056"/>
                </a:cubicBezTo>
                <a:cubicBezTo>
                  <a:pt x="3293813" y="3813980"/>
                  <a:pt x="3291416" y="3807382"/>
                  <a:pt x="3286259" y="3797303"/>
                </a:cubicBezTo>
                <a:cubicBezTo>
                  <a:pt x="3273184" y="3773670"/>
                  <a:pt x="3263590" y="3747277"/>
                  <a:pt x="3250878" y="3720524"/>
                </a:cubicBezTo>
                <a:cubicBezTo>
                  <a:pt x="3248478" y="3713925"/>
                  <a:pt x="3243321" y="3703846"/>
                  <a:pt x="3240924" y="3697248"/>
                </a:cubicBezTo>
                <a:cubicBezTo>
                  <a:pt x="3228208" y="3670495"/>
                  <a:pt x="3218614" y="3644102"/>
                  <a:pt x="3209020" y="3617709"/>
                </a:cubicBezTo>
                <a:cubicBezTo>
                  <a:pt x="3206262" y="3614230"/>
                  <a:pt x="3206623" y="3611110"/>
                  <a:pt x="3203862" y="3607632"/>
                </a:cubicBezTo>
                <a:cubicBezTo>
                  <a:pt x="3191510" y="3577759"/>
                  <a:pt x="3179157" y="3547887"/>
                  <a:pt x="3170281" y="3515256"/>
                </a:cubicBezTo>
                <a:cubicBezTo>
                  <a:pt x="3167525" y="3511775"/>
                  <a:pt x="3167885" y="3508658"/>
                  <a:pt x="3165125" y="3505178"/>
                </a:cubicBezTo>
                <a:cubicBezTo>
                  <a:pt x="3010420" y="3038500"/>
                  <a:pt x="2984203" y="2526612"/>
                  <a:pt x="3108418" y="2025773"/>
                </a:cubicBezTo>
                <a:cubicBezTo>
                  <a:pt x="3108778" y="2022655"/>
                  <a:pt x="3108778" y="2022655"/>
                  <a:pt x="3109139" y="2019534"/>
                </a:cubicBezTo>
                <a:cubicBezTo>
                  <a:pt x="3114420" y="2001181"/>
                  <a:pt x="3119700" y="1982826"/>
                  <a:pt x="3124982" y="1964473"/>
                </a:cubicBezTo>
                <a:cubicBezTo>
                  <a:pt x="3192309" y="1709918"/>
                  <a:pt x="3299461" y="1466279"/>
                  <a:pt x="3446081" y="1236684"/>
                </a:cubicBezTo>
                <a:cubicBezTo>
                  <a:pt x="3453761" y="1224928"/>
                  <a:pt x="3461440" y="1213173"/>
                  <a:pt x="3469118" y="1201417"/>
                </a:cubicBezTo>
                <a:cubicBezTo>
                  <a:pt x="3472960" y="1195539"/>
                  <a:pt x="3476797" y="1189661"/>
                  <a:pt x="3480639" y="1183783"/>
                </a:cubicBezTo>
                <a:cubicBezTo>
                  <a:pt x="3492155" y="1166149"/>
                  <a:pt x="3507153" y="1145759"/>
                  <a:pt x="3518673" y="1128125"/>
                </a:cubicBezTo>
                <a:cubicBezTo>
                  <a:pt x="3521790" y="1128485"/>
                  <a:pt x="3522151" y="1125365"/>
                  <a:pt x="3522151" y="1125365"/>
                </a:cubicBezTo>
                <a:cubicBezTo>
                  <a:pt x="3665889" y="920721"/>
                  <a:pt x="3838657" y="738393"/>
                  <a:pt x="4030017" y="586661"/>
                </a:cubicBezTo>
                <a:cubicBezTo>
                  <a:pt x="4033496" y="583901"/>
                  <a:pt x="4040454" y="578383"/>
                  <a:pt x="4043934" y="575626"/>
                </a:cubicBezTo>
                <a:cubicBezTo>
                  <a:pt x="4068648" y="553195"/>
                  <a:pt x="4093004" y="533882"/>
                  <a:pt x="4120478" y="514932"/>
                </a:cubicBezTo>
                <a:cubicBezTo>
                  <a:pt x="4137512" y="504257"/>
                  <a:pt x="4154911" y="490462"/>
                  <a:pt x="4171945" y="479787"/>
                </a:cubicBezTo>
                <a:cubicBezTo>
                  <a:pt x="4182384" y="471512"/>
                  <a:pt x="4196301" y="460477"/>
                  <a:pt x="4209858" y="452559"/>
                </a:cubicBezTo>
                <a:cubicBezTo>
                  <a:pt x="4237331" y="433609"/>
                  <a:pt x="4267562" y="418137"/>
                  <a:pt x="4295037" y="399184"/>
                </a:cubicBezTo>
                <a:cubicBezTo>
                  <a:pt x="4295037" y="399184"/>
                  <a:pt x="4298517" y="396427"/>
                  <a:pt x="4298517" y="396427"/>
                </a:cubicBezTo>
                <a:cubicBezTo>
                  <a:pt x="4519625" y="260768"/>
                  <a:pt x="4752365" y="161223"/>
                  <a:pt x="4997101" y="94669"/>
                </a:cubicBezTo>
                <a:cubicBezTo>
                  <a:pt x="5003339" y="95390"/>
                  <a:pt x="5009937" y="92992"/>
                  <a:pt x="5016537" y="90592"/>
                </a:cubicBezTo>
                <a:cubicBezTo>
                  <a:pt x="5049167" y="81718"/>
                  <a:pt x="5081798" y="72845"/>
                  <a:pt x="5114069" y="67091"/>
                </a:cubicBezTo>
                <a:cubicBezTo>
                  <a:pt x="5140103" y="60614"/>
                  <a:pt x="5165774" y="57258"/>
                  <a:pt x="5191808" y="50784"/>
                </a:cubicBezTo>
                <a:cubicBezTo>
                  <a:pt x="5205005" y="45988"/>
                  <a:pt x="5217840" y="44307"/>
                  <a:pt x="5230676" y="42631"/>
                </a:cubicBezTo>
                <a:cubicBezTo>
                  <a:pt x="5259828" y="36514"/>
                  <a:pt x="5291738" y="33878"/>
                  <a:pt x="5324009" y="28125"/>
                </a:cubicBezTo>
                <a:cubicBezTo>
                  <a:pt x="5330608" y="25725"/>
                  <a:pt x="5339965" y="26806"/>
                  <a:pt x="5346563" y="24409"/>
                </a:cubicBezTo>
                <a:cubicBezTo>
                  <a:pt x="5381953" y="19013"/>
                  <a:pt x="5420461" y="13979"/>
                  <a:pt x="5455492" y="11703"/>
                </a:cubicBezTo>
                <a:cubicBezTo>
                  <a:pt x="5458970" y="8943"/>
                  <a:pt x="5462092" y="9304"/>
                  <a:pt x="5465208" y="9664"/>
                </a:cubicBezTo>
                <a:cubicBezTo>
                  <a:pt x="5506838" y="4991"/>
                  <a:pt x="5544987" y="3076"/>
                  <a:pt x="5586253" y="1520"/>
                </a:cubicBezTo>
                <a:close/>
              </a:path>
            </a:pathLst>
          </a:custGeom>
          <a:solidFill>
            <a:schemeClr val="bg1">
              <a:lumMod val="95000"/>
            </a:schemeClr>
          </a:solidFill>
        </p:spPr>
        <p:txBody>
          <a:bodyPr wrap="square">
            <a:noAutofit/>
          </a:bodyPr>
          <a:lstStyle>
            <a:lvl1pPr>
              <a:defRPr/>
            </a:lvl1pPr>
          </a:lstStyle>
          <a:p>
            <a:r>
              <a:rPr lang="en-US" dirty="0"/>
              <a:t> </a:t>
            </a:r>
          </a:p>
        </p:txBody>
      </p:sp>
      <p:graphicFrame>
        <p:nvGraphicFramePr>
          <p:cNvPr id="4" name="Objekt 3"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53" imgH="353" progId="TCLayout.ActiveDocument.1">
                  <p:embed/>
                </p:oleObj>
              </mc:Choice>
              <mc:Fallback>
                <p:oleObj name="think-cell Slide" r:id="rId3" imgW="353" imgH="353" progId="TCLayout.ActiveDocument.1">
                  <p:embed/>
                  <p:pic>
                    <p:nvPicPr>
                      <p:cNvPr id="4" name="Objekt 3"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Content Placeholder 2"/>
          <p:cNvSpPr>
            <a:spLocks noGrp="1"/>
          </p:cNvSpPr>
          <p:nvPr>
            <p:ph sz="half" idx="1" hasCustomPrompt="1"/>
          </p:nvPr>
        </p:nvSpPr>
        <p:spPr bwMode="gray">
          <a:xfrm>
            <a:off x="623888" y="2123316"/>
            <a:ext cx="5327650" cy="3960000"/>
          </a:xfrm>
          <a:prstGeom prst="rect">
            <a:avLst/>
          </a:prstGeom>
        </p:spPr>
        <p:txBody>
          <a:bodyPr vert="horz" lIns="0" tIns="0" rIns="0" bIns="0" rtlCol="0" anchor="t" anchorCtr="0">
            <a:noAutofit/>
          </a:bodyPr>
          <a:lstStyle>
            <a:lvl1pPr marL="0" marR="0" indent="0" algn="l" defTabSz="914400" rtl="0" eaLnBrk="1" fontAlgn="auto" latinLnBrk="0" hangingPunct="1">
              <a:lnSpc>
                <a:spcPct val="100000"/>
              </a:lnSpc>
              <a:spcBef>
                <a:spcPts val="600"/>
              </a:spcBef>
              <a:spcAft>
                <a:spcPts val="300"/>
              </a:spcAft>
              <a:buClr>
                <a:srgbClr val="503291"/>
              </a:buClr>
              <a:buSzTx/>
              <a:buFont typeface="Wingdings" panose="05000000000000000000" pitchFamily="2" charset="2"/>
              <a:buNone/>
              <a:tabLst/>
              <a:defRPr lang="de-DE" noProof="0" dirty="0" smtClean="0"/>
            </a:lvl1pPr>
            <a:lvl2pPr>
              <a:defRPr lang="de-DE" noProof="0" dirty="0" smtClean="0"/>
            </a:lvl2pPr>
            <a:lvl3pPr>
              <a:defRPr lang="de-DE" noProof="0" dirty="0" smtClean="0"/>
            </a:lvl3pPr>
            <a:lvl4pPr>
              <a:defRPr lang="de-DE" noProof="0" dirty="0" smtClean="0"/>
            </a:lvl4pPr>
            <a:lvl5pPr>
              <a:defRPr lang="de-DE" noProof="0" dirty="0" smtClean="0"/>
            </a:lvl5pPr>
            <a:lvl6pPr>
              <a:defRPr lang="de-DE" noProof="0" dirty="0" smtClean="0"/>
            </a:lvl6pPr>
            <a:lvl7pPr>
              <a:defRPr lang="de-DE" noProof="0" dirty="0" smtClean="0"/>
            </a:lvl7pPr>
            <a:lvl8pPr>
              <a:defRPr lang="de-DE" noProof="0" dirty="0" smtClean="0"/>
            </a:lvl8pPr>
            <a:lvl9pPr>
              <a:defRPr lang="en-US" noProof="0" dirty="0"/>
            </a:lvl9pPr>
          </a:lstStyle>
          <a:p>
            <a:pPr marL="0" marR="0" lvl="0" indent="0" algn="l" defTabSz="914400" rtl="0" eaLnBrk="1" fontAlgn="auto" latinLnBrk="0" hangingPunct="1">
              <a:lnSpc>
                <a:spcPct val="100000"/>
              </a:lnSpc>
              <a:spcBef>
                <a:spcPts val="600"/>
              </a:spcBef>
              <a:spcAft>
                <a:spcPts val="300"/>
              </a:spcAft>
              <a:buClr>
                <a:srgbClr val="52328F"/>
              </a:buClr>
              <a:buSzTx/>
              <a:buFont typeface="Wingdings" panose="05000000000000000000" pitchFamily="2" charset="2"/>
              <a:buNone/>
              <a:tabLst/>
              <a:defRPr/>
            </a:pPr>
            <a:r>
              <a:rPr lang="en-US" noProof="0" dirty="0"/>
              <a:t>You can use this field to enter text, a table, a diagram, a </a:t>
            </a:r>
            <a:r>
              <a:rPr lang="en-US" noProof="0" dirty="0" err="1"/>
              <a:t>SmartArts</a:t>
            </a:r>
            <a:r>
              <a:rPr lang="en-US" noProof="0" dirty="0"/>
              <a:t> or text. Use the buttons “Increase List Level” for copytext or bullet levels. Use the icons below to create visual content.</a:t>
            </a:r>
            <a:endParaRPr lang="en-US" dirty="0"/>
          </a:p>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p>
          <a:p>
            <a:pPr lvl="0"/>
            <a:endParaRPr lang="en-US" noProof="0" dirty="0"/>
          </a:p>
        </p:txBody>
      </p:sp>
      <p:sp>
        <p:nvSpPr>
          <p:cNvPr id="7" name="Fußzeilenplatzhalter 6"/>
          <p:cNvSpPr>
            <a:spLocks noGrp="1"/>
          </p:cNvSpPr>
          <p:nvPr>
            <p:ph type="ftr" sz="quarter" idx="30"/>
          </p:nvPr>
        </p:nvSpPr>
        <p:spPr bwMode="gray"/>
        <p:txBody>
          <a:bodyPr/>
          <a:lstStyle/>
          <a:p>
            <a:r>
              <a:rPr lang="en-US" dirty="0"/>
              <a:t>Chart library synthetic cells</a:t>
            </a:r>
          </a:p>
        </p:txBody>
      </p:sp>
      <p:sp>
        <p:nvSpPr>
          <p:cNvPr id="8" name="Foliennummernplatzhalter 7"/>
          <p:cNvSpPr>
            <a:spLocks noGrp="1"/>
          </p:cNvSpPr>
          <p:nvPr>
            <p:ph type="sldNum" sz="quarter" idx="31"/>
          </p:nvPr>
        </p:nvSpPr>
        <p:spPr bwMode="gray"/>
        <p:txBody>
          <a:bodyPr/>
          <a:lstStyle/>
          <a:p>
            <a:fld id="{215533F2-C0B5-4315-85D8-5EA869B6EE8B}" type="slidenum">
              <a:rPr lang="en-US" smtClean="0"/>
              <a:pPr/>
              <a:t>‹#›</a:t>
            </a:fld>
            <a:endParaRPr lang="en-US" dirty="0"/>
          </a:p>
        </p:txBody>
      </p:sp>
      <p:sp>
        <p:nvSpPr>
          <p:cNvPr id="9" name="Text Placeholder 7"/>
          <p:cNvSpPr>
            <a:spLocks noGrp="1"/>
          </p:cNvSpPr>
          <p:nvPr>
            <p:ph type="body" sz="quarter" idx="13" hasCustomPrompt="1"/>
          </p:nvPr>
        </p:nvSpPr>
        <p:spPr bwMode="gray">
          <a:xfrm>
            <a:off x="623888" y="332656"/>
            <a:ext cx="10944225" cy="398144"/>
          </a:xfrm>
          <a:prstGeom prst="rect">
            <a:avLst/>
          </a:prstGeom>
        </p:spPr>
        <p:txBody>
          <a:bodyPr tIns="18000" anchor="t">
            <a:noAutofit/>
          </a:bodyPr>
          <a:lstStyle>
            <a:lvl1pPr marL="0" indent="0">
              <a:lnSpc>
                <a:spcPct val="100000"/>
              </a:lnSpc>
              <a:spcBef>
                <a:spcPts val="0"/>
              </a:spcBef>
              <a:spcAft>
                <a:spcPts val="0"/>
              </a:spcAft>
              <a:buFont typeface="Arial" panose="020B0604020202020204" pitchFamily="34" charset="0"/>
              <a:buNone/>
              <a:defRPr sz="2200" b="0" baseline="0">
                <a:solidFill>
                  <a:schemeClr val="accent1"/>
                </a:solidFill>
              </a:defRPr>
            </a:lvl1pPr>
            <a:lvl2pPr marL="0" indent="0">
              <a:lnSpc>
                <a:spcPct val="100000"/>
              </a:lnSpc>
              <a:spcBef>
                <a:spcPts val="0"/>
              </a:spcBef>
              <a:spcAft>
                <a:spcPts val="0"/>
              </a:spcAft>
              <a:buFont typeface="Arial" panose="020B0604020202020204" pitchFamily="34" charset="0"/>
              <a:buNone/>
              <a:defRPr sz="2200" b="0">
                <a:solidFill>
                  <a:schemeClr val="accent1"/>
                </a:solidFill>
              </a:defRPr>
            </a:lvl2pPr>
            <a:lvl3pPr marL="0" indent="0">
              <a:lnSpc>
                <a:spcPct val="100000"/>
              </a:lnSpc>
              <a:spcBef>
                <a:spcPts val="0"/>
              </a:spcBef>
              <a:spcAft>
                <a:spcPts val="0"/>
              </a:spcAft>
              <a:buNone/>
              <a:defRPr sz="2200" b="0">
                <a:solidFill>
                  <a:schemeClr val="accent1"/>
                </a:solidFill>
              </a:defRPr>
            </a:lvl3pPr>
            <a:lvl4pPr marL="0" indent="0">
              <a:lnSpc>
                <a:spcPct val="100000"/>
              </a:lnSpc>
              <a:spcBef>
                <a:spcPts val="0"/>
              </a:spcBef>
              <a:spcAft>
                <a:spcPts val="0"/>
              </a:spcAft>
              <a:buNone/>
              <a:defRPr sz="2200" b="0">
                <a:solidFill>
                  <a:schemeClr val="accent1"/>
                </a:solidFill>
              </a:defRPr>
            </a:lvl4pPr>
            <a:lvl5pPr marL="0" indent="0">
              <a:lnSpc>
                <a:spcPct val="100000"/>
              </a:lnSpc>
              <a:spcBef>
                <a:spcPts val="0"/>
              </a:spcBef>
              <a:spcAft>
                <a:spcPts val="0"/>
              </a:spcAft>
              <a:buNone/>
              <a:defRPr sz="2200" b="0">
                <a:solidFill>
                  <a:schemeClr val="accent1"/>
                </a:solidFill>
              </a:defRPr>
            </a:lvl5pPr>
            <a:lvl6pPr marL="0" indent="0">
              <a:lnSpc>
                <a:spcPct val="100000"/>
              </a:lnSpc>
              <a:spcBef>
                <a:spcPts val="0"/>
              </a:spcBef>
              <a:spcAft>
                <a:spcPts val="0"/>
              </a:spcAft>
              <a:buNone/>
              <a:defRPr sz="2200" b="0">
                <a:solidFill>
                  <a:schemeClr val="accent1"/>
                </a:solidFill>
              </a:defRPr>
            </a:lvl6pPr>
            <a:lvl7pPr marL="0" indent="0">
              <a:lnSpc>
                <a:spcPct val="100000"/>
              </a:lnSpc>
              <a:spcBef>
                <a:spcPts val="0"/>
              </a:spcBef>
              <a:spcAft>
                <a:spcPts val="0"/>
              </a:spcAft>
              <a:buNone/>
              <a:defRPr sz="2200" b="0">
                <a:solidFill>
                  <a:schemeClr val="accent1"/>
                </a:solidFill>
              </a:defRPr>
            </a:lvl7pPr>
            <a:lvl8pPr marL="0" indent="0">
              <a:lnSpc>
                <a:spcPct val="100000"/>
              </a:lnSpc>
              <a:spcBef>
                <a:spcPts val="0"/>
              </a:spcBef>
              <a:spcAft>
                <a:spcPts val="0"/>
              </a:spcAft>
              <a:buNone/>
              <a:defRPr sz="2200" b="0">
                <a:solidFill>
                  <a:schemeClr val="accent1"/>
                </a:solidFill>
              </a:defRPr>
            </a:lvl8pPr>
            <a:lvl9pPr marL="0" indent="0">
              <a:lnSpc>
                <a:spcPct val="100000"/>
              </a:lnSpc>
              <a:spcBef>
                <a:spcPts val="0"/>
              </a:spcBef>
              <a:spcAft>
                <a:spcPts val="0"/>
              </a:spcAft>
              <a:buNone/>
              <a:defRPr sz="2200" b="0">
                <a:solidFill>
                  <a:schemeClr val="accent1"/>
                </a:solidFill>
              </a:defRPr>
            </a:lvl9pPr>
          </a:lstStyle>
          <a:p>
            <a:pPr lvl="0"/>
            <a:r>
              <a:rPr lang="en-US" noProof="0" dirty="0"/>
              <a:t>Click to add action title</a:t>
            </a:r>
          </a:p>
        </p:txBody>
      </p:sp>
      <p:sp>
        <p:nvSpPr>
          <p:cNvPr id="5" name="Title 4"/>
          <p:cNvSpPr>
            <a:spLocks noGrp="1"/>
          </p:cNvSpPr>
          <p:nvPr>
            <p:ph type="title" hasCustomPrompt="1"/>
          </p:nvPr>
        </p:nvSpPr>
        <p:spPr>
          <a:xfrm>
            <a:off x="623888" y="730800"/>
            <a:ext cx="10944225" cy="325952"/>
          </a:xfrm>
        </p:spPr>
        <p:txBody>
          <a:bodyPr/>
          <a:lstStyle/>
          <a:p>
            <a:r>
              <a:rPr lang="en-US" dirty="0"/>
              <a:t>Insert slide title here (max. 2 lines | max. 1 line with Action Title)</a:t>
            </a:r>
          </a:p>
        </p:txBody>
      </p:sp>
      <p:sp>
        <p:nvSpPr>
          <p:cNvPr id="10" name="MIO_VALID_LAYOUT" hidden="1"/>
          <p:cNvSpPr/>
          <p:nvPr userDrawn="1"/>
        </p:nvSpPr>
        <p:spPr bwMode="gray">
          <a:xfrm>
            <a:off x="11856640" y="6597171"/>
            <a:ext cx="335360" cy="260829"/>
          </a:xfrm>
          <a:prstGeom prst="rect">
            <a:avLst/>
          </a:prstGeom>
          <a:no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
        <p:nvSpPr>
          <p:cNvPr id="6" name="Textplatzhalter 5">
            <a:extLst>
              <a:ext uri="{FF2B5EF4-FFF2-40B4-BE49-F238E27FC236}">
                <a16:creationId xmlns:a16="http://schemas.microsoft.com/office/drawing/2014/main" id="{B848EC47-54B1-4597-AD98-7F531EB53E0C}"/>
              </a:ext>
            </a:extLst>
          </p:cNvPr>
          <p:cNvSpPr>
            <a:spLocks noGrp="1"/>
          </p:cNvSpPr>
          <p:nvPr>
            <p:ph type="body" sz="quarter" idx="32" hasCustomPrompt="1"/>
          </p:nvPr>
        </p:nvSpPr>
        <p:spPr>
          <a:xfrm>
            <a:off x="623888" y="1484313"/>
            <a:ext cx="5327650" cy="504825"/>
          </a:xfrm>
          <a:prstGeom prst="rect">
            <a:avLst/>
          </a:prstGeom>
          <a:noFill/>
        </p:spPr>
        <p:txBody>
          <a:bodyPr anchor="b"/>
          <a:lstStyle>
            <a:lvl1pPr>
              <a:spcBef>
                <a:spcPts val="0"/>
              </a:spcBef>
              <a:spcAft>
                <a:spcPts val="0"/>
              </a:spcAft>
              <a:defRPr b="1">
                <a:solidFill>
                  <a:schemeClr val="bg2"/>
                </a:solidFill>
              </a:defRPr>
            </a:lvl1pPr>
            <a:lvl2pPr>
              <a:spcBef>
                <a:spcPts val="0"/>
              </a:spcBef>
              <a:spcAft>
                <a:spcPts val="0"/>
              </a:spcAft>
              <a:defRPr/>
            </a:lvl2pPr>
            <a:lvl3pPr>
              <a:spcBef>
                <a:spcPts val="0"/>
              </a:spcBef>
              <a:spcAft>
                <a:spcPts val="0"/>
              </a:spcAft>
              <a:defRPr/>
            </a:lvl3pPr>
            <a:lvl4pPr>
              <a:spcBef>
                <a:spcPts val="0"/>
              </a:spcBef>
              <a:spcAft>
                <a:spcPts val="0"/>
              </a:spcAft>
              <a:defRPr/>
            </a:lvl4pPr>
            <a:lvl5pPr>
              <a:spcBef>
                <a:spcPts val="0"/>
              </a:spcBef>
              <a:spcAft>
                <a:spcPts val="0"/>
              </a:spcAft>
              <a:defRPr/>
            </a:lvl5pPr>
          </a:lstStyle>
          <a:p>
            <a:pPr lvl="0"/>
            <a:r>
              <a:rPr lang="en-US" dirty="0" err="1"/>
              <a:t>Subheadline</a:t>
            </a:r>
            <a:r>
              <a:rPr lang="en-US" dirty="0"/>
              <a:t>, </a:t>
            </a:r>
            <a:br>
              <a:rPr lang="en-US" dirty="0"/>
            </a:br>
            <a:r>
              <a:rPr lang="en-US" dirty="0"/>
              <a:t>max 2 lines</a:t>
            </a:r>
          </a:p>
        </p:txBody>
      </p:sp>
    </p:spTree>
    <p:extLst>
      <p:ext uri="{BB962C8B-B14F-4D97-AF65-F5344CB8AC3E}">
        <p14:creationId xmlns:p14="http://schemas.microsoft.com/office/powerpoint/2010/main" val="499558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ntent and brand picture | 3">
    <p:spTree>
      <p:nvGrpSpPr>
        <p:cNvPr id="1" name=""/>
        <p:cNvGrpSpPr/>
        <p:nvPr/>
      </p:nvGrpSpPr>
      <p:grpSpPr>
        <a:xfrm>
          <a:off x="0" y="0"/>
          <a:ext cx="0" cy="0"/>
          <a:chOff x="0" y="0"/>
          <a:chExt cx="0" cy="0"/>
        </a:xfrm>
      </p:grpSpPr>
      <p:sp>
        <p:nvSpPr>
          <p:cNvPr id="13" name="Bildplatzhalter 15">
            <a:extLst>
              <a:ext uri="{FF2B5EF4-FFF2-40B4-BE49-F238E27FC236}">
                <a16:creationId xmlns:a16="http://schemas.microsoft.com/office/drawing/2014/main" id="{3D27DF07-A646-461F-A720-52A4BA9A527A}"/>
              </a:ext>
            </a:extLst>
          </p:cNvPr>
          <p:cNvSpPr>
            <a:spLocks noGrp="1"/>
          </p:cNvSpPr>
          <p:nvPr>
            <p:ph type="pic" sz="quarter" idx="29" hasCustomPrompt="1"/>
          </p:nvPr>
        </p:nvSpPr>
        <p:spPr bwMode="gray">
          <a:xfrm>
            <a:off x="0" y="1"/>
            <a:ext cx="4093991" cy="6858001"/>
          </a:xfrm>
          <a:custGeom>
            <a:avLst/>
            <a:gdLst>
              <a:gd name="connsiteX0" fmla="*/ 1568248 w 4093991"/>
              <a:gd name="connsiteY0" fmla="*/ 1308334 h 6858001"/>
              <a:gd name="connsiteX1" fmla="*/ 1662165 w 4093991"/>
              <a:gd name="connsiteY1" fmla="*/ 1309461 h 6858001"/>
              <a:gd name="connsiteX2" fmla="*/ 1698878 w 4093991"/>
              <a:gd name="connsiteY2" fmla="*/ 1311882 h 6858001"/>
              <a:gd name="connsiteX3" fmla="*/ 1778690 w 4093991"/>
              <a:gd name="connsiteY3" fmla="*/ 1318586 h 6858001"/>
              <a:gd name="connsiteX4" fmla="*/ 1806091 w 4093991"/>
              <a:gd name="connsiteY4" fmla="*/ 1319669 h 6858001"/>
              <a:gd name="connsiteX5" fmla="*/ 1911440 w 4093991"/>
              <a:gd name="connsiteY5" fmla="*/ 1333843 h 6858001"/>
              <a:gd name="connsiteX6" fmla="*/ 1932990 w 4093991"/>
              <a:gd name="connsiteY6" fmla="*/ 1335986 h 6858001"/>
              <a:gd name="connsiteX7" fmla="*/ 3183591 w 4093991"/>
              <a:gd name="connsiteY7" fmla="*/ 1898467 h 6858001"/>
              <a:gd name="connsiteX8" fmla="*/ 3190504 w 4093991"/>
              <a:gd name="connsiteY8" fmla="*/ 1903261 h 6858001"/>
              <a:gd name="connsiteX9" fmla="*/ 3280109 w 4093991"/>
              <a:gd name="connsiteY9" fmla="*/ 1980745 h 6858001"/>
              <a:gd name="connsiteX10" fmla="*/ 3287554 w 4093991"/>
              <a:gd name="connsiteY10" fmla="*/ 1988464 h 6858001"/>
              <a:gd name="connsiteX11" fmla="*/ 3360936 w 4093991"/>
              <a:gd name="connsiteY11" fmla="*/ 2059815 h 6858001"/>
              <a:gd name="connsiteX12" fmla="*/ 3379283 w 4093991"/>
              <a:gd name="connsiteY12" fmla="*/ 2077655 h 6858001"/>
              <a:gd name="connsiteX13" fmla="*/ 3450798 w 4093991"/>
              <a:gd name="connsiteY13" fmla="*/ 2155392 h 6858001"/>
              <a:gd name="connsiteX14" fmla="*/ 3465686 w 4093991"/>
              <a:gd name="connsiteY14" fmla="*/ 2170832 h 6858001"/>
              <a:gd name="connsiteX15" fmla="*/ 3499982 w 4093991"/>
              <a:gd name="connsiteY15" fmla="*/ 2209964 h 6858001"/>
              <a:gd name="connsiteX16" fmla="*/ 3515930 w 4093991"/>
              <a:gd name="connsiteY16" fmla="*/ 2231257 h 6858001"/>
              <a:gd name="connsiteX17" fmla="*/ 3555273 w 4093991"/>
              <a:gd name="connsiteY17" fmla="*/ 2281570 h 6858001"/>
              <a:gd name="connsiteX18" fmla="*/ 3598599 w 4093991"/>
              <a:gd name="connsiteY18" fmla="*/ 2337203 h 6858001"/>
              <a:gd name="connsiteX19" fmla="*/ 3623582 w 4093991"/>
              <a:gd name="connsiteY19" fmla="*/ 2375000 h 6858001"/>
              <a:gd name="connsiteX20" fmla="*/ 3673020 w 4093991"/>
              <a:gd name="connsiteY20" fmla="*/ 2447666 h 6858001"/>
              <a:gd name="connsiteX21" fmla="*/ 3685512 w 4093991"/>
              <a:gd name="connsiteY21" fmla="*/ 2466564 h 6858001"/>
              <a:gd name="connsiteX22" fmla="*/ 4044620 w 4093991"/>
              <a:gd name="connsiteY22" fmla="*/ 3347709 h 6858001"/>
              <a:gd name="connsiteX23" fmla="*/ 4046741 w 4093991"/>
              <a:gd name="connsiteY23" fmla="*/ 3359417 h 6858001"/>
              <a:gd name="connsiteX24" fmla="*/ 4065297 w 4093991"/>
              <a:gd name="connsiteY24" fmla="*/ 3461858 h 6858001"/>
              <a:gd name="connsiteX25" fmla="*/ 4077211 w 4093991"/>
              <a:gd name="connsiteY25" fmla="*/ 3544343 h 6858001"/>
              <a:gd name="connsiteX26" fmla="*/ 4080116 w 4093991"/>
              <a:gd name="connsiteY26" fmla="*/ 3577070 h 6858001"/>
              <a:gd name="connsiteX27" fmla="*/ 4071459 w 4093991"/>
              <a:gd name="connsiteY27" fmla="*/ 4180205 h 6858001"/>
              <a:gd name="connsiteX28" fmla="*/ 4053830 w 4093991"/>
              <a:gd name="connsiteY28" fmla="*/ 4283157 h 6858001"/>
              <a:gd name="connsiteX29" fmla="*/ 4049292 w 4093991"/>
              <a:gd name="connsiteY29" fmla="*/ 4308163 h 6858001"/>
              <a:gd name="connsiteX30" fmla="*/ 4033806 w 4093991"/>
              <a:gd name="connsiteY30" fmla="*/ 4389565 h 6858001"/>
              <a:gd name="connsiteX31" fmla="*/ 4024197 w 4093991"/>
              <a:gd name="connsiteY31" fmla="*/ 4436648 h 6858001"/>
              <a:gd name="connsiteX32" fmla="*/ 4007925 w 4093991"/>
              <a:gd name="connsiteY32" fmla="*/ 4497032 h 6858001"/>
              <a:gd name="connsiteX33" fmla="*/ 3989789 w 4093991"/>
              <a:gd name="connsiteY33" fmla="*/ 4563798 h 6858001"/>
              <a:gd name="connsiteX34" fmla="*/ 3976723 w 4093991"/>
              <a:gd name="connsiteY34" fmla="*/ 4608486 h 6858001"/>
              <a:gd name="connsiteX35" fmla="*/ 3948999 w 4093991"/>
              <a:gd name="connsiteY35" fmla="*/ 4689082 h 6858001"/>
              <a:gd name="connsiteX36" fmla="*/ 3942866 w 4093991"/>
              <a:gd name="connsiteY36" fmla="*/ 4705306 h 6858001"/>
              <a:gd name="connsiteX37" fmla="*/ 3930077 w 4093991"/>
              <a:gd name="connsiteY37" fmla="*/ 4734831 h 6858001"/>
              <a:gd name="connsiteX38" fmla="*/ 3914083 w 4093991"/>
              <a:gd name="connsiteY38" fmla="*/ 4780049 h 6858001"/>
              <a:gd name="connsiteX39" fmla="*/ 3880505 w 4093991"/>
              <a:gd name="connsiteY39" fmla="*/ 4861703 h 6858001"/>
              <a:gd name="connsiteX40" fmla="*/ 3861057 w 4093991"/>
              <a:gd name="connsiteY40" fmla="*/ 4904527 h 6858001"/>
              <a:gd name="connsiteX41" fmla="*/ 3832546 w 4093991"/>
              <a:gd name="connsiteY41" fmla="*/ 4964103 h 6858001"/>
              <a:gd name="connsiteX42" fmla="*/ 3817361 w 4093991"/>
              <a:gd name="connsiteY42" fmla="*/ 4997084 h 6858001"/>
              <a:gd name="connsiteX43" fmla="*/ 3770206 w 4093991"/>
              <a:gd name="connsiteY43" fmla="*/ 5087241 h 6858001"/>
              <a:gd name="connsiteX44" fmla="*/ 3756355 w 4093991"/>
              <a:gd name="connsiteY44" fmla="*/ 5110913 h 6858001"/>
              <a:gd name="connsiteX45" fmla="*/ 2886561 w 4093991"/>
              <a:gd name="connsiteY45" fmla="*/ 6000004 h 6858001"/>
              <a:gd name="connsiteX46" fmla="*/ 2881238 w 4093991"/>
              <a:gd name="connsiteY46" fmla="*/ 6003990 h 6858001"/>
              <a:gd name="connsiteX47" fmla="*/ 2785684 w 4093991"/>
              <a:gd name="connsiteY47" fmla="*/ 6060596 h 6858001"/>
              <a:gd name="connsiteX48" fmla="*/ 2758005 w 4093991"/>
              <a:gd name="connsiteY48" fmla="*/ 6074677 h 6858001"/>
              <a:gd name="connsiteX49" fmla="*/ 2669644 w 4093991"/>
              <a:gd name="connsiteY49" fmla="*/ 6120911 h 6858001"/>
              <a:gd name="connsiteX50" fmla="*/ 2636113 w 4093991"/>
              <a:gd name="connsiteY50" fmla="*/ 6136054 h 6858001"/>
              <a:gd name="connsiteX51" fmla="*/ 2571974 w 4093991"/>
              <a:gd name="connsiteY51" fmla="*/ 6165808 h 6858001"/>
              <a:gd name="connsiteX52" fmla="*/ 2532588 w 4093991"/>
              <a:gd name="connsiteY52" fmla="*/ 6182010 h 6858001"/>
              <a:gd name="connsiteX53" fmla="*/ 2447961 w 4093991"/>
              <a:gd name="connsiteY53" fmla="*/ 6215475 h 6858001"/>
              <a:gd name="connsiteX54" fmla="*/ 2408044 w 4093991"/>
              <a:gd name="connsiteY54" fmla="*/ 6228751 h 6858001"/>
              <a:gd name="connsiteX55" fmla="*/ 2325281 w 4093991"/>
              <a:gd name="connsiteY55" fmla="*/ 6255832 h 6858001"/>
              <a:gd name="connsiteX56" fmla="*/ 2302396 w 4093991"/>
              <a:gd name="connsiteY56" fmla="*/ 6263002 h 6858001"/>
              <a:gd name="connsiteX57" fmla="*/ 2201544 w 4093991"/>
              <a:gd name="connsiteY57" fmla="*/ 6290336 h 6858001"/>
              <a:gd name="connsiteX58" fmla="*/ 2183984 w 4093991"/>
              <a:gd name="connsiteY58" fmla="*/ 6293517 h 6858001"/>
              <a:gd name="connsiteX59" fmla="*/ 2161098 w 4093991"/>
              <a:gd name="connsiteY59" fmla="*/ 6300686 h 6858001"/>
              <a:gd name="connsiteX60" fmla="*/ 1337888 w 4093991"/>
              <a:gd name="connsiteY60" fmla="*/ 6362118 h 6858001"/>
              <a:gd name="connsiteX61" fmla="*/ 1319267 w 4093991"/>
              <a:gd name="connsiteY61" fmla="*/ 6359445 h 6858001"/>
              <a:gd name="connsiteX62" fmla="*/ 678064 w 4093991"/>
              <a:gd name="connsiteY62" fmla="*/ 6774854 h 6858001"/>
              <a:gd name="connsiteX63" fmla="*/ 668200 w 4093991"/>
              <a:gd name="connsiteY63" fmla="*/ 6803844 h 6858001"/>
              <a:gd name="connsiteX64" fmla="*/ 653422 w 4093991"/>
              <a:gd name="connsiteY64" fmla="*/ 6858000 h 6858001"/>
              <a:gd name="connsiteX65" fmla="*/ 253272 w 4093991"/>
              <a:gd name="connsiteY65" fmla="*/ 6858001 h 6858001"/>
              <a:gd name="connsiteX66" fmla="*/ 301384 w 4093991"/>
              <a:gd name="connsiteY66" fmla="*/ 6786869 h 6858001"/>
              <a:gd name="connsiteX67" fmla="*/ 349553 w 4093991"/>
              <a:gd name="connsiteY67" fmla="*/ 6680181 h 6858001"/>
              <a:gd name="connsiteX68" fmla="*/ 359416 w 4093991"/>
              <a:gd name="connsiteY68" fmla="*/ 6651189 h 6858001"/>
              <a:gd name="connsiteX69" fmla="*/ 130570 w 4093991"/>
              <a:gd name="connsiteY69" fmla="*/ 5921783 h 6858001"/>
              <a:gd name="connsiteX70" fmla="*/ 116742 w 4093991"/>
              <a:gd name="connsiteY70" fmla="*/ 5912195 h 6858001"/>
              <a:gd name="connsiteX71" fmla="*/ 92545 w 4093991"/>
              <a:gd name="connsiteY71" fmla="*/ 5895419 h 6858001"/>
              <a:gd name="connsiteX72" fmla="*/ 89085 w 4093991"/>
              <a:gd name="connsiteY72" fmla="*/ 5893021 h 6858001"/>
              <a:gd name="connsiteX73" fmla="*/ 1 w 4093991"/>
              <a:gd name="connsiteY73" fmla="*/ 5826598 h 6858001"/>
              <a:gd name="connsiteX74" fmla="*/ 2 w 4093991"/>
              <a:gd name="connsiteY74" fmla="*/ 1575301 h 6858001"/>
              <a:gd name="connsiteX75" fmla="*/ 70011 w 4093991"/>
              <a:gd name="connsiteY75" fmla="*/ 1596322 h 6858001"/>
              <a:gd name="connsiteX76" fmla="*/ 466891 w 4093991"/>
              <a:gd name="connsiteY76" fmla="*/ 1553158 h 6858001"/>
              <a:gd name="connsiteX77" fmla="*/ 483922 w 4093991"/>
              <a:gd name="connsiteY77" fmla="*/ 1547049 h 6858001"/>
              <a:gd name="connsiteX78" fmla="*/ 1277445 w 4093991"/>
              <a:gd name="connsiteY78" fmla="*/ 1321708 h 6858001"/>
              <a:gd name="connsiteX79" fmla="*/ 1301389 w 4093991"/>
              <a:gd name="connsiteY79" fmla="*/ 1320392 h 6858001"/>
              <a:gd name="connsiteX80" fmla="*/ 1316024 w 4093991"/>
              <a:gd name="connsiteY80" fmla="*/ 1317741 h 6858001"/>
              <a:gd name="connsiteX81" fmla="*/ 1423513 w 4093991"/>
              <a:gd name="connsiteY81" fmla="*/ 1310365 h 6858001"/>
              <a:gd name="connsiteX82" fmla="*/ 1438680 w 4093991"/>
              <a:gd name="connsiteY82" fmla="*/ 1310643 h 6858001"/>
              <a:gd name="connsiteX83" fmla="*/ 1532065 w 4093991"/>
              <a:gd name="connsiteY83" fmla="*/ 1308842 h 6858001"/>
              <a:gd name="connsiteX84" fmla="*/ 1568248 w 4093991"/>
              <a:gd name="connsiteY84" fmla="*/ 1308334 h 6858001"/>
              <a:gd name="connsiteX85" fmla="*/ 0 w 4093991"/>
              <a:gd name="connsiteY85" fmla="*/ 0 h 6858001"/>
              <a:gd name="connsiteX86" fmla="*/ 2855 w 4093991"/>
              <a:gd name="connsiteY86" fmla="*/ 0 h 6858001"/>
              <a:gd name="connsiteX87" fmla="*/ 0 w 4093991"/>
              <a:gd name="connsiteY87" fmla="*/ 1319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4093991" h="6858001">
                <a:moveTo>
                  <a:pt x="1568248" y="1308334"/>
                </a:moveTo>
                <a:cubicBezTo>
                  <a:pt x="1601506" y="1308356"/>
                  <a:pt x="1631835" y="1308909"/>
                  <a:pt x="1662165" y="1309461"/>
                </a:cubicBezTo>
                <a:cubicBezTo>
                  <a:pt x="1674403" y="1310269"/>
                  <a:pt x="1686641" y="1311074"/>
                  <a:pt x="1698878" y="1311882"/>
                </a:cubicBezTo>
                <a:cubicBezTo>
                  <a:pt x="1726280" y="1312966"/>
                  <a:pt x="1750756" y="1314579"/>
                  <a:pt x="1778690" y="1318586"/>
                </a:cubicBezTo>
                <a:cubicBezTo>
                  <a:pt x="1787999" y="1319925"/>
                  <a:pt x="1797313" y="1321259"/>
                  <a:pt x="1806091" y="1319669"/>
                </a:cubicBezTo>
                <a:cubicBezTo>
                  <a:pt x="1839879" y="1322620"/>
                  <a:pt x="1877123" y="1327966"/>
                  <a:pt x="1911440" y="1333843"/>
                </a:cubicBezTo>
                <a:cubicBezTo>
                  <a:pt x="1917824" y="1335708"/>
                  <a:pt x="1927135" y="1337046"/>
                  <a:pt x="1932990" y="1335986"/>
                </a:cubicBezTo>
                <a:cubicBezTo>
                  <a:pt x="2383370" y="1402536"/>
                  <a:pt x="2816907" y="1593058"/>
                  <a:pt x="3183591" y="1898467"/>
                </a:cubicBezTo>
                <a:cubicBezTo>
                  <a:pt x="3187045" y="1900866"/>
                  <a:pt x="3187045" y="1900866"/>
                  <a:pt x="3190504" y="1903261"/>
                </a:cubicBezTo>
                <a:cubicBezTo>
                  <a:pt x="3219220" y="1928290"/>
                  <a:pt x="3250862" y="1952788"/>
                  <a:pt x="3280109" y="1980745"/>
                </a:cubicBezTo>
                <a:cubicBezTo>
                  <a:pt x="3283568" y="1983140"/>
                  <a:pt x="3284098" y="1986068"/>
                  <a:pt x="3287554" y="1988464"/>
                </a:cubicBezTo>
                <a:cubicBezTo>
                  <a:pt x="3312815" y="2011097"/>
                  <a:pt x="3335147" y="2034257"/>
                  <a:pt x="3360936" y="2059815"/>
                </a:cubicBezTo>
                <a:cubicBezTo>
                  <a:pt x="3367849" y="2064610"/>
                  <a:pt x="3372369" y="2072861"/>
                  <a:pt x="3379283" y="2077655"/>
                </a:cubicBezTo>
                <a:cubicBezTo>
                  <a:pt x="3405071" y="2103214"/>
                  <a:pt x="3427934" y="2129302"/>
                  <a:pt x="3450798" y="2155392"/>
                </a:cubicBezTo>
                <a:cubicBezTo>
                  <a:pt x="3454786" y="2160714"/>
                  <a:pt x="3461701" y="2165508"/>
                  <a:pt x="3465686" y="2170832"/>
                </a:cubicBezTo>
                <a:cubicBezTo>
                  <a:pt x="3477118" y="2183874"/>
                  <a:pt x="3488549" y="2196921"/>
                  <a:pt x="3499982" y="2209964"/>
                </a:cubicBezTo>
                <a:cubicBezTo>
                  <a:pt x="3507427" y="2217685"/>
                  <a:pt x="3511412" y="2223009"/>
                  <a:pt x="3515930" y="2231257"/>
                </a:cubicBezTo>
                <a:cubicBezTo>
                  <a:pt x="3527890" y="2247230"/>
                  <a:pt x="3542778" y="2262670"/>
                  <a:pt x="3555273" y="2281570"/>
                </a:cubicBezTo>
                <a:cubicBezTo>
                  <a:pt x="3570691" y="2299937"/>
                  <a:pt x="3583182" y="2318837"/>
                  <a:pt x="3598599" y="2337203"/>
                </a:cubicBezTo>
                <a:cubicBezTo>
                  <a:pt x="3607104" y="2350779"/>
                  <a:pt x="3615078" y="2361426"/>
                  <a:pt x="3623582" y="2375000"/>
                </a:cubicBezTo>
                <a:cubicBezTo>
                  <a:pt x="3640061" y="2399224"/>
                  <a:pt x="3656541" y="2423445"/>
                  <a:pt x="3673020" y="2447666"/>
                </a:cubicBezTo>
                <a:cubicBezTo>
                  <a:pt x="3677008" y="2452990"/>
                  <a:pt x="3680995" y="2458316"/>
                  <a:pt x="3685512" y="2466564"/>
                </a:cubicBezTo>
                <a:cubicBezTo>
                  <a:pt x="3864913" y="2739391"/>
                  <a:pt x="3983104" y="3041438"/>
                  <a:pt x="4044620" y="3347709"/>
                </a:cubicBezTo>
                <a:cubicBezTo>
                  <a:pt x="4045151" y="3350634"/>
                  <a:pt x="4045680" y="3353563"/>
                  <a:pt x="4046741" y="3359417"/>
                </a:cubicBezTo>
                <a:cubicBezTo>
                  <a:pt x="4053102" y="3394540"/>
                  <a:pt x="4059465" y="3429663"/>
                  <a:pt x="4065297" y="3461858"/>
                </a:cubicBezTo>
                <a:cubicBezTo>
                  <a:pt x="4070067" y="3488202"/>
                  <a:pt x="4072439" y="3518002"/>
                  <a:pt x="4077211" y="3544343"/>
                </a:cubicBezTo>
                <a:cubicBezTo>
                  <a:pt x="4079330" y="3556051"/>
                  <a:pt x="4081451" y="3567758"/>
                  <a:pt x="4080116" y="3577070"/>
                </a:cubicBezTo>
                <a:cubicBezTo>
                  <a:pt x="4100998" y="3775824"/>
                  <a:pt x="4098468" y="3978823"/>
                  <a:pt x="4071459" y="4180205"/>
                </a:cubicBezTo>
                <a:cubicBezTo>
                  <a:pt x="4065583" y="4214525"/>
                  <a:pt x="4062634" y="4248309"/>
                  <a:pt x="4053830" y="4283157"/>
                </a:cubicBezTo>
                <a:cubicBezTo>
                  <a:pt x="4052495" y="4292467"/>
                  <a:pt x="4050627" y="4298851"/>
                  <a:pt x="4049292" y="4308163"/>
                </a:cubicBezTo>
                <a:cubicBezTo>
                  <a:pt x="4045281" y="4336095"/>
                  <a:pt x="4037814" y="4361630"/>
                  <a:pt x="4033806" y="4389565"/>
                </a:cubicBezTo>
                <a:cubicBezTo>
                  <a:pt x="4030602" y="4405258"/>
                  <a:pt x="4027399" y="4420955"/>
                  <a:pt x="4024197" y="4436648"/>
                </a:cubicBezTo>
                <a:cubicBezTo>
                  <a:pt x="4018595" y="4455800"/>
                  <a:pt x="4013526" y="4477880"/>
                  <a:pt x="4007925" y="4497032"/>
                </a:cubicBezTo>
                <a:cubicBezTo>
                  <a:pt x="4002856" y="4519110"/>
                  <a:pt x="3994859" y="4541720"/>
                  <a:pt x="3989789" y="4563798"/>
                </a:cubicBezTo>
                <a:cubicBezTo>
                  <a:pt x="3986586" y="4579495"/>
                  <a:pt x="3979925" y="4592792"/>
                  <a:pt x="3976723" y="4608486"/>
                </a:cubicBezTo>
                <a:cubicBezTo>
                  <a:pt x="3969786" y="4636950"/>
                  <a:pt x="3959392" y="4663016"/>
                  <a:pt x="3948999" y="4689082"/>
                </a:cubicBezTo>
                <a:cubicBezTo>
                  <a:pt x="3947130" y="4695467"/>
                  <a:pt x="3944735" y="4698922"/>
                  <a:pt x="3942866" y="4705306"/>
                </a:cubicBezTo>
                <a:cubicBezTo>
                  <a:pt x="3938604" y="4715149"/>
                  <a:pt x="3934340" y="4724989"/>
                  <a:pt x="3930077" y="4734831"/>
                </a:cubicBezTo>
                <a:cubicBezTo>
                  <a:pt x="3923948" y="4751055"/>
                  <a:pt x="3917286" y="4764353"/>
                  <a:pt x="3914083" y="4780049"/>
                </a:cubicBezTo>
                <a:cubicBezTo>
                  <a:pt x="3904220" y="4809041"/>
                  <a:pt x="3890901" y="4835637"/>
                  <a:pt x="3880505" y="4861703"/>
                </a:cubicBezTo>
                <a:cubicBezTo>
                  <a:pt x="3873846" y="4875001"/>
                  <a:pt x="3867715" y="4891229"/>
                  <a:pt x="3861057" y="4904527"/>
                </a:cubicBezTo>
                <a:cubicBezTo>
                  <a:pt x="3852529" y="4924208"/>
                  <a:pt x="3841074" y="4944421"/>
                  <a:pt x="3832546" y="4964103"/>
                </a:cubicBezTo>
                <a:cubicBezTo>
                  <a:pt x="3828282" y="4973943"/>
                  <a:pt x="3821624" y="4987239"/>
                  <a:pt x="3817361" y="4997084"/>
                </a:cubicBezTo>
                <a:cubicBezTo>
                  <a:pt x="3801641" y="5027134"/>
                  <a:pt x="3785926" y="5057189"/>
                  <a:pt x="3770206" y="5087241"/>
                </a:cubicBezTo>
                <a:cubicBezTo>
                  <a:pt x="3765412" y="5094155"/>
                  <a:pt x="3761149" y="5103999"/>
                  <a:pt x="3756355" y="5110913"/>
                </a:cubicBezTo>
                <a:cubicBezTo>
                  <a:pt x="3542465" y="5482178"/>
                  <a:pt x="3240557" y="5784742"/>
                  <a:pt x="2886561" y="6000004"/>
                </a:cubicBezTo>
                <a:cubicBezTo>
                  <a:pt x="2883632" y="6000535"/>
                  <a:pt x="2883632" y="6000535"/>
                  <a:pt x="2881238" y="6003990"/>
                </a:cubicBezTo>
                <a:cubicBezTo>
                  <a:pt x="2848234" y="6022060"/>
                  <a:pt x="2818687" y="6042527"/>
                  <a:pt x="2785684" y="6060596"/>
                </a:cubicBezTo>
                <a:cubicBezTo>
                  <a:pt x="2777436" y="6065112"/>
                  <a:pt x="2769184" y="6069631"/>
                  <a:pt x="2758005" y="6074677"/>
                </a:cubicBezTo>
                <a:cubicBezTo>
                  <a:pt x="2730328" y="6088761"/>
                  <a:pt x="2700252" y="6106300"/>
                  <a:pt x="2669644" y="6120911"/>
                </a:cubicBezTo>
                <a:cubicBezTo>
                  <a:pt x="2658467" y="6125960"/>
                  <a:pt x="2647290" y="6131005"/>
                  <a:pt x="2636113" y="6136054"/>
                </a:cubicBezTo>
                <a:cubicBezTo>
                  <a:pt x="2613757" y="6146149"/>
                  <a:pt x="2594330" y="6155713"/>
                  <a:pt x="2571974" y="6165808"/>
                </a:cubicBezTo>
                <a:cubicBezTo>
                  <a:pt x="2557869" y="6171384"/>
                  <a:pt x="2546691" y="6176434"/>
                  <a:pt x="2532588" y="6182010"/>
                </a:cubicBezTo>
                <a:cubicBezTo>
                  <a:pt x="2504378" y="6193165"/>
                  <a:pt x="2476169" y="6204320"/>
                  <a:pt x="2447961" y="6215475"/>
                </a:cubicBezTo>
                <a:cubicBezTo>
                  <a:pt x="2433854" y="6221055"/>
                  <a:pt x="2422676" y="6226100"/>
                  <a:pt x="2408044" y="6228751"/>
                </a:cubicBezTo>
                <a:cubicBezTo>
                  <a:pt x="2379833" y="6239906"/>
                  <a:pt x="2354020" y="6247606"/>
                  <a:pt x="2325281" y="6255832"/>
                </a:cubicBezTo>
                <a:cubicBezTo>
                  <a:pt x="2316502" y="6257422"/>
                  <a:pt x="2311178" y="6261411"/>
                  <a:pt x="2302396" y="6263002"/>
                </a:cubicBezTo>
                <a:cubicBezTo>
                  <a:pt x="2267802" y="6272289"/>
                  <a:pt x="2236138" y="6281049"/>
                  <a:pt x="2201544" y="6290336"/>
                </a:cubicBezTo>
                <a:cubicBezTo>
                  <a:pt x="2195690" y="6291396"/>
                  <a:pt x="2189837" y="6292456"/>
                  <a:pt x="2183984" y="6293517"/>
                </a:cubicBezTo>
                <a:cubicBezTo>
                  <a:pt x="2175200" y="6295107"/>
                  <a:pt x="2169348" y="6296167"/>
                  <a:pt x="2161098" y="6300686"/>
                </a:cubicBezTo>
                <a:cubicBezTo>
                  <a:pt x="1895000" y="6367019"/>
                  <a:pt x="1617491" y="6387051"/>
                  <a:pt x="1337888" y="6362118"/>
                </a:cubicBezTo>
                <a:cubicBezTo>
                  <a:pt x="1331505" y="6360253"/>
                  <a:pt x="1325651" y="6361313"/>
                  <a:pt x="1319267" y="6359445"/>
                </a:cubicBezTo>
                <a:cubicBezTo>
                  <a:pt x="1043650" y="6339837"/>
                  <a:pt x="776954" y="6503014"/>
                  <a:pt x="678064" y="6774854"/>
                </a:cubicBezTo>
                <a:lnTo>
                  <a:pt x="668200" y="6803844"/>
                </a:lnTo>
                <a:lnTo>
                  <a:pt x="653422" y="6858000"/>
                </a:lnTo>
                <a:lnTo>
                  <a:pt x="253272" y="6858001"/>
                </a:lnTo>
                <a:lnTo>
                  <a:pt x="301384" y="6786869"/>
                </a:lnTo>
                <a:cubicBezTo>
                  <a:pt x="320149" y="6753335"/>
                  <a:pt x="336324" y="6717719"/>
                  <a:pt x="349553" y="6680181"/>
                </a:cubicBezTo>
                <a:lnTo>
                  <a:pt x="359416" y="6651189"/>
                </a:lnTo>
                <a:cubicBezTo>
                  <a:pt x="458307" y="6379350"/>
                  <a:pt x="355811" y="6080502"/>
                  <a:pt x="130570" y="5921783"/>
                </a:cubicBezTo>
                <a:cubicBezTo>
                  <a:pt x="127116" y="5919387"/>
                  <a:pt x="120203" y="5914594"/>
                  <a:pt x="116742" y="5912195"/>
                </a:cubicBezTo>
                <a:cubicBezTo>
                  <a:pt x="109828" y="5907401"/>
                  <a:pt x="99459" y="5900212"/>
                  <a:pt x="92545" y="5895419"/>
                </a:cubicBezTo>
                <a:cubicBezTo>
                  <a:pt x="92545" y="5895419"/>
                  <a:pt x="89085" y="5893021"/>
                  <a:pt x="89085" y="5893021"/>
                </a:cubicBezTo>
                <a:lnTo>
                  <a:pt x="1" y="5826598"/>
                </a:lnTo>
                <a:lnTo>
                  <a:pt x="2" y="1575301"/>
                </a:lnTo>
                <a:lnTo>
                  <a:pt x="70011" y="1596322"/>
                </a:lnTo>
                <a:cubicBezTo>
                  <a:pt x="201721" y="1624612"/>
                  <a:pt x="341275" y="1610673"/>
                  <a:pt x="466891" y="1553158"/>
                </a:cubicBezTo>
                <a:cubicBezTo>
                  <a:pt x="472746" y="1552097"/>
                  <a:pt x="478069" y="1548109"/>
                  <a:pt x="483922" y="1547049"/>
                </a:cubicBezTo>
                <a:cubicBezTo>
                  <a:pt x="737549" y="1428561"/>
                  <a:pt x="1004987" y="1352917"/>
                  <a:pt x="1277445" y="1321708"/>
                </a:cubicBezTo>
                <a:cubicBezTo>
                  <a:pt x="1286224" y="1320117"/>
                  <a:pt x="1295007" y="1318527"/>
                  <a:pt x="1301389" y="1320392"/>
                </a:cubicBezTo>
                <a:cubicBezTo>
                  <a:pt x="1307244" y="1319331"/>
                  <a:pt x="1310169" y="1318802"/>
                  <a:pt x="1316024" y="1317741"/>
                </a:cubicBezTo>
                <a:cubicBezTo>
                  <a:pt x="1351677" y="1314308"/>
                  <a:pt x="1387330" y="1310872"/>
                  <a:pt x="1423513" y="1310365"/>
                </a:cubicBezTo>
                <a:cubicBezTo>
                  <a:pt x="1429367" y="1309304"/>
                  <a:pt x="1432295" y="1308774"/>
                  <a:pt x="1438680" y="1310643"/>
                </a:cubicBezTo>
                <a:cubicBezTo>
                  <a:pt x="1468479" y="1308267"/>
                  <a:pt x="1501735" y="1308290"/>
                  <a:pt x="1532065" y="1308842"/>
                </a:cubicBezTo>
                <a:cubicBezTo>
                  <a:pt x="1544303" y="1309650"/>
                  <a:pt x="1556011" y="1307529"/>
                  <a:pt x="1568248" y="1308334"/>
                </a:cubicBezTo>
                <a:close/>
                <a:moveTo>
                  <a:pt x="0" y="0"/>
                </a:moveTo>
                <a:lnTo>
                  <a:pt x="2855" y="0"/>
                </a:lnTo>
                <a:lnTo>
                  <a:pt x="0" y="13190"/>
                </a:lnTo>
                <a:close/>
              </a:path>
            </a:pathLst>
          </a:custGeom>
          <a:solidFill>
            <a:schemeClr val="bg1">
              <a:lumMod val="95000"/>
            </a:schemeClr>
          </a:solidFill>
        </p:spPr>
        <p:txBody>
          <a:bodyPr wrap="square">
            <a:noAutofit/>
          </a:bodyPr>
          <a:lstStyle>
            <a:lvl1pPr>
              <a:defRPr/>
            </a:lvl1pPr>
          </a:lstStyle>
          <a:p>
            <a:r>
              <a:rPr lang="en-US" dirty="0"/>
              <a:t> </a:t>
            </a:r>
          </a:p>
        </p:txBody>
      </p:sp>
      <p:graphicFrame>
        <p:nvGraphicFramePr>
          <p:cNvPr id="4" name="Objekt 3"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53" imgH="353" progId="TCLayout.ActiveDocument.1">
                  <p:embed/>
                </p:oleObj>
              </mc:Choice>
              <mc:Fallback>
                <p:oleObj name="think-cell Slide" r:id="rId3" imgW="353" imgH="353" progId="TCLayout.ActiveDocument.1">
                  <p:embed/>
                  <p:pic>
                    <p:nvPicPr>
                      <p:cNvPr id="4" name="Objekt 3"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Content Placeholder 2"/>
          <p:cNvSpPr>
            <a:spLocks noGrp="1"/>
          </p:cNvSpPr>
          <p:nvPr>
            <p:ph sz="half" idx="1" hasCustomPrompt="1"/>
          </p:nvPr>
        </p:nvSpPr>
        <p:spPr bwMode="gray">
          <a:xfrm>
            <a:off x="8112620" y="2132825"/>
            <a:ext cx="3455988" cy="3960000"/>
          </a:xfrm>
          <a:prstGeom prst="rect">
            <a:avLst/>
          </a:prstGeom>
        </p:spPr>
        <p:txBody>
          <a:bodyPr vert="horz" lIns="0" tIns="0" rIns="0" bIns="0" rtlCol="0" anchor="t" anchorCtr="0">
            <a:noAutofit/>
          </a:bodyPr>
          <a:lstStyle>
            <a:lvl1pPr marL="0" marR="0" indent="0" algn="l" defTabSz="914400" rtl="0" eaLnBrk="1" fontAlgn="auto" latinLnBrk="0" hangingPunct="1">
              <a:lnSpc>
                <a:spcPct val="100000"/>
              </a:lnSpc>
              <a:spcBef>
                <a:spcPts val="600"/>
              </a:spcBef>
              <a:spcAft>
                <a:spcPts val="300"/>
              </a:spcAft>
              <a:buClr>
                <a:srgbClr val="503291"/>
              </a:buClr>
              <a:buSzTx/>
              <a:buFont typeface="Wingdings" panose="05000000000000000000" pitchFamily="2" charset="2"/>
              <a:buNone/>
              <a:tabLst/>
              <a:defRPr lang="de-DE" noProof="0" dirty="0" smtClean="0"/>
            </a:lvl1pPr>
            <a:lvl2pPr>
              <a:defRPr lang="de-DE" noProof="0" dirty="0" smtClean="0"/>
            </a:lvl2pPr>
            <a:lvl3pPr>
              <a:defRPr lang="de-DE" noProof="0" dirty="0" smtClean="0"/>
            </a:lvl3pPr>
            <a:lvl4pPr>
              <a:defRPr lang="de-DE" noProof="0" dirty="0" smtClean="0"/>
            </a:lvl4pPr>
            <a:lvl5pPr>
              <a:defRPr lang="de-DE" noProof="0" dirty="0" smtClean="0"/>
            </a:lvl5pPr>
            <a:lvl6pPr>
              <a:defRPr lang="de-DE" noProof="0" dirty="0" smtClean="0"/>
            </a:lvl6pPr>
            <a:lvl7pPr>
              <a:defRPr lang="de-DE" noProof="0" dirty="0" smtClean="0"/>
            </a:lvl7pPr>
            <a:lvl8pPr>
              <a:defRPr lang="de-DE" noProof="0" dirty="0" smtClean="0"/>
            </a:lvl8pPr>
            <a:lvl9pPr>
              <a:defRPr lang="en-US" noProof="0" dirty="0"/>
            </a:lvl9pPr>
          </a:lstStyle>
          <a:p>
            <a:pPr marL="0" marR="0" lvl="0" indent="0" algn="l" defTabSz="914400" rtl="0" eaLnBrk="1" fontAlgn="auto" latinLnBrk="0" hangingPunct="1">
              <a:lnSpc>
                <a:spcPct val="100000"/>
              </a:lnSpc>
              <a:spcBef>
                <a:spcPts val="600"/>
              </a:spcBef>
              <a:spcAft>
                <a:spcPts val="300"/>
              </a:spcAft>
              <a:buClr>
                <a:srgbClr val="52328F"/>
              </a:buClr>
              <a:buSzTx/>
              <a:buFont typeface="Wingdings" panose="05000000000000000000" pitchFamily="2" charset="2"/>
              <a:buNone/>
              <a:tabLst/>
              <a:defRPr/>
            </a:pPr>
            <a:r>
              <a:rPr lang="en-US" noProof="0" dirty="0"/>
              <a:t>You can use this field to enter text, a table, a diagram, a </a:t>
            </a:r>
            <a:r>
              <a:rPr lang="en-US" noProof="0" dirty="0" err="1"/>
              <a:t>SmartArts</a:t>
            </a:r>
            <a:r>
              <a:rPr lang="en-US" noProof="0" dirty="0"/>
              <a:t> or text. Use the buttons “Increase List Level” for copytext or bullet levels. Use the icons below to create visual content.</a:t>
            </a:r>
            <a:endParaRPr lang="en-US" dirty="0"/>
          </a:p>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endParaRPr lang="en-US" noProof="0" dirty="0"/>
          </a:p>
        </p:txBody>
      </p:sp>
      <p:sp>
        <p:nvSpPr>
          <p:cNvPr id="12" name="Text Placeholder 7"/>
          <p:cNvSpPr>
            <a:spLocks noGrp="1"/>
          </p:cNvSpPr>
          <p:nvPr>
            <p:ph type="body" sz="quarter" idx="13" hasCustomPrompt="1"/>
          </p:nvPr>
        </p:nvSpPr>
        <p:spPr bwMode="gray">
          <a:xfrm>
            <a:off x="623888" y="332656"/>
            <a:ext cx="10944225" cy="398144"/>
          </a:xfrm>
          <a:prstGeom prst="rect">
            <a:avLst/>
          </a:prstGeom>
        </p:spPr>
        <p:txBody>
          <a:bodyPr tIns="18000" anchor="t">
            <a:noAutofit/>
          </a:bodyPr>
          <a:lstStyle>
            <a:lvl1pPr marL="0" indent="0">
              <a:lnSpc>
                <a:spcPct val="100000"/>
              </a:lnSpc>
              <a:spcBef>
                <a:spcPts val="0"/>
              </a:spcBef>
              <a:spcAft>
                <a:spcPts val="0"/>
              </a:spcAft>
              <a:buFont typeface="Arial" panose="020B0604020202020204" pitchFamily="34" charset="0"/>
              <a:buNone/>
              <a:defRPr sz="2200" b="0" baseline="0">
                <a:solidFill>
                  <a:schemeClr val="accent1"/>
                </a:solidFill>
              </a:defRPr>
            </a:lvl1pPr>
            <a:lvl2pPr marL="0" indent="0">
              <a:lnSpc>
                <a:spcPct val="100000"/>
              </a:lnSpc>
              <a:spcBef>
                <a:spcPts val="0"/>
              </a:spcBef>
              <a:spcAft>
                <a:spcPts val="0"/>
              </a:spcAft>
              <a:buFont typeface="Arial" panose="020B0604020202020204" pitchFamily="34" charset="0"/>
              <a:buNone/>
              <a:defRPr sz="2200" b="0">
                <a:solidFill>
                  <a:schemeClr val="accent1"/>
                </a:solidFill>
              </a:defRPr>
            </a:lvl2pPr>
            <a:lvl3pPr marL="0" indent="0">
              <a:lnSpc>
                <a:spcPct val="100000"/>
              </a:lnSpc>
              <a:spcBef>
                <a:spcPts val="0"/>
              </a:spcBef>
              <a:spcAft>
                <a:spcPts val="0"/>
              </a:spcAft>
              <a:buNone/>
              <a:defRPr sz="2200" b="0">
                <a:solidFill>
                  <a:schemeClr val="accent1"/>
                </a:solidFill>
              </a:defRPr>
            </a:lvl3pPr>
            <a:lvl4pPr marL="0" indent="0">
              <a:lnSpc>
                <a:spcPct val="100000"/>
              </a:lnSpc>
              <a:spcBef>
                <a:spcPts val="0"/>
              </a:spcBef>
              <a:spcAft>
                <a:spcPts val="0"/>
              </a:spcAft>
              <a:buNone/>
              <a:defRPr sz="2200" b="0">
                <a:solidFill>
                  <a:schemeClr val="accent1"/>
                </a:solidFill>
              </a:defRPr>
            </a:lvl4pPr>
            <a:lvl5pPr marL="0" indent="0">
              <a:lnSpc>
                <a:spcPct val="100000"/>
              </a:lnSpc>
              <a:spcBef>
                <a:spcPts val="0"/>
              </a:spcBef>
              <a:spcAft>
                <a:spcPts val="0"/>
              </a:spcAft>
              <a:buNone/>
              <a:defRPr sz="2200" b="0">
                <a:solidFill>
                  <a:schemeClr val="accent1"/>
                </a:solidFill>
              </a:defRPr>
            </a:lvl5pPr>
            <a:lvl6pPr marL="0" indent="0">
              <a:lnSpc>
                <a:spcPct val="100000"/>
              </a:lnSpc>
              <a:spcBef>
                <a:spcPts val="0"/>
              </a:spcBef>
              <a:spcAft>
                <a:spcPts val="0"/>
              </a:spcAft>
              <a:buNone/>
              <a:defRPr sz="2200" b="0">
                <a:solidFill>
                  <a:schemeClr val="accent1"/>
                </a:solidFill>
              </a:defRPr>
            </a:lvl6pPr>
            <a:lvl7pPr marL="0" indent="0">
              <a:lnSpc>
                <a:spcPct val="100000"/>
              </a:lnSpc>
              <a:spcBef>
                <a:spcPts val="0"/>
              </a:spcBef>
              <a:spcAft>
                <a:spcPts val="0"/>
              </a:spcAft>
              <a:buNone/>
              <a:defRPr sz="2200" b="0">
                <a:solidFill>
                  <a:schemeClr val="accent1"/>
                </a:solidFill>
              </a:defRPr>
            </a:lvl7pPr>
            <a:lvl8pPr marL="0" indent="0">
              <a:lnSpc>
                <a:spcPct val="100000"/>
              </a:lnSpc>
              <a:spcBef>
                <a:spcPts val="0"/>
              </a:spcBef>
              <a:spcAft>
                <a:spcPts val="0"/>
              </a:spcAft>
              <a:buNone/>
              <a:defRPr sz="2200" b="0">
                <a:solidFill>
                  <a:schemeClr val="accent1"/>
                </a:solidFill>
              </a:defRPr>
            </a:lvl8pPr>
            <a:lvl9pPr marL="0" indent="0">
              <a:lnSpc>
                <a:spcPct val="100000"/>
              </a:lnSpc>
              <a:spcBef>
                <a:spcPts val="0"/>
              </a:spcBef>
              <a:spcAft>
                <a:spcPts val="0"/>
              </a:spcAft>
              <a:buNone/>
              <a:defRPr sz="2200" b="0">
                <a:solidFill>
                  <a:schemeClr val="accent1"/>
                </a:solidFill>
              </a:defRPr>
            </a:lvl9pPr>
          </a:lstStyle>
          <a:p>
            <a:pPr lvl="0"/>
            <a:r>
              <a:rPr lang="en-US" noProof="0" dirty="0"/>
              <a:t>Click to add action title</a:t>
            </a:r>
          </a:p>
        </p:txBody>
      </p:sp>
      <p:sp>
        <p:nvSpPr>
          <p:cNvPr id="5" name="Title 4"/>
          <p:cNvSpPr>
            <a:spLocks noGrp="1"/>
          </p:cNvSpPr>
          <p:nvPr>
            <p:ph type="title" hasCustomPrompt="1"/>
          </p:nvPr>
        </p:nvSpPr>
        <p:spPr>
          <a:xfrm>
            <a:off x="623888" y="730800"/>
            <a:ext cx="10944225" cy="325952"/>
          </a:xfrm>
        </p:spPr>
        <p:txBody>
          <a:bodyPr/>
          <a:lstStyle/>
          <a:p>
            <a:r>
              <a:rPr lang="en-US" dirty="0"/>
              <a:t>Insert slide title here (max. 2 lines | max. 1 line with Action Title)</a:t>
            </a:r>
          </a:p>
        </p:txBody>
      </p:sp>
      <p:sp>
        <p:nvSpPr>
          <p:cNvPr id="11" name="MIO_VALID_LAYOUT" hidden="1"/>
          <p:cNvSpPr/>
          <p:nvPr userDrawn="1"/>
        </p:nvSpPr>
        <p:spPr bwMode="gray">
          <a:xfrm>
            <a:off x="11856640" y="6597171"/>
            <a:ext cx="335360" cy="260829"/>
          </a:xfrm>
          <a:prstGeom prst="rect">
            <a:avLst/>
          </a:prstGeom>
          <a:no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
        <p:nvSpPr>
          <p:cNvPr id="14" name="Content Placeholder 2"/>
          <p:cNvSpPr>
            <a:spLocks noGrp="1"/>
          </p:cNvSpPr>
          <p:nvPr>
            <p:ph sz="half" idx="26" hasCustomPrompt="1"/>
          </p:nvPr>
        </p:nvSpPr>
        <p:spPr bwMode="gray">
          <a:xfrm>
            <a:off x="4368700" y="2132825"/>
            <a:ext cx="3455988" cy="3960000"/>
          </a:xfrm>
          <a:prstGeom prst="rect">
            <a:avLst/>
          </a:prstGeom>
        </p:spPr>
        <p:txBody>
          <a:bodyPr vert="horz" lIns="0" tIns="0" rIns="0" bIns="0" rtlCol="0" anchor="t" anchorCtr="0">
            <a:noAutofit/>
          </a:bodyPr>
          <a:lstStyle>
            <a:lvl1pPr marL="0" marR="0" indent="0" algn="l" defTabSz="914400" rtl="0" eaLnBrk="1" fontAlgn="auto" latinLnBrk="0" hangingPunct="1">
              <a:lnSpc>
                <a:spcPct val="100000"/>
              </a:lnSpc>
              <a:spcBef>
                <a:spcPts val="600"/>
              </a:spcBef>
              <a:spcAft>
                <a:spcPts val="300"/>
              </a:spcAft>
              <a:buClr>
                <a:srgbClr val="503291"/>
              </a:buClr>
              <a:buSzTx/>
              <a:buFont typeface="Wingdings" panose="05000000000000000000" pitchFamily="2" charset="2"/>
              <a:buNone/>
              <a:tabLst/>
              <a:defRPr lang="de-DE" noProof="0" dirty="0" smtClean="0"/>
            </a:lvl1pPr>
            <a:lvl2pPr>
              <a:defRPr lang="de-DE" noProof="0" dirty="0" smtClean="0"/>
            </a:lvl2pPr>
            <a:lvl3pPr>
              <a:defRPr lang="de-DE" noProof="0" dirty="0" smtClean="0"/>
            </a:lvl3pPr>
            <a:lvl4pPr>
              <a:defRPr lang="de-DE" noProof="0" dirty="0" smtClean="0"/>
            </a:lvl4pPr>
            <a:lvl5pPr>
              <a:defRPr lang="de-DE" noProof="0" dirty="0" smtClean="0"/>
            </a:lvl5pPr>
            <a:lvl6pPr>
              <a:defRPr lang="de-DE" noProof="0" dirty="0" smtClean="0"/>
            </a:lvl6pPr>
            <a:lvl7pPr>
              <a:defRPr lang="de-DE" noProof="0" dirty="0" smtClean="0"/>
            </a:lvl7pPr>
            <a:lvl8pPr>
              <a:defRPr lang="de-DE" noProof="0" dirty="0" smtClean="0"/>
            </a:lvl8pPr>
            <a:lvl9pPr>
              <a:defRPr lang="en-US" noProof="0" dirty="0"/>
            </a:lvl9pPr>
          </a:lstStyle>
          <a:p>
            <a:pPr marL="0" marR="0" lvl="0" indent="0" algn="l" defTabSz="914400" rtl="0" eaLnBrk="1" fontAlgn="auto" latinLnBrk="0" hangingPunct="1">
              <a:lnSpc>
                <a:spcPct val="100000"/>
              </a:lnSpc>
              <a:spcBef>
                <a:spcPts val="600"/>
              </a:spcBef>
              <a:spcAft>
                <a:spcPts val="300"/>
              </a:spcAft>
              <a:buClr>
                <a:srgbClr val="52328F"/>
              </a:buClr>
              <a:buSzTx/>
              <a:buFont typeface="Wingdings" panose="05000000000000000000" pitchFamily="2" charset="2"/>
              <a:buNone/>
              <a:tabLst/>
              <a:defRPr/>
            </a:pPr>
            <a:r>
              <a:rPr lang="en-US" noProof="0" dirty="0"/>
              <a:t>You can use this field to enter text, a table, a diagram, a </a:t>
            </a:r>
            <a:r>
              <a:rPr lang="en-US" noProof="0" dirty="0" err="1"/>
              <a:t>SmartArts</a:t>
            </a:r>
            <a:r>
              <a:rPr lang="en-US" noProof="0" dirty="0"/>
              <a:t> or text. Use the buttons “Increase List Level” for copytext or bullet levels. Use the icons below to create visual content.</a:t>
            </a:r>
            <a:endParaRPr lang="en-US" dirty="0"/>
          </a:p>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endParaRPr lang="en-US" noProof="0" dirty="0"/>
          </a:p>
        </p:txBody>
      </p:sp>
      <p:sp>
        <p:nvSpPr>
          <p:cNvPr id="7" name="Fußzeilenplatzhalter 6"/>
          <p:cNvSpPr>
            <a:spLocks noGrp="1"/>
          </p:cNvSpPr>
          <p:nvPr>
            <p:ph type="ftr" sz="quarter" idx="24"/>
          </p:nvPr>
        </p:nvSpPr>
        <p:spPr bwMode="gray"/>
        <p:txBody>
          <a:bodyPr/>
          <a:lstStyle/>
          <a:p>
            <a:r>
              <a:rPr lang="en-US" dirty="0"/>
              <a:t>Chart library synthetic cells</a:t>
            </a:r>
          </a:p>
        </p:txBody>
      </p:sp>
      <p:sp>
        <p:nvSpPr>
          <p:cNvPr id="9" name="Foliennummernplatzhalter 8"/>
          <p:cNvSpPr>
            <a:spLocks noGrp="1"/>
          </p:cNvSpPr>
          <p:nvPr>
            <p:ph type="sldNum" sz="quarter" idx="25"/>
          </p:nvPr>
        </p:nvSpPr>
        <p:spPr bwMode="gray"/>
        <p:txBody>
          <a:bodyPr/>
          <a:lstStyle/>
          <a:p>
            <a:fld id="{215533F2-C0B5-4315-85D8-5EA869B6EE8B}" type="slidenum">
              <a:rPr lang="en-US" smtClean="0"/>
              <a:pPr/>
              <a:t>‹#›</a:t>
            </a:fld>
            <a:endParaRPr lang="en-US" dirty="0"/>
          </a:p>
        </p:txBody>
      </p:sp>
      <p:sp>
        <p:nvSpPr>
          <p:cNvPr id="10" name="Textplatzhalter 9">
            <a:extLst>
              <a:ext uri="{FF2B5EF4-FFF2-40B4-BE49-F238E27FC236}">
                <a16:creationId xmlns:a16="http://schemas.microsoft.com/office/drawing/2014/main" id="{7A67012D-388B-4F87-A019-631A516E3463}"/>
              </a:ext>
            </a:extLst>
          </p:cNvPr>
          <p:cNvSpPr>
            <a:spLocks noGrp="1"/>
          </p:cNvSpPr>
          <p:nvPr>
            <p:ph type="body" sz="quarter" idx="30" hasCustomPrompt="1"/>
          </p:nvPr>
        </p:nvSpPr>
        <p:spPr>
          <a:xfrm>
            <a:off x="4366617" y="1484784"/>
            <a:ext cx="3457575" cy="504825"/>
          </a:xfrm>
          <a:prstGeom prst="rect">
            <a:avLst/>
          </a:prstGeom>
        </p:spPr>
        <p:txBody>
          <a:bodyPr anchor="b"/>
          <a:lstStyle>
            <a:lvl1pPr>
              <a:spcBef>
                <a:spcPts val="0"/>
              </a:spcBef>
              <a:spcAft>
                <a:spcPts val="0"/>
              </a:spcAft>
              <a:defRPr b="1">
                <a:solidFill>
                  <a:schemeClr val="bg2"/>
                </a:solidFill>
              </a:defRPr>
            </a:lvl1pPr>
          </a:lstStyle>
          <a:p>
            <a:pPr lvl="0"/>
            <a:r>
              <a:rPr lang="en-US" dirty="0" err="1"/>
              <a:t>Subheadline</a:t>
            </a:r>
            <a:r>
              <a:rPr lang="en-US" dirty="0"/>
              <a:t>, </a:t>
            </a:r>
            <a:br>
              <a:rPr lang="en-US" dirty="0"/>
            </a:br>
            <a:r>
              <a:rPr lang="en-US" dirty="0"/>
              <a:t>max 2 lines</a:t>
            </a:r>
          </a:p>
        </p:txBody>
      </p:sp>
      <p:sp>
        <p:nvSpPr>
          <p:cNvPr id="15" name="Textplatzhalter 9">
            <a:extLst>
              <a:ext uri="{FF2B5EF4-FFF2-40B4-BE49-F238E27FC236}">
                <a16:creationId xmlns:a16="http://schemas.microsoft.com/office/drawing/2014/main" id="{DC2FE6BA-4775-43F2-A4F6-E4A9595FAE14}"/>
              </a:ext>
            </a:extLst>
          </p:cNvPr>
          <p:cNvSpPr>
            <a:spLocks noGrp="1"/>
          </p:cNvSpPr>
          <p:nvPr>
            <p:ph type="body" sz="quarter" idx="31" hasCustomPrompt="1"/>
          </p:nvPr>
        </p:nvSpPr>
        <p:spPr>
          <a:xfrm>
            <a:off x="8111033" y="1484784"/>
            <a:ext cx="3457575" cy="504825"/>
          </a:xfrm>
          <a:prstGeom prst="rect">
            <a:avLst/>
          </a:prstGeom>
        </p:spPr>
        <p:txBody>
          <a:bodyPr anchor="b"/>
          <a:lstStyle>
            <a:lvl1pPr>
              <a:spcBef>
                <a:spcPts val="0"/>
              </a:spcBef>
              <a:spcAft>
                <a:spcPts val="0"/>
              </a:spcAft>
              <a:defRPr b="1">
                <a:solidFill>
                  <a:schemeClr val="bg2"/>
                </a:solidFill>
              </a:defRPr>
            </a:lvl1pPr>
          </a:lstStyle>
          <a:p>
            <a:pPr lvl="0"/>
            <a:r>
              <a:rPr lang="en-US" dirty="0" err="1"/>
              <a:t>Subheadline</a:t>
            </a:r>
            <a:r>
              <a:rPr lang="en-US" dirty="0"/>
              <a:t>, </a:t>
            </a:r>
            <a:br>
              <a:rPr lang="en-US" dirty="0"/>
            </a:br>
            <a:r>
              <a:rPr lang="en-US" dirty="0"/>
              <a:t>max 2 lines</a:t>
            </a:r>
          </a:p>
        </p:txBody>
      </p:sp>
    </p:spTree>
    <p:extLst>
      <p:ext uri="{BB962C8B-B14F-4D97-AF65-F5344CB8AC3E}">
        <p14:creationId xmlns:p14="http://schemas.microsoft.com/office/powerpoint/2010/main" val="3615202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ntent and brand picture | 4">
    <p:spTree>
      <p:nvGrpSpPr>
        <p:cNvPr id="1" name=""/>
        <p:cNvGrpSpPr/>
        <p:nvPr/>
      </p:nvGrpSpPr>
      <p:grpSpPr>
        <a:xfrm>
          <a:off x="0" y="0"/>
          <a:ext cx="0" cy="0"/>
          <a:chOff x="0" y="0"/>
          <a:chExt cx="0" cy="0"/>
        </a:xfrm>
      </p:grpSpPr>
      <p:sp>
        <p:nvSpPr>
          <p:cNvPr id="23" name="Bildplatzhalter 22">
            <a:extLst>
              <a:ext uri="{FF2B5EF4-FFF2-40B4-BE49-F238E27FC236}">
                <a16:creationId xmlns:a16="http://schemas.microsoft.com/office/drawing/2014/main" id="{57A2176E-4F9F-4C8E-A987-EF0DB9C711D3}"/>
              </a:ext>
            </a:extLst>
          </p:cNvPr>
          <p:cNvSpPr>
            <a:spLocks noGrp="1"/>
          </p:cNvSpPr>
          <p:nvPr>
            <p:ph type="pic" sz="quarter" idx="30" hasCustomPrompt="1"/>
          </p:nvPr>
        </p:nvSpPr>
        <p:spPr bwMode="gray">
          <a:xfrm>
            <a:off x="8009590" y="0"/>
            <a:ext cx="4182409" cy="6072484"/>
          </a:xfrm>
          <a:custGeom>
            <a:avLst/>
            <a:gdLst>
              <a:gd name="connsiteX0" fmla="*/ 3633536 w 4182409"/>
              <a:gd name="connsiteY0" fmla="*/ 0 h 6072484"/>
              <a:gd name="connsiteX1" fmla="*/ 4098897 w 4182409"/>
              <a:gd name="connsiteY1" fmla="*/ 0 h 6072484"/>
              <a:gd name="connsiteX2" fmla="*/ 4018404 w 4182409"/>
              <a:gd name="connsiteY2" fmla="*/ 98745 h 6072484"/>
              <a:gd name="connsiteX3" fmla="*/ 3958542 w 4182409"/>
              <a:gd name="connsiteY3" fmla="*/ 225853 h 6072484"/>
              <a:gd name="connsiteX4" fmla="*/ 3956694 w 4182409"/>
              <a:gd name="connsiteY4" fmla="*/ 232378 h 6072484"/>
              <a:gd name="connsiteX5" fmla="*/ 4138414 w 4182409"/>
              <a:gd name="connsiteY5" fmla="*/ 945615 h 6072484"/>
              <a:gd name="connsiteX6" fmla="*/ 4182409 w 4182409"/>
              <a:gd name="connsiteY6" fmla="*/ 980560 h 6072484"/>
              <a:gd name="connsiteX7" fmla="*/ 4182409 w 4182409"/>
              <a:gd name="connsiteY7" fmla="*/ 5665648 h 6072484"/>
              <a:gd name="connsiteX8" fmla="*/ 3989585 w 4182409"/>
              <a:gd name="connsiteY8" fmla="*/ 5775259 h 6072484"/>
              <a:gd name="connsiteX9" fmla="*/ 1895563 w 4182409"/>
              <a:gd name="connsiteY9" fmla="*/ 5935682 h 6072484"/>
              <a:gd name="connsiteX10" fmla="*/ 5003 w 4182409"/>
              <a:gd name="connsiteY10" fmla="*/ 3162375 h 6072484"/>
              <a:gd name="connsiteX11" fmla="*/ 2907111 w 4182409"/>
              <a:gd name="connsiteY11" fmla="*/ 590144 h 6072484"/>
              <a:gd name="connsiteX12" fmla="*/ 2925685 w 4182409"/>
              <a:gd name="connsiteY12" fmla="*/ 590968 h 6072484"/>
              <a:gd name="connsiteX13" fmla="*/ 3608046 w 4182409"/>
              <a:gd name="connsiteY13" fmla="*/ 119338 h 6072484"/>
              <a:gd name="connsiteX14" fmla="*/ 3610141 w 4182409"/>
              <a:gd name="connsiteY14" fmla="*/ 113030 h 6072484"/>
              <a:gd name="connsiteX15" fmla="*/ 3632034 w 4182409"/>
              <a:gd name="connsiteY15" fmla="*/ 21260 h 6072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182409" h="6072484">
                <a:moveTo>
                  <a:pt x="3633536" y="0"/>
                </a:moveTo>
                <a:lnTo>
                  <a:pt x="4098897" y="0"/>
                </a:lnTo>
                <a:lnTo>
                  <a:pt x="4018404" y="98745"/>
                </a:lnTo>
                <a:cubicBezTo>
                  <a:pt x="3993707" y="137841"/>
                  <a:pt x="3973476" y="180404"/>
                  <a:pt x="3958542" y="225853"/>
                </a:cubicBezTo>
                <a:lnTo>
                  <a:pt x="3956694" y="232378"/>
                </a:lnTo>
                <a:cubicBezTo>
                  <a:pt x="3872712" y="488237"/>
                  <a:pt x="3947015" y="765758"/>
                  <a:pt x="4138414" y="945615"/>
                </a:cubicBezTo>
                <a:lnTo>
                  <a:pt x="4182409" y="980560"/>
                </a:lnTo>
                <a:lnTo>
                  <a:pt x="4182409" y="5665648"/>
                </a:lnTo>
                <a:lnTo>
                  <a:pt x="3989585" y="5775259"/>
                </a:lnTo>
                <a:cubicBezTo>
                  <a:pt x="3363258" y="6092768"/>
                  <a:pt x="2615784" y="6171315"/>
                  <a:pt x="1895563" y="5935682"/>
                </a:cubicBezTo>
                <a:cubicBezTo>
                  <a:pt x="707293" y="5550040"/>
                  <a:pt x="-70111" y="4409753"/>
                  <a:pt x="5003" y="3162375"/>
                </a:cubicBezTo>
                <a:cubicBezTo>
                  <a:pt x="96122" y="1650779"/>
                  <a:pt x="1395514" y="499024"/>
                  <a:pt x="2907111" y="590144"/>
                </a:cubicBezTo>
                <a:lnTo>
                  <a:pt x="2925685" y="590968"/>
                </a:lnTo>
                <a:cubicBezTo>
                  <a:pt x="3233425" y="604758"/>
                  <a:pt x="3512311" y="411964"/>
                  <a:pt x="3608046" y="119338"/>
                </a:cubicBezTo>
                <a:lnTo>
                  <a:pt x="3610141" y="113030"/>
                </a:lnTo>
                <a:cubicBezTo>
                  <a:pt x="3620067" y="82704"/>
                  <a:pt x="3627332" y="52019"/>
                  <a:pt x="3632034" y="21260"/>
                </a:cubicBezTo>
                <a:close/>
              </a:path>
            </a:pathLst>
          </a:custGeom>
          <a:solidFill>
            <a:schemeClr val="bg1">
              <a:lumMod val="95000"/>
            </a:schemeClr>
          </a:solidFill>
        </p:spPr>
        <p:txBody>
          <a:bodyPr wrap="square">
            <a:noAutofit/>
          </a:bodyPr>
          <a:lstStyle>
            <a:lvl1pPr>
              <a:defRPr/>
            </a:lvl1pPr>
          </a:lstStyle>
          <a:p>
            <a:r>
              <a:rPr lang="en-US" dirty="0"/>
              <a:t> </a:t>
            </a:r>
          </a:p>
        </p:txBody>
      </p:sp>
      <p:graphicFrame>
        <p:nvGraphicFramePr>
          <p:cNvPr id="4" name="Objekt 3"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53" imgH="353" progId="TCLayout.ActiveDocument.1">
                  <p:embed/>
                </p:oleObj>
              </mc:Choice>
              <mc:Fallback>
                <p:oleObj name="think-cell Slide" r:id="rId3" imgW="353" imgH="353" progId="TCLayout.ActiveDocument.1">
                  <p:embed/>
                  <p:pic>
                    <p:nvPicPr>
                      <p:cNvPr id="4" name="Objekt 3"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Content Placeholder 2"/>
          <p:cNvSpPr>
            <a:spLocks noGrp="1"/>
          </p:cNvSpPr>
          <p:nvPr>
            <p:ph sz="half" idx="1" hasCustomPrompt="1"/>
          </p:nvPr>
        </p:nvSpPr>
        <p:spPr bwMode="gray">
          <a:xfrm>
            <a:off x="4367312" y="2133296"/>
            <a:ext cx="3455988" cy="3960000"/>
          </a:xfrm>
          <a:prstGeom prst="rect">
            <a:avLst/>
          </a:prstGeom>
        </p:spPr>
        <p:txBody>
          <a:bodyPr vert="horz" lIns="0" tIns="0" rIns="0" bIns="0" rtlCol="0" anchor="t" anchorCtr="0">
            <a:noAutofit/>
          </a:bodyPr>
          <a:lstStyle>
            <a:lvl1pPr marL="0" marR="0" indent="0" algn="l" defTabSz="914400" rtl="0" eaLnBrk="1" fontAlgn="auto" latinLnBrk="0" hangingPunct="1">
              <a:lnSpc>
                <a:spcPct val="100000"/>
              </a:lnSpc>
              <a:spcBef>
                <a:spcPts val="300"/>
              </a:spcBef>
              <a:spcAft>
                <a:spcPts val="300"/>
              </a:spcAft>
              <a:buClr>
                <a:srgbClr val="503291"/>
              </a:buClr>
              <a:buSzTx/>
              <a:buFont typeface="Wingdings" panose="05000000000000000000" pitchFamily="2" charset="2"/>
              <a:buNone/>
              <a:tabLst/>
              <a:defRPr lang="de-DE" noProof="0" dirty="0" smtClean="0"/>
            </a:lvl1pPr>
            <a:lvl2pPr>
              <a:spcBef>
                <a:spcPts val="300"/>
              </a:spcBef>
              <a:defRPr lang="de-DE" noProof="0" dirty="0" smtClean="0"/>
            </a:lvl2pPr>
            <a:lvl3pPr>
              <a:spcBef>
                <a:spcPts val="300"/>
              </a:spcBef>
              <a:defRPr lang="de-DE" noProof="0" dirty="0" smtClean="0"/>
            </a:lvl3pPr>
            <a:lvl4pPr>
              <a:spcBef>
                <a:spcPts val="300"/>
              </a:spcBef>
              <a:defRPr lang="de-DE" noProof="0" dirty="0" smtClean="0"/>
            </a:lvl4pPr>
            <a:lvl5pPr>
              <a:spcBef>
                <a:spcPts val="300"/>
              </a:spcBef>
              <a:defRPr lang="de-DE" noProof="0" dirty="0" smtClean="0"/>
            </a:lvl5pPr>
            <a:lvl6pPr>
              <a:spcBef>
                <a:spcPts val="300"/>
              </a:spcBef>
              <a:defRPr lang="de-DE" noProof="0" dirty="0" smtClean="0"/>
            </a:lvl6pPr>
            <a:lvl7pPr>
              <a:defRPr lang="de-DE" noProof="0" dirty="0" smtClean="0"/>
            </a:lvl7pPr>
            <a:lvl8pPr>
              <a:defRPr lang="de-DE" noProof="0" dirty="0" smtClean="0"/>
            </a:lvl8pPr>
            <a:lvl9pPr>
              <a:defRPr lang="en-US" noProof="0" dirty="0"/>
            </a:lvl9pPr>
          </a:lstStyle>
          <a:p>
            <a:pPr marL="0" marR="0" lvl="0" indent="0" algn="l" defTabSz="914400" rtl="0" eaLnBrk="1" fontAlgn="auto" latinLnBrk="0" hangingPunct="1">
              <a:lnSpc>
                <a:spcPct val="100000"/>
              </a:lnSpc>
              <a:spcBef>
                <a:spcPts val="600"/>
              </a:spcBef>
              <a:spcAft>
                <a:spcPts val="300"/>
              </a:spcAft>
              <a:buClr>
                <a:srgbClr val="52328F"/>
              </a:buClr>
              <a:buSzTx/>
              <a:buFont typeface="Wingdings" panose="05000000000000000000" pitchFamily="2" charset="2"/>
              <a:buNone/>
              <a:tabLst/>
              <a:defRPr/>
            </a:pPr>
            <a:r>
              <a:rPr lang="en-US" noProof="0" dirty="0"/>
              <a:t>You can use this field to enter text, a table, a diagram, a </a:t>
            </a:r>
            <a:r>
              <a:rPr lang="en-US" noProof="0" dirty="0" err="1"/>
              <a:t>SmartArts</a:t>
            </a:r>
            <a:r>
              <a:rPr lang="en-US" noProof="0" dirty="0"/>
              <a:t> or text. Use the buttons “Increase List Level” for copytext or bullet levels. Use the icons below to create visual content.</a:t>
            </a:r>
            <a:endParaRPr lang="en-US" dirty="0"/>
          </a:p>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endParaRPr lang="en-US" noProof="0" dirty="0"/>
          </a:p>
        </p:txBody>
      </p:sp>
      <p:sp>
        <p:nvSpPr>
          <p:cNvPr id="7" name="Fußzeilenplatzhalter 6"/>
          <p:cNvSpPr>
            <a:spLocks noGrp="1"/>
          </p:cNvSpPr>
          <p:nvPr>
            <p:ph type="ftr" sz="quarter" idx="24"/>
          </p:nvPr>
        </p:nvSpPr>
        <p:spPr bwMode="gray"/>
        <p:txBody>
          <a:bodyPr/>
          <a:lstStyle/>
          <a:p>
            <a:r>
              <a:rPr lang="en-US" dirty="0"/>
              <a:t>Chart library synthetic cells</a:t>
            </a:r>
          </a:p>
        </p:txBody>
      </p:sp>
      <p:sp>
        <p:nvSpPr>
          <p:cNvPr id="9" name="Foliennummernplatzhalter 8"/>
          <p:cNvSpPr>
            <a:spLocks noGrp="1"/>
          </p:cNvSpPr>
          <p:nvPr>
            <p:ph type="sldNum" sz="quarter" idx="25"/>
          </p:nvPr>
        </p:nvSpPr>
        <p:spPr bwMode="gray"/>
        <p:txBody>
          <a:bodyPr/>
          <a:lstStyle/>
          <a:p>
            <a:fld id="{215533F2-C0B5-4315-85D8-5EA869B6EE8B}" type="slidenum">
              <a:rPr lang="en-US" smtClean="0"/>
              <a:pPr/>
              <a:t>‹#›</a:t>
            </a:fld>
            <a:endParaRPr lang="en-US" dirty="0"/>
          </a:p>
        </p:txBody>
      </p:sp>
      <p:sp>
        <p:nvSpPr>
          <p:cNvPr id="12" name="Text Placeholder 7"/>
          <p:cNvSpPr>
            <a:spLocks noGrp="1"/>
          </p:cNvSpPr>
          <p:nvPr>
            <p:ph type="body" sz="quarter" idx="13" hasCustomPrompt="1"/>
          </p:nvPr>
        </p:nvSpPr>
        <p:spPr bwMode="gray">
          <a:xfrm>
            <a:off x="623888" y="332656"/>
            <a:ext cx="10944225" cy="398144"/>
          </a:xfrm>
          <a:prstGeom prst="rect">
            <a:avLst/>
          </a:prstGeom>
        </p:spPr>
        <p:txBody>
          <a:bodyPr tIns="18000" anchor="t">
            <a:noAutofit/>
          </a:bodyPr>
          <a:lstStyle>
            <a:lvl1pPr marL="0" indent="0">
              <a:lnSpc>
                <a:spcPct val="100000"/>
              </a:lnSpc>
              <a:spcBef>
                <a:spcPts val="0"/>
              </a:spcBef>
              <a:spcAft>
                <a:spcPts val="0"/>
              </a:spcAft>
              <a:buFont typeface="Arial" panose="020B0604020202020204" pitchFamily="34" charset="0"/>
              <a:buNone/>
              <a:defRPr sz="2200" b="0" baseline="0">
                <a:solidFill>
                  <a:schemeClr val="accent1"/>
                </a:solidFill>
              </a:defRPr>
            </a:lvl1pPr>
            <a:lvl2pPr marL="0" indent="0">
              <a:lnSpc>
                <a:spcPct val="100000"/>
              </a:lnSpc>
              <a:spcBef>
                <a:spcPts val="0"/>
              </a:spcBef>
              <a:spcAft>
                <a:spcPts val="0"/>
              </a:spcAft>
              <a:buFont typeface="Arial" panose="020B0604020202020204" pitchFamily="34" charset="0"/>
              <a:buNone/>
              <a:defRPr sz="2200" b="0">
                <a:solidFill>
                  <a:schemeClr val="accent1"/>
                </a:solidFill>
              </a:defRPr>
            </a:lvl2pPr>
            <a:lvl3pPr marL="0" indent="0">
              <a:lnSpc>
                <a:spcPct val="100000"/>
              </a:lnSpc>
              <a:spcBef>
                <a:spcPts val="0"/>
              </a:spcBef>
              <a:spcAft>
                <a:spcPts val="0"/>
              </a:spcAft>
              <a:buNone/>
              <a:defRPr sz="2200" b="0">
                <a:solidFill>
                  <a:schemeClr val="accent1"/>
                </a:solidFill>
              </a:defRPr>
            </a:lvl3pPr>
            <a:lvl4pPr marL="0" indent="0">
              <a:lnSpc>
                <a:spcPct val="100000"/>
              </a:lnSpc>
              <a:spcBef>
                <a:spcPts val="0"/>
              </a:spcBef>
              <a:spcAft>
                <a:spcPts val="0"/>
              </a:spcAft>
              <a:buNone/>
              <a:defRPr sz="2200" b="0">
                <a:solidFill>
                  <a:schemeClr val="accent1"/>
                </a:solidFill>
              </a:defRPr>
            </a:lvl4pPr>
            <a:lvl5pPr marL="0" indent="0">
              <a:lnSpc>
                <a:spcPct val="100000"/>
              </a:lnSpc>
              <a:spcBef>
                <a:spcPts val="0"/>
              </a:spcBef>
              <a:spcAft>
                <a:spcPts val="0"/>
              </a:spcAft>
              <a:buNone/>
              <a:defRPr sz="2200" b="0">
                <a:solidFill>
                  <a:schemeClr val="accent1"/>
                </a:solidFill>
              </a:defRPr>
            </a:lvl5pPr>
            <a:lvl6pPr marL="0" indent="0">
              <a:lnSpc>
                <a:spcPct val="100000"/>
              </a:lnSpc>
              <a:spcBef>
                <a:spcPts val="0"/>
              </a:spcBef>
              <a:spcAft>
                <a:spcPts val="0"/>
              </a:spcAft>
              <a:buNone/>
              <a:defRPr sz="2200" b="0">
                <a:solidFill>
                  <a:schemeClr val="accent1"/>
                </a:solidFill>
              </a:defRPr>
            </a:lvl6pPr>
            <a:lvl7pPr marL="0" indent="0">
              <a:lnSpc>
                <a:spcPct val="100000"/>
              </a:lnSpc>
              <a:spcBef>
                <a:spcPts val="0"/>
              </a:spcBef>
              <a:spcAft>
                <a:spcPts val="0"/>
              </a:spcAft>
              <a:buNone/>
              <a:defRPr sz="2200" b="0">
                <a:solidFill>
                  <a:schemeClr val="accent1"/>
                </a:solidFill>
              </a:defRPr>
            </a:lvl7pPr>
            <a:lvl8pPr marL="0" indent="0">
              <a:lnSpc>
                <a:spcPct val="100000"/>
              </a:lnSpc>
              <a:spcBef>
                <a:spcPts val="0"/>
              </a:spcBef>
              <a:spcAft>
                <a:spcPts val="0"/>
              </a:spcAft>
              <a:buNone/>
              <a:defRPr sz="2200" b="0">
                <a:solidFill>
                  <a:schemeClr val="accent1"/>
                </a:solidFill>
              </a:defRPr>
            </a:lvl8pPr>
            <a:lvl9pPr marL="0" indent="0">
              <a:lnSpc>
                <a:spcPct val="100000"/>
              </a:lnSpc>
              <a:spcBef>
                <a:spcPts val="0"/>
              </a:spcBef>
              <a:spcAft>
                <a:spcPts val="0"/>
              </a:spcAft>
              <a:buNone/>
              <a:defRPr sz="2200" b="0">
                <a:solidFill>
                  <a:schemeClr val="accent1"/>
                </a:solidFill>
              </a:defRPr>
            </a:lvl9pPr>
          </a:lstStyle>
          <a:p>
            <a:pPr lvl="0"/>
            <a:r>
              <a:rPr lang="en-US" noProof="0" dirty="0"/>
              <a:t>Click to add action title</a:t>
            </a:r>
          </a:p>
        </p:txBody>
      </p:sp>
      <p:sp>
        <p:nvSpPr>
          <p:cNvPr id="5" name="Title 4"/>
          <p:cNvSpPr>
            <a:spLocks noGrp="1"/>
          </p:cNvSpPr>
          <p:nvPr>
            <p:ph type="title" hasCustomPrompt="1"/>
          </p:nvPr>
        </p:nvSpPr>
        <p:spPr>
          <a:xfrm>
            <a:off x="623888" y="730800"/>
            <a:ext cx="10944225" cy="325952"/>
          </a:xfrm>
        </p:spPr>
        <p:txBody>
          <a:bodyPr/>
          <a:lstStyle/>
          <a:p>
            <a:r>
              <a:rPr lang="en-US" dirty="0"/>
              <a:t>Insert slide title here (max. 2 lines | max. 1 line with Action Title)</a:t>
            </a:r>
          </a:p>
        </p:txBody>
      </p:sp>
      <p:sp>
        <p:nvSpPr>
          <p:cNvPr id="11" name="MIO_VALID_LAYOUT" hidden="1"/>
          <p:cNvSpPr/>
          <p:nvPr userDrawn="1"/>
        </p:nvSpPr>
        <p:spPr bwMode="gray">
          <a:xfrm>
            <a:off x="11856640" y="6597171"/>
            <a:ext cx="335360" cy="260829"/>
          </a:xfrm>
          <a:prstGeom prst="rect">
            <a:avLst/>
          </a:prstGeom>
          <a:no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
        <p:nvSpPr>
          <p:cNvPr id="14" name="Content Placeholder 2"/>
          <p:cNvSpPr>
            <a:spLocks noGrp="1"/>
          </p:cNvSpPr>
          <p:nvPr>
            <p:ph sz="half" idx="26" hasCustomPrompt="1"/>
          </p:nvPr>
        </p:nvSpPr>
        <p:spPr bwMode="gray">
          <a:xfrm>
            <a:off x="623392" y="2133296"/>
            <a:ext cx="3455988" cy="3960000"/>
          </a:xfrm>
          <a:prstGeom prst="rect">
            <a:avLst/>
          </a:prstGeom>
        </p:spPr>
        <p:txBody>
          <a:bodyPr vert="horz" lIns="0" tIns="0" rIns="0" bIns="0" rtlCol="0" anchor="t" anchorCtr="0">
            <a:noAutofit/>
          </a:bodyPr>
          <a:lstStyle>
            <a:lvl1pPr marL="0" marR="0" indent="0" algn="l" defTabSz="914400" rtl="0" eaLnBrk="1" fontAlgn="auto" latinLnBrk="0" hangingPunct="1">
              <a:lnSpc>
                <a:spcPct val="100000"/>
              </a:lnSpc>
              <a:spcBef>
                <a:spcPts val="300"/>
              </a:spcBef>
              <a:spcAft>
                <a:spcPts val="300"/>
              </a:spcAft>
              <a:buClr>
                <a:srgbClr val="503291"/>
              </a:buClr>
              <a:buSzTx/>
              <a:buFont typeface="Wingdings" panose="05000000000000000000" pitchFamily="2" charset="2"/>
              <a:buNone/>
              <a:tabLst/>
              <a:defRPr lang="de-DE" noProof="0" dirty="0" smtClean="0"/>
            </a:lvl1pPr>
            <a:lvl2pPr>
              <a:spcBef>
                <a:spcPts val="300"/>
              </a:spcBef>
              <a:defRPr lang="de-DE" noProof="0" dirty="0" smtClean="0"/>
            </a:lvl2pPr>
            <a:lvl3pPr>
              <a:spcBef>
                <a:spcPts val="300"/>
              </a:spcBef>
              <a:defRPr lang="de-DE" noProof="0" dirty="0" smtClean="0"/>
            </a:lvl3pPr>
            <a:lvl4pPr>
              <a:spcBef>
                <a:spcPts val="300"/>
              </a:spcBef>
              <a:defRPr lang="de-DE" noProof="0" dirty="0" smtClean="0"/>
            </a:lvl4pPr>
            <a:lvl5pPr>
              <a:spcBef>
                <a:spcPts val="300"/>
              </a:spcBef>
              <a:defRPr lang="de-DE" noProof="0" dirty="0" smtClean="0"/>
            </a:lvl5pPr>
            <a:lvl6pPr>
              <a:spcBef>
                <a:spcPts val="300"/>
              </a:spcBef>
              <a:defRPr lang="de-DE" noProof="0" dirty="0" smtClean="0"/>
            </a:lvl6pPr>
            <a:lvl7pPr>
              <a:defRPr lang="de-DE" noProof="0" dirty="0" smtClean="0"/>
            </a:lvl7pPr>
            <a:lvl8pPr>
              <a:defRPr lang="de-DE" noProof="0" dirty="0" smtClean="0"/>
            </a:lvl8pPr>
            <a:lvl9pPr>
              <a:defRPr lang="en-US" noProof="0" dirty="0"/>
            </a:lvl9pPr>
          </a:lstStyle>
          <a:p>
            <a:pPr marL="0" marR="0" lvl="0" indent="0" algn="l" defTabSz="914400" rtl="0" eaLnBrk="1" fontAlgn="auto" latinLnBrk="0" hangingPunct="1">
              <a:lnSpc>
                <a:spcPct val="100000"/>
              </a:lnSpc>
              <a:spcBef>
                <a:spcPts val="600"/>
              </a:spcBef>
              <a:spcAft>
                <a:spcPts val="300"/>
              </a:spcAft>
              <a:buClr>
                <a:srgbClr val="52328F"/>
              </a:buClr>
              <a:buSzTx/>
              <a:buFont typeface="Wingdings" panose="05000000000000000000" pitchFamily="2" charset="2"/>
              <a:buNone/>
              <a:tabLst/>
              <a:defRPr/>
            </a:pPr>
            <a:r>
              <a:rPr lang="en-US" noProof="0" dirty="0"/>
              <a:t>You can use this field to enter text, a table, a diagram, a </a:t>
            </a:r>
            <a:r>
              <a:rPr lang="en-US" noProof="0" dirty="0" err="1"/>
              <a:t>SmartArts</a:t>
            </a:r>
            <a:r>
              <a:rPr lang="en-US" noProof="0" dirty="0"/>
              <a:t> or text. Use the buttons “Increase List Level” for copytext or bullet levels. Use the icons below to create visual content.</a:t>
            </a:r>
            <a:endParaRPr lang="en-US" dirty="0"/>
          </a:p>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endParaRPr lang="en-US" noProof="0" dirty="0"/>
          </a:p>
        </p:txBody>
      </p:sp>
      <p:sp>
        <p:nvSpPr>
          <p:cNvPr id="6" name="Textplatzhalter 5">
            <a:extLst>
              <a:ext uri="{FF2B5EF4-FFF2-40B4-BE49-F238E27FC236}">
                <a16:creationId xmlns:a16="http://schemas.microsoft.com/office/drawing/2014/main" id="{2F01A8A1-1052-42E2-A864-41FF5CA8A847}"/>
              </a:ext>
            </a:extLst>
          </p:cNvPr>
          <p:cNvSpPr>
            <a:spLocks noGrp="1"/>
          </p:cNvSpPr>
          <p:nvPr>
            <p:ph type="body" sz="quarter" idx="31" hasCustomPrompt="1"/>
          </p:nvPr>
        </p:nvSpPr>
        <p:spPr>
          <a:xfrm>
            <a:off x="623888" y="1484313"/>
            <a:ext cx="3455987" cy="504825"/>
          </a:xfrm>
          <a:prstGeom prst="rect">
            <a:avLst/>
          </a:prstGeom>
        </p:spPr>
        <p:txBody>
          <a:bodyPr anchor="b"/>
          <a:lstStyle>
            <a:lvl1pPr>
              <a:spcBef>
                <a:spcPts val="0"/>
              </a:spcBef>
              <a:spcAft>
                <a:spcPts val="0"/>
              </a:spcAft>
              <a:defRPr b="1">
                <a:solidFill>
                  <a:schemeClr val="bg2"/>
                </a:solidFill>
              </a:defRPr>
            </a:lvl1pPr>
          </a:lstStyle>
          <a:p>
            <a:pPr lvl="0"/>
            <a:r>
              <a:rPr lang="en-US" dirty="0" err="1"/>
              <a:t>Subheadline</a:t>
            </a:r>
            <a:r>
              <a:rPr lang="en-US" dirty="0"/>
              <a:t>, </a:t>
            </a:r>
            <a:br>
              <a:rPr lang="en-US" dirty="0"/>
            </a:br>
            <a:r>
              <a:rPr lang="en-US" dirty="0"/>
              <a:t>max 2 lines</a:t>
            </a:r>
          </a:p>
        </p:txBody>
      </p:sp>
      <p:sp>
        <p:nvSpPr>
          <p:cNvPr id="15" name="Textplatzhalter 5">
            <a:extLst>
              <a:ext uri="{FF2B5EF4-FFF2-40B4-BE49-F238E27FC236}">
                <a16:creationId xmlns:a16="http://schemas.microsoft.com/office/drawing/2014/main" id="{80BAF57C-7F3D-4CFE-8B1B-E85453AB08ED}"/>
              </a:ext>
            </a:extLst>
          </p:cNvPr>
          <p:cNvSpPr>
            <a:spLocks noGrp="1"/>
          </p:cNvSpPr>
          <p:nvPr>
            <p:ph type="body" sz="quarter" idx="32" hasCustomPrompt="1"/>
          </p:nvPr>
        </p:nvSpPr>
        <p:spPr>
          <a:xfrm>
            <a:off x="4367808" y="1484313"/>
            <a:ext cx="3455987" cy="504825"/>
          </a:xfrm>
          <a:prstGeom prst="rect">
            <a:avLst/>
          </a:prstGeom>
        </p:spPr>
        <p:txBody>
          <a:bodyPr anchor="b"/>
          <a:lstStyle>
            <a:lvl1pPr>
              <a:spcBef>
                <a:spcPts val="0"/>
              </a:spcBef>
              <a:spcAft>
                <a:spcPts val="0"/>
              </a:spcAft>
              <a:defRPr b="1">
                <a:solidFill>
                  <a:schemeClr val="bg2"/>
                </a:solidFill>
              </a:defRPr>
            </a:lvl1pPr>
          </a:lstStyle>
          <a:p>
            <a:pPr lvl="0"/>
            <a:r>
              <a:rPr lang="en-US" dirty="0" err="1"/>
              <a:t>Subheadline</a:t>
            </a:r>
            <a:r>
              <a:rPr lang="en-US" dirty="0"/>
              <a:t>, </a:t>
            </a:r>
            <a:br>
              <a:rPr lang="en-US" dirty="0"/>
            </a:br>
            <a:r>
              <a:rPr lang="en-US" dirty="0"/>
              <a:t>max 2 lines</a:t>
            </a:r>
          </a:p>
        </p:txBody>
      </p:sp>
    </p:spTree>
    <p:extLst>
      <p:ext uri="{BB962C8B-B14F-4D97-AF65-F5344CB8AC3E}">
        <p14:creationId xmlns:p14="http://schemas.microsoft.com/office/powerpoint/2010/main" val="2047556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Brand picture | 1">
    <p:spTree>
      <p:nvGrpSpPr>
        <p:cNvPr id="1" name=""/>
        <p:cNvGrpSpPr/>
        <p:nvPr/>
      </p:nvGrpSpPr>
      <p:grpSpPr>
        <a:xfrm>
          <a:off x="0" y="0"/>
          <a:ext cx="0" cy="0"/>
          <a:chOff x="0" y="0"/>
          <a:chExt cx="0" cy="0"/>
        </a:xfrm>
      </p:grpSpPr>
      <p:sp>
        <p:nvSpPr>
          <p:cNvPr id="8" name="Bildplatzhalter 9">
            <a:extLst>
              <a:ext uri="{FF2B5EF4-FFF2-40B4-BE49-F238E27FC236}">
                <a16:creationId xmlns:a16="http://schemas.microsoft.com/office/drawing/2014/main" id="{6970948B-8B12-4A10-A975-0357759E1A3E}"/>
              </a:ext>
            </a:extLst>
          </p:cNvPr>
          <p:cNvSpPr>
            <a:spLocks noGrp="1"/>
          </p:cNvSpPr>
          <p:nvPr>
            <p:ph type="pic" sz="quarter" idx="30" hasCustomPrompt="1"/>
          </p:nvPr>
        </p:nvSpPr>
        <p:spPr bwMode="gray">
          <a:xfrm>
            <a:off x="0" y="0"/>
            <a:ext cx="5315796" cy="6055489"/>
          </a:xfrm>
          <a:custGeom>
            <a:avLst/>
            <a:gdLst>
              <a:gd name="connsiteX0" fmla="*/ 688230 w 5315796"/>
              <a:gd name="connsiteY0" fmla="*/ 0 h 6055489"/>
              <a:gd name="connsiteX1" fmla="*/ 963941 w 5315796"/>
              <a:gd name="connsiteY1" fmla="*/ 0 h 6055489"/>
              <a:gd name="connsiteX2" fmla="*/ 1001896 w 5315796"/>
              <a:gd name="connsiteY2" fmla="*/ 43525 h 6055489"/>
              <a:gd name="connsiteX3" fmla="*/ 1670304 w 5315796"/>
              <a:gd name="connsiteY3" fmla="*/ 234283 h 6055489"/>
              <a:gd name="connsiteX4" fmla="*/ 1679557 w 5315796"/>
              <a:gd name="connsiteY4" fmla="*/ 232289 h 6055489"/>
              <a:gd name="connsiteX5" fmla="*/ 2017473 w 5315796"/>
              <a:gd name="connsiteY5" fmla="*/ 172210 h 6055489"/>
              <a:gd name="connsiteX6" fmla="*/ 5004094 w 5315796"/>
              <a:gd name="connsiteY6" fmla="*/ 1784903 h 6055489"/>
              <a:gd name="connsiteX7" fmla="*/ 3682772 w 5315796"/>
              <a:gd name="connsiteY7" fmla="*/ 5743888 h 6055489"/>
              <a:gd name="connsiteX8" fmla="*/ 43435 w 5315796"/>
              <a:gd name="connsiteY8" fmla="*/ 4925134 h 6055489"/>
              <a:gd name="connsiteX9" fmla="*/ 1 w 5315796"/>
              <a:gd name="connsiteY9" fmla="*/ 4863306 h 6055489"/>
              <a:gd name="connsiteX10" fmla="*/ 0 w 5315796"/>
              <a:gd name="connsiteY10" fmla="*/ 1337706 h 6055489"/>
              <a:gd name="connsiteX11" fmla="*/ 80441 w 5315796"/>
              <a:gd name="connsiteY11" fmla="*/ 1231152 h 6055489"/>
              <a:gd name="connsiteX12" fmla="*/ 229930 w 5315796"/>
              <a:gd name="connsiteY12" fmla="*/ 1061865 h 6055489"/>
              <a:gd name="connsiteX13" fmla="*/ 480452 w 5315796"/>
              <a:gd name="connsiteY13" fmla="*/ 828153 h 6055489"/>
              <a:gd name="connsiteX14" fmla="*/ 486844 w 5315796"/>
              <a:gd name="connsiteY14" fmla="*/ 823676 h 6055489"/>
              <a:gd name="connsiteX15" fmla="*/ 709712 w 5315796"/>
              <a:gd name="connsiteY15" fmla="*/ 54282 h 6055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315796" h="6055489">
                <a:moveTo>
                  <a:pt x="688230" y="0"/>
                </a:moveTo>
                <a:lnTo>
                  <a:pt x="963941" y="0"/>
                </a:lnTo>
                <a:lnTo>
                  <a:pt x="1001896" y="43525"/>
                </a:lnTo>
                <a:cubicBezTo>
                  <a:pt x="1177485" y="213468"/>
                  <a:pt x="1429447" y="286507"/>
                  <a:pt x="1670304" y="234283"/>
                </a:cubicBezTo>
                <a:cubicBezTo>
                  <a:pt x="1674216" y="232666"/>
                  <a:pt x="1676885" y="232478"/>
                  <a:pt x="1679557" y="232289"/>
                </a:cubicBezTo>
                <a:cubicBezTo>
                  <a:pt x="1793060" y="205493"/>
                  <a:pt x="1905699" y="185466"/>
                  <a:pt x="2017473" y="172210"/>
                </a:cubicBezTo>
                <a:cubicBezTo>
                  <a:pt x="3219059" y="29698"/>
                  <a:pt x="4433551" y="640368"/>
                  <a:pt x="5004094" y="1784903"/>
                </a:cubicBezTo>
                <a:cubicBezTo>
                  <a:pt x="5732386" y="3244361"/>
                  <a:pt x="5140989" y="5017023"/>
                  <a:pt x="3682772" y="5743888"/>
                </a:cubicBezTo>
                <a:cubicBezTo>
                  <a:pt x="2405747" y="6381144"/>
                  <a:pt x="888923" y="6008011"/>
                  <a:pt x="43435" y="4925134"/>
                </a:cubicBezTo>
                <a:lnTo>
                  <a:pt x="1" y="4863306"/>
                </a:lnTo>
                <a:lnTo>
                  <a:pt x="0" y="1337706"/>
                </a:lnTo>
                <a:lnTo>
                  <a:pt x="80441" y="1231152"/>
                </a:lnTo>
                <a:cubicBezTo>
                  <a:pt x="127921" y="1173017"/>
                  <a:pt x="177768" y="1116535"/>
                  <a:pt x="229930" y="1061865"/>
                </a:cubicBezTo>
                <a:cubicBezTo>
                  <a:pt x="308673" y="979825"/>
                  <a:pt x="391704" y="901507"/>
                  <a:pt x="480452" y="828153"/>
                </a:cubicBezTo>
                <a:cubicBezTo>
                  <a:pt x="481693" y="826723"/>
                  <a:pt x="485604" y="825104"/>
                  <a:pt x="486844" y="823676"/>
                </a:cubicBezTo>
                <a:cubicBezTo>
                  <a:pt x="704868" y="635698"/>
                  <a:pt x="793613" y="333568"/>
                  <a:pt x="709712" y="54282"/>
                </a:cubicBezTo>
                <a:close/>
              </a:path>
            </a:pathLst>
          </a:custGeom>
          <a:solidFill>
            <a:schemeClr val="bg1">
              <a:lumMod val="95000"/>
            </a:schemeClr>
          </a:solidFill>
        </p:spPr>
        <p:txBody>
          <a:bodyPr wrap="square">
            <a:noAutofit/>
          </a:bodyPr>
          <a:lstStyle>
            <a:lvl1pPr>
              <a:defRPr/>
            </a:lvl1pPr>
          </a:lstStyle>
          <a:p>
            <a:r>
              <a:rPr lang="en-US" dirty="0"/>
              <a:t> </a:t>
            </a:r>
          </a:p>
        </p:txBody>
      </p:sp>
      <p:graphicFrame>
        <p:nvGraphicFramePr>
          <p:cNvPr id="4" name="Objekt 3"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53" imgH="353" progId="TCLayout.ActiveDocument.1">
                  <p:embed/>
                </p:oleObj>
              </mc:Choice>
              <mc:Fallback>
                <p:oleObj name="think-cell Slide" r:id="rId3" imgW="353" imgH="353" progId="TCLayout.ActiveDocument.1">
                  <p:embed/>
                  <p:pic>
                    <p:nvPicPr>
                      <p:cNvPr id="4" name="Objekt 3"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Fußzeilenplatzhalter 6"/>
          <p:cNvSpPr>
            <a:spLocks noGrp="1"/>
          </p:cNvSpPr>
          <p:nvPr>
            <p:ph type="ftr" sz="quarter" idx="24"/>
          </p:nvPr>
        </p:nvSpPr>
        <p:spPr bwMode="gray"/>
        <p:txBody>
          <a:bodyPr/>
          <a:lstStyle/>
          <a:p>
            <a:r>
              <a:rPr lang="en-US" dirty="0"/>
              <a:t>Chart library synthetic cells</a:t>
            </a:r>
          </a:p>
        </p:txBody>
      </p:sp>
      <p:sp>
        <p:nvSpPr>
          <p:cNvPr id="9" name="Foliennummernplatzhalter 8"/>
          <p:cNvSpPr>
            <a:spLocks noGrp="1"/>
          </p:cNvSpPr>
          <p:nvPr>
            <p:ph type="sldNum" sz="quarter" idx="25"/>
          </p:nvPr>
        </p:nvSpPr>
        <p:spPr bwMode="gray"/>
        <p:txBody>
          <a:bodyPr/>
          <a:lstStyle/>
          <a:p>
            <a:fld id="{215533F2-C0B5-4315-85D8-5EA869B6EE8B}" type="slidenum">
              <a:rPr lang="en-US" smtClean="0"/>
              <a:pPr/>
              <a:t>‹#›</a:t>
            </a:fld>
            <a:endParaRPr lang="en-US" dirty="0"/>
          </a:p>
        </p:txBody>
      </p:sp>
      <p:sp>
        <p:nvSpPr>
          <p:cNvPr id="11" name="MIO_VALID_LAYOUT" hidden="1"/>
          <p:cNvSpPr/>
          <p:nvPr userDrawn="1"/>
        </p:nvSpPr>
        <p:spPr bwMode="gray">
          <a:xfrm>
            <a:off x="11856640" y="6597171"/>
            <a:ext cx="335360" cy="260829"/>
          </a:xfrm>
          <a:prstGeom prst="rect">
            <a:avLst/>
          </a:prstGeom>
          <a:no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Tree>
    <p:extLst>
      <p:ext uri="{BB962C8B-B14F-4D97-AF65-F5344CB8AC3E}">
        <p14:creationId xmlns:p14="http://schemas.microsoft.com/office/powerpoint/2010/main" val="3081798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Brand picture | 2">
    <p:spTree>
      <p:nvGrpSpPr>
        <p:cNvPr id="1" name=""/>
        <p:cNvGrpSpPr/>
        <p:nvPr/>
      </p:nvGrpSpPr>
      <p:grpSpPr>
        <a:xfrm>
          <a:off x="0" y="0"/>
          <a:ext cx="0" cy="0"/>
          <a:chOff x="0" y="0"/>
          <a:chExt cx="0" cy="0"/>
        </a:xfrm>
      </p:grpSpPr>
      <p:sp>
        <p:nvSpPr>
          <p:cNvPr id="8" name="Bildplatzhalter 11">
            <a:extLst>
              <a:ext uri="{FF2B5EF4-FFF2-40B4-BE49-F238E27FC236}">
                <a16:creationId xmlns:a16="http://schemas.microsoft.com/office/drawing/2014/main" id="{91F4D9A9-C6B3-44EC-964C-6A447BED77C7}"/>
              </a:ext>
            </a:extLst>
          </p:cNvPr>
          <p:cNvSpPr>
            <a:spLocks noGrp="1"/>
          </p:cNvSpPr>
          <p:nvPr>
            <p:ph type="pic" sz="quarter" idx="30" hasCustomPrompt="1"/>
          </p:nvPr>
        </p:nvSpPr>
        <p:spPr bwMode="gray">
          <a:xfrm>
            <a:off x="1898559" y="2"/>
            <a:ext cx="10293443" cy="6857999"/>
          </a:xfrm>
          <a:custGeom>
            <a:avLst/>
            <a:gdLst>
              <a:gd name="connsiteX0" fmla="*/ 0 w 10293443"/>
              <a:gd name="connsiteY0" fmla="*/ 0 h 6857999"/>
              <a:gd name="connsiteX1" fmla="*/ 4724407 w 10293443"/>
              <a:gd name="connsiteY1" fmla="*/ 0 h 6857999"/>
              <a:gd name="connsiteX2" fmla="*/ 4722325 w 10293443"/>
              <a:gd name="connsiteY2" fmla="*/ 69237 h 6857999"/>
              <a:gd name="connsiteX3" fmla="*/ 4869994 w 10293443"/>
              <a:gd name="connsiteY3" fmla="*/ 548793 h 6857999"/>
              <a:gd name="connsiteX4" fmla="*/ 4884730 w 10293443"/>
              <a:gd name="connsiteY4" fmla="*/ 570163 h 6857999"/>
              <a:gd name="connsiteX5" fmla="*/ 6036289 w 10293443"/>
              <a:gd name="connsiteY5" fmla="*/ 1023119 h 6857999"/>
              <a:gd name="connsiteX6" fmla="*/ 6063016 w 10293443"/>
              <a:gd name="connsiteY6" fmla="*/ 1017735 h 6857999"/>
              <a:gd name="connsiteX7" fmla="*/ 6105774 w 10293443"/>
              <a:gd name="connsiteY7" fmla="*/ 1005649 h 6857999"/>
              <a:gd name="connsiteX8" fmla="*/ 6155220 w 10293443"/>
              <a:gd name="connsiteY8" fmla="*/ 992218 h 6857999"/>
              <a:gd name="connsiteX9" fmla="*/ 6470598 w 10293443"/>
              <a:gd name="connsiteY9" fmla="*/ 918270 h 6857999"/>
              <a:gd name="connsiteX10" fmla="*/ 6497327 w 10293443"/>
              <a:gd name="connsiteY10" fmla="*/ 912887 h 6857999"/>
              <a:gd name="connsiteX11" fmla="*/ 6608250 w 10293443"/>
              <a:gd name="connsiteY11" fmla="*/ 894023 h 6857999"/>
              <a:gd name="connsiteX12" fmla="*/ 6614932 w 10293443"/>
              <a:gd name="connsiteY12" fmla="*/ 892680 h 6857999"/>
              <a:gd name="connsiteX13" fmla="*/ 6824766 w 10293443"/>
              <a:gd name="connsiteY13" fmla="*/ 864324 h 6857999"/>
              <a:gd name="connsiteX14" fmla="*/ 6866205 w 10293443"/>
              <a:gd name="connsiteY14" fmla="*/ 862934 h 6857999"/>
              <a:gd name="connsiteX15" fmla="*/ 6951751 w 10293443"/>
              <a:gd name="connsiteY15" fmla="*/ 856134 h 6857999"/>
              <a:gd name="connsiteX16" fmla="*/ 7027940 w 10293443"/>
              <a:gd name="connsiteY16" fmla="*/ 854696 h 6857999"/>
              <a:gd name="connsiteX17" fmla="*/ 7093440 w 10293443"/>
              <a:gd name="connsiteY17" fmla="*/ 851936 h 6857999"/>
              <a:gd name="connsiteX18" fmla="*/ 7606776 w 10293443"/>
              <a:gd name="connsiteY18" fmla="*/ 863277 h 6857999"/>
              <a:gd name="connsiteX19" fmla="*/ 8901209 w 10293443"/>
              <a:gd name="connsiteY19" fmla="*/ 1197073 h 6857999"/>
              <a:gd name="connsiteX20" fmla="*/ 8927961 w 10293443"/>
              <a:gd name="connsiteY20" fmla="*/ 1209066 h 6857999"/>
              <a:gd name="connsiteX21" fmla="*/ 10129307 w 10293443"/>
              <a:gd name="connsiteY21" fmla="*/ 908019 h 6857999"/>
              <a:gd name="connsiteX22" fmla="*/ 10243519 w 10293443"/>
              <a:gd name="connsiteY22" fmla="*/ 739882 h 6857999"/>
              <a:gd name="connsiteX23" fmla="*/ 10293443 w 10293443"/>
              <a:gd name="connsiteY23" fmla="*/ 629614 h 6857999"/>
              <a:gd name="connsiteX24" fmla="*/ 10293441 w 10293443"/>
              <a:gd name="connsiteY24" fmla="*/ 6857998 h 6857999"/>
              <a:gd name="connsiteX25" fmla="*/ 3595942 w 10293443"/>
              <a:gd name="connsiteY25" fmla="*/ 6857999 h 6857999"/>
              <a:gd name="connsiteX26" fmla="*/ 3531938 w 10293443"/>
              <a:gd name="connsiteY26" fmla="*/ 6740486 h 6857999"/>
              <a:gd name="connsiteX27" fmla="*/ 3186584 w 10293443"/>
              <a:gd name="connsiteY27" fmla="*/ 4221806 h 6857999"/>
              <a:gd name="connsiteX28" fmla="*/ 3189250 w 10293443"/>
              <a:gd name="connsiteY28" fmla="*/ 4217794 h 6857999"/>
              <a:gd name="connsiteX29" fmla="*/ 3271638 w 10293443"/>
              <a:gd name="connsiteY29" fmla="*/ 3850072 h 6857999"/>
              <a:gd name="connsiteX30" fmla="*/ 3282286 w 10293443"/>
              <a:gd name="connsiteY30" fmla="*/ 3816640 h 6857999"/>
              <a:gd name="connsiteX31" fmla="*/ 3332864 w 10293443"/>
              <a:gd name="connsiteY31" fmla="*/ 3653488 h 6857999"/>
              <a:gd name="connsiteX32" fmla="*/ 3343515 w 10293443"/>
              <a:gd name="connsiteY32" fmla="*/ 3620052 h 6857999"/>
              <a:gd name="connsiteX33" fmla="*/ 3402120 w 10293443"/>
              <a:gd name="connsiteY33" fmla="*/ 3462235 h 6857999"/>
              <a:gd name="connsiteX34" fmla="*/ 3406108 w 10293443"/>
              <a:gd name="connsiteY34" fmla="*/ 3447527 h 6857999"/>
              <a:gd name="connsiteX35" fmla="*/ 3482073 w 10293443"/>
              <a:gd name="connsiteY35" fmla="*/ 3272307 h 6857999"/>
              <a:gd name="connsiteX36" fmla="*/ 3486061 w 10293443"/>
              <a:gd name="connsiteY36" fmla="*/ 3257599 h 6857999"/>
              <a:gd name="connsiteX37" fmla="*/ 3507383 w 10293443"/>
              <a:gd name="connsiteY37" fmla="*/ 3208107 h 6857999"/>
              <a:gd name="connsiteX38" fmla="*/ 4262515 w 10293443"/>
              <a:gd name="connsiteY38" fmla="*/ 2106939 h 6857999"/>
              <a:gd name="connsiteX39" fmla="*/ 4282541 w 10293443"/>
              <a:gd name="connsiteY39" fmla="*/ 2085526 h 6857999"/>
              <a:gd name="connsiteX40" fmla="*/ 4409215 w 10293443"/>
              <a:gd name="connsiteY40" fmla="*/ 850186 h 6857999"/>
              <a:gd name="connsiteX41" fmla="*/ 4394479 w 10293443"/>
              <a:gd name="connsiteY41" fmla="*/ 828816 h 6857999"/>
              <a:gd name="connsiteX42" fmla="*/ 3242921 w 10293443"/>
              <a:gd name="connsiteY42" fmla="*/ 375861 h 6857999"/>
              <a:gd name="connsiteX43" fmla="*/ 3216192 w 10293443"/>
              <a:gd name="connsiteY43" fmla="*/ 381243 h 6857999"/>
              <a:gd name="connsiteX44" fmla="*/ 1890346 w 10293443"/>
              <a:gd name="connsiteY44" fmla="*/ 547440 h 6857999"/>
              <a:gd name="connsiteX45" fmla="*/ 3606 w 10293443"/>
              <a:gd name="connsiteY45" fmla="*/ 222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0293443" h="6857999">
                <a:moveTo>
                  <a:pt x="0" y="0"/>
                </a:moveTo>
                <a:lnTo>
                  <a:pt x="4724407" y="0"/>
                </a:lnTo>
                <a:lnTo>
                  <a:pt x="4722325" y="69237"/>
                </a:lnTo>
                <a:cubicBezTo>
                  <a:pt x="4730526" y="234172"/>
                  <a:pt x="4778559" y="399032"/>
                  <a:pt x="4869994" y="548793"/>
                </a:cubicBezTo>
                <a:lnTo>
                  <a:pt x="4884730" y="570163"/>
                </a:lnTo>
                <a:cubicBezTo>
                  <a:pt x="5128553" y="969530"/>
                  <a:pt x="5602004" y="1145349"/>
                  <a:pt x="6036289" y="1023119"/>
                </a:cubicBezTo>
                <a:cubicBezTo>
                  <a:pt x="6046982" y="1024442"/>
                  <a:pt x="6056336" y="1019085"/>
                  <a:pt x="6063016" y="1017735"/>
                </a:cubicBezTo>
                <a:cubicBezTo>
                  <a:pt x="6079049" y="1011033"/>
                  <a:pt x="6092412" y="1008341"/>
                  <a:pt x="6105774" y="1005649"/>
                </a:cubicBezTo>
                <a:cubicBezTo>
                  <a:pt x="6125825" y="1001612"/>
                  <a:pt x="6139189" y="998919"/>
                  <a:pt x="6155220" y="992218"/>
                </a:cubicBezTo>
                <a:cubicBezTo>
                  <a:pt x="6260785" y="963999"/>
                  <a:pt x="6363687" y="939802"/>
                  <a:pt x="6470598" y="918270"/>
                </a:cubicBezTo>
                <a:cubicBezTo>
                  <a:pt x="6483962" y="915578"/>
                  <a:pt x="6490641" y="914234"/>
                  <a:pt x="6497327" y="912887"/>
                </a:cubicBezTo>
                <a:cubicBezTo>
                  <a:pt x="6534748" y="908828"/>
                  <a:pt x="6570825" y="898084"/>
                  <a:pt x="6608250" y="894023"/>
                </a:cubicBezTo>
                <a:cubicBezTo>
                  <a:pt x="6610916" y="890011"/>
                  <a:pt x="6614932" y="892680"/>
                  <a:pt x="6614932" y="892680"/>
                </a:cubicBezTo>
                <a:cubicBezTo>
                  <a:pt x="6685764" y="881889"/>
                  <a:pt x="6756602" y="871102"/>
                  <a:pt x="6824766" y="864324"/>
                </a:cubicBezTo>
                <a:cubicBezTo>
                  <a:pt x="6839477" y="868318"/>
                  <a:pt x="6852842" y="865627"/>
                  <a:pt x="6866205" y="862934"/>
                </a:cubicBezTo>
                <a:cubicBezTo>
                  <a:pt x="6896946" y="860219"/>
                  <a:pt x="6923674" y="854835"/>
                  <a:pt x="6951751" y="856134"/>
                </a:cubicBezTo>
                <a:cubicBezTo>
                  <a:pt x="6979819" y="857434"/>
                  <a:pt x="7003882" y="856063"/>
                  <a:pt x="7027940" y="854696"/>
                </a:cubicBezTo>
                <a:cubicBezTo>
                  <a:pt x="7052002" y="853325"/>
                  <a:pt x="7069382" y="853304"/>
                  <a:pt x="7093440" y="851936"/>
                </a:cubicBezTo>
                <a:cubicBezTo>
                  <a:pt x="7265871" y="845019"/>
                  <a:pt x="7436982" y="848801"/>
                  <a:pt x="7606776" y="863277"/>
                </a:cubicBezTo>
                <a:cubicBezTo>
                  <a:pt x="8049293" y="902787"/>
                  <a:pt x="8485226" y="1013155"/>
                  <a:pt x="8901209" y="1197073"/>
                </a:cubicBezTo>
                <a:cubicBezTo>
                  <a:pt x="8909236" y="1202410"/>
                  <a:pt x="8919935" y="1203729"/>
                  <a:pt x="8927961" y="1209066"/>
                </a:cubicBezTo>
                <a:cubicBezTo>
                  <a:pt x="9342594" y="1386302"/>
                  <a:pt x="9834374" y="1273355"/>
                  <a:pt x="10129307" y="908019"/>
                </a:cubicBezTo>
                <a:cubicBezTo>
                  <a:pt x="10172848" y="854490"/>
                  <a:pt x="10210891" y="798212"/>
                  <a:pt x="10243519" y="739882"/>
                </a:cubicBezTo>
                <a:lnTo>
                  <a:pt x="10293443" y="629614"/>
                </a:lnTo>
                <a:lnTo>
                  <a:pt x="10293441" y="6857998"/>
                </a:lnTo>
                <a:lnTo>
                  <a:pt x="3595942" y="6857999"/>
                </a:lnTo>
                <a:lnTo>
                  <a:pt x="3531938" y="6740486"/>
                </a:lnTo>
                <a:cubicBezTo>
                  <a:pt x="3141214" y="5935581"/>
                  <a:pt x="3037982" y="5054809"/>
                  <a:pt x="3186584" y="4221806"/>
                </a:cubicBezTo>
                <a:cubicBezTo>
                  <a:pt x="3189250" y="4217794"/>
                  <a:pt x="3189250" y="4217794"/>
                  <a:pt x="3189250" y="4217794"/>
                </a:cubicBezTo>
                <a:cubicBezTo>
                  <a:pt x="3209131" y="4092111"/>
                  <a:pt x="3237044" y="3971764"/>
                  <a:pt x="3271638" y="3850072"/>
                </a:cubicBezTo>
                <a:cubicBezTo>
                  <a:pt x="3276974" y="3842044"/>
                  <a:pt x="3280962" y="3827334"/>
                  <a:pt x="3282286" y="3816640"/>
                </a:cubicBezTo>
                <a:cubicBezTo>
                  <a:pt x="3299594" y="3764480"/>
                  <a:pt x="3312887" y="3709657"/>
                  <a:pt x="3332864" y="3653488"/>
                </a:cubicBezTo>
                <a:cubicBezTo>
                  <a:pt x="3334185" y="3642791"/>
                  <a:pt x="3342190" y="3630746"/>
                  <a:pt x="3343515" y="3620052"/>
                </a:cubicBezTo>
                <a:cubicBezTo>
                  <a:pt x="3360819" y="3567896"/>
                  <a:pt x="3380797" y="3511727"/>
                  <a:pt x="3402120" y="3462235"/>
                </a:cubicBezTo>
                <a:cubicBezTo>
                  <a:pt x="3400772" y="3455554"/>
                  <a:pt x="3403442" y="3451538"/>
                  <a:pt x="3406108" y="3447527"/>
                </a:cubicBezTo>
                <a:cubicBezTo>
                  <a:pt x="3432768" y="3390006"/>
                  <a:pt x="3455413" y="3329827"/>
                  <a:pt x="3482073" y="3272307"/>
                </a:cubicBezTo>
                <a:cubicBezTo>
                  <a:pt x="3480724" y="3265625"/>
                  <a:pt x="3483393" y="3261611"/>
                  <a:pt x="3486061" y="3257599"/>
                </a:cubicBezTo>
                <a:cubicBezTo>
                  <a:pt x="3492720" y="3238875"/>
                  <a:pt x="3500726" y="3226832"/>
                  <a:pt x="3507383" y="3208107"/>
                </a:cubicBezTo>
                <a:cubicBezTo>
                  <a:pt x="3691322" y="2809504"/>
                  <a:pt x="3946146" y="2434871"/>
                  <a:pt x="4262515" y="2106939"/>
                </a:cubicBezTo>
                <a:cubicBezTo>
                  <a:pt x="4267851" y="2098912"/>
                  <a:pt x="4277204" y="2093554"/>
                  <a:pt x="4282541" y="2085526"/>
                </a:cubicBezTo>
                <a:cubicBezTo>
                  <a:pt x="4588217" y="1756271"/>
                  <a:pt x="4653043" y="1249551"/>
                  <a:pt x="4409215" y="850186"/>
                </a:cubicBezTo>
                <a:lnTo>
                  <a:pt x="4394479" y="828816"/>
                </a:lnTo>
                <a:cubicBezTo>
                  <a:pt x="4150655" y="429449"/>
                  <a:pt x="3677205" y="253630"/>
                  <a:pt x="3242921" y="375861"/>
                </a:cubicBezTo>
                <a:cubicBezTo>
                  <a:pt x="3232226" y="374537"/>
                  <a:pt x="3225541" y="375882"/>
                  <a:pt x="3216192" y="381243"/>
                </a:cubicBezTo>
                <a:cubicBezTo>
                  <a:pt x="2780586" y="514163"/>
                  <a:pt x="2335510" y="565555"/>
                  <a:pt x="1890346" y="547440"/>
                </a:cubicBezTo>
                <a:cubicBezTo>
                  <a:pt x="1227941" y="520924"/>
                  <a:pt x="579359" y="334312"/>
                  <a:pt x="3606" y="2229"/>
                </a:cubicBezTo>
                <a:close/>
              </a:path>
            </a:pathLst>
          </a:custGeom>
          <a:solidFill>
            <a:schemeClr val="bg1">
              <a:lumMod val="95000"/>
            </a:schemeClr>
          </a:solidFill>
        </p:spPr>
        <p:txBody>
          <a:bodyPr wrap="square">
            <a:noAutofit/>
          </a:bodyPr>
          <a:lstStyle>
            <a:lvl1pPr>
              <a:defRPr/>
            </a:lvl1pPr>
          </a:lstStyle>
          <a:p>
            <a:r>
              <a:rPr lang="en-US" dirty="0"/>
              <a:t> </a:t>
            </a:r>
          </a:p>
        </p:txBody>
      </p:sp>
      <p:graphicFrame>
        <p:nvGraphicFramePr>
          <p:cNvPr id="4" name="Objekt 3"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53" imgH="353" progId="TCLayout.ActiveDocument.1">
                  <p:embed/>
                </p:oleObj>
              </mc:Choice>
              <mc:Fallback>
                <p:oleObj name="think-cell Slide" r:id="rId3" imgW="353" imgH="353" progId="TCLayout.ActiveDocument.1">
                  <p:embed/>
                  <p:pic>
                    <p:nvPicPr>
                      <p:cNvPr id="4" name="Objekt 3"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Fußzeilenplatzhalter 6"/>
          <p:cNvSpPr>
            <a:spLocks noGrp="1"/>
          </p:cNvSpPr>
          <p:nvPr>
            <p:ph type="ftr" sz="quarter" idx="24"/>
          </p:nvPr>
        </p:nvSpPr>
        <p:spPr bwMode="gray"/>
        <p:txBody>
          <a:bodyPr/>
          <a:lstStyle/>
          <a:p>
            <a:r>
              <a:rPr lang="en-US" dirty="0"/>
              <a:t>Chart library synthetic cells</a:t>
            </a:r>
          </a:p>
        </p:txBody>
      </p:sp>
      <p:sp>
        <p:nvSpPr>
          <p:cNvPr id="9" name="Foliennummernplatzhalter 8"/>
          <p:cNvSpPr>
            <a:spLocks noGrp="1"/>
          </p:cNvSpPr>
          <p:nvPr>
            <p:ph type="sldNum" sz="quarter" idx="25"/>
          </p:nvPr>
        </p:nvSpPr>
        <p:spPr bwMode="gray"/>
        <p:txBody>
          <a:bodyPr/>
          <a:lstStyle/>
          <a:p>
            <a:fld id="{215533F2-C0B5-4315-85D8-5EA869B6EE8B}" type="slidenum">
              <a:rPr lang="en-US" smtClean="0"/>
              <a:pPr/>
              <a:t>‹#›</a:t>
            </a:fld>
            <a:endParaRPr lang="en-US" dirty="0"/>
          </a:p>
        </p:txBody>
      </p:sp>
      <p:sp>
        <p:nvSpPr>
          <p:cNvPr id="11" name="MIO_VALID_LAYOUT" hidden="1"/>
          <p:cNvSpPr/>
          <p:nvPr userDrawn="1"/>
        </p:nvSpPr>
        <p:spPr bwMode="gray">
          <a:xfrm>
            <a:off x="11856640" y="6597171"/>
            <a:ext cx="335360" cy="260829"/>
          </a:xfrm>
          <a:prstGeom prst="rect">
            <a:avLst/>
          </a:prstGeom>
          <a:no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
        <p:nvSpPr>
          <p:cNvPr id="13" name="Textplatzhalter 15">
            <a:extLst>
              <a:ext uri="{FF2B5EF4-FFF2-40B4-BE49-F238E27FC236}">
                <a16:creationId xmlns:a16="http://schemas.microsoft.com/office/drawing/2014/main" id="{4DC17BAE-AD8A-4FB8-8609-AA83C10ED8F2}"/>
              </a:ext>
            </a:extLst>
          </p:cNvPr>
          <p:cNvSpPr>
            <a:spLocks noGrp="1"/>
          </p:cNvSpPr>
          <p:nvPr>
            <p:ph type="body" sz="quarter" idx="14" hasCustomPrompt="1"/>
          </p:nvPr>
        </p:nvSpPr>
        <p:spPr>
          <a:xfrm>
            <a:off x="10539522" y="6404236"/>
            <a:ext cx="1029086" cy="195497"/>
          </a:xfrm>
          <a:prstGeom prst="rect">
            <a:avLst/>
          </a:prstGeom>
          <a:blipFill>
            <a:blip r:embed="rId5" cstate="email">
              <a:extLst>
                <a:ext uri="{28A0092B-C50C-407E-A947-70E740481C1C}">
                  <a14:useLocalDpi xmlns:a14="http://schemas.microsoft.com/office/drawing/2010/main"/>
                </a:ext>
              </a:extLst>
            </a:blip>
            <a:srcRect/>
            <a:stretch>
              <a:fillRect t="18393" b="-1323"/>
            </a:stretch>
          </a:blipFill>
        </p:spPr>
        <p:txBody>
          <a:bodyPr/>
          <a:lstStyle>
            <a:lvl1pPr>
              <a:defRPr/>
            </a:lvl1pPr>
          </a:lstStyle>
          <a:p>
            <a:pPr lvl="0"/>
            <a:r>
              <a:rPr lang="en-US" dirty="0"/>
              <a:t> </a:t>
            </a:r>
          </a:p>
        </p:txBody>
      </p:sp>
    </p:spTree>
    <p:extLst>
      <p:ext uri="{BB962C8B-B14F-4D97-AF65-F5344CB8AC3E}">
        <p14:creationId xmlns:p14="http://schemas.microsoft.com/office/powerpoint/2010/main" val="599021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Brand picture | 3">
    <p:spTree>
      <p:nvGrpSpPr>
        <p:cNvPr id="1" name=""/>
        <p:cNvGrpSpPr/>
        <p:nvPr/>
      </p:nvGrpSpPr>
      <p:grpSpPr>
        <a:xfrm>
          <a:off x="0" y="0"/>
          <a:ext cx="0" cy="0"/>
          <a:chOff x="0" y="0"/>
          <a:chExt cx="0" cy="0"/>
        </a:xfrm>
      </p:grpSpPr>
      <p:sp>
        <p:nvSpPr>
          <p:cNvPr id="7" name="Bildplatzhalter 7">
            <a:extLst>
              <a:ext uri="{FF2B5EF4-FFF2-40B4-BE49-F238E27FC236}">
                <a16:creationId xmlns:a16="http://schemas.microsoft.com/office/drawing/2014/main" id="{1832F2E9-FCE0-4E7A-B5AE-D51CA4CC7C30}"/>
              </a:ext>
            </a:extLst>
          </p:cNvPr>
          <p:cNvSpPr>
            <a:spLocks noGrp="1"/>
          </p:cNvSpPr>
          <p:nvPr>
            <p:ph type="pic" sz="quarter" idx="10" hasCustomPrompt="1"/>
          </p:nvPr>
        </p:nvSpPr>
        <p:spPr bwMode="gray">
          <a:xfrm>
            <a:off x="1" y="0"/>
            <a:ext cx="6803586" cy="6885346"/>
          </a:xfrm>
          <a:custGeom>
            <a:avLst/>
            <a:gdLst>
              <a:gd name="connsiteX0" fmla="*/ 6803586 w 6803586"/>
              <a:gd name="connsiteY0" fmla="*/ 0 h 6885346"/>
              <a:gd name="connsiteX1" fmla="*/ 6767058 w 6803586"/>
              <a:gd name="connsiteY1" fmla="*/ 21981 h 6885346"/>
              <a:gd name="connsiteX2" fmla="*/ 5473318 w 6803586"/>
              <a:gd name="connsiteY2" fmla="*/ 426315 h 6885346"/>
              <a:gd name="connsiteX3" fmla="*/ 4429585 w 6803586"/>
              <a:gd name="connsiteY3" fmla="*/ 357474 h 6885346"/>
              <a:gd name="connsiteX4" fmla="*/ 4403126 w 6803586"/>
              <a:gd name="connsiteY4" fmla="*/ 349926 h 6885346"/>
              <a:gd name="connsiteX5" fmla="*/ 3510764 w 6803586"/>
              <a:gd name="connsiteY5" fmla="*/ 753429 h 6885346"/>
              <a:gd name="connsiteX6" fmla="*/ 3508249 w 6803586"/>
              <a:gd name="connsiteY6" fmla="*/ 762249 h 6885346"/>
              <a:gd name="connsiteX7" fmla="*/ 3681327 w 6803586"/>
              <a:gd name="connsiteY7" fmla="*/ 1927448 h 6885346"/>
              <a:gd name="connsiteX8" fmla="*/ 3699605 w 6803586"/>
              <a:gd name="connsiteY8" fmla="*/ 1946965 h 6885346"/>
              <a:gd name="connsiteX9" fmla="*/ 3729849 w 6803586"/>
              <a:gd name="connsiteY9" fmla="*/ 1974666 h 6885346"/>
              <a:gd name="connsiteX10" fmla="*/ 3770813 w 6803586"/>
              <a:gd name="connsiteY10" fmla="*/ 2014962 h 6885346"/>
              <a:gd name="connsiteX11" fmla="*/ 3996409 w 6803586"/>
              <a:gd name="connsiteY11" fmla="*/ 2260517 h 6885346"/>
              <a:gd name="connsiteX12" fmla="*/ 4468488 w 6803586"/>
              <a:gd name="connsiteY12" fmla="*/ 2962632 h 6885346"/>
              <a:gd name="connsiteX13" fmla="*/ 4482987 w 6803586"/>
              <a:gd name="connsiteY13" fmla="*/ 2995379 h 6885346"/>
              <a:gd name="connsiteX14" fmla="*/ 4501898 w 6803586"/>
              <a:gd name="connsiteY14" fmla="*/ 3029385 h 6885346"/>
              <a:gd name="connsiteX15" fmla="*/ 4561161 w 6803586"/>
              <a:gd name="connsiteY15" fmla="*/ 3155963 h 6885346"/>
              <a:gd name="connsiteX16" fmla="*/ 4598362 w 6803586"/>
              <a:gd name="connsiteY16" fmla="*/ 3242870 h 6885346"/>
              <a:gd name="connsiteX17" fmla="*/ 4627365 w 6803586"/>
              <a:gd name="connsiteY17" fmla="*/ 3308365 h 6885346"/>
              <a:gd name="connsiteX18" fmla="*/ 4867726 w 6803586"/>
              <a:gd name="connsiteY18" fmla="*/ 4187572 h 6885346"/>
              <a:gd name="connsiteX19" fmla="*/ 4893005 w 6803586"/>
              <a:gd name="connsiteY19" fmla="*/ 4399831 h 6885346"/>
              <a:gd name="connsiteX20" fmla="*/ 4894283 w 6803586"/>
              <a:gd name="connsiteY20" fmla="*/ 4428806 h 6885346"/>
              <a:gd name="connsiteX21" fmla="*/ 4899991 w 6803586"/>
              <a:gd name="connsiteY21" fmla="*/ 4525805 h 6885346"/>
              <a:gd name="connsiteX22" fmla="*/ 4906957 w 6803586"/>
              <a:gd name="connsiteY22" fmla="*/ 4618391 h 6885346"/>
              <a:gd name="connsiteX23" fmla="*/ 4909520 w 6803586"/>
              <a:gd name="connsiteY23" fmla="*/ 4709726 h 6885346"/>
              <a:gd name="connsiteX24" fmla="*/ 4908939 w 6803586"/>
              <a:gd name="connsiteY24" fmla="*/ 4828770 h 6885346"/>
              <a:gd name="connsiteX25" fmla="*/ 4906437 w 6803586"/>
              <a:gd name="connsiteY25" fmla="*/ 4870975 h 6885346"/>
              <a:gd name="connsiteX26" fmla="*/ 4896430 w 6803586"/>
              <a:gd name="connsiteY26" fmla="*/ 5039786 h 6885346"/>
              <a:gd name="connsiteX27" fmla="*/ 4897065 w 6803586"/>
              <a:gd name="connsiteY27" fmla="*/ 5054270 h 6885346"/>
              <a:gd name="connsiteX28" fmla="*/ 4777695 w 6803586"/>
              <a:gd name="connsiteY28" fmla="*/ 5773642 h 6885346"/>
              <a:gd name="connsiteX29" fmla="*/ 4772664 w 6803586"/>
              <a:gd name="connsiteY29" fmla="*/ 5791281 h 6885346"/>
              <a:gd name="connsiteX30" fmla="*/ 4726121 w 6803586"/>
              <a:gd name="connsiteY30" fmla="*/ 5954441 h 6885346"/>
              <a:gd name="connsiteX31" fmla="*/ 4723606 w 6803586"/>
              <a:gd name="connsiteY31" fmla="*/ 5963261 h 6885346"/>
              <a:gd name="connsiteX32" fmla="*/ 4674534 w 6803586"/>
              <a:gd name="connsiteY32" fmla="*/ 6101854 h 6885346"/>
              <a:gd name="connsiteX33" fmla="*/ 4648744 w 6803586"/>
              <a:gd name="connsiteY33" fmla="*/ 6175559 h 6885346"/>
              <a:gd name="connsiteX34" fmla="*/ 4626721 w 6803586"/>
              <a:gd name="connsiteY34" fmla="*/ 6236036 h 6885346"/>
              <a:gd name="connsiteX35" fmla="*/ 4326130 w 6803586"/>
              <a:gd name="connsiteY35" fmla="*/ 6828014 h 6885346"/>
              <a:gd name="connsiteX36" fmla="*/ 4286869 w 6803586"/>
              <a:gd name="connsiteY36" fmla="*/ 6885346 h 6885346"/>
              <a:gd name="connsiteX37" fmla="*/ 0 w 6803586"/>
              <a:gd name="connsiteY37" fmla="*/ 6885346 h 6885346"/>
              <a:gd name="connsiteX38" fmla="*/ 2 w 6803586"/>
              <a:gd name="connsiteY38" fmla="*/ 975573 h 6885346"/>
              <a:gd name="connsiteX39" fmla="*/ 118320 w 6803586"/>
              <a:gd name="connsiteY39" fmla="*/ 944466 h 6885346"/>
              <a:gd name="connsiteX40" fmla="*/ 148551 w 6803586"/>
              <a:gd name="connsiteY40" fmla="*/ 938787 h 6885346"/>
              <a:gd name="connsiteX41" fmla="*/ 265070 w 6803586"/>
              <a:gd name="connsiteY41" fmla="*/ 914803 h 6885346"/>
              <a:gd name="connsiteX42" fmla="*/ 295303 w 6803586"/>
              <a:gd name="connsiteY42" fmla="*/ 909117 h 6885346"/>
              <a:gd name="connsiteX43" fmla="*/ 682026 w 6803586"/>
              <a:gd name="connsiteY43" fmla="*/ 857303 h 6885346"/>
              <a:gd name="connsiteX44" fmla="*/ 750050 w 6803586"/>
              <a:gd name="connsiteY44" fmla="*/ 852867 h 6885346"/>
              <a:gd name="connsiteX45" fmla="*/ 754456 w 6803586"/>
              <a:gd name="connsiteY45" fmla="*/ 854124 h 6885346"/>
              <a:gd name="connsiteX46" fmla="*/ 1949383 w 6803586"/>
              <a:gd name="connsiteY46" fmla="*/ 961322 h 6885346"/>
              <a:gd name="connsiteX47" fmla="*/ 1975843 w 6803586"/>
              <a:gd name="connsiteY47" fmla="*/ 968869 h 6885346"/>
              <a:gd name="connsiteX48" fmla="*/ 3052096 w 6803586"/>
              <a:gd name="connsiteY48" fmla="*/ 489075 h 6885346"/>
              <a:gd name="connsiteX49" fmla="*/ 3054612 w 6803586"/>
              <a:gd name="connsiteY49" fmla="*/ 480256 h 6885346"/>
              <a:gd name="connsiteX50" fmla="*/ 3155017 w 6803586"/>
              <a:gd name="connsiteY50" fmla="*/ 95657 h 6885346"/>
              <a:gd name="connsiteX51" fmla="*/ 3148208 w 6803586"/>
              <a:gd name="connsiteY51" fmla="*/ 0 h 6885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03586" h="6885346">
                <a:moveTo>
                  <a:pt x="6803586" y="0"/>
                </a:moveTo>
                <a:lnTo>
                  <a:pt x="6767058" y="21981"/>
                </a:lnTo>
                <a:cubicBezTo>
                  <a:pt x="6369366" y="245242"/>
                  <a:pt x="5927994" y="382855"/>
                  <a:pt x="5473318" y="426315"/>
                </a:cubicBezTo>
                <a:cubicBezTo>
                  <a:pt x="5130678" y="457322"/>
                  <a:pt x="4778570" y="437949"/>
                  <a:pt x="4429585" y="357474"/>
                </a:cubicBezTo>
                <a:cubicBezTo>
                  <a:pt x="4420765" y="354958"/>
                  <a:pt x="4411947" y="352442"/>
                  <a:pt x="4403126" y="349926"/>
                </a:cubicBezTo>
                <a:cubicBezTo>
                  <a:pt x="4058548" y="270709"/>
                  <a:pt x="3689506" y="427703"/>
                  <a:pt x="3510764" y="753429"/>
                </a:cubicBezTo>
                <a:lnTo>
                  <a:pt x="3508249" y="762249"/>
                </a:lnTo>
                <a:cubicBezTo>
                  <a:pt x="3291732" y="1153491"/>
                  <a:pt x="3375081" y="1630277"/>
                  <a:pt x="3681327" y="1927448"/>
                </a:cubicBezTo>
                <a:cubicBezTo>
                  <a:pt x="3688889" y="1934371"/>
                  <a:pt x="3692043" y="1940042"/>
                  <a:pt x="3699605" y="1946965"/>
                </a:cubicBezTo>
                <a:cubicBezTo>
                  <a:pt x="3711573" y="1955150"/>
                  <a:pt x="3717877" y="1966486"/>
                  <a:pt x="3729849" y="1974666"/>
                </a:cubicBezTo>
                <a:cubicBezTo>
                  <a:pt x="3744974" y="1988518"/>
                  <a:pt x="3755686" y="2001110"/>
                  <a:pt x="3770813" y="2014962"/>
                </a:cubicBezTo>
                <a:cubicBezTo>
                  <a:pt x="3848320" y="2094293"/>
                  <a:pt x="3925826" y="2173624"/>
                  <a:pt x="3996409" y="2260517"/>
                </a:cubicBezTo>
                <a:cubicBezTo>
                  <a:pt x="4181685" y="2480267"/>
                  <a:pt x="4338629" y="2715776"/>
                  <a:pt x="4468488" y="2962632"/>
                </a:cubicBezTo>
                <a:cubicBezTo>
                  <a:pt x="4474791" y="2973968"/>
                  <a:pt x="4476683" y="2984044"/>
                  <a:pt x="4482987" y="2995379"/>
                </a:cubicBezTo>
                <a:cubicBezTo>
                  <a:pt x="4489296" y="3006715"/>
                  <a:pt x="4495594" y="3018049"/>
                  <a:pt x="4501898" y="3029385"/>
                </a:cubicBezTo>
                <a:cubicBezTo>
                  <a:pt x="4522705" y="3073468"/>
                  <a:pt x="4544765" y="3113137"/>
                  <a:pt x="4561161" y="3155963"/>
                </a:cubicBezTo>
                <a:cubicBezTo>
                  <a:pt x="4572510" y="3183044"/>
                  <a:pt x="4588271" y="3211380"/>
                  <a:pt x="4598362" y="3242870"/>
                </a:cubicBezTo>
                <a:cubicBezTo>
                  <a:pt x="4606563" y="3264283"/>
                  <a:pt x="4614758" y="3285694"/>
                  <a:pt x="4627365" y="3308365"/>
                </a:cubicBezTo>
                <a:cubicBezTo>
                  <a:pt x="4745904" y="3594911"/>
                  <a:pt x="4824135" y="3889028"/>
                  <a:pt x="4867726" y="4187572"/>
                </a:cubicBezTo>
                <a:cubicBezTo>
                  <a:pt x="4876569" y="4256854"/>
                  <a:pt x="4885417" y="4326136"/>
                  <a:pt x="4893005" y="4399831"/>
                </a:cubicBezTo>
                <a:cubicBezTo>
                  <a:pt x="4894901" y="4409910"/>
                  <a:pt x="4896798" y="4419986"/>
                  <a:pt x="4894283" y="4428806"/>
                </a:cubicBezTo>
                <a:cubicBezTo>
                  <a:pt x="4894292" y="4462186"/>
                  <a:pt x="4899977" y="4492419"/>
                  <a:pt x="4899991" y="4525805"/>
                </a:cubicBezTo>
                <a:cubicBezTo>
                  <a:pt x="4901263" y="4554779"/>
                  <a:pt x="4901277" y="4588159"/>
                  <a:pt x="4906957" y="4618391"/>
                </a:cubicBezTo>
                <a:cubicBezTo>
                  <a:pt x="4908229" y="4647365"/>
                  <a:pt x="4909501" y="4676338"/>
                  <a:pt x="4909520" y="4709726"/>
                </a:cubicBezTo>
                <a:cubicBezTo>
                  <a:pt x="4912684" y="4748776"/>
                  <a:pt x="4910182" y="4790976"/>
                  <a:pt x="4908939" y="4828770"/>
                </a:cubicBezTo>
                <a:cubicBezTo>
                  <a:pt x="4909573" y="4843258"/>
                  <a:pt x="4910212" y="4857744"/>
                  <a:pt x="4906437" y="4870975"/>
                </a:cubicBezTo>
                <a:cubicBezTo>
                  <a:pt x="4904569" y="4927664"/>
                  <a:pt x="4902706" y="4984355"/>
                  <a:pt x="4896430" y="5039786"/>
                </a:cubicBezTo>
                <a:cubicBezTo>
                  <a:pt x="4895174" y="5044194"/>
                  <a:pt x="4893915" y="5048606"/>
                  <a:pt x="4897065" y="5054270"/>
                </a:cubicBezTo>
                <a:cubicBezTo>
                  <a:pt x="4880163" y="5297412"/>
                  <a:pt x="4839955" y="5538674"/>
                  <a:pt x="4777695" y="5773642"/>
                </a:cubicBezTo>
                <a:cubicBezTo>
                  <a:pt x="4776436" y="5778054"/>
                  <a:pt x="4773920" y="5786873"/>
                  <a:pt x="4772664" y="5791281"/>
                </a:cubicBezTo>
                <a:cubicBezTo>
                  <a:pt x="4757569" y="5844197"/>
                  <a:pt x="4741216" y="5901524"/>
                  <a:pt x="4726121" y="5954441"/>
                </a:cubicBezTo>
                <a:cubicBezTo>
                  <a:pt x="4724865" y="5958849"/>
                  <a:pt x="4723606" y="5963261"/>
                  <a:pt x="4723606" y="5963261"/>
                </a:cubicBezTo>
                <a:cubicBezTo>
                  <a:pt x="4709769" y="6011764"/>
                  <a:pt x="4692784" y="6054603"/>
                  <a:pt x="4674534" y="6101854"/>
                </a:cubicBezTo>
                <a:cubicBezTo>
                  <a:pt x="4666987" y="6128312"/>
                  <a:pt x="4656290" y="6149101"/>
                  <a:pt x="4648744" y="6175559"/>
                </a:cubicBezTo>
                <a:cubicBezTo>
                  <a:pt x="4642454" y="6197610"/>
                  <a:pt x="4633010" y="6213990"/>
                  <a:pt x="4626721" y="6236036"/>
                </a:cubicBezTo>
                <a:cubicBezTo>
                  <a:pt x="4544294" y="6441412"/>
                  <a:pt x="4443758" y="6639237"/>
                  <a:pt x="4326130" y="6828014"/>
                </a:cubicBezTo>
                <a:lnTo>
                  <a:pt x="4286869" y="6885346"/>
                </a:lnTo>
                <a:lnTo>
                  <a:pt x="0" y="6885346"/>
                </a:lnTo>
                <a:lnTo>
                  <a:pt x="2" y="975573"/>
                </a:lnTo>
                <a:lnTo>
                  <a:pt x="118320" y="944466"/>
                </a:lnTo>
                <a:cubicBezTo>
                  <a:pt x="128396" y="942574"/>
                  <a:pt x="138474" y="940678"/>
                  <a:pt x="148551" y="938787"/>
                </a:cubicBezTo>
                <a:cubicBezTo>
                  <a:pt x="188859" y="931210"/>
                  <a:pt x="224761" y="922378"/>
                  <a:pt x="265070" y="914803"/>
                </a:cubicBezTo>
                <a:cubicBezTo>
                  <a:pt x="275149" y="912905"/>
                  <a:pt x="285225" y="911014"/>
                  <a:pt x="295303" y="909117"/>
                </a:cubicBezTo>
                <a:cubicBezTo>
                  <a:pt x="421893" y="883240"/>
                  <a:pt x="554795" y="868695"/>
                  <a:pt x="682026" y="857303"/>
                </a:cubicBezTo>
                <a:cubicBezTo>
                  <a:pt x="706586" y="854773"/>
                  <a:pt x="729896" y="856655"/>
                  <a:pt x="750050" y="852867"/>
                </a:cubicBezTo>
                <a:cubicBezTo>
                  <a:pt x="750050" y="852867"/>
                  <a:pt x="750050" y="852867"/>
                  <a:pt x="754456" y="854124"/>
                </a:cubicBezTo>
                <a:cubicBezTo>
                  <a:pt x="1152530" y="829387"/>
                  <a:pt x="1553147" y="862603"/>
                  <a:pt x="1949383" y="961322"/>
                </a:cubicBezTo>
                <a:cubicBezTo>
                  <a:pt x="1958203" y="963837"/>
                  <a:pt x="1967024" y="966354"/>
                  <a:pt x="1975843" y="968869"/>
                </a:cubicBezTo>
                <a:cubicBezTo>
                  <a:pt x="2390972" y="1068213"/>
                  <a:pt x="2835584" y="880319"/>
                  <a:pt x="3052096" y="489075"/>
                </a:cubicBezTo>
                <a:lnTo>
                  <a:pt x="3054612" y="480256"/>
                </a:lnTo>
                <a:cubicBezTo>
                  <a:pt x="3121642" y="358109"/>
                  <a:pt x="3153947" y="226057"/>
                  <a:pt x="3155017" y="95657"/>
                </a:cubicBezTo>
                <a:lnTo>
                  <a:pt x="3148208" y="0"/>
                </a:lnTo>
                <a:close/>
              </a:path>
            </a:pathLst>
          </a:custGeom>
          <a:solidFill>
            <a:schemeClr val="bg1">
              <a:lumMod val="95000"/>
            </a:schemeClr>
          </a:solidFill>
        </p:spPr>
        <p:txBody>
          <a:bodyPr wrap="square">
            <a:noAutofit/>
          </a:bodyPr>
          <a:lstStyle>
            <a:lvl1pPr>
              <a:defRPr/>
            </a:lvl1pPr>
          </a:lstStyle>
          <a:p>
            <a:r>
              <a:rPr lang="en-US" dirty="0"/>
              <a:t> </a:t>
            </a:r>
          </a:p>
        </p:txBody>
      </p:sp>
      <p:sp>
        <p:nvSpPr>
          <p:cNvPr id="5" name="Footer Placeholder 4"/>
          <p:cNvSpPr>
            <a:spLocks noGrp="1"/>
          </p:cNvSpPr>
          <p:nvPr>
            <p:ph type="ftr" sz="quarter" idx="16"/>
          </p:nvPr>
        </p:nvSpPr>
        <p:spPr bwMode="gray"/>
        <p:txBody>
          <a:bodyPr/>
          <a:lstStyle>
            <a:lvl1pPr>
              <a:defRPr>
                <a:solidFill>
                  <a:schemeClr val="tx1"/>
                </a:solidFill>
              </a:defRPr>
            </a:lvl1pPr>
          </a:lstStyle>
          <a:p>
            <a:r>
              <a:rPr lang="en-US" dirty="0"/>
              <a:t>Chart library synthetic cells</a:t>
            </a:r>
          </a:p>
        </p:txBody>
      </p:sp>
      <p:sp>
        <p:nvSpPr>
          <p:cNvPr id="12" name="Slide Number Placeholder 11"/>
          <p:cNvSpPr>
            <a:spLocks noGrp="1"/>
          </p:cNvSpPr>
          <p:nvPr>
            <p:ph type="sldNum" sz="quarter" idx="17"/>
          </p:nvPr>
        </p:nvSpPr>
        <p:spPr bwMode="gray"/>
        <p:txBody>
          <a:bodyPr/>
          <a:lstStyle>
            <a:lvl1pPr>
              <a:defRPr>
                <a:solidFill>
                  <a:schemeClr val="tx1"/>
                </a:solidFill>
              </a:defRPr>
            </a:lvl1pPr>
          </a:lstStyle>
          <a:p>
            <a:fld id="{FD5E7EB4-4CDF-47BB-AF16-07782904B863}" type="slidenum">
              <a:rPr lang="en-US" smtClean="0"/>
              <a:pPr/>
              <a:t>‹#›</a:t>
            </a:fld>
            <a:endParaRPr lang="en-US" dirty="0"/>
          </a:p>
        </p:txBody>
      </p:sp>
      <p:sp>
        <p:nvSpPr>
          <p:cNvPr id="6" name="MIO_VALID_LAYOUT">
            <a:extLst>
              <a:ext uri="{FF2B5EF4-FFF2-40B4-BE49-F238E27FC236}">
                <a16:creationId xmlns:a16="http://schemas.microsoft.com/office/drawing/2014/main" id="{A5776DFC-CB95-4A66-A32B-701565004D6E}"/>
              </a:ext>
            </a:extLst>
          </p:cNvPr>
          <p:cNvSpPr/>
          <p:nvPr userDrawn="1"/>
        </p:nvSpPr>
        <p:spPr bwMode="gray">
          <a:xfrm>
            <a:off x="11856640" y="6597171"/>
            <a:ext cx="335360" cy="260829"/>
          </a:xfrm>
          <a:prstGeom prst="rect">
            <a:avLst/>
          </a:prstGeom>
          <a:no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Tree>
    <p:extLst>
      <p:ext uri="{BB962C8B-B14F-4D97-AF65-F5344CB8AC3E}">
        <p14:creationId xmlns:p14="http://schemas.microsoft.com/office/powerpoint/2010/main" val="3410189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Brand picture | 4">
    <p:spTree>
      <p:nvGrpSpPr>
        <p:cNvPr id="1" name=""/>
        <p:cNvGrpSpPr/>
        <p:nvPr/>
      </p:nvGrpSpPr>
      <p:grpSpPr>
        <a:xfrm>
          <a:off x="0" y="0"/>
          <a:ext cx="0" cy="0"/>
          <a:chOff x="0" y="0"/>
          <a:chExt cx="0" cy="0"/>
        </a:xfrm>
      </p:grpSpPr>
      <p:sp>
        <p:nvSpPr>
          <p:cNvPr id="20" name="Bildplatzhalter 19">
            <a:extLst>
              <a:ext uri="{FF2B5EF4-FFF2-40B4-BE49-F238E27FC236}">
                <a16:creationId xmlns:a16="http://schemas.microsoft.com/office/drawing/2014/main" id="{45AA54E2-6DC4-44E4-A3DD-5DF38FD2C77F}"/>
              </a:ext>
            </a:extLst>
          </p:cNvPr>
          <p:cNvSpPr>
            <a:spLocks noGrp="1"/>
          </p:cNvSpPr>
          <p:nvPr>
            <p:ph type="pic" sz="quarter" idx="10" hasCustomPrompt="1"/>
          </p:nvPr>
        </p:nvSpPr>
        <p:spPr bwMode="gray">
          <a:xfrm>
            <a:off x="6692281" y="0"/>
            <a:ext cx="5499720" cy="6858000"/>
          </a:xfrm>
          <a:custGeom>
            <a:avLst/>
            <a:gdLst>
              <a:gd name="connsiteX0" fmla="*/ 474063 w 5499720"/>
              <a:gd name="connsiteY0" fmla="*/ 0 h 6858000"/>
              <a:gd name="connsiteX1" fmla="*/ 5499720 w 5499720"/>
              <a:gd name="connsiteY1" fmla="*/ 0 h 6858000"/>
              <a:gd name="connsiteX2" fmla="*/ 5499720 w 5499720"/>
              <a:gd name="connsiteY2" fmla="*/ 5882936 h 6858000"/>
              <a:gd name="connsiteX3" fmla="*/ 5350817 w 5499720"/>
              <a:gd name="connsiteY3" fmla="*/ 5930535 h 6858000"/>
              <a:gd name="connsiteX4" fmla="*/ 3500865 w 5499720"/>
              <a:gd name="connsiteY4" fmla="*/ 6041098 h 6858000"/>
              <a:gd name="connsiteX5" fmla="*/ 3472913 w 5499720"/>
              <a:gd name="connsiteY5" fmla="*/ 6036927 h 6858000"/>
              <a:gd name="connsiteX6" fmla="*/ 2366950 w 5499720"/>
              <a:gd name="connsiteY6" fmla="*/ 6642549 h 6858000"/>
              <a:gd name="connsiteX7" fmla="*/ 2362789 w 5499720"/>
              <a:gd name="connsiteY7" fmla="*/ 6651757 h 6858000"/>
              <a:gd name="connsiteX8" fmla="*/ 2315236 w 5499720"/>
              <a:gd name="connsiteY8" fmla="*/ 6787062 h 6858000"/>
              <a:gd name="connsiteX9" fmla="*/ 2302744 w 5499720"/>
              <a:gd name="connsiteY9" fmla="*/ 6858000 h 6858000"/>
              <a:gd name="connsiteX10" fmla="*/ 1423200 w 5499720"/>
              <a:gd name="connsiteY10" fmla="*/ 6858000 h 6858000"/>
              <a:gd name="connsiteX11" fmla="*/ 1480279 w 5499720"/>
              <a:gd name="connsiteY11" fmla="*/ 6832195 h 6858000"/>
              <a:gd name="connsiteX12" fmla="*/ 1853792 w 5499720"/>
              <a:gd name="connsiteY12" fmla="*/ 6426311 h 6858000"/>
              <a:gd name="connsiteX13" fmla="*/ 1857613 w 5499720"/>
              <a:gd name="connsiteY13" fmla="*/ 6416737 h 6858000"/>
              <a:gd name="connsiteX14" fmla="*/ 1571642 w 5499720"/>
              <a:gd name="connsiteY14" fmla="*/ 5188744 h 6858000"/>
              <a:gd name="connsiteX15" fmla="*/ 1549752 w 5499720"/>
              <a:gd name="connsiteY15" fmla="*/ 5170917 h 6858000"/>
              <a:gd name="connsiteX16" fmla="*/ 362657 w 5499720"/>
              <a:gd name="connsiteY16" fmla="*/ 22608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499720" h="6858000">
                <a:moveTo>
                  <a:pt x="474063" y="0"/>
                </a:moveTo>
                <a:lnTo>
                  <a:pt x="5499720" y="0"/>
                </a:lnTo>
                <a:lnTo>
                  <a:pt x="5499720" y="5882936"/>
                </a:lnTo>
                <a:lnTo>
                  <a:pt x="5350817" y="5930535"/>
                </a:lnTo>
                <a:cubicBezTo>
                  <a:pt x="4768463" y="6101202"/>
                  <a:pt x="4139613" y="6146794"/>
                  <a:pt x="3500865" y="6041098"/>
                </a:cubicBezTo>
                <a:lnTo>
                  <a:pt x="3472913" y="6036927"/>
                </a:lnTo>
                <a:cubicBezTo>
                  <a:pt x="3009796" y="5967616"/>
                  <a:pt x="2557777" y="6215193"/>
                  <a:pt x="2366950" y="6642549"/>
                </a:cubicBezTo>
                <a:lnTo>
                  <a:pt x="2362789" y="6651757"/>
                </a:lnTo>
                <a:cubicBezTo>
                  <a:pt x="2343006" y="6696046"/>
                  <a:pt x="2327189" y="6741296"/>
                  <a:pt x="2315236" y="6787062"/>
                </a:cubicBezTo>
                <a:lnTo>
                  <a:pt x="2302744" y="6858000"/>
                </a:lnTo>
                <a:lnTo>
                  <a:pt x="1423200" y="6858000"/>
                </a:lnTo>
                <a:lnTo>
                  <a:pt x="1480279" y="6832195"/>
                </a:lnTo>
                <a:cubicBezTo>
                  <a:pt x="1641486" y="6743294"/>
                  <a:pt x="1774495" y="6603284"/>
                  <a:pt x="1853792" y="6426311"/>
                </a:cubicBezTo>
                <a:lnTo>
                  <a:pt x="1857613" y="6416737"/>
                </a:lnTo>
                <a:cubicBezTo>
                  <a:pt x="2048776" y="5989743"/>
                  <a:pt x="1931816" y="5487415"/>
                  <a:pt x="1571642" y="5188744"/>
                </a:cubicBezTo>
                <a:cubicBezTo>
                  <a:pt x="1562427" y="5184575"/>
                  <a:pt x="1556091" y="5177748"/>
                  <a:pt x="1549752" y="5170917"/>
                </a:cubicBezTo>
                <a:cubicBezTo>
                  <a:pt x="78629" y="3982376"/>
                  <a:pt x="-408228" y="1952563"/>
                  <a:pt x="362657" y="226081"/>
                </a:cubicBezTo>
                <a:close/>
              </a:path>
            </a:pathLst>
          </a:custGeom>
          <a:solidFill>
            <a:schemeClr val="bg1">
              <a:lumMod val="95000"/>
            </a:schemeClr>
          </a:solidFill>
        </p:spPr>
        <p:txBody>
          <a:bodyPr wrap="square">
            <a:noAutofit/>
          </a:bodyPr>
          <a:lstStyle>
            <a:lvl1pPr>
              <a:defRPr/>
            </a:lvl1pPr>
          </a:lstStyle>
          <a:p>
            <a:r>
              <a:rPr lang="en-US" dirty="0"/>
              <a:t> </a:t>
            </a:r>
          </a:p>
        </p:txBody>
      </p:sp>
      <p:sp>
        <p:nvSpPr>
          <p:cNvPr id="5" name="Footer Placeholder 4"/>
          <p:cNvSpPr>
            <a:spLocks noGrp="1"/>
          </p:cNvSpPr>
          <p:nvPr>
            <p:ph type="ftr" sz="quarter" idx="16"/>
          </p:nvPr>
        </p:nvSpPr>
        <p:spPr bwMode="gray"/>
        <p:txBody>
          <a:bodyPr/>
          <a:lstStyle>
            <a:lvl1pPr>
              <a:defRPr>
                <a:solidFill>
                  <a:schemeClr val="tx1"/>
                </a:solidFill>
              </a:defRPr>
            </a:lvl1pPr>
          </a:lstStyle>
          <a:p>
            <a:r>
              <a:rPr lang="en-US" dirty="0"/>
              <a:t>Chart library synthetic cells</a:t>
            </a:r>
          </a:p>
        </p:txBody>
      </p:sp>
      <p:sp>
        <p:nvSpPr>
          <p:cNvPr id="6" name="Slide Number Placeholder 5"/>
          <p:cNvSpPr>
            <a:spLocks noGrp="1"/>
          </p:cNvSpPr>
          <p:nvPr>
            <p:ph type="sldNum" sz="quarter" idx="17"/>
          </p:nvPr>
        </p:nvSpPr>
        <p:spPr bwMode="gray"/>
        <p:txBody>
          <a:bodyPr/>
          <a:lstStyle>
            <a:lvl1pPr>
              <a:defRPr>
                <a:solidFill>
                  <a:schemeClr val="tx1"/>
                </a:solidFill>
              </a:defRPr>
            </a:lvl1pPr>
          </a:lstStyle>
          <a:p>
            <a:fld id="{FD5E7EB4-4CDF-47BB-AF16-07782904B863}" type="slidenum">
              <a:rPr lang="en-US" smtClean="0"/>
              <a:pPr/>
              <a:t>‹#›</a:t>
            </a:fld>
            <a:endParaRPr lang="en-US" dirty="0"/>
          </a:p>
        </p:txBody>
      </p:sp>
      <p:sp>
        <p:nvSpPr>
          <p:cNvPr id="7" name="MIO_VALID_LAYOUT">
            <a:extLst>
              <a:ext uri="{FF2B5EF4-FFF2-40B4-BE49-F238E27FC236}">
                <a16:creationId xmlns:a16="http://schemas.microsoft.com/office/drawing/2014/main" id="{58152C73-4AE1-4ED2-82F9-C0704182BBF8}"/>
              </a:ext>
            </a:extLst>
          </p:cNvPr>
          <p:cNvSpPr/>
          <p:nvPr userDrawn="1"/>
        </p:nvSpPr>
        <p:spPr bwMode="gray">
          <a:xfrm>
            <a:off x="11856640" y="6597171"/>
            <a:ext cx="335360" cy="260829"/>
          </a:xfrm>
          <a:prstGeom prst="rect">
            <a:avLst/>
          </a:prstGeom>
          <a:no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Tree>
    <p:extLst>
      <p:ext uri="{BB962C8B-B14F-4D97-AF65-F5344CB8AC3E}">
        <p14:creationId xmlns:p14="http://schemas.microsoft.com/office/powerpoint/2010/main" val="3102849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Brand picture | 5">
    <p:spTree>
      <p:nvGrpSpPr>
        <p:cNvPr id="1" name=""/>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DF6A1AC3-28BA-48F5-9CAE-92524F7E2950}"/>
              </a:ext>
            </a:extLst>
          </p:cNvPr>
          <p:cNvSpPr>
            <a:spLocks noGrp="1"/>
          </p:cNvSpPr>
          <p:nvPr>
            <p:ph type="ftr" sz="quarter" idx="11"/>
          </p:nvPr>
        </p:nvSpPr>
        <p:spPr/>
        <p:txBody>
          <a:bodyPr/>
          <a:lstStyle/>
          <a:p>
            <a:r>
              <a:rPr lang="en-US" dirty="0"/>
              <a:t>Chart library synthetic cells</a:t>
            </a:r>
          </a:p>
        </p:txBody>
      </p:sp>
      <p:sp>
        <p:nvSpPr>
          <p:cNvPr id="3" name="Foliennummernplatzhalter 2">
            <a:extLst>
              <a:ext uri="{FF2B5EF4-FFF2-40B4-BE49-F238E27FC236}">
                <a16:creationId xmlns:a16="http://schemas.microsoft.com/office/drawing/2014/main" id="{7641FD3C-07D5-4B92-950B-FE28A015049C}"/>
              </a:ext>
            </a:extLst>
          </p:cNvPr>
          <p:cNvSpPr>
            <a:spLocks noGrp="1"/>
          </p:cNvSpPr>
          <p:nvPr>
            <p:ph type="sldNum" sz="quarter" idx="12"/>
          </p:nvPr>
        </p:nvSpPr>
        <p:spPr/>
        <p:txBody>
          <a:bodyPr/>
          <a:lstStyle/>
          <a:p>
            <a:fld id="{FD5E7EB4-4CDF-47BB-AF16-07782904B863}" type="slidenum">
              <a:rPr lang="en-US" smtClean="0"/>
              <a:pPr/>
              <a:t>‹#›</a:t>
            </a:fld>
            <a:endParaRPr lang="en-US" dirty="0"/>
          </a:p>
        </p:txBody>
      </p:sp>
      <p:sp>
        <p:nvSpPr>
          <p:cNvPr id="8" name="Bildplatzhalter 7">
            <a:extLst>
              <a:ext uri="{FF2B5EF4-FFF2-40B4-BE49-F238E27FC236}">
                <a16:creationId xmlns:a16="http://schemas.microsoft.com/office/drawing/2014/main" id="{47FFC97B-B46A-49C9-BF81-EB95BD80DEA2}"/>
              </a:ext>
            </a:extLst>
          </p:cNvPr>
          <p:cNvSpPr>
            <a:spLocks noGrp="1"/>
          </p:cNvSpPr>
          <p:nvPr>
            <p:ph type="pic" sz="quarter" idx="10" hasCustomPrompt="1"/>
          </p:nvPr>
        </p:nvSpPr>
        <p:spPr bwMode="gray">
          <a:xfrm>
            <a:off x="-1" y="0"/>
            <a:ext cx="12189802" cy="6858003"/>
          </a:xfrm>
          <a:custGeom>
            <a:avLst/>
            <a:gdLst>
              <a:gd name="connsiteX0" fmla="*/ 5406771 w 12189802"/>
              <a:gd name="connsiteY0" fmla="*/ 1 h 6858003"/>
              <a:gd name="connsiteX1" fmla="*/ 11741763 w 12189802"/>
              <a:gd name="connsiteY1" fmla="*/ 1 h 6858003"/>
              <a:gd name="connsiteX2" fmla="*/ 11893915 w 12189802"/>
              <a:gd name="connsiteY2" fmla="*/ 250012 h 6858003"/>
              <a:gd name="connsiteX3" fmla="*/ 12181708 w 12189802"/>
              <a:gd name="connsiteY3" fmla="*/ 913705 h 6858003"/>
              <a:gd name="connsiteX4" fmla="*/ 12189802 w 12189802"/>
              <a:gd name="connsiteY4" fmla="*/ 941653 h 6858003"/>
              <a:gd name="connsiteX5" fmla="*/ 12189802 w 12189802"/>
              <a:gd name="connsiteY5" fmla="*/ 3240000 h 6858003"/>
              <a:gd name="connsiteX6" fmla="*/ 12143922 w 12189802"/>
              <a:gd name="connsiteY6" fmla="*/ 3380997 h 6858003"/>
              <a:gd name="connsiteX7" fmla="*/ 11222760 w 12189802"/>
              <a:gd name="connsiteY7" fmla="*/ 4810280 h 6858003"/>
              <a:gd name="connsiteX8" fmla="*/ 10401198 w 12189802"/>
              <a:gd name="connsiteY8" fmla="*/ 5419419 h 6858003"/>
              <a:gd name="connsiteX9" fmla="*/ 10378692 w 12189802"/>
              <a:gd name="connsiteY9" fmla="*/ 5431777 h 6858003"/>
              <a:gd name="connsiteX10" fmla="*/ 9923083 w 12189802"/>
              <a:gd name="connsiteY10" fmla="*/ 6494156 h 6858003"/>
              <a:gd name="connsiteX11" fmla="*/ 9929139 w 12189802"/>
              <a:gd name="connsiteY11" fmla="*/ 6512301 h 6858003"/>
              <a:gd name="connsiteX12" fmla="*/ 10058929 w 12189802"/>
              <a:gd name="connsiteY12" fmla="*/ 6802990 h 6858003"/>
              <a:gd name="connsiteX13" fmla="*/ 10102423 w 12189802"/>
              <a:gd name="connsiteY13" fmla="*/ 6858003 h 6858003"/>
              <a:gd name="connsiteX14" fmla="*/ 9537264 w 12189802"/>
              <a:gd name="connsiteY14" fmla="*/ 6858003 h 6858003"/>
              <a:gd name="connsiteX15" fmla="*/ 9537369 w 12189802"/>
              <a:gd name="connsiteY15" fmla="*/ 6772741 h 6858003"/>
              <a:gd name="connsiteX16" fmla="*/ 9510166 w 12189802"/>
              <a:gd name="connsiteY16" fmla="*/ 6613421 h 6858003"/>
              <a:gd name="connsiteX17" fmla="*/ 9504105 w 12189802"/>
              <a:gd name="connsiteY17" fmla="*/ 6595271 h 6858003"/>
              <a:gd name="connsiteX18" fmla="*/ 8592669 w 12189802"/>
              <a:gd name="connsiteY18" fmla="*/ 5881060 h 6858003"/>
              <a:gd name="connsiteX19" fmla="*/ 8565073 w 12189802"/>
              <a:gd name="connsiteY19" fmla="*/ 5880590 h 6858003"/>
              <a:gd name="connsiteX20" fmla="*/ 7551484 w 12189802"/>
              <a:gd name="connsiteY20" fmla="*/ 5737958 h 6858003"/>
              <a:gd name="connsiteX21" fmla="*/ 4893918 w 12189802"/>
              <a:gd name="connsiteY21" fmla="*/ 3020167 h 6858003"/>
              <a:gd name="connsiteX22" fmla="*/ 5304629 w 12189802"/>
              <a:gd name="connsiteY22" fmla="*/ 154810 h 6858003"/>
              <a:gd name="connsiteX23" fmla="*/ 1 w 12189802"/>
              <a:gd name="connsiteY23" fmla="*/ 0 h 6858003"/>
              <a:gd name="connsiteX24" fmla="*/ 4227441 w 12189802"/>
              <a:gd name="connsiteY24" fmla="*/ 1 h 6858003"/>
              <a:gd name="connsiteX25" fmla="*/ 4240378 w 12189802"/>
              <a:gd name="connsiteY25" fmla="*/ 97015 h 6858003"/>
              <a:gd name="connsiteX26" fmla="*/ 3768069 w 12189802"/>
              <a:gd name="connsiteY26" fmla="*/ 1869133 h 6858003"/>
              <a:gd name="connsiteX27" fmla="*/ 228758 w 12189802"/>
              <a:gd name="connsiteY27" fmla="*/ 2703515 h 6858003"/>
              <a:gd name="connsiteX28" fmla="*/ 0 w 12189802"/>
              <a:gd name="connsiteY28" fmla="*/ 2561785 h 6858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189802" h="6858003">
                <a:moveTo>
                  <a:pt x="5406771" y="1"/>
                </a:moveTo>
                <a:lnTo>
                  <a:pt x="11741763" y="1"/>
                </a:lnTo>
                <a:lnTo>
                  <a:pt x="11893915" y="250012"/>
                </a:lnTo>
                <a:cubicBezTo>
                  <a:pt x="12009017" y="458299"/>
                  <a:pt x="12105832" y="680052"/>
                  <a:pt x="12181708" y="913705"/>
                </a:cubicBezTo>
                <a:lnTo>
                  <a:pt x="12189802" y="941653"/>
                </a:lnTo>
                <a:lnTo>
                  <a:pt x="12189802" y="3240000"/>
                </a:lnTo>
                <a:lnTo>
                  <a:pt x="12143922" y="3380997"/>
                </a:lnTo>
                <a:cubicBezTo>
                  <a:pt x="11949331" y="3919180"/>
                  <a:pt x="11634668" y="4409050"/>
                  <a:pt x="11222760" y="4810280"/>
                </a:cubicBezTo>
                <a:cubicBezTo>
                  <a:pt x="10979826" y="5047119"/>
                  <a:pt x="10706615" y="5253722"/>
                  <a:pt x="10401198" y="5419419"/>
                </a:cubicBezTo>
                <a:cubicBezTo>
                  <a:pt x="10393697" y="5423539"/>
                  <a:pt x="10386193" y="5427655"/>
                  <a:pt x="10378692" y="5431777"/>
                </a:cubicBezTo>
                <a:cubicBezTo>
                  <a:pt x="10012040" y="5638892"/>
                  <a:pt x="9812519" y="6068643"/>
                  <a:pt x="9923083" y="6494156"/>
                </a:cubicBezTo>
                <a:lnTo>
                  <a:pt x="9929139" y="6512301"/>
                </a:lnTo>
                <a:cubicBezTo>
                  <a:pt x="9956779" y="6618679"/>
                  <a:pt x="10001224" y="6716321"/>
                  <a:pt x="10058929" y="6802990"/>
                </a:cubicBezTo>
                <a:lnTo>
                  <a:pt x="10102423" y="6858003"/>
                </a:lnTo>
                <a:lnTo>
                  <a:pt x="9537264" y="6858003"/>
                </a:lnTo>
                <a:lnTo>
                  <a:pt x="9537369" y="6772741"/>
                </a:lnTo>
                <a:cubicBezTo>
                  <a:pt x="9532961" y="6719864"/>
                  <a:pt x="9523985" y="6666609"/>
                  <a:pt x="9510166" y="6613421"/>
                </a:cubicBezTo>
                <a:lnTo>
                  <a:pt x="9504105" y="6595271"/>
                </a:lnTo>
                <a:cubicBezTo>
                  <a:pt x="9393548" y="6169763"/>
                  <a:pt x="9014106" y="5884040"/>
                  <a:pt x="8592669" y="5881060"/>
                </a:cubicBezTo>
                <a:cubicBezTo>
                  <a:pt x="8584196" y="5879860"/>
                  <a:pt x="8573543" y="5881802"/>
                  <a:pt x="8565073" y="5880590"/>
                </a:cubicBezTo>
                <a:cubicBezTo>
                  <a:pt x="8217951" y="5877836"/>
                  <a:pt x="7876859" y="5832711"/>
                  <a:pt x="7551484" y="5737958"/>
                </a:cubicBezTo>
                <a:cubicBezTo>
                  <a:pt x="6287752" y="5385059"/>
                  <a:pt x="5244265" y="4384067"/>
                  <a:pt x="4893918" y="3020167"/>
                </a:cubicBezTo>
                <a:cubicBezTo>
                  <a:pt x="4633033" y="2011343"/>
                  <a:pt x="4809255" y="989570"/>
                  <a:pt x="5304629" y="154810"/>
                </a:cubicBezTo>
                <a:close/>
                <a:moveTo>
                  <a:pt x="1" y="0"/>
                </a:moveTo>
                <a:lnTo>
                  <a:pt x="4227441" y="1"/>
                </a:lnTo>
                <a:lnTo>
                  <a:pt x="4240378" y="97015"/>
                </a:lnTo>
                <a:cubicBezTo>
                  <a:pt x="4291910" y="703014"/>
                  <a:pt x="4141065" y="1329883"/>
                  <a:pt x="3768069" y="1869133"/>
                </a:cubicBezTo>
                <a:cubicBezTo>
                  <a:pt x="2968792" y="3024670"/>
                  <a:pt x="1433195" y="3367646"/>
                  <a:pt x="228758" y="2703515"/>
                </a:cubicBezTo>
                <a:lnTo>
                  <a:pt x="0" y="2561785"/>
                </a:lnTo>
                <a:close/>
              </a:path>
            </a:pathLst>
          </a:custGeom>
          <a:solidFill>
            <a:schemeClr val="bg1">
              <a:lumMod val="95000"/>
            </a:schemeClr>
          </a:solidFill>
        </p:spPr>
        <p:txBody>
          <a:bodyPr wrap="square">
            <a:noAutofit/>
          </a:bodyPr>
          <a:lstStyle>
            <a:lvl1pPr>
              <a:defRPr/>
            </a:lvl1pPr>
          </a:lstStyle>
          <a:p>
            <a:r>
              <a:rPr lang="en-US" dirty="0"/>
              <a:t> </a:t>
            </a:r>
          </a:p>
        </p:txBody>
      </p:sp>
      <p:sp>
        <p:nvSpPr>
          <p:cNvPr id="5" name="MIO_VALID_LAYOUT">
            <a:extLst>
              <a:ext uri="{FF2B5EF4-FFF2-40B4-BE49-F238E27FC236}">
                <a16:creationId xmlns:a16="http://schemas.microsoft.com/office/drawing/2014/main" id="{80D227B0-7EEB-4DFD-A393-526F3D3E7055}"/>
              </a:ext>
            </a:extLst>
          </p:cNvPr>
          <p:cNvSpPr/>
          <p:nvPr userDrawn="1"/>
        </p:nvSpPr>
        <p:spPr bwMode="gray">
          <a:xfrm>
            <a:off x="11856640" y="6597171"/>
            <a:ext cx="335360" cy="260829"/>
          </a:xfrm>
          <a:prstGeom prst="rect">
            <a:avLst/>
          </a:prstGeom>
          <a:no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Tree>
    <p:extLst>
      <p:ext uri="{BB962C8B-B14F-4D97-AF65-F5344CB8AC3E}">
        <p14:creationId xmlns:p14="http://schemas.microsoft.com/office/powerpoint/2010/main" val="1884461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Brand picture | 6">
    <p:spTree>
      <p:nvGrpSpPr>
        <p:cNvPr id="1" name=""/>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D1FCFCD1-E4FE-4D35-B351-304C2C001F31}"/>
              </a:ext>
            </a:extLst>
          </p:cNvPr>
          <p:cNvSpPr>
            <a:spLocks noGrp="1"/>
          </p:cNvSpPr>
          <p:nvPr>
            <p:ph type="ftr" sz="quarter" idx="11"/>
          </p:nvPr>
        </p:nvSpPr>
        <p:spPr/>
        <p:txBody>
          <a:bodyPr/>
          <a:lstStyle/>
          <a:p>
            <a:r>
              <a:rPr lang="en-US" dirty="0"/>
              <a:t>Chart library synthetic cells</a:t>
            </a:r>
          </a:p>
        </p:txBody>
      </p:sp>
      <p:sp>
        <p:nvSpPr>
          <p:cNvPr id="3" name="Foliennummernplatzhalter 2">
            <a:extLst>
              <a:ext uri="{FF2B5EF4-FFF2-40B4-BE49-F238E27FC236}">
                <a16:creationId xmlns:a16="http://schemas.microsoft.com/office/drawing/2014/main" id="{D78AD5C2-97EA-4BA3-BF33-25A4C8E634EB}"/>
              </a:ext>
            </a:extLst>
          </p:cNvPr>
          <p:cNvSpPr>
            <a:spLocks noGrp="1"/>
          </p:cNvSpPr>
          <p:nvPr>
            <p:ph type="sldNum" sz="quarter" idx="12"/>
          </p:nvPr>
        </p:nvSpPr>
        <p:spPr/>
        <p:txBody>
          <a:bodyPr/>
          <a:lstStyle/>
          <a:p>
            <a:fld id="{FD5E7EB4-4CDF-47BB-AF16-07782904B863}" type="slidenum">
              <a:rPr lang="en-US" smtClean="0"/>
              <a:pPr/>
              <a:t>‹#›</a:t>
            </a:fld>
            <a:endParaRPr lang="en-US" dirty="0"/>
          </a:p>
        </p:txBody>
      </p:sp>
      <p:sp>
        <p:nvSpPr>
          <p:cNvPr id="15" name="Bildplatzhalter 14">
            <a:extLst>
              <a:ext uri="{FF2B5EF4-FFF2-40B4-BE49-F238E27FC236}">
                <a16:creationId xmlns:a16="http://schemas.microsoft.com/office/drawing/2014/main" id="{6E3E0896-862D-4A21-B778-272F29894ECF}"/>
              </a:ext>
            </a:extLst>
          </p:cNvPr>
          <p:cNvSpPr>
            <a:spLocks noGrp="1"/>
          </p:cNvSpPr>
          <p:nvPr>
            <p:ph type="pic" sz="quarter" idx="10" hasCustomPrompt="1"/>
          </p:nvPr>
        </p:nvSpPr>
        <p:spPr bwMode="gray">
          <a:xfrm>
            <a:off x="-1792" y="-17879"/>
            <a:ext cx="4670756" cy="6097456"/>
          </a:xfrm>
          <a:custGeom>
            <a:avLst/>
            <a:gdLst>
              <a:gd name="connsiteX0" fmla="*/ 2648332 w 4670756"/>
              <a:gd name="connsiteY0" fmla="*/ 0 h 6097456"/>
              <a:gd name="connsiteX1" fmla="*/ 2617776 w 4670756"/>
              <a:gd name="connsiteY1" fmla="*/ 127726 h 6097456"/>
              <a:gd name="connsiteX2" fmla="*/ 3012615 w 4670756"/>
              <a:gd name="connsiteY2" fmla="*/ 852078 h 6097456"/>
              <a:gd name="connsiteX3" fmla="*/ 3028207 w 4670756"/>
              <a:gd name="connsiteY3" fmla="*/ 859467 h 6097456"/>
              <a:gd name="connsiteX4" fmla="*/ 3775111 w 4670756"/>
              <a:gd name="connsiteY4" fmla="*/ 1342433 h 6097456"/>
              <a:gd name="connsiteX5" fmla="*/ 3989459 w 4670756"/>
              <a:gd name="connsiteY5" fmla="*/ 1561199 h 6097456"/>
              <a:gd name="connsiteX6" fmla="*/ 3992458 w 4670756"/>
              <a:gd name="connsiteY6" fmla="*/ 1564594 h 6097456"/>
              <a:gd name="connsiteX7" fmla="*/ 4076243 w 4670756"/>
              <a:gd name="connsiteY7" fmla="*/ 1662895 h 6097456"/>
              <a:gd name="connsiteX8" fmla="*/ 4082241 w 4670756"/>
              <a:gd name="connsiteY8" fmla="*/ 1669688 h 6097456"/>
              <a:gd name="connsiteX9" fmla="*/ 4657869 w 4670756"/>
              <a:gd name="connsiteY9" fmla="*/ 3618749 h 6097456"/>
              <a:gd name="connsiteX10" fmla="*/ 4655687 w 4670756"/>
              <a:gd name="connsiteY10" fmla="*/ 3653926 h 6097456"/>
              <a:gd name="connsiteX11" fmla="*/ 4643929 w 4670756"/>
              <a:gd name="connsiteY11" fmla="*/ 3739874 h 6097456"/>
              <a:gd name="connsiteX12" fmla="*/ 4614220 w 4670756"/>
              <a:gd name="connsiteY12" fmla="*/ 3908173 h 6097456"/>
              <a:gd name="connsiteX13" fmla="*/ 4609831 w 4670756"/>
              <a:gd name="connsiteY13" fmla="*/ 3927164 h 6097456"/>
              <a:gd name="connsiteX14" fmla="*/ 4583693 w 4670756"/>
              <a:gd name="connsiteY14" fmla="*/ 4037901 h 6097456"/>
              <a:gd name="connsiteX15" fmla="*/ 4559346 w 4670756"/>
              <a:gd name="connsiteY15" fmla="*/ 4119856 h 6097456"/>
              <a:gd name="connsiteX16" fmla="*/ 4546972 w 4670756"/>
              <a:gd name="connsiteY16" fmla="*/ 4164032 h 6097456"/>
              <a:gd name="connsiteX17" fmla="*/ 4108819 w 4670756"/>
              <a:gd name="connsiteY17" fmla="*/ 5016446 h 6097456"/>
              <a:gd name="connsiteX18" fmla="*/ 4077455 w 4670756"/>
              <a:gd name="connsiteY18" fmla="*/ 5056233 h 6097456"/>
              <a:gd name="connsiteX19" fmla="*/ 4028713 w 4670756"/>
              <a:gd name="connsiteY19" fmla="*/ 5117413 h 6097456"/>
              <a:gd name="connsiteX20" fmla="*/ 3952603 w 4670756"/>
              <a:gd name="connsiteY20" fmla="*/ 5205785 h 6097456"/>
              <a:gd name="connsiteX21" fmla="*/ 3945809 w 4670756"/>
              <a:gd name="connsiteY21" fmla="*/ 5211784 h 6097456"/>
              <a:gd name="connsiteX22" fmla="*/ 3230716 w 4670756"/>
              <a:gd name="connsiteY22" fmla="*/ 5767712 h 6097456"/>
              <a:gd name="connsiteX23" fmla="*/ 3224121 w 4670756"/>
              <a:gd name="connsiteY23" fmla="*/ 5770512 h 6097456"/>
              <a:gd name="connsiteX24" fmla="*/ 3124610 w 4670756"/>
              <a:gd name="connsiteY24" fmla="*/ 5822119 h 6097456"/>
              <a:gd name="connsiteX25" fmla="*/ 3101429 w 4670756"/>
              <a:gd name="connsiteY25" fmla="*/ 5833522 h 6097456"/>
              <a:gd name="connsiteX26" fmla="*/ 3015505 w 4670756"/>
              <a:gd name="connsiteY26" fmla="*/ 5873132 h 6097456"/>
              <a:gd name="connsiteX27" fmla="*/ 2979136 w 4670756"/>
              <a:gd name="connsiteY27" fmla="*/ 5890135 h 6097456"/>
              <a:gd name="connsiteX28" fmla="*/ 2903399 w 4670756"/>
              <a:gd name="connsiteY28" fmla="*/ 5920745 h 6097456"/>
              <a:gd name="connsiteX29" fmla="*/ 2850842 w 4670756"/>
              <a:gd name="connsiteY29" fmla="*/ 5939955 h 6097456"/>
              <a:gd name="connsiteX30" fmla="*/ 2785295 w 4670756"/>
              <a:gd name="connsiteY30" fmla="*/ 5961567 h 6097456"/>
              <a:gd name="connsiteX31" fmla="*/ 2723142 w 4670756"/>
              <a:gd name="connsiteY31" fmla="*/ 5980181 h 6097456"/>
              <a:gd name="connsiteX32" fmla="*/ 2661192 w 4670756"/>
              <a:gd name="connsiteY32" fmla="*/ 5995598 h 6097456"/>
              <a:gd name="connsiteX33" fmla="*/ 2595843 w 4670756"/>
              <a:gd name="connsiteY33" fmla="*/ 6014011 h 6097456"/>
              <a:gd name="connsiteX34" fmla="*/ 2533890 w 4670756"/>
              <a:gd name="connsiteY34" fmla="*/ 6029427 h 6097456"/>
              <a:gd name="connsiteX35" fmla="*/ 2468739 w 4670756"/>
              <a:gd name="connsiteY35" fmla="*/ 6044644 h 6097456"/>
              <a:gd name="connsiteX36" fmla="*/ 2390798 w 4670756"/>
              <a:gd name="connsiteY36" fmla="*/ 6059068 h 6097456"/>
              <a:gd name="connsiteX37" fmla="*/ 2342035 w 4670756"/>
              <a:gd name="connsiteY37" fmla="*/ 6068880 h 6097456"/>
              <a:gd name="connsiteX38" fmla="*/ 2232112 w 4670756"/>
              <a:gd name="connsiteY38" fmla="*/ 6081319 h 6097456"/>
              <a:gd name="connsiteX39" fmla="*/ 2212727 w 4670756"/>
              <a:gd name="connsiteY39" fmla="*/ 6083325 h 6097456"/>
              <a:gd name="connsiteX40" fmla="*/ 630649 w 4670756"/>
              <a:gd name="connsiteY40" fmla="*/ 5763596 h 6097456"/>
              <a:gd name="connsiteX41" fmla="*/ 23274 w 4670756"/>
              <a:gd name="connsiteY41" fmla="*/ 5312027 h 6097456"/>
              <a:gd name="connsiteX42" fmla="*/ 0 w 4670756"/>
              <a:gd name="connsiteY42" fmla="*/ 5286858 h 6097456"/>
              <a:gd name="connsiteX43" fmla="*/ 0 w 4670756"/>
              <a:gd name="connsiteY43" fmla="*/ 1454857 h 6097456"/>
              <a:gd name="connsiteX44" fmla="*/ 6069 w 4670756"/>
              <a:gd name="connsiteY44" fmla="*/ 1448732 h 6097456"/>
              <a:gd name="connsiteX45" fmla="*/ 162902 w 4670756"/>
              <a:gd name="connsiteY45" fmla="*/ 1301166 h 6097456"/>
              <a:gd name="connsiteX46" fmla="*/ 176487 w 4670756"/>
              <a:gd name="connsiteY46" fmla="*/ 1289168 h 6097456"/>
              <a:gd name="connsiteX47" fmla="*/ 234028 w 4670756"/>
              <a:gd name="connsiteY47" fmla="*/ 1241376 h 6097456"/>
              <a:gd name="connsiteX48" fmla="*/ 237426 w 4670756"/>
              <a:gd name="connsiteY48" fmla="*/ 1238376 h 6097456"/>
              <a:gd name="connsiteX49" fmla="*/ 348716 w 4670756"/>
              <a:gd name="connsiteY49" fmla="*/ 1152188 h 6097456"/>
              <a:gd name="connsiteX50" fmla="*/ 372093 w 4670756"/>
              <a:gd name="connsiteY50" fmla="*/ 1137588 h 6097456"/>
              <a:gd name="connsiteX51" fmla="*/ 419049 w 4670756"/>
              <a:gd name="connsiteY51" fmla="*/ 1105190 h 6097456"/>
              <a:gd name="connsiteX52" fmla="*/ 462410 w 4670756"/>
              <a:gd name="connsiteY52" fmla="*/ 1078989 h 6097456"/>
              <a:gd name="connsiteX53" fmla="*/ 499174 w 4670756"/>
              <a:gd name="connsiteY53" fmla="*/ 1055590 h 6097456"/>
              <a:gd name="connsiteX54" fmla="*/ 798306 w 4670756"/>
              <a:gd name="connsiteY54" fmla="*/ 891175 h 6097456"/>
              <a:gd name="connsiteX55" fmla="*/ 1654237 w 4670756"/>
              <a:gd name="connsiteY55" fmla="*/ 652177 h 6097456"/>
              <a:gd name="connsiteX56" fmla="*/ 1673622 w 4670756"/>
              <a:gd name="connsiteY56" fmla="*/ 650170 h 6097456"/>
              <a:gd name="connsiteX57" fmla="*/ 2264591 w 4670756"/>
              <a:gd name="connsiteY57" fmla="*/ 76905 h 6097456"/>
              <a:gd name="connsiteX58" fmla="*/ 2270138 w 4670756"/>
              <a:gd name="connsiteY58" fmla="*/ 1 h 6097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4670756" h="6097456">
                <a:moveTo>
                  <a:pt x="2648332" y="0"/>
                </a:moveTo>
                <a:lnTo>
                  <a:pt x="2617776" y="127726"/>
                </a:lnTo>
                <a:cubicBezTo>
                  <a:pt x="2572736" y="439536"/>
                  <a:pt x="2740945" y="729273"/>
                  <a:pt x="3012615" y="852078"/>
                </a:cubicBezTo>
                <a:cubicBezTo>
                  <a:pt x="3015614" y="855475"/>
                  <a:pt x="3022009" y="855872"/>
                  <a:pt x="3028207" y="859467"/>
                </a:cubicBezTo>
                <a:cubicBezTo>
                  <a:pt x="3306471" y="979471"/>
                  <a:pt x="3556176" y="1145856"/>
                  <a:pt x="3775111" y="1342433"/>
                </a:cubicBezTo>
                <a:cubicBezTo>
                  <a:pt x="3851090" y="1411355"/>
                  <a:pt x="3920473" y="1483079"/>
                  <a:pt x="3989459" y="1561199"/>
                </a:cubicBezTo>
                <a:cubicBezTo>
                  <a:pt x="3992458" y="1564594"/>
                  <a:pt x="3992458" y="1564594"/>
                  <a:pt x="3992458" y="1564594"/>
                </a:cubicBezTo>
                <a:cubicBezTo>
                  <a:pt x="4022649" y="1595362"/>
                  <a:pt x="4049448" y="1629128"/>
                  <a:pt x="4076243" y="1662895"/>
                </a:cubicBezTo>
                <a:cubicBezTo>
                  <a:pt x="4079242" y="1666290"/>
                  <a:pt x="4079242" y="1666290"/>
                  <a:pt x="4082241" y="1669688"/>
                </a:cubicBezTo>
                <a:cubicBezTo>
                  <a:pt x="4504783" y="2206353"/>
                  <a:pt x="4728521" y="2894402"/>
                  <a:pt x="4657869" y="3618749"/>
                </a:cubicBezTo>
                <a:cubicBezTo>
                  <a:pt x="4657076" y="3631541"/>
                  <a:pt x="4656481" y="3641135"/>
                  <a:pt x="4655687" y="3653926"/>
                </a:cubicBezTo>
                <a:cubicBezTo>
                  <a:pt x="4650702" y="3682509"/>
                  <a:pt x="4648916" y="3711292"/>
                  <a:pt x="4643929" y="3739874"/>
                </a:cubicBezTo>
                <a:cubicBezTo>
                  <a:pt x="4633962" y="3797039"/>
                  <a:pt x="4624191" y="3851008"/>
                  <a:pt x="4614220" y="3908173"/>
                </a:cubicBezTo>
                <a:cubicBezTo>
                  <a:pt x="4613823" y="3914570"/>
                  <a:pt x="4610228" y="3920768"/>
                  <a:pt x="4609831" y="3927164"/>
                </a:cubicBezTo>
                <a:cubicBezTo>
                  <a:pt x="4601053" y="3965143"/>
                  <a:pt x="4592472" y="3999922"/>
                  <a:pt x="4583693" y="4037901"/>
                </a:cubicBezTo>
                <a:cubicBezTo>
                  <a:pt x="4575511" y="4066284"/>
                  <a:pt x="4567528" y="4091472"/>
                  <a:pt x="4559346" y="4119856"/>
                </a:cubicBezTo>
                <a:cubicBezTo>
                  <a:pt x="4555154" y="4135647"/>
                  <a:pt x="4551161" y="4148241"/>
                  <a:pt x="4546972" y="4164032"/>
                </a:cubicBezTo>
                <a:cubicBezTo>
                  <a:pt x="4450367" y="4479063"/>
                  <a:pt x="4300987" y="4765134"/>
                  <a:pt x="4108819" y="5016446"/>
                </a:cubicBezTo>
                <a:cubicBezTo>
                  <a:pt x="4098231" y="5031839"/>
                  <a:pt x="4087844" y="5044037"/>
                  <a:pt x="4077455" y="5056233"/>
                </a:cubicBezTo>
                <a:cubicBezTo>
                  <a:pt x="4060077" y="5077625"/>
                  <a:pt x="4045894" y="5099217"/>
                  <a:pt x="4028713" y="5117413"/>
                </a:cubicBezTo>
                <a:cubicBezTo>
                  <a:pt x="4004344" y="5148003"/>
                  <a:pt x="3979972" y="5178593"/>
                  <a:pt x="3952603" y="5205785"/>
                </a:cubicBezTo>
                <a:cubicBezTo>
                  <a:pt x="3949404" y="5205586"/>
                  <a:pt x="3949205" y="5208786"/>
                  <a:pt x="3945809" y="5211784"/>
                </a:cubicBezTo>
                <a:cubicBezTo>
                  <a:pt x="3739042" y="5439718"/>
                  <a:pt x="3496281" y="5626894"/>
                  <a:pt x="3230716" y="5767712"/>
                </a:cubicBezTo>
                <a:cubicBezTo>
                  <a:pt x="3227519" y="5767513"/>
                  <a:pt x="3227321" y="5770711"/>
                  <a:pt x="3224121" y="5770512"/>
                </a:cubicBezTo>
                <a:cubicBezTo>
                  <a:pt x="3190951" y="5787716"/>
                  <a:pt x="3157781" y="5804917"/>
                  <a:pt x="3124610" y="5822119"/>
                </a:cubicBezTo>
                <a:cubicBezTo>
                  <a:pt x="3114619" y="5827919"/>
                  <a:pt x="3108023" y="5830721"/>
                  <a:pt x="3101429" y="5833522"/>
                </a:cubicBezTo>
                <a:cubicBezTo>
                  <a:pt x="3074854" y="5847923"/>
                  <a:pt x="3045080" y="5862127"/>
                  <a:pt x="3015505" y="5873132"/>
                </a:cubicBezTo>
                <a:cubicBezTo>
                  <a:pt x="3005514" y="5878931"/>
                  <a:pt x="2992324" y="5884532"/>
                  <a:pt x="2979136" y="5890135"/>
                </a:cubicBezTo>
                <a:cubicBezTo>
                  <a:pt x="2952757" y="5901339"/>
                  <a:pt x="2929580" y="5912740"/>
                  <a:pt x="2903399" y="5920745"/>
                </a:cubicBezTo>
                <a:cubicBezTo>
                  <a:pt x="2883814" y="5925950"/>
                  <a:pt x="2867228" y="5934551"/>
                  <a:pt x="2850842" y="5939955"/>
                </a:cubicBezTo>
                <a:cubicBezTo>
                  <a:pt x="2827861" y="5948158"/>
                  <a:pt x="2808276" y="5953364"/>
                  <a:pt x="2785295" y="5961567"/>
                </a:cubicBezTo>
                <a:cubicBezTo>
                  <a:pt x="2765710" y="5966773"/>
                  <a:pt x="2742729" y="5974976"/>
                  <a:pt x="2723142" y="5980181"/>
                </a:cubicBezTo>
                <a:cubicBezTo>
                  <a:pt x="2700362" y="5985187"/>
                  <a:pt x="2680775" y="5990393"/>
                  <a:pt x="2661192" y="5995598"/>
                </a:cubicBezTo>
                <a:cubicBezTo>
                  <a:pt x="2641606" y="6000801"/>
                  <a:pt x="2618626" y="6009006"/>
                  <a:pt x="2595843" y="6014011"/>
                </a:cubicBezTo>
                <a:cubicBezTo>
                  <a:pt x="2576257" y="6019216"/>
                  <a:pt x="2553475" y="6024223"/>
                  <a:pt x="2533890" y="6029427"/>
                </a:cubicBezTo>
                <a:cubicBezTo>
                  <a:pt x="2511106" y="6034434"/>
                  <a:pt x="2491523" y="6039638"/>
                  <a:pt x="2468739" y="6044644"/>
                </a:cubicBezTo>
                <a:cubicBezTo>
                  <a:pt x="2442758" y="6049451"/>
                  <a:pt x="2416779" y="6054260"/>
                  <a:pt x="2390798" y="6059068"/>
                </a:cubicBezTo>
                <a:cubicBezTo>
                  <a:pt x="2374413" y="6064470"/>
                  <a:pt x="2358223" y="6066676"/>
                  <a:pt x="2342035" y="6068880"/>
                </a:cubicBezTo>
                <a:cubicBezTo>
                  <a:pt x="2306459" y="6073093"/>
                  <a:pt x="2267687" y="6077107"/>
                  <a:pt x="2232112" y="6081319"/>
                </a:cubicBezTo>
                <a:cubicBezTo>
                  <a:pt x="2225716" y="6080922"/>
                  <a:pt x="2219121" y="6083722"/>
                  <a:pt x="2212727" y="6083325"/>
                </a:cubicBezTo>
                <a:cubicBezTo>
                  <a:pt x="1682903" y="6137111"/>
                  <a:pt x="1133628" y="6038805"/>
                  <a:pt x="630649" y="5763596"/>
                </a:cubicBezTo>
                <a:cubicBezTo>
                  <a:pt x="402449" y="5638675"/>
                  <a:pt x="199448" y="5485973"/>
                  <a:pt x="23274" y="5312027"/>
                </a:cubicBezTo>
                <a:lnTo>
                  <a:pt x="0" y="5286858"/>
                </a:lnTo>
                <a:lnTo>
                  <a:pt x="0" y="1454857"/>
                </a:lnTo>
                <a:lnTo>
                  <a:pt x="6069" y="1448732"/>
                </a:lnTo>
                <a:cubicBezTo>
                  <a:pt x="57412" y="1397346"/>
                  <a:pt x="108558" y="1349156"/>
                  <a:pt x="162902" y="1301166"/>
                </a:cubicBezTo>
                <a:cubicBezTo>
                  <a:pt x="169694" y="1295166"/>
                  <a:pt x="173092" y="1292168"/>
                  <a:pt x="176487" y="1289168"/>
                </a:cubicBezTo>
                <a:cubicBezTo>
                  <a:pt x="196667" y="1274370"/>
                  <a:pt x="213849" y="1256175"/>
                  <a:pt x="234028" y="1241376"/>
                </a:cubicBezTo>
                <a:cubicBezTo>
                  <a:pt x="234228" y="1238177"/>
                  <a:pt x="237426" y="1238376"/>
                  <a:pt x="237426" y="1238376"/>
                </a:cubicBezTo>
                <a:cubicBezTo>
                  <a:pt x="274589" y="1208581"/>
                  <a:pt x="311751" y="1178785"/>
                  <a:pt x="348716" y="1152188"/>
                </a:cubicBezTo>
                <a:cubicBezTo>
                  <a:pt x="358509" y="1149585"/>
                  <a:pt x="365301" y="1143587"/>
                  <a:pt x="372093" y="1137588"/>
                </a:cubicBezTo>
                <a:cubicBezTo>
                  <a:pt x="388878" y="1125788"/>
                  <a:pt x="402463" y="1113791"/>
                  <a:pt x="419049" y="1105190"/>
                </a:cubicBezTo>
                <a:cubicBezTo>
                  <a:pt x="435634" y="1096589"/>
                  <a:pt x="449022" y="1087789"/>
                  <a:pt x="462410" y="1078989"/>
                </a:cubicBezTo>
                <a:cubicBezTo>
                  <a:pt x="475797" y="1070189"/>
                  <a:pt x="485788" y="1064389"/>
                  <a:pt x="499174" y="1055590"/>
                </a:cubicBezTo>
                <a:cubicBezTo>
                  <a:pt x="596085" y="994190"/>
                  <a:pt x="695795" y="939385"/>
                  <a:pt x="798306" y="891175"/>
                </a:cubicBezTo>
                <a:cubicBezTo>
                  <a:pt x="1066076" y="766546"/>
                  <a:pt x="1353652" y="684881"/>
                  <a:pt x="1654237" y="652177"/>
                </a:cubicBezTo>
                <a:cubicBezTo>
                  <a:pt x="1660633" y="652574"/>
                  <a:pt x="1667227" y="649773"/>
                  <a:pt x="1673622" y="650170"/>
                </a:cubicBezTo>
                <a:cubicBezTo>
                  <a:pt x="1971209" y="614070"/>
                  <a:pt x="2216550" y="385320"/>
                  <a:pt x="2264591" y="76905"/>
                </a:cubicBezTo>
                <a:lnTo>
                  <a:pt x="2270138" y="1"/>
                </a:lnTo>
                <a:close/>
              </a:path>
            </a:pathLst>
          </a:custGeom>
          <a:solidFill>
            <a:schemeClr val="bg1">
              <a:lumMod val="95000"/>
            </a:schemeClr>
          </a:solidFill>
        </p:spPr>
        <p:txBody>
          <a:bodyPr wrap="square">
            <a:noAutofit/>
          </a:bodyPr>
          <a:lstStyle>
            <a:lvl1pPr>
              <a:defRPr/>
            </a:lvl1pPr>
          </a:lstStyle>
          <a:p>
            <a:r>
              <a:rPr lang="en-US" dirty="0"/>
              <a:t> </a:t>
            </a:r>
          </a:p>
        </p:txBody>
      </p:sp>
      <p:sp>
        <p:nvSpPr>
          <p:cNvPr id="5" name="MIO_VALID_LAYOUT">
            <a:extLst>
              <a:ext uri="{FF2B5EF4-FFF2-40B4-BE49-F238E27FC236}">
                <a16:creationId xmlns:a16="http://schemas.microsoft.com/office/drawing/2014/main" id="{03D51AF9-434B-4686-8CD1-F964357AF90A}"/>
              </a:ext>
            </a:extLst>
          </p:cNvPr>
          <p:cNvSpPr/>
          <p:nvPr userDrawn="1"/>
        </p:nvSpPr>
        <p:spPr bwMode="gray">
          <a:xfrm>
            <a:off x="11856640" y="6597171"/>
            <a:ext cx="335360" cy="260829"/>
          </a:xfrm>
          <a:prstGeom prst="rect">
            <a:avLst/>
          </a:prstGeom>
          <a:no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Tree>
    <p:extLst>
      <p:ext uri="{BB962C8B-B14F-4D97-AF65-F5344CB8AC3E}">
        <p14:creationId xmlns:p14="http://schemas.microsoft.com/office/powerpoint/2010/main" val="1606448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rand picture | 7">
    <p:spTree>
      <p:nvGrpSpPr>
        <p:cNvPr id="1" name=""/>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720C6CAD-1235-48BA-9FD1-8BA2C544FFFA}"/>
              </a:ext>
            </a:extLst>
          </p:cNvPr>
          <p:cNvSpPr>
            <a:spLocks noGrp="1"/>
          </p:cNvSpPr>
          <p:nvPr>
            <p:ph type="ftr" sz="quarter" idx="11"/>
          </p:nvPr>
        </p:nvSpPr>
        <p:spPr/>
        <p:txBody>
          <a:bodyPr/>
          <a:lstStyle/>
          <a:p>
            <a:r>
              <a:rPr lang="en-US" dirty="0"/>
              <a:t>Chart library synthetic cells</a:t>
            </a:r>
          </a:p>
        </p:txBody>
      </p:sp>
      <p:sp>
        <p:nvSpPr>
          <p:cNvPr id="3" name="Foliennummernplatzhalter 2">
            <a:extLst>
              <a:ext uri="{FF2B5EF4-FFF2-40B4-BE49-F238E27FC236}">
                <a16:creationId xmlns:a16="http://schemas.microsoft.com/office/drawing/2014/main" id="{03F797E6-CC9A-41EA-930D-EA7CFE3D7356}"/>
              </a:ext>
            </a:extLst>
          </p:cNvPr>
          <p:cNvSpPr>
            <a:spLocks noGrp="1"/>
          </p:cNvSpPr>
          <p:nvPr>
            <p:ph type="sldNum" sz="quarter" idx="12"/>
          </p:nvPr>
        </p:nvSpPr>
        <p:spPr/>
        <p:txBody>
          <a:bodyPr/>
          <a:lstStyle/>
          <a:p>
            <a:fld id="{FD5E7EB4-4CDF-47BB-AF16-07782904B863}" type="slidenum">
              <a:rPr lang="en-US" smtClean="0"/>
              <a:pPr/>
              <a:t>‹#›</a:t>
            </a:fld>
            <a:endParaRPr lang="en-US" dirty="0"/>
          </a:p>
        </p:txBody>
      </p:sp>
      <p:sp>
        <p:nvSpPr>
          <p:cNvPr id="10" name="Bildplatzhalter 9">
            <a:extLst>
              <a:ext uri="{FF2B5EF4-FFF2-40B4-BE49-F238E27FC236}">
                <a16:creationId xmlns:a16="http://schemas.microsoft.com/office/drawing/2014/main" id="{9C635AEC-ED7F-4EF0-9700-A229D05B4F2C}"/>
              </a:ext>
            </a:extLst>
          </p:cNvPr>
          <p:cNvSpPr>
            <a:spLocks noGrp="1"/>
          </p:cNvSpPr>
          <p:nvPr>
            <p:ph type="pic" sz="quarter" idx="10" hasCustomPrompt="1"/>
          </p:nvPr>
        </p:nvSpPr>
        <p:spPr bwMode="gray">
          <a:xfrm>
            <a:off x="2" y="0"/>
            <a:ext cx="12191998" cy="5665826"/>
          </a:xfrm>
          <a:custGeom>
            <a:avLst/>
            <a:gdLst>
              <a:gd name="connsiteX0" fmla="*/ 10299721 w 12191998"/>
              <a:gd name="connsiteY0" fmla="*/ 0 h 5665826"/>
              <a:gd name="connsiteX1" fmla="*/ 12191998 w 12191998"/>
              <a:gd name="connsiteY1" fmla="*/ 0 h 5665826"/>
              <a:gd name="connsiteX2" fmla="*/ 12191998 w 12191998"/>
              <a:gd name="connsiteY2" fmla="*/ 5665826 h 5665826"/>
              <a:gd name="connsiteX3" fmla="*/ 12052474 w 12191998"/>
              <a:gd name="connsiteY3" fmla="*/ 5556182 h 5665826"/>
              <a:gd name="connsiteX4" fmla="*/ 10104217 w 12191998"/>
              <a:gd name="connsiteY4" fmla="*/ 1424991 h 5665826"/>
              <a:gd name="connsiteX5" fmla="*/ 10241309 w 12191998"/>
              <a:gd name="connsiteY5" fmla="*/ 215922 h 5665826"/>
              <a:gd name="connsiteX6" fmla="*/ 0 w 12191998"/>
              <a:gd name="connsiteY6" fmla="*/ 0 h 5665826"/>
              <a:gd name="connsiteX7" fmla="*/ 7592338 w 12191998"/>
              <a:gd name="connsiteY7" fmla="*/ 0 h 5665826"/>
              <a:gd name="connsiteX8" fmla="*/ 7503276 w 12191998"/>
              <a:gd name="connsiteY8" fmla="*/ 250456 h 5665826"/>
              <a:gd name="connsiteX9" fmla="*/ 2532982 w 12191998"/>
              <a:gd name="connsiteY9" fmla="*/ 3610755 h 5665826"/>
              <a:gd name="connsiteX10" fmla="*/ 211921 w 12191998"/>
              <a:gd name="connsiteY10" fmla="*/ 3082820 h 5665826"/>
              <a:gd name="connsiteX11" fmla="*/ 0 w 12191998"/>
              <a:gd name="connsiteY11" fmla="*/ 2974280 h 5665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1998" h="5665826">
                <a:moveTo>
                  <a:pt x="10299721" y="0"/>
                </a:moveTo>
                <a:lnTo>
                  <a:pt x="12191998" y="0"/>
                </a:lnTo>
                <a:lnTo>
                  <a:pt x="12191998" y="5665826"/>
                </a:lnTo>
                <a:lnTo>
                  <a:pt x="12052474" y="5556182"/>
                </a:lnTo>
                <a:cubicBezTo>
                  <a:pt x="10862625" y="4574231"/>
                  <a:pt x="10104217" y="3088179"/>
                  <a:pt x="10104217" y="1424991"/>
                </a:cubicBezTo>
                <a:cubicBezTo>
                  <a:pt x="10104217" y="1009194"/>
                  <a:pt x="10151617" y="604468"/>
                  <a:pt x="10241309" y="215922"/>
                </a:cubicBezTo>
                <a:close/>
                <a:moveTo>
                  <a:pt x="0" y="0"/>
                </a:moveTo>
                <a:lnTo>
                  <a:pt x="7592338" y="0"/>
                </a:lnTo>
                <a:lnTo>
                  <a:pt x="7503276" y="250456"/>
                </a:lnTo>
                <a:cubicBezTo>
                  <a:pt x="6712624" y="2220013"/>
                  <a:pt x="4785217" y="3610755"/>
                  <a:pt x="2532982" y="3610755"/>
                </a:cubicBezTo>
                <a:cubicBezTo>
                  <a:pt x="1701387" y="3610755"/>
                  <a:pt x="914076" y="3421153"/>
                  <a:pt x="211921" y="3082820"/>
                </a:cubicBezTo>
                <a:lnTo>
                  <a:pt x="0" y="2974280"/>
                </a:lnTo>
                <a:close/>
              </a:path>
            </a:pathLst>
          </a:custGeom>
          <a:solidFill>
            <a:schemeClr val="bg1">
              <a:lumMod val="95000"/>
            </a:schemeClr>
          </a:solidFill>
        </p:spPr>
        <p:txBody>
          <a:bodyPr wrap="square">
            <a:noAutofit/>
          </a:bodyPr>
          <a:lstStyle>
            <a:lvl1pPr>
              <a:defRPr/>
            </a:lvl1pPr>
          </a:lstStyle>
          <a:p>
            <a:r>
              <a:rPr lang="en-US" dirty="0"/>
              <a:t> </a:t>
            </a:r>
          </a:p>
        </p:txBody>
      </p:sp>
      <p:sp>
        <p:nvSpPr>
          <p:cNvPr id="5" name="MIO_VALID_LAYOUT">
            <a:extLst>
              <a:ext uri="{FF2B5EF4-FFF2-40B4-BE49-F238E27FC236}">
                <a16:creationId xmlns:a16="http://schemas.microsoft.com/office/drawing/2014/main" id="{A9D6AB09-AB98-4A0A-9906-4BC4AF8C210A}"/>
              </a:ext>
            </a:extLst>
          </p:cNvPr>
          <p:cNvSpPr/>
          <p:nvPr userDrawn="1"/>
        </p:nvSpPr>
        <p:spPr bwMode="gray">
          <a:xfrm>
            <a:off x="11856640" y="6597171"/>
            <a:ext cx="335360" cy="260829"/>
          </a:xfrm>
          <a:prstGeom prst="rect">
            <a:avLst/>
          </a:prstGeom>
          <a:no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Tree>
    <p:extLst>
      <p:ext uri="{BB962C8B-B14F-4D97-AF65-F5344CB8AC3E}">
        <p14:creationId xmlns:p14="http://schemas.microsoft.com/office/powerpoint/2010/main" val="3602080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Brand picture | 8">
    <p:spTree>
      <p:nvGrpSpPr>
        <p:cNvPr id="1" name=""/>
        <p:cNvGrpSpPr/>
        <p:nvPr/>
      </p:nvGrpSpPr>
      <p:grpSpPr>
        <a:xfrm>
          <a:off x="0" y="0"/>
          <a:ext cx="0" cy="0"/>
          <a:chOff x="0" y="0"/>
          <a:chExt cx="0" cy="0"/>
        </a:xfrm>
      </p:grpSpPr>
      <p:sp>
        <p:nvSpPr>
          <p:cNvPr id="6" name="Bildplatzhalter 6">
            <a:extLst>
              <a:ext uri="{FF2B5EF4-FFF2-40B4-BE49-F238E27FC236}">
                <a16:creationId xmlns:a16="http://schemas.microsoft.com/office/drawing/2014/main" id="{49A6FDD7-9C2A-410A-958A-542E122277CC}"/>
              </a:ext>
            </a:extLst>
          </p:cNvPr>
          <p:cNvSpPr>
            <a:spLocks noGrp="1"/>
          </p:cNvSpPr>
          <p:nvPr>
            <p:ph type="pic" sz="quarter" idx="10" hasCustomPrompt="1"/>
          </p:nvPr>
        </p:nvSpPr>
        <p:spPr bwMode="gray">
          <a:xfrm>
            <a:off x="1" y="-2975"/>
            <a:ext cx="12191999" cy="6860977"/>
          </a:xfrm>
          <a:custGeom>
            <a:avLst/>
            <a:gdLst>
              <a:gd name="connsiteX0" fmla="*/ 12191999 w 12191999"/>
              <a:gd name="connsiteY0" fmla="*/ 0 h 6860977"/>
              <a:gd name="connsiteX1" fmla="*/ 12191998 w 12191999"/>
              <a:gd name="connsiteY1" fmla="*/ 4439403 h 6860977"/>
              <a:gd name="connsiteX2" fmla="*/ 12176876 w 12191999"/>
              <a:gd name="connsiteY2" fmla="*/ 4443027 h 6860977"/>
              <a:gd name="connsiteX3" fmla="*/ 8219170 w 12191999"/>
              <a:gd name="connsiteY3" fmla="*/ 3954324 h 6860977"/>
              <a:gd name="connsiteX4" fmla="*/ 7618345 w 12191999"/>
              <a:gd name="connsiteY4" fmla="*/ 3609140 h 6860977"/>
              <a:gd name="connsiteX5" fmla="*/ 7605887 w 12191999"/>
              <a:gd name="connsiteY5" fmla="*/ 3599449 h 6860977"/>
              <a:gd name="connsiteX6" fmla="*/ 5785940 w 12191999"/>
              <a:gd name="connsiteY6" fmla="*/ 3786803 h 6860977"/>
              <a:gd name="connsiteX7" fmla="*/ 5343243 w 12191999"/>
              <a:gd name="connsiteY7" fmla="*/ 4210568 h 6860977"/>
              <a:gd name="connsiteX8" fmla="*/ 5167802 w 12191999"/>
              <a:gd name="connsiteY8" fmla="*/ 5355251 h 6860977"/>
              <a:gd name="connsiteX9" fmla="*/ 5182617 w 12191999"/>
              <a:gd name="connsiteY9" fmla="*/ 5378546 h 6860977"/>
              <a:gd name="connsiteX10" fmla="*/ 5556830 w 12191999"/>
              <a:gd name="connsiteY10" fmla="*/ 6330933 h 6860977"/>
              <a:gd name="connsiteX11" fmla="*/ 5641975 w 12191999"/>
              <a:gd name="connsiteY11" fmla="*/ 6814073 h 6860977"/>
              <a:gd name="connsiteX12" fmla="*/ 5645641 w 12191999"/>
              <a:gd name="connsiteY12" fmla="*/ 6860977 h 6860977"/>
              <a:gd name="connsiteX13" fmla="*/ 0 w 12191999"/>
              <a:gd name="connsiteY13" fmla="*/ 6860977 h 6860977"/>
              <a:gd name="connsiteX14" fmla="*/ 0 w 12191999"/>
              <a:gd name="connsiteY14" fmla="*/ 3925627 h 6860977"/>
              <a:gd name="connsiteX15" fmla="*/ 75424 w 12191999"/>
              <a:gd name="connsiteY15" fmla="*/ 3881985 h 6860977"/>
              <a:gd name="connsiteX16" fmla="*/ 2939843 w 12191999"/>
              <a:gd name="connsiteY16" fmla="*/ 3587429 h 6860977"/>
              <a:gd name="connsiteX17" fmla="*/ 3873148 w 12191999"/>
              <a:gd name="connsiteY17" fmla="*/ 4004268 h 6860977"/>
              <a:gd name="connsiteX18" fmla="*/ 3896111 w 12191999"/>
              <a:gd name="connsiteY18" fmla="*/ 4018608 h 6860977"/>
              <a:gd name="connsiteX19" fmla="*/ 5047221 w 12191999"/>
              <a:gd name="connsiteY19" fmla="*/ 3895506 h 6860977"/>
              <a:gd name="connsiteX20" fmla="*/ 5489917 w 12191999"/>
              <a:gd name="connsiteY20" fmla="*/ 3471743 h 6860977"/>
              <a:gd name="connsiteX21" fmla="*/ 5762420 w 12191999"/>
              <a:gd name="connsiteY21" fmla="*/ 1662574 h 6860977"/>
              <a:gd name="connsiteX22" fmla="*/ 5753060 w 12191999"/>
              <a:gd name="connsiteY22" fmla="*/ 1645876 h 6860977"/>
              <a:gd name="connsiteX23" fmla="*/ 5435858 w 12191999"/>
              <a:gd name="connsiteY23" fmla="*/ 1028445 h 6860977"/>
              <a:gd name="connsiteX24" fmla="*/ 5132257 w 12191999"/>
              <a:gd name="connsiteY24" fmla="*/ 169820 h 6860977"/>
              <a:gd name="connsiteX25" fmla="*/ 5093347 w 12191999"/>
              <a:gd name="connsiteY25" fmla="*/ 0 h 6860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191999" h="6860977">
                <a:moveTo>
                  <a:pt x="12191999" y="0"/>
                </a:moveTo>
                <a:lnTo>
                  <a:pt x="12191998" y="4439403"/>
                </a:lnTo>
                <a:lnTo>
                  <a:pt x="12176876" y="4443027"/>
                </a:lnTo>
                <a:cubicBezTo>
                  <a:pt x="10852302" y="4734027"/>
                  <a:pt x="9449584" y="4568981"/>
                  <a:pt x="8219170" y="3954324"/>
                </a:cubicBezTo>
                <a:cubicBezTo>
                  <a:pt x="8013736" y="3850933"/>
                  <a:pt x="7812945" y="3737039"/>
                  <a:pt x="7618345" y="3609140"/>
                </a:cubicBezTo>
                <a:cubicBezTo>
                  <a:pt x="7614842" y="3607591"/>
                  <a:pt x="7609388" y="3600996"/>
                  <a:pt x="7605887" y="3599449"/>
                </a:cubicBezTo>
                <a:cubicBezTo>
                  <a:pt x="7042362" y="3245642"/>
                  <a:pt x="6291111" y="3306947"/>
                  <a:pt x="5785940" y="3786803"/>
                </a:cubicBezTo>
                <a:lnTo>
                  <a:pt x="5343243" y="4210568"/>
                </a:lnTo>
                <a:cubicBezTo>
                  <a:pt x="5028586" y="4515139"/>
                  <a:pt x="4966912" y="4985982"/>
                  <a:pt x="5167802" y="5355251"/>
                </a:cubicBezTo>
                <a:cubicBezTo>
                  <a:pt x="5173255" y="5361851"/>
                  <a:pt x="5177164" y="5371950"/>
                  <a:pt x="5182617" y="5378546"/>
                </a:cubicBezTo>
                <a:cubicBezTo>
                  <a:pt x="5354621" y="5680630"/>
                  <a:pt x="5476124" y="6002243"/>
                  <a:pt x="5556830" y="6330933"/>
                </a:cubicBezTo>
                <a:cubicBezTo>
                  <a:pt x="5595668" y="6490423"/>
                  <a:pt x="5624043" y="6651826"/>
                  <a:pt x="5641975" y="6814073"/>
                </a:cubicBezTo>
                <a:lnTo>
                  <a:pt x="5645641" y="6860977"/>
                </a:lnTo>
                <a:lnTo>
                  <a:pt x="0" y="6860977"/>
                </a:lnTo>
                <a:lnTo>
                  <a:pt x="0" y="3925627"/>
                </a:lnTo>
                <a:lnTo>
                  <a:pt x="75424" y="3881985"/>
                </a:lnTo>
                <a:cubicBezTo>
                  <a:pt x="962274" y="3407637"/>
                  <a:pt x="1994758" y="3310834"/>
                  <a:pt x="2939843" y="3587429"/>
                </a:cubicBezTo>
                <a:cubicBezTo>
                  <a:pt x="3263033" y="3680095"/>
                  <a:pt x="3578153" y="3819424"/>
                  <a:pt x="3873148" y="4004268"/>
                </a:cubicBezTo>
                <a:cubicBezTo>
                  <a:pt x="3880151" y="4007364"/>
                  <a:pt x="3889108" y="4015512"/>
                  <a:pt x="3896111" y="4018608"/>
                </a:cubicBezTo>
                <a:cubicBezTo>
                  <a:pt x="4254534" y="4239869"/>
                  <a:pt x="4729064" y="4198531"/>
                  <a:pt x="5047221" y="3895506"/>
                </a:cubicBezTo>
                <a:lnTo>
                  <a:pt x="5489917" y="3471743"/>
                </a:lnTo>
                <a:cubicBezTo>
                  <a:pt x="5995090" y="2991887"/>
                  <a:pt x="6088104" y="2241897"/>
                  <a:pt x="5762420" y="1662574"/>
                </a:cubicBezTo>
                <a:cubicBezTo>
                  <a:pt x="5756967" y="1655976"/>
                  <a:pt x="5755015" y="1650928"/>
                  <a:pt x="5753060" y="1645876"/>
                </a:cubicBezTo>
                <a:cubicBezTo>
                  <a:pt x="5633725" y="1442423"/>
                  <a:pt x="5527993" y="1236614"/>
                  <a:pt x="5435858" y="1028445"/>
                </a:cubicBezTo>
                <a:cubicBezTo>
                  <a:pt x="5312051" y="748717"/>
                  <a:pt x="5210873" y="461597"/>
                  <a:pt x="5132257" y="169820"/>
                </a:cubicBezTo>
                <a:lnTo>
                  <a:pt x="5093347" y="0"/>
                </a:lnTo>
                <a:close/>
              </a:path>
            </a:pathLst>
          </a:custGeom>
          <a:solidFill>
            <a:schemeClr val="bg1">
              <a:lumMod val="95000"/>
            </a:schemeClr>
          </a:solidFill>
        </p:spPr>
        <p:txBody>
          <a:bodyPr wrap="square">
            <a:noAutofit/>
          </a:bodyPr>
          <a:lstStyle>
            <a:lvl1pPr>
              <a:defRPr/>
            </a:lvl1pPr>
          </a:lstStyle>
          <a:p>
            <a:r>
              <a:rPr lang="en-US" dirty="0"/>
              <a:t> </a:t>
            </a:r>
          </a:p>
        </p:txBody>
      </p:sp>
      <p:sp>
        <p:nvSpPr>
          <p:cNvPr id="2" name="Fußzeilenplatzhalter 1">
            <a:extLst>
              <a:ext uri="{FF2B5EF4-FFF2-40B4-BE49-F238E27FC236}">
                <a16:creationId xmlns:a16="http://schemas.microsoft.com/office/drawing/2014/main" id="{B8A708B5-2E81-4F53-88C9-6BF95AE5808B}"/>
              </a:ext>
            </a:extLst>
          </p:cNvPr>
          <p:cNvSpPr>
            <a:spLocks noGrp="1"/>
          </p:cNvSpPr>
          <p:nvPr>
            <p:ph type="ftr" sz="quarter" idx="33"/>
          </p:nvPr>
        </p:nvSpPr>
        <p:spPr/>
        <p:txBody>
          <a:bodyPr/>
          <a:lstStyle/>
          <a:p>
            <a:r>
              <a:rPr lang="en-US" dirty="0"/>
              <a:t>Chart library synthetic cells</a:t>
            </a:r>
          </a:p>
        </p:txBody>
      </p:sp>
      <p:sp>
        <p:nvSpPr>
          <p:cNvPr id="10" name="Foliennummernplatzhalter 9">
            <a:extLst>
              <a:ext uri="{FF2B5EF4-FFF2-40B4-BE49-F238E27FC236}">
                <a16:creationId xmlns:a16="http://schemas.microsoft.com/office/drawing/2014/main" id="{A936BB93-689E-4A6A-B4AB-1F27A983DF1D}"/>
              </a:ext>
            </a:extLst>
          </p:cNvPr>
          <p:cNvSpPr>
            <a:spLocks noGrp="1"/>
          </p:cNvSpPr>
          <p:nvPr>
            <p:ph type="sldNum" sz="quarter" idx="34"/>
          </p:nvPr>
        </p:nvSpPr>
        <p:spPr/>
        <p:txBody>
          <a:bodyPr/>
          <a:lstStyle/>
          <a:p>
            <a:fld id="{FD5E7EB4-4CDF-47BB-AF16-07782904B863}" type="slidenum">
              <a:rPr lang="en-US" smtClean="0"/>
              <a:pPr/>
              <a:t>‹#›</a:t>
            </a:fld>
            <a:endParaRPr lang="en-US" dirty="0"/>
          </a:p>
        </p:txBody>
      </p:sp>
      <p:sp>
        <p:nvSpPr>
          <p:cNvPr id="5" name="MIO_VALID_LAYOUT">
            <a:extLst>
              <a:ext uri="{FF2B5EF4-FFF2-40B4-BE49-F238E27FC236}">
                <a16:creationId xmlns:a16="http://schemas.microsoft.com/office/drawing/2014/main" id="{C74AA828-F816-4C9D-B9BD-9590BCA1A6BE}"/>
              </a:ext>
            </a:extLst>
          </p:cNvPr>
          <p:cNvSpPr/>
          <p:nvPr userDrawn="1"/>
        </p:nvSpPr>
        <p:spPr bwMode="gray">
          <a:xfrm>
            <a:off x="11856640" y="6597171"/>
            <a:ext cx="335360" cy="260829"/>
          </a:xfrm>
          <a:prstGeom prst="rect">
            <a:avLst/>
          </a:prstGeom>
          <a:no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Tree>
    <p:extLst>
      <p:ext uri="{BB962C8B-B14F-4D97-AF65-F5344CB8AC3E}">
        <p14:creationId xmlns:p14="http://schemas.microsoft.com/office/powerpoint/2010/main" val="1994561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Brand picture | 9">
    <p:spTree>
      <p:nvGrpSpPr>
        <p:cNvPr id="1" name=""/>
        <p:cNvGrpSpPr/>
        <p:nvPr/>
      </p:nvGrpSpPr>
      <p:grpSpPr>
        <a:xfrm>
          <a:off x="0" y="0"/>
          <a:ext cx="0" cy="0"/>
          <a:chOff x="0" y="0"/>
          <a:chExt cx="0" cy="0"/>
        </a:xfrm>
      </p:grpSpPr>
      <p:sp>
        <p:nvSpPr>
          <p:cNvPr id="8" name="Bildplatzhalter 7">
            <a:extLst>
              <a:ext uri="{FF2B5EF4-FFF2-40B4-BE49-F238E27FC236}">
                <a16:creationId xmlns:a16="http://schemas.microsoft.com/office/drawing/2014/main" id="{372A7D74-B617-457C-9169-68B199A2D3AA}"/>
              </a:ext>
            </a:extLst>
          </p:cNvPr>
          <p:cNvSpPr>
            <a:spLocks noGrp="1"/>
          </p:cNvSpPr>
          <p:nvPr>
            <p:ph type="pic" sz="quarter" idx="33" hasCustomPrompt="1"/>
          </p:nvPr>
        </p:nvSpPr>
        <p:spPr bwMode="gray">
          <a:xfrm>
            <a:off x="-1" y="-2977"/>
            <a:ext cx="6854549" cy="6089964"/>
          </a:xfrm>
          <a:custGeom>
            <a:avLst/>
            <a:gdLst>
              <a:gd name="connsiteX0" fmla="*/ 1701781 w 6854549"/>
              <a:gd name="connsiteY0" fmla="*/ 0 h 6089964"/>
              <a:gd name="connsiteX1" fmla="*/ 5360507 w 6854549"/>
              <a:gd name="connsiteY1" fmla="*/ 1 h 6089964"/>
              <a:gd name="connsiteX2" fmla="*/ 5395698 w 6854549"/>
              <a:gd name="connsiteY2" fmla="*/ 22135 h 6089964"/>
              <a:gd name="connsiteX3" fmla="*/ 6281091 w 6854549"/>
              <a:gd name="connsiteY3" fmla="*/ 4633836 h 6089964"/>
              <a:gd name="connsiteX4" fmla="*/ 1679952 w 6854549"/>
              <a:gd name="connsiteY4" fmla="*/ 5519883 h 6089964"/>
              <a:gd name="connsiteX5" fmla="*/ 231403 w 6854549"/>
              <a:gd name="connsiteY5" fmla="*/ 2529092 h 6089964"/>
              <a:gd name="connsiteX6" fmla="*/ 414224 w 6854549"/>
              <a:gd name="connsiteY6" fmla="*/ 1653119 h 6089964"/>
              <a:gd name="connsiteX7" fmla="*/ 422007 w 6854549"/>
              <a:gd name="connsiteY7" fmla="*/ 1630279 h 6089964"/>
              <a:gd name="connsiteX8" fmla="*/ 104439 w 6854549"/>
              <a:gd name="connsiteY8" fmla="*/ 669083 h 6089964"/>
              <a:gd name="connsiteX9" fmla="*/ 91303 w 6854549"/>
              <a:gd name="connsiteY9" fmla="*/ 658723 h 6089964"/>
              <a:gd name="connsiteX10" fmla="*/ 0 w 6854549"/>
              <a:gd name="connsiteY10" fmla="*/ 607090 h 6089964"/>
              <a:gd name="connsiteX11" fmla="*/ 0 w 6854549"/>
              <a:gd name="connsiteY11" fmla="*/ 2 h 6089964"/>
              <a:gd name="connsiteX12" fmla="*/ 11325 w 6854549"/>
              <a:gd name="connsiteY12" fmla="*/ 1 h 6089964"/>
              <a:gd name="connsiteX13" fmla="*/ 26380 w 6854549"/>
              <a:gd name="connsiteY13" fmla="*/ 36208 h 6089964"/>
              <a:gd name="connsiteX14" fmla="*/ 298546 w 6854549"/>
              <a:gd name="connsiteY14" fmla="*/ 344039 h 6089964"/>
              <a:gd name="connsiteX15" fmla="*/ 311681 w 6854549"/>
              <a:gd name="connsiteY15" fmla="*/ 354399 h 6089964"/>
              <a:gd name="connsiteX16" fmla="*/ 1320461 w 6854549"/>
              <a:gd name="connsiteY16" fmla="*/ 294231 h 6089964"/>
              <a:gd name="connsiteX17" fmla="*/ 1337287 w 6854549"/>
              <a:gd name="connsiteY17" fmla="*/ 279376 h 6089964"/>
              <a:gd name="connsiteX18" fmla="*/ 1694449 w 6854549"/>
              <a:gd name="connsiteY18" fmla="*/ 4504 h 6089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854549" h="6089964">
                <a:moveTo>
                  <a:pt x="1701781" y="0"/>
                </a:moveTo>
                <a:lnTo>
                  <a:pt x="5360507" y="1"/>
                </a:lnTo>
                <a:lnTo>
                  <a:pt x="5395698" y="22135"/>
                </a:lnTo>
                <a:cubicBezTo>
                  <a:pt x="6915465" y="1051825"/>
                  <a:pt x="7311638" y="3117300"/>
                  <a:pt x="6281091" y="4633836"/>
                </a:cubicBezTo>
                <a:cubicBezTo>
                  <a:pt x="5253777" y="6149508"/>
                  <a:pt x="3188299" y="6545682"/>
                  <a:pt x="1679952" y="5519883"/>
                </a:cubicBezTo>
                <a:cubicBezTo>
                  <a:pt x="661821" y="4827815"/>
                  <a:pt x="147451" y="3673078"/>
                  <a:pt x="231403" y="2529092"/>
                </a:cubicBezTo>
                <a:cubicBezTo>
                  <a:pt x="249814" y="2233393"/>
                  <a:pt x="313705" y="1939465"/>
                  <a:pt x="414224" y="1653119"/>
                </a:cubicBezTo>
                <a:cubicBezTo>
                  <a:pt x="415742" y="1645792"/>
                  <a:pt x="420492" y="1637605"/>
                  <a:pt x="422007" y="1630279"/>
                </a:cubicBezTo>
                <a:cubicBezTo>
                  <a:pt x="544362" y="1282745"/>
                  <a:pt x="421703" y="886028"/>
                  <a:pt x="104439" y="669083"/>
                </a:cubicBezTo>
                <a:lnTo>
                  <a:pt x="91303" y="658723"/>
                </a:lnTo>
                <a:lnTo>
                  <a:pt x="0" y="607090"/>
                </a:lnTo>
                <a:lnTo>
                  <a:pt x="0" y="2"/>
                </a:lnTo>
                <a:lnTo>
                  <a:pt x="11325" y="1"/>
                </a:lnTo>
                <a:lnTo>
                  <a:pt x="26380" y="36208"/>
                </a:lnTo>
                <a:cubicBezTo>
                  <a:pt x="87964" y="156050"/>
                  <a:pt x="179572" y="262685"/>
                  <a:pt x="298546" y="344039"/>
                </a:cubicBezTo>
                <a:lnTo>
                  <a:pt x="311681" y="354399"/>
                </a:lnTo>
                <a:cubicBezTo>
                  <a:pt x="628945" y="571341"/>
                  <a:pt x="1041522" y="534479"/>
                  <a:pt x="1320461" y="294231"/>
                </a:cubicBezTo>
                <a:cubicBezTo>
                  <a:pt x="1326070" y="289278"/>
                  <a:pt x="1331678" y="284325"/>
                  <a:pt x="1337287" y="279376"/>
                </a:cubicBezTo>
                <a:cubicBezTo>
                  <a:pt x="1450658" y="178299"/>
                  <a:pt x="1570053" y="86872"/>
                  <a:pt x="1694449" y="4504"/>
                </a:cubicBezTo>
                <a:close/>
              </a:path>
            </a:pathLst>
          </a:custGeom>
          <a:solidFill>
            <a:schemeClr val="bg1">
              <a:lumMod val="95000"/>
            </a:schemeClr>
          </a:solidFill>
        </p:spPr>
        <p:txBody>
          <a:bodyPr wrap="square">
            <a:noAutofit/>
          </a:bodyPr>
          <a:lstStyle>
            <a:lvl1pPr>
              <a:defRPr/>
            </a:lvl1pPr>
          </a:lstStyle>
          <a:p>
            <a:r>
              <a:rPr lang="en-US" dirty="0"/>
              <a:t> </a:t>
            </a:r>
          </a:p>
        </p:txBody>
      </p:sp>
      <p:sp>
        <p:nvSpPr>
          <p:cNvPr id="4" name="Fußzeilenplatzhalter 3">
            <a:extLst>
              <a:ext uri="{FF2B5EF4-FFF2-40B4-BE49-F238E27FC236}">
                <a16:creationId xmlns:a16="http://schemas.microsoft.com/office/drawing/2014/main" id="{BF546BFA-11FA-4A75-AF85-C913ED1414AA}"/>
              </a:ext>
            </a:extLst>
          </p:cNvPr>
          <p:cNvSpPr>
            <a:spLocks noGrp="1"/>
          </p:cNvSpPr>
          <p:nvPr>
            <p:ph type="ftr" sz="quarter" idx="10"/>
          </p:nvPr>
        </p:nvSpPr>
        <p:spPr bwMode="gray"/>
        <p:txBody>
          <a:bodyPr/>
          <a:lstStyle/>
          <a:p>
            <a:r>
              <a:rPr lang="en-US" dirty="0"/>
              <a:t>Chart library synthetic cells</a:t>
            </a:r>
          </a:p>
        </p:txBody>
      </p:sp>
      <p:sp>
        <p:nvSpPr>
          <p:cNvPr id="5" name="Foliennummernplatzhalter 4">
            <a:extLst>
              <a:ext uri="{FF2B5EF4-FFF2-40B4-BE49-F238E27FC236}">
                <a16:creationId xmlns:a16="http://schemas.microsoft.com/office/drawing/2014/main" id="{0FA602A5-B6D5-4348-9CDC-85CBF065303A}"/>
              </a:ext>
            </a:extLst>
          </p:cNvPr>
          <p:cNvSpPr>
            <a:spLocks noGrp="1"/>
          </p:cNvSpPr>
          <p:nvPr>
            <p:ph type="sldNum" sz="quarter" idx="11"/>
          </p:nvPr>
        </p:nvSpPr>
        <p:spPr bwMode="gray"/>
        <p:txBody>
          <a:bodyPr/>
          <a:lstStyle/>
          <a:p>
            <a:fld id="{FD5E7EB4-4CDF-47BB-AF16-07782904B863}" type="slidenum">
              <a:rPr lang="en-US" smtClean="0"/>
              <a:pPr/>
              <a:t>‹#›</a:t>
            </a:fld>
            <a:endParaRPr lang="en-US" dirty="0"/>
          </a:p>
        </p:txBody>
      </p:sp>
      <p:sp>
        <p:nvSpPr>
          <p:cNvPr id="6" name="MIO_VALID_LAYOUT">
            <a:extLst>
              <a:ext uri="{FF2B5EF4-FFF2-40B4-BE49-F238E27FC236}">
                <a16:creationId xmlns:a16="http://schemas.microsoft.com/office/drawing/2014/main" id="{3AAF9206-61AC-4E20-A4B5-2DFC3E574C0D}"/>
              </a:ext>
            </a:extLst>
          </p:cNvPr>
          <p:cNvSpPr/>
          <p:nvPr userDrawn="1"/>
        </p:nvSpPr>
        <p:spPr bwMode="gray">
          <a:xfrm>
            <a:off x="11856640" y="6597171"/>
            <a:ext cx="335360" cy="260829"/>
          </a:xfrm>
          <a:prstGeom prst="rect">
            <a:avLst/>
          </a:prstGeom>
          <a:no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Tree>
    <p:extLst>
      <p:ext uri="{BB962C8B-B14F-4D97-AF65-F5344CB8AC3E}">
        <p14:creationId xmlns:p14="http://schemas.microsoft.com/office/powerpoint/2010/main" val="1218677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Brand picture | 10">
    <p:spTree>
      <p:nvGrpSpPr>
        <p:cNvPr id="1" name=""/>
        <p:cNvGrpSpPr/>
        <p:nvPr/>
      </p:nvGrpSpPr>
      <p:grpSpPr>
        <a:xfrm>
          <a:off x="0" y="0"/>
          <a:ext cx="0" cy="0"/>
          <a:chOff x="0" y="0"/>
          <a:chExt cx="0" cy="0"/>
        </a:xfrm>
      </p:grpSpPr>
      <p:sp>
        <p:nvSpPr>
          <p:cNvPr id="10" name="Bildplatzhalter 9">
            <a:extLst>
              <a:ext uri="{FF2B5EF4-FFF2-40B4-BE49-F238E27FC236}">
                <a16:creationId xmlns:a16="http://schemas.microsoft.com/office/drawing/2014/main" id="{5E05305C-C671-40A1-88A6-4ED89589712C}"/>
              </a:ext>
            </a:extLst>
          </p:cNvPr>
          <p:cNvSpPr>
            <a:spLocks noGrp="1"/>
          </p:cNvSpPr>
          <p:nvPr>
            <p:ph type="pic" sz="quarter" idx="21" hasCustomPrompt="1"/>
          </p:nvPr>
        </p:nvSpPr>
        <p:spPr bwMode="gray">
          <a:xfrm>
            <a:off x="0" y="0"/>
            <a:ext cx="5406261" cy="6858001"/>
          </a:xfrm>
          <a:custGeom>
            <a:avLst/>
            <a:gdLst>
              <a:gd name="connsiteX0" fmla="*/ 1 w 5406261"/>
              <a:gd name="connsiteY0" fmla="*/ 0 h 6858001"/>
              <a:gd name="connsiteX1" fmla="*/ 5404303 w 5406261"/>
              <a:gd name="connsiteY1" fmla="*/ 0 h 6858001"/>
              <a:gd name="connsiteX2" fmla="*/ 5404429 w 5406261"/>
              <a:gd name="connsiteY2" fmla="*/ 37646 h 6858001"/>
              <a:gd name="connsiteX3" fmla="*/ 5406155 w 5406261"/>
              <a:gd name="connsiteY3" fmla="*/ 88766 h 6858001"/>
              <a:gd name="connsiteX4" fmla="*/ 5405146 w 5406261"/>
              <a:gd name="connsiteY4" fmla="*/ 134860 h 6858001"/>
              <a:gd name="connsiteX5" fmla="*/ 5402991 w 5406261"/>
              <a:gd name="connsiteY5" fmla="*/ 184822 h 6858001"/>
              <a:gd name="connsiteX6" fmla="*/ 5400837 w 5406261"/>
              <a:gd name="connsiteY6" fmla="*/ 234797 h 6858001"/>
              <a:gd name="connsiteX7" fmla="*/ 5399835 w 5406261"/>
              <a:gd name="connsiteY7" fmla="*/ 280889 h 6858001"/>
              <a:gd name="connsiteX8" fmla="*/ 5396529 w 5406261"/>
              <a:gd name="connsiteY8" fmla="*/ 334735 h 6858001"/>
              <a:gd name="connsiteX9" fmla="*/ 5391647 w 5406261"/>
              <a:gd name="connsiteY9" fmla="*/ 379676 h 6858001"/>
              <a:gd name="connsiteX10" fmla="*/ 5388347 w 5406261"/>
              <a:gd name="connsiteY10" fmla="*/ 433520 h 6858001"/>
              <a:gd name="connsiteX11" fmla="*/ 5384613 w 5406261"/>
              <a:gd name="connsiteY11" fmla="*/ 474587 h 6858001"/>
              <a:gd name="connsiteX12" fmla="*/ 5380157 w 5406261"/>
              <a:gd name="connsiteY12" fmla="*/ 532314 h 6858001"/>
              <a:gd name="connsiteX13" fmla="*/ 5376424 w 5406261"/>
              <a:gd name="connsiteY13" fmla="*/ 573380 h 6858001"/>
              <a:gd name="connsiteX14" fmla="*/ 5368096 w 5406261"/>
              <a:gd name="connsiteY14" fmla="*/ 629952 h 6858001"/>
              <a:gd name="connsiteX15" fmla="*/ 5364362 w 5406261"/>
              <a:gd name="connsiteY15" fmla="*/ 671019 h 6858001"/>
              <a:gd name="connsiteX16" fmla="*/ 5356033 w 5406261"/>
              <a:gd name="connsiteY16" fmla="*/ 727593 h 6858001"/>
              <a:gd name="connsiteX17" fmla="*/ 5347276 w 5406261"/>
              <a:gd name="connsiteY17" fmla="*/ 771387 h 6858001"/>
              <a:gd name="connsiteX18" fmla="*/ 5336217 w 5406261"/>
              <a:gd name="connsiteY18" fmla="*/ 822936 h 6858001"/>
              <a:gd name="connsiteX19" fmla="*/ 5326306 w 5406261"/>
              <a:gd name="connsiteY19" fmla="*/ 870607 h 6858001"/>
              <a:gd name="connsiteX20" fmla="*/ 5316402 w 5406261"/>
              <a:gd name="connsiteY20" fmla="*/ 918275 h 6858001"/>
              <a:gd name="connsiteX21" fmla="*/ 5304197 w 5406261"/>
              <a:gd name="connsiteY21" fmla="*/ 973705 h 6858001"/>
              <a:gd name="connsiteX22" fmla="*/ 5297734 w 5406261"/>
              <a:gd name="connsiteY22" fmla="*/ 1009743 h 6858001"/>
              <a:gd name="connsiteX23" fmla="*/ 5280936 w 5406261"/>
              <a:gd name="connsiteY23" fmla="*/ 1080676 h 6858001"/>
              <a:gd name="connsiteX24" fmla="*/ 5275191 w 5406261"/>
              <a:gd name="connsiteY24" fmla="*/ 1100063 h 6858001"/>
              <a:gd name="connsiteX25" fmla="*/ 5253793 w 5406261"/>
              <a:gd name="connsiteY25" fmla="*/ 1186502 h 6858001"/>
              <a:gd name="connsiteX26" fmla="*/ 5236562 w 5406261"/>
              <a:gd name="connsiteY26" fmla="*/ 1244654 h 6858001"/>
              <a:gd name="connsiteX27" fmla="*/ 5226223 w 5406261"/>
              <a:gd name="connsiteY27" fmla="*/ 1279548 h 6858001"/>
              <a:gd name="connsiteX28" fmla="*/ 5225075 w 5406261"/>
              <a:gd name="connsiteY28" fmla="*/ 1283422 h 6858001"/>
              <a:gd name="connsiteX29" fmla="*/ 2322974 w 5406261"/>
              <a:gd name="connsiteY29" fmla="*/ 4003974 h 6858001"/>
              <a:gd name="connsiteX30" fmla="*/ 1249359 w 5406261"/>
              <a:gd name="connsiteY30" fmla="*/ 4111796 h 6858001"/>
              <a:gd name="connsiteX31" fmla="*/ 1219921 w 5406261"/>
              <a:gd name="connsiteY31" fmla="*/ 4111508 h 6858001"/>
              <a:gd name="connsiteX32" fmla="*/ 227000 w 5406261"/>
              <a:gd name="connsiteY32" fmla="*/ 4829443 h 6858001"/>
              <a:gd name="connsiteX33" fmla="*/ 592423 w 5406261"/>
              <a:gd name="connsiteY33" fmla="*/ 5802258 h 6858001"/>
              <a:gd name="connsiteX34" fmla="*/ 613385 w 5406261"/>
              <a:gd name="connsiteY34" fmla="*/ 5816909 h 6858001"/>
              <a:gd name="connsiteX35" fmla="*/ 1463282 w 5406261"/>
              <a:gd name="connsiteY35" fmla="*/ 6549509 h 6858001"/>
              <a:gd name="connsiteX36" fmla="*/ 1591714 w 5406261"/>
              <a:gd name="connsiteY36" fmla="*/ 6713760 h 6858001"/>
              <a:gd name="connsiteX37" fmla="*/ 1691135 w 5406261"/>
              <a:gd name="connsiteY37" fmla="*/ 6858001 h 6858001"/>
              <a:gd name="connsiteX38" fmla="*/ 0 w 5406261"/>
              <a:gd name="connsiteY38" fmla="*/ 685800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5406261" h="6858001">
                <a:moveTo>
                  <a:pt x="1" y="0"/>
                </a:moveTo>
                <a:lnTo>
                  <a:pt x="5404303" y="0"/>
                </a:lnTo>
                <a:lnTo>
                  <a:pt x="5404429" y="37646"/>
                </a:lnTo>
                <a:cubicBezTo>
                  <a:pt x="5403711" y="54305"/>
                  <a:pt x="5406871" y="72109"/>
                  <a:pt x="5406155" y="88766"/>
                </a:cubicBezTo>
                <a:cubicBezTo>
                  <a:pt x="5405434" y="105422"/>
                  <a:pt x="5405866" y="118205"/>
                  <a:pt x="5405146" y="134860"/>
                </a:cubicBezTo>
                <a:cubicBezTo>
                  <a:pt x="5404431" y="151516"/>
                  <a:pt x="5403710" y="168171"/>
                  <a:pt x="5402991" y="184822"/>
                </a:cubicBezTo>
                <a:cubicBezTo>
                  <a:pt x="5402274" y="201485"/>
                  <a:pt x="5401558" y="218143"/>
                  <a:pt x="5400837" y="234797"/>
                </a:cubicBezTo>
                <a:cubicBezTo>
                  <a:pt x="5401271" y="247574"/>
                  <a:pt x="5400551" y="264231"/>
                  <a:pt x="5399835" y="280889"/>
                </a:cubicBezTo>
                <a:cubicBezTo>
                  <a:pt x="5399114" y="297544"/>
                  <a:pt x="5397249" y="318080"/>
                  <a:pt x="5396529" y="334735"/>
                </a:cubicBezTo>
                <a:cubicBezTo>
                  <a:pt x="5391935" y="350239"/>
                  <a:pt x="5392363" y="363019"/>
                  <a:pt x="5391647" y="379676"/>
                </a:cubicBezTo>
                <a:cubicBezTo>
                  <a:pt x="5390932" y="396332"/>
                  <a:pt x="5389062" y="416867"/>
                  <a:pt x="5388347" y="433520"/>
                </a:cubicBezTo>
                <a:cubicBezTo>
                  <a:pt x="5388775" y="446301"/>
                  <a:pt x="5384180" y="461809"/>
                  <a:pt x="5384613" y="474587"/>
                </a:cubicBezTo>
                <a:cubicBezTo>
                  <a:pt x="5382743" y="495122"/>
                  <a:pt x="5382028" y="511778"/>
                  <a:pt x="5380157" y="532314"/>
                </a:cubicBezTo>
                <a:cubicBezTo>
                  <a:pt x="5380588" y="545090"/>
                  <a:pt x="5375993" y="560598"/>
                  <a:pt x="5376424" y="573380"/>
                </a:cubicBezTo>
                <a:cubicBezTo>
                  <a:pt x="5370681" y="592761"/>
                  <a:pt x="5369965" y="609419"/>
                  <a:pt x="5368096" y="629952"/>
                </a:cubicBezTo>
                <a:cubicBezTo>
                  <a:pt x="5368529" y="642732"/>
                  <a:pt x="5363934" y="658239"/>
                  <a:pt x="5364362" y="671019"/>
                </a:cubicBezTo>
                <a:cubicBezTo>
                  <a:pt x="5362498" y="691551"/>
                  <a:pt x="5357903" y="707058"/>
                  <a:pt x="5356033" y="727593"/>
                </a:cubicBezTo>
                <a:cubicBezTo>
                  <a:pt x="5351438" y="743101"/>
                  <a:pt x="5351871" y="755879"/>
                  <a:pt x="5347276" y="771387"/>
                </a:cubicBezTo>
                <a:cubicBezTo>
                  <a:pt x="5342681" y="786894"/>
                  <a:pt x="5340812" y="807428"/>
                  <a:pt x="5336217" y="822936"/>
                </a:cubicBezTo>
                <a:cubicBezTo>
                  <a:pt x="5331623" y="838440"/>
                  <a:pt x="5330901" y="855099"/>
                  <a:pt x="5326306" y="870607"/>
                </a:cubicBezTo>
                <a:cubicBezTo>
                  <a:pt x="5321711" y="886114"/>
                  <a:pt x="5320996" y="902770"/>
                  <a:pt x="5316402" y="918275"/>
                </a:cubicBezTo>
                <a:cubicBezTo>
                  <a:pt x="5311806" y="933786"/>
                  <a:pt x="5309941" y="954319"/>
                  <a:pt x="5304197" y="973705"/>
                </a:cubicBezTo>
                <a:cubicBezTo>
                  <a:pt x="5304626" y="986482"/>
                  <a:pt x="5301181" y="998110"/>
                  <a:pt x="5297734" y="1009743"/>
                </a:cubicBezTo>
                <a:cubicBezTo>
                  <a:pt x="5290841" y="1033005"/>
                  <a:pt x="5287828" y="1057416"/>
                  <a:pt x="5280936" y="1080676"/>
                </a:cubicBezTo>
                <a:cubicBezTo>
                  <a:pt x="5279786" y="1084555"/>
                  <a:pt x="5277489" y="1092308"/>
                  <a:pt x="5275191" y="1100063"/>
                </a:cubicBezTo>
                <a:cubicBezTo>
                  <a:pt x="5271025" y="1128348"/>
                  <a:pt x="5261835" y="1159363"/>
                  <a:pt x="5253793" y="1186502"/>
                </a:cubicBezTo>
                <a:cubicBezTo>
                  <a:pt x="5248050" y="1205885"/>
                  <a:pt x="5242306" y="1225270"/>
                  <a:pt x="5236562" y="1244654"/>
                </a:cubicBezTo>
                <a:cubicBezTo>
                  <a:pt x="5233116" y="1256285"/>
                  <a:pt x="5229670" y="1267916"/>
                  <a:pt x="5226223" y="1279548"/>
                </a:cubicBezTo>
                <a:cubicBezTo>
                  <a:pt x="5225075" y="1283422"/>
                  <a:pt x="5225075" y="1283422"/>
                  <a:pt x="5225075" y="1283422"/>
                </a:cubicBezTo>
                <a:cubicBezTo>
                  <a:pt x="4792571" y="2686140"/>
                  <a:pt x="3658067" y="3682635"/>
                  <a:pt x="2322974" y="4003974"/>
                </a:cubicBezTo>
                <a:cubicBezTo>
                  <a:pt x="1977786" y="4087252"/>
                  <a:pt x="1615797" y="4127594"/>
                  <a:pt x="1249359" y="4111796"/>
                </a:cubicBezTo>
                <a:cubicBezTo>
                  <a:pt x="1240455" y="4113378"/>
                  <a:pt x="1228827" y="4109932"/>
                  <a:pt x="1219921" y="4111508"/>
                </a:cubicBezTo>
                <a:cubicBezTo>
                  <a:pt x="772931" y="4097145"/>
                  <a:pt x="359106" y="4383598"/>
                  <a:pt x="227000" y="4829443"/>
                </a:cubicBezTo>
                <a:cubicBezTo>
                  <a:pt x="114421" y="5209377"/>
                  <a:pt x="272219" y="5601951"/>
                  <a:pt x="592423" y="5802258"/>
                </a:cubicBezTo>
                <a:cubicBezTo>
                  <a:pt x="599030" y="5808437"/>
                  <a:pt x="605636" y="5814613"/>
                  <a:pt x="613385" y="5816909"/>
                </a:cubicBezTo>
                <a:cubicBezTo>
                  <a:pt x="938613" y="6014491"/>
                  <a:pt x="1227226" y="6264480"/>
                  <a:pt x="1463282" y="6549509"/>
                </a:cubicBezTo>
                <a:cubicBezTo>
                  <a:pt x="1507785" y="6603022"/>
                  <a:pt x="1550612" y="6657802"/>
                  <a:pt x="1591714" y="6713760"/>
                </a:cubicBezTo>
                <a:lnTo>
                  <a:pt x="1691135" y="6858001"/>
                </a:lnTo>
                <a:lnTo>
                  <a:pt x="0" y="6858001"/>
                </a:lnTo>
                <a:close/>
              </a:path>
            </a:pathLst>
          </a:custGeom>
          <a:solidFill>
            <a:schemeClr val="bg1">
              <a:lumMod val="95000"/>
            </a:schemeClr>
          </a:solidFill>
        </p:spPr>
        <p:txBody>
          <a:bodyPr wrap="square">
            <a:noAutofit/>
          </a:bodyPr>
          <a:lstStyle>
            <a:lvl1pPr>
              <a:defRPr/>
            </a:lvl1pPr>
          </a:lstStyle>
          <a:p>
            <a:r>
              <a:rPr lang="en-US" dirty="0"/>
              <a:t> </a:t>
            </a:r>
          </a:p>
        </p:txBody>
      </p:sp>
      <p:sp>
        <p:nvSpPr>
          <p:cNvPr id="2" name="Fußzeilenplatzhalter 1">
            <a:extLst>
              <a:ext uri="{FF2B5EF4-FFF2-40B4-BE49-F238E27FC236}">
                <a16:creationId xmlns:a16="http://schemas.microsoft.com/office/drawing/2014/main" id="{B6EBD744-F04B-4A42-94C0-B2DA2B4E03BE}"/>
              </a:ext>
            </a:extLst>
          </p:cNvPr>
          <p:cNvSpPr>
            <a:spLocks noGrp="1"/>
          </p:cNvSpPr>
          <p:nvPr>
            <p:ph type="ftr" sz="quarter" idx="11"/>
          </p:nvPr>
        </p:nvSpPr>
        <p:spPr/>
        <p:txBody>
          <a:bodyPr/>
          <a:lstStyle/>
          <a:p>
            <a:r>
              <a:rPr lang="en-US" dirty="0"/>
              <a:t>Chart library synthetic cells</a:t>
            </a:r>
          </a:p>
        </p:txBody>
      </p:sp>
      <p:sp>
        <p:nvSpPr>
          <p:cNvPr id="3" name="Foliennummernplatzhalter 2">
            <a:extLst>
              <a:ext uri="{FF2B5EF4-FFF2-40B4-BE49-F238E27FC236}">
                <a16:creationId xmlns:a16="http://schemas.microsoft.com/office/drawing/2014/main" id="{23A5FD9E-F40B-42E4-A865-25598BF80DA6}"/>
              </a:ext>
            </a:extLst>
          </p:cNvPr>
          <p:cNvSpPr>
            <a:spLocks noGrp="1"/>
          </p:cNvSpPr>
          <p:nvPr>
            <p:ph type="sldNum" sz="quarter" idx="12"/>
          </p:nvPr>
        </p:nvSpPr>
        <p:spPr/>
        <p:txBody>
          <a:bodyPr/>
          <a:lstStyle/>
          <a:p>
            <a:fld id="{FD5E7EB4-4CDF-47BB-AF16-07782904B863}" type="slidenum">
              <a:rPr lang="en-US" smtClean="0"/>
              <a:pPr/>
              <a:t>‹#›</a:t>
            </a:fld>
            <a:endParaRPr lang="en-US" dirty="0"/>
          </a:p>
        </p:txBody>
      </p:sp>
      <p:sp>
        <p:nvSpPr>
          <p:cNvPr id="5" name="MIO_VALID_LAYOUT">
            <a:extLst>
              <a:ext uri="{FF2B5EF4-FFF2-40B4-BE49-F238E27FC236}">
                <a16:creationId xmlns:a16="http://schemas.microsoft.com/office/drawing/2014/main" id="{3D1D9F0D-F866-4E4C-AE40-E8C4C6BEA426}"/>
              </a:ext>
            </a:extLst>
          </p:cNvPr>
          <p:cNvSpPr/>
          <p:nvPr userDrawn="1"/>
        </p:nvSpPr>
        <p:spPr bwMode="gray">
          <a:xfrm>
            <a:off x="11856640" y="6597171"/>
            <a:ext cx="335360" cy="260829"/>
          </a:xfrm>
          <a:prstGeom prst="rect">
            <a:avLst/>
          </a:prstGeom>
          <a:no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Tree>
    <p:extLst>
      <p:ext uri="{BB962C8B-B14F-4D97-AF65-F5344CB8AC3E}">
        <p14:creationId xmlns:p14="http://schemas.microsoft.com/office/powerpoint/2010/main" val="3443528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Brand picture | 11">
    <p:spTree>
      <p:nvGrpSpPr>
        <p:cNvPr id="1" name=""/>
        <p:cNvGrpSpPr/>
        <p:nvPr/>
      </p:nvGrpSpPr>
      <p:grpSpPr>
        <a:xfrm>
          <a:off x="0" y="0"/>
          <a:ext cx="0" cy="0"/>
          <a:chOff x="0" y="0"/>
          <a:chExt cx="0" cy="0"/>
        </a:xfrm>
      </p:grpSpPr>
      <p:sp>
        <p:nvSpPr>
          <p:cNvPr id="8" name="Bildplatzhalter 7">
            <a:extLst>
              <a:ext uri="{FF2B5EF4-FFF2-40B4-BE49-F238E27FC236}">
                <a16:creationId xmlns:a16="http://schemas.microsoft.com/office/drawing/2014/main" id="{B35BC531-97FB-4111-AE50-134C967EDA91}"/>
              </a:ext>
            </a:extLst>
          </p:cNvPr>
          <p:cNvSpPr>
            <a:spLocks noGrp="1"/>
          </p:cNvSpPr>
          <p:nvPr>
            <p:ph type="pic" sz="quarter" idx="10" hasCustomPrompt="1"/>
          </p:nvPr>
        </p:nvSpPr>
        <p:spPr bwMode="gray">
          <a:xfrm>
            <a:off x="-1" y="0"/>
            <a:ext cx="5225203" cy="6858000"/>
          </a:xfrm>
          <a:custGeom>
            <a:avLst/>
            <a:gdLst>
              <a:gd name="connsiteX0" fmla="*/ 0 w 5225203"/>
              <a:gd name="connsiteY0" fmla="*/ 0 h 6858000"/>
              <a:gd name="connsiteX1" fmla="*/ 2141852 w 5225203"/>
              <a:gd name="connsiteY1" fmla="*/ 0 h 6858000"/>
              <a:gd name="connsiteX2" fmla="*/ 2129901 w 5225203"/>
              <a:gd name="connsiteY2" fmla="*/ 57373 h 6858000"/>
              <a:gd name="connsiteX3" fmla="*/ 1867667 w 5225203"/>
              <a:gd name="connsiteY3" fmla="*/ 746067 h 6858000"/>
              <a:gd name="connsiteX4" fmla="*/ 1411442 w 5225203"/>
              <a:gd name="connsiteY4" fmla="*/ 1375728 h 6858000"/>
              <a:gd name="connsiteX5" fmla="*/ 1397184 w 5225203"/>
              <a:gd name="connsiteY5" fmla="*/ 1391439 h 6858000"/>
              <a:gd name="connsiteX6" fmla="*/ 1308083 w 5225203"/>
              <a:gd name="connsiteY6" fmla="*/ 2269910 h 6858000"/>
              <a:gd name="connsiteX7" fmla="*/ 2006870 w 5225203"/>
              <a:gd name="connsiteY7" fmla="*/ 2539165 h 6858000"/>
              <a:gd name="connsiteX8" fmla="*/ 2024797 w 5225203"/>
              <a:gd name="connsiteY8" fmla="*/ 2534895 h 6858000"/>
              <a:gd name="connsiteX9" fmla="*/ 2826327 w 5225203"/>
              <a:gd name="connsiteY9" fmla="*/ 2428253 h 6858000"/>
              <a:gd name="connsiteX10" fmla="*/ 4854267 w 5225203"/>
              <a:gd name="connsiteY10" fmla="*/ 3600901 h 6858000"/>
              <a:gd name="connsiteX11" fmla="*/ 4457202 w 5225203"/>
              <a:gd name="connsiteY11" fmla="*/ 6705754 h 6858000"/>
              <a:gd name="connsiteX12" fmla="*/ 4280051 w 5225203"/>
              <a:gd name="connsiteY12" fmla="*/ 6858000 h 6858000"/>
              <a:gd name="connsiteX13" fmla="*/ 1235618 w 5225203"/>
              <a:gd name="connsiteY13" fmla="*/ 6858000 h 6858000"/>
              <a:gd name="connsiteX14" fmla="*/ 1134227 w 5225203"/>
              <a:gd name="connsiteY14" fmla="*/ 6778487 h 6858000"/>
              <a:gd name="connsiteX15" fmla="*/ 650792 w 5225203"/>
              <a:gd name="connsiteY15" fmla="*/ 6210676 h 6858000"/>
              <a:gd name="connsiteX16" fmla="*/ 503325 w 5225203"/>
              <a:gd name="connsiteY16" fmla="*/ 3873945 h 6858000"/>
              <a:gd name="connsiteX17" fmla="*/ 954425 w 5225203"/>
              <a:gd name="connsiteY17" fmla="*/ 3202877 h 6858000"/>
              <a:gd name="connsiteX18" fmla="*/ 967740 w 5225203"/>
              <a:gd name="connsiteY18" fmla="*/ 3191181 h 6858000"/>
              <a:gd name="connsiteX19" fmla="*/ 1038846 w 5225203"/>
              <a:gd name="connsiteY19" fmla="*/ 2443928 h 6858000"/>
              <a:gd name="connsiteX20" fmla="*/ 214474 w 5225203"/>
              <a:gd name="connsiteY20" fmla="*/ 2132598 h 6858000"/>
              <a:gd name="connsiteX21" fmla="*/ 194072 w 5225203"/>
              <a:gd name="connsiteY21" fmla="*/ 2138405 h 6858000"/>
              <a:gd name="connsiteX22" fmla="*/ 5466 w 5225203"/>
              <a:gd name="connsiteY22" fmla="*/ 2190766 h 6858000"/>
              <a:gd name="connsiteX23" fmla="*/ 1 w 5225203"/>
              <a:gd name="connsiteY23" fmla="*/ 219187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225203" h="6858000">
                <a:moveTo>
                  <a:pt x="0" y="0"/>
                </a:moveTo>
                <a:lnTo>
                  <a:pt x="2141852" y="0"/>
                </a:lnTo>
                <a:lnTo>
                  <a:pt x="2129901" y="57373"/>
                </a:lnTo>
                <a:cubicBezTo>
                  <a:pt x="2072207" y="296247"/>
                  <a:pt x="1984299" y="527889"/>
                  <a:pt x="1867667" y="746067"/>
                </a:cubicBezTo>
                <a:cubicBezTo>
                  <a:pt x="1747152" y="971798"/>
                  <a:pt x="1595475" y="1186014"/>
                  <a:pt x="1411442" y="1375728"/>
                </a:cubicBezTo>
                <a:cubicBezTo>
                  <a:pt x="1408025" y="1381280"/>
                  <a:pt x="1400599" y="1385890"/>
                  <a:pt x="1397184" y="1391439"/>
                </a:cubicBezTo>
                <a:cubicBezTo>
                  <a:pt x="1175337" y="1625209"/>
                  <a:pt x="1131332" y="1985220"/>
                  <a:pt x="1308083" y="2269910"/>
                </a:cubicBezTo>
                <a:cubicBezTo>
                  <a:pt x="1458706" y="2512513"/>
                  <a:pt x="1745646" y="2615605"/>
                  <a:pt x="2006870" y="2539165"/>
                </a:cubicBezTo>
                <a:cubicBezTo>
                  <a:pt x="2013359" y="2538567"/>
                  <a:pt x="2019846" y="2537969"/>
                  <a:pt x="2024797" y="2534895"/>
                </a:cubicBezTo>
                <a:cubicBezTo>
                  <a:pt x="2286959" y="2454443"/>
                  <a:pt x="2559801" y="2418811"/>
                  <a:pt x="2826327" y="2428253"/>
                </a:cubicBezTo>
                <a:cubicBezTo>
                  <a:pt x="3628382" y="2455045"/>
                  <a:pt x="4399327" y="2868143"/>
                  <a:pt x="4854267" y="3600901"/>
                </a:cubicBezTo>
                <a:cubicBezTo>
                  <a:pt x="5482837" y="4618150"/>
                  <a:pt x="5287624" y="5915767"/>
                  <a:pt x="4457202" y="6705754"/>
                </a:cubicBezTo>
                <a:lnTo>
                  <a:pt x="4280051" y="6858000"/>
                </a:lnTo>
                <a:lnTo>
                  <a:pt x="1235618" y="6858000"/>
                </a:lnTo>
                <a:lnTo>
                  <a:pt x="1134227" y="6778487"/>
                </a:lnTo>
                <a:cubicBezTo>
                  <a:pt x="949947" y="6618713"/>
                  <a:pt x="786238" y="6428834"/>
                  <a:pt x="650792" y="6210676"/>
                </a:cubicBezTo>
                <a:cubicBezTo>
                  <a:pt x="195851" y="5477919"/>
                  <a:pt x="170046" y="4602193"/>
                  <a:pt x="503325" y="3873945"/>
                </a:cubicBezTo>
                <a:cubicBezTo>
                  <a:pt x="613084" y="3630881"/>
                  <a:pt x="766036" y="3402155"/>
                  <a:pt x="954425" y="3202877"/>
                </a:cubicBezTo>
                <a:cubicBezTo>
                  <a:pt x="959375" y="3199803"/>
                  <a:pt x="964327" y="3196730"/>
                  <a:pt x="967740" y="3191181"/>
                </a:cubicBezTo>
                <a:cubicBezTo>
                  <a:pt x="1152116" y="2990964"/>
                  <a:pt x="1189470" y="2686531"/>
                  <a:pt x="1038846" y="2443928"/>
                </a:cubicBezTo>
                <a:cubicBezTo>
                  <a:pt x="862093" y="2159239"/>
                  <a:pt x="519916" y="2038995"/>
                  <a:pt x="214474" y="2132598"/>
                </a:cubicBezTo>
                <a:cubicBezTo>
                  <a:pt x="207986" y="2133196"/>
                  <a:pt x="200560" y="2137807"/>
                  <a:pt x="194072" y="2138405"/>
                </a:cubicBezTo>
                <a:cubicBezTo>
                  <a:pt x="131776" y="2158219"/>
                  <a:pt x="68848" y="2175637"/>
                  <a:pt x="5466" y="2190766"/>
                </a:cubicBezTo>
                <a:lnTo>
                  <a:pt x="1" y="2191871"/>
                </a:lnTo>
                <a:close/>
              </a:path>
            </a:pathLst>
          </a:custGeom>
          <a:solidFill>
            <a:schemeClr val="bg1">
              <a:lumMod val="95000"/>
            </a:schemeClr>
          </a:solidFill>
        </p:spPr>
        <p:txBody>
          <a:bodyPr wrap="square">
            <a:noAutofit/>
          </a:bodyPr>
          <a:lstStyle>
            <a:lvl1pPr>
              <a:defRPr/>
            </a:lvl1pPr>
          </a:lstStyle>
          <a:p>
            <a:r>
              <a:rPr lang="en-US" dirty="0"/>
              <a:t> </a:t>
            </a:r>
          </a:p>
        </p:txBody>
      </p:sp>
      <p:sp>
        <p:nvSpPr>
          <p:cNvPr id="2" name="Fußzeilenplatzhalter 1">
            <a:extLst>
              <a:ext uri="{FF2B5EF4-FFF2-40B4-BE49-F238E27FC236}">
                <a16:creationId xmlns:a16="http://schemas.microsoft.com/office/drawing/2014/main" id="{B848E666-918C-4466-8B4A-C415C4011947}"/>
              </a:ext>
            </a:extLst>
          </p:cNvPr>
          <p:cNvSpPr>
            <a:spLocks noGrp="1"/>
          </p:cNvSpPr>
          <p:nvPr>
            <p:ph type="ftr" sz="quarter" idx="11"/>
          </p:nvPr>
        </p:nvSpPr>
        <p:spPr/>
        <p:txBody>
          <a:bodyPr/>
          <a:lstStyle/>
          <a:p>
            <a:r>
              <a:rPr lang="en-US" dirty="0"/>
              <a:t>Chart library synthetic cells</a:t>
            </a:r>
          </a:p>
        </p:txBody>
      </p:sp>
      <p:sp>
        <p:nvSpPr>
          <p:cNvPr id="3" name="Foliennummernplatzhalter 2">
            <a:extLst>
              <a:ext uri="{FF2B5EF4-FFF2-40B4-BE49-F238E27FC236}">
                <a16:creationId xmlns:a16="http://schemas.microsoft.com/office/drawing/2014/main" id="{4EF7A3C7-766A-460E-AC1A-307B8DD15D3C}"/>
              </a:ext>
            </a:extLst>
          </p:cNvPr>
          <p:cNvSpPr>
            <a:spLocks noGrp="1"/>
          </p:cNvSpPr>
          <p:nvPr>
            <p:ph type="sldNum" sz="quarter" idx="12"/>
          </p:nvPr>
        </p:nvSpPr>
        <p:spPr/>
        <p:txBody>
          <a:bodyPr/>
          <a:lstStyle/>
          <a:p>
            <a:fld id="{FD5E7EB4-4CDF-47BB-AF16-07782904B863}" type="slidenum">
              <a:rPr lang="en-US" smtClean="0"/>
              <a:pPr/>
              <a:t>‹#›</a:t>
            </a:fld>
            <a:endParaRPr lang="en-US" dirty="0"/>
          </a:p>
        </p:txBody>
      </p:sp>
      <p:sp>
        <p:nvSpPr>
          <p:cNvPr id="6" name="MIO_VALID_LAYOUT">
            <a:extLst>
              <a:ext uri="{FF2B5EF4-FFF2-40B4-BE49-F238E27FC236}">
                <a16:creationId xmlns:a16="http://schemas.microsoft.com/office/drawing/2014/main" id="{A31E1ECB-FBE2-4D2B-9E74-A333DAF1E554}"/>
              </a:ext>
            </a:extLst>
          </p:cNvPr>
          <p:cNvSpPr/>
          <p:nvPr userDrawn="1"/>
        </p:nvSpPr>
        <p:spPr bwMode="gray">
          <a:xfrm>
            <a:off x="11856640" y="6597171"/>
            <a:ext cx="335360" cy="260829"/>
          </a:xfrm>
          <a:prstGeom prst="rect">
            <a:avLst/>
          </a:prstGeom>
          <a:no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Tree>
    <p:extLst>
      <p:ext uri="{BB962C8B-B14F-4D97-AF65-F5344CB8AC3E}">
        <p14:creationId xmlns:p14="http://schemas.microsoft.com/office/powerpoint/2010/main" val="3903392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Brand picture | 12">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F306EA6B-5238-4358-A97A-7C1D663C366E}"/>
              </a:ext>
            </a:extLst>
          </p:cNvPr>
          <p:cNvSpPr>
            <a:spLocks noGrp="1"/>
          </p:cNvSpPr>
          <p:nvPr>
            <p:ph type="pic" sz="quarter" idx="38" hasCustomPrompt="1"/>
          </p:nvPr>
        </p:nvSpPr>
        <p:spPr bwMode="gray">
          <a:xfrm>
            <a:off x="-1" y="3148948"/>
            <a:ext cx="9094761" cy="3709054"/>
          </a:xfrm>
          <a:custGeom>
            <a:avLst/>
            <a:gdLst>
              <a:gd name="connsiteX0" fmla="*/ 6261326 w 9094761"/>
              <a:gd name="connsiteY0" fmla="*/ 57 h 3709054"/>
              <a:gd name="connsiteX1" fmla="*/ 9077624 w 9094761"/>
              <a:gd name="connsiteY1" fmla="*/ 2495229 h 3709054"/>
              <a:gd name="connsiteX2" fmla="*/ 8977648 w 9094761"/>
              <a:gd name="connsiteY2" fmla="*/ 3607441 h 3709054"/>
              <a:gd name="connsiteX3" fmla="*/ 8941743 w 9094761"/>
              <a:gd name="connsiteY3" fmla="*/ 3709054 h 3709054"/>
              <a:gd name="connsiteX4" fmla="*/ 3610546 w 9094761"/>
              <a:gd name="connsiteY4" fmla="*/ 3709054 h 3709054"/>
              <a:gd name="connsiteX5" fmla="*/ 3601865 w 9094761"/>
              <a:gd name="connsiteY5" fmla="*/ 3691622 h 3709054"/>
              <a:gd name="connsiteX6" fmla="*/ 2922867 w 9094761"/>
              <a:gd name="connsiteY6" fmla="*/ 3355761 h 3709054"/>
              <a:gd name="connsiteX7" fmla="*/ 2353178 w 9094761"/>
              <a:gd name="connsiteY7" fmla="*/ 3681895 h 3709054"/>
              <a:gd name="connsiteX8" fmla="*/ 2336170 w 9094761"/>
              <a:gd name="connsiteY8" fmla="*/ 3709053 h 3709054"/>
              <a:gd name="connsiteX9" fmla="*/ 1 w 9094761"/>
              <a:gd name="connsiteY9" fmla="*/ 3709054 h 3709054"/>
              <a:gd name="connsiteX10" fmla="*/ 0 w 9094761"/>
              <a:gd name="connsiteY10" fmla="*/ 510616 h 3709054"/>
              <a:gd name="connsiteX11" fmla="*/ 109879 w 9094761"/>
              <a:gd name="connsiteY11" fmla="*/ 548521 h 3709054"/>
              <a:gd name="connsiteX12" fmla="*/ 1590530 w 9094761"/>
              <a:gd name="connsiteY12" fmla="*/ 1676490 h 3709054"/>
              <a:gd name="connsiteX13" fmla="*/ 2011791 w 9094761"/>
              <a:gd name="connsiteY13" fmla="*/ 2451624 h 3709054"/>
              <a:gd name="connsiteX14" fmla="*/ 2020895 w 9094761"/>
              <a:gd name="connsiteY14" fmla="*/ 2473907 h 3709054"/>
              <a:gd name="connsiteX15" fmla="*/ 2876499 w 9094761"/>
              <a:gd name="connsiteY15" fmla="*/ 2995013 h 3709054"/>
              <a:gd name="connsiteX16" fmla="*/ 3494078 w 9094761"/>
              <a:gd name="connsiteY16" fmla="*/ 2411492 h 3709054"/>
              <a:gd name="connsiteX17" fmla="*/ 3498480 w 9094761"/>
              <a:gd name="connsiteY17" fmla="*/ 2391055 h 3709054"/>
              <a:gd name="connsiteX18" fmla="*/ 3781569 w 9094761"/>
              <a:gd name="connsiteY18" fmla="*/ 1518415 h 3709054"/>
              <a:gd name="connsiteX19" fmla="*/ 5974321 w 9094761"/>
              <a:gd name="connsiteY19" fmla="*/ 16461 h 3709054"/>
              <a:gd name="connsiteX20" fmla="*/ 6261326 w 9094761"/>
              <a:gd name="connsiteY20" fmla="*/ 57 h 3709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094761" h="3709054">
                <a:moveTo>
                  <a:pt x="6261326" y="57"/>
                </a:moveTo>
                <a:cubicBezTo>
                  <a:pt x="7684860" y="-9032"/>
                  <a:pt x="8916481" y="1059931"/>
                  <a:pt x="9077624" y="2495229"/>
                </a:cubicBezTo>
                <a:cubicBezTo>
                  <a:pt x="9120134" y="2881349"/>
                  <a:pt x="9082357" y="3257601"/>
                  <a:pt x="8977648" y="3607441"/>
                </a:cubicBezTo>
                <a:lnTo>
                  <a:pt x="8941743" y="3709054"/>
                </a:lnTo>
                <a:lnTo>
                  <a:pt x="3610546" y="3709054"/>
                </a:lnTo>
                <a:lnTo>
                  <a:pt x="3601865" y="3691622"/>
                </a:lnTo>
                <a:cubicBezTo>
                  <a:pt x="3464466" y="3464197"/>
                  <a:pt x="3204654" y="3324738"/>
                  <a:pt x="2922867" y="3355761"/>
                </a:cubicBezTo>
                <a:cubicBezTo>
                  <a:pt x="2686675" y="3381765"/>
                  <a:pt x="2484612" y="3505349"/>
                  <a:pt x="2353178" y="3681895"/>
                </a:cubicBezTo>
                <a:lnTo>
                  <a:pt x="2336170" y="3709053"/>
                </a:lnTo>
                <a:lnTo>
                  <a:pt x="1" y="3709054"/>
                </a:lnTo>
                <a:lnTo>
                  <a:pt x="0" y="510616"/>
                </a:lnTo>
                <a:lnTo>
                  <a:pt x="109879" y="548521"/>
                </a:lnTo>
                <a:cubicBezTo>
                  <a:pt x="701464" y="774279"/>
                  <a:pt x="1216461" y="1167640"/>
                  <a:pt x="1590530" y="1676490"/>
                </a:cubicBezTo>
                <a:cubicBezTo>
                  <a:pt x="1762613" y="1910312"/>
                  <a:pt x="1907660" y="2170405"/>
                  <a:pt x="2011791" y="2451624"/>
                </a:cubicBezTo>
                <a:cubicBezTo>
                  <a:pt x="2015800" y="2457833"/>
                  <a:pt x="2016886" y="2467691"/>
                  <a:pt x="2020895" y="2473907"/>
                </a:cubicBezTo>
                <a:cubicBezTo>
                  <a:pt x="2151616" y="2815393"/>
                  <a:pt x="2498592" y="3036618"/>
                  <a:pt x="2876499" y="2995013"/>
                </a:cubicBezTo>
                <a:cubicBezTo>
                  <a:pt x="3198541" y="2959556"/>
                  <a:pt x="3444488" y="2716293"/>
                  <a:pt x="3494078" y="2411492"/>
                </a:cubicBezTo>
                <a:cubicBezTo>
                  <a:pt x="3496641" y="2404560"/>
                  <a:pt x="3499204" y="2397626"/>
                  <a:pt x="3498480" y="2391055"/>
                </a:cubicBezTo>
                <a:cubicBezTo>
                  <a:pt x="3544423" y="2083331"/>
                  <a:pt x="3641469" y="1786613"/>
                  <a:pt x="3781569" y="1518415"/>
                </a:cubicBezTo>
                <a:cubicBezTo>
                  <a:pt x="4201501" y="710538"/>
                  <a:pt x="5001623" y="123550"/>
                  <a:pt x="5974321" y="16461"/>
                </a:cubicBezTo>
                <a:cubicBezTo>
                  <a:pt x="6070669" y="6060"/>
                  <a:pt x="6166424" y="663"/>
                  <a:pt x="6261326" y="57"/>
                </a:cubicBezTo>
                <a:close/>
              </a:path>
            </a:pathLst>
          </a:custGeom>
          <a:solidFill>
            <a:schemeClr val="bg1">
              <a:lumMod val="95000"/>
            </a:schemeClr>
          </a:solidFill>
        </p:spPr>
        <p:txBody>
          <a:bodyPr wrap="square">
            <a:noAutofit/>
          </a:bodyPr>
          <a:lstStyle>
            <a:lvl1pPr>
              <a:defRPr/>
            </a:lvl1pPr>
          </a:lstStyle>
          <a:p>
            <a:r>
              <a:rPr lang="en-US" dirty="0"/>
              <a:t> </a:t>
            </a:r>
          </a:p>
        </p:txBody>
      </p:sp>
      <p:sp>
        <p:nvSpPr>
          <p:cNvPr id="10" name="Bildplatzhalter 9">
            <a:extLst>
              <a:ext uri="{FF2B5EF4-FFF2-40B4-BE49-F238E27FC236}">
                <a16:creationId xmlns:a16="http://schemas.microsoft.com/office/drawing/2014/main" id="{22AE58AE-85D4-4FAC-ACBB-8FF1DC5DC49A}"/>
              </a:ext>
            </a:extLst>
          </p:cNvPr>
          <p:cNvSpPr>
            <a:spLocks noGrp="1"/>
          </p:cNvSpPr>
          <p:nvPr>
            <p:ph type="pic" sz="quarter" idx="39" hasCustomPrompt="1"/>
          </p:nvPr>
        </p:nvSpPr>
        <p:spPr bwMode="gray">
          <a:xfrm>
            <a:off x="8383120" y="-2977"/>
            <a:ext cx="3808880" cy="4610411"/>
          </a:xfrm>
          <a:custGeom>
            <a:avLst/>
            <a:gdLst>
              <a:gd name="connsiteX0" fmla="*/ 283478 w 3808880"/>
              <a:gd name="connsiteY0" fmla="*/ 0 h 4610411"/>
              <a:gd name="connsiteX1" fmla="*/ 3808880 w 3808880"/>
              <a:gd name="connsiteY1" fmla="*/ 0 h 4610411"/>
              <a:gd name="connsiteX2" fmla="*/ 3808880 w 3808880"/>
              <a:gd name="connsiteY2" fmla="*/ 4563668 h 4610411"/>
              <a:gd name="connsiteX3" fmla="*/ 3662997 w 3808880"/>
              <a:gd name="connsiteY3" fmla="*/ 4588108 h 4610411"/>
              <a:gd name="connsiteX4" fmla="*/ 2365209 w 3808880"/>
              <a:gd name="connsiteY4" fmla="*/ 4478735 h 4610411"/>
              <a:gd name="connsiteX5" fmla="*/ 131676 w 3808880"/>
              <a:gd name="connsiteY5" fmla="*/ 414184 h 4610411"/>
              <a:gd name="connsiteX6" fmla="*/ 202352 w 3808880"/>
              <a:gd name="connsiteY6" fmla="*/ 199678 h 4610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08880" h="4610411">
                <a:moveTo>
                  <a:pt x="283478" y="0"/>
                </a:moveTo>
                <a:lnTo>
                  <a:pt x="3808880" y="0"/>
                </a:lnTo>
                <a:lnTo>
                  <a:pt x="3808880" y="4563668"/>
                </a:lnTo>
                <a:lnTo>
                  <a:pt x="3662997" y="4588108"/>
                </a:lnTo>
                <a:cubicBezTo>
                  <a:pt x="3239795" y="4637922"/>
                  <a:pt x="2799899" y="4605490"/>
                  <a:pt x="2365209" y="4478735"/>
                </a:cubicBezTo>
                <a:cubicBezTo>
                  <a:pt x="626813" y="3974999"/>
                  <a:pt x="-375346" y="2152944"/>
                  <a:pt x="131676" y="414184"/>
                </a:cubicBezTo>
                <a:cubicBezTo>
                  <a:pt x="152969" y="341370"/>
                  <a:pt x="176561" y="269849"/>
                  <a:pt x="202352" y="199678"/>
                </a:cubicBezTo>
                <a:close/>
              </a:path>
            </a:pathLst>
          </a:custGeom>
          <a:solidFill>
            <a:schemeClr val="bg1">
              <a:lumMod val="95000"/>
            </a:schemeClr>
          </a:solidFill>
        </p:spPr>
        <p:txBody>
          <a:bodyPr wrap="square">
            <a:noAutofit/>
          </a:bodyPr>
          <a:lstStyle>
            <a:lvl1pPr>
              <a:defRPr/>
            </a:lvl1pPr>
          </a:lstStyle>
          <a:p>
            <a:r>
              <a:rPr lang="en-US" dirty="0"/>
              <a:t> </a:t>
            </a:r>
          </a:p>
        </p:txBody>
      </p:sp>
      <p:sp>
        <p:nvSpPr>
          <p:cNvPr id="2" name="Fußzeilenplatzhalter 1">
            <a:extLst>
              <a:ext uri="{FF2B5EF4-FFF2-40B4-BE49-F238E27FC236}">
                <a16:creationId xmlns:a16="http://schemas.microsoft.com/office/drawing/2014/main" id="{8940C047-5F17-45C5-B61E-F1301BFBEEB8}"/>
              </a:ext>
            </a:extLst>
          </p:cNvPr>
          <p:cNvSpPr>
            <a:spLocks noGrp="1"/>
          </p:cNvSpPr>
          <p:nvPr>
            <p:ph type="ftr" sz="quarter" idx="34"/>
          </p:nvPr>
        </p:nvSpPr>
        <p:spPr/>
        <p:txBody>
          <a:bodyPr/>
          <a:lstStyle/>
          <a:p>
            <a:r>
              <a:rPr lang="en-US" dirty="0"/>
              <a:t>Chart library synthetic cells</a:t>
            </a:r>
          </a:p>
        </p:txBody>
      </p:sp>
      <p:sp>
        <p:nvSpPr>
          <p:cNvPr id="3" name="Foliennummernplatzhalter 2">
            <a:extLst>
              <a:ext uri="{FF2B5EF4-FFF2-40B4-BE49-F238E27FC236}">
                <a16:creationId xmlns:a16="http://schemas.microsoft.com/office/drawing/2014/main" id="{67A7F71E-E5A4-4864-A946-0089024B6202}"/>
              </a:ext>
            </a:extLst>
          </p:cNvPr>
          <p:cNvSpPr>
            <a:spLocks noGrp="1"/>
          </p:cNvSpPr>
          <p:nvPr>
            <p:ph type="sldNum" sz="quarter" idx="35"/>
          </p:nvPr>
        </p:nvSpPr>
        <p:spPr/>
        <p:txBody>
          <a:bodyPr/>
          <a:lstStyle/>
          <a:p>
            <a:fld id="{FD5E7EB4-4CDF-47BB-AF16-07782904B863}" type="slidenum">
              <a:rPr lang="en-US" smtClean="0"/>
              <a:pPr/>
              <a:t>‹#›</a:t>
            </a:fld>
            <a:endParaRPr lang="en-US" dirty="0"/>
          </a:p>
        </p:txBody>
      </p:sp>
      <p:sp>
        <p:nvSpPr>
          <p:cNvPr id="7" name="MIO_VALID_LAYOUT">
            <a:extLst>
              <a:ext uri="{FF2B5EF4-FFF2-40B4-BE49-F238E27FC236}">
                <a16:creationId xmlns:a16="http://schemas.microsoft.com/office/drawing/2014/main" id="{201C8BB7-C003-4D62-A36C-59E40D82C39D}"/>
              </a:ext>
            </a:extLst>
          </p:cNvPr>
          <p:cNvSpPr/>
          <p:nvPr userDrawn="1"/>
        </p:nvSpPr>
        <p:spPr bwMode="gray">
          <a:xfrm>
            <a:off x="11856640" y="6597171"/>
            <a:ext cx="335360" cy="260829"/>
          </a:xfrm>
          <a:prstGeom prst="rect">
            <a:avLst/>
          </a:prstGeom>
          <a:no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Tree>
    <p:extLst>
      <p:ext uri="{BB962C8B-B14F-4D97-AF65-F5344CB8AC3E}">
        <p14:creationId xmlns:p14="http://schemas.microsoft.com/office/powerpoint/2010/main" val="2062301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Big picture | 1">
    <p:spTree>
      <p:nvGrpSpPr>
        <p:cNvPr id="1" name=""/>
        <p:cNvGrpSpPr/>
        <p:nvPr/>
      </p:nvGrpSpPr>
      <p:grpSpPr>
        <a:xfrm>
          <a:off x="0" y="0"/>
          <a:ext cx="0" cy="0"/>
          <a:chOff x="0" y="0"/>
          <a:chExt cx="0" cy="0"/>
        </a:xfrm>
      </p:grpSpPr>
      <p:sp>
        <p:nvSpPr>
          <p:cNvPr id="3" name="Bildplatzhalter 2"/>
          <p:cNvSpPr>
            <a:spLocks noGrp="1"/>
          </p:cNvSpPr>
          <p:nvPr>
            <p:ph type="pic" sz="quarter" idx="18" hasCustomPrompt="1"/>
          </p:nvPr>
        </p:nvSpPr>
        <p:spPr>
          <a:xfrm>
            <a:off x="0" y="0"/>
            <a:ext cx="12192000" cy="6858000"/>
          </a:xfrm>
          <a:prstGeom prst="rect">
            <a:avLst/>
          </a:prstGeom>
          <a:solidFill>
            <a:schemeClr val="accent4"/>
          </a:solidFill>
        </p:spPr>
        <p:txBody>
          <a:bodyPr/>
          <a:lstStyle>
            <a:lvl1pPr>
              <a:defRPr/>
            </a:lvl1pPr>
          </a:lstStyle>
          <a:p>
            <a:r>
              <a:rPr lang="en-US" dirty="0"/>
              <a:t> </a:t>
            </a:r>
          </a:p>
        </p:txBody>
      </p:sp>
      <p:sp>
        <p:nvSpPr>
          <p:cNvPr id="2" name="Fußzeilenplatzhalter 1">
            <a:extLst>
              <a:ext uri="{FF2B5EF4-FFF2-40B4-BE49-F238E27FC236}">
                <a16:creationId xmlns:a16="http://schemas.microsoft.com/office/drawing/2014/main" id="{53EED14A-8023-4A77-BCD7-7B5ACFE3A4C0}"/>
              </a:ext>
            </a:extLst>
          </p:cNvPr>
          <p:cNvSpPr>
            <a:spLocks noGrp="1"/>
          </p:cNvSpPr>
          <p:nvPr>
            <p:ph type="ftr" sz="quarter" idx="33"/>
          </p:nvPr>
        </p:nvSpPr>
        <p:spPr/>
        <p:txBody>
          <a:bodyPr/>
          <a:lstStyle>
            <a:lvl1pPr>
              <a:defRPr>
                <a:solidFill>
                  <a:schemeClr val="accent1"/>
                </a:solidFill>
              </a:defRPr>
            </a:lvl1pPr>
          </a:lstStyle>
          <a:p>
            <a:r>
              <a:rPr lang="en-US" dirty="0"/>
              <a:t>Chart library synthetic cells</a:t>
            </a:r>
          </a:p>
        </p:txBody>
      </p:sp>
      <p:sp>
        <p:nvSpPr>
          <p:cNvPr id="4" name="Foliennummernplatzhalter 3">
            <a:extLst>
              <a:ext uri="{FF2B5EF4-FFF2-40B4-BE49-F238E27FC236}">
                <a16:creationId xmlns:a16="http://schemas.microsoft.com/office/drawing/2014/main" id="{5C88BC8A-0F14-45FC-A224-A419CD31422A}"/>
              </a:ext>
            </a:extLst>
          </p:cNvPr>
          <p:cNvSpPr>
            <a:spLocks noGrp="1"/>
          </p:cNvSpPr>
          <p:nvPr>
            <p:ph type="sldNum" sz="quarter" idx="34"/>
          </p:nvPr>
        </p:nvSpPr>
        <p:spPr/>
        <p:txBody>
          <a:bodyPr/>
          <a:lstStyle>
            <a:lvl1pPr>
              <a:defRPr>
                <a:solidFill>
                  <a:schemeClr val="accent1"/>
                </a:solidFill>
              </a:defRPr>
            </a:lvl1pPr>
          </a:lstStyle>
          <a:p>
            <a:fld id="{FD5E7EB4-4CDF-47BB-AF16-07782904B863}" type="slidenum">
              <a:rPr lang="en-US" smtClean="0"/>
              <a:pPr/>
              <a:t>‹#›</a:t>
            </a:fld>
            <a:endParaRPr lang="en-US" dirty="0"/>
          </a:p>
        </p:txBody>
      </p:sp>
      <p:sp>
        <p:nvSpPr>
          <p:cNvPr id="10" name="Textplatzhalter 9">
            <a:extLst>
              <a:ext uri="{FF2B5EF4-FFF2-40B4-BE49-F238E27FC236}">
                <a16:creationId xmlns:a16="http://schemas.microsoft.com/office/drawing/2014/main" id="{2CC0A8C8-908B-4876-838B-D7426CFF8F1F}"/>
              </a:ext>
            </a:extLst>
          </p:cNvPr>
          <p:cNvSpPr>
            <a:spLocks noGrp="1"/>
          </p:cNvSpPr>
          <p:nvPr>
            <p:ph type="body" sz="quarter" idx="12" hasCustomPrompt="1"/>
          </p:nvPr>
        </p:nvSpPr>
        <p:spPr bwMode="gray">
          <a:xfrm>
            <a:off x="506756" y="-3"/>
            <a:ext cx="4223298" cy="4481657"/>
          </a:xfrm>
          <a:custGeom>
            <a:avLst/>
            <a:gdLst>
              <a:gd name="connsiteX0" fmla="*/ 3538356 w 4223298"/>
              <a:gd name="connsiteY0" fmla="*/ 0 h 4481657"/>
              <a:gd name="connsiteX1" fmla="*/ 3490677 w 4223298"/>
              <a:gd name="connsiteY1" fmla="*/ 38723 h 4481657"/>
              <a:gd name="connsiteX2" fmla="*/ 3403576 w 4223298"/>
              <a:gd name="connsiteY2" fmla="*/ 156079 h 4481657"/>
              <a:gd name="connsiteX3" fmla="*/ 3401357 w 4223298"/>
              <a:gd name="connsiteY3" fmla="*/ 161166 h 4481657"/>
              <a:gd name="connsiteX4" fmla="*/ 3512121 w 4223298"/>
              <a:gd name="connsiteY4" fmla="*/ 789722 h 4481657"/>
              <a:gd name="connsiteX5" fmla="*/ 3523569 w 4223298"/>
              <a:gd name="connsiteY5" fmla="*/ 799566 h 4481657"/>
              <a:gd name="connsiteX6" fmla="*/ 3952718 w 4223298"/>
              <a:gd name="connsiteY6" fmla="*/ 1336983 h 4481657"/>
              <a:gd name="connsiteX7" fmla="*/ 3991432 w 4223298"/>
              <a:gd name="connsiteY7" fmla="*/ 3331889 h 4481657"/>
              <a:gd name="connsiteX8" fmla="*/ 1148949 w 4223298"/>
              <a:gd name="connsiteY8" fmla="*/ 4249384 h 4481657"/>
              <a:gd name="connsiteX9" fmla="*/ 233360 w 4223298"/>
              <a:gd name="connsiteY9" fmla="*/ 1405309 h 4481657"/>
              <a:gd name="connsiteX10" fmla="*/ 1872422 w 4223298"/>
              <a:gd name="connsiteY10" fmla="*/ 270080 h 4481657"/>
              <a:gd name="connsiteX11" fmla="*/ 2560204 w 4223298"/>
              <a:gd name="connsiteY11" fmla="*/ 303876 h 4481657"/>
              <a:gd name="connsiteX12" fmla="*/ 2575780 w 4223298"/>
              <a:gd name="connsiteY12" fmla="*/ 307044 h 4481657"/>
              <a:gd name="connsiteX13" fmla="*/ 3150496 w 4223298"/>
              <a:gd name="connsiteY13" fmla="*/ 31055 h 4481657"/>
              <a:gd name="connsiteX14" fmla="*/ 3152719 w 4223298"/>
              <a:gd name="connsiteY14" fmla="*/ 25969 h 4481657"/>
              <a:gd name="connsiteX15" fmla="*/ 3160882 w 4223298"/>
              <a:gd name="connsiteY15" fmla="*/ 1 h 4481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223298" h="4481657">
                <a:moveTo>
                  <a:pt x="3538356" y="0"/>
                </a:moveTo>
                <a:lnTo>
                  <a:pt x="3490677" y="38723"/>
                </a:lnTo>
                <a:cubicBezTo>
                  <a:pt x="3456229" y="71718"/>
                  <a:pt x="3426584" y="111010"/>
                  <a:pt x="3403576" y="156079"/>
                </a:cubicBezTo>
                <a:lnTo>
                  <a:pt x="3401357" y="161166"/>
                </a:lnTo>
                <a:cubicBezTo>
                  <a:pt x="3290286" y="376731"/>
                  <a:pt x="3342922" y="633486"/>
                  <a:pt x="3512121" y="789722"/>
                </a:cubicBezTo>
                <a:cubicBezTo>
                  <a:pt x="3515302" y="793533"/>
                  <a:pt x="3520388" y="795755"/>
                  <a:pt x="3523569" y="799566"/>
                </a:cubicBezTo>
                <a:cubicBezTo>
                  <a:pt x="3696264" y="956119"/>
                  <a:pt x="3841964" y="1138434"/>
                  <a:pt x="3952718" y="1336983"/>
                </a:cubicBezTo>
                <a:cubicBezTo>
                  <a:pt x="4286565" y="1934540"/>
                  <a:pt x="4325274" y="2678202"/>
                  <a:pt x="3991432" y="3331889"/>
                </a:cubicBezTo>
                <a:cubicBezTo>
                  <a:pt x="3458934" y="4371240"/>
                  <a:pt x="2186710" y="4779976"/>
                  <a:pt x="1148949" y="4249384"/>
                </a:cubicBezTo>
                <a:cubicBezTo>
                  <a:pt x="111187" y="3718791"/>
                  <a:pt x="-299453" y="2448157"/>
                  <a:pt x="233360" y="1405309"/>
                </a:cubicBezTo>
                <a:cubicBezTo>
                  <a:pt x="567201" y="751620"/>
                  <a:pt x="1193944" y="348149"/>
                  <a:pt x="1872422" y="270080"/>
                </a:cubicBezTo>
                <a:cubicBezTo>
                  <a:pt x="2098686" y="242893"/>
                  <a:pt x="2330384" y="253203"/>
                  <a:pt x="2560204" y="303876"/>
                </a:cubicBezTo>
                <a:cubicBezTo>
                  <a:pt x="2567196" y="304506"/>
                  <a:pt x="2570693" y="304823"/>
                  <a:pt x="2575780" y="307044"/>
                </a:cubicBezTo>
                <a:cubicBezTo>
                  <a:pt x="2802418" y="353905"/>
                  <a:pt x="3039426" y="246620"/>
                  <a:pt x="3150496" y="31055"/>
                </a:cubicBezTo>
                <a:lnTo>
                  <a:pt x="3152719" y="25969"/>
                </a:lnTo>
                <a:lnTo>
                  <a:pt x="3160882" y="1"/>
                </a:lnTo>
                <a:close/>
              </a:path>
            </a:pathLst>
          </a:custGeom>
          <a:solidFill>
            <a:schemeClr val="accent1"/>
          </a:solidFill>
        </p:spPr>
        <p:txBody>
          <a:bodyPr wrap="square" lIns="0" anchor="ctr">
            <a:noAutofit/>
          </a:bodyPr>
          <a:lstStyle>
            <a:lvl1pPr algn="ctr">
              <a:buClr>
                <a:schemeClr val="accent1"/>
              </a:buClr>
              <a:defRPr b="0">
                <a:solidFill>
                  <a:schemeClr val="accent4"/>
                </a:solidFill>
              </a:defRPr>
            </a:lvl1pPr>
            <a:lvl2pPr>
              <a:buClr>
                <a:schemeClr val="accent1"/>
              </a:buClr>
              <a:defRPr>
                <a:solidFill>
                  <a:schemeClr val="accent1"/>
                </a:solidFill>
              </a:defRPr>
            </a:lvl2pPr>
            <a:lvl3pPr>
              <a:buClr>
                <a:schemeClr val="accent1"/>
              </a:buClr>
              <a:defRPr>
                <a:solidFill>
                  <a:schemeClr val="accent1"/>
                </a:solidFill>
              </a:defRPr>
            </a:lvl3pPr>
            <a:lvl4pPr>
              <a:buClr>
                <a:schemeClr val="accent1"/>
              </a:buClr>
              <a:defRPr>
                <a:solidFill>
                  <a:schemeClr val="accent1"/>
                </a:solidFill>
              </a:defRPr>
            </a:lvl4pPr>
            <a:lvl5pPr>
              <a:buClr>
                <a:schemeClr val="accent1"/>
              </a:buClr>
              <a:defRPr>
                <a:solidFill>
                  <a:schemeClr val="accent1"/>
                </a:solidFill>
              </a:defRPr>
            </a:lvl5pPr>
          </a:lstStyle>
          <a:p>
            <a:pPr lvl="0"/>
            <a:r>
              <a:rPr lang="en-US" dirty="0"/>
              <a:t>Insert text</a:t>
            </a:r>
          </a:p>
        </p:txBody>
      </p:sp>
      <p:sp>
        <p:nvSpPr>
          <p:cNvPr id="11" name="Textplatzhalter 15">
            <a:extLst>
              <a:ext uri="{FF2B5EF4-FFF2-40B4-BE49-F238E27FC236}">
                <a16:creationId xmlns:a16="http://schemas.microsoft.com/office/drawing/2014/main" id="{49EC29E1-2F03-4CDC-886D-B8C9CF5064E1}"/>
              </a:ext>
            </a:extLst>
          </p:cNvPr>
          <p:cNvSpPr>
            <a:spLocks noGrp="1"/>
          </p:cNvSpPr>
          <p:nvPr>
            <p:ph type="body" sz="quarter" idx="14" hasCustomPrompt="1"/>
          </p:nvPr>
        </p:nvSpPr>
        <p:spPr>
          <a:xfrm>
            <a:off x="10539522" y="6404236"/>
            <a:ext cx="1029086" cy="195497"/>
          </a:xfrm>
          <a:prstGeom prst="rect">
            <a:avLst/>
          </a:prstGeom>
          <a:blipFill>
            <a:blip r:embed="rId2" cstate="email">
              <a:extLst>
                <a:ext uri="{28A0092B-C50C-407E-A947-70E740481C1C}">
                  <a14:useLocalDpi xmlns:a14="http://schemas.microsoft.com/office/drawing/2010/main"/>
                </a:ext>
              </a:extLst>
            </a:blip>
            <a:srcRect/>
            <a:stretch>
              <a:fillRect t="18393" b="-1323"/>
            </a:stretch>
          </a:blipFill>
        </p:spPr>
        <p:txBody>
          <a:bodyPr/>
          <a:lstStyle>
            <a:lvl1pPr>
              <a:defRPr/>
            </a:lvl1pPr>
          </a:lstStyle>
          <a:p>
            <a:pPr lvl="0"/>
            <a:r>
              <a:rPr lang="en-US" dirty="0"/>
              <a:t> </a:t>
            </a:r>
          </a:p>
        </p:txBody>
      </p:sp>
      <p:sp>
        <p:nvSpPr>
          <p:cNvPr id="7" name="MIO_VALID_LAYOUT">
            <a:extLst>
              <a:ext uri="{FF2B5EF4-FFF2-40B4-BE49-F238E27FC236}">
                <a16:creationId xmlns:a16="http://schemas.microsoft.com/office/drawing/2014/main" id="{E74E5B3B-75A8-44E8-95DD-534037D10587}"/>
              </a:ext>
            </a:extLst>
          </p:cNvPr>
          <p:cNvSpPr/>
          <p:nvPr userDrawn="1"/>
        </p:nvSpPr>
        <p:spPr bwMode="gray">
          <a:xfrm>
            <a:off x="11856640" y="6597171"/>
            <a:ext cx="335360" cy="260829"/>
          </a:xfrm>
          <a:prstGeom prst="rect">
            <a:avLst/>
          </a:prstGeom>
          <a:no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Tree>
    <p:extLst>
      <p:ext uri="{BB962C8B-B14F-4D97-AF65-F5344CB8AC3E}">
        <p14:creationId xmlns:p14="http://schemas.microsoft.com/office/powerpoint/2010/main" val="873667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Big picture | 2">
    <p:spTree>
      <p:nvGrpSpPr>
        <p:cNvPr id="1" name=""/>
        <p:cNvGrpSpPr/>
        <p:nvPr/>
      </p:nvGrpSpPr>
      <p:grpSpPr>
        <a:xfrm>
          <a:off x="0" y="0"/>
          <a:ext cx="0" cy="0"/>
          <a:chOff x="0" y="0"/>
          <a:chExt cx="0" cy="0"/>
        </a:xfrm>
      </p:grpSpPr>
      <p:sp>
        <p:nvSpPr>
          <p:cNvPr id="3" name="Bildplatzhalter 2"/>
          <p:cNvSpPr>
            <a:spLocks noGrp="1"/>
          </p:cNvSpPr>
          <p:nvPr>
            <p:ph type="pic" sz="quarter" idx="18" hasCustomPrompt="1"/>
          </p:nvPr>
        </p:nvSpPr>
        <p:spPr>
          <a:xfrm>
            <a:off x="0" y="0"/>
            <a:ext cx="12192000" cy="6858000"/>
          </a:xfrm>
          <a:prstGeom prst="rect">
            <a:avLst/>
          </a:prstGeom>
          <a:solidFill>
            <a:schemeClr val="accent4"/>
          </a:solidFill>
        </p:spPr>
        <p:txBody>
          <a:bodyPr/>
          <a:lstStyle>
            <a:lvl1pPr>
              <a:defRPr/>
            </a:lvl1pPr>
          </a:lstStyle>
          <a:p>
            <a:r>
              <a:rPr lang="en-US" dirty="0"/>
              <a:t> </a:t>
            </a:r>
          </a:p>
        </p:txBody>
      </p:sp>
      <p:sp>
        <p:nvSpPr>
          <p:cNvPr id="10" name="Textplatzhalter 9">
            <a:extLst>
              <a:ext uri="{FF2B5EF4-FFF2-40B4-BE49-F238E27FC236}">
                <a16:creationId xmlns:a16="http://schemas.microsoft.com/office/drawing/2014/main" id="{A2E6BA80-B432-4B7E-A5BB-AD4089D1279B}"/>
              </a:ext>
            </a:extLst>
          </p:cNvPr>
          <p:cNvSpPr>
            <a:spLocks noGrp="1"/>
          </p:cNvSpPr>
          <p:nvPr>
            <p:ph type="body" sz="quarter" idx="12" hasCustomPrompt="1"/>
          </p:nvPr>
        </p:nvSpPr>
        <p:spPr bwMode="gray">
          <a:xfrm>
            <a:off x="7710342" y="1869997"/>
            <a:ext cx="4481658" cy="4223299"/>
          </a:xfrm>
          <a:custGeom>
            <a:avLst/>
            <a:gdLst>
              <a:gd name="connsiteX0" fmla="*/ 2061480 w 4481658"/>
              <a:gd name="connsiteY0" fmla="*/ 597 h 4223299"/>
              <a:gd name="connsiteX1" fmla="*/ 3076348 w 4481658"/>
              <a:gd name="connsiteY1" fmla="*/ 233360 h 4223299"/>
              <a:gd name="connsiteX2" fmla="*/ 4211578 w 4481658"/>
              <a:gd name="connsiteY2" fmla="*/ 1872423 h 4223299"/>
              <a:gd name="connsiteX3" fmla="*/ 4177782 w 4481658"/>
              <a:gd name="connsiteY3" fmla="*/ 2560205 h 4223299"/>
              <a:gd name="connsiteX4" fmla="*/ 4174614 w 4481658"/>
              <a:gd name="connsiteY4" fmla="*/ 2575781 h 4223299"/>
              <a:gd name="connsiteX5" fmla="*/ 4450602 w 4481658"/>
              <a:gd name="connsiteY5" fmla="*/ 3150497 h 4223299"/>
              <a:gd name="connsiteX6" fmla="*/ 4455688 w 4481658"/>
              <a:gd name="connsiteY6" fmla="*/ 3152720 h 4223299"/>
              <a:gd name="connsiteX7" fmla="*/ 4481656 w 4481658"/>
              <a:gd name="connsiteY7" fmla="*/ 3160883 h 4223299"/>
              <a:gd name="connsiteX8" fmla="*/ 4481658 w 4481658"/>
              <a:gd name="connsiteY8" fmla="*/ 3538357 h 4223299"/>
              <a:gd name="connsiteX9" fmla="*/ 4442934 w 4481658"/>
              <a:gd name="connsiteY9" fmla="*/ 3490678 h 4223299"/>
              <a:gd name="connsiteX10" fmla="*/ 4325578 w 4481658"/>
              <a:gd name="connsiteY10" fmla="*/ 3403577 h 4223299"/>
              <a:gd name="connsiteX11" fmla="*/ 4320492 w 4481658"/>
              <a:gd name="connsiteY11" fmla="*/ 3401358 h 4223299"/>
              <a:gd name="connsiteX12" fmla="*/ 3691936 w 4481658"/>
              <a:gd name="connsiteY12" fmla="*/ 3512122 h 4223299"/>
              <a:gd name="connsiteX13" fmla="*/ 3682092 w 4481658"/>
              <a:gd name="connsiteY13" fmla="*/ 3523570 h 4223299"/>
              <a:gd name="connsiteX14" fmla="*/ 3144674 w 4481658"/>
              <a:gd name="connsiteY14" fmla="*/ 3952719 h 4223299"/>
              <a:gd name="connsiteX15" fmla="*/ 1149768 w 4481658"/>
              <a:gd name="connsiteY15" fmla="*/ 3991433 h 4223299"/>
              <a:gd name="connsiteX16" fmla="*/ 232273 w 4481658"/>
              <a:gd name="connsiteY16" fmla="*/ 1148950 h 4223299"/>
              <a:gd name="connsiteX17" fmla="*/ 2061480 w 4481658"/>
              <a:gd name="connsiteY17" fmla="*/ 597 h 4223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481658" h="4223299">
                <a:moveTo>
                  <a:pt x="2061480" y="597"/>
                </a:moveTo>
                <a:cubicBezTo>
                  <a:pt x="2402323" y="-7514"/>
                  <a:pt x="2750458" y="66856"/>
                  <a:pt x="3076348" y="233360"/>
                </a:cubicBezTo>
                <a:cubicBezTo>
                  <a:pt x="3730038" y="567201"/>
                  <a:pt x="4133508" y="1193945"/>
                  <a:pt x="4211578" y="1872423"/>
                </a:cubicBezTo>
                <a:cubicBezTo>
                  <a:pt x="4238764" y="2098687"/>
                  <a:pt x="4228454" y="2330385"/>
                  <a:pt x="4177782" y="2560205"/>
                </a:cubicBezTo>
                <a:cubicBezTo>
                  <a:pt x="4177152" y="2567197"/>
                  <a:pt x="4176834" y="2570694"/>
                  <a:pt x="4174614" y="2575781"/>
                </a:cubicBezTo>
                <a:cubicBezTo>
                  <a:pt x="4127752" y="2802419"/>
                  <a:pt x="4235038" y="3039427"/>
                  <a:pt x="4450602" y="3150497"/>
                </a:cubicBezTo>
                <a:lnTo>
                  <a:pt x="4455688" y="3152720"/>
                </a:lnTo>
                <a:lnTo>
                  <a:pt x="4481656" y="3160883"/>
                </a:lnTo>
                <a:lnTo>
                  <a:pt x="4481658" y="3538357"/>
                </a:lnTo>
                <a:lnTo>
                  <a:pt x="4442934" y="3490678"/>
                </a:lnTo>
                <a:cubicBezTo>
                  <a:pt x="4409940" y="3456230"/>
                  <a:pt x="4370648" y="3426585"/>
                  <a:pt x="4325578" y="3403577"/>
                </a:cubicBezTo>
                <a:lnTo>
                  <a:pt x="4320492" y="3401358"/>
                </a:lnTo>
                <a:cubicBezTo>
                  <a:pt x="4104926" y="3290287"/>
                  <a:pt x="3848172" y="3342923"/>
                  <a:pt x="3691936" y="3512122"/>
                </a:cubicBezTo>
                <a:cubicBezTo>
                  <a:pt x="3688124" y="3515303"/>
                  <a:pt x="3685902" y="3520389"/>
                  <a:pt x="3682092" y="3523570"/>
                </a:cubicBezTo>
                <a:cubicBezTo>
                  <a:pt x="3525538" y="3696265"/>
                  <a:pt x="3343224" y="3841965"/>
                  <a:pt x="3144674" y="3952719"/>
                </a:cubicBezTo>
                <a:cubicBezTo>
                  <a:pt x="2547118" y="4286566"/>
                  <a:pt x="1803456" y="4325275"/>
                  <a:pt x="1149768" y="3991433"/>
                </a:cubicBezTo>
                <a:cubicBezTo>
                  <a:pt x="110417" y="3458935"/>
                  <a:pt x="-298319" y="2186711"/>
                  <a:pt x="232273" y="1148950"/>
                </a:cubicBezTo>
                <a:cubicBezTo>
                  <a:pt x="597056" y="435488"/>
                  <a:pt x="1311623" y="18440"/>
                  <a:pt x="2061480" y="597"/>
                </a:cubicBezTo>
                <a:close/>
              </a:path>
            </a:pathLst>
          </a:custGeom>
          <a:solidFill>
            <a:schemeClr val="accent1"/>
          </a:solidFill>
        </p:spPr>
        <p:txBody>
          <a:bodyPr wrap="square" lIns="432000" rIns="612000" anchor="ctr">
            <a:noAutofit/>
          </a:bodyPr>
          <a:lstStyle>
            <a:lvl1pPr algn="ctr">
              <a:buClr>
                <a:schemeClr val="accent1"/>
              </a:buClr>
              <a:defRPr b="0">
                <a:solidFill>
                  <a:schemeClr val="accent4"/>
                </a:solidFill>
              </a:defRPr>
            </a:lvl1pPr>
            <a:lvl2pPr>
              <a:buClr>
                <a:schemeClr val="accent1"/>
              </a:buClr>
              <a:defRPr>
                <a:solidFill>
                  <a:schemeClr val="accent1"/>
                </a:solidFill>
              </a:defRPr>
            </a:lvl2pPr>
            <a:lvl3pPr>
              <a:buClr>
                <a:schemeClr val="accent1"/>
              </a:buClr>
              <a:defRPr>
                <a:solidFill>
                  <a:schemeClr val="accent1"/>
                </a:solidFill>
              </a:defRPr>
            </a:lvl3pPr>
            <a:lvl4pPr>
              <a:buClr>
                <a:schemeClr val="accent1"/>
              </a:buClr>
              <a:defRPr>
                <a:solidFill>
                  <a:schemeClr val="accent1"/>
                </a:solidFill>
              </a:defRPr>
            </a:lvl4pPr>
            <a:lvl5pPr>
              <a:buClr>
                <a:schemeClr val="accent1"/>
              </a:buClr>
              <a:defRPr>
                <a:solidFill>
                  <a:schemeClr val="accent1"/>
                </a:solidFill>
              </a:defRPr>
            </a:lvl5pPr>
          </a:lstStyle>
          <a:p>
            <a:pPr lvl="0"/>
            <a:r>
              <a:rPr lang="en-US" dirty="0"/>
              <a:t>Insert text</a:t>
            </a:r>
          </a:p>
        </p:txBody>
      </p:sp>
      <p:sp>
        <p:nvSpPr>
          <p:cNvPr id="2" name="Fußzeilenplatzhalter 1">
            <a:extLst>
              <a:ext uri="{FF2B5EF4-FFF2-40B4-BE49-F238E27FC236}">
                <a16:creationId xmlns:a16="http://schemas.microsoft.com/office/drawing/2014/main" id="{A7F560A8-EB0D-40D3-9858-3D3DDCA42A29}"/>
              </a:ext>
            </a:extLst>
          </p:cNvPr>
          <p:cNvSpPr>
            <a:spLocks noGrp="1"/>
          </p:cNvSpPr>
          <p:nvPr>
            <p:ph type="ftr" sz="quarter" idx="33"/>
          </p:nvPr>
        </p:nvSpPr>
        <p:spPr/>
        <p:txBody>
          <a:bodyPr/>
          <a:lstStyle>
            <a:lvl1pPr>
              <a:defRPr>
                <a:solidFill>
                  <a:schemeClr val="accent1"/>
                </a:solidFill>
              </a:defRPr>
            </a:lvl1pPr>
          </a:lstStyle>
          <a:p>
            <a:r>
              <a:rPr lang="en-US" dirty="0"/>
              <a:t>Chart library synthetic cells</a:t>
            </a:r>
          </a:p>
        </p:txBody>
      </p:sp>
      <p:sp>
        <p:nvSpPr>
          <p:cNvPr id="4" name="Foliennummernplatzhalter 3">
            <a:extLst>
              <a:ext uri="{FF2B5EF4-FFF2-40B4-BE49-F238E27FC236}">
                <a16:creationId xmlns:a16="http://schemas.microsoft.com/office/drawing/2014/main" id="{401E9635-0A2D-4D3A-82B4-E8154430E911}"/>
              </a:ext>
            </a:extLst>
          </p:cNvPr>
          <p:cNvSpPr>
            <a:spLocks noGrp="1"/>
          </p:cNvSpPr>
          <p:nvPr>
            <p:ph type="sldNum" sz="quarter" idx="34"/>
          </p:nvPr>
        </p:nvSpPr>
        <p:spPr/>
        <p:txBody>
          <a:bodyPr/>
          <a:lstStyle>
            <a:lvl1pPr>
              <a:defRPr>
                <a:solidFill>
                  <a:schemeClr val="accent1"/>
                </a:solidFill>
              </a:defRPr>
            </a:lvl1pPr>
          </a:lstStyle>
          <a:p>
            <a:fld id="{FD5E7EB4-4CDF-47BB-AF16-07782904B863}" type="slidenum">
              <a:rPr lang="en-US" smtClean="0"/>
              <a:pPr/>
              <a:t>‹#›</a:t>
            </a:fld>
            <a:endParaRPr lang="en-US" dirty="0"/>
          </a:p>
        </p:txBody>
      </p:sp>
      <p:sp>
        <p:nvSpPr>
          <p:cNvPr id="7" name="Textplatzhalter 15">
            <a:extLst>
              <a:ext uri="{FF2B5EF4-FFF2-40B4-BE49-F238E27FC236}">
                <a16:creationId xmlns:a16="http://schemas.microsoft.com/office/drawing/2014/main" id="{9FC5AB75-A3ED-4FE1-9C9C-9967356BCC72}"/>
              </a:ext>
            </a:extLst>
          </p:cNvPr>
          <p:cNvSpPr>
            <a:spLocks noGrp="1"/>
          </p:cNvSpPr>
          <p:nvPr>
            <p:ph type="body" sz="quarter" idx="14" hasCustomPrompt="1"/>
          </p:nvPr>
        </p:nvSpPr>
        <p:spPr>
          <a:xfrm>
            <a:off x="10539522" y="6404236"/>
            <a:ext cx="1029086" cy="195497"/>
          </a:xfrm>
          <a:prstGeom prst="rect">
            <a:avLst/>
          </a:prstGeom>
          <a:blipFill>
            <a:blip r:embed="rId2" cstate="email">
              <a:extLst>
                <a:ext uri="{28A0092B-C50C-407E-A947-70E740481C1C}">
                  <a14:useLocalDpi xmlns:a14="http://schemas.microsoft.com/office/drawing/2010/main"/>
                </a:ext>
              </a:extLst>
            </a:blip>
            <a:srcRect/>
            <a:stretch>
              <a:fillRect t="18393" b="-1323"/>
            </a:stretch>
          </a:blipFill>
        </p:spPr>
        <p:txBody>
          <a:bodyPr/>
          <a:lstStyle>
            <a:lvl1pPr>
              <a:defRPr/>
            </a:lvl1pPr>
          </a:lstStyle>
          <a:p>
            <a:pPr lvl="0"/>
            <a:r>
              <a:rPr lang="en-US" dirty="0"/>
              <a:t> </a:t>
            </a:r>
          </a:p>
        </p:txBody>
      </p:sp>
      <p:sp>
        <p:nvSpPr>
          <p:cNvPr id="8" name="MIO_VALID_LAYOUT">
            <a:extLst>
              <a:ext uri="{FF2B5EF4-FFF2-40B4-BE49-F238E27FC236}">
                <a16:creationId xmlns:a16="http://schemas.microsoft.com/office/drawing/2014/main" id="{6782D623-82ED-496B-8D25-9F918EBC7D17}"/>
              </a:ext>
            </a:extLst>
          </p:cNvPr>
          <p:cNvSpPr/>
          <p:nvPr userDrawn="1"/>
        </p:nvSpPr>
        <p:spPr bwMode="gray">
          <a:xfrm>
            <a:off x="11856640" y="6597171"/>
            <a:ext cx="335360" cy="260829"/>
          </a:xfrm>
          <a:prstGeom prst="rect">
            <a:avLst/>
          </a:prstGeom>
          <a:no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Tree>
    <p:extLst>
      <p:ext uri="{BB962C8B-B14F-4D97-AF65-F5344CB8AC3E}">
        <p14:creationId xmlns:p14="http://schemas.microsoft.com/office/powerpoint/2010/main" val="4261962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Big picture | 3">
    <p:spTree>
      <p:nvGrpSpPr>
        <p:cNvPr id="1" name=""/>
        <p:cNvGrpSpPr/>
        <p:nvPr/>
      </p:nvGrpSpPr>
      <p:grpSpPr>
        <a:xfrm>
          <a:off x="0" y="0"/>
          <a:ext cx="0" cy="0"/>
          <a:chOff x="0" y="0"/>
          <a:chExt cx="0" cy="0"/>
        </a:xfrm>
      </p:grpSpPr>
      <p:sp>
        <p:nvSpPr>
          <p:cNvPr id="8" name="MIO_VALID_LAYOUT" hidden="1"/>
          <p:cNvSpPr/>
          <p:nvPr userDrawn="1"/>
        </p:nvSpPr>
        <p:spPr bwMode="gray">
          <a:xfrm>
            <a:off x="263056" y="157877"/>
            <a:ext cx="641166" cy="599207"/>
          </a:xfrm>
          <a:prstGeom prst="rect">
            <a:avLst/>
          </a:prstGeom>
          <a:solidFill>
            <a:srgbClr val="52328F"/>
          </a:solidFill>
          <a:ln w="9525" cap="flat" cmpd="sng" algn="ctr">
            <a:noFill/>
            <a:prstDash val="solid"/>
          </a:ln>
          <a:effectLst/>
        </p:spPr>
        <p:txBody>
          <a:bodyPr rtlCol="0" anchor="t" anchorCtr="0"/>
          <a:lstStyle/>
          <a:p>
            <a:pPr marL="180000" indent="-180000" algn="ctr">
              <a:spcBef>
                <a:spcPts val="300"/>
              </a:spcBef>
              <a:spcAft>
                <a:spcPts val="300"/>
              </a:spcAft>
              <a:buClr>
                <a:schemeClr val="bg1"/>
              </a:buClr>
              <a:buSzPct val="100000"/>
              <a:buFont typeface="Arial" panose="020B0604020202020204" pitchFamily="34" charset="0"/>
              <a:buChar char="•"/>
            </a:pPr>
            <a:endParaRPr lang="en-US" sz="1400" kern="0" dirty="0">
              <a:solidFill>
                <a:srgbClr val="FFFFFF"/>
              </a:solidFill>
              <a:latin typeface="Verdana"/>
            </a:endParaRPr>
          </a:p>
        </p:txBody>
      </p:sp>
      <p:sp>
        <p:nvSpPr>
          <p:cNvPr id="5" name="Picture Placeholder 4"/>
          <p:cNvSpPr>
            <a:spLocks noGrp="1"/>
          </p:cNvSpPr>
          <p:nvPr>
            <p:ph type="pic" sz="quarter" idx="33" hasCustomPrompt="1"/>
          </p:nvPr>
        </p:nvSpPr>
        <p:spPr bwMode="gray">
          <a:xfrm>
            <a:off x="0" y="0"/>
            <a:ext cx="12192000" cy="6858000"/>
          </a:xfrm>
          <a:prstGeom prst="rect">
            <a:avLst/>
          </a:prstGeom>
          <a:solidFill>
            <a:schemeClr val="accent4"/>
          </a:solidFill>
        </p:spPr>
        <p:txBody>
          <a:bodyPr lIns="4248000" rIns="0" anchor="ctr" anchorCtr="0"/>
          <a:lstStyle>
            <a:lvl1pPr marL="0" indent="0" algn="l">
              <a:spcBef>
                <a:spcPts val="0"/>
              </a:spcBef>
              <a:spcAft>
                <a:spcPts val="0"/>
              </a:spcAft>
              <a:buFont typeface="Arial" panose="020B0604020202020204" pitchFamily="34" charset="0"/>
              <a:buNone/>
              <a:defRPr sz="1000"/>
            </a:lvl1pPr>
            <a:lvl2pPr marL="0" indent="0" algn="l">
              <a:spcBef>
                <a:spcPts val="0"/>
              </a:spcBef>
              <a:spcAft>
                <a:spcPts val="0"/>
              </a:spcAft>
              <a:buNone/>
              <a:defRPr sz="1000"/>
            </a:lvl2pPr>
            <a:lvl3pPr marL="0" indent="0" algn="l">
              <a:spcBef>
                <a:spcPts val="0"/>
              </a:spcBef>
              <a:spcAft>
                <a:spcPts val="0"/>
              </a:spcAft>
              <a:buNone/>
              <a:defRPr sz="1000"/>
            </a:lvl3pPr>
            <a:lvl4pPr marL="0" indent="0" algn="l">
              <a:spcBef>
                <a:spcPts val="0"/>
              </a:spcBef>
              <a:spcAft>
                <a:spcPts val="0"/>
              </a:spcAft>
              <a:buNone/>
              <a:defRPr sz="1000"/>
            </a:lvl4pPr>
            <a:lvl5pPr marL="0" indent="0" algn="l">
              <a:spcBef>
                <a:spcPts val="0"/>
              </a:spcBef>
              <a:spcAft>
                <a:spcPts val="0"/>
              </a:spcAft>
              <a:buNone/>
              <a:defRPr sz="1000"/>
            </a:lvl5pPr>
            <a:lvl6pPr marL="0" indent="0" algn="l">
              <a:spcBef>
                <a:spcPts val="0"/>
              </a:spcBef>
              <a:spcAft>
                <a:spcPts val="0"/>
              </a:spcAft>
              <a:buNone/>
              <a:defRPr sz="1000"/>
            </a:lvl6pPr>
            <a:lvl7pPr marL="0" indent="0" algn="l">
              <a:spcBef>
                <a:spcPts val="0"/>
              </a:spcBef>
              <a:spcAft>
                <a:spcPts val="0"/>
              </a:spcAft>
              <a:buNone/>
              <a:defRPr sz="1000"/>
            </a:lvl7pPr>
            <a:lvl8pPr marL="0" indent="0" algn="l">
              <a:spcBef>
                <a:spcPts val="0"/>
              </a:spcBef>
              <a:spcAft>
                <a:spcPts val="0"/>
              </a:spcAft>
              <a:buNone/>
              <a:defRPr sz="1000"/>
            </a:lvl8pPr>
            <a:lvl9pPr marL="0" indent="0" algn="l">
              <a:spcBef>
                <a:spcPts val="0"/>
              </a:spcBef>
              <a:spcAft>
                <a:spcPts val="0"/>
              </a:spcAft>
              <a:buNone/>
              <a:defRPr sz="1000"/>
            </a:lvl9pPr>
          </a:lstStyle>
          <a:p>
            <a:r>
              <a:rPr lang="en-US" noProof="0" dirty="0"/>
              <a:t> </a:t>
            </a:r>
          </a:p>
        </p:txBody>
      </p:sp>
      <p:sp>
        <p:nvSpPr>
          <p:cNvPr id="2" name="Fußzeilenplatzhalter 1">
            <a:extLst>
              <a:ext uri="{FF2B5EF4-FFF2-40B4-BE49-F238E27FC236}">
                <a16:creationId xmlns:a16="http://schemas.microsoft.com/office/drawing/2014/main" id="{CB001B64-8D09-4EE2-A585-CDC9DA37177F}"/>
              </a:ext>
            </a:extLst>
          </p:cNvPr>
          <p:cNvSpPr>
            <a:spLocks noGrp="1"/>
          </p:cNvSpPr>
          <p:nvPr>
            <p:ph type="ftr" sz="quarter" idx="34"/>
          </p:nvPr>
        </p:nvSpPr>
        <p:spPr/>
        <p:txBody>
          <a:bodyPr/>
          <a:lstStyle>
            <a:lvl1pPr>
              <a:defRPr>
                <a:solidFill>
                  <a:schemeClr val="accent1"/>
                </a:solidFill>
              </a:defRPr>
            </a:lvl1pPr>
          </a:lstStyle>
          <a:p>
            <a:r>
              <a:rPr lang="en-US" dirty="0"/>
              <a:t>Chart library synthetic cells</a:t>
            </a:r>
          </a:p>
        </p:txBody>
      </p:sp>
      <p:sp>
        <p:nvSpPr>
          <p:cNvPr id="3" name="Foliennummernplatzhalter 2">
            <a:extLst>
              <a:ext uri="{FF2B5EF4-FFF2-40B4-BE49-F238E27FC236}">
                <a16:creationId xmlns:a16="http://schemas.microsoft.com/office/drawing/2014/main" id="{41BB50E3-D0E3-4A55-9ED8-E4B7FD4E1F42}"/>
              </a:ext>
            </a:extLst>
          </p:cNvPr>
          <p:cNvSpPr>
            <a:spLocks noGrp="1"/>
          </p:cNvSpPr>
          <p:nvPr>
            <p:ph type="sldNum" sz="quarter" idx="35"/>
          </p:nvPr>
        </p:nvSpPr>
        <p:spPr/>
        <p:txBody>
          <a:bodyPr/>
          <a:lstStyle>
            <a:lvl1pPr>
              <a:defRPr>
                <a:solidFill>
                  <a:schemeClr val="accent1"/>
                </a:solidFill>
              </a:defRPr>
            </a:lvl1pPr>
          </a:lstStyle>
          <a:p>
            <a:fld id="{FD5E7EB4-4CDF-47BB-AF16-07782904B863}" type="slidenum">
              <a:rPr lang="en-US" smtClean="0"/>
              <a:pPr/>
              <a:t>‹#›</a:t>
            </a:fld>
            <a:endParaRPr lang="en-US" dirty="0"/>
          </a:p>
        </p:txBody>
      </p:sp>
      <p:sp>
        <p:nvSpPr>
          <p:cNvPr id="9" name="Textplatzhalter 15">
            <a:extLst>
              <a:ext uri="{FF2B5EF4-FFF2-40B4-BE49-F238E27FC236}">
                <a16:creationId xmlns:a16="http://schemas.microsoft.com/office/drawing/2014/main" id="{76C7D241-648B-410A-B4DE-9D7A38FF3F4D}"/>
              </a:ext>
            </a:extLst>
          </p:cNvPr>
          <p:cNvSpPr>
            <a:spLocks noGrp="1"/>
          </p:cNvSpPr>
          <p:nvPr>
            <p:ph type="body" sz="quarter" idx="14" hasCustomPrompt="1"/>
          </p:nvPr>
        </p:nvSpPr>
        <p:spPr>
          <a:xfrm>
            <a:off x="10539522" y="6404236"/>
            <a:ext cx="1029086" cy="195497"/>
          </a:xfrm>
          <a:prstGeom prst="rect">
            <a:avLst/>
          </a:prstGeom>
          <a:blipFill>
            <a:blip r:embed="rId2" cstate="email">
              <a:extLst>
                <a:ext uri="{28A0092B-C50C-407E-A947-70E740481C1C}">
                  <a14:useLocalDpi xmlns:a14="http://schemas.microsoft.com/office/drawing/2010/main"/>
                </a:ext>
              </a:extLst>
            </a:blip>
            <a:srcRect/>
            <a:stretch>
              <a:fillRect t="18393" b="-1323"/>
            </a:stretch>
          </a:blipFill>
        </p:spPr>
        <p:txBody>
          <a:bodyPr/>
          <a:lstStyle>
            <a:lvl1pPr>
              <a:defRPr/>
            </a:lvl1pPr>
          </a:lstStyle>
          <a:p>
            <a:pPr lvl="0"/>
            <a:r>
              <a:rPr lang="en-US" dirty="0"/>
              <a:t> </a:t>
            </a:r>
          </a:p>
        </p:txBody>
      </p:sp>
      <p:sp>
        <p:nvSpPr>
          <p:cNvPr id="12" name="Textplatzhalter 11">
            <a:extLst>
              <a:ext uri="{FF2B5EF4-FFF2-40B4-BE49-F238E27FC236}">
                <a16:creationId xmlns:a16="http://schemas.microsoft.com/office/drawing/2014/main" id="{10675668-0074-4172-9DCB-580AF28CA6DB}"/>
              </a:ext>
            </a:extLst>
          </p:cNvPr>
          <p:cNvSpPr>
            <a:spLocks noGrp="1"/>
          </p:cNvSpPr>
          <p:nvPr>
            <p:ph type="body" sz="quarter" idx="16" hasCustomPrompt="1"/>
          </p:nvPr>
        </p:nvSpPr>
        <p:spPr bwMode="gray">
          <a:xfrm>
            <a:off x="-2" y="-1"/>
            <a:ext cx="4655842" cy="5373217"/>
          </a:xfrm>
          <a:custGeom>
            <a:avLst/>
            <a:gdLst>
              <a:gd name="connsiteX0" fmla="*/ 0 w 4655842"/>
              <a:gd name="connsiteY0" fmla="*/ 0 h 5373217"/>
              <a:gd name="connsiteX1" fmla="*/ 4655842 w 4655842"/>
              <a:gd name="connsiteY1" fmla="*/ 0 h 5373217"/>
              <a:gd name="connsiteX2" fmla="*/ 4655842 w 4655842"/>
              <a:gd name="connsiteY2" fmla="*/ 1 h 5373217"/>
              <a:gd name="connsiteX3" fmla="*/ 3724787 w 4655842"/>
              <a:gd name="connsiteY3" fmla="*/ 1 h 5373217"/>
              <a:gd name="connsiteX4" fmla="*/ 3881681 w 4655842"/>
              <a:gd name="connsiteY4" fmla="*/ 207071 h 5373217"/>
              <a:gd name="connsiteX5" fmla="*/ 4089011 w 4655842"/>
              <a:gd name="connsiteY5" fmla="*/ 3463749 h 5373217"/>
              <a:gd name="connsiteX6" fmla="*/ 1326317 w 4655842"/>
              <a:gd name="connsiteY6" fmla="*/ 5198134 h 5373217"/>
              <a:gd name="connsiteX7" fmla="*/ 168290 w 4655842"/>
              <a:gd name="connsiteY7" fmla="*/ 5009329 h 5373217"/>
              <a:gd name="connsiteX8" fmla="*/ 2 w 4655842"/>
              <a:gd name="connsiteY8" fmla="*/ 4942497 h 5373217"/>
              <a:gd name="connsiteX9" fmla="*/ 2 w 4655842"/>
              <a:gd name="connsiteY9" fmla="*/ 5373217 h 5373217"/>
              <a:gd name="connsiteX10" fmla="*/ 0 w 4655842"/>
              <a:gd name="connsiteY10" fmla="*/ 5373217 h 5373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55842" h="5373217">
                <a:moveTo>
                  <a:pt x="0" y="0"/>
                </a:moveTo>
                <a:lnTo>
                  <a:pt x="4655842" y="0"/>
                </a:lnTo>
                <a:lnTo>
                  <a:pt x="4655842" y="1"/>
                </a:lnTo>
                <a:lnTo>
                  <a:pt x="3724787" y="1"/>
                </a:lnTo>
                <a:lnTo>
                  <a:pt x="3881681" y="207071"/>
                </a:lnTo>
                <a:cubicBezTo>
                  <a:pt x="4520336" y="1141262"/>
                  <a:pt x="4639950" y="2386193"/>
                  <a:pt x="4089011" y="3463749"/>
                </a:cubicBezTo>
                <a:cubicBezTo>
                  <a:pt x="3538071" y="4541308"/>
                  <a:pt x="2458844" y="5171185"/>
                  <a:pt x="1326317" y="5198134"/>
                </a:cubicBezTo>
                <a:cubicBezTo>
                  <a:pt x="940230" y="5207321"/>
                  <a:pt x="547948" y="5146437"/>
                  <a:pt x="168290" y="5009329"/>
                </a:cubicBezTo>
                <a:lnTo>
                  <a:pt x="2" y="4942497"/>
                </a:lnTo>
                <a:lnTo>
                  <a:pt x="2" y="5373217"/>
                </a:lnTo>
                <a:lnTo>
                  <a:pt x="0" y="5373217"/>
                </a:lnTo>
                <a:close/>
              </a:path>
            </a:pathLst>
          </a:custGeom>
          <a:solidFill>
            <a:schemeClr val="accent1"/>
          </a:solidFill>
        </p:spPr>
        <p:txBody>
          <a:bodyPr wrap="square" lIns="0" tIns="0" rIns="360000" bIns="360000" anchor="ctr" anchorCtr="0">
            <a:noAutofit/>
          </a:bodyPr>
          <a:lstStyle>
            <a:lvl1pPr marL="0" indent="0" algn="ctr">
              <a:spcBef>
                <a:spcPts val="0"/>
              </a:spcBef>
              <a:spcAft>
                <a:spcPts val="0"/>
              </a:spcAft>
              <a:buFont typeface="Arial" panose="020B0604020202020204" pitchFamily="34" charset="0"/>
              <a:buNone/>
              <a:defRPr b="0">
                <a:solidFill>
                  <a:schemeClr val="accent4"/>
                </a:solidFill>
              </a:defRPr>
            </a:lvl1pPr>
            <a:lvl2pPr marL="0" indent="0">
              <a:spcBef>
                <a:spcPts val="0"/>
              </a:spcBef>
              <a:spcAft>
                <a:spcPts val="0"/>
              </a:spcAft>
              <a:buNone/>
              <a:defRPr b="1">
                <a:solidFill>
                  <a:schemeClr val="bg1"/>
                </a:solidFill>
              </a:defRPr>
            </a:lvl2pPr>
            <a:lvl3pPr marL="0" indent="0">
              <a:spcBef>
                <a:spcPts val="0"/>
              </a:spcBef>
              <a:spcAft>
                <a:spcPts val="0"/>
              </a:spcAft>
              <a:buNone/>
              <a:defRPr b="1">
                <a:solidFill>
                  <a:schemeClr val="bg1"/>
                </a:solidFill>
              </a:defRPr>
            </a:lvl3pPr>
            <a:lvl4pPr marL="0" indent="0">
              <a:spcBef>
                <a:spcPts val="0"/>
              </a:spcBef>
              <a:spcAft>
                <a:spcPts val="0"/>
              </a:spcAft>
              <a:buNone/>
              <a:defRPr b="1">
                <a:solidFill>
                  <a:schemeClr val="bg1"/>
                </a:solidFill>
              </a:defRPr>
            </a:lvl4pPr>
            <a:lvl5pPr marL="0" indent="0">
              <a:spcBef>
                <a:spcPts val="0"/>
              </a:spcBef>
              <a:spcAft>
                <a:spcPts val="0"/>
              </a:spcAft>
              <a:buNone/>
              <a:defRPr b="1">
                <a:solidFill>
                  <a:schemeClr val="bg1"/>
                </a:solidFill>
              </a:defRPr>
            </a:lvl5pPr>
            <a:lvl6pPr marL="0" indent="0">
              <a:spcBef>
                <a:spcPts val="0"/>
              </a:spcBef>
              <a:spcAft>
                <a:spcPts val="0"/>
              </a:spcAft>
              <a:buNone/>
              <a:defRPr b="1">
                <a:solidFill>
                  <a:schemeClr val="bg1"/>
                </a:solidFill>
              </a:defRPr>
            </a:lvl6pPr>
            <a:lvl7pPr marL="0" indent="0">
              <a:spcBef>
                <a:spcPts val="0"/>
              </a:spcBef>
              <a:spcAft>
                <a:spcPts val="0"/>
              </a:spcAft>
              <a:buNone/>
              <a:defRPr b="1">
                <a:solidFill>
                  <a:schemeClr val="bg1"/>
                </a:solidFill>
              </a:defRPr>
            </a:lvl7pPr>
            <a:lvl8pPr marL="0" indent="0">
              <a:spcBef>
                <a:spcPts val="0"/>
              </a:spcBef>
              <a:spcAft>
                <a:spcPts val="0"/>
              </a:spcAft>
              <a:buNone/>
              <a:defRPr b="1">
                <a:solidFill>
                  <a:schemeClr val="bg1"/>
                </a:solidFill>
              </a:defRPr>
            </a:lvl8pPr>
            <a:lvl9pPr marL="0" indent="0">
              <a:spcBef>
                <a:spcPts val="0"/>
              </a:spcBef>
              <a:spcAft>
                <a:spcPts val="0"/>
              </a:spcAft>
              <a:buNone/>
              <a:defRPr b="1">
                <a:solidFill>
                  <a:schemeClr val="bg1"/>
                </a:solidFill>
              </a:defRPr>
            </a:lvl9pPr>
          </a:lstStyle>
          <a:p>
            <a:pPr lvl="0"/>
            <a:r>
              <a:rPr lang="en-US" dirty="0"/>
              <a:t>Insert text</a:t>
            </a:r>
          </a:p>
        </p:txBody>
      </p:sp>
    </p:spTree>
    <p:extLst>
      <p:ext uri="{BB962C8B-B14F-4D97-AF65-F5344CB8AC3E}">
        <p14:creationId xmlns:p14="http://schemas.microsoft.com/office/powerpoint/2010/main" val="3403364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Big picture | 4">
    <p:spTree>
      <p:nvGrpSpPr>
        <p:cNvPr id="1" name=""/>
        <p:cNvGrpSpPr/>
        <p:nvPr/>
      </p:nvGrpSpPr>
      <p:grpSpPr>
        <a:xfrm>
          <a:off x="0" y="0"/>
          <a:ext cx="0" cy="0"/>
          <a:chOff x="0" y="0"/>
          <a:chExt cx="0" cy="0"/>
        </a:xfrm>
      </p:grpSpPr>
      <p:sp>
        <p:nvSpPr>
          <p:cNvPr id="3" name="Bildplatzhalter 2"/>
          <p:cNvSpPr>
            <a:spLocks noGrp="1"/>
          </p:cNvSpPr>
          <p:nvPr>
            <p:ph type="pic" sz="quarter" idx="18" hasCustomPrompt="1"/>
          </p:nvPr>
        </p:nvSpPr>
        <p:spPr>
          <a:xfrm>
            <a:off x="0" y="0"/>
            <a:ext cx="12192000" cy="6858000"/>
          </a:xfrm>
          <a:prstGeom prst="rect">
            <a:avLst/>
          </a:prstGeom>
          <a:solidFill>
            <a:schemeClr val="accent4"/>
          </a:solidFill>
        </p:spPr>
        <p:txBody>
          <a:bodyPr/>
          <a:lstStyle>
            <a:lvl1pPr>
              <a:defRPr/>
            </a:lvl1pPr>
          </a:lstStyle>
          <a:p>
            <a:r>
              <a:rPr lang="en-US" dirty="0"/>
              <a:t> </a:t>
            </a:r>
          </a:p>
        </p:txBody>
      </p:sp>
      <p:sp>
        <p:nvSpPr>
          <p:cNvPr id="2" name="Fußzeilenplatzhalter 1">
            <a:extLst>
              <a:ext uri="{FF2B5EF4-FFF2-40B4-BE49-F238E27FC236}">
                <a16:creationId xmlns:a16="http://schemas.microsoft.com/office/drawing/2014/main" id="{1CF16DAC-4540-4D05-80B9-9AA3D420C25F}"/>
              </a:ext>
            </a:extLst>
          </p:cNvPr>
          <p:cNvSpPr>
            <a:spLocks noGrp="1"/>
          </p:cNvSpPr>
          <p:nvPr>
            <p:ph type="ftr" sz="quarter" idx="33"/>
          </p:nvPr>
        </p:nvSpPr>
        <p:spPr/>
        <p:txBody>
          <a:bodyPr/>
          <a:lstStyle>
            <a:lvl1pPr>
              <a:defRPr>
                <a:solidFill>
                  <a:schemeClr val="accent1"/>
                </a:solidFill>
              </a:defRPr>
            </a:lvl1pPr>
          </a:lstStyle>
          <a:p>
            <a:r>
              <a:rPr lang="en-US" dirty="0"/>
              <a:t>Chart library synthetic cells</a:t>
            </a:r>
          </a:p>
        </p:txBody>
      </p:sp>
      <p:sp>
        <p:nvSpPr>
          <p:cNvPr id="4" name="Foliennummernplatzhalter 3">
            <a:extLst>
              <a:ext uri="{FF2B5EF4-FFF2-40B4-BE49-F238E27FC236}">
                <a16:creationId xmlns:a16="http://schemas.microsoft.com/office/drawing/2014/main" id="{7C0C1029-0B85-4558-99DF-842F181DFF7D}"/>
              </a:ext>
            </a:extLst>
          </p:cNvPr>
          <p:cNvSpPr>
            <a:spLocks noGrp="1"/>
          </p:cNvSpPr>
          <p:nvPr>
            <p:ph type="sldNum" sz="quarter" idx="34"/>
          </p:nvPr>
        </p:nvSpPr>
        <p:spPr/>
        <p:txBody>
          <a:bodyPr/>
          <a:lstStyle>
            <a:lvl1pPr>
              <a:defRPr>
                <a:solidFill>
                  <a:schemeClr val="accent1"/>
                </a:solidFill>
              </a:defRPr>
            </a:lvl1pPr>
          </a:lstStyle>
          <a:p>
            <a:fld id="{FD5E7EB4-4CDF-47BB-AF16-07782904B863}" type="slidenum">
              <a:rPr lang="en-US" smtClean="0"/>
              <a:pPr/>
              <a:t>‹#›</a:t>
            </a:fld>
            <a:endParaRPr lang="en-US" dirty="0"/>
          </a:p>
        </p:txBody>
      </p:sp>
      <p:sp>
        <p:nvSpPr>
          <p:cNvPr id="7" name="Textplatzhalter 15">
            <a:extLst>
              <a:ext uri="{FF2B5EF4-FFF2-40B4-BE49-F238E27FC236}">
                <a16:creationId xmlns:a16="http://schemas.microsoft.com/office/drawing/2014/main" id="{20F84C64-9218-4F5D-BAC1-4F0EC2B5EA68}"/>
              </a:ext>
            </a:extLst>
          </p:cNvPr>
          <p:cNvSpPr>
            <a:spLocks noGrp="1"/>
          </p:cNvSpPr>
          <p:nvPr>
            <p:ph type="body" sz="quarter" idx="14" hasCustomPrompt="1"/>
          </p:nvPr>
        </p:nvSpPr>
        <p:spPr>
          <a:xfrm>
            <a:off x="10539522" y="6404236"/>
            <a:ext cx="1029086" cy="195497"/>
          </a:xfrm>
          <a:prstGeom prst="rect">
            <a:avLst/>
          </a:prstGeom>
          <a:blipFill>
            <a:blip r:embed="rId2" cstate="email">
              <a:extLst>
                <a:ext uri="{28A0092B-C50C-407E-A947-70E740481C1C}">
                  <a14:useLocalDpi xmlns:a14="http://schemas.microsoft.com/office/drawing/2010/main"/>
                </a:ext>
              </a:extLst>
            </a:blip>
            <a:srcRect/>
            <a:stretch>
              <a:fillRect t="18393" b="-1323"/>
            </a:stretch>
          </a:blipFill>
        </p:spPr>
        <p:txBody>
          <a:bodyPr/>
          <a:lstStyle>
            <a:lvl1pPr>
              <a:defRPr/>
            </a:lvl1pPr>
          </a:lstStyle>
          <a:p>
            <a:pPr lvl="0"/>
            <a:r>
              <a:rPr lang="en-US" dirty="0"/>
              <a:t> </a:t>
            </a:r>
          </a:p>
        </p:txBody>
      </p:sp>
      <p:sp>
        <p:nvSpPr>
          <p:cNvPr id="12" name="Textplatzhalter 11">
            <a:extLst>
              <a:ext uri="{FF2B5EF4-FFF2-40B4-BE49-F238E27FC236}">
                <a16:creationId xmlns:a16="http://schemas.microsoft.com/office/drawing/2014/main" id="{2FF2EC17-5AFB-47F0-B3DA-85E25CCC035C}"/>
              </a:ext>
            </a:extLst>
          </p:cNvPr>
          <p:cNvSpPr>
            <a:spLocks noGrp="1"/>
          </p:cNvSpPr>
          <p:nvPr>
            <p:ph type="body" sz="quarter" idx="35" hasCustomPrompt="1"/>
          </p:nvPr>
        </p:nvSpPr>
        <p:spPr bwMode="gray">
          <a:xfrm>
            <a:off x="6600056" y="0"/>
            <a:ext cx="5591944" cy="4488272"/>
          </a:xfrm>
          <a:custGeom>
            <a:avLst/>
            <a:gdLst>
              <a:gd name="connsiteX0" fmla="*/ 331502 w 5591944"/>
              <a:gd name="connsiteY0" fmla="*/ 0 h 4488272"/>
              <a:gd name="connsiteX1" fmla="*/ 5591944 w 5591944"/>
              <a:gd name="connsiteY1" fmla="*/ 0 h 4488272"/>
              <a:gd name="connsiteX2" fmla="*/ 5591944 w 5591944"/>
              <a:gd name="connsiteY2" fmla="*/ 3218566 h 4488272"/>
              <a:gd name="connsiteX3" fmla="*/ 5511842 w 5591944"/>
              <a:gd name="connsiteY3" fmla="*/ 3329626 h 4488272"/>
              <a:gd name="connsiteX4" fmla="*/ 1684723 w 5591944"/>
              <a:gd name="connsiteY4" fmla="*/ 4147686 h 4488272"/>
              <a:gd name="connsiteX5" fmla="*/ 876 w 5591944"/>
              <a:gd name="connsiteY5" fmla="*/ 1465491 h 4488272"/>
              <a:gd name="connsiteX6" fmla="*/ 256930 w 5591944"/>
              <a:gd name="connsiteY6" fmla="*/ 158016 h 4488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91944" h="4488272">
                <a:moveTo>
                  <a:pt x="331502" y="0"/>
                </a:moveTo>
                <a:lnTo>
                  <a:pt x="5591944" y="0"/>
                </a:lnTo>
                <a:lnTo>
                  <a:pt x="5591944" y="3218566"/>
                </a:lnTo>
                <a:lnTo>
                  <a:pt x="5511842" y="3329626"/>
                </a:lnTo>
                <a:cubicBezTo>
                  <a:pt x="4610891" y="4454678"/>
                  <a:pt x="3016197" y="4828449"/>
                  <a:pt x="1684723" y="4147686"/>
                </a:cubicBezTo>
                <a:cubicBezTo>
                  <a:pt x="638563" y="3612799"/>
                  <a:pt x="27039" y="2565018"/>
                  <a:pt x="876" y="1465491"/>
                </a:cubicBezTo>
                <a:cubicBezTo>
                  <a:pt x="-9531" y="1028181"/>
                  <a:pt x="72660" y="582684"/>
                  <a:pt x="256930" y="158016"/>
                </a:cubicBezTo>
                <a:close/>
              </a:path>
            </a:pathLst>
          </a:custGeom>
          <a:solidFill>
            <a:schemeClr val="accent1"/>
          </a:solidFill>
        </p:spPr>
        <p:txBody>
          <a:bodyPr wrap="square" lIns="0" bIns="360000" anchor="ctr">
            <a:noAutofit/>
          </a:bodyPr>
          <a:lstStyle>
            <a:lvl1pPr algn="ctr">
              <a:buClr>
                <a:schemeClr val="accent1"/>
              </a:buClr>
              <a:defRPr b="0">
                <a:solidFill>
                  <a:schemeClr val="accent4"/>
                </a:solidFill>
              </a:defRPr>
            </a:lvl1pPr>
            <a:lvl2pPr>
              <a:buClr>
                <a:schemeClr val="accent1"/>
              </a:buClr>
              <a:defRPr>
                <a:solidFill>
                  <a:schemeClr val="accent1"/>
                </a:solidFill>
              </a:defRPr>
            </a:lvl2pPr>
            <a:lvl3pPr>
              <a:buClr>
                <a:schemeClr val="accent1"/>
              </a:buClr>
              <a:defRPr>
                <a:solidFill>
                  <a:schemeClr val="accent1"/>
                </a:solidFill>
              </a:defRPr>
            </a:lvl3pPr>
            <a:lvl4pPr>
              <a:buClr>
                <a:schemeClr val="accent1"/>
              </a:buClr>
              <a:defRPr>
                <a:solidFill>
                  <a:schemeClr val="accent1"/>
                </a:solidFill>
              </a:defRPr>
            </a:lvl4pPr>
            <a:lvl5pPr>
              <a:buClr>
                <a:schemeClr val="accent1"/>
              </a:buClr>
              <a:defRPr>
                <a:solidFill>
                  <a:schemeClr val="accent1"/>
                </a:solidFill>
              </a:defRPr>
            </a:lvl5pPr>
          </a:lstStyle>
          <a:p>
            <a:pPr lvl="0"/>
            <a:r>
              <a:rPr lang="en-US" dirty="0"/>
              <a:t>Insert text</a:t>
            </a:r>
          </a:p>
        </p:txBody>
      </p:sp>
      <p:sp>
        <p:nvSpPr>
          <p:cNvPr id="8" name="MIO_VALID_LAYOUT">
            <a:extLst>
              <a:ext uri="{FF2B5EF4-FFF2-40B4-BE49-F238E27FC236}">
                <a16:creationId xmlns:a16="http://schemas.microsoft.com/office/drawing/2014/main" id="{640617E4-3FB4-403F-969B-C7317CC599A4}"/>
              </a:ext>
            </a:extLst>
          </p:cNvPr>
          <p:cNvSpPr/>
          <p:nvPr userDrawn="1"/>
        </p:nvSpPr>
        <p:spPr bwMode="gray">
          <a:xfrm>
            <a:off x="11856640" y="6597171"/>
            <a:ext cx="335360" cy="260829"/>
          </a:xfrm>
          <a:prstGeom prst="rect">
            <a:avLst/>
          </a:prstGeom>
          <a:no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Tree>
    <p:extLst>
      <p:ext uri="{BB962C8B-B14F-4D97-AF65-F5344CB8AC3E}">
        <p14:creationId xmlns:p14="http://schemas.microsoft.com/office/powerpoint/2010/main" val="1973389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Big picture | 5">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6B630C4E-B901-4965-BF07-4CB0E1A5DE4F}"/>
              </a:ext>
            </a:extLst>
          </p:cNvPr>
          <p:cNvSpPr/>
          <p:nvPr userDrawn="1"/>
        </p:nvSpPr>
        <p:spPr bwMode="gray">
          <a:xfrm>
            <a:off x="0" y="0"/>
            <a:ext cx="12192000" cy="6858000"/>
          </a:xfrm>
          <a:prstGeom prst="rect">
            <a:avLst/>
          </a:prstGeom>
          <a:solidFill>
            <a:schemeClr val="accent4"/>
          </a:solid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
        <p:nvSpPr>
          <p:cNvPr id="16" name="Bildplatzhalter 15">
            <a:extLst>
              <a:ext uri="{FF2B5EF4-FFF2-40B4-BE49-F238E27FC236}">
                <a16:creationId xmlns:a16="http://schemas.microsoft.com/office/drawing/2014/main" id="{1DB4429E-4BA6-43C6-90A1-85E5F1B70393}"/>
              </a:ext>
            </a:extLst>
          </p:cNvPr>
          <p:cNvSpPr>
            <a:spLocks noGrp="1"/>
          </p:cNvSpPr>
          <p:nvPr>
            <p:ph type="pic" sz="quarter" idx="33" hasCustomPrompt="1"/>
          </p:nvPr>
        </p:nvSpPr>
        <p:spPr bwMode="gray">
          <a:xfrm>
            <a:off x="0" y="0"/>
            <a:ext cx="12192000" cy="6858000"/>
          </a:xfrm>
          <a:custGeom>
            <a:avLst/>
            <a:gdLst>
              <a:gd name="connsiteX0" fmla="*/ 0 w 12192000"/>
              <a:gd name="connsiteY0" fmla="*/ 0 h 6858000"/>
              <a:gd name="connsiteX1" fmla="*/ 4634922 w 12192000"/>
              <a:gd name="connsiteY1" fmla="*/ 0 h 6858000"/>
              <a:gd name="connsiteX2" fmla="*/ 4735468 w 12192000"/>
              <a:gd name="connsiteY2" fmla="*/ 100836 h 6858000"/>
              <a:gd name="connsiteX3" fmla="*/ 5031445 w 12192000"/>
              <a:gd name="connsiteY3" fmla="*/ 351429 h 6858000"/>
              <a:gd name="connsiteX4" fmla="*/ 6778070 w 12192000"/>
              <a:gd name="connsiteY4" fmla="*/ 411555 h 6858000"/>
              <a:gd name="connsiteX5" fmla="*/ 6809799 w 12192000"/>
              <a:gd name="connsiteY5" fmla="*/ 387413 h 6858000"/>
              <a:gd name="connsiteX6" fmla="*/ 7151340 w 12192000"/>
              <a:gd name="connsiteY6" fmla="*/ 150575 h 6858000"/>
              <a:gd name="connsiteX7" fmla="*/ 7343665 w 12192000"/>
              <a:gd name="connsiteY7" fmla="*/ 32811 h 6858000"/>
              <a:gd name="connsiteX8" fmla="*/ 7402430 w 12192000"/>
              <a:gd name="connsiteY8" fmla="*/ 0 h 6858000"/>
              <a:gd name="connsiteX9" fmla="*/ 12192000 w 12192000"/>
              <a:gd name="connsiteY9" fmla="*/ 0 h 6858000"/>
              <a:gd name="connsiteX10" fmla="*/ 12192000 w 12192000"/>
              <a:gd name="connsiteY10" fmla="*/ 6858000 h 6858000"/>
              <a:gd name="connsiteX11" fmla="*/ 4900352 w 12192000"/>
              <a:gd name="connsiteY11" fmla="*/ 6858000 h 6858000"/>
              <a:gd name="connsiteX12" fmla="*/ 4801357 w 12192000"/>
              <a:gd name="connsiteY12" fmla="*/ 6569230 h 6858000"/>
              <a:gd name="connsiteX13" fmla="*/ 5002217 w 12192000"/>
              <a:gd name="connsiteY13" fmla="*/ 2691566 h 6858000"/>
              <a:gd name="connsiteX14" fmla="*/ 5179633 w 12192000"/>
              <a:gd name="connsiteY14" fmla="*/ 2315493 h 6858000"/>
              <a:gd name="connsiteX15" fmla="*/ 5198082 w 12192000"/>
              <a:gd name="connsiteY15" fmla="*/ 2280349 h 6858000"/>
              <a:gd name="connsiteX16" fmla="*/ 4849946 w 12192000"/>
              <a:gd name="connsiteY16" fmla="*/ 567669 h 6858000"/>
              <a:gd name="connsiteX17" fmla="*/ 4553748 w 12192000"/>
              <a:gd name="connsiteY17" fmla="*/ 317195 h 6858000"/>
              <a:gd name="connsiteX18" fmla="*/ 3365160 w 12192000"/>
              <a:gd name="connsiteY18" fmla="*/ 267160 h 6858000"/>
              <a:gd name="connsiteX19" fmla="*/ 3355687 w 12192000"/>
              <a:gd name="connsiteY19" fmla="*/ 272652 h 6858000"/>
              <a:gd name="connsiteX20" fmla="*/ 154115 w 12192000"/>
              <a:gd name="connsiteY20" fmla="*/ 936062 h 6858000"/>
              <a:gd name="connsiteX21" fmla="*/ 0 w 12192000"/>
              <a:gd name="connsiteY21" fmla="*/ 89468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192000" h="6858000">
                <a:moveTo>
                  <a:pt x="0" y="0"/>
                </a:moveTo>
                <a:lnTo>
                  <a:pt x="4634922" y="0"/>
                </a:lnTo>
                <a:lnTo>
                  <a:pt x="4735468" y="100836"/>
                </a:lnTo>
                <a:lnTo>
                  <a:pt x="5031445" y="351429"/>
                </a:lnTo>
                <a:cubicBezTo>
                  <a:pt x="5529740" y="772901"/>
                  <a:pt x="6251890" y="797705"/>
                  <a:pt x="6778070" y="411555"/>
                </a:cubicBezTo>
                <a:cubicBezTo>
                  <a:pt x="6788726" y="403651"/>
                  <a:pt x="6799387" y="395743"/>
                  <a:pt x="6809799" y="387413"/>
                </a:cubicBezTo>
                <a:cubicBezTo>
                  <a:pt x="6921236" y="303821"/>
                  <a:pt x="7035086" y="224875"/>
                  <a:pt x="7151340" y="150575"/>
                </a:cubicBezTo>
                <a:cubicBezTo>
                  <a:pt x="7214790" y="109944"/>
                  <a:pt x="7278913" y="70688"/>
                  <a:pt x="7343665" y="32811"/>
                </a:cubicBezTo>
                <a:lnTo>
                  <a:pt x="7402430" y="0"/>
                </a:lnTo>
                <a:lnTo>
                  <a:pt x="12192000" y="0"/>
                </a:lnTo>
                <a:lnTo>
                  <a:pt x="12192000" y="6858000"/>
                </a:lnTo>
                <a:lnTo>
                  <a:pt x="4900352" y="6858000"/>
                </a:lnTo>
                <a:lnTo>
                  <a:pt x="4801357" y="6569230"/>
                </a:lnTo>
                <a:cubicBezTo>
                  <a:pt x="4413580" y="5308155"/>
                  <a:pt x="4473484" y="3929860"/>
                  <a:pt x="5002217" y="2691566"/>
                </a:cubicBezTo>
                <a:cubicBezTo>
                  <a:pt x="5056573" y="2564569"/>
                  <a:pt x="5115599" y="2439185"/>
                  <a:pt x="5179633" y="2315493"/>
                </a:cubicBezTo>
                <a:cubicBezTo>
                  <a:pt x="5185827" y="2303850"/>
                  <a:pt x="5192018" y="2292207"/>
                  <a:pt x="5198082" y="2280349"/>
                </a:cubicBezTo>
                <a:cubicBezTo>
                  <a:pt x="5491822" y="1697648"/>
                  <a:pt x="5348026" y="989266"/>
                  <a:pt x="4849946" y="567669"/>
                </a:cubicBezTo>
                <a:lnTo>
                  <a:pt x="4553748" y="317195"/>
                </a:lnTo>
                <a:cubicBezTo>
                  <a:pt x="4215329" y="31100"/>
                  <a:pt x="3726329" y="10607"/>
                  <a:pt x="3365160" y="267160"/>
                </a:cubicBezTo>
                <a:cubicBezTo>
                  <a:pt x="3362146" y="268907"/>
                  <a:pt x="3358917" y="270779"/>
                  <a:pt x="3355687" y="272652"/>
                </a:cubicBezTo>
                <a:cubicBezTo>
                  <a:pt x="2431949" y="959426"/>
                  <a:pt x="1258696" y="1195685"/>
                  <a:pt x="154115" y="936062"/>
                </a:cubicBezTo>
                <a:lnTo>
                  <a:pt x="0" y="894681"/>
                </a:lnTo>
                <a:close/>
              </a:path>
            </a:pathLst>
          </a:custGeom>
          <a:solidFill>
            <a:schemeClr val="accent1"/>
          </a:solidFill>
        </p:spPr>
        <p:txBody>
          <a:bodyPr wrap="square" lIns="4248000" rIns="0" anchor="ctr" anchorCtr="0">
            <a:noAutofit/>
          </a:bodyPr>
          <a:lstStyle>
            <a:lvl1pPr marL="0" indent="0" algn="l">
              <a:spcBef>
                <a:spcPts val="0"/>
              </a:spcBef>
              <a:spcAft>
                <a:spcPts val="0"/>
              </a:spcAft>
              <a:buFont typeface="Arial" panose="020B0604020202020204" pitchFamily="34" charset="0"/>
              <a:buNone/>
              <a:defRPr sz="1000"/>
            </a:lvl1pPr>
            <a:lvl2pPr marL="0" indent="0" algn="l">
              <a:spcBef>
                <a:spcPts val="0"/>
              </a:spcBef>
              <a:spcAft>
                <a:spcPts val="0"/>
              </a:spcAft>
              <a:buNone/>
              <a:defRPr sz="1000"/>
            </a:lvl2pPr>
            <a:lvl3pPr marL="0" indent="0" algn="l">
              <a:spcBef>
                <a:spcPts val="0"/>
              </a:spcBef>
              <a:spcAft>
                <a:spcPts val="0"/>
              </a:spcAft>
              <a:buNone/>
              <a:defRPr sz="1000"/>
            </a:lvl3pPr>
            <a:lvl4pPr marL="0" indent="0" algn="l">
              <a:spcBef>
                <a:spcPts val="0"/>
              </a:spcBef>
              <a:spcAft>
                <a:spcPts val="0"/>
              </a:spcAft>
              <a:buNone/>
              <a:defRPr sz="1000"/>
            </a:lvl4pPr>
            <a:lvl5pPr marL="0" indent="0" algn="l">
              <a:spcBef>
                <a:spcPts val="0"/>
              </a:spcBef>
              <a:spcAft>
                <a:spcPts val="0"/>
              </a:spcAft>
              <a:buNone/>
              <a:defRPr sz="1000"/>
            </a:lvl5pPr>
            <a:lvl6pPr marL="0" indent="0" algn="l">
              <a:spcBef>
                <a:spcPts val="0"/>
              </a:spcBef>
              <a:spcAft>
                <a:spcPts val="0"/>
              </a:spcAft>
              <a:buNone/>
              <a:defRPr sz="1000"/>
            </a:lvl6pPr>
            <a:lvl7pPr marL="0" indent="0" algn="l">
              <a:spcBef>
                <a:spcPts val="0"/>
              </a:spcBef>
              <a:spcAft>
                <a:spcPts val="0"/>
              </a:spcAft>
              <a:buNone/>
              <a:defRPr sz="1000"/>
            </a:lvl7pPr>
            <a:lvl8pPr marL="0" indent="0" algn="l">
              <a:spcBef>
                <a:spcPts val="0"/>
              </a:spcBef>
              <a:spcAft>
                <a:spcPts val="0"/>
              </a:spcAft>
              <a:buNone/>
              <a:defRPr sz="1000"/>
            </a:lvl8pPr>
            <a:lvl9pPr marL="0" indent="0" algn="l">
              <a:spcBef>
                <a:spcPts val="0"/>
              </a:spcBef>
              <a:spcAft>
                <a:spcPts val="0"/>
              </a:spcAft>
              <a:buNone/>
              <a:defRPr sz="1000"/>
            </a:lvl9pPr>
          </a:lstStyle>
          <a:p>
            <a:r>
              <a:rPr lang="en-US" noProof="0" dirty="0"/>
              <a:t> </a:t>
            </a:r>
          </a:p>
        </p:txBody>
      </p:sp>
      <p:sp>
        <p:nvSpPr>
          <p:cNvPr id="8" name="MIO_VALID_LAYOUT" hidden="1"/>
          <p:cNvSpPr/>
          <p:nvPr userDrawn="1"/>
        </p:nvSpPr>
        <p:spPr bwMode="gray">
          <a:xfrm>
            <a:off x="263056" y="157877"/>
            <a:ext cx="641166" cy="599207"/>
          </a:xfrm>
          <a:prstGeom prst="rect">
            <a:avLst/>
          </a:prstGeom>
          <a:solidFill>
            <a:srgbClr val="52328F"/>
          </a:solidFill>
          <a:ln w="9525" cap="flat" cmpd="sng" algn="ctr">
            <a:noFill/>
            <a:prstDash val="solid"/>
          </a:ln>
          <a:effectLst/>
        </p:spPr>
        <p:txBody>
          <a:bodyPr rtlCol="0" anchor="t" anchorCtr="0"/>
          <a:lstStyle/>
          <a:p>
            <a:pPr marL="180000" indent="-180000" algn="ctr">
              <a:spcBef>
                <a:spcPts val="300"/>
              </a:spcBef>
              <a:spcAft>
                <a:spcPts val="300"/>
              </a:spcAft>
              <a:buClr>
                <a:schemeClr val="bg1"/>
              </a:buClr>
              <a:buSzPct val="100000"/>
              <a:buFont typeface="Arial" panose="020B0604020202020204" pitchFamily="34" charset="0"/>
              <a:buChar char="•"/>
            </a:pPr>
            <a:endParaRPr lang="en-US" sz="1400" kern="0" dirty="0">
              <a:solidFill>
                <a:srgbClr val="FFFFFF"/>
              </a:solidFill>
              <a:latin typeface="Verdana"/>
            </a:endParaRPr>
          </a:p>
        </p:txBody>
      </p:sp>
      <p:sp>
        <p:nvSpPr>
          <p:cNvPr id="5" name="Fußzeilenplatzhalter 4">
            <a:extLst>
              <a:ext uri="{FF2B5EF4-FFF2-40B4-BE49-F238E27FC236}">
                <a16:creationId xmlns:a16="http://schemas.microsoft.com/office/drawing/2014/main" id="{4ACA1375-8F7D-42C5-A901-4200A4BDB41D}"/>
              </a:ext>
            </a:extLst>
          </p:cNvPr>
          <p:cNvSpPr>
            <a:spLocks noGrp="1"/>
          </p:cNvSpPr>
          <p:nvPr>
            <p:ph type="ftr" sz="quarter" idx="34"/>
          </p:nvPr>
        </p:nvSpPr>
        <p:spPr/>
        <p:txBody>
          <a:bodyPr/>
          <a:lstStyle>
            <a:lvl1pPr>
              <a:defRPr>
                <a:solidFill>
                  <a:schemeClr val="accent1"/>
                </a:solidFill>
              </a:defRPr>
            </a:lvl1pPr>
          </a:lstStyle>
          <a:p>
            <a:r>
              <a:rPr lang="en-US" dirty="0"/>
              <a:t>Chart library synthetic cells</a:t>
            </a:r>
          </a:p>
        </p:txBody>
      </p:sp>
      <p:sp>
        <p:nvSpPr>
          <p:cNvPr id="7" name="Foliennummernplatzhalter 6">
            <a:extLst>
              <a:ext uri="{FF2B5EF4-FFF2-40B4-BE49-F238E27FC236}">
                <a16:creationId xmlns:a16="http://schemas.microsoft.com/office/drawing/2014/main" id="{8769902B-6C61-4A01-B801-664A1C1FA7FB}"/>
              </a:ext>
            </a:extLst>
          </p:cNvPr>
          <p:cNvSpPr>
            <a:spLocks noGrp="1"/>
          </p:cNvSpPr>
          <p:nvPr>
            <p:ph type="sldNum" sz="quarter" idx="35"/>
          </p:nvPr>
        </p:nvSpPr>
        <p:spPr/>
        <p:txBody>
          <a:bodyPr/>
          <a:lstStyle>
            <a:lvl1pPr>
              <a:defRPr>
                <a:solidFill>
                  <a:schemeClr val="accent1"/>
                </a:solidFill>
              </a:defRPr>
            </a:lvl1pPr>
          </a:lstStyle>
          <a:p>
            <a:fld id="{FD5E7EB4-4CDF-47BB-AF16-07782904B863}" type="slidenum">
              <a:rPr lang="en-US" smtClean="0"/>
              <a:pPr/>
              <a:t>‹#›</a:t>
            </a:fld>
            <a:endParaRPr lang="en-US" dirty="0"/>
          </a:p>
        </p:txBody>
      </p:sp>
      <p:sp>
        <p:nvSpPr>
          <p:cNvPr id="10" name="Textplatzhalter 15">
            <a:extLst>
              <a:ext uri="{FF2B5EF4-FFF2-40B4-BE49-F238E27FC236}">
                <a16:creationId xmlns:a16="http://schemas.microsoft.com/office/drawing/2014/main" id="{A95A09B1-9F5B-418A-A90F-5C50769FF7F4}"/>
              </a:ext>
            </a:extLst>
          </p:cNvPr>
          <p:cNvSpPr>
            <a:spLocks noGrp="1"/>
          </p:cNvSpPr>
          <p:nvPr>
            <p:ph type="body" sz="quarter" idx="14" hasCustomPrompt="1"/>
          </p:nvPr>
        </p:nvSpPr>
        <p:spPr>
          <a:xfrm>
            <a:off x="10539522" y="6404236"/>
            <a:ext cx="1029086" cy="195497"/>
          </a:xfrm>
          <a:prstGeom prst="rect">
            <a:avLst/>
          </a:prstGeom>
          <a:blipFill>
            <a:blip r:embed="rId2" cstate="email">
              <a:extLst>
                <a:ext uri="{28A0092B-C50C-407E-A947-70E740481C1C}">
                  <a14:useLocalDpi xmlns:a14="http://schemas.microsoft.com/office/drawing/2010/main"/>
                </a:ext>
              </a:extLst>
            </a:blip>
            <a:srcRect/>
            <a:stretch>
              <a:fillRect t="18393" b="-1323"/>
            </a:stretch>
          </a:blipFill>
        </p:spPr>
        <p:txBody>
          <a:bodyPr/>
          <a:lstStyle>
            <a:lvl1pPr>
              <a:defRPr/>
            </a:lvl1pPr>
          </a:lstStyle>
          <a:p>
            <a:pPr lvl="0"/>
            <a:r>
              <a:rPr lang="en-US" dirty="0"/>
              <a:t> </a:t>
            </a:r>
          </a:p>
        </p:txBody>
      </p:sp>
    </p:spTree>
    <p:extLst>
      <p:ext uri="{BB962C8B-B14F-4D97-AF65-F5344CB8AC3E}">
        <p14:creationId xmlns:p14="http://schemas.microsoft.com/office/powerpoint/2010/main" val="2479925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Big picture | 6">
    <p:spTree>
      <p:nvGrpSpPr>
        <p:cNvPr id="1" name=""/>
        <p:cNvGrpSpPr/>
        <p:nvPr/>
      </p:nvGrpSpPr>
      <p:grpSpPr>
        <a:xfrm>
          <a:off x="0" y="0"/>
          <a:ext cx="0" cy="0"/>
          <a:chOff x="0" y="0"/>
          <a:chExt cx="0" cy="0"/>
        </a:xfrm>
      </p:grpSpPr>
      <p:sp>
        <p:nvSpPr>
          <p:cNvPr id="25" name="Rechteck 24">
            <a:extLst>
              <a:ext uri="{FF2B5EF4-FFF2-40B4-BE49-F238E27FC236}">
                <a16:creationId xmlns:a16="http://schemas.microsoft.com/office/drawing/2014/main" id="{912922F7-B559-450B-91E0-F545E49F896E}"/>
              </a:ext>
            </a:extLst>
          </p:cNvPr>
          <p:cNvSpPr/>
          <p:nvPr userDrawn="1"/>
        </p:nvSpPr>
        <p:spPr bwMode="gray">
          <a:xfrm>
            <a:off x="0" y="0"/>
            <a:ext cx="12192000" cy="6858000"/>
          </a:xfrm>
          <a:prstGeom prst="rect">
            <a:avLst/>
          </a:prstGeom>
          <a:solidFill>
            <a:schemeClr val="accent1"/>
          </a:solid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
        <p:nvSpPr>
          <p:cNvPr id="12" name="Bildplatzhalter 11">
            <a:extLst>
              <a:ext uri="{FF2B5EF4-FFF2-40B4-BE49-F238E27FC236}">
                <a16:creationId xmlns:a16="http://schemas.microsoft.com/office/drawing/2014/main" id="{8F36671B-9AB0-40D4-B41B-77B5BFCC31CA}"/>
              </a:ext>
            </a:extLst>
          </p:cNvPr>
          <p:cNvSpPr>
            <a:spLocks noGrp="1"/>
          </p:cNvSpPr>
          <p:nvPr>
            <p:ph type="pic" sz="quarter" idx="33" hasCustomPrompt="1"/>
          </p:nvPr>
        </p:nvSpPr>
        <p:spPr bwMode="gray">
          <a:xfrm>
            <a:off x="1" y="0"/>
            <a:ext cx="8328248" cy="6858000"/>
          </a:xfrm>
          <a:custGeom>
            <a:avLst/>
            <a:gdLst>
              <a:gd name="connsiteX0" fmla="*/ 0 w 8328248"/>
              <a:gd name="connsiteY0" fmla="*/ 0 h 6858000"/>
              <a:gd name="connsiteX1" fmla="*/ 7718090 w 8328248"/>
              <a:gd name="connsiteY1" fmla="*/ 0 h 6858000"/>
              <a:gd name="connsiteX2" fmla="*/ 7795690 w 8328248"/>
              <a:gd name="connsiteY2" fmla="*/ 151513 h 6858000"/>
              <a:gd name="connsiteX3" fmla="*/ 8328248 w 8328248"/>
              <a:gd name="connsiteY3" fmla="*/ 2492896 h 6858000"/>
              <a:gd name="connsiteX4" fmla="*/ 6158913 w 8328248"/>
              <a:gd name="connsiteY4" fmla="*/ 6820588 h 6858000"/>
              <a:gd name="connsiteX5" fmla="*/ 6106303 w 8328248"/>
              <a:gd name="connsiteY5" fmla="*/ 6858000 h 6858000"/>
              <a:gd name="connsiteX6" fmla="*/ 0 w 832824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28248" h="6858000">
                <a:moveTo>
                  <a:pt x="0" y="0"/>
                </a:moveTo>
                <a:lnTo>
                  <a:pt x="7718090" y="0"/>
                </a:lnTo>
                <a:lnTo>
                  <a:pt x="7795690" y="151513"/>
                </a:lnTo>
                <a:cubicBezTo>
                  <a:pt x="8136986" y="859817"/>
                  <a:pt x="8328248" y="1654021"/>
                  <a:pt x="8328248" y="2492896"/>
                </a:cubicBezTo>
                <a:cubicBezTo>
                  <a:pt x="8328248" y="4263856"/>
                  <a:pt x="7475833" y="5835724"/>
                  <a:pt x="6158913" y="6820588"/>
                </a:cubicBezTo>
                <a:lnTo>
                  <a:pt x="6106303" y="6858000"/>
                </a:lnTo>
                <a:lnTo>
                  <a:pt x="0" y="6858000"/>
                </a:lnTo>
                <a:close/>
              </a:path>
            </a:pathLst>
          </a:custGeom>
          <a:solidFill>
            <a:schemeClr val="accent4"/>
          </a:solidFill>
        </p:spPr>
        <p:txBody>
          <a:bodyPr wrap="square" lIns="4248000" rIns="0" anchor="ctr" anchorCtr="0">
            <a:noAutofit/>
          </a:bodyPr>
          <a:lstStyle>
            <a:lvl1pPr marL="0" indent="0" algn="l">
              <a:spcBef>
                <a:spcPts val="0"/>
              </a:spcBef>
              <a:spcAft>
                <a:spcPts val="0"/>
              </a:spcAft>
              <a:buFont typeface="Arial" panose="020B0604020202020204" pitchFamily="34" charset="0"/>
              <a:buNone/>
              <a:defRPr sz="1000"/>
            </a:lvl1pPr>
            <a:lvl2pPr marL="0" indent="0" algn="l">
              <a:spcBef>
                <a:spcPts val="0"/>
              </a:spcBef>
              <a:spcAft>
                <a:spcPts val="0"/>
              </a:spcAft>
              <a:buNone/>
              <a:defRPr sz="1000"/>
            </a:lvl2pPr>
            <a:lvl3pPr marL="0" indent="0" algn="l">
              <a:spcBef>
                <a:spcPts val="0"/>
              </a:spcBef>
              <a:spcAft>
                <a:spcPts val="0"/>
              </a:spcAft>
              <a:buNone/>
              <a:defRPr sz="1000"/>
            </a:lvl3pPr>
            <a:lvl4pPr marL="0" indent="0" algn="l">
              <a:spcBef>
                <a:spcPts val="0"/>
              </a:spcBef>
              <a:spcAft>
                <a:spcPts val="0"/>
              </a:spcAft>
              <a:buNone/>
              <a:defRPr sz="1000"/>
            </a:lvl4pPr>
            <a:lvl5pPr marL="0" indent="0" algn="l">
              <a:spcBef>
                <a:spcPts val="0"/>
              </a:spcBef>
              <a:spcAft>
                <a:spcPts val="0"/>
              </a:spcAft>
              <a:buNone/>
              <a:defRPr sz="1000"/>
            </a:lvl5pPr>
            <a:lvl6pPr marL="0" indent="0" algn="l">
              <a:spcBef>
                <a:spcPts val="0"/>
              </a:spcBef>
              <a:spcAft>
                <a:spcPts val="0"/>
              </a:spcAft>
              <a:buNone/>
              <a:defRPr sz="1000"/>
            </a:lvl6pPr>
            <a:lvl7pPr marL="0" indent="0" algn="l">
              <a:spcBef>
                <a:spcPts val="0"/>
              </a:spcBef>
              <a:spcAft>
                <a:spcPts val="0"/>
              </a:spcAft>
              <a:buNone/>
              <a:defRPr sz="1000"/>
            </a:lvl7pPr>
            <a:lvl8pPr marL="0" indent="0" algn="l">
              <a:spcBef>
                <a:spcPts val="0"/>
              </a:spcBef>
              <a:spcAft>
                <a:spcPts val="0"/>
              </a:spcAft>
              <a:buNone/>
              <a:defRPr sz="1000"/>
            </a:lvl8pPr>
            <a:lvl9pPr marL="0" indent="0" algn="l">
              <a:spcBef>
                <a:spcPts val="0"/>
              </a:spcBef>
              <a:spcAft>
                <a:spcPts val="0"/>
              </a:spcAft>
              <a:buNone/>
              <a:defRPr sz="1000"/>
            </a:lvl9pPr>
          </a:lstStyle>
          <a:p>
            <a:r>
              <a:rPr lang="en-US" noProof="0" dirty="0"/>
              <a:t> </a:t>
            </a:r>
          </a:p>
        </p:txBody>
      </p:sp>
      <p:sp>
        <p:nvSpPr>
          <p:cNvPr id="8" name="MIO_VALID_LAYOUT" hidden="1"/>
          <p:cNvSpPr/>
          <p:nvPr userDrawn="1"/>
        </p:nvSpPr>
        <p:spPr bwMode="gray">
          <a:xfrm>
            <a:off x="263056" y="157877"/>
            <a:ext cx="641166" cy="599207"/>
          </a:xfrm>
          <a:prstGeom prst="rect">
            <a:avLst/>
          </a:prstGeom>
          <a:solidFill>
            <a:srgbClr val="52328F"/>
          </a:solidFill>
          <a:ln w="9525" cap="flat" cmpd="sng" algn="ctr">
            <a:noFill/>
            <a:prstDash val="solid"/>
          </a:ln>
          <a:effectLst/>
        </p:spPr>
        <p:txBody>
          <a:bodyPr rtlCol="0" anchor="t" anchorCtr="0"/>
          <a:lstStyle/>
          <a:p>
            <a:pPr marL="180000" indent="-180000" algn="ctr">
              <a:spcBef>
                <a:spcPts val="300"/>
              </a:spcBef>
              <a:spcAft>
                <a:spcPts val="300"/>
              </a:spcAft>
              <a:buClr>
                <a:schemeClr val="bg1"/>
              </a:buClr>
              <a:buSzPct val="100000"/>
              <a:buFont typeface="Arial" panose="020B0604020202020204" pitchFamily="34" charset="0"/>
              <a:buChar char="•"/>
            </a:pPr>
            <a:endParaRPr lang="en-US" sz="1400" kern="0" dirty="0">
              <a:solidFill>
                <a:srgbClr val="FFFFFF"/>
              </a:solidFill>
              <a:latin typeface="Verdana"/>
            </a:endParaRPr>
          </a:p>
        </p:txBody>
      </p:sp>
      <p:sp>
        <p:nvSpPr>
          <p:cNvPr id="2" name="Fußzeilenplatzhalter 1">
            <a:extLst>
              <a:ext uri="{FF2B5EF4-FFF2-40B4-BE49-F238E27FC236}">
                <a16:creationId xmlns:a16="http://schemas.microsoft.com/office/drawing/2014/main" id="{9D57763F-0765-4D74-833B-D0D12423DDD7}"/>
              </a:ext>
            </a:extLst>
          </p:cNvPr>
          <p:cNvSpPr>
            <a:spLocks noGrp="1"/>
          </p:cNvSpPr>
          <p:nvPr>
            <p:ph type="ftr" sz="quarter" idx="34"/>
          </p:nvPr>
        </p:nvSpPr>
        <p:spPr/>
        <p:txBody>
          <a:bodyPr/>
          <a:lstStyle>
            <a:lvl1pPr>
              <a:defRPr>
                <a:solidFill>
                  <a:schemeClr val="accent1"/>
                </a:solidFill>
              </a:defRPr>
            </a:lvl1pPr>
          </a:lstStyle>
          <a:p>
            <a:r>
              <a:rPr lang="en-US" dirty="0"/>
              <a:t>Chart library synthetic cells</a:t>
            </a:r>
          </a:p>
        </p:txBody>
      </p:sp>
      <p:sp>
        <p:nvSpPr>
          <p:cNvPr id="3" name="Foliennummernplatzhalter 2">
            <a:extLst>
              <a:ext uri="{FF2B5EF4-FFF2-40B4-BE49-F238E27FC236}">
                <a16:creationId xmlns:a16="http://schemas.microsoft.com/office/drawing/2014/main" id="{F1A1D610-35CA-4D1E-8529-806F8B244937}"/>
              </a:ext>
            </a:extLst>
          </p:cNvPr>
          <p:cNvSpPr>
            <a:spLocks noGrp="1"/>
          </p:cNvSpPr>
          <p:nvPr>
            <p:ph type="sldNum" sz="quarter" idx="35"/>
          </p:nvPr>
        </p:nvSpPr>
        <p:spPr/>
        <p:txBody>
          <a:bodyPr/>
          <a:lstStyle>
            <a:lvl1pPr>
              <a:defRPr>
                <a:solidFill>
                  <a:schemeClr val="accent1"/>
                </a:solidFill>
              </a:defRPr>
            </a:lvl1pPr>
          </a:lstStyle>
          <a:p>
            <a:fld id="{FD5E7EB4-4CDF-47BB-AF16-07782904B863}" type="slidenum">
              <a:rPr lang="en-US" smtClean="0"/>
              <a:pPr/>
              <a:t>‹#›</a:t>
            </a:fld>
            <a:endParaRPr lang="en-US" dirty="0"/>
          </a:p>
        </p:txBody>
      </p:sp>
      <p:sp>
        <p:nvSpPr>
          <p:cNvPr id="9" name="Textplatzhalter 15">
            <a:extLst>
              <a:ext uri="{FF2B5EF4-FFF2-40B4-BE49-F238E27FC236}">
                <a16:creationId xmlns:a16="http://schemas.microsoft.com/office/drawing/2014/main" id="{2439AE5C-00D6-4500-A0FC-9402025A0302}"/>
              </a:ext>
            </a:extLst>
          </p:cNvPr>
          <p:cNvSpPr>
            <a:spLocks noGrp="1"/>
          </p:cNvSpPr>
          <p:nvPr>
            <p:ph type="body" sz="quarter" idx="14" hasCustomPrompt="1"/>
          </p:nvPr>
        </p:nvSpPr>
        <p:spPr>
          <a:xfrm>
            <a:off x="10539522" y="6404236"/>
            <a:ext cx="1029086" cy="195497"/>
          </a:xfrm>
          <a:prstGeom prst="rect">
            <a:avLst/>
          </a:prstGeom>
          <a:blipFill>
            <a:blip r:embed="rId2" cstate="email">
              <a:extLst>
                <a:ext uri="{28A0092B-C50C-407E-A947-70E740481C1C}">
                  <a14:useLocalDpi xmlns:a14="http://schemas.microsoft.com/office/drawing/2010/main"/>
                </a:ext>
              </a:extLst>
            </a:blip>
            <a:srcRect/>
            <a:stretch>
              <a:fillRect t="18393" b="-1323"/>
            </a:stretch>
          </a:blipFill>
        </p:spPr>
        <p:txBody>
          <a:bodyPr/>
          <a:lstStyle>
            <a:lvl1pPr>
              <a:defRPr/>
            </a:lvl1pPr>
          </a:lstStyle>
          <a:p>
            <a:pPr lvl="0"/>
            <a:r>
              <a:rPr lang="en-US" dirty="0"/>
              <a:t> </a:t>
            </a:r>
          </a:p>
        </p:txBody>
      </p:sp>
    </p:spTree>
    <p:extLst>
      <p:ext uri="{BB962C8B-B14F-4D97-AF65-F5344CB8AC3E}">
        <p14:creationId xmlns:p14="http://schemas.microsoft.com/office/powerpoint/2010/main" val="2563524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Big picture | 7">
    <p:spTree>
      <p:nvGrpSpPr>
        <p:cNvPr id="1" name=""/>
        <p:cNvGrpSpPr/>
        <p:nvPr/>
      </p:nvGrpSpPr>
      <p:grpSpPr>
        <a:xfrm>
          <a:off x="0" y="0"/>
          <a:ext cx="0" cy="0"/>
          <a:chOff x="0" y="0"/>
          <a:chExt cx="0" cy="0"/>
        </a:xfrm>
      </p:grpSpPr>
      <p:sp>
        <p:nvSpPr>
          <p:cNvPr id="19" name="Rechteck 18">
            <a:extLst>
              <a:ext uri="{FF2B5EF4-FFF2-40B4-BE49-F238E27FC236}">
                <a16:creationId xmlns:a16="http://schemas.microsoft.com/office/drawing/2014/main" id="{540F3DA8-5ED5-45FC-8C76-06B5EB960C5A}"/>
              </a:ext>
            </a:extLst>
          </p:cNvPr>
          <p:cNvSpPr/>
          <p:nvPr userDrawn="1"/>
        </p:nvSpPr>
        <p:spPr bwMode="gray">
          <a:xfrm>
            <a:off x="0" y="0"/>
            <a:ext cx="12192000" cy="6858000"/>
          </a:xfrm>
          <a:prstGeom prst="rect">
            <a:avLst/>
          </a:prstGeom>
          <a:solidFill>
            <a:schemeClr val="accent1"/>
          </a:solid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
        <p:nvSpPr>
          <p:cNvPr id="12" name="Bildplatzhalter 11">
            <a:extLst>
              <a:ext uri="{FF2B5EF4-FFF2-40B4-BE49-F238E27FC236}">
                <a16:creationId xmlns:a16="http://schemas.microsoft.com/office/drawing/2014/main" id="{885FD2EB-2589-44AE-8584-D026502A0A6F}"/>
              </a:ext>
            </a:extLst>
          </p:cNvPr>
          <p:cNvSpPr>
            <a:spLocks noGrp="1"/>
          </p:cNvSpPr>
          <p:nvPr>
            <p:ph type="pic" sz="quarter" idx="33" hasCustomPrompt="1"/>
          </p:nvPr>
        </p:nvSpPr>
        <p:spPr bwMode="gray">
          <a:xfrm>
            <a:off x="4007768" y="0"/>
            <a:ext cx="8184233" cy="6858000"/>
          </a:xfrm>
          <a:custGeom>
            <a:avLst/>
            <a:gdLst>
              <a:gd name="connsiteX0" fmla="*/ 3792831 w 8184233"/>
              <a:gd name="connsiteY0" fmla="*/ 0 h 6858000"/>
              <a:gd name="connsiteX1" fmla="*/ 7008369 w 8184233"/>
              <a:gd name="connsiteY1" fmla="*/ 0 h 6858000"/>
              <a:gd name="connsiteX2" fmla="*/ 7257507 w 8184233"/>
              <a:gd name="connsiteY2" fmla="*/ 84299 h 6858000"/>
              <a:gd name="connsiteX3" fmla="*/ 7974847 w 8184233"/>
              <a:gd name="connsiteY3" fmla="*/ 408415 h 6858000"/>
              <a:gd name="connsiteX4" fmla="*/ 8184232 w 8184233"/>
              <a:gd name="connsiteY4" fmla="*/ 528810 h 6858000"/>
              <a:gd name="connsiteX5" fmla="*/ 8184232 w 8184233"/>
              <a:gd name="connsiteY5" fmla="*/ 0 h 6858000"/>
              <a:gd name="connsiteX6" fmla="*/ 8184233 w 8184233"/>
              <a:gd name="connsiteY6" fmla="*/ 0 h 6858000"/>
              <a:gd name="connsiteX7" fmla="*/ 8184233 w 8184233"/>
              <a:gd name="connsiteY7" fmla="*/ 6858000 h 6858000"/>
              <a:gd name="connsiteX8" fmla="*/ 274889 w 8184233"/>
              <a:gd name="connsiteY8" fmla="*/ 6858000 h 6858000"/>
              <a:gd name="connsiteX9" fmla="*/ 242801 w 8184233"/>
              <a:gd name="connsiteY9" fmla="*/ 6763165 h 6858000"/>
              <a:gd name="connsiteX10" fmla="*/ 0 w 8184233"/>
              <a:gd name="connsiteY10" fmla="*/ 5157192 h 6858000"/>
              <a:gd name="connsiteX11" fmla="*/ 3543693 w 8184233"/>
              <a:gd name="connsiteY11" fmla="*/ 842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184233" h="6858000">
                <a:moveTo>
                  <a:pt x="3792831" y="0"/>
                </a:moveTo>
                <a:lnTo>
                  <a:pt x="7008369" y="0"/>
                </a:lnTo>
                <a:lnTo>
                  <a:pt x="7257507" y="84299"/>
                </a:lnTo>
                <a:cubicBezTo>
                  <a:pt x="7505656" y="175158"/>
                  <a:pt x="7745278" y="283706"/>
                  <a:pt x="7974847" y="408415"/>
                </a:cubicBezTo>
                <a:lnTo>
                  <a:pt x="8184232" y="528810"/>
                </a:lnTo>
                <a:lnTo>
                  <a:pt x="8184232" y="0"/>
                </a:lnTo>
                <a:lnTo>
                  <a:pt x="8184233" y="0"/>
                </a:lnTo>
                <a:lnTo>
                  <a:pt x="8184233" y="6858000"/>
                </a:lnTo>
                <a:lnTo>
                  <a:pt x="274889" y="6858000"/>
                </a:lnTo>
                <a:lnTo>
                  <a:pt x="242801" y="6763165"/>
                </a:lnTo>
                <a:cubicBezTo>
                  <a:pt x="85006" y="6255839"/>
                  <a:pt x="0" y="5716443"/>
                  <a:pt x="0" y="5157192"/>
                </a:cubicBezTo>
                <a:cubicBezTo>
                  <a:pt x="0" y="2826982"/>
                  <a:pt x="1475788" y="841461"/>
                  <a:pt x="3543693" y="84299"/>
                </a:cubicBezTo>
                <a:close/>
              </a:path>
            </a:pathLst>
          </a:custGeom>
          <a:solidFill>
            <a:schemeClr val="accent4"/>
          </a:solidFill>
        </p:spPr>
        <p:txBody>
          <a:bodyPr wrap="square" lIns="4248000" rIns="0" anchor="ctr" anchorCtr="0">
            <a:noAutofit/>
          </a:bodyPr>
          <a:lstStyle>
            <a:lvl1pPr marL="0" indent="0" algn="l">
              <a:spcBef>
                <a:spcPts val="0"/>
              </a:spcBef>
              <a:spcAft>
                <a:spcPts val="0"/>
              </a:spcAft>
              <a:buFont typeface="Arial" panose="020B0604020202020204" pitchFamily="34" charset="0"/>
              <a:buNone/>
              <a:defRPr sz="1000"/>
            </a:lvl1pPr>
            <a:lvl2pPr marL="0" indent="0" algn="l">
              <a:spcBef>
                <a:spcPts val="0"/>
              </a:spcBef>
              <a:spcAft>
                <a:spcPts val="0"/>
              </a:spcAft>
              <a:buNone/>
              <a:defRPr sz="1000"/>
            </a:lvl2pPr>
            <a:lvl3pPr marL="0" indent="0" algn="l">
              <a:spcBef>
                <a:spcPts val="0"/>
              </a:spcBef>
              <a:spcAft>
                <a:spcPts val="0"/>
              </a:spcAft>
              <a:buNone/>
              <a:defRPr sz="1000"/>
            </a:lvl3pPr>
            <a:lvl4pPr marL="0" indent="0" algn="l">
              <a:spcBef>
                <a:spcPts val="0"/>
              </a:spcBef>
              <a:spcAft>
                <a:spcPts val="0"/>
              </a:spcAft>
              <a:buNone/>
              <a:defRPr sz="1000"/>
            </a:lvl4pPr>
            <a:lvl5pPr marL="0" indent="0" algn="l">
              <a:spcBef>
                <a:spcPts val="0"/>
              </a:spcBef>
              <a:spcAft>
                <a:spcPts val="0"/>
              </a:spcAft>
              <a:buNone/>
              <a:defRPr sz="1000"/>
            </a:lvl5pPr>
            <a:lvl6pPr marL="0" indent="0" algn="l">
              <a:spcBef>
                <a:spcPts val="0"/>
              </a:spcBef>
              <a:spcAft>
                <a:spcPts val="0"/>
              </a:spcAft>
              <a:buNone/>
              <a:defRPr sz="1000"/>
            </a:lvl6pPr>
            <a:lvl7pPr marL="0" indent="0" algn="l">
              <a:spcBef>
                <a:spcPts val="0"/>
              </a:spcBef>
              <a:spcAft>
                <a:spcPts val="0"/>
              </a:spcAft>
              <a:buNone/>
              <a:defRPr sz="1000"/>
            </a:lvl7pPr>
            <a:lvl8pPr marL="0" indent="0" algn="l">
              <a:spcBef>
                <a:spcPts val="0"/>
              </a:spcBef>
              <a:spcAft>
                <a:spcPts val="0"/>
              </a:spcAft>
              <a:buNone/>
              <a:defRPr sz="1000"/>
            </a:lvl8pPr>
            <a:lvl9pPr marL="0" indent="0" algn="l">
              <a:spcBef>
                <a:spcPts val="0"/>
              </a:spcBef>
              <a:spcAft>
                <a:spcPts val="0"/>
              </a:spcAft>
              <a:buNone/>
              <a:defRPr sz="1000"/>
            </a:lvl9pPr>
          </a:lstStyle>
          <a:p>
            <a:r>
              <a:rPr lang="en-US" noProof="0" dirty="0"/>
              <a:t> </a:t>
            </a:r>
          </a:p>
        </p:txBody>
      </p:sp>
      <p:sp>
        <p:nvSpPr>
          <p:cNvPr id="8" name="MIO_VALID_LAYOUT" hidden="1"/>
          <p:cNvSpPr/>
          <p:nvPr userDrawn="1"/>
        </p:nvSpPr>
        <p:spPr bwMode="gray">
          <a:xfrm>
            <a:off x="263056" y="157877"/>
            <a:ext cx="641166" cy="599207"/>
          </a:xfrm>
          <a:prstGeom prst="rect">
            <a:avLst/>
          </a:prstGeom>
          <a:solidFill>
            <a:srgbClr val="52328F"/>
          </a:solidFill>
          <a:ln w="9525" cap="flat" cmpd="sng" algn="ctr">
            <a:noFill/>
            <a:prstDash val="solid"/>
          </a:ln>
          <a:effectLst/>
        </p:spPr>
        <p:txBody>
          <a:bodyPr rtlCol="0" anchor="t" anchorCtr="0"/>
          <a:lstStyle/>
          <a:p>
            <a:pPr marL="180000" indent="-180000" algn="ctr">
              <a:spcBef>
                <a:spcPts val="300"/>
              </a:spcBef>
              <a:spcAft>
                <a:spcPts val="300"/>
              </a:spcAft>
              <a:buClr>
                <a:schemeClr val="bg1"/>
              </a:buClr>
              <a:buSzPct val="100000"/>
              <a:buFont typeface="Arial" panose="020B0604020202020204" pitchFamily="34" charset="0"/>
              <a:buChar char="•"/>
            </a:pPr>
            <a:endParaRPr lang="en-US" sz="1400" kern="0" dirty="0">
              <a:solidFill>
                <a:srgbClr val="FFFFFF"/>
              </a:solidFill>
              <a:latin typeface="Verdana"/>
            </a:endParaRPr>
          </a:p>
        </p:txBody>
      </p:sp>
      <p:sp>
        <p:nvSpPr>
          <p:cNvPr id="2" name="Fußzeilenplatzhalter 1">
            <a:extLst>
              <a:ext uri="{FF2B5EF4-FFF2-40B4-BE49-F238E27FC236}">
                <a16:creationId xmlns:a16="http://schemas.microsoft.com/office/drawing/2014/main" id="{88C79E93-0F37-4996-8B1C-0428F88A8CB1}"/>
              </a:ext>
            </a:extLst>
          </p:cNvPr>
          <p:cNvSpPr>
            <a:spLocks noGrp="1"/>
          </p:cNvSpPr>
          <p:nvPr>
            <p:ph type="ftr" sz="quarter" idx="34"/>
          </p:nvPr>
        </p:nvSpPr>
        <p:spPr/>
        <p:txBody>
          <a:bodyPr/>
          <a:lstStyle>
            <a:lvl1pPr>
              <a:defRPr>
                <a:solidFill>
                  <a:schemeClr val="accent4"/>
                </a:solidFill>
              </a:defRPr>
            </a:lvl1pPr>
          </a:lstStyle>
          <a:p>
            <a:r>
              <a:rPr lang="en-US" dirty="0"/>
              <a:t>Chart library synthetic cells</a:t>
            </a:r>
          </a:p>
        </p:txBody>
      </p:sp>
      <p:sp>
        <p:nvSpPr>
          <p:cNvPr id="5" name="Foliennummernplatzhalter 4">
            <a:extLst>
              <a:ext uri="{FF2B5EF4-FFF2-40B4-BE49-F238E27FC236}">
                <a16:creationId xmlns:a16="http://schemas.microsoft.com/office/drawing/2014/main" id="{8EA4A2CF-4B14-4E9F-AB4C-09C13D9CF028}"/>
              </a:ext>
            </a:extLst>
          </p:cNvPr>
          <p:cNvSpPr>
            <a:spLocks noGrp="1"/>
          </p:cNvSpPr>
          <p:nvPr>
            <p:ph type="sldNum" sz="quarter" idx="35"/>
          </p:nvPr>
        </p:nvSpPr>
        <p:spPr/>
        <p:txBody>
          <a:bodyPr/>
          <a:lstStyle>
            <a:lvl1pPr>
              <a:defRPr>
                <a:solidFill>
                  <a:schemeClr val="accent4"/>
                </a:solidFill>
              </a:defRPr>
            </a:lvl1pPr>
          </a:lstStyle>
          <a:p>
            <a:fld id="{FD5E7EB4-4CDF-47BB-AF16-07782904B863}" type="slidenum">
              <a:rPr lang="en-US" smtClean="0"/>
              <a:pPr/>
              <a:t>‹#›</a:t>
            </a:fld>
            <a:endParaRPr lang="en-US" dirty="0"/>
          </a:p>
        </p:txBody>
      </p:sp>
      <p:sp>
        <p:nvSpPr>
          <p:cNvPr id="9" name="Textplatzhalter 15">
            <a:extLst>
              <a:ext uri="{FF2B5EF4-FFF2-40B4-BE49-F238E27FC236}">
                <a16:creationId xmlns:a16="http://schemas.microsoft.com/office/drawing/2014/main" id="{3B18260E-25A7-42AB-B431-A1456E946CCC}"/>
              </a:ext>
            </a:extLst>
          </p:cNvPr>
          <p:cNvSpPr>
            <a:spLocks noGrp="1"/>
          </p:cNvSpPr>
          <p:nvPr>
            <p:ph type="body" sz="quarter" idx="14" hasCustomPrompt="1"/>
          </p:nvPr>
        </p:nvSpPr>
        <p:spPr>
          <a:xfrm>
            <a:off x="10539522" y="6404236"/>
            <a:ext cx="1029086" cy="195497"/>
          </a:xfrm>
          <a:prstGeom prst="rect">
            <a:avLst/>
          </a:prstGeom>
          <a:blipFill>
            <a:blip r:embed="rId2" cstate="email">
              <a:extLst>
                <a:ext uri="{28A0092B-C50C-407E-A947-70E740481C1C}">
                  <a14:useLocalDpi xmlns:a14="http://schemas.microsoft.com/office/drawing/2010/main"/>
                </a:ext>
              </a:extLst>
            </a:blip>
            <a:srcRect/>
            <a:stretch>
              <a:fillRect t="18393" b="-1323"/>
            </a:stretch>
          </a:blipFill>
        </p:spPr>
        <p:txBody>
          <a:bodyPr/>
          <a:lstStyle>
            <a:lvl1pPr>
              <a:defRPr/>
            </a:lvl1pPr>
          </a:lstStyle>
          <a:p>
            <a:pPr lvl="0"/>
            <a:r>
              <a:rPr lang="en-US" dirty="0"/>
              <a:t> </a:t>
            </a:r>
          </a:p>
        </p:txBody>
      </p:sp>
    </p:spTree>
    <p:extLst>
      <p:ext uri="{BB962C8B-B14F-4D97-AF65-F5344CB8AC3E}">
        <p14:creationId xmlns:p14="http://schemas.microsoft.com/office/powerpoint/2010/main" val="558571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Big picture | 8">
    <p:spTree>
      <p:nvGrpSpPr>
        <p:cNvPr id="1" name=""/>
        <p:cNvGrpSpPr/>
        <p:nvPr/>
      </p:nvGrpSpPr>
      <p:grpSpPr>
        <a:xfrm>
          <a:off x="0" y="0"/>
          <a:ext cx="0" cy="0"/>
          <a:chOff x="0" y="0"/>
          <a:chExt cx="0" cy="0"/>
        </a:xfrm>
      </p:grpSpPr>
      <p:sp>
        <p:nvSpPr>
          <p:cNvPr id="24" name="Rechteck 23">
            <a:extLst>
              <a:ext uri="{FF2B5EF4-FFF2-40B4-BE49-F238E27FC236}">
                <a16:creationId xmlns:a16="http://schemas.microsoft.com/office/drawing/2014/main" id="{AC189E6B-8C7E-42D7-95DB-BC92587185E7}"/>
              </a:ext>
            </a:extLst>
          </p:cNvPr>
          <p:cNvSpPr/>
          <p:nvPr userDrawn="1"/>
        </p:nvSpPr>
        <p:spPr bwMode="gray">
          <a:xfrm>
            <a:off x="0" y="0"/>
            <a:ext cx="12192000" cy="6858000"/>
          </a:xfrm>
          <a:prstGeom prst="rect">
            <a:avLst/>
          </a:prstGeom>
          <a:solidFill>
            <a:schemeClr val="accent4"/>
          </a:solid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
        <p:nvSpPr>
          <p:cNvPr id="21" name="Bildplatzhalter 20">
            <a:extLst>
              <a:ext uri="{FF2B5EF4-FFF2-40B4-BE49-F238E27FC236}">
                <a16:creationId xmlns:a16="http://schemas.microsoft.com/office/drawing/2014/main" id="{9D711100-5BD6-4358-BD8C-A8530563D7E7}"/>
              </a:ext>
            </a:extLst>
          </p:cNvPr>
          <p:cNvSpPr>
            <a:spLocks noGrp="1"/>
          </p:cNvSpPr>
          <p:nvPr>
            <p:ph type="pic" sz="quarter" idx="33" hasCustomPrompt="1"/>
          </p:nvPr>
        </p:nvSpPr>
        <p:spPr bwMode="gray">
          <a:xfrm>
            <a:off x="1" y="0"/>
            <a:ext cx="9123209" cy="6858000"/>
          </a:xfrm>
          <a:custGeom>
            <a:avLst/>
            <a:gdLst>
              <a:gd name="connsiteX0" fmla="*/ 0 w 9123209"/>
              <a:gd name="connsiteY0" fmla="*/ 0 h 6858000"/>
              <a:gd name="connsiteX1" fmla="*/ 6593400 w 9123209"/>
              <a:gd name="connsiteY1" fmla="*/ 0 h 6858000"/>
              <a:gd name="connsiteX2" fmla="*/ 6579105 w 9123209"/>
              <a:gd name="connsiteY2" fmla="*/ 42249 h 6858000"/>
              <a:gd name="connsiteX3" fmla="*/ 6312024 w 9123209"/>
              <a:gd name="connsiteY3" fmla="*/ 1808820 h 6858000"/>
              <a:gd name="connsiteX4" fmla="*/ 8931205 w 9123209"/>
              <a:gd name="connsiteY4" fmla="*/ 6734909 h 6858000"/>
              <a:gd name="connsiteX5" fmla="*/ 9123209 w 9123209"/>
              <a:gd name="connsiteY5" fmla="*/ 6858000 h 6858000"/>
              <a:gd name="connsiteX6" fmla="*/ 0 w 912320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23209" h="6858000">
                <a:moveTo>
                  <a:pt x="0" y="0"/>
                </a:moveTo>
                <a:lnTo>
                  <a:pt x="6593400" y="0"/>
                </a:lnTo>
                <a:lnTo>
                  <a:pt x="6579105" y="42249"/>
                </a:lnTo>
                <a:cubicBezTo>
                  <a:pt x="6405530" y="600309"/>
                  <a:pt x="6312024" y="1193645"/>
                  <a:pt x="6312024" y="1808820"/>
                </a:cubicBezTo>
                <a:cubicBezTo>
                  <a:pt x="6312024" y="3859405"/>
                  <a:pt x="7350979" y="5667329"/>
                  <a:pt x="8931205" y="6734909"/>
                </a:cubicBezTo>
                <a:lnTo>
                  <a:pt x="9123209" y="6858000"/>
                </a:lnTo>
                <a:lnTo>
                  <a:pt x="0" y="6858000"/>
                </a:lnTo>
                <a:close/>
              </a:path>
            </a:pathLst>
          </a:custGeom>
          <a:solidFill>
            <a:schemeClr val="accent1"/>
          </a:solidFill>
        </p:spPr>
        <p:txBody>
          <a:bodyPr wrap="square" lIns="4248000" rIns="0" anchor="ctr" anchorCtr="0">
            <a:noAutofit/>
          </a:bodyPr>
          <a:lstStyle>
            <a:lvl1pPr marL="0" indent="0" algn="l">
              <a:spcBef>
                <a:spcPts val="0"/>
              </a:spcBef>
              <a:spcAft>
                <a:spcPts val="0"/>
              </a:spcAft>
              <a:buFont typeface="Arial" panose="020B0604020202020204" pitchFamily="34" charset="0"/>
              <a:buNone/>
              <a:defRPr sz="1000"/>
            </a:lvl1pPr>
            <a:lvl2pPr marL="0" indent="0" algn="l">
              <a:spcBef>
                <a:spcPts val="0"/>
              </a:spcBef>
              <a:spcAft>
                <a:spcPts val="0"/>
              </a:spcAft>
              <a:buNone/>
              <a:defRPr sz="1000"/>
            </a:lvl2pPr>
            <a:lvl3pPr marL="0" indent="0" algn="l">
              <a:spcBef>
                <a:spcPts val="0"/>
              </a:spcBef>
              <a:spcAft>
                <a:spcPts val="0"/>
              </a:spcAft>
              <a:buNone/>
              <a:defRPr sz="1000"/>
            </a:lvl3pPr>
            <a:lvl4pPr marL="0" indent="0" algn="l">
              <a:spcBef>
                <a:spcPts val="0"/>
              </a:spcBef>
              <a:spcAft>
                <a:spcPts val="0"/>
              </a:spcAft>
              <a:buNone/>
              <a:defRPr sz="1000"/>
            </a:lvl4pPr>
            <a:lvl5pPr marL="0" indent="0" algn="l">
              <a:spcBef>
                <a:spcPts val="0"/>
              </a:spcBef>
              <a:spcAft>
                <a:spcPts val="0"/>
              </a:spcAft>
              <a:buNone/>
              <a:defRPr sz="1000"/>
            </a:lvl5pPr>
            <a:lvl6pPr marL="0" indent="0" algn="l">
              <a:spcBef>
                <a:spcPts val="0"/>
              </a:spcBef>
              <a:spcAft>
                <a:spcPts val="0"/>
              </a:spcAft>
              <a:buNone/>
              <a:defRPr sz="1000"/>
            </a:lvl6pPr>
            <a:lvl7pPr marL="0" indent="0" algn="l">
              <a:spcBef>
                <a:spcPts val="0"/>
              </a:spcBef>
              <a:spcAft>
                <a:spcPts val="0"/>
              </a:spcAft>
              <a:buNone/>
              <a:defRPr sz="1000"/>
            </a:lvl7pPr>
            <a:lvl8pPr marL="0" indent="0" algn="l">
              <a:spcBef>
                <a:spcPts val="0"/>
              </a:spcBef>
              <a:spcAft>
                <a:spcPts val="0"/>
              </a:spcAft>
              <a:buNone/>
              <a:defRPr sz="1000"/>
            </a:lvl8pPr>
            <a:lvl9pPr marL="0" indent="0" algn="l">
              <a:spcBef>
                <a:spcPts val="0"/>
              </a:spcBef>
              <a:spcAft>
                <a:spcPts val="0"/>
              </a:spcAft>
              <a:buNone/>
              <a:defRPr sz="1000"/>
            </a:lvl9pPr>
          </a:lstStyle>
          <a:p>
            <a:r>
              <a:rPr lang="en-US" noProof="0" dirty="0"/>
              <a:t> </a:t>
            </a:r>
          </a:p>
        </p:txBody>
      </p:sp>
      <p:sp>
        <p:nvSpPr>
          <p:cNvPr id="8" name="MIO_VALID_LAYOUT" hidden="1"/>
          <p:cNvSpPr/>
          <p:nvPr userDrawn="1"/>
        </p:nvSpPr>
        <p:spPr bwMode="gray">
          <a:xfrm>
            <a:off x="263056" y="157877"/>
            <a:ext cx="641166" cy="599207"/>
          </a:xfrm>
          <a:prstGeom prst="rect">
            <a:avLst/>
          </a:prstGeom>
          <a:solidFill>
            <a:srgbClr val="52328F"/>
          </a:solidFill>
          <a:ln w="9525" cap="flat" cmpd="sng" algn="ctr">
            <a:noFill/>
            <a:prstDash val="solid"/>
          </a:ln>
          <a:effectLst/>
        </p:spPr>
        <p:txBody>
          <a:bodyPr rtlCol="0" anchor="t" anchorCtr="0"/>
          <a:lstStyle/>
          <a:p>
            <a:pPr marL="180000" indent="-180000" algn="ctr">
              <a:spcBef>
                <a:spcPts val="300"/>
              </a:spcBef>
              <a:spcAft>
                <a:spcPts val="300"/>
              </a:spcAft>
              <a:buClr>
                <a:schemeClr val="bg1"/>
              </a:buClr>
              <a:buSzPct val="100000"/>
              <a:buFont typeface="Arial" panose="020B0604020202020204" pitchFamily="34" charset="0"/>
              <a:buChar char="•"/>
            </a:pPr>
            <a:endParaRPr lang="en-US" sz="1400" kern="0" dirty="0">
              <a:solidFill>
                <a:srgbClr val="FFFFFF"/>
              </a:solidFill>
              <a:latin typeface="Verdana"/>
            </a:endParaRPr>
          </a:p>
        </p:txBody>
      </p:sp>
      <p:sp>
        <p:nvSpPr>
          <p:cNvPr id="2" name="Fußzeilenplatzhalter 1">
            <a:extLst>
              <a:ext uri="{FF2B5EF4-FFF2-40B4-BE49-F238E27FC236}">
                <a16:creationId xmlns:a16="http://schemas.microsoft.com/office/drawing/2014/main" id="{766C2BDA-0E76-4A89-B9CF-6EB76C4EE898}"/>
              </a:ext>
            </a:extLst>
          </p:cNvPr>
          <p:cNvSpPr>
            <a:spLocks noGrp="1"/>
          </p:cNvSpPr>
          <p:nvPr>
            <p:ph type="ftr" sz="quarter" idx="34"/>
          </p:nvPr>
        </p:nvSpPr>
        <p:spPr/>
        <p:txBody>
          <a:bodyPr/>
          <a:lstStyle>
            <a:lvl1pPr>
              <a:defRPr>
                <a:solidFill>
                  <a:schemeClr val="accent4"/>
                </a:solidFill>
              </a:defRPr>
            </a:lvl1pPr>
          </a:lstStyle>
          <a:p>
            <a:r>
              <a:rPr lang="en-US" dirty="0"/>
              <a:t>Chart library synthetic cells</a:t>
            </a:r>
          </a:p>
        </p:txBody>
      </p:sp>
      <p:sp>
        <p:nvSpPr>
          <p:cNvPr id="3" name="Foliennummernplatzhalter 2">
            <a:extLst>
              <a:ext uri="{FF2B5EF4-FFF2-40B4-BE49-F238E27FC236}">
                <a16:creationId xmlns:a16="http://schemas.microsoft.com/office/drawing/2014/main" id="{225C3C0E-F264-4DB8-AE05-F2BA5949B4DF}"/>
              </a:ext>
            </a:extLst>
          </p:cNvPr>
          <p:cNvSpPr>
            <a:spLocks noGrp="1"/>
          </p:cNvSpPr>
          <p:nvPr>
            <p:ph type="sldNum" sz="quarter" idx="35"/>
          </p:nvPr>
        </p:nvSpPr>
        <p:spPr/>
        <p:txBody>
          <a:bodyPr/>
          <a:lstStyle>
            <a:lvl1pPr>
              <a:defRPr>
                <a:solidFill>
                  <a:schemeClr val="accent4"/>
                </a:solidFill>
              </a:defRPr>
            </a:lvl1pPr>
          </a:lstStyle>
          <a:p>
            <a:fld id="{FD5E7EB4-4CDF-47BB-AF16-07782904B863}" type="slidenum">
              <a:rPr lang="en-US" smtClean="0"/>
              <a:pPr/>
              <a:t>‹#›</a:t>
            </a:fld>
            <a:endParaRPr lang="en-US" dirty="0"/>
          </a:p>
        </p:txBody>
      </p:sp>
      <p:grpSp>
        <p:nvGrpSpPr>
          <p:cNvPr id="12" name="Logo Merck">
            <a:extLst>
              <a:ext uri="{FF2B5EF4-FFF2-40B4-BE49-F238E27FC236}">
                <a16:creationId xmlns:a16="http://schemas.microsoft.com/office/drawing/2014/main" id="{E6835D9E-AE26-48C5-9A63-5734CFD2F557}"/>
              </a:ext>
            </a:extLst>
          </p:cNvPr>
          <p:cNvGrpSpPr>
            <a:grpSpLocks noChangeAspect="1"/>
          </p:cNvGrpSpPr>
          <p:nvPr userDrawn="1">
            <p:custDataLst>
              <p:tags r:id="rId1"/>
            </p:custDataLst>
          </p:nvPr>
        </p:nvGrpSpPr>
        <p:grpSpPr bwMode="gray">
          <a:xfrm>
            <a:off x="10539522" y="6440320"/>
            <a:ext cx="1028592" cy="162000"/>
            <a:chOff x="-4548188" y="3063875"/>
            <a:chExt cx="2741613" cy="431800"/>
          </a:xfrm>
          <a:solidFill>
            <a:schemeClr val="bg2"/>
          </a:solidFill>
        </p:grpSpPr>
        <p:sp>
          <p:nvSpPr>
            <p:cNvPr id="13" name="Logo K">
              <a:extLst>
                <a:ext uri="{FF2B5EF4-FFF2-40B4-BE49-F238E27FC236}">
                  <a16:creationId xmlns:a16="http://schemas.microsoft.com/office/drawing/2014/main" id="{09BDAC20-5B23-413E-BB04-B184F0FC2E49}"/>
                </a:ext>
              </a:extLst>
            </p:cNvPr>
            <p:cNvSpPr>
              <a:spLocks/>
            </p:cNvSpPr>
            <p:nvPr/>
          </p:nvSpPr>
          <p:spPr bwMode="gray">
            <a:xfrm>
              <a:off x="-2230438" y="3063875"/>
              <a:ext cx="423863" cy="423862"/>
            </a:xfrm>
            <a:custGeom>
              <a:avLst/>
              <a:gdLst>
                <a:gd name="T0" fmla="*/ 8 w 113"/>
                <a:gd name="T1" fmla="*/ 113 h 113"/>
                <a:gd name="T2" fmla="*/ 27 w 113"/>
                <a:gd name="T3" fmla="*/ 105 h 113"/>
                <a:gd name="T4" fmla="*/ 34 w 113"/>
                <a:gd name="T5" fmla="*/ 98 h 113"/>
                <a:gd name="T6" fmla="*/ 43 w 113"/>
                <a:gd name="T7" fmla="*/ 93 h 113"/>
                <a:gd name="T8" fmla="*/ 46 w 113"/>
                <a:gd name="T9" fmla="*/ 93 h 113"/>
                <a:gd name="T10" fmla="*/ 49 w 113"/>
                <a:gd name="T11" fmla="*/ 93 h 113"/>
                <a:gd name="T12" fmla="*/ 60 w 113"/>
                <a:gd name="T13" fmla="*/ 96 h 113"/>
                <a:gd name="T14" fmla="*/ 92 w 113"/>
                <a:gd name="T15" fmla="*/ 109 h 113"/>
                <a:gd name="T16" fmla="*/ 106 w 113"/>
                <a:gd name="T17" fmla="*/ 113 h 113"/>
                <a:gd name="T18" fmla="*/ 111 w 113"/>
                <a:gd name="T19" fmla="*/ 113 h 113"/>
                <a:gd name="T20" fmla="*/ 113 w 113"/>
                <a:gd name="T21" fmla="*/ 110 h 113"/>
                <a:gd name="T22" fmla="*/ 113 w 113"/>
                <a:gd name="T23" fmla="*/ 99 h 113"/>
                <a:gd name="T24" fmla="*/ 100 w 113"/>
                <a:gd name="T25" fmla="*/ 80 h 113"/>
                <a:gd name="T26" fmla="*/ 94 w 113"/>
                <a:gd name="T27" fmla="*/ 77 h 113"/>
                <a:gd name="T28" fmla="*/ 78 w 113"/>
                <a:gd name="T29" fmla="*/ 67 h 113"/>
                <a:gd name="T30" fmla="*/ 79 w 113"/>
                <a:gd name="T31" fmla="*/ 52 h 113"/>
                <a:gd name="T32" fmla="*/ 107 w 113"/>
                <a:gd name="T33" fmla="*/ 24 h 113"/>
                <a:gd name="T34" fmla="*/ 113 w 113"/>
                <a:gd name="T35" fmla="*/ 10 h 113"/>
                <a:gd name="T36" fmla="*/ 113 w 113"/>
                <a:gd name="T37" fmla="*/ 6 h 113"/>
                <a:gd name="T38" fmla="*/ 110 w 113"/>
                <a:gd name="T39" fmla="*/ 2 h 113"/>
                <a:gd name="T40" fmla="*/ 103 w 113"/>
                <a:gd name="T41" fmla="*/ 0 h 113"/>
                <a:gd name="T42" fmla="*/ 99 w 113"/>
                <a:gd name="T43" fmla="*/ 0 h 113"/>
                <a:gd name="T44" fmla="*/ 80 w 113"/>
                <a:gd name="T45" fmla="*/ 8 h 113"/>
                <a:gd name="T46" fmla="*/ 57 w 113"/>
                <a:gd name="T47" fmla="*/ 31 h 113"/>
                <a:gd name="T48" fmla="*/ 31 w 113"/>
                <a:gd name="T49" fmla="*/ 57 h 113"/>
                <a:gd name="T50" fmla="*/ 31 w 113"/>
                <a:gd name="T51" fmla="*/ 16 h 113"/>
                <a:gd name="T52" fmla="*/ 14 w 113"/>
                <a:gd name="T53" fmla="*/ 0 h 113"/>
                <a:gd name="T54" fmla="*/ 7 w 113"/>
                <a:gd name="T55" fmla="*/ 0 h 113"/>
                <a:gd name="T56" fmla="*/ 1 w 113"/>
                <a:gd name="T57" fmla="*/ 0 h 113"/>
                <a:gd name="T58" fmla="*/ 0 w 113"/>
                <a:gd name="T59" fmla="*/ 3 h 113"/>
                <a:gd name="T60" fmla="*/ 0 w 113"/>
                <a:gd name="T61" fmla="*/ 111 h 113"/>
                <a:gd name="T62" fmla="*/ 2 w 113"/>
                <a:gd name="T63" fmla="*/ 113 h 113"/>
                <a:gd name="T64" fmla="*/ 8 w 113"/>
                <a:gd name="T65"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3" h="113">
                  <a:moveTo>
                    <a:pt x="8" y="113"/>
                  </a:moveTo>
                  <a:cubicBezTo>
                    <a:pt x="16" y="113"/>
                    <a:pt x="22" y="110"/>
                    <a:pt x="27" y="105"/>
                  </a:cubicBezTo>
                  <a:cubicBezTo>
                    <a:pt x="27" y="105"/>
                    <a:pt x="30" y="102"/>
                    <a:pt x="34" y="98"/>
                  </a:cubicBezTo>
                  <a:cubicBezTo>
                    <a:pt x="36" y="95"/>
                    <a:pt x="40" y="94"/>
                    <a:pt x="43" y="93"/>
                  </a:cubicBezTo>
                  <a:cubicBezTo>
                    <a:pt x="44" y="93"/>
                    <a:pt x="45" y="93"/>
                    <a:pt x="46" y="93"/>
                  </a:cubicBezTo>
                  <a:cubicBezTo>
                    <a:pt x="47" y="93"/>
                    <a:pt x="48" y="93"/>
                    <a:pt x="49" y="93"/>
                  </a:cubicBezTo>
                  <a:cubicBezTo>
                    <a:pt x="53" y="94"/>
                    <a:pt x="57" y="95"/>
                    <a:pt x="60" y="96"/>
                  </a:cubicBezTo>
                  <a:cubicBezTo>
                    <a:pt x="92" y="109"/>
                    <a:pt x="92" y="109"/>
                    <a:pt x="92" y="109"/>
                  </a:cubicBezTo>
                  <a:cubicBezTo>
                    <a:pt x="92" y="109"/>
                    <a:pt x="100" y="113"/>
                    <a:pt x="106" y="113"/>
                  </a:cubicBezTo>
                  <a:cubicBezTo>
                    <a:pt x="111" y="113"/>
                    <a:pt x="111" y="113"/>
                    <a:pt x="111" y="113"/>
                  </a:cubicBezTo>
                  <a:cubicBezTo>
                    <a:pt x="112" y="113"/>
                    <a:pt x="113" y="112"/>
                    <a:pt x="113" y="110"/>
                  </a:cubicBezTo>
                  <a:cubicBezTo>
                    <a:pt x="113" y="99"/>
                    <a:pt x="113" y="99"/>
                    <a:pt x="113" y="99"/>
                  </a:cubicBezTo>
                  <a:cubicBezTo>
                    <a:pt x="113" y="91"/>
                    <a:pt x="108" y="83"/>
                    <a:pt x="100" y="80"/>
                  </a:cubicBezTo>
                  <a:cubicBezTo>
                    <a:pt x="94" y="77"/>
                    <a:pt x="94" y="77"/>
                    <a:pt x="94" y="77"/>
                  </a:cubicBezTo>
                  <a:cubicBezTo>
                    <a:pt x="88" y="75"/>
                    <a:pt x="82" y="70"/>
                    <a:pt x="78" y="67"/>
                  </a:cubicBezTo>
                  <a:cubicBezTo>
                    <a:pt x="78" y="67"/>
                    <a:pt x="72" y="60"/>
                    <a:pt x="79" y="52"/>
                  </a:cubicBezTo>
                  <a:cubicBezTo>
                    <a:pt x="107" y="24"/>
                    <a:pt x="107" y="24"/>
                    <a:pt x="107" y="24"/>
                  </a:cubicBezTo>
                  <a:cubicBezTo>
                    <a:pt x="111" y="20"/>
                    <a:pt x="113" y="15"/>
                    <a:pt x="113" y="10"/>
                  </a:cubicBezTo>
                  <a:cubicBezTo>
                    <a:pt x="113" y="10"/>
                    <a:pt x="113" y="8"/>
                    <a:pt x="113" y="6"/>
                  </a:cubicBezTo>
                  <a:cubicBezTo>
                    <a:pt x="112" y="5"/>
                    <a:pt x="111" y="3"/>
                    <a:pt x="110" y="2"/>
                  </a:cubicBezTo>
                  <a:cubicBezTo>
                    <a:pt x="109" y="1"/>
                    <a:pt x="106" y="0"/>
                    <a:pt x="103" y="0"/>
                  </a:cubicBezTo>
                  <a:cubicBezTo>
                    <a:pt x="103" y="0"/>
                    <a:pt x="99" y="0"/>
                    <a:pt x="99" y="0"/>
                  </a:cubicBezTo>
                  <a:cubicBezTo>
                    <a:pt x="91" y="0"/>
                    <a:pt x="85" y="3"/>
                    <a:pt x="80" y="8"/>
                  </a:cubicBezTo>
                  <a:cubicBezTo>
                    <a:pt x="80" y="8"/>
                    <a:pt x="61" y="26"/>
                    <a:pt x="57" y="31"/>
                  </a:cubicBezTo>
                  <a:cubicBezTo>
                    <a:pt x="31" y="57"/>
                    <a:pt x="31" y="57"/>
                    <a:pt x="31" y="57"/>
                  </a:cubicBezTo>
                  <a:cubicBezTo>
                    <a:pt x="31" y="57"/>
                    <a:pt x="31" y="16"/>
                    <a:pt x="31" y="16"/>
                  </a:cubicBezTo>
                  <a:cubicBezTo>
                    <a:pt x="31" y="7"/>
                    <a:pt x="23" y="0"/>
                    <a:pt x="14" y="0"/>
                  </a:cubicBezTo>
                  <a:cubicBezTo>
                    <a:pt x="14" y="0"/>
                    <a:pt x="7" y="0"/>
                    <a:pt x="7" y="0"/>
                  </a:cubicBezTo>
                  <a:cubicBezTo>
                    <a:pt x="5" y="0"/>
                    <a:pt x="2" y="0"/>
                    <a:pt x="1" y="0"/>
                  </a:cubicBezTo>
                  <a:cubicBezTo>
                    <a:pt x="0" y="1"/>
                    <a:pt x="0" y="2"/>
                    <a:pt x="0" y="3"/>
                  </a:cubicBezTo>
                  <a:cubicBezTo>
                    <a:pt x="0" y="3"/>
                    <a:pt x="0" y="111"/>
                    <a:pt x="0" y="111"/>
                  </a:cubicBezTo>
                  <a:cubicBezTo>
                    <a:pt x="0" y="112"/>
                    <a:pt x="1" y="113"/>
                    <a:pt x="2" y="113"/>
                  </a:cubicBezTo>
                  <a:lnTo>
                    <a:pt x="8"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Logo C">
              <a:extLst>
                <a:ext uri="{FF2B5EF4-FFF2-40B4-BE49-F238E27FC236}">
                  <a16:creationId xmlns:a16="http://schemas.microsoft.com/office/drawing/2014/main" id="{E213BEF6-1413-4BC6-925C-A4E597512BF2}"/>
                </a:ext>
              </a:extLst>
            </p:cNvPr>
            <p:cNvSpPr>
              <a:spLocks/>
            </p:cNvSpPr>
            <p:nvPr/>
          </p:nvSpPr>
          <p:spPr bwMode="gray">
            <a:xfrm>
              <a:off x="-2695575" y="3063875"/>
              <a:ext cx="427038" cy="431800"/>
            </a:xfrm>
            <a:custGeom>
              <a:avLst/>
              <a:gdLst>
                <a:gd name="T0" fmla="*/ 111 w 114"/>
                <a:gd name="T1" fmla="*/ 66 h 115"/>
                <a:gd name="T2" fmla="*/ 94 w 114"/>
                <a:gd name="T3" fmla="*/ 66 h 115"/>
                <a:gd name="T4" fmla="*/ 82 w 114"/>
                <a:gd name="T5" fmla="*/ 74 h 115"/>
                <a:gd name="T6" fmla="*/ 76 w 114"/>
                <a:gd name="T7" fmla="*/ 82 h 115"/>
                <a:gd name="T8" fmla="*/ 65 w 114"/>
                <a:gd name="T9" fmla="*/ 86 h 115"/>
                <a:gd name="T10" fmla="*/ 53 w 114"/>
                <a:gd name="T11" fmla="*/ 82 h 115"/>
                <a:gd name="T12" fmla="*/ 42 w 114"/>
                <a:gd name="T13" fmla="*/ 73 h 115"/>
                <a:gd name="T14" fmla="*/ 34 w 114"/>
                <a:gd name="T15" fmla="*/ 61 h 115"/>
                <a:gd name="T16" fmla="*/ 31 w 114"/>
                <a:gd name="T17" fmla="*/ 48 h 115"/>
                <a:gd name="T18" fmla="*/ 36 w 114"/>
                <a:gd name="T19" fmla="*/ 34 h 115"/>
                <a:gd name="T20" fmla="*/ 49 w 114"/>
                <a:gd name="T21" fmla="*/ 29 h 115"/>
                <a:gd name="T22" fmla="*/ 66 w 114"/>
                <a:gd name="T23" fmla="*/ 35 h 115"/>
                <a:gd name="T24" fmla="*/ 74 w 114"/>
                <a:gd name="T25" fmla="*/ 38 h 115"/>
                <a:gd name="T26" fmla="*/ 82 w 114"/>
                <a:gd name="T27" fmla="*/ 34 h 115"/>
                <a:gd name="T28" fmla="*/ 94 w 114"/>
                <a:gd name="T29" fmla="*/ 22 h 115"/>
                <a:gd name="T30" fmla="*/ 95 w 114"/>
                <a:gd name="T31" fmla="*/ 20 h 115"/>
                <a:gd name="T32" fmla="*/ 93 w 114"/>
                <a:gd name="T33" fmla="*/ 18 h 115"/>
                <a:gd name="T34" fmla="*/ 73 w 114"/>
                <a:gd name="T35" fmla="*/ 5 h 115"/>
                <a:gd name="T36" fmla="*/ 49 w 114"/>
                <a:gd name="T37" fmla="*/ 0 h 115"/>
                <a:gd name="T38" fmla="*/ 3 w 114"/>
                <a:gd name="T39" fmla="*/ 0 h 115"/>
                <a:gd name="T40" fmla="*/ 0 w 114"/>
                <a:gd name="T41" fmla="*/ 3 h 115"/>
                <a:gd name="T42" fmla="*/ 0 w 114"/>
                <a:gd name="T43" fmla="*/ 49 h 115"/>
                <a:gd name="T44" fmla="*/ 6 w 114"/>
                <a:gd name="T45" fmla="*/ 74 h 115"/>
                <a:gd name="T46" fmla="*/ 20 w 114"/>
                <a:gd name="T47" fmla="*/ 95 h 115"/>
                <a:gd name="T48" fmla="*/ 41 w 114"/>
                <a:gd name="T49" fmla="*/ 109 h 115"/>
                <a:gd name="T50" fmla="*/ 65 w 114"/>
                <a:gd name="T51" fmla="*/ 115 h 115"/>
                <a:gd name="T52" fmla="*/ 84 w 114"/>
                <a:gd name="T53" fmla="*/ 111 h 115"/>
                <a:gd name="T54" fmla="*/ 99 w 114"/>
                <a:gd name="T55" fmla="*/ 102 h 115"/>
                <a:gd name="T56" fmla="*/ 109 w 114"/>
                <a:gd name="T57" fmla="*/ 87 h 115"/>
                <a:gd name="T58" fmla="*/ 114 w 114"/>
                <a:gd name="T59" fmla="*/ 69 h 115"/>
                <a:gd name="T60" fmla="*/ 111 w 114"/>
                <a:gd name="T61" fmla="*/ 66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14" h="115">
                  <a:moveTo>
                    <a:pt x="111" y="66"/>
                  </a:moveTo>
                  <a:cubicBezTo>
                    <a:pt x="94" y="66"/>
                    <a:pt x="94" y="66"/>
                    <a:pt x="94" y="66"/>
                  </a:cubicBezTo>
                  <a:cubicBezTo>
                    <a:pt x="88" y="66"/>
                    <a:pt x="84" y="68"/>
                    <a:pt x="82" y="74"/>
                  </a:cubicBezTo>
                  <a:cubicBezTo>
                    <a:pt x="81" y="77"/>
                    <a:pt x="79" y="80"/>
                    <a:pt x="76" y="82"/>
                  </a:cubicBezTo>
                  <a:cubicBezTo>
                    <a:pt x="73" y="84"/>
                    <a:pt x="70" y="86"/>
                    <a:pt x="65" y="86"/>
                  </a:cubicBezTo>
                  <a:cubicBezTo>
                    <a:pt x="62" y="86"/>
                    <a:pt x="57" y="84"/>
                    <a:pt x="53" y="82"/>
                  </a:cubicBezTo>
                  <a:cubicBezTo>
                    <a:pt x="49" y="80"/>
                    <a:pt x="46" y="77"/>
                    <a:pt x="42" y="73"/>
                  </a:cubicBezTo>
                  <a:cubicBezTo>
                    <a:pt x="39" y="70"/>
                    <a:pt x="36" y="66"/>
                    <a:pt x="34" y="61"/>
                  </a:cubicBezTo>
                  <a:cubicBezTo>
                    <a:pt x="32" y="57"/>
                    <a:pt x="31" y="52"/>
                    <a:pt x="31" y="48"/>
                  </a:cubicBezTo>
                  <a:cubicBezTo>
                    <a:pt x="31" y="42"/>
                    <a:pt x="33" y="38"/>
                    <a:pt x="36" y="34"/>
                  </a:cubicBezTo>
                  <a:cubicBezTo>
                    <a:pt x="40" y="31"/>
                    <a:pt x="44" y="29"/>
                    <a:pt x="49" y="29"/>
                  </a:cubicBezTo>
                  <a:cubicBezTo>
                    <a:pt x="55" y="29"/>
                    <a:pt x="61" y="31"/>
                    <a:pt x="66" y="35"/>
                  </a:cubicBezTo>
                  <a:cubicBezTo>
                    <a:pt x="69" y="37"/>
                    <a:pt x="71" y="38"/>
                    <a:pt x="74" y="38"/>
                  </a:cubicBezTo>
                  <a:cubicBezTo>
                    <a:pt x="76" y="38"/>
                    <a:pt x="79" y="36"/>
                    <a:pt x="82" y="34"/>
                  </a:cubicBezTo>
                  <a:cubicBezTo>
                    <a:pt x="94" y="22"/>
                    <a:pt x="94" y="22"/>
                    <a:pt x="94" y="22"/>
                  </a:cubicBezTo>
                  <a:cubicBezTo>
                    <a:pt x="95" y="21"/>
                    <a:pt x="95" y="21"/>
                    <a:pt x="95" y="20"/>
                  </a:cubicBezTo>
                  <a:cubicBezTo>
                    <a:pt x="94" y="19"/>
                    <a:pt x="94" y="19"/>
                    <a:pt x="93" y="18"/>
                  </a:cubicBezTo>
                  <a:cubicBezTo>
                    <a:pt x="87" y="12"/>
                    <a:pt x="80" y="8"/>
                    <a:pt x="73" y="5"/>
                  </a:cubicBezTo>
                  <a:cubicBezTo>
                    <a:pt x="65" y="1"/>
                    <a:pt x="57" y="0"/>
                    <a:pt x="49" y="0"/>
                  </a:cubicBezTo>
                  <a:cubicBezTo>
                    <a:pt x="3" y="0"/>
                    <a:pt x="3" y="0"/>
                    <a:pt x="3" y="0"/>
                  </a:cubicBezTo>
                  <a:cubicBezTo>
                    <a:pt x="1" y="0"/>
                    <a:pt x="0" y="1"/>
                    <a:pt x="0" y="3"/>
                  </a:cubicBezTo>
                  <a:cubicBezTo>
                    <a:pt x="0" y="49"/>
                    <a:pt x="0" y="49"/>
                    <a:pt x="0" y="49"/>
                  </a:cubicBezTo>
                  <a:cubicBezTo>
                    <a:pt x="0" y="57"/>
                    <a:pt x="2" y="66"/>
                    <a:pt x="6" y="74"/>
                  </a:cubicBezTo>
                  <a:cubicBezTo>
                    <a:pt x="9" y="82"/>
                    <a:pt x="14" y="89"/>
                    <a:pt x="20" y="95"/>
                  </a:cubicBezTo>
                  <a:cubicBezTo>
                    <a:pt x="26" y="101"/>
                    <a:pt x="33" y="106"/>
                    <a:pt x="41" y="109"/>
                  </a:cubicBezTo>
                  <a:cubicBezTo>
                    <a:pt x="49" y="113"/>
                    <a:pt x="57" y="115"/>
                    <a:pt x="65" y="115"/>
                  </a:cubicBezTo>
                  <a:cubicBezTo>
                    <a:pt x="72" y="115"/>
                    <a:pt x="78" y="114"/>
                    <a:pt x="84" y="111"/>
                  </a:cubicBezTo>
                  <a:cubicBezTo>
                    <a:pt x="90" y="109"/>
                    <a:pt x="95" y="106"/>
                    <a:pt x="99" y="102"/>
                  </a:cubicBezTo>
                  <a:cubicBezTo>
                    <a:pt x="103" y="98"/>
                    <a:pt x="107" y="93"/>
                    <a:pt x="109" y="87"/>
                  </a:cubicBezTo>
                  <a:cubicBezTo>
                    <a:pt x="112" y="81"/>
                    <a:pt x="113" y="75"/>
                    <a:pt x="114" y="69"/>
                  </a:cubicBezTo>
                  <a:cubicBezTo>
                    <a:pt x="114" y="67"/>
                    <a:pt x="113" y="66"/>
                    <a:pt x="111"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Logo R">
              <a:extLst>
                <a:ext uri="{FF2B5EF4-FFF2-40B4-BE49-F238E27FC236}">
                  <a16:creationId xmlns:a16="http://schemas.microsoft.com/office/drawing/2014/main" id="{0C81EEFC-7C4F-43AF-BCF4-70B4D09D2BD0}"/>
                </a:ext>
              </a:extLst>
            </p:cNvPr>
            <p:cNvSpPr>
              <a:spLocks/>
            </p:cNvSpPr>
            <p:nvPr/>
          </p:nvSpPr>
          <p:spPr bwMode="gray">
            <a:xfrm>
              <a:off x="-3157538" y="3063875"/>
              <a:ext cx="461963" cy="423862"/>
            </a:xfrm>
            <a:custGeom>
              <a:avLst/>
              <a:gdLst>
                <a:gd name="T0" fmla="*/ 121 w 123"/>
                <a:gd name="T1" fmla="*/ 99 h 113"/>
                <a:gd name="T2" fmla="*/ 104 w 123"/>
                <a:gd name="T3" fmla="*/ 88 h 113"/>
                <a:gd name="T4" fmla="*/ 91 w 123"/>
                <a:gd name="T5" fmla="*/ 78 h 113"/>
                <a:gd name="T6" fmla="*/ 107 w 123"/>
                <a:gd name="T7" fmla="*/ 67 h 113"/>
                <a:gd name="T8" fmla="*/ 113 w 123"/>
                <a:gd name="T9" fmla="*/ 49 h 113"/>
                <a:gd name="T10" fmla="*/ 107 w 123"/>
                <a:gd name="T11" fmla="*/ 30 h 113"/>
                <a:gd name="T12" fmla="*/ 92 w 123"/>
                <a:gd name="T13" fmla="*/ 14 h 113"/>
                <a:gd name="T14" fmla="*/ 71 w 123"/>
                <a:gd name="T15" fmla="*/ 4 h 113"/>
                <a:gd name="T16" fmla="*/ 48 w 123"/>
                <a:gd name="T17" fmla="*/ 0 h 113"/>
                <a:gd name="T18" fmla="*/ 2 w 123"/>
                <a:gd name="T19" fmla="*/ 0 h 113"/>
                <a:gd name="T20" fmla="*/ 0 w 123"/>
                <a:gd name="T21" fmla="*/ 2 h 113"/>
                <a:gd name="T22" fmla="*/ 0 w 123"/>
                <a:gd name="T23" fmla="*/ 79 h 113"/>
                <a:gd name="T24" fmla="*/ 0 w 123"/>
                <a:gd name="T25" fmla="*/ 96 h 113"/>
                <a:gd name="T26" fmla="*/ 0 w 123"/>
                <a:gd name="T27" fmla="*/ 102 h 113"/>
                <a:gd name="T28" fmla="*/ 0 w 123"/>
                <a:gd name="T29" fmla="*/ 109 h 113"/>
                <a:gd name="T30" fmla="*/ 1 w 123"/>
                <a:gd name="T31" fmla="*/ 112 h 113"/>
                <a:gd name="T32" fmla="*/ 7 w 123"/>
                <a:gd name="T33" fmla="*/ 113 h 113"/>
                <a:gd name="T34" fmla="*/ 15 w 123"/>
                <a:gd name="T35" fmla="*/ 112 h 113"/>
                <a:gd name="T36" fmla="*/ 25 w 123"/>
                <a:gd name="T37" fmla="*/ 105 h 113"/>
                <a:gd name="T38" fmla="*/ 30 w 123"/>
                <a:gd name="T39" fmla="*/ 86 h 113"/>
                <a:gd name="T40" fmla="*/ 30 w 123"/>
                <a:gd name="T41" fmla="*/ 39 h 113"/>
                <a:gd name="T42" fmla="*/ 31 w 123"/>
                <a:gd name="T43" fmla="*/ 36 h 113"/>
                <a:gd name="T44" fmla="*/ 32 w 123"/>
                <a:gd name="T45" fmla="*/ 34 h 113"/>
                <a:gd name="T46" fmla="*/ 60 w 123"/>
                <a:gd name="T47" fmla="*/ 28 h 113"/>
                <a:gd name="T48" fmla="*/ 80 w 123"/>
                <a:gd name="T49" fmla="*/ 50 h 113"/>
                <a:gd name="T50" fmla="*/ 64 w 123"/>
                <a:gd name="T51" fmla="*/ 58 h 113"/>
                <a:gd name="T52" fmla="*/ 53 w 123"/>
                <a:gd name="T53" fmla="*/ 57 h 113"/>
                <a:gd name="T54" fmla="*/ 48 w 123"/>
                <a:gd name="T55" fmla="*/ 55 h 113"/>
                <a:gd name="T56" fmla="*/ 44 w 123"/>
                <a:gd name="T57" fmla="*/ 54 h 113"/>
                <a:gd name="T58" fmla="*/ 43 w 123"/>
                <a:gd name="T59" fmla="*/ 57 h 113"/>
                <a:gd name="T60" fmla="*/ 43 w 123"/>
                <a:gd name="T61" fmla="*/ 69 h 113"/>
                <a:gd name="T62" fmla="*/ 47 w 123"/>
                <a:gd name="T63" fmla="*/ 79 h 113"/>
                <a:gd name="T64" fmla="*/ 84 w 123"/>
                <a:gd name="T65" fmla="*/ 109 h 113"/>
                <a:gd name="T66" fmla="*/ 96 w 123"/>
                <a:gd name="T67" fmla="*/ 113 h 113"/>
                <a:gd name="T68" fmla="*/ 121 w 123"/>
                <a:gd name="T69" fmla="*/ 113 h 113"/>
                <a:gd name="T70" fmla="*/ 123 w 123"/>
                <a:gd name="T71" fmla="*/ 110 h 113"/>
                <a:gd name="T72" fmla="*/ 123 w 123"/>
                <a:gd name="T73" fmla="*/ 102 h 113"/>
                <a:gd name="T74" fmla="*/ 121 w 123"/>
                <a:gd name="T75" fmla="*/ 99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13">
                  <a:moveTo>
                    <a:pt x="121" y="99"/>
                  </a:moveTo>
                  <a:cubicBezTo>
                    <a:pt x="121" y="99"/>
                    <a:pt x="115" y="98"/>
                    <a:pt x="104" y="88"/>
                  </a:cubicBezTo>
                  <a:cubicBezTo>
                    <a:pt x="98" y="83"/>
                    <a:pt x="93" y="80"/>
                    <a:pt x="91" y="78"/>
                  </a:cubicBezTo>
                  <a:cubicBezTo>
                    <a:pt x="93" y="77"/>
                    <a:pt x="100" y="74"/>
                    <a:pt x="107" y="67"/>
                  </a:cubicBezTo>
                  <a:cubicBezTo>
                    <a:pt x="111" y="62"/>
                    <a:pt x="113" y="56"/>
                    <a:pt x="113" y="49"/>
                  </a:cubicBezTo>
                  <a:cubicBezTo>
                    <a:pt x="113" y="42"/>
                    <a:pt x="111" y="36"/>
                    <a:pt x="107" y="30"/>
                  </a:cubicBezTo>
                  <a:cubicBezTo>
                    <a:pt x="103" y="24"/>
                    <a:pt x="98" y="18"/>
                    <a:pt x="92" y="14"/>
                  </a:cubicBezTo>
                  <a:cubicBezTo>
                    <a:pt x="86" y="10"/>
                    <a:pt x="79" y="6"/>
                    <a:pt x="71" y="4"/>
                  </a:cubicBezTo>
                  <a:cubicBezTo>
                    <a:pt x="63" y="1"/>
                    <a:pt x="56" y="0"/>
                    <a:pt x="48" y="0"/>
                  </a:cubicBezTo>
                  <a:cubicBezTo>
                    <a:pt x="48" y="0"/>
                    <a:pt x="2" y="0"/>
                    <a:pt x="2" y="0"/>
                  </a:cubicBezTo>
                  <a:cubicBezTo>
                    <a:pt x="1" y="0"/>
                    <a:pt x="0" y="1"/>
                    <a:pt x="0" y="2"/>
                  </a:cubicBezTo>
                  <a:cubicBezTo>
                    <a:pt x="0" y="2"/>
                    <a:pt x="0" y="79"/>
                    <a:pt x="0" y="79"/>
                  </a:cubicBezTo>
                  <a:cubicBezTo>
                    <a:pt x="0" y="96"/>
                    <a:pt x="0" y="96"/>
                    <a:pt x="0" y="96"/>
                  </a:cubicBezTo>
                  <a:cubicBezTo>
                    <a:pt x="0" y="102"/>
                    <a:pt x="0" y="102"/>
                    <a:pt x="0" y="102"/>
                  </a:cubicBezTo>
                  <a:cubicBezTo>
                    <a:pt x="0" y="109"/>
                    <a:pt x="0" y="109"/>
                    <a:pt x="0" y="109"/>
                  </a:cubicBezTo>
                  <a:cubicBezTo>
                    <a:pt x="0" y="110"/>
                    <a:pt x="0" y="112"/>
                    <a:pt x="1" y="112"/>
                  </a:cubicBezTo>
                  <a:cubicBezTo>
                    <a:pt x="2" y="113"/>
                    <a:pt x="6" y="113"/>
                    <a:pt x="7" y="113"/>
                  </a:cubicBezTo>
                  <a:cubicBezTo>
                    <a:pt x="10" y="113"/>
                    <a:pt x="13" y="113"/>
                    <a:pt x="15" y="112"/>
                  </a:cubicBezTo>
                  <a:cubicBezTo>
                    <a:pt x="19" y="111"/>
                    <a:pt x="22" y="108"/>
                    <a:pt x="25" y="105"/>
                  </a:cubicBezTo>
                  <a:cubicBezTo>
                    <a:pt x="29" y="99"/>
                    <a:pt x="30" y="93"/>
                    <a:pt x="30" y="86"/>
                  </a:cubicBezTo>
                  <a:cubicBezTo>
                    <a:pt x="30" y="85"/>
                    <a:pt x="30" y="39"/>
                    <a:pt x="30" y="39"/>
                  </a:cubicBezTo>
                  <a:cubicBezTo>
                    <a:pt x="30" y="39"/>
                    <a:pt x="30" y="37"/>
                    <a:pt x="31" y="36"/>
                  </a:cubicBezTo>
                  <a:cubicBezTo>
                    <a:pt x="31" y="35"/>
                    <a:pt x="32" y="34"/>
                    <a:pt x="32" y="34"/>
                  </a:cubicBezTo>
                  <a:cubicBezTo>
                    <a:pt x="35" y="28"/>
                    <a:pt x="47" y="25"/>
                    <a:pt x="60" y="28"/>
                  </a:cubicBezTo>
                  <a:cubicBezTo>
                    <a:pt x="77" y="33"/>
                    <a:pt x="82" y="44"/>
                    <a:pt x="80" y="50"/>
                  </a:cubicBezTo>
                  <a:cubicBezTo>
                    <a:pt x="78" y="55"/>
                    <a:pt x="72" y="58"/>
                    <a:pt x="64" y="58"/>
                  </a:cubicBezTo>
                  <a:cubicBezTo>
                    <a:pt x="61" y="58"/>
                    <a:pt x="57" y="58"/>
                    <a:pt x="53" y="57"/>
                  </a:cubicBezTo>
                  <a:cubicBezTo>
                    <a:pt x="53" y="57"/>
                    <a:pt x="50" y="56"/>
                    <a:pt x="48" y="55"/>
                  </a:cubicBezTo>
                  <a:cubicBezTo>
                    <a:pt x="48" y="55"/>
                    <a:pt x="46" y="54"/>
                    <a:pt x="44" y="54"/>
                  </a:cubicBezTo>
                  <a:cubicBezTo>
                    <a:pt x="43" y="54"/>
                    <a:pt x="43" y="55"/>
                    <a:pt x="43" y="57"/>
                  </a:cubicBezTo>
                  <a:cubicBezTo>
                    <a:pt x="43" y="57"/>
                    <a:pt x="43" y="69"/>
                    <a:pt x="43" y="69"/>
                  </a:cubicBezTo>
                  <a:cubicBezTo>
                    <a:pt x="43" y="73"/>
                    <a:pt x="44" y="77"/>
                    <a:pt x="47" y="79"/>
                  </a:cubicBezTo>
                  <a:cubicBezTo>
                    <a:pt x="47" y="79"/>
                    <a:pt x="84" y="109"/>
                    <a:pt x="84" y="109"/>
                  </a:cubicBezTo>
                  <a:cubicBezTo>
                    <a:pt x="88" y="112"/>
                    <a:pt x="92" y="113"/>
                    <a:pt x="96" y="113"/>
                  </a:cubicBezTo>
                  <a:cubicBezTo>
                    <a:pt x="121" y="113"/>
                    <a:pt x="121" y="113"/>
                    <a:pt x="121" y="113"/>
                  </a:cubicBezTo>
                  <a:cubicBezTo>
                    <a:pt x="122" y="113"/>
                    <a:pt x="123" y="112"/>
                    <a:pt x="123" y="110"/>
                  </a:cubicBezTo>
                  <a:cubicBezTo>
                    <a:pt x="123" y="102"/>
                    <a:pt x="123" y="102"/>
                    <a:pt x="123" y="102"/>
                  </a:cubicBezTo>
                  <a:cubicBezTo>
                    <a:pt x="123" y="101"/>
                    <a:pt x="122" y="99"/>
                    <a:pt x="121" y="9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Logo E">
              <a:extLst>
                <a:ext uri="{FF2B5EF4-FFF2-40B4-BE49-F238E27FC236}">
                  <a16:creationId xmlns:a16="http://schemas.microsoft.com/office/drawing/2014/main" id="{65B93085-7A82-4F78-99AA-38D39E4ACBDE}"/>
                </a:ext>
              </a:extLst>
            </p:cNvPr>
            <p:cNvSpPr>
              <a:spLocks/>
            </p:cNvSpPr>
            <p:nvPr/>
          </p:nvSpPr>
          <p:spPr bwMode="gray">
            <a:xfrm>
              <a:off x="-3622675" y="3063875"/>
              <a:ext cx="428625" cy="423862"/>
            </a:xfrm>
            <a:custGeom>
              <a:avLst/>
              <a:gdLst>
                <a:gd name="T0" fmla="*/ 96 w 114"/>
                <a:gd name="T1" fmla="*/ 84 h 113"/>
                <a:gd name="T2" fmla="*/ 63 w 114"/>
                <a:gd name="T3" fmla="*/ 84 h 113"/>
                <a:gd name="T4" fmla="*/ 50 w 114"/>
                <a:gd name="T5" fmla="*/ 81 h 113"/>
                <a:gd name="T6" fmla="*/ 40 w 114"/>
                <a:gd name="T7" fmla="*/ 73 h 113"/>
                <a:gd name="T8" fmla="*/ 33 w 114"/>
                <a:gd name="T9" fmla="*/ 61 h 113"/>
                <a:gd name="T10" fmla="*/ 30 w 114"/>
                <a:gd name="T11" fmla="*/ 48 h 113"/>
                <a:gd name="T12" fmla="*/ 35 w 114"/>
                <a:gd name="T13" fmla="*/ 34 h 113"/>
                <a:gd name="T14" fmla="*/ 39 w 114"/>
                <a:gd name="T15" fmla="*/ 31 h 113"/>
                <a:gd name="T16" fmla="*/ 43 w 114"/>
                <a:gd name="T17" fmla="*/ 30 h 113"/>
                <a:gd name="T18" fmla="*/ 50 w 114"/>
                <a:gd name="T19" fmla="*/ 29 h 113"/>
                <a:gd name="T20" fmla="*/ 56 w 114"/>
                <a:gd name="T21" fmla="*/ 30 h 113"/>
                <a:gd name="T22" fmla="*/ 67 w 114"/>
                <a:gd name="T23" fmla="*/ 34 h 113"/>
                <a:gd name="T24" fmla="*/ 81 w 114"/>
                <a:gd name="T25" fmla="*/ 47 h 113"/>
                <a:gd name="T26" fmla="*/ 47 w 114"/>
                <a:gd name="T27" fmla="*/ 47 h 113"/>
                <a:gd name="T28" fmla="*/ 44 w 114"/>
                <a:gd name="T29" fmla="*/ 50 h 113"/>
                <a:gd name="T30" fmla="*/ 46 w 114"/>
                <a:gd name="T31" fmla="*/ 58 h 113"/>
                <a:gd name="T32" fmla="*/ 67 w 114"/>
                <a:gd name="T33" fmla="*/ 71 h 113"/>
                <a:gd name="T34" fmla="*/ 99 w 114"/>
                <a:gd name="T35" fmla="*/ 71 h 113"/>
                <a:gd name="T36" fmla="*/ 111 w 114"/>
                <a:gd name="T37" fmla="*/ 67 h 113"/>
                <a:gd name="T38" fmla="*/ 114 w 114"/>
                <a:gd name="T39" fmla="*/ 57 h 113"/>
                <a:gd name="T40" fmla="*/ 108 w 114"/>
                <a:gd name="T41" fmla="*/ 38 h 113"/>
                <a:gd name="T42" fmla="*/ 94 w 114"/>
                <a:gd name="T43" fmla="*/ 19 h 113"/>
                <a:gd name="T44" fmla="*/ 74 w 114"/>
                <a:gd name="T45" fmla="*/ 5 h 113"/>
                <a:gd name="T46" fmla="*/ 50 w 114"/>
                <a:gd name="T47" fmla="*/ 0 h 113"/>
                <a:gd name="T48" fmla="*/ 3 w 114"/>
                <a:gd name="T49" fmla="*/ 0 h 113"/>
                <a:gd name="T50" fmla="*/ 0 w 114"/>
                <a:gd name="T51" fmla="*/ 2 h 113"/>
                <a:gd name="T52" fmla="*/ 0 w 114"/>
                <a:gd name="T53" fmla="*/ 49 h 113"/>
                <a:gd name="T54" fmla="*/ 5 w 114"/>
                <a:gd name="T55" fmla="*/ 73 h 113"/>
                <a:gd name="T56" fmla="*/ 19 w 114"/>
                <a:gd name="T57" fmla="*/ 94 h 113"/>
                <a:gd name="T58" fmla="*/ 39 w 114"/>
                <a:gd name="T59" fmla="*/ 108 h 113"/>
                <a:gd name="T60" fmla="*/ 64 w 114"/>
                <a:gd name="T61" fmla="*/ 113 h 113"/>
                <a:gd name="T62" fmla="*/ 111 w 114"/>
                <a:gd name="T63" fmla="*/ 113 h 113"/>
                <a:gd name="T64" fmla="*/ 114 w 114"/>
                <a:gd name="T65" fmla="*/ 111 h 113"/>
                <a:gd name="T66" fmla="*/ 114 w 114"/>
                <a:gd name="T67" fmla="*/ 101 h 113"/>
                <a:gd name="T68" fmla="*/ 109 w 114"/>
                <a:gd name="T69" fmla="*/ 88 h 113"/>
                <a:gd name="T70" fmla="*/ 96 w 114"/>
                <a:gd name="T71" fmla="*/ 84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14" h="113">
                  <a:moveTo>
                    <a:pt x="96" y="84"/>
                  </a:moveTo>
                  <a:cubicBezTo>
                    <a:pt x="63" y="84"/>
                    <a:pt x="63" y="84"/>
                    <a:pt x="63" y="84"/>
                  </a:cubicBezTo>
                  <a:cubicBezTo>
                    <a:pt x="59" y="84"/>
                    <a:pt x="54" y="82"/>
                    <a:pt x="50" y="81"/>
                  </a:cubicBezTo>
                  <a:cubicBezTo>
                    <a:pt x="47" y="79"/>
                    <a:pt x="41" y="74"/>
                    <a:pt x="40" y="73"/>
                  </a:cubicBezTo>
                  <a:cubicBezTo>
                    <a:pt x="37" y="69"/>
                    <a:pt x="34" y="65"/>
                    <a:pt x="33" y="61"/>
                  </a:cubicBezTo>
                  <a:cubicBezTo>
                    <a:pt x="31" y="57"/>
                    <a:pt x="30" y="52"/>
                    <a:pt x="30" y="48"/>
                  </a:cubicBezTo>
                  <a:cubicBezTo>
                    <a:pt x="30" y="42"/>
                    <a:pt x="32" y="37"/>
                    <a:pt x="35" y="34"/>
                  </a:cubicBezTo>
                  <a:cubicBezTo>
                    <a:pt x="36" y="33"/>
                    <a:pt x="37" y="32"/>
                    <a:pt x="39" y="31"/>
                  </a:cubicBezTo>
                  <a:cubicBezTo>
                    <a:pt x="40" y="30"/>
                    <a:pt x="42" y="30"/>
                    <a:pt x="43" y="30"/>
                  </a:cubicBezTo>
                  <a:cubicBezTo>
                    <a:pt x="45" y="29"/>
                    <a:pt x="48" y="29"/>
                    <a:pt x="50" y="29"/>
                  </a:cubicBezTo>
                  <a:cubicBezTo>
                    <a:pt x="52" y="29"/>
                    <a:pt x="54" y="29"/>
                    <a:pt x="56" y="30"/>
                  </a:cubicBezTo>
                  <a:cubicBezTo>
                    <a:pt x="60" y="30"/>
                    <a:pt x="64" y="32"/>
                    <a:pt x="67" y="34"/>
                  </a:cubicBezTo>
                  <a:cubicBezTo>
                    <a:pt x="72" y="37"/>
                    <a:pt x="78" y="42"/>
                    <a:pt x="81" y="47"/>
                  </a:cubicBezTo>
                  <a:cubicBezTo>
                    <a:pt x="47" y="47"/>
                    <a:pt x="47" y="47"/>
                    <a:pt x="47" y="47"/>
                  </a:cubicBezTo>
                  <a:cubicBezTo>
                    <a:pt x="45" y="47"/>
                    <a:pt x="44" y="48"/>
                    <a:pt x="44" y="50"/>
                  </a:cubicBezTo>
                  <a:cubicBezTo>
                    <a:pt x="44" y="53"/>
                    <a:pt x="45" y="55"/>
                    <a:pt x="46" y="58"/>
                  </a:cubicBezTo>
                  <a:cubicBezTo>
                    <a:pt x="47" y="61"/>
                    <a:pt x="54" y="71"/>
                    <a:pt x="67" y="71"/>
                  </a:cubicBezTo>
                  <a:cubicBezTo>
                    <a:pt x="99" y="71"/>
                    <a:pt x="99" y="71"/>
                    <a:pt x="99" y="71"/>
                  </a:cubicBezTo>
                  <a:cubicBezTo>
                    <a:pt x="105" y="71"/>
                    <a:pt x="109" y="70"/>
                    <a:pt x="111" y="67"/>
                  </a:cubicBezTo>
                  <a:cubicBezTo>
                    <a:pt x="113" y="64"/>
                    <a:pt x="114" y="61"/>
                    <a:pt x="114" y="57"/>
                  </a:cubicBezTo>
                  <a:cubicBezTo>
                    <a:pt x="114" y="51"/>
                    <a:pt x="112" y="44"/>
                    <a:pt x="108" y="38"/>
                  </a:cubicBezTo>
                  <a:cubicBezTo>
                    <a:pt x="105" y="31"/>
                    <a:pt x="100" y="24"/>
                    <a:pt x="94" y="19"/>
                  </a:cubicBezTo>
                  <a:cubicBezTo>
                    <a:pt x="89" y="13"/>
                    <a:pt x="82" y="9"/>
                    <a:pt x="74" y="5"/>
                  </a:cubicBezTo>
                  <a:cubicBezTo>
                    <a:pt x="66" y="1"/>
                    <a:pt x="58" y="0"/>
                    <a:pt x="50" y="0"/>
                  </a:cubicBezTo>
                  <a:cubicBezTo>
                    <a:pt x="50" y="0"/>
                    <a:pt x="3" y="0"/>
                    <a:pt x="3" y="0"/>
                  </a:cubicBezTo>
                  <a:cubicBezTo>
                    <a:pt x="1" y="0"/>
                    <a:pt x="0" y="1"/>
                    <a:pt x="0" y="2"/>
                  </a:cubicBezTo>
                  <a:cubicBezTo>
                    <a:pt x="0" y="2"/>
                    <a:pt x="0" y="49"/>
                    <a:pt x="0" y="49"/>
                  </a:cubicBezTo>
                  <a:cubicBezTo>
                    <a:pt x="0" y="57"/>
                    <a:pt x="2" y="66"/>
                    <a:pt x="5" y="73"/>
                  </a:cubicBezTo>
                  <a:cubicBezTo>
                    <a:pt x="9" y="81"/>
                    <a:pt x="13" y="88"/>
                    <a:pt x="19" y="94"/>
                  </a:cubicBezTo>
                  <a:cubicBezTo>
                    <a:pt x="25" y="100"/>
                    <a:pt x="32" y="104"/>
                    <a:pt x="39" y="108"/>
                  </a:cubicBezTo>
                  <a:cubicBezTo>
                    <a:pt x="47" y="111"/>
                    <a:pt x="55" y="113"/>
                    <a:pt x="64" y="113"/>
                  </a:cubicBezTo>
                  <a:cubicBezTo>
                    <a:pt x="111" y="113"/>
                    <a:pt x="111" y="113"/>
                    <a:pt x="111" y="113"/>
                  </a:cubicBezTo>
                  <a:cubicBezTo>
                    <a:pt x="112" y="113"/>
                    <a:pt x="114" y="112"/>
                    <a:pt x="114" y="111"/>
                  </a:cubicBezTo>
                  <a:cubicBezTo>
                    <a:pt x="114" y="101"/>
                    <a:pt x="114" y="101"/>
                    <a:pt x="114" y="101"/>
                  </a:cubicBezTo>
                  <a:cubicBezTo>
                    <a:pt x="114" y="96"/>
                    <a:pt x="112" y="91"/>
                    <a:pt x="109" y="88"/>
                  </a:cubicBezTo>
                  <a:cubicBezTo>
                    <a:pt x="106" y="85"/>
                    <a:pt x="102" y="84"/>
                    <a:pt x="96"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Logo M">
              <a:extLst>
                <a:ext uri="{FF2B5EF4-FFF2-40B4-BE49-F238E27FC236}">
                  <a16:creationId xmlns:a16="http://schemas.microsoft.com/office/drawing/2014/main" id="{E9B5B955-7CC1-4A98-927B-9650D7AEFA92}"/>
                </a:ext>
              </a:extLst>
            </p:cNvPr>
            <p:cNvSpPr>
              <a:spLocks/>
            </p:cNvSpPr>
            <p:nvPr/>
          </p:nvSpPr>
          <p:spPr bwMode="gray">
            <a:xfrm>
              <a:off x="-4548188" y="3063875"/>
              <a:ext cx="889000" cy="423862"/>
            </a:xfrm>
            <a:custGeom>
              <a:avLst/>
              <a:gdLst>
                <a:gd name="T0" fmla="*/ 237 w 237"/>
                <a:gd name="T1" fmla="*/ 16 h 113"/>
                <a:gd name="T2" fmla="*/ 220 w 237"/>
                <a:gd name="T3" fmla="*/ 0 h 113"/>
                <a:gd name="T4" fmla="*/ 203 w 237"/>
                <a:gd name="T5" fmla="*/ 0 h 113"/>
                <a:gd name="T6" fmla="*/ 200 w 237"/>
                <a:gd name="T7" fmla="*/ 1 h 113"/>
                <a:gd name="T8" fmla="*/ 165 w 237"/>
                <a:gd name="T9" fmla="*/ 34 h 113"/>
                <a:gd name="T10" fmla="*/ 119 w 237"/>
                <a:gd name="T11" fmla="*/ 52 h 113"/>
                <a:gd name="T12" fmla="*/ 71 w 237"/>
                <a:gd name="T13" fmla="*/ 32 h 113"/>
                <a:gd name="T14" fmla="*/ 44 w 237"/>
                <a:gd name="T15" fmla="*/ 8 h 113"/>
                <a:gd name="T16" fmla="*/ 25 w 237"/>
                <a:gd name="T17" fmla="*/ 0 h 113"/>
                <a:gd name="T18" fmla="*/ 4 w 237"/>
                <a:gd name="T19" fmla="*/ 0 h 113"/>
                <a:gd name="T20" fmla="*/ 0 w 237"/>
                <a:gd name="T21" fmla="*/ 3 h 113"/>
                <a:gd name="T22" fmla="*/ 0 w 237"/>
                <a:gd name="T23" fmla="*/ 96 h 113"/>
                <a:gd name="T24" fmla="*/ 17 w 237"/>
                <a:gd name="T25" fmla="*/ 113 h 113"/>
                <a:gd name="T26" fmla="*/ 23 w 237"/>
                <a:gd name="T27" fmla="*/ 113 h 113"/>
                <a:gd name="T28" fmla="*/ 28 w 237"/>
                <a:gd name="T29" fmla="*/ 113 h 113"/>
                <a:gd name="T30" fmla="*/ 31 w 237"/>
                <a:gd name="T31" fmla="*/ 110 h 113"/>
                <a:gd name="T32" fmla="*/ 31 w 237"/>
                <a:gd name="T33" fmla="*/ 76 h 113"/>
                <a:gd name="T34" fmla="*/ 47 w 237"/>
                <a:gd name="T35" fmla="*/ 61 h 113"/>
                <a:gd name="T36" fmla="*/ 84 w 237"/>
                <a:gd name="T37" fmla="*/ 83 h 113"/>
                <a:gd name="T38" fmla="*/ 119 w 237"/>
                <a:gd name="T39" fmla="*/ 105 h 113"/>
                <a:gd name="T40" fmla="*/ 153 w 237"/>
                <a:gd name="T41" fmla="*/ 83 h 113"/>
                <a:gd name="T42" fmla="*/ 190 w 237"/>
                <a:gd name="T43" fmla="*/ 61 h 113"/>
                <a:gd name="T44" fmla="*/ 206 w 237"/>
                <a:gd name="T45" fmla="*/ 76 h 113"/>
                <a:gd name="T46" fmla="*/ 206 w 237"/>
                <a:gd name="T47" fmla="*/ 96 h 113"/>
                <a:gd name="T48" fmla="*/ 223 w 237"/>
                <a:gd name="T49" fmla="*/ 113 h 113"/>
                <a:gd name="T50" fmla="*/ 230 w 237"/>
                <a:gd name="T51" fmla="*/ 113 h 113"/>
                <a:gd name="T52" fmla="*/ 234 w 237"/>
                <a:gd name="T53" fmla="*/ 113 h 113"/>
                <a:gd name="T54" fmla="*/ 234 w 237"/>
                <a:gd name="T55" fmla="*/ 113 h 113"/>
                <a:gd name="T56" fmla="*/ 237 w 237"/>
                <a:gd name="T57" fmla="*/ 110 h 113"/>
                <a:gd name="T58" fmla="*/ 237 w 237"/>
                <a:gd name="T59" fmla="*/ 1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37" h="113">
                  <a:moveTo>
                    <a:pt x="237" y="16"/>
                  </a:moveTo>
                  <a:cubicBezTo>
                    <a:pt x="237" y="7"/>
                    <a:pt x="229" y="0"/>
                    <a:pt x="220" y="0"/>
                  </a:cubicBezTo>
                  <a:cubicBezTo>
                    <a:pt x="203" y="0"/>
                    <a:pt x="203" y="0"/>
                    <a:pt x="203" y="0"/>
                  </a:cubicBezTo>
                  <a:cubicBezTo>
                    <a:pt x="202" y="0"/>
                    <a:pt x="201" y="0"/>
                    <a:pt x="200" y="1"/>
                  </a:cubicBezTo>
                  <a:cubicBezTo>
                    <a:pt x="165" y="34"/>
                    <a:pt x="165" y="34"/>
                    <a:pt x="165" y="34"/>
                  </a:cubicBezTo>
                  <a:cubicBezTo>
                    <a:pt x="153" y="45"/>
                    <a:pt x="137" y="52"/>
                    <a:pt x="119" y="52"/>
                  </a:cubicBezTo>
                  <a:cubicBezTo>
                    <a:pt x="100" y="52"/>
                    <a:pt x="83" y="45"/>
                    <a:pt x="71" y="32"/>
                  </a:cubicBezTo>
                  <a:cubicBezTo>
                    <a:pt x="71" y="32"/>
                    <a:pt x="45" y="8"/>
                    <a:pt x="44" y="8"/>
                  </a:cubicBezTo>
                  <a:cubicBezTo>
                    <a:pt x="39" y="3"/>
                    <a:pt x="33" y="0"/>
                    <a:pt x="25" y="0"/>
                  </a:cubicBezTo>
                  <a:cubicBezTo>
                    <a:pt x="4" y="0"/>
                    <a:pt x="4" y="0"/>
                    <a:pt x="4" y="0"/>
                  </a:cubicBezTo>
                  <a:cubicBezTo>
                    <a:pt x="2" y="0"/>
                    <a:pt x="0" y="1"/>
                    <a:pt x="0" y="3"/>
                  </a:cubicBezTo>
                  <a:cubicBezTo>
                    <a:pt x="0" y="96"/>
                    <a:pt x="0" y="96"/>
                    <a:pt x="0" y="96"/>
                  </a:cubicBezTo>
                  <a:cubicBezTo>
                    <a:pt x="0" y="106"/>
                    <a:pt x="8" y="113"/>
                    <a:pt x="17" y="113"/>
                  </a:cubicBezTo>
                  <a:cubicBezTo>
                    <a:pt x="23" y="113"/>
                    <a:pt x="23" y="113"/>
                    <a:pt x="23" y="113"/>
                  </a:cubicBezTo>
                  <a:cubicBezTo>
                    <a:pt x="28" y="113"/>
                    <a:pt x="28" y="113"/>
                    <a:pt x="28" y="113"/>
                  </a:cubicBezTo>
                  <a:cubicBezTo>
                    <a:pt x="30" y="113"/>
                    <a:pt x="31" y="112"/>
                    <a:pt x="31" y="110"/>
                  </a:cubicBezTo>
                  <a:cubicBezTo>
                    <a:pt x="31" y="76"/>
                    <a:pt x="31" y="76"/>
                    <a:pt x="31" y="76"/>
                  </a:cubicBezTo>
                  <a:cubicBezTo>
                    <a:pt x="31" y="68"/>
                    <a:pt x="38" y="61"/>
                    <a:pt x="47" y="61"/>
                  </a:cubicBezTo>
                  <a:cubicBezTo>
                    <a:pt x="63" y="61"/>
                    <a:pt x="74" y="74"/>
                    <a:pt x="84" y="83"/>
                  </a:cubicBezTo>
                  <a:cubicBezTo>
                    <a:pt x="97" y="94"/>
                    <a:pt x="107" y="105"/>
                    <a:pt x="119" y="105"/>
                  </a:cubicBezTo>
                  <a:cubicBezTo>
                    <a:pt x="131" y="105"/>
                    <a:pt x="140" y="94"/>
                    <a:pt x="153" y="83"/>
                  </a:cubicBezTo>
                  <a:cubicBezTo>
                    <a:pt x="163" y="74"/>
                    <a:pt x="175" y="61"/>
                    <a:pt x="190" y="61"/>
                  </a:cubicBezTo>
                  <a:cubicBezTo>
                    <a:pt x="199" y="61"/>
                    <a:pt x="206" y="68"/>
                    <a:pt x="206" y="76"/>
                  </a:cubicBezTo>
                  <a:cubicBezTo>
                    <a:pt x="206" y="76"/>
                    <a:pt x="206" y="96"/>
                    <a:pt x="206" y="96"/>
                  </a:cubicBezTo>
                  <a:cubicBezTo>
                    <a:pt x="206" y="106"/>
                    <a:pt x="214" y="113"/>
                    <a:pt x="223" y="113"/>
                  </a:cubicBezTo>
                  <a:cubicBezTo>
                    <a:pt x="223" y="113"/>
                    <a:pt x="230" y="113"/>
                    <a:pt x="230" y="113"/>
                  </a:cubicBezTo>
                  <a:cubicBezTo>
                    <a:pt x="232" y="113"/>
                    <a:pt x="234" y="113"/>
                    <a:pt x="234" y="113"/>
                  </a:cubicBezTo>
                  <a:cubicBezTo>
                    <a:pt x="234" y="113"/>
                    <a:pt x="234" y="113"/>
                    <a:pt x="234" y="113"/>
                  </a:cubicBezTo>
                  <a:cubicBezTo>
                    <a:pt x="235" y="113"/>
                    <a:pt x="237" y="112"/>
                    <a:pt x="237" y="110"/>
                  </a:cubicBezTo>
                  <a:cubicBezTo>
                    <a:pt x="237" y="110"/>
                    <a:pt x="237" y="17"/>
                    <a:pt x="237"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69501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Smartphone-Screen">
    <p:spTree>
      <p:nvGrpSpPr>
        <p:cNvPr id="1" name=""/>
        <p:cNvGrpSpPr/>
        <p:nvPr/>
      </p:nvGrpSpPr>
      <p:grpSpPr>
        <a:xfrm>
          <a:off x="0" y="0"/>
          <a:ext cx="0" cy="0"/>
          <a:chOff x="0" y="0"/>
          <a:chExt cx="0" cy="0"/>
        </a:xfrm>
      </p:grpSpPr>
      <p:pic>
        <p:nvPicPr>
          <p:cNvPr id="17" name="Grafik 16">
            <a:extLst>
              <a:ext uri="{FF2B5EF4-FFF2-40B4-BE49-F238E27FC236}">
                <a16:creationId xmlns:a16="http://schemas.microsoft.com/office/drawing/2014/main" id="{AFE38670-B47B-4D7D-9B27-04995187E8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06181" y="-1241"/>
            <a:ext cx="7791449" cy="6069582"/>
          </a:xfrm>
          <a:prstGeom prst="rect">
            <a:avLst/>
          </a:prstGeom>
        </p:spPr>
      </p:pic>
      <p:grpSp>
        <p:nvGrpSpPr>
          <p:cNvPr id="3" name="Gruppieren 2">
            <a:extLst>
              <a:ext uri="{FF2B5EF4-FFF2-40B4-BE49-F238E27FC236}">
                <a16:creationId xmlns:a16="http://schemas.microsoft.com/office/drawing/2014/main" id="{00BDD493-4EB1-4589-B5D3-2B7B21E2531D}"/>
              </a:ext>
            </a:extLst>
          </p:cNvPr>
          <p:cNvGrpSpPr/>
          <p:nvPr userDrawn="1"/>
        </p:nvGrpSpPr>
        <p:grpSpPr>
          <a:xfrm>
            <a:off x="8845421" y="404813"/>
            <a:ext cx="2723187" cy="5688012"/>
            <a:chOff x="8845421" y="404813"/>
            <a:chExt cx="2723187" cy="5688012"/>
          </a:xfrm>
        </p:grpSpPr>
        <p:sp>
          <p:nvSpPr>
            <p:cNvPr id="14" name="Rechteck: abgerundete Ecken 13">
              <a:extLst>
                <a:ext uri="{FF2B5EF4-FFF2-40B4-BE49-F238E27FC236}">
                  <a16:creationId xmlns:a16="http://schemas.microsoft.com/office/drawing/2014/main" id="{94D61861-77F2-42C5-8A58-AB979804AAAF}"/>
                </a:ext>
              </a:extLst>
            </p:cNvPr>
            <p:cNvSpPr/>
            <p:nvPr/>
          </p:nvSpPr>
          <p:spPr bwMode="gray">
            <a:xfrm>
              <a:off x="8910870" y="467046"/>
              <a:ext cx="2592288" cy="5472609"/>
            </a:xfrm>
            <a:prstGeom prst="roundRect">
              <a:avLst>
                <a:gd name="adj" fmla="val 10515"/>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8900000" scaled="1"/>
              <a:tileRect/>
            </a:grad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pic>
          <p:nvPicPr>
            <p:cNvPr id="16" name="Grafik 15">
              <a:extLst>
                <a:ext uri="{FF2B5EF4-FFF2-40B4-BE49-F238E27FC236}">
                  <a16:creationId xmlns:a16="http://schemas.microsoft.com/office/drawing/2014/main" id="{5CB66B8D-EF7A-4697-B4AA-1C1B3942A33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45421" y="404813"/>
              <a:ext cx="2723187" cy="5688012"/>
            </a:xfrm>
            <a:prstGeom prst="rect">
              <a:avLst/>
            </a:prstGeom>
          </p:spPr>
        </p:pic>
      </p:grpSp>
      <p:sp>
        <p:nvSpPr>
          <p:cNvPr id="5" name="Footer Placeholder 4"/>
          <p:cNvSpPr>
            <a:spLocks noGrp="1"/>
          </p:cNvSpPr>
          <p:nvPr userDrawn="1">
            <p:ph type="ftr" sz="quarter" idx="16"/>
          </p:nvPr>
        </p:nvSpPr>
        <p:spPr bwMode="gray"/>
        <p:txBody>
          <a:bodyPr/>
          <a:lstStyle/>
          <a:p>
            <a:r>
              <a:rPr lang="en-US" noProof="0" dirty="0"/>
              <a:t>Standard chart library</a:t>
            </a:r>
          </a:p>
        </p:txBody>
      </p:sp>
      <p:sp>
        <p:nvSpPr>
          <p:cNvPr id="13" name="Slide Number Placeholder 12"/>
          <p:cNvSpPr>
            <a:spLocks noGrp="1"/>
          </p:cNvSpPr>
          <p:nvPr userDrawn="1">
            <p:ph type="sldNum" sz="quarter" idx="17"/>
          </p:nvPr>
        </p:nvSpPr>
        <p:spPr bwMode="gray"/>
        <p:txBody>
          <a:bodyPr/>
          <a:lstStyle>
            <a:lvl1pPr>
              <a:defRPr>
                <a:solidFill>
                  <a:schemeClr val="tx1"/>
                </a:solidFill>
              </a:defRPr>
            </a:lvl1pPr>
          </a:lstStyle>
          <a:p>
            <a:fld id="{FD5E7EB4-4CDF-47BB-AF16-07782904B863}" type="slidenum">
              <a:rPr lang="en-US" smtClean="0"/>
              <a:pPr/>
              <a:t>‹#›</a:t>
            </a:fld>
            <a:endParaRPr lang="en-US" dirty="0"/>
          </a:p>
        </p:txBody>
      </p:sp>
      <p:sp>
        <p:nvSpPr>
          <p:cNvPr id="20" name="Bildplatzhalter 19">
            <a:extLst>
              <a:ext uri="{FF2B5EF4-FFF2-40B4-BE49-F238E27FC236}">
                <a16:creationId xmlns:a16="http://schemas.microsoft.com/office/drawing/2014/main" id="{27D2133F-0878-4B27-A4DD-2E7FC88B72CB}"/>
              </a:ext>
            </a:extLst>
          </p:cNvPr>
          <p:cNvSpPr>
            <a:spLocks noGrp="1"/>
          </p:cNvSpPr>
          <p:nvPr userDrawn="1">
            <p:ph type="pic" sz="quarter" idx="19"/>
          </p:nvPr>
        </p:nvSpPr>
        <p:spPr bwMode="gray">
          <a:xfrm>
            <a:off x="8942172" y="481031"/>
            <a:ext cx="2533135" cy="5413142"/>
          </a:xfrm>
          <a:custGeom>
            <a:avLst/>
            <a:gdLst>
              <a:gd name="connsiteX0" fmla="*/ 291317 w 2533135"/>
              <a:gd name="connsiteY0" fmla="*/ 0 h 5413139"/>
              <a:gd name="connsiteX1" fmla="*/ 1105015 w 2533135"/>
              <a:gd name="connsiteY1" fmla="*/ 0 h 5413139"/>
              <a:gd name="connsiteX2" fmla="*/ 1114559 w 2533135"/>
              <a:gd name="connsiteY2" fmla="*/ 35573 h 5413139"/>
              <a:gd name="connsiteX3" fmla="*/ 1263572 w 2533135"/>
              <a:gd name="connsiteY3" fmla="*/ 190681 h 5413139"/>
              <a:gd name="connsiteX4" fmla="*/ 1412585 w 2533135"/>
              <a:gd name="connsiteY4" fmla="*/ 35573 h 5413139"/>
              <a:gd name="connsiteX5" fmla="*/ 1422129 w 2533135"/>
              <a:gd name="connsiteY5" fmla="*/ 0 h 5413139"/>
              <a:gd name="connsiteX6" fmla="*/ 2241818 w 2533135"/>
              <a:gd name="connsiteY6" fmla="*/ 0 h 5413139"/>
              <a:gd name="connsiteX7" fmla="*/ 2533135 w 2533135"/>
              <a:gd name="connsiteY7" fmla="*/ 291317 h 5413139"/>
              <a:gd name="connsiteX8" fmla="*/ 2533135 w 2533135"/>
              <a:gd name="connsiteY8" fmla="*/ 1693467 h 5413139"/>
              <a:gd name="connsiteX9" fmla="*/ 2533135 w 2533135"/>
              <a:gd name="connsiteY9" fmla="*/ 1720544 h 5413139"/>
              <a:gd name="connsiteX10" fmla="*/ 2533135 w 2533135"/>
              <a:gd name="connsiteY10" fmla="*/ 5155469 h 5413139"/>
              <a:gd name="connsiteX11" fmla="*/ 2275465 w 2533135"/>
              <a:gd name="connsiteY11" fmla="*/ 5413139 h 5413139"/>
              <a:gd name="connsiteX12" fmla="*/ 257670 w 2533135"/>
              <a:gd name="connsiteY12" fmla="*/ 5413139 h 5413139"/>
              <a:gd name="connsiteX13" fmla="*/ 0 w 2533135"/>
              <a:gd name="connsiteY13" fmla="*/ 5155469 h 5413139"/>
              <a:gd name="connsiteX14" fmla="*/ 0 w 2533135"/>
              <a:gd name="connsiteY14" fmla="*/ 1720544 h 5413139"/>
              <a:gd name="connsiteX15" fmla="*/ 0 w 2533135"/>
              <a:gd name="connsiteY15" fmla="*/ 1693467 h 5413139"/>
              <a:gd name="connsiteX16" fmla="*/ 0 w 2533135"/>
              <a:gd name="connsiteY16" fmla="*/ 291317 h 5413139"/>
              <a:gd name="connsiteX17" fmla="*/ 291317 w 2533135"/>
              <a:gd name="connsiteY17" fmla="*/ 0 h 5413139"/>
              <a:gd name="connsiteX0" fmla="*/ 291317 w 2533135"/>
              <a:gd name="connsiteY0" fmla="*/ 0 h 5413139"/>
              <a:gd name="connsiteX1" fmla="*/ 1061472 w 2533135"/>
              <a:gd name="connsiteY1" fmla="*/ 0 h 5413139"/>
              <a:gd name="connsiteX2" fmla="*/ 1114559 w 2533135"/>
              <a:gd name="connsiteY2" fmla="*/ 35573 h 5413139"/>
              <a:gd name="connsiteX3" fmla="*/ 1263572 w 2533135"/>
              <a:gd name="connsiteY3" fmla="*/ 190681 h 5413139"/>
              <a:gd name="connsiteX4" fmla="*/ 1412585 w 2533135"/>
              <a:gd name="connsiteY4" fmla="*/ 35573 h 5413139"/>
              <a:gd name="connsiteX5" fmla="*/ 1422129 w 2533135"/>
              <a:gd name="connsiteY5" fmla="*/ 0 h 5413139"/>
              <a:gd name="connsiteX6" fmla="*/ 2241818 w 2533135"/>
              <a:gd name="connsiteY6" fmla="*/ 0 h 5413139"/>
              <a:gd name="connsiteX7" fmla="*/ 2533135 w 2533135"/>
              <a:gd name="connsiteY7" fmla="*/ 291317 h 5413139"/>
              <a:gd name="connsiteX8" fmla="*/ 2533135 w 2533135"/>
              <a:gd name="connsiteY8" fmla="*/ 1693467 h 5413139"/>
              <a:gd name="connsiteX9" fmla="*/ 2533135 w 2533135"/>
              <a:gd name="connsiteY9" fmla="*/ 1720544 h 5413139"/>
              <a:gd name="connsiteX10" fmla="*/ 2533135 w 2533135"/>
              <a:gd name="connsiteY10" fmla="*/ 5155469 h 5413139"/>
              <a:gd name="connsiteX11" fmla="*/ 2275465 w 2533135"/>
              <a:gd name="connsiteY11" fmla="*/ 5413139 h 5413139"/>
              <a:gd name="connsiteX12" fmla="*/ 257670 w 2533135"/>
              <a:gd name="connsiteY12" fmla="*/ 5413139 h 5413139"/>
              <a:gd name="connsiteX13" fmla="*/ 0 w 2533135"/>
              <a:gd name="connsiteY13" fmla="*/ 5155469 h 5413139"/>
              <a:gd name="connsiteX14" fmla="*/ 0 w 2533135"/>
              <a:gd name="connsiteY14" fmla="*/ 1720544 h 5413139"/>
              <a:gd name="connsiteX15" fmla="*/ 0 w 2533135"/>
              <a:gd name="connsiteY15" fmla="*/ 1693467 h 5413139"/>
              <a:gd name="connsiteX16" fmla="*/ 0 w 2533135"/>
              <a:gd name="connsiteY16" fmla="*/ 291317 h 5413139"/>
              <a:gd name="connsiteX17" fmla="*/ 291317 w 2533135"/>
              <a:gd name="connsiteY17" fmla="*/ 0 h 5413139"/>
              <a:gd name="connsiteX0" fmla="*/ 291317 w 2533135"/>
              <a:gd name="connsiteY0" fmla="*/ 0 h 5413139"/>
              <a:gd name="connsiteX1" fmla="*/ 1061472 w 2533135"/>
              <a:gd name="connsiteY1" fmla="*/ 0 h 5413139"/>
              <a:gd name="connsiteX2" fmla="*/ 1114559 w 2533135"/>
              <a:gd name="connsiteY2" fmla="*/ 35573 h 5413139"/>
              <a:gd name="connsiteX3" fmla="*/ 1263572 w 2533135"/>
              <a:gd name="connsiteY3" fmla="*/ 190681 h 5413139"/>
              <a:gd name="connsiteX4" fmla="*/ 1412585 w 2533135"/>
              <a:gd name="connsiteY4" fmla="*/ 35573 h 5413139"/>
              <a:gd name="connsiteX5" fmla="*/ 1422129 w 2533135"/>
              <a:gd name="connsiteY5" fmla="*/ 0 h 5413139"/>
              <a:gd name="connsiteX6" fmla="*/ 2241818 w 2533135"/>
              <a:gd name="connsiteY6" fmla="*/ 0 h 5413139"/>
              <a:gd name="connsiteX7" fmla="*/ 2533135 w 2533135"/>
              <a:gd name="connsiteY7" fmla="*/ 291317 h 5413139"/>
              <a:gd name="connsiteX8" fmla="*/ 2533135 w 2533135"/>
              <a:gd name="connsiteY8" fmla="*/ 1693467 h 5413139"/>
              <a:gd name="connsiteX9" fmla="*/ 2533135 w 2533135"/>
              <a:gd name="connsiteY9" fmla="*/ 1720544 h 5413139"/>
              <a:gd name="connsiteX10" fmla="*/ 2533135 w 2533135"/>
              <a:gd name="connsiteY10" fmla="*/ 5155469 h 5413139"/>
              <a:gd name="connsiteX11" fmla="*/ 2275465 w 2533135"/>
              <a:gd name="connsiteY11" fmla="*/ 5413139 h 5413139"/>
              <a:gd name="connsiteX12" fmla="*/ 257670 w 2533135"/>
              <a:gd name="connsiteY12" fmla="*/ 5413139 h 5413139"/>
              <a:gd name="connsiteX13" fmla="*/ 0 w 2533135"/>
              <a:gd name="connsiteY13" fmla="*/ 5155469 h 5413139"/>
              <a:gd name="connsiteX14" fmla="*/ 0 w 2533135"/>
              <a:gd name="connsiteY14" fmla="*/ 1720544 h 5413139"/>
              <a:gd name="connsiteX15" fmla="*/ 0 w 2533135"/>
              <a:gd name="connsiteY15" fmla="*/ 1693467 h 5413139"/>
              <a:gd name="connsiteX16" fmla="*/ 0 w 2533135"/>
              <a:gd name="connsiteY16" fmla="*/ 291317 h 5413139"/>
              <a:gd name="connsiteX17" fmla="*/ 291317 w 2533135"/>
              <a:gd name="connsiteY17" fmla="*/ 0 h 5413139"/>
              <a:gd name="connsiteX0" fmla="*/ 291317 w 2533135"/>
              <a:gd name="connsiteY0" fmla="*/ 0 h 5413139"/>
              <a:gd name="connsiteX1" fmla="*/ 1061472 w 2533135"/>
              <a:gd name="connsiteY1" fmla="*/ 0 h 5413139"/>
              <a:gd name="connsiteX2" fmla="*/ 1114559 w 2533135"/>
              <a:gd name="connsiteY2" fmla="*/ 35573 h 5413139"/>
              <a:gd name="connsiteX3" fmla="*/ 1263572 w 2533135"/>
              <a:gd name="connsiteY3" fmla="*/ 190681 h 5413139"/>
              <a:gd name="connsiteX4" fmla="*/ 1412585 w 2533135"/>
              <a:gd name="connsiteY4" fmla="*/ 35573 h 5413139"/>
              <a:gd name="connsiteX5" fmla="*/ 1465672 w 2533135"/>
              <a:gd name="connsiteY5" fmla="*/ 0 h 5413139"/>
              <a:gd name="connsiteX6" fmla="*/ 2241818 w 2533135"/>
              <a:gd name="connsiteY6" fmla="*/ 0 h 5413139"/>
              <a:gd name="connsiteX7" fmla="*/ 2533135 w 2533135"/>
              <a:gd name="connsiteY7" fmla="*/ 291317 h 5413139"/>
              <a:gd name="connsiteX8" fmla="*/ 2533135 w 2533135"/>
              <a:gd name="connsiteY8" fmla="*/ 1693467 h 5413139"/>
              <a:gd name="connsiteX9" fmla="*/ 2533135 w 2533135"/>
              <a:gd name="connsiteY9" fmla="*/ 1720544 h 5413139"/>
              <a:gd name="connsiteX10" fmla="*/ 2533135 w 2533135"/>
              <a:gd name="connsiteY10" fmla="*/ 5155469 h 5413139"/>
              <a:gd name="connsiteX11" fmla="*/ 2275465 w 2533135"/>
              <a:gd name="connsiteY11" fmla="*/ 5413139 h 5413139"/>
              <a:gd name="connsiteX12" fmla="*/ 257670 w 2533135"/>
              <a:gd name="connsiteY12" fmla="*/ 5413139 h 5413139"/>
              <a:gd name="connsiteX13" fmla="*/ 0 w 2533135"/>
              <a:gd name="connsiteY13" fmla="*/ 5155469 h 5413139"/>
              <a:gd name="connsiteX14" fmla="*/ 0 w 2533135"/>
              <a:gd name="connsiteY14" fmla="*/ 1720544 h 5413139"/>
              <a:gd name="connsiteX15" fmla="*/ 0 w 2533135"/>
              <a:gd name="connsiteY15" fmla="*/ 1693467 h 5413139"/>
              <a:gd name="connsiteX16" fmla="*/ 0 w 2533135"/>
              <a:gd name="connsiteY16" fmla="*/ 291317 h 5413139"/>
              <a:gd name="connsiteX17" fmla="*/ 291317 w 2533135"/>
              <a:gd name="connsiteY17" fmla="*/ 0 h 5413139"/>
              <a:gd name="connsiteX0" fmla="*/ 291317 w 2533135"/>
              <a:gd name="connsiteY0" fmla="*/ 1 h 5413140"/>
              <a:gd name="connsiteX1" fmla="*/ 1061472 w 2533135"/>
              <a:gd name="connsiteY1" fmla="*/ 1 h 5413140"/>
              <a:gd name="connsiteX2" fmla="*/ 1114559 w 2533135"/>
              <a:gd name="connsiteY2" fmla="*/ 35574 h 5413140"/>
              <a:gd name="connsiteX3" fmla="*/ 1263572 w 2533135"/>
              <a:gd name="connsiteY3" fmla="*/ 190682 h 5413140"/>
              <a:gd name="connsiteX4" fmla="*/ 1412585 w 2533135"/>
              <a:gd name="connsiteY4" fmla="*/ 35574 h 5413140"/>
              <a:gd name="connsiteX5" fmla="*/ 1465672 w 2533135"/>
              <a:gd name="connsiteY5" fmla="*/ 1 h 5413140"/>
              <a:gd name="connsiteX6" fmla="*/ 2241818 w 2533135"/>
              <a:gd name="connsiteY6" fmla="*/ 1 h 5413140"/>
              <a:gd name="connsiteX7" fmla="*/ 2533135 w 2533135"/>
              <a:gd name="connsiteY7" fmla="*/ 291318 h 5413140"/>
              <a:gd name="connsiteX8" fmla="*/ 2533135 w 2533135"/>
              <a:gd name="connsiteY8" fmla="*/ 1693468 h 5413140"/>
              <a:gd name="connsiteX9" fmla="*/ 2533135 w 2533135"/>
              <a:gd name="connsiteY9" fmla="*/ 1720545 h 5413140"/>
              <a:gd name="connsiteX10" fmla="*/ 2533135 w 2533135"/>
              <a:gd name="connsiteY10" fmla="*/ 5155470 h 5413140"/>
              <a:gd name="connsiteX11" fmla="*/ 2275465 w 2533135"/>
              <a:gd name="connsiteY11" fmla="*/ 5413140 h 5413140"/>
              <a:gd name="connsiteX12" fmla="*/ 257670 w 2533135"/>
              <a:gd name="connsiteY12" fmla="*/ 5413140 h 5413140"/>
              <a:gd name="connsiteX13" fmla="*/ 0 w 2533135"/>
              <a:gd name="connsiteY13" fmla="*/ 5155470 h 5413140"/>
              <a:gd name="connsiteX14" fmla="*/ 0 w 2533135"/>
              <a:gd name="connsiteY14" fmla="*/ 1720545 h 5413140"/>
              <a:gd name="connsiteX15" fmla="*/ 0 w 2533135"/>
              <a:gd name="connsiteY15" fmla="*/ 1693468 h 5413140"/>
              <a:gd name="connsiteX16" fmla="*/ 0 w 2533135"/>
              <a:gd name="connsiteY16" fmla="*/ 291318 h 5413140"/>
              <a:gd name="connsiteX17" fmla="*/ 291317 w 2533135"/>
              <a:gd name="connsiteY17" fmla="*/ 1 h 5413140"/>
              <a:gd name="connsiteX0" fmla="*/ 291317 w 2533135"/>
              <a:gd name="connsiteY0" fmla="*/ 2 h 5413141"/>
              <a:gd name="connsiteX1" fmla="*/ 1061472 w 2533135"/>
              <a:gd name="connsiteY1" fmla="*/ 2 h 5413141"/>
              <a:gd name="connsiteX2" fmla="*/ 1114559 w 2533135"/>
              <a:gd name="connsiteY2" fmla="*/ 35575 h 5413141"/>
              <a:gd name="connsiteX3" fmla="*/ 1263572 w 2533135"/>
              <a:gd name="connsiteY3" fmla="*/ 190683 h 5413141"/>
              <a:gd name="connsiteX4" fmla="*/ 1412585 w 2533135"/>
              <a:gd name="connsiteY4" fmla="*/ 35575 h 5413141"/>
              <a:gd name="connsiteX5" fmla="*/ 1465672 w 2533135"/>
              <a:gd name="connsiteY5" fmla="*/ 2 h 5413141"/>
              <a:gd name="connsiteX6" fmla="*/ 2241818 w 2533135"/>
              <a:gd name="connsiteY6" fmla="*/ 2 h 5413141"/>
              <a:gd name="connsiteX7" fmla="*/ 2533135 w 2533135"/>
              <a:gd name="connsiteY7" fmla="*/ 291319 h 5413141"/>
              <a:gd name="connsiteX8" fmla="*/ 2533135 w 2533135"/>
              <a:gd name="connsiteY8" fmla="*/ 1693469 h 5413141"/>
              <a:gd name="connsiteX9" fmla="*/ 2533135 w 2533135"/>
              <a:gd name="connsiteY9" fmla="*/ 1720546 h 5413141"/>
              <a:gd name="connsiteX10" fmla="*/ 2533135 w 2533135"/>
              <a:gd name="connsiteY10" fmla="*/ 5155471 h 5413141"/>
              <a:gd name="connsiteX11" fmla="*/ 2275465 w 2533135"/>
              <a:gd name="connsiteY11" fmla="*/ 5413141 h 5413141"/>
              <a:gd name="connsiteX12" fmla="*/ 257670 w 2533135"/>
              <a:gd name="connsiteY12" fmla="*/ 5413141 h 5413141"/>
              <a:gd name="connsiteX13" fmla="*/ 0 w 2533135"/>
              <a:gd name="connsiteY13" fmla="*/ 5155471 h 5413141"/>
              <a:gd name="connsiteX14" fmla="*/ 0 w 2533135"/>
              <a:gd name="connsiteY14" fmla="*/ 1720546 h 5413141"/>
              <a:gd name="connsiteX15" fmla="*/ 0 w 2533135"/>
              <a:gd name="connsiteY15" fmla="*/ 1693469 h 5413141"/>
              <a:gd name="connsiteX16" fmla="*/ 0 w 2533135"/>
              <a:gd name="connsiteY16" fmla="*/ 291319 h 5413141"/>
              <a:gd name="connsiteX17" fmla="*/ 291317 w 2533135"/>
              <a:gd name="connsiteY17" fmla="*/ 2 h 5413141"/>
              <a:gd name="connsiteX0" fmla="*/ 291317 w 2533135"/>
              <a:gd name="connsiteY0" fmla="*/ 2 h 5413141"/>
              <a:gd name="connsiteX1" fmla="*/ 1061472 w 2533135"/>
              <a:gd name="connsiteY1" fmla="*/ 2 h 5413141"/>
              <a:gd name="connsiteX2" fmla="*/ 1112140 w 2533135"/>
              <a:gd name="connsiteY2" fmla="*/ 25899 h 5413141"/>
              <a:gd name="connsiteX3" fmla="*/ 1263572 w 2533135"/>
              <a:gd name="connsiteY3" fmla="*/ 190683 h 5413141"/>
              <a:gd name="connsiteX4" fmla="*/ 1412585 w 2533135"/>
              <a:gd name="connsiteY4" fmla="*/ 35575 h 5413141"/>
              <a:gd name="connsiteX5" fmla="*/ 1465672 w 2533135"/>
              <a:gd name="connsiteY5" fmla="*/ 2 h 5413141"/>
              <a:gd name="connsiteX6" fmla="*/ 2241818 w 2533135"/>
              <a:gd name="connsiteY6" fmla="*/ 2 h 5413141"/>
              <a:gd name="connsiteX7" fmla="*/ 2533135 w 2533135"/>
              <a:gd name="connsiteY7" fmla="*/ 291319 h 5413141"/>
              <a:gd name="connsiteX8" fmla="*/ 2533135 w 2533135"/>
              <a:gd name="connsiteY8" fmla="*/ 1693469 h 5413141"/>
              <a:gd name="connsiteX9" fmla="*/ 2533135 w 2533135"/>
              <a:gd name="connsiteY9" fmla="*/ 1720546 h 5413141"/>
              <a:gd name="connsiteX10" fmla="*/ 2533135 w 2533135"/>
              <a:gd name="connsiteY10" fmla="*/ 5155471 h 5413141"/>
              <a:gd name="connsiteX11" fmla="*/ 2275465 w 2533135"/>
              <a:gd name="connsiteY11" fmla="*/ 5413141 h 5413141"/>
              <a:gd name="connsiteX12" fmla="*/ 257670 w 2533135"/>
              <a:gd name="connsiteY12" fmla="*/ 5413141 h 5413141"/>
              <a:gd name="connsiteX13" fmla="*/ 0 w 2533135"/>
              <a:gd name="connsiteY13" fmla="*/ 5155471 h 5413141"/>
              <a:gd name="connsiteX14" fmla="*/ 0 w 2533135"/>
              <a:gd name="connsiteY14" fmla="*/ 1720546 h 5413141"/>
              <a:gd name="connsiteX15" fmla="*/ 0 w 2533135"/>
              <a:gd name="connsiteY15" fmla="*/ 1693469 h 5413141"/>
              <a:gd name="connsiteX16" fmla="*/ 0 w 2533135"/>
              <a:gd name="connsiteY16" fmla="*/ 291319 h 5413141"/>
              <a:gd name="connsiteX17" fmla="*/ 291317 w 2533135"/>
              <a:gd name="connsiteY17" fmla="*/ 2 h 5413141"/>
              <a:gd name="connsiteX0" fmla="*/ 291317 w 2533135"/>
              <a:gd name="connsiteY0" fmla="*/ 2 h 5413141"/>
              <a:gd name="connsiteX1" fmla="*/ 1061472 w 2533135"/>
              <a:gd name="connsiteY1" fmla="*/ 2 h 5413141"/>
              <a:gd name="connsiteX2" fmla="*/ 1119284 w 2533135"/>
              <a:gd name="connsiteY2" fmla="*/ 37805 h 5413141"/>
              <a:gd name="connsiteX3" fmla="*/ 1263572 w 2533135"/>
              <a:gd name="connsiteY3" fmla="*/ 190683 h 5413141"/>
              <a:gd name="connsiteX4" fmla="*/ 1412585 w 2533135"/>
              <a:gd name="connsiteY4" fmla="*/ 35575 h 5413141"/>
              <a:gd name="connsiteX5" fmla="*/ 1465672 w 2533135"/>
              <a:gd name="connsiteY5" fmla="*/ 2 h 5413141"/>
              <a:gd name="connsiteX6" fmla="*/ 2241818 w 2533135"/>
              <a:gd name="connsiteY6" fmla="*/ 2 h 5413141"/>
              <a:gd name="connsiteX7" fmla="*/ 2533135 w 2533135"/>
              <a:gd name="connsiteY7" fmla="*/ 291319 h 5413141"/>
              <a:gd name="connsiteX8" fmla="*/ 2533135 w 2533135"/>
              <a:gd name="connsiteY8" fmla="*/ 1693469 h 5413141"/>
              <a:gd name="connsiteX9" fmla="*/ 2533135 w 2533135"/>
              <a:gd name="connsiteY9" fmla="*/ 1720546 h 5413141"/>
              <a:gd name="connsiteX10" fmla="*/ 2533135 w 2533135"/>
              <a:gd name="connsiteY10" fmla="*/ 5155471 h 5413141"/>
              <a:gd name="connsiteX11" fmla="*/ 2275465 w 2533135"/>
              <a:gd name="connsiteY11" fmla="*/ 5413141 h 5413141"/>
              <a:gd name="connsiteX12" fmla="*/ 257670 w 2533135"/>
              <a:gd name="connsiteY12" fmla="*/ 5413141 h 5413141"/>
              <a:gd name="connsiteX13" fmla="*/ 0 w 2533135"/>
              <a:gd name="connsiteY13" fmla="*/ 5155471 h 5413141"/>
              <a:gd name="connsiteX14" fmla="*/ 0 w 2533135"/>
              <a:gd name="connsiteY14" fmla="*/ 1720546 h 5413141"/>
              <a:gd name="connsiteX15" fmla="*/ 0 w 2533135"/>
              <a:gd name="connsiteY15" fmla="*/ 1693469 h 5413141"/>
              <a:gd name="connsiteX16" fmla="*/ 0 w 2533135"/>
              <a:gd name="connsiteY16" fmla="*/ 291319 h 5413141"/>
              <a:gd name="connsiteX17" fmla="*/ 291317 w 2533135"/>
              <a:gd name="connsiteY17" fmla="*/ 2 h 5413141"/>
              <a:gd name="connsiteX0" fmla="*/ 291317 w 2533135"/>
              <a:gd name="connsiteY0" fmla="*/ 2 h 5413141"/>
              <a:gd name="connsiteX1" fmla="*/ 1061472 w 2533135"/>
              <a:gd name="connsiteY1" fmla="*/ 2 h 5413141"/>
              <a:gd name="connsiteX2" fmla="*/ 1119284 w 2533135"/>
              <a:gd name="connsiteY2" fmla="*/ 37805 h 5413141"/>
              <a:gd name="connsiteX3" fmla="*/ 1263572 w 2533135"/>
              <a:gd name="connsiteY3" fmla="*/ 190683 h 5413141"/>
              <a:gd name="connsiteX4" fmla="*/ 1412585 w 2533135"/>
              <a:gd name="connsiteY4" fmla="*/ 35575 h 5413141"/>
              <a:gd name="connsiteX5" fmla="*/ 1465672 w 2533135"/>
              <a:gd name="connsiteY5" fmla="*/ 2 h 5413141"/>
              <a:gd name="connsiteX6" fmla="*/ 2241818 w 2533135"/>
              <a:gd name="connsiteY6" fmla="*/ 2 h 5413141"/>
              <a:gd name="connsiteX7" fmla="*/ 2533135 w 2533135"/>
              <a:gd name="connsiteY7" fmla="*/ 291319 h 5413141"/>
              <a:gd name="connsiteX8" fmla="*/ 2533135 w 2533135"/>
              <a:gd name="connsiteY8" fmla="*/ 1693469 h 5413141"/>
              <a:gd name="connsiteX9" fmla="*/ 2533135 w 2533135"/>
              <a:gd name="connsiteY9" fmla="*/ 1720546 h 5413141"/>
              <a:gd name="connsiteX10" fmla="*/ 2533135 w 2533135"/>
              <a:gd name="connsiteY10" fmla="*/ 5155471 h 5413141"/>
              <a:gd name="connsiteX11" fmla="*/ 2275465 w 2533135"/>
              <a:gd name="connsiteY11" fmla="*/ 5413141 h 5413141"/>
              <a:gd name="connsiteX12" fmla="*/ 257670 w 2533135"/>
              <a:gd name="connsiteY12" fmla="*/ 5413141 h 5413141"/>
              <a:gd name="connsiteX13" fmla="*/ 0 w 2533135"/>
              <a:gd name="connsiteY13" fmla="*/ 5155471 h 5413141"/>
              <a:gd name="connsiteX14" fmla="*/ 0 w 2533135"/>
              <a:gd name="connsiteY14" fmla="*/ 1720546 h 5413141"/>
              <a:gd name="connsiteX15" fmla="*/ 0 w 2533135"/>
              <a:gd name="connsiteY15" fmla="*/ 1693469 h 5413141"/>
              <a:gd name="connsiteX16" fmla="*/ 0 w 2533135"/>
              <a:gd name="connsiteY16" fmla="*/ 291319 h 5413141"/>
              <a:gd name="connsiteX17" fmla="*/ 291317 w 2533135"/>
              <a:gd name="connsiteY17" fmla="*/ 2 h 5413141"/>
              <a:gd name="connsiteX0" fmla="*/ 291317 w 2533135"/>
              <a:gd name="connsiteY0" fmla="*/ 2 h 5413141"/>
              <a:gd name="connsiteX1" fmla="*/ 1061472 w 2533135"/>
              <a:gd name="connsiteY1" fmla="*/ 2 h 5413141"/>
              <a:gd name="connsiteX2" fmla="*/ 1119284 w 2533135"/>
              <a:gd name="connsiteY2" fmla="*/ 37805 h 5413141"/>
              <a:gd name="connsiteX3" fmla="*/ 1263572 w 2533135"/>
              <a:gd name="connsiteY3" fmla="*/ 190683 h 5413141"/>
              <a:gd name="connsiteX4" fmla="*/ 1412585 w 2533135"/>
              <a:gd name="connsiteY4" fmla="*/ 35575 h 5413141"/>
              <a:gd name="connsiteX5" fmla="*/ 1465672 w 2533135"/>
              <a:gd name="connsiteY5" fmla="*/ 2 h 5413141"/>
              <a:gd name="connsiteX6" fmla="*/ 2241818 w 2533135"/>
              <a:gd name="connsiteY6" fmla="*/ 2 h 5413141"/>
              <a:gd name="connsiteX7" fmla="*/ 2533135 w 2533135"/>
              <a:gd name="connsiteY7" fmla="*/ 291319 h 5413141"/>
              <a:gd name="connsiteX8" fmla="*/ 2533135 w 2533135"/>
              <a:gd name="connsiteY8" fmla="*/ 1693469 h 5413141"/>
              <a:gd name="connsiteX9" fmla="*/ 2533135 w 2533135"/>
              <a:gd name="connsiteY9" fmla="*/ 1720546 h 5413141"/>
              <a:gd name="connsiteX10" fmla="*/ 2533135 w 2533135"/>
              <a:gd name="connsiteY10" fmla="*/ 5155471 h 5413141"/>
              <a:gd name="connsiteX11" fmla="*/ 2275465 w 2533135"/>
              <a:gd name="connsiteY11" fmla="*/ 5413141 h 5413141"/>
              <a:gd name="connsiteX12" fmla="*/ 257670 w 2533135"/>
              <a:gd name="connsiteY12" fmla="*/ 5413141 h 5413141"/>
              <a:gd name="connsiteX13" fmla="*/ 0 w 2533135"/>
              <a:gd name="connsiteY13" fmla="*/ 5155471 h 5413141"/>
              <a:gd name="connsiteX14" fmla="*/ 0 w 2533135"/>
              <a:gd name="connsiteY14" fmla="*/ 1720546 h 5413141"/>
              <a:gd name="connsiteX15" fmla="*/ 0 w 2533135"/>
              <a:gd name="connsiteY15" fmla="*/ 1693469 h 5413141"/>
              <a:gd name="connsiteX16" fmla="*/ 0 w 2533135"/>
              <a:gd name="connsiteY16" fmla="*/ 291319 h 5413141"/>
              <a:gd name="connsiteX17" fmla="*/ 291317 w 2533135"/>
              <a:gd name="connsiteY17" fmla="*/ 2 h 5413141"/>
              <a:gd name="connsiteX0" fmla="*/ 291317 w 2533135"/>
              <a:gd name="connsiteY0" fmla="*/ 2 h 5413141"/>
              <a:gd name="connsiteX1" fmla="*/ 1061472 w 2533135"/>
              <a:gd name="connsiteY1" fmla="*/ 2 h 5413141"/>
              <a:gd name="connsiteX2" fmla="*/ 1119284 w 2533135"/>
              <a:gd name="connsiteY2" fmla="*/ 37805 h 5413141"/>
              <a:gd name="connsiteX3" fmla="*/ 1263572 w 2533135"/>
              <a:gd name="connsiteY3" fmla="*/ 190683 h 5413141"/>
              <a:gd name="connsiteX4" fmla="*/ 1410204 w 2533135"/>
              <a:gd name="connsiteY4" fmla="*/ 40338 h 5413141"/>
              <a:gd name="connsiteX5" fmla="*/ 1465672 w 2533135"/>
              <a:gd name="connsiteY5" fmla="*/ 2 h 5413141"/>
              <a:gd name="connsiteX6" fmla="*/ 2241818 w 2533135"/>
              <a:gd name="connsiteY6" fmla="*/ 2 h 5413141"/>
              <a:gd name="connsiteX7" fmla="*/ 2533135 w 2533135"/>
              <a:gd name="connsiteY7" fmla="*/ 291319 h 5413141"/>
              <a:gd name="connsiteX8" fmla="*/ 2533135 w 2533135"/>
              <a:gd name="connsiteY8" fmla="*/ 1693469 h 5413141"/>
              <a:gd name="connsiteX9" fmla="*/ 2533135 w 2533135"/>
              <a:gd name="connsiteY9" fmla="*/ 1720546 h 5413141"/>
              <a:gd name="connsiteX10" fmla="*/ 2533135 w 2533135"/>
              <a:gd name="connsiteY10" fmla="*/ 5155471 h 5413141"/>
              <a:gd name="connsiteX11" fmla="*/ 2275465 w 2533135"/>
              <a:gd name="connsiteY11" fmla="*/ 5413141 h 5413141"/>
              <a:gd name="connsiteX12" fmla="*/ 257670 w 2533135"/>
              <a:gd name="connsiteY12" fmla="*/ 5413141 h 5413141"/>
              <a:gd name="connsiteX13" fmla="*/ 0 w 2533135"/>
              <a:gd name="connsiteY13" fmla="*/ 5155471 h 5413141"/>
              <a:gd name="connsiteX14" fmla="*/ 0 w 2533135"/>
              <a:gd name="connsiteY14" fmla="*/ 1720546 h 5413141"/>
              <a:gd name="connsiteX15" fmla="*/ 0 w 2533135"/>
              <a:gd name="connsiteY15" fmla="*/ 1693469 h 5413141"/>
              <a:gd name="connsiteX16" fmla="*/ 0 w 2533135"/>
              <a:gd name="connsiteY16" fmla="*/ 291319 h 5413141"/>
              <a:gd name="connsiteX17" fmla="*/ 291317 w 2533135"/>
              <a:gd name="connsiteY17" fmla="*/ 2 h 5413141"/>
              <a:gd name="connsiteX0" fmla="*/ 291317 w 2533135"/>
              <a:gd name="connsiteY0" fmla="*/ 3 h 5413142"/>
              <a:gd name="connsiteX1" fmla="*/ 1061472 w 2533135"/>
              <a:gd name="connsiteY1" fmla="*/ 3 h 5413142"/>
              <a:gd name="connsiteX2" fmla="*/ 1119284 w 2533135"/>
              <a:gd name="connsiteY2" fmla="*/ 37806 h 5413142"/>
              <a:gd name="connsiteX3" fmla="*/ 1263572 w 2533135"/>
              <a:gd name="connsiteY3" fmla="*/ 190684 h 5413142"/>
              <a:gd name="connsiteX4" fmla="*/ 1410204 w 2533135"/>
              <a:gd name="connsiteY4" fmla="*/ 40339 h 5413142"/>
              <a:gd name="connsiteX5" fmla="*/ 1465672 w 2533135"/>
              <a:gd name="connsiteY5" fmla="*/ 3 h 5413142"/>
              <a:gd name="connsiteX6" fmla="*/ 2241818 w 2533135"/>
              <a:gd name="connsiteY6" fmla="*/ 3 h 5413142"/>
              <a:gd name="connsiteX7" fmla="*/ 2533135 w 2533135"/>
              <a:gd name="connsiteY7" fmla="*/ 291320 h 5413142"/>
              <a:gd name="connsiteX8" fmla="*/ 2533135 w 2533135"/>
              <a:gd name="connsiteY8" fmla="*/ 1693470 h 5413142"/>
              <a:gd name="connsiteX9" fmla="*/ 2533135 w 2533135"/>
              <a:gd name="connsiteY9" fmla="*/ 1720547 h 5413142"/>
              <a:gd name="connsiteX10" fmla="*/ 2533135 w 2533135"/>
              <a:gd name="connsiteY10" fmla="*/ 5155472 h 5413142"/>
              <a:gd name="connsiteX11" fmla="*/ 2275465 w 2533135"/>
              <a:gd name="connsiteY11" fmla="*/ 5413142 h 5413142"/>
              <a:gd name="connsiteX12" fmla="*/ 257670 w 2533135"/>
              <a:gd name="connsiteY12" fmla="*/ 5413142 h 5413142"/>
              <a:gd name="connsiteX13" fmla="*/ 0 w 2533135"/>
              <a:gd name="connsiteY13" fmla="*/ 5155472 h 5413142"/>
              <a:gd name="connsiteX14" fmla="*/ 0 w 2533135"/>
              <a:gd name="connsiteY14" fmla="*/ 1720547 h 5413142"/>
              <a:gd name="connsiteX15" fmla="*/ 0 w 2533135"/>
              <a:gd name="connsiteY15" fmla="*/ 1693470 h 5413142"/>
              <a:gd name="connsiteX16" fmla="*/ 0 w 2533135"/>
              <a:gd name="connsiteY16" fmla="*/ 291320 h 5413142"/>
              <a:gd name="connsiteX17" fmla="*/ 291317 w 2533135"/>
              <a:gd name="connsiteY17" fmla="*/ 3 h 5413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33135" h="5413142">
                <a:moveTo>
                  <a:pt x="291317" y="3"/>
                </a:moveTo>
                <a:lnTo>
                  <a:pt x="1061472" y="3"/>
                </a:lnTo>
                <a:cubicBezTo>
                  <a:pt x="1103433" y="-45"/>
                  <a:pt x="1116103" y="25948"/>
                  <a:pt x="1119284" y="37806"/>
                </a:cubicBezTo>
                <a:cubicBezTo>
                  <a:pt x="1157420" y="133640"/>
                  <a:pt x="1215085" y="190262"/>
                  <a:pt x="1263572" y="190684"/>
                </a:cubicBezTo>
                <a:cubicBezTo>
                  <a:pt x="1312059" y="191106"/>
                  <a:pt x="1372068" y="136173"/>
                  <a:pt x="1410204" y="40339"/>
                </a:cubicBezTo>
                <a:cubicBezTo>
                  <a:pt x="1418375" y="11699"/>
                  <a:pt x="1433574" y="-234"/>
                  <a:pt x="1465672" y="3"/>
                </a:cubicBezTo>
                <a:lnTo>
                  <a:pt x="2241818" y="3"/>
                </a:lnTo>
                <a:cubicBezTo>
                  <a:pt x="2402708" y="3"/>
                  <a:pt x="2533135" y="130430"/>
                  <a:pt x="2533135" y="291320"/>
                </a:cubicBezTo>
                <a:lnTo>
                  <a:pt x="2533135" y="1693470"/>
                </a:lnTo>
                <a:lnTo>
                  <a:pt x="2533135" y="1720547"/>
                </a:lnTo>
                <a:lnTo>
                  <a:pt x="2533135" y="5155472"/>
                </a:lnTo>
                <a:cubicBezTo>
                  <a:pt x="2533135" y="5297779"/>
                  <a:pt x="2417772" y="5413142"/>
                  <a:pt x="2275465" y="5413142"/>
                </a:cubicBezTo>
                <a:lnTo>
                  <a:pt x="257670" y="5413142"/>
                </a:lnTo>
                <a:cubicBezTo>
                  <a:pt x="115363" y="5413142"/>
                  <a:pt x="0" y="5297779"/>
                  <a:pt x="0" y="5155472"/>
                </a:cubicBezTo>
                <a:lnTo>
                  <a:pt x="0" y="1720547"/>
                </a:lnTo>
                <a:lnTo>
                  <a:pt x="0" y="1693470"/>
                </a:lnTo>
                <a:lnTo>
                  <a:pt x="0" y="291320"/>
                </a:lnTo>
                <a:cubicBezTo>
                  <a:pt x="0" y="130430"/>
                  <a:pt x="130427" y="3"/>
                  <a:pt x="291317" y="3"/>
                </a:cubicBezTo>
                <a:close/>
              </a:path>
            </a:pathLst>
          </a:custGeom>
          <a:solidFill>
            <a:schemeClr val="bg1">
              <a:lumMod val="75000"/>
            </a:schemeClr>
          </a:solidFill>
        </p:spPr>
        <p:txBody>
          <a:bodyPr wrap="square" tIns="360000" anchor="ctr">
            <a:noAutofit/>
          </a:bodyPr>
          <a:lstStyle>
            <a:lvl1pPr marL="0" indent="0" algn="ctr">
              <a:spcBef>
                <a:spcPts val="0"/>
              </a:spcBef>
              <a:spcAft>
                <a:spcPts val="0"/>
              </a:spcAft>
              <a:buFont typeface="Arial" panose="020B0604020202020204" pitchFamily="34" charset="0"/>
              <a:buNone/>
              <a:defRPr sz="1000" baseline="0"/>
            </a:lvl1pPr>
            <a:lvl2pPr marL="0" indent="0" algn="ctr">
              <a:spcBef>
                <a:spcPts val="0"/>
              </a:spcBef>
              <a:spcAft>
                <a:spcPts val="0"/>
              </a:spcAft>
              <a:buNone/>
              <a:defRPr sz="1000"/>
            </a:lvl2pPr>
            <a:lvl3pPr marL="0" indent="0" algn="ctr">
              <a:spcBef>
                <a:spcPts val="0"/>
              </a:spcBef>
              <a:spcAft>
                <a:spcPts val="0"/>
              </a:spcAft>
              <a:buNone/>
              <a:defRPr sz="1000"/>
            </a:lvl3pPr>
            <a:lvl4pPr marL="0" indent="0" algn="ctr">
              <a:spcBef>
                <a:spcPts val="0"/>
              </a:spcBef>
              <a:spcAft>
                <a:spcPts val="0"/>
              </a:spcAft>
              <a:buNone/>
              <a:defRPr sz="1000"/>
            </a:lvl4pPr>
            <a:lvl5pPr marL="0" indent="0" algn="ctr">
              <a:spcBef>
                <a:spcPts val="0"/>
              </a:spcBef>
              <a:spcAft>
                <a:spcPts val="0"/>
              </a:spcAft>
              <a:buNone/>
              <a:defRPr sz="1000"/>
            </a:lvl5pPr>
            <a:lvl6pPr marL="0" indent="0" algn="ctr">
              <a:spcBef>
                <a:spcPts val="0"/>
              </a:spcBef>
              <a:spcAft>
                <a:spcPts val="0"/>
              </a:spcAft>
              <a:buNone/>
              <a:defRPr sz="1000"/>
            </a:lvl6pPr>
            <a:lvl7pPr marL="0" indent="0" algn="ctr">
              <a:spcBef>
                <a:spcPts val="0"/>
              </a:spcBef>
              <a:spcAft>
                <a:spcPts val="0"/>
              </a:spcAft>
              <a:buNone/>
              <a:defRPr sz="1000"/>
            </a:lvl7pPr>
            <a:lvl8pPr marL="0" indent="0" algn="ctr">
              <a:spcBef>
                <a:spcPts val="0"/>
              </a:spcBef>
              <a:spcAft>
                <a:spcPts val="0"/>
              </a:spcAft>
              <a:buNone/>
              <a:defRPr sz="1000"/>
            </a:lvl8pPr>
            <a:lvl9pPr marL="0" indent="0" algn="ctr">
              <a:spcBef>
                <a:spcPts val="0"/>
              </a:spcBef>
              <a:spcAft>
                <a:spcPts val="0"/>
              </a:spcAft>
              <a:buNone/>
              <a:defRPr sz="1000"/>
            </a:lvl9pPr>
          </a:lstStyle>
          <a:p>
            <a:endParaRPr lang="en-US" noProof="0" dirty="0"/>
          </a:p>
          <a:p>
            <a:r>
              <a:rPr lang="en-US" noProof="0" dirty="0"/>
              <a:t>Click icon to add picture</a:t>
            </a:r>
          </a:p>
        </p:txBody>
      </p:sp>
      <p:sp>
        <p:nvSpPr>
          <p:cNvPr id="15" name="Content Placeholder 14"/>
          <p:cNvSpPr>
            <a:spLocks noGrp="1"/>
          </p:cNvSpPr>
          <p:nvPr userDrawn="1">
            <p:ph sz="quarter" idx="18" hasCustomPrompt="1"/>
          </p:nvPr>
        </p:nvSpPr>
        <p:spPr bwMode="gray">
          <a:xfrm>
            <a:off x="623888" y="2132856"/>
            <a:ext cx="3455888" cy="3960000"/>
          </a:xfrm>
        </p:spPr>
        <p:txBody>
          <a:bodyPr/>
          <a:lstStyle>
            <a:lvl1pPr>
              <a:defRPr/>
            </a:lvl1pPr>
          </a:lstStyle>
          <a:p>
            <a:pPr lvl="0"/>
            <a:r>
              <a:rPr lang="en-US" dirty="0"/>
              <a:t>You can use this field to enter text, a table, a diagram or a SmartArt. Use the buttons “Increase List Level” for </a:t>
            </a:r>
            <a:r>
              <a:rPr lang="en-US" dirty="0" err="1"/>
              <a:t>copytext</a:t>
            </a:r>
            <a:r>
              <a:rPr lang="en-US" dirty="0"/>
              <a:t> or bullet levels. Use the icons below to create visual content.</a:t>
            </a:r>
          </a:p>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0" name="Text Placeholder 7"/>
          <p:cNvSpPr>
            <a:spLocks noGrp="1"/>
          </p:cNvSpPr>
          <p:nvPr userDrawn="1">
            <p:ph type="body" sz="quarter" idx="13" hasCustomPrompt="1"/>
          </p:nvPr>
        </p:nvSpPr>
        <p:spPr bwMode="gray">
          <a:xfrm>
            <a:off x="623888" y="332656"/>
            <a:ext cx="5292000" cy="398144"/>
          </a:xfrm>
          <a:prstGeom prst="rect">
            <a:avLst/>
          </a:prstGeom>
        </p:spPr>
        <p:txBody>
          <a:bodyPr tIns="18000" anchor="t">
            <a:noAutofit/>
          </a:bodyPr>
          <a:lstStyle>
            <a:lvl1pPr marL="0" indent="0">
              <a:lnSpc>
                <a:spcPct val="100000"/>
              </a:lnSpc>
              <a:spcBef>
                <a:spcPts val="0"/>
              </a:spcBef>
              <a:spcAft>
                <a:spcPts val="0"/>
              </a:spcAft>
              <a:buFont typeface="Arial" panose="020B0604020202020204" pitchFamily="34" charset="0"/>
              <a:buNone/>
              <a:defRPr sz="2200" b="0" baseline="0">
                <a:solidFill>
                  <a:schemeClr val="accent1"/>
                </a:solidFill>
              </a:defRPr>
            </a:lvl1pPr>
            <a:lvl2pPr marL="0" indent="0">
              <a:lnSpc>
                <a:spcPct val="100000"/>
              </a:lnSpc>
              <a:spcBef>
                <a:spcPts val="0"/>
              </a:spcBef>
              <a:spcAft>
                <a:spcPts val="0"/>
              </a:spcAft>
              <a:buFont typeface="Arial" panose="020B0604020202020204" pitchFamily="34" charset="0"/>
              <a:buNone/>
              <a:defRPr sz="2200" b="0">
                <a:solidFill>
                  <a:schemeClr val="accent1"/>
                </a:solidFill>
              </a:defRPr>
            </a:lvl2pPr>
            <a:lvl3pPr marL="0" indent="0">
              <a:lnSpc>
                <a:spcPct val="100000"/>
              </a:lnSpc>
              <a:spcBef>
                <a:spcPts val="0"/>
              </a:spcBef>
              <a:spcAft>
                <a:spcPts val="0"/>
              </a:spcAft>
              <a:buNone/>
              <a:defRPr sz="2200" b="0">
                <a:solidFill>
                  <a:schemeClr val="accent1"/>
                </a:solidFill>
              </a:defRPr>
            </a:lvl3pPr>
            <a:lvl4pPr marL="0" indent="0">
              <a:lnSpc>
                <a:spcPct val="100000"/>
              </a:lnSpc>
              <a:spcBef>
                <a:spcPts val="0"/>
              </a:spcBef>
              <a:spcAft>
                <a:spcPts val="0"/>
              </a:spcAft>
              <a:buNone/>
              <a:defRPr sz="2200" b="0">
                <a:solidFill>
                  <a:schemeClr val="accent1"/>
                </a:solidFill>
              </a:defRPr>
            </a:lvl4pPr>
            <a:lvl5pPr marL="0" indent="0">
              <a:lnSpc>
                <a:spcPct val="100000"/>
              </a:lnSpc>
              <a:spcBef>
                <a:spcPts val="0"/>
              </a:spcBef>
              <a:spcAft>
                <a:spcPts val="0"/>
              </a:spcAft>
              <a:buNone/>
              <a:defRPr sz="2200" b="0">
                <a:solidFill>
                  <a:schemeClr val="accent1"/>
                </a:solidFill>
              </a:defRPr>
            </a:lvl5pPr>
            <a:lvl6pPr marL="0" indent="0">
              <a:lnSpc>
                <a:spcPct val="100000"/>
              </a:lnSpc>
              <a:spcBef>
                <a:spcPts val="0"/>
              </a:spcBef>
              <a:spcAft>
                <a:spcPts val="0"/>
              </a:spcAft>
              <a:buNone/>
              <a:defRPr sz="2200" b="0">
                <a:solidFill>
                  <a:schemeClr val="accent1"/>
                </a:solidFill>
              </a:defRPr>
            </a:lvl6pPr>
            <a:lvl7pPr marL="0" indent="0">
              <a:lnSpc>
                <a:spcPct val="100000"/>
              </a:lnSpc>
              <a:spcBef>
                <a:spcPts val="0"/>
              </a:spcBef>
              <a:spcAft>
                <a:spcPts val="0"/>
              </a:spcAft>
              <a:buNone/>
              <a:defRPr sz="2200" b="0">
                <a:solidFill>
                  <a:schemeClr val="accent1"/>
                </a:solidFill>
              </a:defRPr>
            </a:lvl7pPr>
            <a:lvl8pPr marL="0" indent="0">
              <a:lnSpc>
                <a:spcPct val="100000"/>
              </a:lnSpc>
              <a:spcBef>
                <a:spcPts val="0"/>
              </a:spcBef>
              <a:spcAft>
                <a:spcPts val="0"/>
              </a:spcAft>
              <a:buNone/>
              <a:defRPr sz="2200" b="0">
                <a:solidFill>
                  <a:schemeClr val="accent1"/>
                </a:solidFill>
              </a:defRPr>
            </a:lvl8pPr>
            <a:lvl9pPr marL="0" indent="0">
              <a:lnSpc>
                <a:spcPct val="100000"/>
              </a:lnSpc>
              <a:spcBef>
                <a:spcPts val="0"/>
              </a:spcBef>
              <a:spcAft>
                <a:spcPts val="0"/>
              </a:spcAft>
              <a:buNone/>
              <a:defRPr sz="2200" b="0">
                <a:solidFill>
                  <a:schemeClr val="accent1"/>
                </a:solidFill>
              </a:defRPr>
            </a:lvl9pPr>
          </a:lstStyle>
          <a:p>
            <a:pPr lvl="0"/>
            <a:r>
              <a:rPr lang="en-US" noProof="0" dirty="0"/>
              <a:t> </a:t>
            </a:r>
          </a:p>
        </p:txBody>
      </p:sp>
      <p:sp>
        <p:nvSpPr>
          <p:cNvPr id="4" name="Title 3"/>
          <p:cNvSpPr>
            <a:spLocks noGrp="1"/>
          </p:cNvSpPr>
          <p:nvPr userDrawn="1">
            <p:ph type="title" hasCustomPrompt="1"/>
          </p:nvPr>
        </p:nvSpPr>
        <p:spPr bwMode="gray">
          <a:xfrm>
            <a:off x="623888" y="730800"/>
            <a:ext cx="5292000" cy="325952"/>
          </a:xfrm>
        </p:spPr>
        <p:txBody>
          <a:bodyPr/>
          <a:lstStyle/>
          <a:p>
            <a:r>
              <a:rPr lang="en-US" dirty="0"/>
              <a:t>Insert slide title here</a:t>
            </a:r>
          </a:p>
        </p:txBody>
      </p:sp>
      <p:sp>
        <p:nvSpPr>
          <p:cNvPr id="8" name="Textplatzhalter 8">
            <a:extLst>
              <a:ext uri="{FF2B5EF4-FFF2-40B4-BE49-F238E27FC236}">
                <a16:creationId xmlns:a16="http://schemas.microsoft.com/office/drawing/2014/main" id="{3A08BF8D-47B6-4F1F-9BE9-7811A3BB4AD0}"/>
              </a:ext>
            </a:extLst>
          </p:cNvPr>
          <p:cNvSpPr>
            <a:spLocks noGrp="1"/>
          </p:cNvSpPr>
          <p:nvPr userDrawn="1">
            <p:ph type="body" sz="quarter" idx="23" hasCustomPrompt="1"/>
          </p:nvPr>
        </p:nvSpPr>
        <p:spPr>
          <a:xfrm>
            <a:off x="623888" y="1484312"/>
            <a:ext cx="3456177" cy="504000"/>
          </a:xfrm>
        </p:spPr>
        <p:txBody>
          <a:bodyPr anchor="b"/>
          <a:lstStyle>
            <a:lvl1pPr>
              <a:spcBef>
                <a:spcPts val="0"/>
              </a:spcBef>
              <a:spcAft>
                <a:spcPts val="0"/>
              </a:spcAft>
              <a:defRPr b="1">
                <a:solidFill>
                  <a:schemeClr val="bg2"/>
                </a:solidFill>
              </a:defRPr>
            </a:lvl1pPr>
          </a:lstStyle>
          <a:p>
            <a:r>
              <a:rPr lang="en-US" dirty="0" err="1"/>
              <a:t>Subheadline</a:t>
            </a:r>
            <a:r>
              <a:rPr lang="en-US" dirty="0"/>
              <a:t>, </a:t>
            </a:r>
            <a:br>
              <a:rPr lang="en-US" dirty="0"/>
            </a:br>
            <a:r>
              <a:rPr lang="en-US" dirty="0"/>
              <a:t>max 2 lines</a:t>
            </a:r>
          </a:p>
        </p:txBody>
      </p:sp>
      <p:sp>
        <p:nvSpPr>
          <p:cNvPr id="9" name="MIO_VALID_LAYOUT">
            <a:extLst>
              <a:ext uri="{FF2B5EF4-FFF2-40B4-BE49-F238E27FC236}">
                <a16:creationId xmlns:a16="http://schemas.microsoft.com/office/drawing/2014/main" id="{A3445C24-DBAA-4C1B-B101-B17B9F2E08F6}"/>
              </a:ext>
            </a:extLst>
          </p:cNvPr>
          <p:cNvSpPr/>
          <p:nvPr userDrawn="1"/>
        </p:nvSpPr>
        <p:spPr bwMode="gray">
          <a:xfrm>
            <a:off x="11856640" y="6597171"/>
            <a:ext cx="335360" cy="260829"/>
          </a:xfrm>
          <a:prstGeom prst="rect">
            <a:avLst/>
          </a:prstGeom>
          <a:no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
        <p:nvSpPr>
          <p:cNvPr id="21" name="Textplatzhalter 7">
            <a:extLst>
              <a:ext uri="{FF2B5EF4-FFF2-40B4-BE49-F238E27FC236}">
                <a16:creationId xmlns:a16="http://schemas.microsoft.com/office/drawing/2014/main" id="{14027502-F98E-46B9-8206-36D834B143DD}"/>
              </a:ext>
            </a:extLst>
          </p:cNvPr>
          <p:cNvSpPr>
            <a:spLocks noGrp="1"/>
          </p:cNvSpPr>
          <p:nvPr>
            <p:ph type="body" sz="quarter" idx="12" hasCustomPrompt="1"/>
          </p:nvPr>
        </p:nvSpPr>
        <p:spPr bwMode="gray">
          <a:xfrm>
            <a:off x="4530874" y="2492896"/>
            <a:ext cx="3456385" cy="3384376"/>
          </a:xfrm>
          <a:prstGeom prst="rect">
            <a:avLst/>
          </a:prstGeom>
          <a:noFill/>
        </p:spPr>
        <p:txBody>
          <a:bodyPr wrap="square" lIns="0" anchor="ctr">
            <a:noAutofit/>
          </a:bodyPr>
          <a:lstStyle>
            <a:lvl1pPr algn="ctr">
              <a:spcBef>
                <a:spcPts val="0"/>
              </a:spcBef>
              <a:spcAft>
                <a:spcPts val="0"/>
              </a:spcAft>
              <a:buClr>
                <a:schemeClr val="accent1"/>
              </a:buClr>
              <a:defRPr b="0">
                <a:solidFill>
                  <a:schemeClr val="accent4"/>
                </a:solidFill>
              </a:defRPr>
            </a:lvl1pPr>
            <a:lvl2pPr>
              <a:buClr>
                <a:schemeClr val="accent1"/>
              </a:buClr>
              <a:defRPr>
                <a:solidFill>
                  <a:schemeClr val="accent1"/>
                </a:solidFill>
              </a:defRPr>
            </a:lvl2pPr>
            <a:lvl3pPr>
              <a:buClr>
                <a:schemeClr val="accent1"/>
              </a:buClr>
              <a:defRPr>
                <a:solidFill>
                  <a:schemeClr val="accent1"/>
                </a:solidFill>
              </a:defRPr>
            </a:lvl3pPr>
            <a:lvl4pPr>
              <a:buClr>
                <a:schemeClr val="accent1"/>
              </a:buClr>
              <a:defRPr>
                <a:solidFill>
                  <a:schemeClr val="accent1"/>
                </a:solidFill>
              </a:defRPr>
            </a:lvl4pPr>
            <a:lvl5pPr>
              <a:buClr>
                <a:schemeClr val="accent1"/>
              </a:buClr>
              <a:defRPr>
                <a:solidFill>
                  <a:schemeClr val="accent1"/>
                </a:solidFill>
              </a:defRPr>
            </a:lvl5pPr>
          </a:lstStyle>
          <a:p>
            <a:pPr lvl="0"/>
            <a:r>
              <a:rPr lang="en-US" dirty="0"/>
              <a:t>Insert text</a:t>
            </a:r>
          </a:p>
        </p:txBody>
      </p:sp>
    </p:spTree>
    <p:extLst>
      <p:ext uri="{BB962C8B-B14F-4D97-AF65-F5344CB8AC3E}">
        <p14:creationId xmlns:p14="http://schemas.microsoft.com/office/powerpoint/2010/main" val="1209827206"/>
      </p:ext>
    </p:extLst>
  </p:cSld>
  <p:clrMapOvr>
    <a:masterClrMapping/>
  </p:clrMapOvr>
  <p:extLst>
    <p:ext uri="{DCECCB84-F9BA-43D5-87BE-67443E8EF086}">
      <p15:sldGuideLst xmlns:p15="http://schemas.microsoft.com/office/powerpoint/2012/main"/>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Notebook-Screen">
    <p:spTree>
      <p:nvGrpSpPr>
        <p:cNvPr id="1" name=""/>
        <p:cNvGrpSpPr/>
        <p:nvPr/>
      </p:nvGrpSpPr>
      <p:grpSpPr>
        <a:xfrm>
          <a:off x="0" y="0"/>
          <a:ext cx="0" cy="0"/>
          <a:chOff x="0" y="0"/>
          <a:chExt cx="0" cy="0"/>
        </a:xfrm>
      </p:grpSpPr>
      <p:sp>
        <p:nvSpPr>
          <p:cNvPr id="31" name="Freihandform: Form 30">
            <a:extLst>
              <a:ext uri="{FF2B5EF4-FFF2-40B4-BE49-F238E27FC236}">
                <a16:creationId xmlns:a16="http://schemas.microsoft.com/office/drawing/2014/main" id="{3A8409F5-3ECC-4E34-96F6-7A5116F3E8C6}"/>
              </a:ext>
            </a:extLst>
          </p:cNvPr>
          <p:cNvSpPr/>
          <p:nvPr userDrawn="1"/>
        </p:nvSpPr>
        <p:spPr bwMode="gray">
          <a:xfrm>
            <a:off x="6600057" y="1073495"/>
            <a:ext cx="5591943" cy="5784507"/>
          </a:xfrm>
          <a:custGeom>
            <a:avLst/>
            <a:gdLst>
              <a:gd name="connsiteX0" fmla="*/ 2364465 w 5591943"/>
              <a:gd name="connsiteY0" fmla="*/ 355 h 5784507"/>
              <a:gd name="connsiteX1" fmla="*/ 3385470 w 5591943"/>
              <a:gd name="connsiteY1" fmla="*/ 510305 h 5784507"/>
              <a:gd name="connsiteX2" fmla="*/ 3161964 w 5591943"/>
              <a:gd name="connsiteY2" fmla="*/ 2388831 h 5784507"/>
              <a:gd name="connsiteX3" fmla="*/ 3154167 w 5591943"/>
              <a:gd name="connsiteY3" fmla="*/ 2394825 h 5784507"/>
              <a:gd name="connsiteX4" fmla="*/ 3056608 w 5591943"/>
              <a:gd name="connsiteY4" fmla="*/ 2791204 h 5784507"/>
              <a:gd name="connsiteX5" fmla="*/ 3143758 w 5591943"/>
              <a:gd name="connsiteY5" fmla="*/ 2989287 h 5784507"/>
              <a:gd name="connsiteX6" fmla="*/ 3711380 w 5591943"/>
              <a:gd name="connsiteY6" fmla="*/ 3296677 h 5784507"/>
              <a:gd name="connsiteX7" fmla="*/ 3717278 w 5591943"/>
              <a:gd name="connsiteY7" fmla="*/ 3295596 h 5784507"/>
              <a:gd name="connsiteX8" fmla="*/ 3959730 w 5591943"/>
              <a:gd name="connsiteY8" fmla="*/ 3264596 h 5784507"/>
              <a:gd name="connsiteX9" fmla="*/ 5570457 w 5591943"/>
              <a:gd name="connsiteY9" fmla="*/ 3854325 h 5784507"/>
              <a:gd name="connsiteX10" fmla="*/ 5591943 w 5591943"/>
              <a:gd name="connsiteY10" fmla="*/ 3876823 h 5784507"/>
              <a:gd name="connsiteX11" fmla="*/ 5591943 w 5591943"/>
              <a:gd name="connsiteY11" fmla="*/ 5784507 h 5784507"/>
              <a:gd name="connsiteX12" fmla="*/ 0 w 5591943"/>
              <a:gd name="connsiteY12" fmla="*/ 5784507 h 5784507"/>
              <a:gd name="connsiteX13" fmla="*/ 0 w 5591943"/>
              <a:gd name="connsiteY13" fmla="*/ 5784506 h 5784507"/>
              <a:gd name="connsiteX14" fmla="*/ 2045013 w 5591943"/>
              <a:gd name="connsiteY14" fmla="*/ 5784506 h 5784507"/>
              <a:gd name="connsiteX15" fmla="*/ 2022972 w 5591943"/>
              <a:gd name="connsiteY15" fmla="*/ 5673114 h 5784507"/>
              <a:gd name="connsiteX16" fmla="*/ 2841317 w 5591943"/>
              <a:gd name="connsiteY16" fmla="*/ 3680368 h 5784507"/>
              <a:gd name="connsiteX17" fmla="*/ 2846204 w 5591943"/>
              <a:gd name="connsiteY17" fmla="*/ 3676826 h 5784507"/>
              <a:gd name="connsiteX18" fmla="*/ 3003467 w 5591943"/>
              <a:gd name="connsiteY18" fmla="*/ 3050651 h 5784507"/>
              <a:gd name="connsiteX19" fmla="*/ 2916317 w 5591943"/>
              <a:gd name="connsiteY19" fmla="*/ 2852568 h 5784507"/>
              <a:gd name="connsiteX20" fmla="*/ 2558303 w 5591943"/>
              <a:gd name="connsiteY20" fmla="*/ 2656402 h 5784507"/>
              <a:gd name="connsiteX21" fmla="*/ 2548696 w 5591943"/>
              <a:gd name="connsiteY21" fmla="*/ 2658233 h 5784507"/>
              <a:gd name="connsiteX22" fmla="*/ 1283437 w 5591943"/>
              <a:gd name="connsiteY22" fmla="*/ 2165327 h 5784507"/>
              <a:gd name="connsiteX23" fmla="*/ 1506941 w 5591943"/>
              <a:gd name="connsiteY23" fmla="*/ 286799 h 5784507"/>
              <a:gd name="connsiteX24" fmla="*/ 2364465 w 5591943"/>
              <a:gd name="connsiteY24" fmla="*/ 355 h 5784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591943" h="5784507">
                <a:moveTo>
                  <a:pt x="2364465" y="355"/>
                </a:moveTo>
                <a:cubicBezTo>
                  <a:pt x="2749829" y="9201"/>
                  <a:pt x="3128405" y="183727"/>
                  <a:pt x="3385470" y="510305"/>
                </a:cubicBezTo>
                <a:cubicBezTo>
                  <a:pt x="3842568" y="1090789"/>
                  <a:pt x="3742449" y="1931734"/>
                  <a:pt x="3161964" y="2388831"/>
                </a:cubicBezTo>
                <a:lnTo>
                  <a:pt x="3154167" y="2394825"/>
                </a:lnTo>
                <a:cubicBezTo>
                  <a:pt x="3035600" y="2489525"/>
                  <a:pt x="2995557" y="2652149"/>
                  <a:pt x="3056608" y="2791204"/>
                </a:cubicBezTo>
                <a:lnTo>
                  <a:pt x="3143758" y="2989287"/>
                </a:lnTo>
                <a:cubicBezTo>
                  <a:pt x="3240545" y="3209315"/>
                  <a:pt x="3474166" y="3335872"/>
                  <a:pt x="3711380" y="3296677"/>
                </a:cubicBezTo>
                <a:lnTo>
                  <a:pt x="3717278" y="3295596"/>
                </a:lnTo>
                <a:cubicBezTo>
                  <a:pt x="3797357" y="3280504"/>
                  <a:pt x="3878300" y="3270166"/>
                  <a:pt x="3959730" y="3264596"/>
                </a:cubicBezTo>
                <a:cubicBezTo>
                  <a:pt x="4568389" y="3222806"/>
                  <a:pt x="5150144" y="3446503"/>
                  <a:pt x="5570457" y="3854325"/>
                </a:cubicBezTo>
                <a:lnTo>
                  <a:pt x="5591943" y="3876823"/>
                </a:lnTo>
                <a:lnTo>
                  <a:pt x="5591943" y="5784507"/>
                </a:lnTo>
                <a:lnTo>
                  <a:pt x="0" y="5784507"/>
                </a:lnTo>
                <a:lnTo>
                  <a:pt x="0" y="5784506"/>
                </a:lnTo>
                <a:lnTo>
                  <a:pt x="2045013" y="5784506"/>
                </a:lnTo>
                <a:lnTo>
                  <a:pt x="2022972" y="5673114"/>
                </a:lnTo>
                <a:cubicBezTo>
                  <a:pt x="1913863" y="4934308"/>
                  <a:pt x="2202242" y="4160499"/>
                  <a:pt x="2841317" y="3680368"/>
                </a:cubicBezTo>
                <a:lnTo>
                  <a:pt x="2846204" y="3676826"/>
                </a:lnTo>
                <a:cubicBezTo>
                  <a:pt x="3035425" y="3528467"/>
                  <a:pt x="3100160" y="3270777"/>
                  <a:pt x="3003467" y="3050651"/>
                </a:cubicBezTo>
                <a:lnTo>
                  <a:pt x="2916317" y="2852568"/>
                </a:lnTo>
                <a:cubicBezTo>
                  <a:pt x="2855171" y="2713610"/>
                  <a:pt x="2708293" y="2633121"/>
                  <a:pt x="2558303" y="2656402"/>
                </a:cubicBezTo>
                <a:lnTo>
                  <a:pt x="2548696" y="2658233"/>
                </a:lnTo>
                <a:cubicBezTo>
                  <a:pt x="2068720" y="2736171"/>
                  <a:pt x="1584240" y="2547308"/>
                  <a:pt x="1283437" y="2165327"/>
                </a:cubicBezTo>
                <a:cubicBezTo>
                  <a:pt x="826339" y="1584841"/>
                  <a:pt x="926452" y="743705"/>
                  <a:pt x="1506941" y="286799"/>
                </a:cubicBezTo>
                <a:cubicBezTo>
                  <a:pt x="1760903" y="86818"/>
                  <a:pt x="2064737" y="-6526"/>
                  <a:pt x="2364465" y="355"/>
                </a:cubicBezTo>
                <a:close/>
              </a:path>
            </a:pathLst>
          </a:custGeom>
          <a:solidFill>
            <a:schemeClr val="accent1"/>
          </a:solidFill>
          <a:ln w="9525" cap="flat" cmpd="sng" algn="ctr">
            <a:noFill/>
            <a:prstDash val="solid"/>
          </a:ln>
          <a:effectLst/>
        </p:spPr>
        <p:txBody>
          <a:bodyPr wrap="square" rtlCol="0" anchor="ctr" anchorCtr="0">
            <a:noAutofit/>
          </a:bodyPr>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grpSp>
        <p:nvGrpSpPr>
          <p:cNvPr id="18" name="Gruppieren 17">
            <a:extLst>
              <a:ext uri="{FF2B5EF4-FFF2-40B4-BE49-F238E27FC236}">
                <a16:creationId xmlns:a16="http://schemas.microsoft.com/office/drawing/2014/main" id="{55A0381E-2FA0-40B4-AC78-9517789A9EF4}"/>
              </a:ext>
            </a:extLst>
          </p:cNvPr>
          <p:cNvGrpSpPr/>
          <p:nvPr userDrawn="1"/>
        </p:nvGrpSpPr>
        <p:grpSpPr>
          <a:xfrm>
            <a:off x="3625679" y="1299990"/>
            <a:ext cx="8663009" cy="4793306"/>
            <a:chOff x="3625679" y="1299990"/>
            <a:chExt cx="8663009" cy="4793306"/>
          </a:xfrm>
        </p:grpSpPr>
        <p:sp>
          <p:nvSpPr>
            <p:cNvPr id="19" name="Rechteck: abgerundete Ecken 18">
              <a:extLst>
                <a:ext uri="{FF2B5EF4-FFF2-40B4-BE49-F238E27FC236}">
                  <a16:creationId xmlns:a16="http://schemas.microsoft.com/office/drawing/2014/main" id="{D6A0E38B-B4D3-48CD-860E-BA2C06570DA5}"/>
                </a:ext>
              </a:extLst>
            </p:cNvPr>
            <p:cNvSpPr/>
            <p:nvPr/>
          </p:nvSpPr>
          <p:spPr bwMode="gray">
            <a:xfrm>
              <a:off x="4489790" y="1467861"/>
              <a:ext cx="6912768" cy="4204404"/>
            </a:xfrm>
            <a:prstGeom prst="roundRect">
              <a:avLst>
                <a:gd name="adj" fmla="val 1344"/>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8900000" scaled="1"/>
              <a:tileRect/>
            </a:grad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pic>
          <p:nvPicPr>
            <p:cNvPr id="22" name="Grafik 21">
              <a:extLst>
                <a:ext uri="{FF2B5EF4-FFF2-40B4-BE49-F238E27FC236}">
                  <a16:creationId xmlns:a16="http://schemas.microsoft.com/office/drawing/2014/main" id="{14632FAC-E1A1-42E6-BDEB-4925F662A42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25679" y="1299990"/>
              <a:ext cx="8663009" cy="4793306"/>
            </a:xfrm>
            <a:prstGeom prst="rect">
              <a:avLst/>
            </a:prstGeom>
          </p:spPr>
        </p:pic>
      </p:grpSp>
      <p:grpSp>
        <p:nvGrpSpPr>
          <p:cNvPr id="23" name="Logo Merck">
            <a:extLst>
              <a:ext uri="{FF2B5EF4-FFF2-40B4-BE49-F238E27FC236}">
                <a16:creationId xmlns:a16="http://schemas.microsoft.com/office/drawing/2014/main" id="{94FC8956-5832-43FC-8ED1-06FCCFD829D0}"/>
              </a:ext>
            </a:extLst>
          </p:cNvPr>
          <p:cNvGrpSpPr>
            <a:grpSpLocks noChangeAspect="1"/>
          </p:cNvGrpSpPr>
          <p:nvPr userDrawn="1">
            <p:custDataLst>
              <p:tags r:id="rId1"/>
            </p:custDataLst>
          </p:nvPr>
        </p:nvGrpSpPr>
        <p:grpSpPr bwMode="gray">
          <a:xfrm>
            <a:off x="10539522" y="6440320"/>
            <a:ext cx="1028592" cy="162000"/>
            <a:chOff x="-4548188" y="3063875"/>
            <a:chExt cx="2741613" cy="431800"/>
          </a:xfrm>
          <a:solidFill>
            <a:schemeClr val="bg2"/>
          </a:solidFill>
        </p:grpSpPr>
        <p:sp>
          <p:nvSpPr>
            <p:cNvPr id="24" name="Logo K">
              <a:extLst>
                <a:ext uri="{FF2B5EF4-FFF2-40B4-BE49-F238E27FC236}">
                  <a16:creationId xmlns:a16="http://schemas.microsoft.com/office/drawing/2014/main" id="{DDCE3E94-7D3E-4921-B5D6-998C475678A0}"/>
                </a:ext>
              </a:extLst>
            </p:cNvPr>
            <p:cNvSpPr>
              <a:spLocks/>
            </p:cNvSpPr>
            <p:nvPr/>
          </p:nvSpPr>
          <p:spPr bwMode="gray">
            <a:xfrm>
              <a:off x="-2230438" y="3063875"/>
              <a:ext cx="423863" cy="423862"/>
            </a:xfrm>
            <a:custGeom>
              <a:avLst/>
              <a:gdLst>
                <a:gd name="T0" fmla="*/ 8 w 113"/>
                <a:gd name="T1" fmla="*/ 113 h 113"/>
                <a:gd name="T2" fmla="*/ 27 w 113"/>
                <a:gd name="T3" fmla="*/ 105 h 113"/>
                <a:gd name="T4" fmla="*/ 34 w 113"/>
                <a:gd name="T5" fmla="*/ 98 h 113"/>
                <a:gd name="T6" fmla="*/ 43 w 113"/>
                <a:gd name="T7" fmla="*/ 93 h 113"/>
                <a:gd name="T8" fmla="*/ 46 w 113"/>
                <a:gd name="T9" fmla="*/ 93 h 113"/>
                <a:gd name="T10" fmla="*/ 49 w 113"/>
                <a:gd name="T11" fmla="*/ 93 h 113"/>
                <a:gd name="T12" fmla="*/ 60 w 113"/>
                <a:gd name="T13" fmla="*/ 96 h 113"/>
                <a:gd name="T14" fmla="*/ 92 w 113"/>
                <a:gd name="T15" fmla="*/ 109 h 113"/>
                <a:gd name="T16" fmla="*/ 106 w 113"/>
                <a:gd name="T17" fmla="*/ 113 h 113"/>
                <a:gd name="T18" fmla="*/ 111 w 113"/>
                <a:gd name="T19" fmla="*/ 113 h 113"/>
                <a:gd name="T20" fmla="*/ 113 w 113"/>
                <a:gd name="T21" fmla="*/ 110 h 113"/>
                <a:gd name="T22" fmla="*/ 113 w 113"/>
                <a:gd name="T23" fmla="*/ 99 h 113"/>
                <a:gd name="T24" fmla="*/ 100 w 113"/>
                <a:gd name="T25" fmla="*/ 80 h 113"/>
                <a:gd name="T26" fmla="*/ 94 w 113"/>
                <a:gd name="T27" fmla="*/ 77 h 113"/>
                <a:gd name="T28" fmla="*/ 78 w 113"/>
                <a:gd name="T29" fmla="*/ 67 h 113"/>
                <a:gd name="T30" fmla="*/ 79 w 113"/>
                <a:gd name="T31" fmla="*/ 52 h 113"/>
                <a:gd name="T32" fmla="*/ 107 w 113"/>
                <a:gd name="T33" fmla="*/ 24 h 113"/>
                <a:gd name="T34" fmla="*/ 113 w 113"/>
                <a:gd name="T35" fmla="*/ 10 h 113"/>
                <a:gd name="T36" fmla="*/ 113 w 113"/>
                <a:gd name="T37" fmla="*/ 6 h 113"/>
                <a:gd name="T38" fmla="*/ 110 w 113"/>
                <a:gd name="T39" fmla="*/ 2 h 113"/>
                <a:gd name="T40" fmla="*/ 103 w 113"/>
                <a:gd name="T41" fmla="*/ 0 h 113"/>
                <a:gd name="T42" fmla="*/ 99 w 113"/>
                <a:gd name="T43" fmla="*/ 0 h 113"/>
                <a:gd name="T44" fmla="*/ 80 w 113"/>
                <a:gd name="T45" fmla="*/ 8 h 113"/>
                <a:gd name="T46" fmla="*/ 57 w 113"/>
                <a:gd name="T47" fmla="*/ 31 h 113"/>
                <a:gd name="T48" fmla="*/ 31 w 113"/>
                <a:gd name="T49" fmla="*/ 57 h 113"/>
                <a:gd name="T50" fmla="*/ 31 w 113"/>
                <a:gd name="T51" fmla="*/ 16 h 113"/>
                <a:gd name="T52" fmla="*/ 14 w 113"/>
                <a:gd name="T53" fmla="*/ 0 h 113"/>
                <a:gd name="T54" fmla="*/ 7 w 113"/>
                <a:gd name="T55" fmla="*/ 0 h 113"/>
                <a:gd name="T56" fmla="*/ 1 w 113"/>
                <a:gd name="T57" fmla="*/ 0 h 113"/>
                <a:gd name="T58" fmla="*/ 0 w 113"/>
                <a:gd name="T59" fmla="*/ 3 h 113"/>
                <a:gd name="T60" fmla="*/ 0 w 113"/>
                <a:gd name="T61" fmla="*/ 111 h 113"/>
                <a:gd name="T62" fmla="*/ 2 w 113"/>
                <a:gd name="T63" fmla="*/ 113 h 113"/>
                <a:gd name="T64" fmla="*/ 8 w 113"/>
                <a:gd name="T65"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3" h="113">
                  <a:moveTo>
                    <a:pt x="8" y="113"/>
                  </a:moveTo>
                  <a:cubicBezTo>
                    <a:pt x="16" y="113"/>
                    <a:pt x="22" y="110"/>
                    <a:pt x="27" y="105"/>
                  </a:cubicBezTo>
                  <a:cubicBezTo>
                    <a:pt x="27" y="105"/>
                    <a:pt x="30" y="102"/>
                    <a:pt x="34" y="98"/>
                  </a:cubicBezTo>
                  <a:cubicBezTo>
                    <a:pt x="36" y="95"/>
                    <a:pt x="40" y="94"/>
                    <a:pt x="43" y="93"/>
                  </a:cubicBezTo>
                  <a:cubicBezTo>
                    <a:pt x="44" y="93"/>
                    <a:pt x="45" y="93"/>
                    <a:pt x="46" y="93"/>
                  </a:cubicBezTo>
                  <a:cubicBezTo>
                    <a:pt x="47" y="93"/>
                    <a:pt x="48" y="93"/>
                    <a:pt x="49" y="93"/>
                  </a:cubicBezTo>
                  <a:cubicBezTo>
                    <a:pt x="53" y="94"/>
                    <a:pt x="57" y="95"/>
                    <a:pt x="60" y="96"/>
                  </a:cubicBezTo>
                  <a:cubicBezTo>
                    <a:pt x="92" y="109"/>
                    <a:pt x="92" y="109"/>
                    <a:pt x="92" y="109"/>
                  </a:cubicBezTo>
                  <a:cubicBezTo>
                    <a:pt x="92" y="109"/>
                    <a:pt x="100" y="113"/>
                    <a:pt x="106" y="113"/>
                  </a:cubicBezTo>
                  <a:cubicBezTo>
                    <a:pt x="111" y="113"/>
                    <a:pt x="111" y="113"/>
                    <a:pt x="111" y="113"/>
                  </a:cubicBezTo>
                  <a:cubicBezTo>
                    <a:pt x="112" y="113"/>
                    <a:pt x="113" y="112"/>
                    <a:pt x="113" y="110"/>
                  </a:cubicBezTo>
                  <a:cubicBezTo>
                    <a:pt x="113" y="99"/>
                    <a:pt x="113" y="99"/>
                    <a:pt x="113" y="99"/>
                  </a:cubicBezTo>
                  <a:cubicBezTo>
                    <a:pt x="113" y="91"/>
                    <a:pt x="108" y="83"/>
                    <a:pt x="100" y="80"/>
                  </a:cubicBezTo>
                  <a:cubicBezTo>
                    <a:pt x="94" y="77"/>
                    <a:pt x="94" y="77"/>
                    <a:pt x="94" y="77"/>
                  </a:cubicBezTo>
                  <a:cubicBezTo>
                    <a:pt x="88" y="75"/>
                    <a:pt x="82" y="70"/>
                    <a:pt x="78" y="67"/>
                  </a:cubicBezTo>
                  <a:cubicBezTo>
                    <a:pt x="78" y="67"/>
                    <a:pt x="72" y="60"/>
                    <a:pt x="79" y="52"/>
                  </a:cubicBezTo>
                  <a:cubicBezTo>
                    <a:pt x="107" y="24"/>
                    <a:pt x="107" y="24"/>
                    <a:pt x="107" y="24"/>
                  </a:cubicBezTo>
                  <a:cubicBezTo>
                    <a:pt x="111" y="20"/>
                    <a:pt x="113" y="15"/>
                    <a:pt x="113" y="10"/>
                  </a:cubicBezTo>
                  <a:cubicBezTo>
                    <a:pt x="113" y="10"/>
                    <a:pt x="113" y="8"/>
                    <a:pt x="113" y="6"/>
                  </a:cubicBezTo>
                  <a:cubicBezTo>
                    <a:pt x="112" y="5"/>
                    <a:pt x="111" y="3"/>
                    <a:pt x="110" y="2"/>
                  </a:cubicBezTo>
                  <a:cubicBezTo>
                    <a:pt x="109" y="1"/>
                    <a:pt x="106" y="0"/>
                    <a:pt x="103" y="0"/>
                  </a:cubicBezTo>
                  <a:cubicBezTo>
                    <a:pt x="103" y="0"/>
                    <a:pt x="99" y="0"/>
                    <a:pt x="99" y="0"/>
                  </a:cubicBezTo>
                  <a:cubicBezTo>
                    <a:pt x="91" y="0"/>
                    <a:pt x="85" y="3"/>
                    <a:pt x="80" y="8"/>
                  </a:cubicBezTo>
                  <a:cubicBezTo>
                    <a:pt x="80" y="8"/>
                    <a:pt x="61" y="26"/>
                    <a:pt x="57" y="31"/>
                  </a:cubicBezTo>
                  <a:cubicBezTo>
                    <a:pt x="31" y="57"/>
                    <a:pt x="31" y="57"/>
                    <a:pt x="31" y="57"/>
                  </a:cubicBezTo>
                  <a:cubicBezTo>
                    <a:pt x="31" y="57"/>
                    <a:pt x="31" y="16"/>
                    <a:pt x="31" y="16"/>
                  </a:cubicBezTo>
                  <a:cubicBezTo>
                    <a:pt x="31" y="7"/>
                    <a:pt x="23" y="0"/>
                    <a:pt x="14" y="0"/>
                  </a:cubicBezTo>
                  <a:cubicBezTo>
                    <a:pt x="14" y="0"/>
                    <a:pt x="7" y="0"/>
                    <a:pt x="7" y="0"/>
                  </a:cubicBezTo>
                  <a:cubicBezTo>
                    <a:pt x="5" y="0"/>
                    <a:pt x="2" y="0"/>
                    <a:pt x="1" y="0"/>
                  </a:cubicBezTo>
                  <a:cubicBezTo>
                    <a:pt x="0" y="1"/>
                    <a:pt x="0" y="2"/>
                    <a:pt x="0" y="3"/>
                  </a:cubicBezTo>
                  <a:cubicBezTo>
                    <a:pt x="0" y="3"/>
                    <a:pt x="0" y="111"/>
                    <a:pt x="0" y="111"/>
                  </a:cubicBezTo>
                  <a:cubicBezTo>
                    <a:pt x="0" y="112"/>
                    <a:pt x="1" y="113"/>
                    <a:pt x="2" y="113"/>
                  </a:cubicBezTo>
                  <a:lnTo>
                    <a:pt x="8"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Logo C">
              <a:extLst>
                <a:ext uri="{FF2B5EF4-FFF2-40B4-BE49-F238E27FC236}">
                  <a16:creationId xmlns:a16="http://schemas.microsoft.com/office/drawing/2014/main" id="{0ECA1DAC-0C8B-464C-AFAE-88FBED8ABBD5}"/>
                </a:ext>
              </a:extLst>
            </p:cNvPr>
            <p:cNvSpPr>
              <a:spLocks/>
            </p:cNvSpPr>
            <p:nvPr/>
          </p:nvSpPr>
          <p:spPr bwMode="gray">
            <a:xfrm>
              <a:off x="-2695575" y="3063875"/>
              <a:ext cx="427038" cy="431800"/>
            </a:xfrm>
            <a:custGeom>
              <a:avLst/>
              <a:gdLst>
                <a:gd name="T0" fmla="*/ 111 w 114"/>
                <a:gd name="T1" fmla="*/ 66 h 115"/>
                <a:gd name="T2" fmla="*/ 94 w 114"/>
                <a:gd name="T3" fmla="*/ 66 h 115"/>
                <a:gd name="T4" fmla="*/ 82 w 114"/>
                <a:gd name="T5" fmla="*/ 74 h 115"/>
                <a:gd name="T6" fmla="*/ 76 w 114"/>
                <a:gd name="T7" fmla="*/ 82 h 115"/>
                <a:gd name="T8" fmla="*/ 65 w 114"/>
                <a:gd name="T9" fmla="*/ 86 h 115"/>
                <a:gd name="T10" fmla="*/ 53 w 114"/>
                <a:gd name="T11" fmla="*/ 82 h 115"/>
                <a:gd name="T12" fmla="*/ 42 w 114"/>
                <a:gd name="T13" fmla="*/ 73 h 115"/>
                <a:gd name="T14" fmla="*/ 34 w 114"/>
                <a:gd name="T15" fmla="*/ 61 h 115"/>
                <a:gd name="T16" fmla="*/ 31 w 114"/>
                <a:gd name="T17" fmla="*/ 48 h 115"/>
                <a:gd name="T18" fmla="*/ 36 w 114"/>
                <a:gd name="T19" fmla="*/ 34 h 115"/>
                <a:gd name="T20" fmla="*/ 49 w 114"/>
                <a:gd name="T21" fmla="*/ 29 h 115"/>
                <a:gd name="T22" fmla="*/ 66 w 114"/>
                <a:gd name="T23" fmla="*/ 35 h 115"/>
                <a:gd name="T24" fmla="*/ 74 w 114"/>
                <a:gd name="T25" fmla="*/ 38 h 115"/>
                <a:gd name="T26" fmla="*/ 82 w 114"/>
                <a:gd name="T27" fmla="*/ 34 h 115"/>
                <a:gd name="T28" fmla="*/ 94 w 114"/>
                <a:gd name="T29" fmla="*/ 22 h 115"/>
                <a:gd name="T30" fmla="*/ 95 w 114"/>
                <a:gd name="T31" fmla="*/ 20 h 115"/>
                <a:gd name="T32" fmla="*/ 93 w 114"/>
                <a:gd name="T33" fmla="*/ 18 h 115"/>
                <a:gd name="T34" fmla="*/ 73 w 114"/>
                <a:gd name="T35" fmla="*/ 5 h 115"/>
                <a:gd name="T36" fmla="*/ 49 w 114"/>
                <a:gd name="T37" fmla="*/ 0 h 115"/>
                <a:gd name="T38" fmla="*/ 3 w 114"/>
                <a:gd name="T39" fmla="*/ 0 h 115"/>
                <a:gd name="T40" fmla="*/ 0 w 114"/>
                <a:gd name="T41" fmla="*/ 3 h 115"/>
                <a:gd name="T42" fmla="*/ 0 w 114"/>
                <a:gd name="T43" fmla="*/ 49 h 115"/>
                <a:gd name="T44" fmla="*/ 6 w 114"/>
                <a:gd name="T45" fmla="*/ 74 h 115"/>
                <a:gd name="T46" fmla="*/ 20 w 114"/>
                <a:gd name="T47" fmla="*/ 95 h 115"/>
                <a:gd name="T48" fmla="*/ 41 w 114"/>
                <a:gd name="T49" fmla="*/ 109 h 115"/>
                <a:gd name="T50" fmla="*/ 65 w 114"/>
                <a:gd name="T51" fmla="*/ 115 h 115"/>
                <a:gd name="T52" fmla="*/ 84 w 114"/>
                <a:gd name="T53" fmla="*/ 111 h 115"/>
                <a:gd name="T54" fmla="*/ 99 w 114"/>
                <a:gd name="T55" fmla="*/ 102 h 115"/>
                <a:gd name="T56" fmla="*/ 109 w 114"/>
                <a:gd name="T57" fmla="*/ 87 h 115"/>
                <a:gd name="T58" fmla="*/ 114 w 114"/>
                <a:gd name="T59" fmla="*/ 69 h 115"/>
                <a:gd name="T60" fmla="*/ 111 w 114"/>
                <a:gd name="T61" fmla="*/ 66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14" h="115">
                  <a:moveTo>
                    <a:pt x="111" y="66"/>
                  </a:moveTo>
                  <a:cubicBezTo>
                    <a:pt x="94" y="66"/>
                    <a:pt x="94" y="66"/>
                    <a:pt x="94" y="66"/>
                  </a:cubicBezTo>
                  <a:cubicBezTo>
                    <a:pt x="88" y="66"/>
                    <a:pt x="84" y="68"/>
                    <a:pt x="82" y="74"/>
                  </a:cubicBezTo>
                  <a:cubicBezTo>
                    <a:pt x="81" y="77"/>
                    <a:pt x="79" y="80"/>
                    <a:pt x="76" y="82"/>
                  </a:cubicBezTo>
                  <a:cubicBezTo>
                    <a:pt x="73" y="84"/>
                    <a:pt x="70" y="86"/>
                    <a:pt x="65" y="86"/>
                  </a:cubicBezTo>
                  <a:cubicBezTo>
                    <a:pt x="62" y="86"/>
                    <a:pt x="57" y="84"/>
                    <a:pt x="53" y="82"/>
                  </a:cubicBezTo>
                  <a:cubicBezTo>
                    <a:pt x="49" y="80"/>
                    <a:pt x="46" y="77"/>
                    <a:pt x="42" y="73"/>
                  </a:cubicBezTo>
                  <a:cubicBezTo>
                    <a:pt x="39" y="70"/>
                    <a:pt x="36" y="66"/>
                    <a:pt x="34" y="61"/>
                  </a:cubicBezTo>
                  <a:cubicBezTo>
                    <a:pt x="32" y="57"/>
                    <a:pt x="31" y="52"/>
                    <a:pt x="31" y="48"/>
                  </a:cubicBezTo>
                  <a:cubicBezTo>
                    <a:pt x="31" y="42"/>
                    <a:pt x="33" y="38"/>
                    <a:pt x="36" y="34"/>
                  </a:cubicBezTo>
                  <a:cubicBezTo>
                    <a:pt x="40" y="31"/>
                    <a:pt x="44" y="29"/>
                    <a:pt x="49" y="29"/>
                  </a:cubicBezTo>
                  <a:cubicBezTo>
                    <a:pt x="55" y="29"/>
                    <a:pt x="61" y="31"/>
                    <a:pt x="66" y="35"/>
                  </a:cubicBezTo>
                  <a:cubicBezTo>
                    <a:pt x="69" y="37"/>
                    <a:pt x="71" y="38"/>
                    <a:pt x="74" y="38"/>
                  </a:cubicBezTo>
                  <a:cubicBezTo>
                    <a:pt x="76" y="38"/>
                    <a:pt x="79" y="36"/>
                    <a:pt x="82" y="34"/>
                  </a:cubicBezTo>
                  <a:cubicBezTo>
                    <a:pt x="94" y="22"/>
                    <a:pt x="94" y="22"/>
                    <a:pt x="94" y="22"/>
                  </a:cubicBezTo>
                  <a:cubicBezTo>
                    <a:pt x="95" y="21"/>
                    <a:pt x="95" y="21"/>
                    <a:pt x="95" y="20"/>
                  </a:cubicBezTo>
                  <a:cubicBezTo>
                    <a:pt x="94" y="19"/>
                    <a:pt x="94" y="19"/>
                    <a:pt x="93" y="18"/>
                  </a:cubicBezTo>
                  <a:cubicBezTo>
                    <a:pt x="87" y="12"/>
                    <a:pt x="80" y="8"/>
                    <a:pt x="73" y="5"/>
                  </a:cubicBezTo>
                  <a:cubicBezTo>
                    <a:pt x="65" y="1"/>
                    <a:pt x="57" y="0"/>
                    <a:pt x="49" y="0"/>
                  </a:cubicBezTo>
                  <a:cubicBezTo>
                    <a:pt x="3" y="0"/>
                    <a:pt x="3" y="0"/>
                    <a:pt x="3" y="0"/>
                  </a:cubicBezTo>
                  <a:cubicBezTo>
                    <a:pt x="1" y="0"/>
                    <a:pt x="0" y="1"/>
                    <a:pt x="0" y="3"/>
                  </a:cubicBezTo>
                  <a:cubicBezTo>
                    <a:pt x="0" y="49"/>
                    <a:pt x="0" y="49"/>
                    <a:pt x="0" y="49"/>
                  </a:cubicBezTo>
                  <a:cubicBezTo>
                    <a:pt x="0" y="57"/>
                    <a:pt x="2" y="66"/>
                    <a:pt x="6" y="74"/>
                  </a:cubicBezTo>
                  <a:cubicBezTo>
                    <a:pt x="9" y="82"/>
                    <a:pt x="14" y="89"/>
                    <a:pt x="20" y="95"/>
                  </a:cubicBezTo>
                  <a:cubicBezTo>
                    <a:pt x="26" y="101"/>
                    <a:pt x="33" y="106"/>
                    <a:pt x="41" y="109"/>
                  </a:cubicBezTo>
                  <a:cubicBezTo>
                    <a:pt x="49" y="113"/>
                    <a:pt x="57" y="115"/>
                    <a:pt x="65" y="115"/>
                  </a:cubicBezTo>
                  <a:cubicBezTo>
                    <a:pt x="72" y="115"/>
                    <a:pt x="78" y="114"/>
                    <a:pt x="84" y="111"/>
                  </a:cubicBezTo>
                  <a:cubicBezTo>
                    <a:pt x="90" y="109"/>
                    <a:pt x="95" y="106"/>
                    <a:pt x="99" y="102"/>
                  </a:cubicBezTo>
                  <a:cubicBezTo>
                    <a:pt x="103" y="98"/>
                    <a:pt x="107" y="93"/>
                    <a:pt x="109" y="87"/>
                  </a:cubicBezTo>
                  <a:cubicBezTo>
                    <a:pt x="112" y="81"/>
                    <a:pt x="113" y="75"/>
                    <a:pt x="114" y="69"/>
                  </a:cubicBezTo>
                  <a:cubicBezTo>
                    <a:pt x="114" y="67"/>
                    <a:pt x="113" y="66"/>
                    <a:pt x="111"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Logo R">
              <a:extLst>
                <a:ext uri="{FF2B5EF4-FFF2-40B4-BE49-F238E27FC236}">
                  <a16:creationId xmlns:a16="http://schemas.microsoft.com/office/drawing/2014/main" id="{DD3EC459-5214-47D0-A338-CA091DD579BF}"/>
                </a:ext>
              </a:extLst>
            </p:cNvPr>
            <p:cNvSpPr>
              <a:spLocks/>
            </p:cNvSpPr>
            <p:nvPr/>
          </p:nvSpPr>
          <p:spPr bwMode="gray">
            <a:xfrm>
              <a:off x="-3157538" y="3063875"/>
              <a:ext cx="461963" cy="423862"/>
            </a:xfrm>
            <a:custGeom>
              <a:avLst/>
              <a:gdLst>
                <a:gd name="T0" fmla="*/ 121 w 123"/>
                <a:gd name="T1" fmla="*/ 99 h 113"/>
                <a:gd name="T2" fmla="*/ 104 w 123"/>
                <a:gd name="T3" fmla="*/ 88 h 113"/>
                <a:gd name="T4" fmla="*/ 91 w 123"/>
                <a:gd name="T5" fmla="*/ 78 h 113"/>
                <a:gd name="T6" fmla="*/ 107 w 123"/>
                <a:gd name="T7" fmla="*/ 67 h 113"/>
                <a:gd name="T8" fmla="*/ 113 w 123"/>
                <a:gd name="T9" fmla="*/ 49 h 113"/>
                <a:gd name="T10" fmla="*/ 107 w 123"/>
                <a:gd name="T11" fmla="*/ 30 h 113"/>
                <a:gd name="T12" fmla="*/ 92 w 123"/>
                <a:gd name="T13" fmla="*/ 14 h 113"/>
                <a:gd name="T14" fmla="*/ 71 w 123"/>
                <a:gd name="T15" fmla="*/ 4 h 113"/>
                <a:gd name="T16" fmla="*/ 48 w 123"/>
                <a:gd name="T17" fmla="*/ 0 h 113"/>
                <a:gd name="T18" fmla="*/ 2 w 123"/>
                <a:gd name="T19" fmla="*/ 0 h 113"/>
                <a:gd name="T20" fmla="*/ 0 w 123"/>
                <a:gd name="T21" fmla="*/ 2 h 113"/>
                <a:gd name="T22" fmla="*/ 0 w 123"/>
                <a:gd name="T23" fmla="*/ 79 h 113"/>
                <a:gd name="T24" fmla="*/ 0 w 123"/>
                <a:gd name="T25" fmla="*/ 96 h 113"/>
                <a:gd name="T26" fmla="*/ 0 w 123"/>
                <a:gd name="T27" fmla="*/ 102 h 113"/>
                <a:gd name="T28" fmla="*/ 0 w 123"/>
                <a:gd name="T29" fmla="*/ 109 h 113"/>
                <a:gd name="T30" fmla="*/ 1 w 123"/>
                <a:gd name="T31" fmla="*/ 112 h 113"/>
                <a:gd name="T32" fmla="*/ 7 w 123"/>
                <a:gd name="T33" fmla="*/ 113 h 113"/>
                <a:gd name="T34" fmla="*/ 15 w 123"/>
                <a:gd name="T35" fmla="*/ 112 h 113"/>
                <a:gd name="T36" fmla="*/ 25 w 123"/>
                <a:gd name="T37" fmla="*/ 105 h 113"/>
                <a:gd name="T38" fmla="*/ 30 w 123"/>
                <a:gd name="T39" fmla="*/ 86 h 113"/>
                <a:gd name="T40" fmla="*/ 30 w 123"/>
                <a:gd name="T41" fmla="*/ 39 h 113"/>
                <a:gd name="T42" fmla="*/ 31 w 123"/>
                <a:gd name="T43" fmla="*/ 36 h 113"/>
                <a:gd name="T44" fmla="*/ 32 w 123"/>
                <a:gd name="T45" fmla="*/ 34 h 113"/>
                <a:gd name="T46" fmla="*/ 60 w 123"/>
                <a:gd name="T47" fmla="*/ 28 h 113"/>
                <a:gd name="T48" fmla="*/ 80 w 123"/>
                <a:gd name="T49" fmla="*/ 50 h 113"/>
                <a:gd name="T50" fmla="*/ 64 w 123"/>
                <a:gd name="T51" fmla="*/ 58 h 113"/>
                <a:gd name="T52" fmla="*/ 53 w 123"/>
                <a:gd name="T53" fmla="*/ 57 h 113"/>
                <a:gd name="T54" fmla="*/ 48 w 123"/>
                <a:gd name="T55" fmla="*/ 55 h 113"/>
                <a:gd name="T56" fmla="*/ 44 w 123"/>
                <a:gd name="T57" fmla="*/ 54 h 113"/>
                <a:gd name="T58" fmla="*/ 43 w 123"/>
                <a:gd name="T59" fmla="*/ 57 h 113"/>
                <a:gd name="T60" fmla="*/ 43 w 123"/>
                <a:gd name="T61" fmla="*/ 69 h 113"/>
                <a:gd name="T62" fmla="*/ 47 w 123"/>
                <a:gd name="T63" fmla="*/ 79 h 113"/>
                <a:gd name="T64" fmla="*/ 84 w 123"/>
                <a:gd name="T65" fmla="*/ 109 h 113"/>
                <a:gd name="T66" fmla="*/ 96 w 123"/>
                <a:gd name="T67" fmla="*/ 113 h 113"/>
                <a:gd name="T68" fmla="*/ 121 w 123"/>
                <a:gd name="T69" fmla="*/ 113 h 113"/>
                <a:gd name="T70" fmla="*/ 123 w 123"/>
                <a:gd name="T71" fmla="*/ 110 h 113"/>
                <a:gd name="T72" fmla="*/ 123 w 123"/>
                <a:gd name="T73" fmla="*/ 102 h 113"/>
                <a:gd name="T74" fmla="*/ 121 w 123"/>
                <a:gd name="T75" fmla="*/ 99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13">
                  <a:moveTo>
                    <a:pt x="121" y="99"/>
                  </a:moveTo>
                  <a:cubicBezTo>
                    <a:pt x="121" y="99"/>
                    <a:pt x="115" y="98"/>
                    <a:pt x="104" y="88"/>
                  </a:cubicBezTo>
                  <a:cubicBezTo>
                    <a:pt x="98" y="83"/>
                    <a:pt x="93" y="80"/>
                    <a:pt x="91" y="78"/>
                  </a:cubicBezTo>
                  <a:cubicBezTo>
                    <a:pt x="93" y="77"/>
                    <a:pt x="100" y="74"/>
                    <a:pt x="107" y="67"/>
                  </a:cubicBezTo>
                  <a:cubicBezTo>
                    <a:pt x="111" y="62"/>
                    <a:pt x="113" y="56"/>
                    <a:pt x="113" y="49"/>
                  </a:cubicBezTo>
                  <a:cubicBezTo>
                    <a:pt x="113" y="42"/>
                    <a:pt x="111" y="36"/>
                    <a:pt x="107" y="30"/>
                  </a:cubicBezTo>
                  <a:cubicBezTo>
                    <a:pt x="103" y="24"/>
                    <a:pt x="98" y="18"/>
                    <a:pt x="92" y="14"/>
                  </a:cubicBezTo>
                  <a:cubicBezTo>
                    <a:pt x="86" y="10"/>
                    <a:pt x="79" y="6"/>
                    <a:pt x="71" y="4"/>
                  </a:cubicBezTo>
                  <a:cubicBezTo>
                    <a:pt x="63" y="1"/>
                    <a:pt x="56" y="0"/>
                    <a:pt x="48" y="0"/>
                  </a:cubicBezTo>
                  <a:cubicBezTo>
                    <a:pt x="48" y="0"/>
                    <a:pt x="2" y="0"/>
                    <a:pt x="2" y="0"/>
                  </a:cubicBezTo>
                  <a:cubicBezTo>
                    <a:pt x="1" y="0"/>
                    <a:pt x="0" y="1"/>
                    <a:pt x="0" y="2"/>
                  </a:cubicBezTo>
                  <a:cubicBezTo>
                    <a:pt x="0" y="2"/>
                    <a:pt x="0" y="79"/>
                    <a:pt x="0" y="79"/>
                  </a:cubicBezTo>
                  <a:cubicBezTo>
                    <a:pt x="0" y="96"/>
                    <a:pt x="0" y="96"/>
                    <a:pt x="0" y="96"/>
                  </a:cubicBezTo>
                  <a:cubicBezTo>
                    <a:pt x="0" y="102"/>
                    <a:pt x="0" y="102"/>
                    <a:pt x="0" y="102"/>
                  </a:cubicBezTo>
                  <a:cubicBezTo>
                    <a:pt x="0" y="109"/>
                    <a:pt x="0" y="109"/>
                    <a:pt x="0" y="109"/>
                  </a:cubicBezTo>
                  <a:cubicBezTo>
                    <a:pt x="0" y="110"/>
                    <a:pt x="0" y="112"/>
                    <a:pt x="1" y="112"/>
                  </a:cubicBezTo>
                  <a:cubicBezTo>
                    <a:pt x="2" y="113"/>
                    <a:pt x="6" y="113"/>
                    <a:pt x="7" y="113"/>
                  </a:cubicBezTo>
                  <a:cubicBezTo>
                    <a:pt x="10" y="113"/>
                    <a:pt x="13" y="113"/>
                    <a:pt x="15" y="112"/>
                  </a:cubicBezTo>
                  <a:cubicBezTo>
                    <a:pt x="19" y="111"/>
                    <a:pt x="22" y="108"/>
                    <a:pt x="25" y="105"/>
                  </a:cubicBezTo>
                  <a:cubicBezTo>
                    <a:pt x="29" y="99"/>
                    <a:pt x="30" y="93"/>
                    <a:pt x="30" y="86"/>
                  </a:cubicBezTo>
                  <a:cubicBezTo>
                    <a:pt x="30" y="85"/>
                    <a:pt x="30" y="39"/>
                    <a:pt x="30" y="39"/>
                  </a:cubicBezTo>
                  <a:cubicBezTo>
                    <a:pt x="30" y="39"/>
                    <a:pt x="30" y="37"/>
                    <a:pt x="31" y="36"/>
                  </a:cubicBezTo>
                  <a:cubicBezTo>
                    <a:pt x="31" y="35"/>
                    <a:pt x="32" y="34"/>
                    <a:pt x="32" y="34"/>
                  </a:cubicBezTo>
                  <a:cubicBezTo>
                    <a:pt x="35" y="28"/>
                    <a:pt x="47" y="25"/>
                    <a:pt x="60" y="28"/>
                  </a:cubicBezTo>
                  <a:cubicBezTo>
                    <a:pt x="77" y="33"/>
                    <a:pt x="82" y="44"/>
                    <a:pt x="80" y="50"/>
                  </a:cubicBezTo>
                  <a:cubicBezTo>
                    <a:pt x="78" y="55"/>
                    <a:pt x="72" y="58"/>
                    <a:pt x="64" y="58"/>
                  </a:cubicBezTo>
                  <a:cubicBezTo>
                    <a:pt x="61" y="58"/>
                    <a:pt x="57" y="58"/>
                    <a:pt x="53" y="57"/>
                  </a:cubicBezTo>
                  <a:cubicBezTo>
                    <a:pt x="53" y="57"/>
                    <a:pt x="50" y="56"/>
                    <a:pt x="48" y="55"/>
                  </a:cubicBezTo>
                  <a:cubicBezTo>
                    <a:pt x="48" y="55"/>
                    <a:pt x="46" y="54"/>
                    <a:pt x="44" y="54"/>
                  </a:cubicBezTo>
                  <a:cubicBezTo>
                    <a:pt x="43" y="54"/>
                    <a:pt x="43" y="55"/>
                    <a:pt x="43" y="57"/>
                  </a:cubicBezTo>
                  <a:cubicBezTo>
                    <a:pt x="43" y="57"/>
                    <a:pt x="43" y="69"/>
                    <a:pt x="43" y="69"/>
                  </a:cubicBezTo>
                  <a:cubicBezTo>
                    <a:pt x="43" y="73"/>
                    <a:pt x="44" y="77"/>
                    <a:pt x="47" y="79"/>
                  </a:cubicBezTo>
                  <a:cubicBezTo>
                    <a:pt x="47" y="79"/>
                    <a:pt x="84" y="109"/>
                    <a:pt x="84" y="109"/>
                  </a:cubicBezTo>
                  <a:cubicBezTo>
                    <a:pt x="88" y="112"/>
                    <a:pt x="92" y="113"/>
                    <a:pt x="96" y="113"/>
                  </a:cubicBezTo>
                  <a:cubicBezTo>
                    <a:pt x="121" y="113"/>
                    <a:pt x="121" y="113"/>
                    <a:pt x="121" y="113"/>
                  </a:cubicBezTo>
                  <a:cubicBezTo>
                    <a:pt x="122" y="113"/>
                    <a:pt x="123" y="112"/>
                    <a:pt x="123" y="110"/>
                  </a:cubicBezTo>
                  <a:cubicBezTo>
                    <a:pt x="123" y="102"/>
                    <a:pt x="123" y="102"/>
                    <a:pt x="123" y="102"/>
                  </a:cubicBezTo>
                  <a:cubicBezTo>
                    <a:pt x="123" y="101"/>
                    <a:pt x="122" y="99"/>
                    <a:pt x="121" y="9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Logo E">
              <a:extLst>
                <a:ext uri="{FF2B5EF4-FFF2-40B4-BE49-F238E27FC236}">
                  <a16:creationId xmlns:a16="http://schemas.microsoft.com/office/drawing/2014/main" id="{582A6562-F012-4412-9C12-F8A74AA6515A}"/>
                </a:ext>
              </a:extLst>
            </p:cNvPr>
            <p:cNvSpPr>
              <a:spLocks/>
            </p:cNvSpPr>
            <p:nvPr/>
          </p:nvSpPr>
          <p:spPr bwMode="gray">
            <a:xfrm>
              <a:off x="-3622675" y="3063875"/>
              <a:ext cx="428625" cy="423862"/>
            </a:xfrm>
            <a:custGeom>
              <a:avLst/>
              <a:gdLst>
                <a:gd name="T0" fmla="*/ 96 w 114"/>
                <a:gd name="T1" fmla="*/ 84 h 113"/>
                <a:gd name="T2" fmla="*/ 63 w 114"/>
                <a:gd name="T3" fmla="*/ 84 h 113"/>
                <a:gd name="T4" fmla="*/ 50 w 114"/>
                <a:gd name="T5" fmla="*/ 81 h 113"/>
                <a:gd name="T6" fmla="*/ 40 w 114"/>
                <a:gd name="T7" fmla="*/ 73 h 113"/>
                <a:gd name="T8" fmla="*/ 33 w 114"/>
                <a:gd name="T9" fmla="*/ 61 h 113"/>
                <a:gd name="T10" fmla="*/ 30 w 114"/>
                <a:gd name="T11" fmla="*/ 48 h 113"/>
                <a:gd name="T12" fmla="*/ 35 w 114"/>
                <a:gd name="T13" fmla="*/ 34 h 113"/>
                <a:gd name="T14" fmla="*/ 39 w 114"/>
                <a:gd name="T15" fmla="*/ 31 h 113"/>
                <a:gd name="T16" fmla="*/ 43 w 114"/>
                <a:gd name="T17" fmla="*/ 30 h 113"/>
                <a:gd name="T18" fmla="*/ 50 w 114"/>
                <a:gd name="T19" fmla="*/ 29 h 113"/>
                <a:gd name="T20" fmla="*/ 56 w 114"/>
                <a:gd name="T21" fmla="*/ 30 h 113"/>
                <a:gd name="T22" fmla="*/ 67 w 114"/>
                <a:gd name="T23" fmla="*/ 34 h 113"/>
                <a:gd name="T24" fmla="*/ 81 w 114"/>
                <a:gd name="T25" fmla="*/ 47 h 113"/>
                <a:gd name="T26" fmla="*/ 47 w 114"/>
                <a:gd name="T27" fmla="*/ 47 h 113"/>
                <a:gd name="T28" fmla="*/ 44 w 114"/>
                <a:gd name="T29" fmla="*/ 50 h 113"/>
                <a:gd name="T30" fmla="*/ 46 w 114"/>
                <a:gd name="T31" fmla="*/ 58 h 113"/>
                <a:gd name="T32" fmla="*/ 67 w 114"/>
                <a:gd name="T33" fmla="*/ 71 h 113"/>
                <a:gd name="T34" fmla="*/ 99 w 114"/>
                <a:gd name="T35" fmla="*/ 71 h 113"/>
                <a:gd name="T36" fmla="*/ 111 w 114"/>
                <a:gd name="T37" fmla="*/ 67 h 113"/>
                <a:gd name="T38" fmla="*/ 114 w 114"/>
                <a:gd name="T39" fmla="*/ 57 h 113"/>
                <a:gd name="T40" fmla="*/ 108 w 114"/>
                <a:gd name="T41" fmla="*/ 38 h 113"/>
                <a:gd name="T42" fmla="*/ 94 w 114"/>
                <a:gd name="T43" fmla="*/ 19 h 113"/>
                <a:gd name="T44" fmla="*/ 74 w 114"/>
                <a:gd name="T45" fmla="*/ 5 h 113"/>
                <a:gd name="T46" fmla="*/ 50 w 114"/>
                <a:gd name="T47" fmla="*/ 0 h 113"/>
                <a:gd name="T48" fmla="*/ 3 w 114"/>
                <a:gd name="T49" fmla="*/ 0 h 113"/>
                <a:gd name="T50" fmla="*/ 0 w 114"/>
                <a:gd name="T51" fmla="*/ 2 h 113"/>
                <a:gd name="T52" fmla="*/ 0 w 114"/>
                <a:gd name="T53" fmla="*/ 49 h 113"/>
                <a:gd name="T54" fmla="*/ 5 w 114"/>
                <a:gd name="T55" fmla="*/ 73 h 113"/>
                <a:gd name="T56" fmla="*/ 19 w 114"/>
                <a:gd name="T57" fmla="*/ 94 h 113"/>
                <a:gd name="T58" fmla="*/ 39 w 114"/>
                <a:gd name="T59" fmla="*/ 108 h 113"/>
                <a:gd name="T60" fmla="*/ 64 w 114"/>
                <a:gd name="T61" fmla="*/ 113 h 113"/>
                <a:gd name="T62" fmla="*/ 111 w 114"/>
                <a:gd name="T63" fmla="*/ 113 h 113"/>
                <a:gd name="T64" fmla="*/ 114 w 114"/>
                <a:gd name="T65" fmla="*/ 111 h 113"/>
                <a:gd name="T66" fmla="*/ 114 w 114"/>
                <a:gd name="T67" fmla="*/ 101 h 113"/>
                <a:gd name="T68" fmla="*/ 109 w 114"/>
                <a:gd name="T69" fmla="*/ 88 h 113"/>
                <a:gd name="T70" fmla="*/ 96 w 114"/>
                <a:gd name="T71" fmla="*/ 84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14" h="113">
                  <a:moveTo>
                    <a:pt x="96" y="84"/>
                  </a:moveTo>
                  <a:cubicBezTo>
                    <a:pt x="63" y="84"/>
                    <a:pt x="63" y="84"/>
                    <a:pt x="63" y="84"/>
                  </a:cubicBezTo>
                  <a:cubicBezTo>
                    <a:pt x="59" y="84"/>
                    <a:pt x="54" y="82"/>
                    <a:pt x="50" y="81"/>
                  </a:cubicBezTo>
                  <a:cubicBezTo>
                    <a:pt x="47" y="79"/>
                    <a:pt x="41" y="74"/>
                    <a:pt x="40" y="73"/>
                  </a:cubicBezTo>
                  <a:cubicBezTo>
                    <a:pt x="37" y="69"/>
                    <a:pt x="34" y="65"/>
                    <a:pt x="33" y="61"/>
                  </a:cubicBezTo>
                  <a:cubicBezTo>
                    <a:pt x="31" y="57"/>
                    <a:pt x="30" y="52"/>
                    <a:pt x="30" y="48"/>
                  </a:cubicBezTo>
                  <a:cubicBezTo>
                    <a:pt x="30" y="42"/>
                    <a:pt x="32" y="37"/>
                    <a:pt x="35" y="34"/>
                  </a:cubicBezTo>
                  <a:cubicBezTo>
                    <a:pt x="36" y="33"/>
                    <a:pt x="37" y="32"/>
                    <a:pt x="39" y="31"/>
                  </a:cubicBezTo>
                  <a:cubicBezTo>
                    <a:pt x="40" y="30"/>
                    <a:pt x="42" y="30"/>
                    <a:pt x="43" y="30"/>
                  </a:cubicBezTo>
                  <a:cubicBezTo>
                    <a:pt x="45" y="29"/>
                    <a:pt x="48" y="29"/>
                    <a:pt x="50" y="29"/>
                  </a:cubicBezTo>
                  <a:cubicBezTo>
                    <a:pt x="52" y="29"/>
                    <a:pt x="54" y="29"/>
                    <a:pt x="56" y="30"/>
                  </a:cubicBezTo>
                  <a:cubicBezTo>
                    <a:pt x="60" y="30"/>
                    <a:pt x="64" y="32"/>
                    <a:pt x="67" y="34"/>
                  </a:cubicBezTo>
                  <a:cubicBezTo>
                    <a:pt x="72" y="37"/>
                    <a:pt x="78" y="42"/>
                    <a:pt x="81" y="47"/>
                  </a:cubicBezTo>
                  <a:cubicBezTo>
                    <a:pt x="47" y="47"/>
                    <a:pt x="47" y="47"/>
                    <a:pt x="47" y="47"/>
                  </a:cubicBezTo>
                  <a:cubicBezTo>
                    <a:pt x="45" y="47"/>
                    <a:pt x="44" y="48"/>
                    <a:pt x="44" y="50"/>
                  </a:cubicBezTo>
                  <a:cubicBezTo>
                    <a:pt x="44" y="53"/>
                    <a:pt x="45" y="55"/>
                    <a:pt x="46" y="58"/>
                  </a:cubicBezTo>
                  <a:cubicBezTo>
                    <a:pt x="47" y="61"/>
                    <a:pt x="54" y="71"/>
                    <a:pt x="67" y="71"/>
                  </a:cubicBezTo>
                  <a:cubicBezTo>
                    <a:pt x="99" y="71"/>
                    <a:pt x="99" y="71"/>
                    <a:pt x="99" y="71"/>
                  </a:cubicBezTo>
                  <a:cubicBezTo>
                    <a:pt x="105" y="71"/>
                    <a:pt x="109" y="70"/>
                    <a:pt x="111" y="67"/>
                  </a:cubicBezTo>
                  <a:cubicBezTo>
                    <a:pt x="113" y="64"/>
                    <a:pt x="114" y="61"/>
                    <a:pt x="114" y="57"/>
                  </a:cubicBezTo>
                  <a:cubicBezTo>
                    <a:pt x="114" y="51"/>
                    <a:pt x="112" y="44"/>
                    <a:pt x="108" y="38"/>
                  </a:cubicBezTo>
                  <a:cubicBezTo>
                    <a:pt x="105" y="31"/>
                    <a:pt x="100" y="24"/>
                    <a:pt x="94" y="19"/>
                  </a:cubicBezTo>
                  <a:cubicBezTo>
                    <a:pt x="89" y="13"/>
                    <a:pt x="82" y="9"/>
                    <a:pt x="74" y="5"/>
                  </a:cubicBezTo>
                  <a:cubicBezTo>
                    <a:pt x="66" y="1"/>
                    <a:pt x="58" y="0"/>
                    <a:pt x="50" y="0"/>
                  </a:cubicBezTo>
                  <a:cubicBezTo>
                    <a:pt x="50" y="0"/>
                    <a:pt x="3" y="0"/>
                    <a:pt x="3" y="0"/>
                  </a:cubicBezTo>
                  <a:cubicBezTo>
                    <a:pt x="1" y="0"/>
                    <a:pt x="0" y="1"/>
                    <a:pt x="0" y="2"/>
                  </a:cubicBezTo>
                  <a:cubicBezTo>
                    <a:pt x="0" y="2"/>
                    <a:pt x="0" y="49"/>
                    <a:pt x="0" y="49"/>
                  </a:cubicBezTo>
                  <a:cubicBezTo>
                    <a:pt x="0" y="57"/>
                    <a:pt x="2" y="66"/>
                    <a:pt x="5" y="73"/>
                  </a:cubicBezTo>
                  <a:cubicBezTo>
                    <a:pt x="9" y="81"/>
                    <a:pt x="13" y="88"/>
                    <a:pt x="19" y="94"/>
                  </a:cubicBezTo>
                  <a:cubicBezTo>
                    <a:pt x="25" y="100"/>
                    <a:pt x="32" y="104"/>
                    <a:pt x="39" y="108"/>
                  </a:cubicBezTo>
                  <a:cubicBezTo>
                    <a:pt x="47" y="111"/>
                    <a:pt x="55" y="113"/>
                    <a:pt x="64" y="113"/>
                  </a:cubicBezTo>
                  <a:cubicBezTo>
                    <a:pt x="111" y="113"/>
                    <a:pt x="111" y="113"/>
                    <a:pt x="111" y="113"/>
                  </a:cubicBezTo>
                  <a:cubicBezTo>
                    <a:pt x="112" y="113"/>
                    <a:pt x="114" y="112"/>
                    <a:pt x="114" y="111"/>
                  </a:cubicBezTo>
                  <a:cubicBezTo>
                    <a:pt x="114" y="101"/>
                    <a:pt x="114" y="101"/>
                    <a:pt x="114" y="101"/>
                  </a:cubicBezTo>
                  <a:cubicBezTo>
                    <a:pt x="114" y="96"/>
                    <a:pt x="112" y="91"/>
                    <a:pt x="109" y="88"/>
                  </a:cubicBezTo>
                  <a:cubicBezTo>
                    <a:pt x="106" y="85"/>
                    <a:pt x="102" y="84"/>
                    <a:pt x="96"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Logo M">
              <a:extLst>
                <a:ext uri="{FF2B5EF4-FFF2-40B4-BE49-F238E27FC236}">
                  <a16:creationId xmlns:a16="http://schemas.microsoft.com/office/drawing/2014/main" id="{90BA9121-2334-44B2-BF7D-6EFD2C410122}"/>
                </a:ext>
              </a:extLst>
            </p:cNvPr>
            <p:cNvSpPr>
              <a:spLocks/>
            </p:cNvSpPr>
            <p:nvPr/>
          </p:nvSpPr>
          <p:spPr bwMode="gray">
            <a:xfrm>
              <a:off x="-4548188" y="3063875"/>
              <a:ext cx="889000" cy="423862"/>
            </a:xfrm>
            <a:custGeom>
              <a:avLst/>
              <a:gdLst>
                <a:gd name="T0" fmla="*/ 237 w 237"/>
                <a:gd name="T1" fmla="*/ 16 h 113"/>
                <a:gd name="T2" fmla="*/ 220 w 237"/>
                <a:gd name="T3" fmla="*/ 0 h 113"/>
                <a:gd name="T4" fmla="*/ 203 w 237"/>
                <a:gd name="T5" fmla="*/ 0 h 113"/>
                <a:gd name="T6" fmla="*/ 200 w 237"/>
                <a:gd name="T7" fmla="*/ 1 h 113"/>
                <a:gd name="T8" fmla="*/ 165 w 237"/>
                <a:gd name="T9" fmla="*/ 34 h 113"/>
                <a:gd name="T10" fmla="*/ 119 w 237"/>
                <a:gd name="T11" fmla="*/ 52 h 113"/>
                <a:gd name="T12" fmla="*/ 71 w 237"/>
                <a:gd name="T13" fmla="*/ 32 h 113"/>
                <a:gd name="T14" fmla="*/ 44 w 237"/>
                <a:gd name="T15" fmla="*/ 8 h 113"/>
                <a:gd name="T16" fmla="*/ 25 w 237"/>
                <a:gd name="T17" fmla="*/ 0 h 113"/>
                <a:gd name="T18" fmla="*/ 4 w 237"/>
                <a:gd name="T19" fmla="*/ 0 h 113"/>
                <a:gd name="T20" fmla="*/ 0 w 237"/>
                <a:gd name="T21" fmla="*/ 3 h 113"/>
                <a:gd name="T22" fmla="*/ 0 w 237"/>
                <a:gd name="T23" fmla="*/ 96 h 113"/>
                <a:gd name="T24" fmla="*/ 17 w 237"/>
                <a:gd name="T25" fmla="*/ 113 h 113"/>
                <a:gd name="T26" fmla="*/ 23 w 237"/>
                <a:gd name="T27" fmla="*/ 113 h 113"/>
                <a:gd name="T28" fmla="*/ 28 w 237"/>
                <a:gd name="T29" fmla="*/ 113 h 113"/>
                <a:gd name="T30" fmla="*/ 31 w 237"/>
                <a:gd name="T31" fmla="*/ 110 h 113"/>
                <a:gd name="T32" fmla="*/ 31 w 237"/>
                <a:gd name="T33" fmla="*/ 76 h 113"/>
                <a:gd name="T34" fmla="*/ 47 w 237"/>
                <a:gd name="T35" fmla="*/ 61 h 113"/>
                <a:gd name="T36" fmla="*/ 84 w 237"/>
                <a:gd name="T37" fmla="*/ 83 h 113"/>
                <a:gd name="T38" fmla="*/ 119 w 237"/>
                <a:gd name="T39" fmla="*/ 105 h 113"/>
                <a:gd name="T40" fmla="*/ 153 w 237"/>
                <a:gd name="T41" fmla="*/ 83 h 113"/>
                <a:gd name="T42" fmla="*/ 190 w 237"/>
                <a:gd name="T43" fmla="*/ 61 h 113"/>
                <a:gd name="T44" fmla="*/ 206 w 237"/>
                <a:gd name="T45" fmla="*/ 76 h 113"/>
                <a:gd name="T46" fmla="*/ 206 w 237"/>
                <a:gd name="T47" fmla="*/ 96 h 113"/>
                <a:gd name="T48" fmla="*/ 223 w 237"/>
                <a:gd name="T49" fmla="*/ 113 h 113"/>
                <a:gd name="T50" fmla="*/ 230 w 237"/>
                <a:gd name="T51" fmla="*/ 113 h 113"/>
                <a:gd name="T52" fmla="*/ 234 w 237"/>
                <a:gd name="T53" fmla="*/ 113 h 113"/>
                <a:gd name="T54" fmla="*/ 234 w 237"/>
                <a:gd name="T55" fmla="*/ 113 h 113"/>
                <a:gd name="T56" fmla="*/ 237 w 237"/>
                <a:gd name="T57" fmla="*/ 110 h 113"/>
                <a:gd name="T58" fmla="*/ 237 w 237"/>
                <a:gd name="T59" fmla="*/ 1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37" h="113">
                  <a:moveTo>
                    <a:pt x="237" y="16"/>
                  </a:moveTo>
                  <a:cubicBezTo>
                    <a:pt x="237" y="7"/>
                    <a:pt x="229" y="0"/>
                    <a:pt x="220" y="0"/>
                  </a:cubicBezTo>
                  <a:cubicBezTo>
                    <a:pt x="203" y="0"/>
                    <a:pt x="203" y="0"/>
                    <a:pt x="203" y="0"/>
                  </a:cubicBezTo>
                  <a:cubicBezTo>
                    <a:pt x="202" y="0"/>
                    <a:pt x="201" y="0"/>
                    <a:pt x="200" y="1"/>
                  </a:cubicBezTo>
                  <a:cubicBezTo>
                    <a:pt x="165" y="34"/>
                    <a:pt x="165" y="34"/>
                    <a:pt x="165" y="34"/>
                  </a:cubicBezTo>
                  <a:cubicBezTo>
                    <a:pt x="153" y="45"/>
                    <a:pt x="137" y="52"/>
                    <a:pt x="119" y="52"/>
                  </a:cubicBezTo>
                  <a:cubicBezTo>
                    <a:pt x="100" y="52"/>
                    <a:pt x="83" y="45"/>
                    <a:pt x="71" y="32"/>
                  </a:cubicBezTo>
                  <a:cubicBezTo>
                    <a:pt x="71" y="32"/>
                    <a:pt x="45" y="8"/>
                    <a:pt x="44" y="8"/>
                  </a:cubicBezTo>
                  <a:cubicBezTo>
                    <a:pt x="39" y="3"/>
                    <a:pt x="33" y="0"/>
                    <a:pt x="25" y="0"/>
                  </a:cubicBezTo>
                  <a:cubicBezTo>
                    <a:pt x="4" y="0"/>
                    <a:pt x="4" y="0"/>
                    <a:pt x="4" y="0"/>
                  </a:cubicBezTo>
                  <a:cubicBezTo>
                    <a:pt x="2" y="0"/>
                    <a:pt x="0" y="1"/>
                    <a:pt x="0" y="3"/>
                  </a:cubicBezTo>
                  <a:cubicBezTo>
                    <a:pt x="0" y="96"/>
                    <a:pt x="0" y="96"/>
                    <a:pt x="0" y="96"/>
                  </a:cubicBezTo>
                  <a:cubicBezTo>
                    <a:pt x="0" y="106"/>
                    <a:pt x="8" y="113"/>
                    <a:pt x="17" y="113"/>
                  </a:cubicBezTo>
                  <a:cubicBezTo>
                    <a:pt x="23" y="113"/>
                    <a:pt x="23" y="113"/>
                    <a:pt x="23" y="113"/>
                  </a:cubicBezTo>
                  <a:cubicBezTo>
                    <a:pt x="28" y="113"/>
                    <a:pt x="28" y="113"/>
                    <a:pt x="28" y="113"/>
                  </a:cubicBezTo>
                  <a:cubicBezTo>
                    <a:pt x="30" y="113"/>
                    <a:pt x="31" y="112"/>
                    <a:pt x="31" y="110"/>
                  </a:cubicBezTo>
                  <a:cubicBezTo>
                    <a:pt x="31" y="76"/>
                    <a:pt x="31" y="76"/>
                    <a:pt x="31" y="76"/>
                  </a:cubicBezTo>
                  <a:cubicBezTo>
                    <a:pt x="31" y="68"/>
                    <a:pt x="38" y="61"/>
                    <a:pt x="47" y="61"/>
                  </a:cubicBezTo>
                  <a:cubicBezTo>
                    <a:pt x="63" y="61"/>
                    <a:pt x="74" y="74"/>
                    <a:pt x="84" y="83"/>
                  </a:cubicBezTo>
                  <a:cubicBezTo>
                    <a:pt x="97" y="94"/>
                    <a:pt x="107" y="105"/>
                    <a:pt x="119" y="105"/>
                  </a:cubicBezTo>
                  <a:cubicBezTo>
                    <a:pt x="131" y="105"/>
                    <a:pt x="140" y="94"/>
                    <a:pt x="153" y="83"/>
                  </a:cubicBezTo>
                  <a:cubicBezTo>
                    <a:pt x="163" y="74"/>
                    <a:pt x="175" y="61"/>
                    <a:pt x="190" y="61"/>
                  </a:cubicBezTo>
                  <a:cubicBezTo>
                    <a:pt x="199" y="61"/>
                    <a:pt x="206" y="68"/>
                    <a:pt x="206" y="76"/>
                  </a:cubicBezTo>
                  <a:cubicBezTo>
                    <a:pt x="206" y="76"/>
                    <a:pt x="206" y="96"/>
                    <a:pt x="206" y="96"/>
                  </a:cubicBezTo>
                  <a:cubicBezTo>
                    <a:pt x="206" y="106"/>
                    <a:pt x="214" y="113"/>
                    <a:pt x="223" y="113"/>
                  </a:cubicBezTo>
                  <a:cubicBezTo>
                    <a:pt x="223" y="113"/>
                    <a:pt x="230" y="113"/>
                    <a:pt x="230" y="113"/>
                  </a:cubicBezTo>
                  <a:cubicBezTo>
                    <a:pt x="232" y="113"/>
                    <a:pt x="234" y="113"/>
                    <a:pt x="234" y="113"/>
                  </a:cubicBezTo>
                  <a:cubicBezTo>
                    <a:pt x="234" y="113"/>
                    <a:pt x="234" y="113"/>
                    <a:pt x="234" y="113"/>
                  </a:cubicBezTo>
                  <a:cubicBezTo>
                    <a:pt x="235" y="113"/>
                    <a:pt x="237" y="112"/>
                    <a:pt x="237" y="110"/>
                  </a:cubicBezTo>
                  <a:cubicBezTo>
                    <a:pt x="237" y="110"/>
                    <a:pt x="237" y="17"/>
                    <a:pt x="237"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5" name="Footer Placeholder 4"/>
          <p:cNvSpPr>
            <a:spLocks noGrp="1"/>
          </p:cNvSpPr>
          <p:nvPr userDrawn="1">
            <p:ph type="ftr" sz="quarter" idx="16"/>
          </p:nvPr>
        </p:nvSpPr>
        <p:spPr bwMode="gray"/>
        <p:txBody>
          <a:bodyPr/>
          <a:lstStyle/>
          <a:p>
            <a:r>
              <a:rPr lang="en-US" noProof="0" dirty="0"/>
              <a:t>Standard chart library</a:t>
            </a:r>
          </a:p>
        </p:txBody>
      </p:sp>
      <p:sp>
        <p:nvSpPr>
          <p:cNvPr id="13" name="Slide Number Placeholder 12"/>
          <p:cNvSpPr>
            <a:spLocks noGrp="1"/>
          </p:cNvSpPr>
          <p:nvPr userDrawn="1">
            <p:ph type="sldNum" sz="quarter" idx="17"/>
          </p:nvPr>
        </p:nvSpPr>
        <p:spPr bwMode="gray"/>
        <p:txBody>
          <a:bodyPr/>
          <a:lstStyle>
            <a:lvl1pPr>
              <a:defRPr>
                <a:solidFill>
                  <a:schemeClr val="tx1"/>
                </a:solidFill>
              </a:defRPr>
            </a:lvl1pPr>
          </a:lstStyle>
          <a:p>
            <a:fld id="{FD5E7EB4-4CDF-47BB-AF16-07782904B863}" type="slidenum">
              <a:rPr lang="en-US" smtClean="0"/>
              <a:pPr/>
              <a:t>‹#›</a:t>
            </a:fld>
            <a:endParaRPr lang="en-US" dirty="0"/>
          </a:p>
        </p:txBody>
      </p:sp>
      <p:sp>
        <p:nvSpPr>
          <p:cNvPr id="20" name="Bildplatzhalter 19">
            <a:extLst>
              <a:ext uri="{FF2B5EF4-FFF2-40B4-BE49-F238E27FC236}">
                <a16:creationId xmlns:a16="http://schemas.microsoft.com/office/drawing/2014/main" id="{27D2133F-0878-4B27-A4DD-2E7FC88B72CB}"/>
              </a:ext>
            </a:extLst>
          </p:cNvPr>
          <p:cNvSpPr>
            <a:spLocks noGrp="1"/>
          </p:cNvSpPr>
          <p:nvPr userDrawn="1">
            <p:ph type="pic" sz="quarter" idx="19"/>
          </p:nvPr>
        </p:nvSpPr>
        <p:spPr bwMode="gray">
          <a:xfrm>
            <a:off x="4516916" y="1484314"/>
            <a:ext cx="6874525" cy="4145305"/>
          </a:xfrm>
          <a:prstGeom prst="roundRect">
            <a:avLst>
              <a:gd name="adj" fmla="val 987"/>
            </a:avLst>
          </a:prstGeom>
          <a:solidFill>
            <a:schemeClr val="bg1">
              <a:lumMod val="75000"/>
            </a:schemeClr>
          </a:solidFill>
        </p:spPr>
        <p:txBody>
          <a:bodyPr wrap="square" tIns="360000" anchor="ctr">
            <a:noAutofit/>
          </a:bodyPr>
          <a:lstStyle>
            <a:lvl1pPr marL="0" indent="0" algn="ctr">
              <a:spcBef>
                <a:spcPts val="0"/>
              </a:spcBef>
              <a:spcAft>
                <a:spcPts val="0"/>
              </a:spcAft>
              <a:buFont typeface="Arial" panose="020B0604020202020204" pitchFamily="34" charset="0"/>
              <a:buNone/>
              <a:defRPr sz="1000" baseline="0"/>
            </a:lvl1pPr>
            <a:lvl2pPr marL="0" indent="0" algn="ctr">
              <a:spcBef>
                <a:spcPts val="0"/>
              </a:spcBef>
              <a:spcAft>
                <a:spcPts val="0"/>
              </a:spcAft>
              <a:buNone/>
              <a:defRPr sz="1000"/>
            </a:lvl2pPr>
            <a:lvl3pPr marL="0" indent="0" algn="ctr">
              <a:spcBef>
                <a:spcPts val="0"/>
              </a:spcBef>
              <a:spcAft>
                <a:spcPts val="0"/>
              </a:spcAft>
              <a:buNone/>
              <a:defRPr sz="1000"/>
            </a:lvl3pPr>
            <a:lvl4pPr marL="0" indent="0" algn="ctr">
              <a:spcBef>
                <a:spcPts val="0"/>
              </a:spcBef>
              <a:spcAft>
                <a:spcPts val="0"/>
              </a:spcAft>
              <a:buNone/>
              <a:defRPr sz="1000"/>
            </a:lvl4pPr>
            <a:lvl5pPr marL="0" indent="0" algn="ctr">
              <a:spcBef>
                <a:spcPts val="0"/>
              </a:spcBef>
              <a:spcAft>
                <a:spcPts val="0"/>
              </a:spcAft>
              <a:buNone/>
              <a:defRPr sz="1000"/>
            </a:lvl5pPr>
            <a:lvl6pPr marL="0" indent="0" algn="ctr">
              <a:spcBef>
                <a:spcPts val="0"/>
              </a:spcBef>
              <a:spcAft>
                <a:spcPts val="0"/>
              </a:spcAft>
              <a:buNone/>
              <a:defRPr sz="1000"/>
            </a:lvl6pPr>
            <a:lvl7pPr marL="0" indent="0" algn="ctr">
              <a:spcBef>
                <a:spcPts val="0"/>
              </a:spcBef>
              <a:spcAft>
                <a:spcPts val="0"/>
              </a:spcAft>
              <a:buNone/>
              <a:defRPr sz="1000"/>
            </a:lvl7pPr>
            <a:lvl8pPr marL="0" indent="0" algn="ctr">
              <a:spcBef>
                <a:spcPts val="0"/>
              </a:spcBef>
              <a:spcAft>
                <a:spcPts val="0"/>
              </a:spcAft>
              <a:buNone/>
              <a:defRPr sz="1000"/>
            </a:lvl8pPr>
            <a:lvl9pPr marL="0" indent="0" algn="ctr">
              <a:spcBef>
                <a:spcPts val="0"/>
              </a:spcBef>
              <a:spcAft>
                <a:spcPts val="0"/>
              </a:spcAft>
              <a:buNone/>
              <a:defRPr sz="1000"/>
            </a:lvl9pPr>
          </a:lstStyle>
          <a:p>
            <a:endParaRPr lang="en-US" noProof="0" dirty="0"/>
          </a:p>
          <a:p>
            <a:r>
              <a:rPr lang="en-US" noProof="0" dirty="0"/>
              <a:t>Click icon to add picture</a:t>
            </a:r>
          </a:p>
        </p:txBody>
      </p:sp>
      <p:sp>
        <p:nvSpPr>
          <p:cNvPr id="15" name="Content Placeholder 14"/>
          <p:cNvSpPr>
            <a:spLocks noGrp="1"/>
          </p:cNvSpPr>
          <p:nvPr userDrawn="1">
            <p:ph sz="quarter" idx="18" hasCustomPrompt="1"/>
          </p:nvPr>
        </p:nvSpPr>
        <p:spPr bwMode="gray">
          <a:xfrm>
            <a:off x="623888" y="2132856"/>
            <a:ext cx="3455888" cy="3960000"/>
          </a:xfrm>
        </p:spPr>
        <p:txBody>
          <a:bodyPr/>
          <a:lstStyle>
            <a:lvl1pPr>
              <a:defRPr/>
            </a:lvl1pPr>
          </a:lstStyle>
          <a:p>
            <a:pPr lvl="0"/>
            <a:r>
              <a:rPr lang="en-US" dirty="0"/>
              <a:t>You can use this field to enter text, a table, a diagram or a SmartArt. Use the buttons “Increase List Level” for </a:t>
            </a:r>
            <a:r>
              <a:rPr lang="en-US" dirty="0" err="1"/>
              <a:t>copytext</a:t>
            </a:r>
            <a:r>
              <a:rPr lang="en-US" dirty="0"/>
              <a:t> or bullet levels. Use the icons below to create visual content.</a:t>
            </a:r>
          </a:p>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0" name="Text Placeholder 7"/>
          <p:cNvSpPr>
            <a:spLocks noGrp="1"/>
          </p:cNvSpPr>
          <p:nvPr userDrawn="1">
            <p:ph type="body" sz="quarter" idx="13" hasCustomPrompt="1"/>
          </p:nvPr>
        </p:nvSpPr>
        <p:spPr bwMode="gray">
          <a:xfrm>
            <a:off x="623888" y="332656"/>
            <a:ext cx="10944000" cy="398144"/>
          </a:xfrm>
          <a:prstGeom prst="rect">
            <a:avLst/>
          </a:prstGeom>
        </p:spPr>
        <p:txBody>
          <a:bodyPr tIns="18000" anchor="t">
            <a:noAutofit/>
          </a:bodyPr>
          <a:lstStyle>
            <a:lvl1pPr marL="0" indent="0">
              <a:lnSpc>
                <a:spcPct val="100000"/>
              </a:lnSpc>
              <a:spcBef>
                <a:spcPts val="0"/>
              </a:spcBef>
              <a:spcAft>
                <a:spcPts val="0"/>
              </a:spcAft>
              <a:buFont typeface="Arial" panose="020B0604020202020204" pitchFamily="34" charset="0"/>
              <a:buNone/>
              <a:defRPr sz="2200" b="0" baseline="0">
                <a:solidFill>
                  <a:schemeClr val="accent1"/>
                </a:solidFill>
              </a:defRPr>
            </a:lvl1pPr>
            <a:lvl2pPr marL="0" indent="0">
              <a:lnSpc>
                <a:spcPct val="100000"/>
              </a:lnSpc>
              <a:spcBef>
                <a:spcPts val="0"/>
              </a:spcBef>
              <a:spcAft>
                <a:spcPts val="0"/>
              </a:spcAft>
              <a:buFont typeface="Arial" panose="020B0604020202020204" pitchFamily="34" charset="0"/>
              <a:buNone/>
              <a:defRPr sz="2200" b="0">
                <a:solidFill>
                  <a:schemeClr val="accent1"/>
                </a:solidFill>
              </a:defRPr>
            </a:lvl2pPr>
            <a:lvl3pPr marL="0" indent="0">
              <a:lnSpc>
                <a:spcPct val="100000"/>
              </a:lnSpc>
              <a:spcBef>
                <a:spcPts val="0"/>
              </a:spcBef>
              <a:spcAft>
                <a:spcPts val="0"/>
              </a:spcAft>
              <a:buNone/>
              <a:defRPr sz="2200" b="0">
                <a:solidFill>
                  <a:schemeClr val="accent1"/>
                </a:solidFill>
              </a:defRPr>
            </a:lvl3pPr>
            <a:lvl4pPr marL="0" indent="0">
              <a:lnSpc>
                <a:spcPct val="100000"/>
              </a:lnSpc>
              <a:spcBef>
                <a:spcPts val="0"/>
              </a:spcBef>
              <a:spcAft>
                <a:spcPts val="0"/>
              </a:spcAft>
              <a:buNone/>
              <a:defRPr sz="2200" b="0">
                <a:solidFill>
                  <a:schemeClr val="accent1"/>
                </a:solidFill>
              </a:defRPr>
            </a:lvl4pPr>
            <a:lvl5pPr marL="0" indent="0">
              <a:lnSpc>
                <a:spcPct val="100000"/>
              </a:lnSpc>
              <a:spcBef>
                <a:spcPts val="0"/>
              </a:spcBef>
              <a:spcAft>
                <a:spcPts val="0"/>
              </a:spcAft>
              <a:buNone/>
              <a:defRPr sz="2200" b="0">
                <a:solidFill>
                  <a:schemeClr val="accent1"/>
                </a:solidFill>
              </a:defRPr>
            </a:lvl5pPr>
            <a:lvl6pPr marL="0" indent="0">
              <a:lnSpc>
                <a:spcPct val="100000"/>
              </a:lnSpc>
              <a:spcBef>
                <a:spcPts val="0"/>
              </a:spcBef>
              <a:spcAft>
                <a:spcPts val="0"/>
              </a:spcAft>
              <a:buNone/>
              <a:defRPr sz="2200" b="0">
                <a:solidFill>
                  <a:schemeClr val="accent1"/>
                </a:solidFill>
              </a:defRPr>
            </a:lvl6pPr>
            <a:lvl7pPr marL="0" indent="0">
              <a:lnSpc>
                <a:spcPct val="100000"/>
              </a:lnSpc>
              <a:spcBef>
                <a:spcPts val="0"/>
              </a:spcBef>
              <a:spcAft>
                <a:spcPts val="0"/>
              </a:spcAft>
              <a:buNone/>
              <a:defRPr sz="2200" b="0">
                <a:solidFill>
                  <a:schemeClr val="accent1"/>
                </a:solidFill>
              </a:defRPr>
            </a:lvl7pPr>
            <a:lvl8pPr marL="0" indent="0">
              <a:lnSpc>
                <a:spcPct val="100000"/>
              </a:lnSpc>
              <a:spcBef>
                <a:spcPts val="0"/>
              </a:spcBef>
              <a:spcAft>
                <a:spcPts val="0"/>
              </a:spcAft>
              <a:buNone/>
              <a:defRPr sz="2200" b="0">
                <a:solidFill>
                  <a:schemeClr val="accent1"/>
                </a:solidFill>
              </a:defRPr>
            </a:lvl8pPr>
            <a:lvl9pPr marL="0" indent="0">
              <a:lnSpc>
                <a:spcPct val="100000"/>
              </a:lnSpc>
              <a:spcBef>
                <a:spcPts val="0"/>
              </a:spcBef>
              <a:spcAft>
                <a:spcPts val="0"/>
              </a:spcAft>
              <a:buNone/>
              <a:defRPr sz="2200" b="0">
                <a:solidFill>
                  <a:schemeClr val="accent1"/>
                </a:solidFill>
              </a:defRPr>
            </a:lvl9pPr>
          </a:lstStyle>
          <a:p>
            <a:pPr lvl="0"/>
            <a:r>
              <a:rPr lang="en-US" noProof="0" dirty="0"/>
              <a:t> </a:t>
            </a:r>
          </a:p>
        </p:txBody>
      </p:sp>
      <p:sp>
        <p:nvSpPr>
          <p:cNvPr id="4" name="Title 3"/>
          <p:cNvSpPr>
            <a:spLocks noGrp="1"/>
          </p:cNvSpPr>
          <p:nvPr userDrawn="1">
            <p:ph type="title" hasCustomPrompt="1"/>
          </p:nvPr>
        </p:nvSpPr>
        <p:spPr bwMode="gray">
          <a:xfrm>
            <a:off x="623888" y="730800"/>
            <a:ext cx="10944000" cy="325952"/>
          </a:xfrm>
        </p:spPr>
        <p:txBody>
          <a:bodyPr/>
          <a:lstStyle/>
          <a:p>
            <a:r>
              <a:rPr lang="en-US" dirty="0"/>
              <a:t>Insert slide title here (max. 2 lines | max. 1 line with Action Title)</a:t>
            </a:r>
          </a:p>
        </p:txBody>
      </p:sp>
      <p:sp>
        <p:nvSpPr>
          <p:cNvPr id="8" name="Textplatzhalter 8">
            <a:extLst>
              <a:ext uri="{FF2B5EF4-FFF2-40B4-BE49-F238E27FC236}">
                <a16:creationId xmlns:a16="http://schemas.microsoft.com/office/drawing/2014/main" id="{3A08BF8D-47B6-4F1F-9BE9-7811A3BB4AD0}"/>
              </a:ext>
            </a:extLst>
          </p:cNvPr>
          <p:cNvSpPr>
            <a:spLocks noGrp="1"/>
          </p:cNvSpPr>
          <p:nvPr userDrawn="1">
            <p:ph type="body" sz="quarter" idx="23" hasCustomPrompt="1"/>
          </p:nvPr>
        </p:nvSpPr>
        <p:spPr>
          <a:xfrm>
            <a:off x="623888" y="1484312"/>
            <a:ext cx="3456177" cy="504000"/>
          </a:xfrm>
        </p:spPr>
        <p:txBody>
          <a:bodyPr anchor="b"/>
          <a:lstStyle>
            <a:lvl1pPr>
              <a:spcBef>
                <a:spcPts val="0"/>
              </a:spcBef>
              <a:spcAft>
                <a:spcPts val="0"/>
              </a:spcAft>
              <a:defRPr b="1">
                <a:solidFill>
                  <a:schemeClr val="bg2"/>
                </a:solidFill>
              </a:defRPr>
            </a:lvl1pPr>
          </a:lstStyle>
          <a:p>
            <a:r>
              <a:rPr lang="en-US" dirty="0" err="1"/>
              <a:t>Subheadline</a:t>
            </a:r>
            <a:r>
              <a:rPr lang="en-US" dirty="0"/>
              <a:t>, </a:t>
            </a:r>
            <a:br>
              <a:rPr lang="en-US" dirty="0"/>
            </a:br>
            <a:r>
              <a:rPr lang="en-US" dirty="0"/>
              <a:t>max 2 lines</a:t>
            </a:r>
          </a:p>
        </p:txBody>
      </p:sp>
      <p:sp>
        <p:nvSpPr>
          <p:cNvPr id="9" name="MIO_VALID_LAYOUT">
            <a:extLst>
              <a:ext uri="{FF2B5EF4-FFF2-40B4-BE49-F238E27FC236}">
                <a16:creationId xmlns:a16="http://schemas.microsoft.com/office/drawing/2014/main" id="{A3445C24-DBAA-4C1B-B101-B17B9F2E08F6}"/>
              </a:ext>
            </a:extLst>
          </p:cNvPr>
          <p:cNvSpPr/>
          <p:nvPr userDrawn="1"/>
        </p:nvSpPr>
        <p:spPr bwMode="gray">
          <a:xfrm>
            <a:off x="11856640" y="6597171"/>
            <a:ext cx="335360" cy="260829"/>
          </a:xfrm>
          <a:prstGeom prst="rect">
            <a:avLst/>
          </a:prstGeom>
          <a:no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Tree>
    <p:extLst>
      <p:ext uri="{BB962C8B-B14F-4D97-AF65-F5344CB8AC3E}">
        <p14:creationId xmlns:p14="http://schemas.microsoft.com/office/powerpoint/2010/main" val="574649508"/>
      </p:ext>
    </p:extLst>
  </p:cSld>
  <p:clrMapOvr>
    <a:masterClrMapping/>
  </p:clrMapOvr>
  <p:extLst>
    <p:ext uri="{DCECCB84-F9BA-43D5-87BE-67443E8EF086}">
      <p15:sldGuideLst xmlns:p15="http://schemas.microsoft.com/office/powerpoint/2012/main"/>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ablet-Screen">
    <p:spTree>
      <p:nvGrpSpPr>
        <p:cNvPr id="1" name=""/>
        <p:cNvGrpSpPr/>
        <p:nvPr/>
      </p:nvGrpSpPr>
      <p:grpSpPr>
        <a:xfrm>
          <a:off x="0" y="0"/>
          <a:ext cx="0" cy="0"/>
          <a:chOff x="0" y="0"/>
          <a:chExt cx="0" cy="0"/>
        </a:xfrm>
      </p:grpSpPr>
      <p:sp>
        <p:nvSpPr>
          <p:cNvPr id="23" name="Freihandform: Form 22">
            <a:extLst>
              <a:ext uri="{FF2B5EF4-FFF2-40B4-BE49-F238E27FC236}">
                <a16:creationId xmlns:a16="http://schemas.microsoft.com/office/drawing/2014/main" id="{BB394085-53BA-455A-8907-8F1392A21EE0}"/>
              </a:ext>
            </a:extLst>
          </p:cNvPr>
          <p:cNvSpPr/>
          <p:nvPr userDrawn="1"/>
        </p:nvSpPr>
        <p:spPr bwMode="gray">
          <a:xfrm>
            <a:off x="1" y="2524277"/>
            <a:ext cx="8040215" cy="4333725"/>
          </a:xfrm>
          <a:custGeom>
            <a:avLst/>
            <a:gdLst>
              <a:gd name="connsiteX0" fmla="*/ 768585 w 8040215"/>
              <a:gd name="connsiteY0" fmla="*/ 2845762 h 4333725"/>
              <a:gd name="connsiteX1" fmla="*/ 508991 w 8040215"/>
              <a:gd name="connsiteY1" fmla="*/ 2920470 h 4333725"/>
              <a:gd name="connsiteX2" fmla="*/ 374754 w 8040215"/>
              <a:gd name="connsiteY2" fmla="*/ 3334233 h 4333725"/>
              <a:gd name="connsiteX3" fmla="*/ 378137 w 8040215"/>
              <a:gd name="connsiteY3" fmla="*/ 3343319 h 4333725"/>
              <a:gd name="connsiteX4" fmla="*/ 397126 w 8040215"/>
              <a:gd name="connsiteY4" fmla="*/ 4268488 h 4333725"/>
              <a:gd name="connsiteX5" fmla="*/ 371620 w 8040215"/>
              <a:gd name="connsiteY5" fmla="*/ 4333723 h 4333725"/>
              <a:gd name="connsiteX6" fmla="*/ 3123623 w 8040215"/>
              <a:gd name="connsiteY6" fmla="*/ 4333723 h 4333725"/>
              <a:gd name="connsiteX7" fmla="*/ 3124689 w 8040215"/>
              <a:gd name="connsiteY7" fmla="*/ 4327133 h 4333725"/>
              <a:gd name="connsiteX8" fmla="*/ 3125481 w 8040215"/>
              <a:gd name="connsiteY8" fmla="*/ 4323588 h 4333725"/>
              <a:gd name="connsiteX9" fmla="*/ 3365569 w 8040215"/>
              <a:gd name="connsiteY9" fmla="*/ 3745149 h 4333725"/>
              <a:gd name="connsiteX10" fmla="*/ 3371919 w 8040215"/>
              <a:gd name="connsiteY10" fmla="*/ 3737669 h 4333725"/>
              <a:gd name="connsiteX11" fmla="*/ 3352030 w 8040215"/>
              <a:gd name="connsiteY11" fmla="*/ 3303131 h 4333725"/>
              <a:gd name="connsiteX12" fmla="*/ 2852845 w 8040215"/>
              <a:gd name="connsiteY12" fmla="*/ 3191354 h 4333725"/>
              <a:gd name="connsiteX13" fmla="*/ 2841878 w 8040215"/>
              <a:gd name="connsiteY13" fmla="*/ 3196691 h 4333725"/>
              <a:gd name="connsiteX14" fmla="*/ 2678844 w 8040215"/>
              <a:gd name="connsiteY14" fmla="*/ 3263777 h 4333725"/>
              <a:gd name="connsiteX15" fmla="*/ 2659642 w 8040215"/>
              <a:gd name="connsiteY15" fmla="*/ 3269666 h 4333725"/>
              <a:gd name="connsiteX16" fmla="*/ 2628461 w 8040215"/>
              <a:gd name="connsiteY16" fmla="*/ 3280254 h 4333725"/>
              <a:gd name="connsiteX17" fmla="*/ 1029287 w 8040215"/>
              <a:gd name="connsiteY17" fmla="*/ 2952746 h 4333725"/>
              <a:gd name="connsiteX18" fmla="*/ 1019873 w 8040215"/>
              <a:gd name="connsiteY18" fmla="*/ 2944754 h 4333725"/>
              <a:gd name="connsiteX19" fmla="*/ 768585 w 8040215"/>
              <a:gd name="connsiteY19" fmla="*/ 2845762 h 4333725"/>
              <a:gd name="connsiteX20" fmla="*/ 2061053 w 8040215"/>
              <a:gd name="connsiteY20" fmla="*/ 1239 h 4333725"/>
              <a:gd name="connsiteX21" fmla="*/ 3104906 w 8040215"/>
              <a:gd name="connsiteY21" fmla="*/ 315247 h 4333725"/>
              <a:gd name="connsiteX22" fmla="*/ 3489229 w 8040215"/>
              <a:gd name="connsiteY22" fmla="*/ 2658201 h 4333725"/>
              <a:gd name="connsiteX23" fmla="*/ 3481235 w 8040215"/>
              <a:gd name="connsiteY23" fmla="*/ 2667617 h 4333725"/>
              <a:gd name="connsiteX24" fmla="*/ 3501616 w 8040215"/>
              <a:gd name="connsiteY24" fmla="*/ 3178691 h 4333725"/>
              <a:gd name="connsiteX25" fmla="*/ 3925352 w 8040215"/>
              <a:gd name="connsiteY25" fmla="*/ 3276345 h 4333725"/>
              <a:gd name="connsiteX26" fmla="*/ 3934379 w 8040215"/>
              <a:gd name="connsiteY26" fmla="*/ 3272247 h 4333725"/>
              <a:gd name="connsiteX27" fmla="*/ 4566391 w 8040215"/>
              <a:gd name="connsiteY27" fmla="*/ 3138168 h 4333725"/>
              <a:gd name="connsiteX28" fmla="*/ 4588266 w 8040215"/>
              <a:gd name="connsiteY28" fmla="*/ 3138542 h 4333725"/>
              <a:gd name="connsiteX29" fmla="*/ 4615206 w 8040215"/>
              <a:gd name="connsiteY29" fmla="*/ 3139221 h 4333725"/>
              <a:gd name="connsiteX30" fmla="*/ 4643823 w 8040215"/>
              <a:gd name="connsiteY30" fmla="*/ 3141325 h 4333725"/>
              <a:gd name="connsiteX31" fmla="*/ 4657959 w 8040215"/>
              <a:gd name="connsiteY31" fmla="*/ 3142451 h 4333725"/>
              <a:gd name="connsiteX32" fmla="*/ 4731928 w 8040215"/>
              <a:gd name="connsiteY32" fmla="*/ 3150212 h 4333725"/>
              <a:gd name="connsiteX33" fmla="*/ 4732959 w 8040215"/>
              <a:gd name="connsiteY33" fmla="*/ 3151087 h 4333725"/>
              <a:gd name="connsiteX34" fmla="*/ 4772109 w 8040215"/>
              <a:gd name="connsiteY34" fmla="*/ 3157251 h 4333725"/>
              <a:gd name="connsiteX35" fmla="*/ 4780741 w 8040215"/>
              <a:gd name="connsiteY35" fmla="*/ 3158587 h 4333725"/>
              <a:gd name="connsiteX36" fmla="*/ 4892343 w 8040215"/>
              <a:gd name="connsiteY36" fmla="*/ 3181877 h 4333725"/>
              <a:gd name="connsiteX37" fmla="*/ 4908659 w 8040215"/>
              <a:gd name="connsiteY37" fmla="*/ 3186187 h 4333725"/>
              <a:gd name="connsiteX38" fmla="*/ 4923118 w 8040215"/>
              <a:gd name="connsiteY38" fmla="*/ 3189807 h 4333725"/>
              <a:gd name="connsiteX39" fmla="*/ 4932562 w 8040215"/>
              <a:gd name="connsiteY39" fmla="*/ 3192277 h 4333725"/>
              <a:gd name="connsiteX40" fmla="*/ 5333943 w 8040215"/>
              <a:gd name="connsiteY40" fmla="*/ 3025065 h 4333725"/>
              <a:gd name="connsiteX41" fmla="*/ 5338477 w 8040215"/>
              <a:gd name="connsiteY41" fmla="*/ 3017373 h 4333725"/>
              <a:gd name="connsiteX42" fmla="*/ 5285202 w 8040215"/>
              <a:gd name="connsiteY42" fmla="*/ 2585560 h 4333725"/>
              <a:gd name="connsiteX43" fmla="*/ 5278399 w 8040215"/>
              <a:gd name="connsiteY43" fmla="*/ 2578675 h 4333725"/>
              <a:gd name="connsiteX44" fmla="*/ 4909010 w 8040215"/>
              <a:gd name="connsiteY44" fmla="*/ 1181904 h 4333725"/>
              <a:gd name="connsiteX45" fmla="*/ 6676246 w 8040215"/>
              <a:gd name="connsiteY45" fmla="*/ 175681 h 4333725"/>
              <a:gd name="connsiteX46" fmla="*/ 7682492 w 8040215"/>
              <a:gd name="connsiteY46" fmla="*/ 1942916 h 4333725"/>
              <a:gd name="connsiteX47" fmla="*/ 5915255 w 8040215"/>
              <a:gd name="connsiteY47" fmla="*/ 2949138 h 4333725"/>
              <a:gd name="connsiteX48" fmla="*/ 5905792 w 8040215"/>
              <a:gd name="connsiteY48" fmla="*/ 2946430 h 4333725"/>
              <a:gd name="connsiteX49" fmla="*/ 5504302 w 8040215"/>
              <a:gd name="connsiteY49" fmla="*/ 3113770 h 4333725"/>
              <a:gd name="connsiteX50" fmla="*/ 5499768 w 8040215"/>
              <a:gd name="connsiteY50" fmla="*/ 3121462 h 4333725"/>
              <a:gd name="connsiteX51" fmla="*/ 5552103 w 8040215"/>
              <a:gd name="connsiteY51" fmla="*/ 3556471 h 4333725"/>
              <a:gd name="connsiteX52" fmla="*/ 5559454 w 8040215"/>
              <a:gd name="connsiteY52" fmla="*/ 3562712 h 4333725"/>
              <a:gd name="connsiteX53" fmla="*/ 5790295 w 8040215"/>
              <a:gd name="connsiteY53" fmla="*/ 3865879 h 4333725"/>
              <a:gd name="connsiteX54" fmla="*/ 5792703 w 8040215"/>
              <a:gd name="connsiteY54" fmla="*/ 3870364 h 4333725"/>
              <a:gd name="connsiteX55" fmla="*/ 5816447 w 8040215"/>
              <a:gd name="connsiteY55" fmla="*/ 3912713 h 4333725"/>
              <a:gd name="connsiteX56" fmla="*/ 5827408 w 8040215"/>
              <a:gd name="connsiteY56" fmla="*/ 3933782 h 4333725"/>
              <a:gd name="connsiteX57" fmla="*/ 5832390 w 8040215"/>
              <a:gd name="connsiteY57" fmla="*/ 3943337 h 4333725"/>
              <a:gd name="connsiteX58" fmla="*/ 5839230 w 8040215"/>
              <a:gd name="connsiteY58" fmla="*/ 3958022 h 4333725"/>
              <a:gd name="connsiteX59" fmla="*/ 5844181 w 8040215"/>
              <a:gd name="connsiteY59" fmla="*/ 3968660 h 4333725"/>
              <a:gd name="connsiteX60" fmla="*/ 5854505 w 8040215"/>
              <a:gd name="connsiteY60" fmla="*/ 3990739 h 4333725"/>
              <a:gd name="connsiteX61" fmla="*/ 5862779 w 8040215"/>
              <a:gd name="connsiteY61" fmla="*/ 4009747 h 4333725"/>
              <a:gd name="connsiteX62" fmla="*/ 5869479 w 8040215"/>
              <a:gd name="connsiteY62" fmla="*/ 4025644 h 4333725"/>
              <a:gd name="connsiteX63" fmla="*/ 5883447 w 8040215"/>
              <a:gd name="connsiteY63" fmla="*/ 4061470 h 4333725"/>
              <a:gd name="connsiteX64" fmla="*/ 5885770 w 8040215"/>
              <a:gd name="connsiteY64" fmla="*/ 4067881 h 4333725"/>
              <a:gd name="connsiteX65" fmla="*/ 5897262 w 8040215"/>
              <a:gd name="connsiteY65" fmla="*/ 4099829 h 4333725"/>
              <a:gd name="connsiteX66" fmla="*/ 5901040 w 8040215"/>
              <a:gd name="connsiteY66" fmla="*/ 4110804 h 4333725"/>
              <a:gd name="connsiteX67" fmla="*/ 5910105 w 8040215"/>
              <a:gd name="connsiteY67" fmla="*/ 4138028 h 4333725"/>
              <a:gd name="connsiteX68" fmla="*/ 5914147 w 8040215"/>
              <a:gd name="connsiteY68" fmla="*/ 4150782 h 4333725"/>
              <a:gd name="connsiteX69" fmla="*/ 5921902 w 8040215"/>
              <a:gd name="connsiteY69" fmla="*/ 4176673 h 4333725"/>
              <a:gd name="connsiteX70" fmla="*/ 5925893 w 8040215"/>
              <a:gd name="connsiteY70" fmla="*/ 4190268 h 4333725"/>
              <a:gd name="connsiteX71" fmla="*/ 5932617 w 8040215"/>
              <a:gd name="connsiteY71" fmla="*/ 4215284 h 4333725"/>
              <a:gd name="connsiteX72" fmla="*/ 5942180 w 8040215"/>
              <a:gd name="connsiteY72" fmla="*/ 4254472 h 4333725"/>
              <a:gd name="connsiteX73" fmla="*/ 5943976 w 8040215"/>
              <a:gd name="connsiteY73" fmla="*/ 4261767 h 4333725"/>
              <a:gd name="connsiteX74" fmla="*/ 5950659 w 8040215"/>
              <a:gd name="connsiteY74" fmla="*/ 4293627 h 4333725"/>
              <a:gd name="connsiteX75" fmla="*/ 5951072 w 8040215"/>
              <a:gd name="connsiteY75" fmla="*/ 4295753 h 4333725"/>
              <a:gd name="connsiteX76" fmla="*/ 5956989 w 8040215"/>
              <a:gd name="connsiteY76" fmla="*/ 4333723 h 4333725"/>
              <a:gd name="connsiteX77" fmla="*/ 8040215 w 8040215"/>
              <a:gd name="connsiteY77" fmla="*/ 4333723 h 4333725"/>
              <a:gd name="connsiteX78" fmla="*/ 8040215 w 8040215"/>
              <a:gd name="connsiteY78" fmla="*/ 4333725 h 4333725"/>
              <a:gd name="connsiteX79" fmla="*/ 0 w 8040215"/>
              <a:gd name="connsiteY79" fmla="*/ 4333725 h 4333725"/>
              <a:gd name="connsiteX80" fmla="*/ 0 w 8040215"/>
              <a:gd name="connsiteY80" fmla="*/ 2769493 h 4333725"/>
              <a:gd name="connsiteX81" fmla="*/ 13700 w 8040215"/>
              <a:gd name="connsiteY81" fmla="*/ 2779042 h 4333725"/>
              <a:gd name="connsiteX82" fmla="*/ 399396 w 8040215"/>
              <a:gd name="connsiteY82" fmla="*/ 2763070 h 4333725"/>
              <a:gd name="connsiteX83" fmla="*/ 554367 w 8040215"/>
              <a:gd name="connsiteY83" fmla="*/ 2275481 h 4333725"/>
              <a:gd name="connsiteX84" fmla="*/ 549836 w 8040215"/>
              <a:gd name="connsiteY84" fmla="*/ 2264088 h 4333725"/>
              <a:gd name="connsiteX85" fmla="*/ 1151931 w 8040215"/>
              <a:gd name="connsiteY85" fmla="*/ 311941 h 4333725"/>
              <a:gd name="connsiteX86" fmla="*/ 1152698 w 8040215"/>
              <a:gd name="connsiteY86" fmla="*/ 311038 h 4333725"/>
              <a:gd name="connsiteX87" fmla="*/ 1165608 w 8040215"/>
              <a:gd name="connsiteY87" fmla="*/ 301583 h 4333725"/>
              <a:gd name="connsiteX88" fmla="*/ 1186990 w 8040215"/>
              <a:gd name="connsiteY88" fmla="*/ 287114 h 4333725"/>
              <a:gd name="connsiteX89" fmla="*/ 1217851 w 8040215"/>
              <a:gd name="connsiteY89" fmla="*/ 266710 h 4333725"/>
              <a:gd name="connsiteX90" fmla="*/ 1225717 w 8040215"/>
              <a:gd name="connsiteY90" fmla="*/ 261626 h 4333725"/>
              <a:gd name="connsiteX91" fmla="*/ 1250966 w 8040215"/>
              <a:gd name="connsiteY91" fmla="*/ 246001 h 4333725"/>
              <a:gd name="connsiteX92" fmla="*/ 1264232 w 8040215"/>
              <a:gd name="connsiteY92" fmla="*/ 237957 h 4333725"/>
              <a:gd name="connsiteX93" fmla="*/ 1285074 w 8040215"/>
              <a:gd name="connsiteY93" fmla="*/ 225693 h 4333725"/>
              <a:gd name="connsiteX94" fmla="*/ 1302276 w 8040215"/>
              <a:gd name="connsiteY94" fmla="*/ 215886 h 4333725"/>
              <a:gd name="connsiteX95" fmla="*/ 1320542 w 8040215"/>
              <a:gd name="connsiteY95" fmla="*/ 205873 h 4333725"/>
              <a:gd name="connsiteX96" fmla="*/ 1340309 w 8040215"/>
              <a:gd name="connsiteY96" fmla="*/ 195136 h 4333725"/>
              <a:gd name="connsiteX97" fmla="*/ 1356674 w 8040215"/>
              <a:gd name="connsiteY97" fmla="*/ 186838 h 4333725"/>
              <a:gd name="connsiteX98" fmla="*/ 1378110 w 8040215"/>
              <a:gd name="connsiteY98" fmla="*/ 175966 h 4333725"/>
              <a:gd name="connsiteX99" fmla="*/ 1393800 w 8040215"/>
              <a:gd name="connsiteY99" fmla="*/ 168202 h 4333725"/>
              <a:gd name="connsiteX100" fmla="*/ 1415726 w 8040215"/>
              <a:gd name="connsiteY100" fmla="*/ 155969 h 4333725"/>
              <a:gd name="connsiteX101" fmla="*/ 1431582 w 8040215"/>
              <a:gd name="connsiteY101" fmla="*/ 148793 h 4333725"/>
              <a:gd name="connsiteX102" fmla="*/ 1453702 w 8040215"/>
              <a:gd name="connsiteY102" fmla="*/ 138945 h 4333725"/>
              <a:gd name="connsiteX103" fmla="*/ 1470055 w 8040215"/>
              <a:gd name="connsiteY103" fmla="*/ 131968 h 4333725"/>
              <a:gd name="connsiteX104" fmla="*/ 1491519 w 8040215"/>
              <a:gd name="connsiteY104" fmla="*/ 122893 h 4333725"/>
              <a:gd name="connsiteX105" fmla="*/ 1509174 w 8040215"/>
              <a:gd name="connsiteY105" fmla="*/ 115690 h 4333725"/>
              <a:gd name="connsiteX106" fmla="*/ 1529890 w 8040215"/>
              <a:gd name="connsiteY106" fmla="*/ 107757 h 4333725"/>
              <a:gd name="connsiteX107" fmla="*/ 1548189 w 8040215"/>
              <a:gd name="connsiteY107" fmla="*/ 101101 h 4333725"/>
              <a:gd name="connsiteX108" fmla="*/ 1567772 w 8040215"/>
              <a:gd name="connsiteY108" fmla="*/ 93981 h 4333725"/>
              <a:gd name="connsiteX109" fmla="*/ 1588347 w 8040215"/>
              <a:gd name="connsiteY109" fmla="*/ 87258 h 4333725"/>
              <a:gd name="connsiteX110" fmla="*/ 1607034 w 8040215"/>
              <a:gd name="connsiteY110" fmla="*/ 80932 h 4333725"/>
              <a:gd name="connsiteX111" fmla="*/ 1628086 w 8040215"/>
              <a:gd name="connsiteY111" fmla="*/ 74171 h 4333725"/>
              <a:gd name="connsiteX112" fmla="*/ 1645768 w 8040215"/>
              <a:gd name="connsiteY112" fmla="*/ 68766 h 4333725"/>
              <a:gd name="connsiteX113" fmla="*/ 1667812 w 8040215"/>
              <a:gd name="connsiteY113" fmla="*/ 62405 h 4333725"/>
              <a:gd name="connsiteX114" fmla="*/ 1684838 w 8040215"/>
              <a:gd name="connsiteY114" fmla="*/ 57774 h 4333725"/>
              <a:gd name="connsiteX115" fmla="*/ 1707508 w 8040215"/>
              <a:gd name="connsiteY115" fmla="*/ 51721 h 4333725"/>
              <a:gd name="connsiteX116" fmla="*/ 1724334 w 8040215"/>
              <a:gd name="connsiteY116" fmla="*/ 47586 h 4333725"/>
              <a:gd name="connsiteX117" fmla="*/ 1747171 w 8040215"/>
              <a:gd name="connsiteY117" fmla="*/ 42120 h 4333725"/>
              <a:gd name="connsiteX118" fmla="*/ 1764146 w 8040215"/>
              <a:gd name="connsiteY118" fmla="*/ 38333 h 4333725"/>
              <a:gd name="connsiteX119" fmla="*/ 1786803 w 8040215"/>
              <a:gd name="connsiteY119" fmla="*/ 33602 h 4333725"/>
              <a:gd name="connsiteX120" fmla="*/ 1804275 w 8040215"/>
              <a:gd name="connsiteY120" fmla="*/ 30015 h 4333725"/>
              <a:gd name="connsiteX121" fmla="*/ 1825926 w 8040215"/>
              <a:gd name="connsiteY121" fmla="*/ 26205 h 4333725"/>
              <a:gd name="connsiteX122" fmla="*/ 1844996 w 8040215"/>
              <a:gd name="connsiteY122" fmla="*/ 23088 h 4333725"/>
              <a:gd name="connsiteX123" fmla="*/ 1865367 w 8040215"/>
              <a:gd name="connsiteY123" fmla="*/ 19744 h 4333725"/>
              <a:gd name="connsiteX124" fmla="*/ 1886234 w 8040215"/>
              <a:gd name="connsiteY124" fmla="*/ 16599 h 4333725"/>
              <a:gd name="connsiteX125" fmla="*/ 1904517 w 8040215"/>
              <a:gd name="connsiteY125" fmla="*/ 14146 h 4333725"/>
              <a:gd name="connsiteX126" fmla="*/ 1928363 w 8040215"/>
              <a:gd name="connsiteY126" fmla="*/ 12197 h 4333725"/>
              <a:gd name="connsiteX127" fmla="*/ 1943823 w 8040215"/>
              <a:gd name="connsiteY127" fmla="*/ 10454 h 4333725"/>
              <a:gd name="connsiteX128" fmla="*/ 1970859 w 8040215"/>
              <a:gd name="connsiteY128" fmla="*/ 7886 h 4333725"/>
              <a:gd name="connsiteX129" fmla="*/ 1982652 w 8040215"/>
              <a:gd name="connsiteY129" fmla="*/ 6803 h 4333725"/>
              <a:gd name="connsiteX130" fmla="*/ 2013909 w 8040215"/>
              <a:gd name="connsiteY130" fmla="*/ 4490 h 4333725"/>
              <a:gd name="connsiteX131" fmla="*/ 2021430 w 8040215"/>
              <a:gd name="connsiteY131" fmla="*/ 3996 h 4333725"/>
              <a:gd name="connsiteX132" fmla="*/ 2058541 w 8040215"/>
              <a:gd name="connsiteY132" fmla="*/ 1325 h 433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8040215" h="4333725">
                <a:moveTo>
                  <a:pt x="768585" y="2845762"/>
                </a:moveTo>
                <a:cubicBezTo>
                  <a:pt x="678517" y="2841475"/>
                  <a:pt x="587063" y="2866138"/>
                  <a:pt x="508991" y="2920470"/>
                </a:cubicBezTo>
                <a:cubicBezTo>
                  <a:pt x="376497" y="3012596"/>
                  <a:pt x="321538" y="3181865"/>
                  <a:pt x="374754" y="3334233"/>
                </a:cubicBezTo>
                <a:lnTo>
                  <a:pt x="378137" y="3343319"/>
                </a:lnTo>
                <a:cubicBezTo>
                  <a:pt x="488165" y="3646167"/>
                  <a:pt x="491475" y="3971281"/>
                  <a:pt x="397126" y="4268488"/>
                </a:cubicBezTo>
                <a:lnTo>
                  <a:pt x="371620" y="4333723"/>
                </a:lnTo>
                <a:lnTo>
                  <a:pt x="3123623" y="4333723"/>
                </a:lnTo>
                <a:lnTo>
                  <a:pt x="3124689" y="4327133"/>
                </a:lnTo>
                <a:cubicBezTo>
                  <a:pt x="3125069" y="4325901"/>
                  <a:pt x="3124824" y="4324362"/>
                  <a:pt x="3125481" y="4323588"/>
                </a:cubicBezTo>
                <a:cubicBezTo>
                  <a:pt x="3161776" y="4115373"/>
                  <a:pt x="3243798" y="3917860"/>
                  <a:pt x="3365569" y="3745149"/>
                </a:cubicBezTo>
                <a:cubicBezTo>
                  <a:pt x="3367649" y="3742699"/>
                  <a:pt x="3369729" y="3740249"/>
                  <a:pt x="3371919" y="3737669"/>
                </a:cubicBezTo>
                <a:cubicBezTo>
                  <a:pt x="3463475" y="3604731"/>
                  <a:pt x="3455366" y="3427123"/>
                  <a:pt x="3352030" y="3303131"/>
                </a:cubicBezTo>
                <a:cubicBezTo>
                  <a:pt x="3230080" y="3157145"/>
                  <a:pt x="3025333" y="3111301"/>
                  <a:pt x="2852845" y="3191354"/>
                </a:cubicBezTo>
                <a:lnTo>
                  <a:pt x="2841878" y="3196691"/>
                </a:lnTo>
                <a:cubicBezTo>
                  <a:pt x="2788835" y="3222051"/>
                  <a:pt x="2734357" y="3244396"/>
                  <a:pt x="2678844" y="3263777"/>
                </a:cubicBezTo>
                <a:lnTo>
                  <a:pt x="2659642" y="3269666"/>
                </a:lnTo>
                <a:cubicBezTo>
                  <a:pt x="2649384" y="3273385"/>
                  <a:pt x="2638998" y="3276995"/>
                  <a:pt x="2628461" y="3280254"/>
                </a:cubicBezTo>
                <a:cubicBezTo>
                  <a:pt x="2074626" y="3454517"/>
                  <a:pt x="1469929" y="3330836"/>
                  <a:pt x="1029287" y="2952746"/>
                </a:cubicBezTo>
                <a:lnTo>
                  <a:pt x="1019873" y="2944754"/>
                </a:lnTo>
                <a:cubicBezTo>
                  <a:pt x="947339" y="2883286"/>
                  <a:pt x="858654" y="2850049"/>
                  <a:pt x="768585" y="2845762"/>
                </a:cubicBezTo>
                <a:close/>
                <a:moveTo>
                  <a:pt x="2061053" y="1239"/>
                </a:moveTo>
                <a:cubicBezTo>
                  <a:pt x="2434223" y="-13097"/>
                  <a:pt x="2801515" y="97376"/>
                  <a:pt x="3104906" y="315247"/>
                </a:cubicBezTo>
                <a:cubicBezTo>
                  <a:pt x="3857932" y="856015"/>
                  <a:pt x="4030095" y="1905059"/>
                  <a:pt x="3489229" y="2658201"/>
                </a:cubicBezTo>
                <a:cubicBezTo>
                  <a:pt x="3486492" y="2661425"/>
                  <a:pt x="3483863" y="2664522"/>
                  <a:pt x="3481235" y="2667617"/>
                </a:cubicBezTo>
                <a:cubicBezTo>
                  <a:pt x="3371397" y="2822872"/>
                  <a:pt x="3379764" y="3032589"/>
                  <a:pt x="3501616" y="3178691"/>
                </a:cubicBezTo>
                <a:cubicBezTo>
                  <a:pt x="3604997" y="3302633"/>
                  <a:pt x="3778184" y="3342521"/>
                  <a:pt x="3925352" y="3276345"/>
                </a:cubicBezTo>
                <a:cubicBezTo>
                  <a:pt x="3928483" y="3275009"/>
                  <a:pt x="3931377" y="3273693"/>
                  <a:pt x="3934379" y="3272247"/>
                </a:cubicBezTo>
                <a:cubicBezTo>
                  <a:pt x="4132170" y="3180165"/>
                  <a:pt x="4348231" y="3134263"/>
                  <a:pt x="4566391" y="3138168"/>
                </a:cubicBezTo>
                <a:lnTo>
                  <a:pt x="4588266" y="3138542"/>
                </a:lnTo>
                <a:lnTo>
                  <a:pt x="4615206" y="3139221"/>
                </a:lnTo>
                <a:cubicBezTo>
                  <a:pt x="4624515" y="3140023"/>
                  <a:pt x="4634170" y="3140673"/>
                  <a:pt x="4643823" y="3141325"/>
                </a:cubicBezTo>
                <a:lnTo>
                  <a:pt x="4657959" y="3142451"/>
                </a:lnTo>
                <a:cubicBezTo>
                  <a:pt x="4682724" y="3144389"/>
                  <a:pt x="4707177" y="3146953"/>
                  <a:pt x="4731928" y="3150212"/>
                </a:cubicBezTo>
                <a:lnTo>
                  <a:pt x="4732959" y="3151087"/>
                </a:lnTo>
                <a:cubicBezTo>
                  <a:pt x="4746328" y="3153117"/>
                  <a:pt x="4759219" y="3155185"/>
                  <a:pt x="4772109" y="3157251"/>
                </a:cubicBezTo>
                <a:lnTo>
                  <a:pt x="4780741" y="3158587"/>
                </a:lnTo>
                <a:cubicBezTo>
                  <a:pt x="4817983" y="3164906"/>
                  <a:pt x="4855601" y="3172876"/>
                  <a:pt x="4892343" y="3181877"/>
                </a:cubicBezTo>
                <a:lnTo>
                  <a:pt x="4908659" y="3186187"/>
                </a:lnTo>
                <a:cubicBezTo>
                  <a:pt x="4913435" y="3187357"/>
                  <a:pt x="4918322" y="3188398"/>
                  <a:pt x="4923118" y="3189807"/>
                </a:cubicBezTo>
                <a:lnTo>
                  <a:pt x="4932562" y="3192277"/>
                </a:lnTo>
                <a:cubicBezTo>
                  <a:pt x="5088716" y="3232883"/>
                  <a:pt x="5252822" y="3164532"/>
                  <a:pt x="5333943" y="3025065"/>
                </a:cubicBezTo>
                <a:lnTo>
                  <a:pt x="5338477" y="3017373"/>
                </a:lnTo>
                <a:cubicBezTo>
                  <a:pt x="5419664" y="2877828"/>
                  <a:pt x="5397811" y="2701247"/>
                  <a:pt x="5285202" y="2585560"/>
                </a:cubicBezTo>
                <a:lnTo>
                  <a:pt x="5278399" y="2578675"/>
                </a:lnTo>
                <a:cubicBezTo>
                  <a:pt x="4913349" y="2213231"/>
                  <a:pt x="4772353" y="1680071"/>
                  <a:pt x="4909010" y="1181904"/>
                </a:cubicBezTo>
                <a:cubicBezTo>
                  <a:pt x="5119145" y="416034"/>
                  <a:pt x="5910378" y="-34455"/>
                  <a:pt x="6676246" y="175681"/>
                </a:cubicBezTo>
                <a:cubicBezTo>
                  <a:pt x="7442115" y="385817"/>
                  <a:pt x="7892639" y="1177034"/>
                  <a:pt x="7682492" y="1942916"/>
                </a:cubicBezTo>
                <a:cubicBezTo>
                  <a:pt x="7472356" y="2708784"/>
                  <a:pt x="6681125" y="3159276"/>
                  <a:pt x="5915255" y="2949138"/>
                </a:cubicBezTo>
                <a:lnTo>
                  <a:pt x="5905792" y="2946430"/>
                </a:lnTo>
                <a:cubicBezTo>
                  <a:pt x="5749594" y="2905875"/>
                  <a:pt x="5585456" y="2974263"/>
                  <a:pt x="5504302" y="3113770"/>
                </a:cubicBezTo>
                <a:lnTo>
                  <a:pt x="5499768" y="3121462"/>
                </a:lnTo>
                <a:cubicBezTo>
                  <a:pt x="5416582" y="3261530"/>
                  <a:pt x="5438103" y="3440072"/>
                  <a:pt x="5552103" y="3556471"/>
                </a:cubicBezTo>
                <a:lnTo>
                  <a:pt x="5559454" y="3562712"/>
                </a:lnTo>
                <a:cubicBezTo>
                  <a:pt x="5649614" y="3653083"/>
                  <a:pt x="5727140" y="3754939"/>
                  <a:pt x="5790295" y="3865879"/>
                </a:cubicBezTo>
                <a:lnTo>
                  <a:pt x="5792703" y="3870364"/>
                </a:lnTo>
                <a:cubicBezTo>
                  <a:pt x="5801134" y="3883959"/>
                  <a:pt x="5808910" y="3898326"/>
                  <a:pt x="5816447" y="3912713"/>
                </a:cubicBezTo>
                <a:lnTo>
                  <a:pt x="5827408" y="3933782"/>
                </a:lnTo>
                <a:lnTo>
                  <a:pt x="5832390" y="3943337"/>
                </a:lnTo>
                <a:lnTo>
                  <a:pt x="5839230" y="3958022"/>
                </a:lnTo>
                <a:lnTo>
                  <a:pt x="5844181" y="3968660"/>
                </a:lnTo>
                <a:lnTo>
                  <a:pt x="5854505" y="3990739"/>
                </a:lnTo>
                <a:lnTo>
                  <a:pt x="5862779" y="4009747"/>
                </a:lnTo>
                <a:lnTo>
                  <a:pt x="5869479" y="4025644"/>
                </a:lnTo>
                <a:cubicBezTo>
                  <a:pt x="5873900" y="4037166"/>
                  <a:pt x="5878727" y="4049253"/>
                  <a:pt x="5883447" y="4061470"/>
                </a:cubicBezTo>
                <a:lnTo>
                  <a:pt x="5885770" y="4067881"/>
                </a:lnTo>
                <a:cubicBezTo>
                  <a:pt x="5889657" y="4078725"/>
                  <a:pt x="5893505" y="4089094"/>
                  <a:pt x="5897262" y="4099829"/>
                </a:cubicBezTo>
                <a:lnTo>
                  <a:pt x="5901040" y="4110804"/>
                </a:lnTo>
                <a:lnTo>
                  <a:pt x="5910105" y="4138028"/>
                </a:lnTo>
                <a:lnTo>
                  <a:pt x="5914147" y="4150782"/>
                </a:lnTo>
                <a:lnTo>
                  <a:pt x="5921902" y="4176673"/>
                </a:lnTo>
                <a:lnTo>
                  <a:pt x="5925893" y="4190268"/>
                </a:lnTo>
                <a:lnTo>
                  <a:pt x="5932617" y="4215284"/>
                </a:lnTo>
                <a:cubicBezTo>
                  <a:pt x="5935964" y="4228334"/>
                  <a:pt x="5939202" y="4241512"/>
                  <a:pt x="5942180" y="4254472"/>
                </a:cubicBezTo>
                <a:lnTo>
                  <a:pt x="5943976" y="4261767"/>
                </a:lnTo>
                <a:lnTo>
                  <a:pt x="5950659" y="4293627"/>
                </a:lnTo>
                <a:lnTo>
                  <a:pt x="5951072" y="4295753"/>
                </a:lnTo>
                <a:lnTo>
                  <a:pt x="5956989" y="4333723"/>
                </a:lnTo>
                <a:lnTo>
                  <a:pt x="8040215" y="4333723"/>
                </a:lnTo>
                <a:lnTo>
                  <a:pt x="8040215" y="4333725"/>
                </a:lnTo>
                <a:lnTo>
                  <a:pt x="0" y="4333725"/>
                </a:lnTo>
                <a:lnTo>
                  <a:pt x="0" y="2769493"/>
                </a:lnTo>
                <a:lnTo>
                  <a:pt x="13700" y="2779042"/>
                </a:lnTo>
                <a:cubicBezTo>
                  <a:pt x="132854" y="2848175"/>
                  <a:pt x="283402" y="2843821"/>
                  <a:pt x="399396" y="2763070"/>
                </a:cubicBezTo>
                <a:cubicBezTo>
                  <a:pt x="555489" y="2654362"/>
                  <a:pt x="619007" y="2454411"/>
                  <a:pt x="554367" y="2275481"/>
                </a:cubicBezTo>
                <a:lnTo>
                  <a:pt x="549836" y="2264088"/>
                </a:lnTo>
                <a:cubicBezTo>
                  <a:pt x="285935" y="1552086"/>
                  <a:pt x="532828" y="751601"/>
                  <a:pt x="1151931" y="311941"/>
                </a:cubicBezTo>
                <a:lnTo>
                  <a:pt x="1152698" y="311038"/>
                </a:lnTo>
                <a:cubicBezTo>
                  <a:pt x="1156886" y="307936"/>
                  <a:pt x="1161182" y="304705"/>
                  <a:pt x="1165608" y="301583"/>
                </a:cubicBezTo>
                <a:cubicBezTo>
                  <a:pt x="1172431" y="296945"/>
                  <a:pt x="1179949" y="292010"/>
                  <a:pt x="1186990" y="287114"/>
                </a:cubicBezTo>
                <a:cubicBezTo>
                  <a:pt x="1197214" y="280038"/>
                  <a:pt x="1207588" y="273309"/>
                  <a:pt x="1217851" y="266710"/>
                </a:cubicBezTo>
                <a:cubicBezTo>
                  <a:pt x="1220595" y="265046"/>
                  <a:pt x="1223101" y="263400"/>
                  <a:pt x="1225717" y="261626"/>
                </a:cubicBezTo>
                <a:lnTo>
                  <a:pt x="1250966" y="246001"/>
                </a:lnTo>
                <a:cubicBezTo>
                  <a:pt x="1255301" y="243247"/>
                  <a:pt x="1259766" y="240602"/>
                  <a:pt x="1264232" y="237957"/>
                </a:cubicBezTo>
                <a:cubicBezTo>
                  <a:pt x="1271092" y="233796"/>
                  <a:pt x="1279346" y="229040"/>
                  <a:pt x="1285074" y="225693"/>
                </a:cubicBezTo>
                <a:cubicBezTo>
                  <a:pt x="1290801" y="222344"/>
                  <a:pt x="1296201" y="219382"/>
                  <a:pt x="1302276" y="215886"/>
                </a:cubicBezTo>
                <a:cubicBezTo>
                  <a:pt x="1308352" y="212389"/>
                  <a:pt x="1314447" y="209130"/>
                  <a:pt x="1320542" y="205873"/>
                </a:cubicBezTo>
                <a:lnTo>
                  <a:pt x="1340309" y="195136"/>
                </a:lnTo>
                <a:lnTo>
                  <a:pt x="1356674" y="186838"/>
                </a:lnTo>
                <a:cubicBezTo>
                  <a:pt x="1363813" y="183134"/>
                  <a:pt x="1372931" y="178669"/>
                  <a:pt x="1378110" y="175966"/>
                </a:cubicBezTo>
                <a:cubicBezTo>
                  <a:pt x="1383291" y="173261"/>
                  <a:pt x="1388600" y="170667"/>
                  <a:pt x="1393800" y="168202"/>
                </a:cubicBezTo>
                <a:lnTo>
                  <a:pt x="1415726" y="155969"/>
                </a:lnTo>
                <a:lnTo>
                  <a:pt x="1431582" y="148793"/>
                </a:lnTo>
                <a:cubicBezTo>
                  <a:pt x="1438869" y="145437"/>
                  <a:pt x="1448373" y="141300"/>
                  <a:pt x="1453702" y="138945"/>
                </a:cubicBezTo>
                <a:cubicBezTo>
                  <a:pt x="1459031" y="136589"/>
                  <a:pt x="1462987" y="135065"/>
                  <a:pt x="1470055" y="131968"/>
                </a:cubicBezTo>
                <a:cubicBezTo>
                  <a:pt x="1477123" y="128870"/>
                  <a:pt x="1484321" y="125882"/>
                  <a:pt x="1491519" y="122893"/>
                </a:cubicBezTo>
                <a:lnTo>
                  <a:pt x="1509174" y="115690"/>
                </a:lnTo>
                <a:lnTo>
                  <a:pt x="1529890" y="107757"/>
                </a:lnTo>
                <a:cubicBezTo>
                  <a:pt x="1536101" y="105485"/>
                  <a:pt x="1542198" y="103270"/>
                  <a:pt x="1548189" y="101101"/>
                </a:cubicBezTo>
                <a:lnTo>
                  <a:pt x="1567772" y="93981"/>
                </a:lnTo>
                <a:lnTo>
                  <a:pt x="1588347" y="87258"/>
                </a:lnTo>
                <a:cubicBezTo>
                  <a:pt x="1594629" y="84826"/>
                  <a:pt x="1600951" y="82869"/>
                  <a:pt x="1607034" y="80932"/>
                </a:cubicBezTo>
                <a:lnTo>
                  <a:pt x="1628086" y="74171"/>
                </a:lnTo>
                <a:lnTo>
                  <a:pt x="1645768" y="68766"/>
                </a:lnTo>
                <a:lnTo>
                  <a:pt x="1667812" y="62405"/>
                </a:lnTo>
                <a:cubicBezTo>
                  <a:pt x="1673438" y="60745"/>
                  <a:pt x="1679083" y="59324"/>
                  <a:pt x="1684838" y="57774"/>
                </a:cubicBezTo>
                <a:lnTo>
                  <a:pt x="1707508" y="51721"/>
                </a:lnTo>
                <a:lnTo>
                  <a:pt x="1724334" y="47586"/>
                </a:lnTo>
                <a:cubicBezTo>
                  <a:pt x="1731866" y="45770"/>
                  <a:pt x="1739510" y="43826"/>
                  <a:pt x="1747171" y="42120"/>
                </a:cubicBezTo>
                <a:lnTo>
                  <a:pt x="1764146" y="38333"/>
                </a:lnTo>
                <a:cubicBezTo>
                  <a:pt x="1771570" y="36647"/>
                  <a:pt x="1781030" y="34913"/>
                  <a:pt x="1786803" y="33602"/>
                </a:cubicBezTo>
                <a:cubicBezTo>
                  <a:pt x="1792578" y="32291"/>
                  <a:pt x="1798480" y="31088"/>
                  <a:pt x="1804275" y="30015"/>
                </a:cubicBezTo>
                <a:lnTo>
                  <a:pt x="1825926" y="26205"/>
                </a:lnTo>
                <a:lnTo>
                  <a:pt x="1844996" y="23088"/>
                </a:lnTo>
                <a:lnTo>
                  <a:pt x="1865367" y="19744"/>
                </a:lnTo>
                <a:cubicBezTo>
                  <a:pt x="1872353" y="18574"/>
                  <a:pt x="1879358" y="17640"/>
                  <a:pt x="1886234" y="16599"/>
                </a:cubicBezTo>
                <a:lnTo>
                  <a:pt x="1904517" y="14146"/>
                </a:lnTo>
                <a:cubicBezTo>
                  <a:pt x="1912554" y="14089"/>
                  <a:pt x="1920513" y="13078"/>
                  <a:pt x="1928363" y="12197"/>
                </a:cubicBezTo>
                <a:lnTo>
                  <a:pt x="1943823" y="10454"/>
                </a:lnTo>
                <a:cubicBezTo>
                  <a:pt x="1952865" y="9477"/>
                  <a:pt x="1961797" y="8627"/>
                  <a:pt x="1970859" y="7886"/>
                </a:cubicBezTo>
                <a:lnTo>
                  <a:pt x="1982652" y="6803"/>
                </a:lnTo>
                <a:lnTo>
                  <a:pt x="2013909" y="4490"/>
                </a:lnTo>
                <a:lnTo>
                  <a:pt x="2021430" y="3996"/>
                </a:lnTo>
                <a:lnTo>
                  <a:pt x="2058541" y="1325"/>
                </a:lnTo>
                <a:close/>
              </a:path>
            </a:pathLst>
          </a:custGeom>
          <a:solidFill>
            <a:schemeClr val="accent1"/>
          </a:solidFill>
          <a:ln w="9525" cap="flat" cmpd="sng" algn="ctr">
            <a:noFill/>
            <a:prstDash val="solid"/>
          </a:ln>
          <a:effectLst/>
        </p:spPr>
        <p:txBody>
          <a:bodyPr wrap="square" rtlCol="0" anchor="ctr" anchorCtr="0">
            <a:noAutofit/>
          </a:bodyPr>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grpSp>
        <p:nvGrpSpPr>
          <p:cNvPr id="29" name="Gruppieren 28">
            <a:extLst>
              <a:ext uri="{FF2B5EF4-FFF2-40B4-BE49-F238E27FC236}">
                <a16:creationId xmlns:a16="http://schemas.microsoft.com/office/drawing/2014/main" id="{A5AB0CA4-2687-4E0F-A265-AEF1D2829DCA}"/>
              </a:ext>
            </a:extLst>
          </p:cNvPr>
          <p:cNvGrpSpPr/>
          <p:nvPr userDrawn="1"/>
        </p:nvGrpSpPr>
        <p:grpSpPr>
          <a:xfrm>
            <a:off x="623392" y="1322146"/>
            <a:ext cx="6578545" cy="4770678"/>
            <a:chOff x="623392" y="1322146"/>
            <a:chExt cx="6578545" cy="4770678"/>
          </a:xfrm>
        </p:grpSpPr>
        <p:sp>
          <p:nvSpPr>
            <p:cNvPr id="30" name="Rechteck: abgerundete Ecken 29">
              <a:extLst>
                <a:ext uri="{FF2B5EF4-FFF2-40B4-BE49-F238E27FC236}">
                  <a16:creationId xmlns:a16="http://schemas.microsoft.com/office/drawing/2014/main" id="{049686F8-6954-4B00-A0C4-E31BD4E4D920}"/>
                </a:ext>
              </a:extLst>
            </p:cNvPr>
            <p:cNvSpPr/>
            <p:nvPr/>
          </p:nvSpPr>
          <p:spPr bwMode="gray">
            <a:xfrm>
              <a:off x="1030711" y="1484312"/>
              <a:ext cx="5713361" cy="4464967"/>
            </a:xfrm>
            <a:prstGeom prst="roundRect">
              <a:avLst>
                <a:gd name="adj" fmla="val 1344"/>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8900000" scaled="1"/>
              <a:tileRect/>
            </a:grad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pic>
          <p:nvPicPr>
            <p:cNvPr id="31" name="Grafik 30">
              <a:extLst>
                <a:ext uri="{FF2B5EF4-FFF2-40B4-BE49-F238E27FC236}">
                  <a16:creationId xmlns:a16="http://schemas.microsoft.com/office/drawing/2014/main" id="{AC525B2C-568D-46CB-A856-661BDD27C7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flipH="1">
              <a:off x="1527326" y="418212"/>
              <a:ext cx="4770678" cy="6578545"/>
            </a:xfrm>
            <a:prstGeom prst="rect">
              <a:avLst/>
            </a:prstGeom>
          </p:spPr>
        </p:pic>
      </p:grpSp>
      <p:sp>
        <p:nvSpPr>
          <p:cNvPr id="5" name="Footer Placeholder 4"/>
          <p:cNvSpPr>
            <a:spLocks noGrp="1"/>
          </p:cNvSpPr>
          <p:nvPr userDrawn="1">
            <p:ph type="ftr" sz="quarter" idx="16"/>
          </p:nvPr>
        </p:nvSpPr>
        <p:spPr bwMode="gray"/>
        <p:txBody>
          <a:bodyPr/>
          <a:lstStyle/>
          <a:p>
            <a:r>
              <a:rPr lang="en-US" noProof="0" dirty="0"/>
              <a:t>Standard chart library</a:t>
            </a:r>
          </a:p>
        </p:txBody>
      </p:sp>
      <p:sp>
        <p:nvSpPr>
          <p:cNvPr id="13" name="Slide Number Placeholder 12"/>
          <p:cNvSpPr>
            <a:spLocks noGrp="1"/>
          </p:cNvSpPr>
          <p:nvPr userDrawn="1">
            <p:ph type="sldNum" sz="quarter" idx="17"/>
          </p:nvPr>
        </p:nvSpPr>
        <p:spPr bwMode="gray"/>
        <p:txBody>
          <a:bodyPr/>
          <a:lstStyle>
            <a:lvl1pPr>
              <a:defRPr>
                <a:solidFill>
                  <a:schemeClr val="tx1"/>
                </a:solidFill>
              </a:defRPr>
            </a:lvl1pPr>
          </a:lstStyle>
          <a:p>
            <a:fld id="{FD5E7EB4-4CDF-47BB-AF16-07782904B863}" type="slidenum">
              <a:rPr lang="en-US" smtClean="0"/>
              <a:pPr/>
              <a:t>‹#›</a:t>
            </a:fld>
            <a:endParaRPr lang="en-US" dirty="0"/>
          </a:p>
        </p:txBody>
      </p:sp>
      <p:sp>
        <p:nvSpPr>
          <p:cNvPr id="20" name="Bildplatzhalter 19">
            <a:extLst>
              <a:ext uri="{FF2B5EF4-FFF2-40B4-BE49-F238E27FC236}">
                <a16:creationId xmlns:a16="http://schemas.microsoft.com/office/drawing/2014/main" id="{27D2133F-0878-4B27-A4DD-2E7FC88B72CB}"/>
              </a:ext>
            </a:extLst>
          </p:cNvPr>
          <p:cNvSpPr>
            <a:spLocks noGrp="1"/>
          </p:cNvSpPr>
          <p:nvPr userDrawn="1">
            <p:ph type="pic" sz="quarter" idx="19"/>
          </p:nvPr>
        </p:nvSpPr>
        <p:spPr bwMode="gray">
          <a:xfrm>
            <a:off x="1079653" y="1484313"/>
            <a:ext cx="5662670" cy="4453779"/>
          </a:xfrm>
          <a:prstGeom prst="roundRect">
            <a:avLst>
              <a:gd name="adj" fmla="val 987"/>
            </a:avLst>
          </a:prstGeom>
          <a:solidFill>
            <a:schemeClr val="bg1">
              <a:lumMod val="75000"/>
            </a:schemeClr>
          </a:solidFill>
        </p:spPr>
        <p:txBody>
          <a:bodyPr wrap="square" tIns="360000" anchor="ctr">
            <a:noAutofit/>
          </a:bodyPr>
          <a:lstStyle>
            <a:lvl1pPr marL="0" indent="0" algn="ctr">
              <a:spcBef>
                <a:spcPts val="0"/>
              </a:spcBef>
              <a:spcAft>
                <a:spcPts val="0"/>
              </a:spcAft>
              <a:buFont typeface="Arial" panose="020B0604020202020204" pitchFamily="34" charset="0"/>
              <a:buNone/>
              <a:defRPr sz="1000" baseline="0"/>
            </a:lvl1pPr>
            <a:lvl2pPr marL="0" indent="0" algn="ctr">
              <a:spcBef>
                <a:spcPts val="0"/>
              </a:spcBef>
              <a:spcAft>
                <a:spcPts val="0"/>
              </a:spcAft>
              <a:buNone/>
              <a:defRPr sz="1000"/>
            </a:lvl2pPr>
            <a:lvl3pPr marL="0" indent="0" algn="ctr">
              <a:spcBef>
                <a:spcPts val="0"/>
              </a:spcBef>
              <a:spcAft>
                <a:spcPts val="0"/>
              </a:spcAft>
              <a:buNone/>
              <a:defRPr sz="1000"/>
            </a:lvl3pPr>
            <a:lvl4pPr marL="0" indent="0" algn="ctr">
              <a:spcBef>
                <a:spcPts val="0"/>
              </a:spcBef>
              <a:spcAft>
                <a:spcPts val="0"/>
              </a:spcAft>
              <a:buNone/>
              <a:defRPr sz="1000"/>
            </a:lvl4pPr>
            <a:lvl5pPr marL="0" indent="0" algn="ctr">
              <a:spcBef>
                <a:spcPts val="0"/>
              </a:spcBef>
              <a:spcAft>
                <a:spcPts val="0"/>
              </a:spcAft>
              <a:buNone/>
              <a:defRPr sz="1000"/>
            </a:lvl5pPr>
            <a:lvl6pPr marL="0" indent="0" algn="ctr">
              <a:spcBef>
                <a:spcPts val="0"/>
              </a:spcBef>
              <a:spcAft>
                <a:spcPts val="0"/>
              </a:spcAft>
              <a:buNone/>
              <a:defRPr sz="1000"/>
            </a:lvl6pPr>
            <a:lvl7pPr marL="0" indent="0" algn="ctr">
              <a:spcBef>
                <a:spcPts val="0"/>
              </a:spcBef>
              <a:spcAft>
                <a:spcPts val="0"/>
              </a:spcAft>
              <a:buNone/>
              <a:defRPr sz="1000"/>
            </a:lvl7pPr>
            <a:lvl8pPr marL="0" indent="0" algn="ctr">
              <a:spcBef>
                <a:spcPts val="0"/>
              </a:spcBef>
              <a:spcAft>
                <a:spcPts val="0"/>
              </a:spcAft>
              <a:buNone/>
              <a:defRPr sz="1000"/>
            </a:lvl8pPr>
            <a:lvl9pPr marL="0" indent="0" algn="ctr">
              <a:spcBef>
                <a:spcPts val="0"/>
              </a:spcBef>
              <a:spcAft>
                <a:spcPts val="0"/>
              </a:spcAft>
              <a:buNone/>
              <a:defRPr sz="1000"/>
            </a:lvl9pPr>
          </a:lstStyle>
          <a:p>
            <a:endParaRPr lang="en-US" noProof="0" dirty="0"/>
          </a:p>
          <a:p>
            <a:r>
              <a:rPr lang="en-US" noProof="0" dirty="0"/>
              <a:t>Click icon to add picture</a:t>
            </a:r>
          </a:p>
        </p:txBody>
      </p:sp>
      <p:sp>
        <p:nvSpPr>
          <p:cNvPr id="15" name="Content Placeholder 14"/>
          <p:cNvSpPr>
            <a:spLocks noGrp="1"/>
          </p:cNvSpPr>
          <p:nvPr userDrawn="1">
            <p:ph sz="quarter" idx="18" hasCustomPrompt="1"/>
          </p:nvPr>
        </p:nvSpPr>
        <p:spPr bwMode="gray">
          <a:xfrm>
            <a:off x="8112431" y="2132856"/>
            <a:ext cx="3455888" cy="3960000"/>
          </a:xfrm>
        </p:spPr>
        <p:txBody>
          <a:bodyPr/>
          <a:lstStyle>
            <a:lvl1pPr>
              <a:defRPr/>
            </a:lvl1pPr>
          </a:lstStyle>
          <a:p>
            <a:pPr lvl="0"/>
            <a:r>
              <a:rPr lang="en-US" dirty="0"/>
              <a:t>You can use this field to enter text, a table, a diagram or a SmartArt. Use the buttons “Increase List Level” for </a:t>
            </a:r>
            <a:r>
              <a:rPr lang="en-US" dirty="0" err="1"/>
              <a:t>copytext</a:t>
            </a:r>
            <a:r>
              <a:rPr lang="en-US" dirty="0"/>
              <a:t> or bullet levels. Use the icons below to create visual content.</a:t>
            </a:r>
          </a:p>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0" name="Text Placeholder 7"/>
          <p:cNvSpPr>
            <a:spLocks noGrp="1"/>
          </p:cNvSpPr>
          <p:nvPr userDrawn="1">
            <p:ph type="body" sz="quarter" idx="13" hasCustomPrompt="1"/>
          </p:nvPr>
        </p:nvSpPr>
        <p:spPr bwMode="gray">
          <a:xfrm>
            <a:off x="623888" y="332656"/>
            <a:ext cx="10944000" cy="398144"/>
          </a:xfrm>
          <a:prstGeom prst="rect">
            <a:avLst/>
          </a:prstGeom>
        </p:spPr>
        <p:txBody>
          <a:bodyPr tIns="18000" anchor="t">
            <a:noAutofit/>
          </a:bodyPr>
          <a:lstStyle>
            <a:lvl1pPr marL="0" indent="0">
              <a:lnSpc>
                <a:spcPct val="100000"/>
              </a:lnSpc>
              <a:spcBef>
                <a:spcPts val="0"/>
              </a:spcBef>
              <a:spcAft>
                <a:spcPts val="0"/>
              </a:spcAft>
              <a:buFont typeface="Arial" panose="020B0604020202020204" pitchFamily="34" charset="0"/>
              <a:buNone/>
              <a:defRPr sz="2200" b="0" baseline="0">
                <a:solidFill>
                  <a:schemeClr val="accent1"/>
                </a:solidFill>
              </a:defRPr>
            </a:lvl1pPr>
            <a:lvl2pPr marL="0" indent="0">
              <a:lnSpc>
                <a:spcPct val="100000"/>
              </a:lnSpc>
              <a:spcBef>
                <a:spcPts val="0"/>
              </a:spcBef>
              <a:spcAft>
                <a:spcPts val="0"/>
              </a:spcAft>
              <a:buFont typeface="Arial" panose="020B0604020202020204" pitchFamily="34" charset="0"/>
              <a:buNone/>
              <a:defRPr sz="2200" b="0">
                <a:solidFill>
                  <a:schemeClr val="accent1"/>
                </a:solidFill>
              </a:defRPr>
            </a:lvl2pPr>
            <a:lvl3pPr marL="0" indent="0">
              <a:lnSpc>
                <a:spcPct val="100000"/>
              </a:lnSpc>
              <a:spcBef>
                <a:spcPts val="0"/>
              </a:spcBef>
              <a:spcAft>
                <a:spcPts val="0"/>
              </a:spcAft>
              <a:buNone/>
              <a:defRPr sz="2200" b="0">
                <a:solidFill>
                  <a:schemeClr val="accent1"/>
                </a:solidFill>
              </a:defRPr>
            </a:lvl3pPr>
            <a:lvl4pPr marL="0" indent="0">
              <a:lnSpc>
                <a:spcPct val="100000"/>
              </a:lnSpc>
              <a:spcBef>
                <a:spcPts val="0"/>
              </a:spcBef>
              <a:spcAft>
                <a:spcPts val="0"/>
              </a:spcAft>
              <a:buNone/>
              <a:defRPr sz="2200" b="0">
                <a:solidFill>
                  <a:schemeClr val="accent1"/>
                </a:solidFill>
              </a:defRPr>
            </a:lvl4pPr>
            <a:lvl5pPr marL="0" indent="0">
              <a:lnSpc>
                <a:spcPct val="100000"/>
              </a:lnSpc>
              <a:spcBef>
                <a:spcPts val="0"/>
              </a:spcBef>
              <a:spcAft>
                <a:spcPts val="0"/>
              </a:spcAft>
              <a:buNone/>
              <a:defRPr sz="2200" b="0">
                <a:solidFill>
                  <a:schemeClr val="accent1"/>
                </a:solidFill>
              </a:defRPr>
            </a:lvl5pPr>
            <a:lvl6pPr marL="0" indent="0">
              <a:lnSpc>
                <a:spcPct val="100000"/>
              </a:lnSpc>
              <a:spcBef>
                <a:spcPts val="0"/>
              </a:spcBef>
              <a:spcAft>
                <a:spcPts val="0"/>
              </a:spcAft>
              <a:buNone/>
              <a:defRPr sz="2200" b="0">
                <a:solidFill>
                  <a:schemeClr val="accent1"/>
                </a:solidFill>
              </a:defRPr>
            </a:lvl6pPr>
            <a:lvl7pPr marL="0" indent="0">
              <a:lnSpc>
                <a:spcPct val="100000"/>
              </a:lnSpc>
              <a:spcBef>
                <a:spcPts val="0"/>
              </a:spcBef>
              <a:spcAft>
                <a:spcPts val="0"/>
              </a:spcAft>
              <a:buNone/>
              <a:defRPr sz="2200" b="0">
                <a:solidFill>
                  <a:schemeClr val="accent1"/>
                </a:solidFill>
              </a:defRPr>
            </a:lvl7pPr>
            <a:lvl8pPr marL="0" indent="0">
              <a:lnSpc>
                <a:spcPct val="100000"/>
              </a:lnSpc>
              <a:spcBef>
                <a:spcPts val="0"/>
              </a:spcBef>
              <a:spcAft>
                <a:spcPts val="0"/>
              </a:spcAft>
              <a:buNone/>
              <a:defRPr sz="2200" b="0">
                <a:solidFill>
                  <a:schemeClr val="accent1"/>
                </a:solidFill>
              </a:defRPr>
            </a:lvl8pPr>
            <a:lvl9pPr marL="0" indent="0">
              <a:lnSpc>
                <a:spcPct val="100000"/>
              </a:lnSpc>
              <a:spcBef>
                <a:spcPts val="0"/>
              </a:spcBef>
              <a:spcAft>
                <a:spcPts val="0"/>
              </a:spcAft>
              <a:buNone/>
              <a:defRPr sz="2200" b="0">
                <a:solidFill>
                  <a:schemeClr val="accent1"/>
                </a:solidFill>
              </a:defRPr>
            </a:lvl9pPr>
          </a:lstStyle>
          <a:p>
            <a:pPr lvl="0"/>
            <a:r>
              <a:rPr lang="en-US" noProof="0" dirty="0"/>
              <a:t> </a:t>
            </a:r>
          </a:p>
        </p:txBody>
      </p:sp>
      <p:sp>
        <p:nvSpPr>
          <p:cNvPr id="4" name="Title 3"/>
          <p:cNvSpPr>
            <a:spLocks noGrp="1"/>
          </p:cNvSpPr>
          <p:nvPr userDrawn="1">
            <p:ph type="title" hasCustomPrompt="1"/>
          </p:nvPr>
        </p:nvSpPr>
        <p:spPr bwMode="gray">
          <a:xfrm>
            <a:off x="623888" y="730800"/>
            <a:ext cx="10944000" cy="325952"/>
          </a:xfrm>
        </p:spPr>
        <p:txBody>
          <a:bodyPr/>
          <a:lstStyle/>
          <a:p>
            <a:r>
              <a:rPr lang="en-US" dirty="0"/>
              <a:t>Insert slide title here (max. 2 lines | max. 1 line with Action Title)</a:t>
            </a:r>
          </a:p>
        </p:txBody>
      </p:sp>
      <p:sp>
        <p:nvSpPr>
          <p:cNvPr id="8" name="Textplatzhalter 8">
            <a:extLst>
              <a:ext uri="{FF2B5EF4-FFF2-40B4-BE49-F238E27FC236}">
                <a16:creationId xmlns:a16="http://schemas.microsoft.com/office/drawing/2014/main" id="{3A08BF8D-47B6-4F1F-9BE9-7811A3BB4AD0}"/>
              </a:ext>
            </a:extLst>
          </p:cNvPr>
          <p:cNvSpPr>
            <a:spLocks noGrp="1"/>
          </p:cNvSpPr>
          <p:nvPr userDrawn="1">
            <p:ph type="body" sz="quarter" idx="23" hasCustomPrompt="1"/>
          </p:nvPr>
        </p:nvSpPr>
        <p:spPr>
          <a:xfrm>
            <a:off x="8112431" y="1484312"/>
            <a:ext cx="3456177" cy="504000"/>
          </a:xfrm>
        </p:spPr>
        <p:txBody>
          <a:bodyPr anchor="b"/>
          <a:lstStyle>
            <a:lvl1pPr>
              <a:spcBef>
                <a:spcPts val="0"/>
              </a:spcBef>
              <a:spcAft>
                <a:spcPts val="0"/>
              </a:spcAft>
              <a:defRPr b="1">
                <a:solidFill>
                  <a:schemeClr val="bg2"/>
                </a:solidFill>
              </a:defRPr>
            </a:lvl1pPr>
          </a:lstStyle>
          <a:p>
            <a:r>
              <a:rPr lang="en-US" dirty="0" err="1"/>
              <a:t>Subheadline</a:t>
            </a:r>
            <a:r>
              <a:rPr lang="en-US" dirty="0"/>
              <a:t>, </a:t>
            </a:r>
            <a:br>
              <a:rPr lang="en-US" dirty="0"/>
            </a:br>
            <a:r>
              <a:rPr lang="en-US" dirty="0"/>
              <a:t>max 2 lines</a:t>
            </a:r>
          </a:p>
        </p:txBody>
      </p:sp>
      <p:sp>
        <p:nvSpPr>
          <p:cNvPr id="9" name="MIO_VALID_LAYOUT">
            <a:extLst>
              <a:ext uri="{FF2B5EF4-FFF2-40B4-BE49-F238E27FC236}">
                <a16:creationId xmlns:a16="http://schemas.microsoft.com/office/drawing/2014/main" id="{A3445C24-DBAA-4C1B-B101-B17B9F2E08F6}"/>
              </a:ext>
            </a:extLst>
          </p:cNvPr>
          <p:cNvSpPr/>
          <p:nvPr userDrawn="1"/>
        </p:nvSpPr>
        <p:spPr bwMode="gray">
          <a:xfrm>
            <a:off x="11856640" y="6597171"/>
            <a:ext cx="335360" cy="260829"/>
          </a:xfrm>
          <a:prstGeom prst="rect">
            <a:avLst/>
          </a:prstGeom>
          <a:no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Tree>
    <p:extLst>
      <p:ext uri="{BB962C8B-B14F-4D97-AF65-F5344CB8AC3E}">
        <p14:creationId xmlns:p14="http://schemas.microsoft.com/office/powerpoint/2010/main" val="491701474"/>
      </p:ext>
    </p:extLst>
  </p:cSld>
  <p:clrMapOvr>
    <a:masterClrMapping/>
  </p:clrMapOvr>
  <p:extLst>
    <p:ext uri="{DCECCB84-F9BA-43D5-87BE-67443E8EF086}">
      <p15:sldGuideLst xmlns:p15="http://schemas.microsoft.com/office/powerpoint/2012/main"/>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Big picture and content | 1">
    <p:spTree>
      <p:nvGrpSpPr>
        <p:cNvPr id="1" name=""/>
        <p:cNvGrpSpPr/>
        <p:nvPr/>
      </p:nvGrpSpPr>
      <p:grpSpPr>
        <a:xfrm>
          <a:off x="0" y="0"/>
          <a:ext cx="0" cy="0"/>
          <a:chOff x="0" y="0"/>
          <a:chExt cx="0" cy="0"/>
        </a:xfrm>
      </p:grpSpPr>
      <p:sp>
        <p:nvSpPr>
          <p:cNvPr id="5" name="Footer Placeholder 4"/>
          <p:cNvSpPr>
            <a:spLocks noGrp="1"/>
          </p:cNvSpPr>
          <p:nvPr>
            <p:ph type="ftr" sz="quarter" idx="16"/>
          </p:nvPr>
        </p:nvSpPr>
        <p:spPr bwMode="gray"/>
        <p:txBody>
          <a:bodyPr/>
          <a:lstStyle/>
          <a:p>
            <a:r>
              <a:rPr lang="en-US" noProof="0" dirty="0"/>
              <a:t>Standard chart library</a:t>
            </a:r>
          </a:p>
        </p:txBody>
      </p:sp>
      <p:sp>
        <p:nvSpPr>
          <p:cNvPr id="6" name="Slide Number Placeholder 5"/>
          <p:cNvSpPr>
            <a:spLocks noGrp="1"/>
          </p:cNvSpPr>
          <p:nvPr>
            <p:ph type="sldNum" sz="quarter" idx="17"/>
          </p:nvPr>
        </p:nvSpPr>
        <p:spPr bwMode="gray"/>
        <p:txBody>
          <a:bodyPr/>
          <a:lstStyle>
            <a:lvl1pPr>
              <a:defRPr>
                <a:solidFill>
                  <a:schemeClr val="tx1"/>
                </a:solidFill>
              </a:defRPr>
            </a:lvl1pPr>
          </a:lstStyle>
          <a:p>
            <a:fld id="{FD5E7EB4-4CDF-47BB-AF16-07782904B863}" type="slidenum">
              <a:rPr lang="en-US" smtClean="0"/>
              <a:pPr/>
              <a:t>‹#›</a:t>
            </a:fld>
            <a:endParaRPr lang="en-US" dirty="0"/>
          </a:p>
        </p:txBody>
      </p:sp>
      <p:sp>
        <p:nvSpPr>
          <p:cNvPr id="17" name="Content Placeholder 16"/>
          <p:cNvSpPr>
            <a:spLocks noGrp="1"/>
          </p:cNvSpPr>
          <p:nvPr>
            <p:ph sz="quarter" idx="19" hasCustomPrompt="1"/>
          </p:nvPr>
        </p:nvSpPr>
        <p:spPr bwMode="gray">
          <a:xfrm>
            <a:off x="9048750" y="2132856"/>
            <a:ext cx="2518051" cy="3960000"/>
          </a:xfrm>
        </p:spPr>
        <p:txBody>
          <a:bodyPr>
            <a:noAutofit/>
          </a:bodyPr>
          <a:lstStyle>
            <a:lvl1pPr>
              <a:defRPr sz="16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dirty="0"/>
              <a:t>You can use this field to enter marginal note, a table, a diagram or a SmartArt. Use the buttons “Increase List Level” for copytext or bullet levels. Use the icons below to create visual content.</a:t>
            </a:r>
          </a:p>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Picture Placeholder 14"/>
          <p:cNvSpPr>
            <a:spLocks noGrp="1"/>
          </p:cNvSpPr>
          <p:nvPr>
            <p:ph type="pic" sz="quarter" idx="18"/>
          </p:nvPr>
        </p:nvSpPr>
        <p:spPr bwMode="gray">
          <a:xfrm>
            <a:off x="623888" y="1484310"/>
            <a:ext cx="8135936" cy="4608515"/>
          </a:xfrm>
          <a:prstGeom prst="roundRect">
            <a:avLst>
              <a:gd name="adj" fmla="val 1378"/>
            </a:avLst>
          </a:prstGeom>
          <a:solidFill>
            <a:schemeClr val="bg1">
              <a:lumMod val="75000"/>
            </a:schemeClr>
          </a:solidFill>
        </p:spPr>
        <p:txBody>
          <a:bodyPr tIns="360000" anchor="ctr"/>
          <a:lstStyle>
            <a:lvl1pPr marL="0" indent="0" algn="ctr">
              <a:spcBef>
                <a:spcPts val="0"/>
              </a:spcBef>
              <a:spcAft>
                <a:spcPts val="0"/>
              </a:spcAft>
              <a:buFont typeface="Arial" panose="020B0604020202020204" pitchFamily="34" charset="0"/>
              <a:buNone/>
              <a:defRPr sz="1000"/>
            </a:lvl1pPr>
            <a:lvl2pPr marL="0" indent="0" algn="ctr">
              <a:spcBef>
                <a:spcPts val="0"/>
              </a:spcBef>
              <a:spcAft>
                <a:spcPts val="0"/>
              </a:spcAft>
              <a:buNone/>
              <a:defRPr sz="1000"/>
            </a:lvl2pPr>
            <a:lvl3pPr marL="0" indent="0" algn="ctr">
              <a:spcBef>
                <a:spcPts val="0"/>
              </a:spcBef>
              <a:spcAft>
                <a:spcPts val="0"/>
              </a:spcAft>
              <a:buNone/>
              <a:defRPr sz="1000"/>
            </a:lvl3pPr>
            <a:lvl4pPr marL="0" indent="0" algn="ctr">
              <a:spcBef>
                <a:spcPts val="0"/>
              </a:spcBef>
              <a:spcAft>
                <a:spcPts val="0"/>
              </a:spcAft>
              <a:buNone/>
              <a:defRPr sz="1000"/>
            </a:lvl4pPr>
            <a:lvl5pPr marL="0" indent="0" algn="ctr">
              <a:spcBef>
                <a:spcPts val="0"/>
              </a:spcBef>
              <a:spcAft>
                <a:spcPts val="0"/>
              </a:spcAft>
              <a:buNone/>
              <a:defRPr sz="1000"/>
            </a:lvl5pPr>
            <a:lvl6pPr marL="0" indent="0" algn="ctr">
              <a:spcBef>
                <a:spcPts val="0"/>
              </a:spcBef>
              <a:spcAft>
                <a:spcPts val="0"/>
              </a:spcAft>
              <a:buNone/>
              <a:defRPr sz="1000"/>
            </a:lvl6pPr>
            <a:lvl7pPr marL="0" indent="0" algn="ctr">
              <a:spcBef>
                <a:spcPts val="0"/>
              </a:spcBef>
              <a:spcAft>
                <a:spcPts val="0"/>
              </a:spcAft>
              <a:buNone/>
              <a:defRPr sz="1000"/>
            </a:lvl7pPr>
            <a:lvl8pPr marL="0" indent="0" algn="ctr">
              <a:spcBef>
                <a:spcPts val="0"/>
              </a:spcBef>
              <a:spcAft>
                <a:spcPts val="0"/>
              </a:spcAft>
              <a:buNone/>
              <a:defRPr sz="1000"/>
            </a:lvl8pPr>
            <a:lvl9pPr marL="0" indent="0" algn="ctr">
              <a:spcBef>
                <a:spcPts val="0"/>
              </a:spcBef>
              <a:spcAft>
                <a:spcPts val="0"/>
              </a:spcAft>
              <a:buNone/>
              <a:defRPr sz="1000"/>
            </a:lvl9pPr>
          </a:lstStyle>
          <a:p>
            <a:endParaRPr lang="en-US" noProof="0" dirty="0"/>
          </a:p>
          <a:p>
            <a:r>
              <a:rPr lang="en-US" noProof="0" dirty="0"/>
              <a:t>Click icon to add picture</a:t>
            </a:r>
          </a:p>
        </p:txBody>
      </p:sp>
      <p:sp>
        <p:nvSpPr>
          <p:cNvPr id="10" name="Text Placeholder 7"/>
          <p:cNvSpPr>
            <a:spLocks noGrp="1"/>
          </p:cNvSpPr>
          <p:nvPr>
            <p:ph type="body" sz="quarter" idx="13" hasCustomPrompt="1"/>
          </p:nvPr>
        </p:nvSpPr>
        <p:spPr bwMode="gray">
          <a:xfrm>
            <a:off x="623888" y="332656"/>
            <a:ext cx="10944225" cy="398144"/>
          </a:xfrm>
          <a:prstGeom prst="rect">
            <a:avLst/>
          </a:prstGeom>
        </p:spPr>
        <p:txBody>
          <a:bodyPr tIns="18000" anchor="t">
            <a:noAutofit/>
          </a:bodyPr>
          <a:lstStyle>
            <a:lvl1pPr marL="0" indent="0">
              <a:lnSpc>
                <a:spcPct val="100000"/>
              </a:lnSpc>
              <a:spcBef>
                <a:spcPts val="0"/>
              </a:spcBef>
              <a:spcAft>
                <a:spcPts val="0"/>
              </a:spcAft>
              <a:buFont typeface="Arial" panose="020B0604020202020204" pitchFamily="34" charset="0"/>
              <a:buNone/>
              <a:defRPr sz="2200" b="0" baseline="0">
                <a:solidFill>
                  <a:schemeClr val="accent1"/>
                </a:solidFill>
              </a:defRPr>
            </a:lvl1pPr>
            <a:lvl2pPr marL="0" indent="0">
              <a:lnSpc>
                <a:spcPct val="100000"/>
              </a:lnSpc>
              <a:spcBef>
                <a:spcPts val="0"/>
              </a:spcBef>
              <a:spcAft>
                <a:spcPts val="0"/>
              </a:spcAft>
              <a:buFont typeface="Arial" panose="020B0604020202020204" pitchFamily="34" charset="0"/>
              <a:buNone/>
              <a:defRPr sz="2200" b="0">
                <a:solidFill>
                  <a:schemeClr val="accent1"/>
                </a:solidFill>
              </a:defRPr>
            </a:lvl2pPr>
            <a:lvl3pPr marL="0" indent="0">
              <a:lnSpc>
                <a:spcPct val="100000"/>
              </a:lnSpc>
              <a:spcBef>
                <a:spcPts val="0"/>
              </a:spcBef>
              <a:spcAft>
                <a:spcPts val="0"/>
              </a:spcAft>
              <a:buNone/>
              <a:defRPr sz="2200" b="0">
                <a:solidFill>
                  <a:schemeClr val="accent1"/>
                </a:solidFill>
              </a:defRPr>
            </a:lvl3pPr>
            <a:lvl4pPr marL="0" indent="0">
              <a:lnSpc>
                <a:spcPct val="100000"/>
              </a:lnSpc>
              <a:spcBef>
                <a:spcPts val="0"/>
              </a:spcBef>
              <a:spcAft>
                <a:spcPts val="0"/>
              </a:spcAft>
              <a:buNone/>
              <a:defRPr sz="2200" b="0">
                <a:solidFill>
                  <a:schemeClr val="accent1"/>
                </a:solidFill>
              </a:defRPr>
            </a:lvl4pPr>
            <a:lvl5pPr marL="0" indent="0">
              <a:lnSpc>
                <a:spcPct val="100000"/>
              </a:lnSpc>
              <a:spcBef>
                <a:spcPts val="0"/>
              </a:spcBef>
              <a:spcAft>
                <a:spcPts val="0"/>
              </a:spcAft>
              <a:buNone/>
              <a:defRPr sz="2200" b="0">
                <a:solidFill>
                  <a:schemeClr val="accent1"/>
                </a:solidFill>
              </a:defRPr>
            </a:lvl5pPr>
            <a:lvl6pPr marL="0" indent="0">
              <a:lnSpc>
                <a:spcPct val="100000"/>
              </a:lnSpc>
              <a:spcBef>
                <a:spcPts val="0"/>
              </a:spcBef>
              <a:spcAft>
                <a:spcPts val="0"/>
              </a:spcAft>
              <a:buNone/>
              <a:defRPr sz="2200" b="0">
                <a:solidFill>
                  <a:schemeClr val="accent1"/>
                </a:solidFill>
              </a:defRPr>
            </a:lvl6pPr>
            <a:lvl7pPr marL="0" indent="0">
              <a:lnSpc>
                <a:spcPct val="100000"/>
              </a:lnSpc>
              <a:spcBef>
                <a:spcPts val="0"/>
              </a:spcBef>
              <a:spcAft>
                <a:spcPts val="0"/>
              </a:spcAft>
              <a:buNone/>
              <a:defRPr sz="2200" b="0">
                <a:solidFill>
                  <a:schemeClr val="accent1"/>
                </a:solidFill>
              </a:defRPr>
            </a:lvl7pPr>
            <a:lvl8pPr marL="0" indent="0">
              <a:lnSpc>
                <a:spcPct val="100000"/>
              </a:lnSpc>
              <a:spcBef>
                <a:spcPts val="0"/>
              </a:spcBef>
              <a:spcAft>
                <a:spcPts val="0"/>
              </a:spcAft>
              <a:buNone/>
              <a:defRPr sz="2200" b="0">
                <a:solidFill>
                  <a:schemeClr val="accent1"/>
                </a:solidFill>
              </a:defRPr>
            </a:lvl8pPr>
            <a:lvl9pPr marL="0" indent="0">
              <a:lnSpc>
                <a:spcPct val="100000"/>
              </a:lnSpc>
              <a:spcBef>
                <a:spcPts val="0"/>
              </a:spcBef>
              <a:spcAft>
                <a:spcPts val="0"/>
              </a:spcAft>
              <a:buNone/>
              <a:defRPr sz="2200" b="0">
                <a:solidFill>
                  <a:schemeClr val="accent1"/>
                </a:solidFill>
              </a:defRPr>
            </a:lvl9pPr>
          </a:lstStyle>
          <a:p>
            <a:pPr lvl="0"/>
            <a:r>
              <a:rPr lang="en-US" noProof="0" dirty="0"/>
              <a:t> </a:t>
            </a:r>
          </a:p>
        </p:txBody>
      </p:sp>
      <p:sp>
        <p:nvSpPr>
          <p:cNvPr id="4" name="Title 3"/>
          <p:cNvSpPr>
            <a:spLocks noGrp="1"/>
          </p:cNvSpPr>
          <p:nvPr>
            <p:ph type="title" hasCustomPrompt="1"/>
          </p:nvPr>
        </p:nvSpPr>
        <p:spPr bwMode="gray">
          <a:xfrm>
            <a:off x="623888" y="730800"/>
            <a:ext cx="10944225" cy="325952"/>
          </a:xfrm>
        </p:spPr>
        <p:txBody>
          <a:bodyPr/>
          <a:lstStyle/>
          <a:p>
            <a:r>
              <a:rPr lang="en-US" dirty="0"/>
              <a:t>Insert slide title here (max. 2 lines | max. 1 line with Action Title)</a:t>
            </a:r>
          </a:p>
        </p:txBody>
      </p:sp>
      <p:sp>
        <p:nvSpPr>
          <p:cNvPr id="8" name="Textplatzhalter 8">
            <a:extLst>
              <a:ext uri="{FF2B5EF4-FFF2-40B4-BE49-F238E27FC236}">
                <a16:creationId xmlns:a16="http://schemas.microsoft.com/office/drawing/2014/main" id="{E41E7BE1-6C38-4093-914F-96A67FE95F63}"/>
              </a:ext>
            </a:extLst>
          </p:cNvPr>
          <p:cNvSpPr>
            <a:spLocks noGrp="1"/>
          </p:cNvSpPr>
          <p:nvPr>
            <p:ph type="body" sz="quarter" idx="23" hasCustomPrompt="1"/>
          </p:nvPr>
        </p:nvSpPr>
        <p:spPr>
          <a:xfrm>
            <a:off x="9048327" y="1484312"/>
            <a:ext cx="2519785" cy="504000"/>
          </a:xfrm>
        </p:spPr>
        <p:txBody>
          <a:bodyPr anchor="b"/>
          <a:lstStyle>
            <a:lvl1pPr>
              <a:spcBef>
                <a:spcPts val="0"/>
              </a:spcBef>
              <a:spcAft>
                <a:spcPts val="0"/>
              </a:spcAft>
              <a:defRPr b="1">
                <a:solidFill>
                  <a:schemeClr val="bg2"/>
                </a:solidFill>
              </a:defRPr>
            </a:lvl1pPr>
          </a:lstStyle>
          <a:p>
            <a:r>
              <a:rPr lang="en-US" dirty="0" err="1"/>
              <a:t>Subheadline</a:t>
            </a:r>
            <a:r>
              <a:rPr lang="en-US" dirty="0"/>
              <a:t>, </a:t>
            </a:r>
            <a:br>
              <a:rPr lang="en-US" dirty="0"/>
            </a:br>
            <a:r>
              <a:rPr lang="en-US" dirty="0"/>
              <a:t>max 2 lines</a:t>
            </a:r>
          </a:p>
        </p:txBody>
      </p:sp>
      <p:sp>
        <p:nvSpPr>
          <p:cNvPr id="9" name="MIO_VALID_LAYOUT">
            <a:extLst>
              <a:ext uri="{FF2B5EF4-FFF2-40B4-BE49-F238E27FC236}">
                <a16:creationId xmlns:a16="http://schemas.microsoft.com/office/drawing/2014/main" id="{CFC933E6-FAC9-412C-B0E0-1735363C3636}"/>
              </a:ext>
            </a:extLst>
          </p:cNvPr>
          <p:cNvSpPr/>
          <p:nvPr userDrawn="1"/>
        </p:nvSpPr>
        <p:spPr bwMode="gray">
          <a:xfrm>
            <a:off x="11856640" y="6597171"/>
            <a:ext cx="335360" cy="260829"/>
          </a:xfrm>
          <a:prstGeom prst="rect">
            <a:avLst/>
          </a:prstGeom>
          <a:no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Tree>
    <p:extLst>
      <p:ext uri="{BB962C8B-B14F-4D97-AF65-F5344CB8AC3E}">
        <p14:creationId xmlns:p14="http://schemas.microsoft.com/office/powerpoint/2010/main" val="1512231223"/>
      </p:ext>
    </p:extLst>
  </p:cSld>
  <p:clrMapOvr>
    <a:masterClrMapping/>
  </p:clrMapOvr>
  <p:extLst>
    <p:ext uri="{DCECCB84-F9BA-43D5-87BE-67443E8EF086}">
      <p15:sldGuideLst xmlns:p15="http://schemas.microsoft.com/office/powerpoint/2012/main"/>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Big picture and content | 2">
    <p:spTree>
      <p:nvGrpSpPr>
        <p:cNvPr id="1" name=""/>
        <p:cNvGrpSpPr/>
        <p:nvPr/>
      </p:nvGrpSpPr>
      <p:grpSpPr>
        <a:xfrm>
          <a:off x="0" y="0"/>
          <a:ext cx="0" cy="0"/>
          <a:chOff x="0" y="0"/>
          <a:chExt cx="0" cy="0"/>
        </a:xfrm>
      </p:grpSpPr>
      <p:sp>
        <p:nvSpPr>
          <p:cNvPr id="5" name="Footer Placeholder 4"/>
          <p:cNvSpPr>
            <a:spLocks noGrp="1"/>
          </p:cNvSpPr>
          <p:nvPr>
            <p:ph type="ftr" sz="quarter" idx="16"/>
          </p:nvPr>
        </p:nvSpPr>
        <p:spPr bwMode="gray"/>
        <p:txBody>
          <a:bodyPr/>
          <a:lstStyle/>
          <a:p>
            <a:r>
              <a:rPr lang="en-US" noProof="0" dirty="0"/>
              <a:t>Standard chart library</a:t>
            </a:r>
          </a:p>
        </p:txBody>
      </p:sp>
      <p:sp>
        <p:nvSpPr>
          <p:cNvPr id="6" name="Slide Number Placeholder 5"/>
          <p:cNvSpPr>
            <a:spLocks noGrp="1"/>
          </p:cNvSpPr>
          <p:nvPr>
            <p:ph type="sldNum" sz="quarter" idx="17"/>
          </p:nvPr>
        </p:nvSpPr>
        <p:spPr bwMode="gray"/>
        <p:txBody>
          <a:bodyPr/>
          <a:lstStyle>
            <a:lvl1pPr>
              <a:defRPr>
                <a:solidFill>
                  <a:schemeClr val="tx1"/>
                </a:solidFill>
              </a:defRPr>
            </a:lvl1pPr>
          </a:lstStyle>
          <a:p>
            <a:fld id="{FD5E7EB4-4CDF-47BB-AF16-07782904B863}" type="slidenum">
              <a:rPr lang="en-US" smtClean="0"/>
              <a:pPr/>
              <a:t>‹#›</a:t>
            </a:fld>
            <a:endParaRPr lang="en-US" dirty="0"/>
          </a:p>
        </p:txBody>
      </p:sp>
      <p:sp>
        <p:nvSpPr>
          <p:cNvPr id="17" name="Content Placeholder 16"/>
          <p:cNvSpPr>
            <a:spLocks noGrp="1"/>
          </p:cNvSpPr>
          <p:nvPr>
            <p:ph sz="quarter" idx="19" hasCustomPrompt="1"/>
          </p:nvPr>
        </p:nvSpPr>
        <p:spPr bwMode="gray">
          <a:xfrm>
            <a:off x="6240464" y="2132856"/>
            <a:ext cx="5327650" cy="3960000"/>
          </a:xfrm>
        </p:spPr>
        <p:txBody>
          <a:bodyPr/>
          <a:lstStyle>
            <a:lvl1pPr>
              <a:defRPr baseline="0"/>
            </a:lvl1pPr>
          </a:lstStyle>
          <a:p>
            <a:pPr lvl="0"/>
            <a:r>
              <a:rPr lang="en-US" dirty="0"/>
              <a:t>You can use this field to enter text, a table, a diagram or a SmartArt. Use the buttons “Increase List Level” for </a:t>
            </a:r>
            <a:r>
              <a:rPr lang="en-US" dirty="0" err="1"/>
              <a:t>copytext</a:t>
            </a:r>
            <a:r>
              <a:rPr lang="en-US" dirty="0"/>
              <a:t> or bullet levels. Use the icons below to create visual content.</a:t>
            </a:r>
          </a:p>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Picture Placeholder 14"/>
          <p:cNvSpPr>
            <a:spLocks noGrp="1"/>
          </p:cNvSpPr>
          <p:nvPr>
            <p:ph type="pic" sz="quarter" idx="18"/>
          </p:nvPr>
        </p:nvSpPr>
        <p:spPr bwMode="gray">
          <a:xfrm>
            <a:off x="623888" y="1484310"/>
            <a:ext cx="5327650" cy="4608515"/>
          </a:xfrm>
          <a:prstGeom prst="roundRect">
            <a:avLst>
              <a:gd name="adj" fmla="val 1378"/>
            </a:avLst>
          </a:prstGeom>
          <a:solidFill>
            <a:schemeClr val="bg1">
              <a:lumMod val="75000"/>
            </a:schemeClr>
          </a:solidFill>
        </p:spPr>
        <p:txBody>
          <a:bodyPr tIns="360000" anchor="ctr"/>
          <a:lstStyle>
            <a:lvl1pPr marL="0" indent="0" algn="ctr" defTabSz="914400" rtl="0" eaLnBrk="1" latinLnBrk="0" hangingPunct="1">
              <a:lnSpc>
                <a:spcPct val="100000"/>
              </a:lnSpc>
              <a:spcBef>
                <a:spcPts val="0"/>
              </a:spcBef>
              <a:spcAft>
                <a:spcPts val="0"/>
              </a:spcAft>
              <a:buFont typeface="Arial" panose="020B0604020202020204" pitchFamily="34" charset="0"/>
              <a:buNone/>
              <a:defRPr lang="en-US" sz="1000" kern="1200" baseline="0" noProof="0" dirty="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lgn="ctr">
              <a:spcBef>
                <a:spcPts val="0"/>
              </a:spcBef>
              <a:spcAft>
                <a:spcPts val="0"/>
              </a:spcAft>
              <a:buNone/>
              <a:defRPr sz="1000"/>
            </a:lvl2pPr>
            <a:lvl3pPr marL="0" indent="0" algn="ctr">
              <a:spcBef>
                <a:spcPts val="0"/>
              </a:spcBef>
              <a:spcAft>
                <a:spcPts val="0"/>
              </a:spcAft>
              <a:buNone/>
              <a:defRPr sz="1000"/>
            </a:lvl3pPr>
            <a:lvl4pPr marL="0" indent="0" algn="ctr">
              <a:spcBef>
                <a:spcPts val="0"/>
              </a:spcBef>
              <a:spcAft>
                <a:spcPts val="0"/>
              </a:spcAft>
              <a:buNone/>
              <a:defRPr sz="1000"/>
            </a:lvl4pPr>
            <a:lvl5pPr marL="0" indent="0" algn="ctr">
              <a:spcBef>
                <a:spcPts val="0"/>
              </a:spcBef>
              <a:spcAft>
                <a:spcPts val="0"/>
              </a:spcAft>
              <a:buNone/>
              <a:defRPr sz="1000"/>
            </a:lvl5pPr>
            <a:lvl6pPr marL="0" indent="0" algn="ctr">
              <a:spcBef>
                <a:spcPts val="0"/>
              </a:spcBef>
              <a:spcAft>
                <a:spcPts val="0"/>
              </a:spcAft>
              <a:buNone/>
              <a:defRPr sz="1000"/>
            </a:lvl6pPr>
            <a:lvl7pPr marL="0" indent="0" algn="ctr">
              <a:spcBef>
                <a:spcPts val="0"/>
              </a:spcBef>
              <a:spcAft>
                <a:spcPts val="0"/>
              </a:spcAft>
              <a:buNone/>
              <a:defRPr sz="1000"/>
            </a:lvl7pPr>
            <a:lvl8pPr marL="0" indent="0" algn="ctr">
              <a:spcBef>
                <a:spcPts val="0"/>
              </a:spcBef>
              <a:spcAft>
                <a:spcPts val="0"/>
              </a:spcAft>
              <a:buNone/>
              <a:defRPr sz="1000"/>
            </a:lvl8pPr>
            <a:lvl9pPr marL="0" indent="0" algn="ctr">
              <a:spcBef>
                <a:spcPts val="0"/>
              </a:spcBef>
              <a:spcAft>
                <a:spcPts val="0"/>
              </a:spcAft>
              <a:buNone/>
              <a:defRPr sz="1000"/>
            </a:lvl9pPr>
          </a:lstStyle>
          <a:p>
            <a:endParaRPr lang="en-US" noProof="0" dirty="0"/>
          </a:p>
          <a:p>
            <a:r>
              <a:rPr lang="en-US" noProof="0" dirty="0"/>
              <a:t>Click icon to add picture</a:t>
            </a:r>
          </a:p>
        </p:txBody>
      </p:sp>
      <p:sp>
        <p:nvSpPr>
          <p:cNvPr id="10" name="Text Placeholder 7"/>
          <p:cNvSpPr>
            <a:spLocks noGrp="1"/>
          </p:cNvSpPr>
          <p:nvPr>
            <p:ph type="body" sz="quarter" idx="13" hasCustomPrompt="1"/>
          </p:nvPr>
        </p:nvSpPr>
        <p:spPr bwMode="gray">
          <a:xfrm>
            <a:off x="623888" y="332656"/>
            <a:ext cx="10944225" cy="398144"/>
          </a:xfrm>
          <a:prstGeom prst="rect">
            <a:avLst/>
          </a:prstGeom>
        </p:spPr>
        <p:txBody>
          <a:bodyPr tIns="18000" anchor="t">
            <a:noAutofit/>
          </a:bodyPr>
          <a:lstStyle>
            <a:lvl1pPr marL="0" indent="0">
              <a:lnSpc>
                <a:spcPct val="100000"/>
              </a:lnSpc>
              <a:spcBef>
                <a:spcPts val="0"/>
              </a:spcBef>
              <a:spcAft>
                <a:spcPts val="0"/>
              </a:spcAft>
              <a:buFont typeface="Arial" panose="020B0604020202020204" pitchFamily="34" charset="0"/>
              <a:buNone/>
              <a:defRPr sz="2200" b="0" baseline="0">
                <a:solidFill>
                  <a:schemeClr val="accent1"/>
                </a:solidFill>
              </a:defRPr>
            </a:lvl1pPr>
            <a:lvl2pPr marL="0" indent="0">
              <a:lnSpc>
                <a:spcPct val="100000"/>
              </a:lnSpc>
              <a:spcBef>
                <a:spcPts val="0"/>
              </a:spcBef>
              <a:spcAft>
                <a:spcPts val="0"/>
              </a:spcAft>
              <a:buFont typeface="Arial" panose="020B0604020202020204" pitchFamily="34" charset="0"/>
              <a:buNone/>
              <a:defRPr sz="2200" b="0">
                <a:solidFill>
                  <a:schemeClr val="accent1"/>
                </a:solidFill>
              </a:defRPr>
            </a:lvl2pPr>
            <a:lvl3pPr marL="0" indent="0">
              <a:lnSpc>
                <a:spcPct val="100000"/>
              </a:lnSpc>
              <a:spcBef>
                <a:spcPts val="0"/>
              </a:spcBef>
              <a:spcAft>
                <a:spcPts val="0"/>
              </a:spcAft>
              <a:buNone/>
              <a:defRPr sz="2200" b="0">
                <a:solidFill>
                  <a:schemeClr val="accent1"/>
                </a:solidFill>
              </a:defRPr>
            </a:lvl3pPr>
            <a:lvl4pPr marL="0" indent="0">
              <a:lnSpc>
                <a:spcPct val="100000"/>
              </a:lnSpc>
              <a:spcBef>
                <a:spcPts val="0"/>
              </a:spcBef>
              <a:spcAft>
                <a:spcPts val="0"/>
              </a:spcAft>
              <a:buNone/>
              <a:defRPr sz="2200" b="0">
                <a:solidFill>
                  <a:schemeClr val="accent1"/>
                </a:solidFill>
              </a:defRPr>
            </a:lvl4pPr>
            <a:lvl5pPr marL="0" indent="0">
              <a:lnSpc>
                <a:spcPct val="100000"/>
              </a:lnSpc>
              <a:spcBef>
                <a:spcPts val="0"/>
              </a:spcBef>
              <a:spcAft>
                <a:spcPts val="0"/>
              </a:spcAft>
              <a:buNone/>
              <a:defRPr sz="2200" b="0">
                <a:solidFill>
                  <a:schemeClr val="accent1"/>
                </a:solidFill>
              </a:defRPr>
            </a:lvl5pPr>
            <a:lvl6pPr marL="0" indent="0">
              <a:lnSpc>
                <a:spcPct val="100000"/>
              </a:lnSpc>
              <a:spcBef>
                <a:spcPts val="0"/>
              </a:spcBef>
              <a:spcAft>
                <a:spcPts val="0"/>
              </a:spcAft>
              <a:buNone/>
              <a:defRPr sz="2200" b="0">
                <a:solidFill>
                  <a:schemeClr val="accent1"/>
                </a:solidFill>
              </a:defRPr>
            </a:lvl6pPr>
            <a:lvl7pPr marL="0" indent="0">
              <a:lnSpc>
                <a:spcPct val="100000"/>
              </a:lnSpc>
              <a:spcBef>
                <a:spcPts val="0"/>
              </a:spcBef>
              <a:spcAft>
                <a:spcPts val="0"/>
              </a:spcAft>
              <a:buNone/>
              <a:defRPr sz="2200" b="0">
                <a:solidFill>
                  <a:schemeClr val="accent1"/>
                </a:solidFill>
              </a:defRPr>
            </a:lvl7pPr>
            <a:lvl8pPr marL="0" indent="0">
              <a:lnSpc>
                <a:spcPct val="100000"/>
              </a:lnSpc>
              <a:spcBef>
                <a:spcPts val="0"/>
              </a:spcBef>
              <a:spcAft>
                <a:spcPts val="0"/>
              </a:spcAft>
              <a:buNone/>
              <a:defRPr sz="2200" b="0">
                <a:solidFill>
                  <a:schemeClr val="accent1"/>
                </a:solidFill>
              </a:defRPr>
            </a:lvl8pPr>
            <a:lvl9pPr marL="0" indent="0">
              <a:lnSpc>
                <a:spcPct val="100000"/>
              </a:lnSpc>
              <a:spcBef>
                <a:spcPts val="0"/>
              </a:spcBef>
              <a:spcAft>
                <a:spcPts val="0"/>
              </a:spcAft>
              <a:buNone/>
              <a:defRPr sz="2200" b="0">
                <a:solidFill>
                  <a:schemeClr val="accent1"/>
                </a:solidFill>
              </a:defRPr>
            </a:lvl9pPr>
          </a:lstStyle>
          <a:p>
            <a:pPr lvl="0"/>
            <a:r>
              <a:rPr lang="en-US" noProof="0" dirty="0"/>
              <a:t> </a:t>
            </a:r>
          </a:p>
        </p:txBody>
      </p:sp>
      <p:sp>
        <p:nvSpPr>
          <p:cNvPr id="4" name="Title 3"/>
          <p:cNvSpPr>
            <a:spLocks noGrp="1"/>
          </p:cNvSpPr>
          <p:nvPr>
            <p:ph type="title" hasCustomPrompt="1"/>
          </p:nvPr>
        </p:nvSpPr>
        <p:spPr bwMode="gray">
          <a:xfrm>
            <a:off x="623888" y="730800"/>
            <a:ext cx="10944225" cy="325952"/>
          </a:xfrm>
        </p:spPr>
        <p:txBody>
          <a:bodyPr/>
          <a:lstStyle/>
          <a:p>
            <a:r>
              <a:rPr lang="en-US" dirty="0"/>
              <a:t>Insert slide title here (max. 2 lines | max. 1 line with Action Title)</a:t>
            </a:r>
          </a:p>
        </p:txBody>
      </p:sp>
      <p:sp>
        <p:nvSpPr>
          <p:cNvPr id="8" name="Textplatzhalter 8">
            <a:extLst>
              <a:ext uri="{FF2B5EF4-FFF2-40B4-BE49-F238E27FC236}">
                <a16:creationId xmlns:a16="http://schemas.microsoft.com/office/drawing/2014/main" id="{BC709CD3-381B-410D-BD23-BCD7F47CA8AE}"/>
              </a:ext>
            </a:extLst>
          </p:cNvPr>
          <p:cNvSpPr>
            <a:spLocks noGrp="1"/>
          </p:cNvSpPr>
          <p:nvPr>
            <p:ph type="body" sz="quarter" idx="23" hasCustomPrompt="1"/>
          </p:nvPr>
        </p:nvSpPr>
        <p:spPr>
          <a:xfrm>
            <a:off x="6240016" y="1484312"/>
            <a:ext cx="5328096" cy="504000"/>
          </a:xfrm>
        </p:spPr>
        <p:txBody>
          <a:bodyPr anchor="b"/>
          <a:lstStyle>
            <a:lvl1pPr>
              <a:spcBef>
                <a:spcPts val="0"/>
              </a:spcBef>
              <a:spcAft>
                <a:spcPts val="0"/>
              </a:spcAft>
              <a:defRPr b="1">
                <a:solidFill>
                  <a:schemeClr val="bg2"/>
                </a:solidFill>
              </a:defRPr>
            </a:lvl1pPr>
          </a:lstStyle>
          <a:p>
            <a:r>
              <a:rPr lang="en-US" dirty="0" err="1"/>
              <a:t>Subheadline</a:t>
            </a:r>
            <a:r>
              <a:rPr lang="en-US" dirty="0"/>
              <a:t>, </a:t>
            </a:r>
            <a:br>
              <a:rPr lang="en-US" dirty="0"/>
            </a:br>
            <a:r>
              <a:rPr lang="en-US" dirty="0"/>
              <a:t>max 2 lines</a:t>
            </a:r>
          </a:p>
        </p:txBody>
      </p:sp>
      <p:sp>
        <p:nvSpPr>
          <p:cNvPr id="9" name="MIO_VALID_LAYOUT">
            <a:extLst>
              <a:ext uri="{FF2B5EF4-FFF2-40B4-BE49-F238E27FC236}">
                <a16:creationId xmlns:a16="http://schemas.microsoft.com/office/drawing/2014/main" id="{6942DBF2-7349-4F9E-B4FC-9051991B4C49}"/>
              </a:ext>
            </a:extLst>
          </p:cNvPr>
          <p:cNvSpPr/>
          <p:nvPr userDrawn="1"/>
        </p:nvSpPr>
        <p:spPr bwMode="gray">
          <a:xfrm>
            <a:off x="11856640" y="6597171"/>
            <a:ext cx="335360" cy="260829"/>
          </a:xfrm>
          <a:prstGeom prst="rect">
            <a:avLst/>
          </a:prstGeom>
          <a:no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Tree>
    <p:extLst>
      <p:ext uri="{BB962C8B-B14F-4D97-AF65-F5344CB8AC3E}">
        <p14:creationId xmlns:p14="http://schemas.microsoft.com/office/powerpoint/2010/main" val="2105897111"/>
      </p:ext>
    </p:extLst>
  </p:cSld>
  <p:clrMapOvr>
    <a:masterClrMapping/>
  </p:clrMapOvr>
  <p:extLst>
    <p:ext uri="{DCECCB84-F9BA-43D5-87BE-67443E8EF086}">
      <p15:sldGuideLst xmlns:p15="http://schemas.microsoft.com/office/powerpoint/2012/main"/>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Big picture and content | 3">
    <p:spTree>
      <p:nvGrpSpPr>
        <p:cNvPr id="1" name=""/>
        <p:cNvGrpSpPr/>
        <p:nvPr/>
      </p:nvGrpSpPr>
      <p:grpSpPr>
        <a:xfrm>
          <a:off x="0" y="0"/>
          <a:ext cx="0" cy="0"/>
          <a:chOff x="0" y="0"/>
          <a:chExt cx="0" cy="0"/>
        </a:xfrm>
      </p:grpSpPr>
      <p:sp>
        <p:nvSpPr>
          <p:cNvPr id="5" name="Footer Placeholder 4"/>
          <p:cNvSpPr>
            <a:spLocks noGrp="1"/>
          </p:cNvSpPr>
          <p:nvPr>
            <p:ph type="ftr" sz="quarter" idx="16"/>
          </p:nvPr>
        </p:nvSpPr>
        <p:spPr bwMode="gray"/>
        <p:txBody>
          <a:bodyPr/>
          <a:lstStyle/>
          <a:p>
            <a:r>
              <a:rPr lang="en-US" noProof="0" dirty="0"/>
              <a:t>Standard chart library</a:t>
            </a:r>
          </a:p>
        </p:txBody>
      </p:sp>
      <p:sp>
        <p:nvSpPr>
          <p:cNvPr id="13" name="Slide Number Placeholder 12"/>
          <p:cNvSpPr>
            <a:spLocks noGrp="1"/>
          </p:cNvSpPr>
          <p:nvPr>
            <p:ph type="sldNum" sz="quarter" idx="17"/>
          </p:nvPr>
        </p:nvSpPr>
        <p:spPr bwMode="gray"/>
        <p:txBody>
          <a:bodyPr/>
          <a:lstStyle>
            <a:lvl1pPr>
              <a:defRPr>
                <a:solidFill>
                  <a:schemeClr val="tx1"/>
                </a:solidFill>
              </a:defRPr>
            </a:lvl1pPr>
          </a:lstStyle>
          <a:p>
            <a:fld id="{FD5E7EB4-4CDF-47BB-AF16-07782904B863}" type="slidenum">
              <a:rPr lang="en-US" smtClean="0"/>
              <a:pPr/>
              <a:t>‹#›</a:t>
            </a:fld>
            <a:endParaRPr lang="en-US" dirty="0"/>
          </a:p>
        </p:txBody>
      </p:sp>
      <p:sp>
        <p:nvSpPr>
          <p:cNvPr id="17" name="Picture Placeholder 16"/>
          <p:cNvSpPr>
            <a:spLocks noGrp="1"/>
          </p:cNvSpPr>
          <p:nvPr>
            <p:ph type="pic" sz="quarter" idx="19"/>
          </p:nvPr>
        </p:nvSpPr>
        <p:spPr bwMode="gray">
          <a:xfrm>
            <a:off x="6240464" y="1484313"/>
            <a:ext cx="5327650" cy="4608515"/>
          </a:xfrm>
          <a:prstGeom prst="roundRect">
            <a:avLst>
              <a:gd name="adj" fmla="val 1378"/>
            </a:avLst>
          </a:prstGeom>
          <a:solidFill>
            <a:schemeClr val="bg1">
              <a:lumMod val="75000"/>
            </a:schemeClr>
          </a:solidFill>
        </p:spPr>
        <p:txBody>
          <a:bodyPr tIns="360000" anchor="ctr"/>
          <a:lstStyle>
            <a:lvl1pPr marL="0" indent="0" algn="ctr">
              <a:spcBef>
                <a:spcPts val="0"/>
              </a:spcBef>
              <a:spcAft>
                <a:spcPts val="0"/>
              </a:spcAft>
              <a:buFont typeface="Arial" panose="020B0604020202020204" pitchFamily="34" charset="0"/>
              <a:buNone/>
              <a:defRPr sz="1000" baseline="0"/>
            </a:lvl1pPr>
            <a:lvl2pPr marL="0" indent="0" algn="ctr">
              <a:spcBef>
                <a:spcPts val="0"/>
              </a:spcBef>
              <a:spcAft>
                <a:spcPts val="0"/>
              </a:spcAft>
              <a:buNone/>
              <a:defRPr sz="1000"/>
            </a:lvl2pPr>
            <a:lvl3pPr marL="0" indent="0" algn="ctr">
              <a:spcBef>
                <a:spcPts val="0"/>
              </a:spcBef>
              <a:spcAft>
                <a:spcPts val="0"/>
              </a:spcAft>
              <a:buNone/>
              <a:defRPr sz="1000"/>
            </a:lvl3pPr>
            <a:lvl4pPr marL="0" indent="0" algn="ctr">
              <a:spcBef>
                <a:spcPts val="0"/>
              </a:spcBef>
              <a:spcAft>
                <a:spcPts val="0"/>
              </a:spcAft>
              <a:buNone/>
              <a:defRPr sz="1000"/>
            </a:lvl4pPr>
            <a:lvl5pPr marL="0" indent="0" algn="ctr">
              <a:spcBef>
                <a:spcPts val="0"/>
              </a:spcBef>
              <a:spcAft>
                <a:spcPts val="0"/>
              </a:spcAft>
              <a:buNone/>
              <a:defRPr sz="1000"/>
            </a:lvl5pPr>
            <a:lvl6pPr marL="0" indent="0" algn="ctr">
              <a:spcBef>
                <a:spcPts val="0"/>
              </a:spcBef>
              <a:spcAft>
                <a:spcPts val="0"/>
              </a:spcAft>
              <a:buNone/>
              <a:defRPr sz="1000"/>
            </a:lvl6pPr>
            <a:lvl7pPr marL="0" indent="0" algn="ctr">
              <a:spcBef>
                <a:spcPts val="0"/>
              </a:spcBef>
              <a:spcAft>
                <a:spcPts val="0"/>
              </a:spcAft>
              <a:buNone/>
              <a:defRPr sz="1000"/>
            </a:lvl7pPr>
            <a:lvl8pPr marL="0" indent="0" algn="ctr">
              <a:spcBef>
                <a:spcPts val="0"/>
              </a:spcBef>
              <a:spcAft>
                <a:spcPts val="0"/>
              </a:spcAft>
              <a:buNone/>
              <a:defRPr sz="1000"/>
            </a:lvl8pPr>
            <a:lvl9pPr marL="0" indent="0" algn="ctr">
              <a:spcBef>
                <a:spcPts val="0"/>
              </a:spcBef>
              <a:spcAft>
                <a:spcPts val="0"/>
              </a:spcAft>
              <a:buNone/>
              <a:defRPr sz="1000"/>
            </a:lvl9pPr>
          </a:lstStyle>
          <a:p>
            <a:endParaRPr lang="en-US" noProof="0" dirty="0"/>
          </a:p>
          <a:p>
            <a:r>
              <a:rPr lang="en-US" noProof="0" dirty="0"/>
              <a:t>Click icon to add picture</a:t>
            </a:r>
          </a:p>
        </p:txBody>
      </p:sp>
      <p:sp>
        <p:nvSpPr>
          <p:cNvPr id="15" name="Content Placeholder 14"/>
          <p:cNvSpPr>
            <a:spLocks noGrp="1"/>
          </p:cNvSpPr>
          <p:nvPr>
            <p:ph sz="quarter" idx="18" hasCustomPrompt="1"/>
          </p:nvPr>
        </p:nvSpPr>
        <p:spPr bwMode="gray">
          <a:xfrm>
            <a:off x="623888" y="2132856"/>
            <a:ext cx="5327650" cy="3960000"/>
          </a:xfrm>
        </p:spPr>
        <p:txBody>
          <a:bodyPr/>
          <a:lstStyle>
            <a:lvl1pPr>
              <a:defRPr/>
            </a:lvl1pPr>
          </a:lstStyle>
          <a:p>
            <a:pPr lvl="0"/>
            <a:r>
              <a:rPr lang="en-US" dirty="0"/>
              <a:t>You can use this field to enter text, a table, a diagram or a SmartArt. Use the buttons “Increase List Level” for </a:t>
            </a:r>
            <a:r>
              <a:rPr lang="en-US" dirty="0" err="1"/>
              <a:t>copytext</a:t>
            </a:r>
            <a:r>
              <a:rPr lang="en-US" dirty="0"/>
              <a:t> or bullet levels. Use the icons below to create visual content.</a:t>
            </a:r>
          </a:p>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0" name="Text Placeholder 7"/>
          <p:cNvSpPr>
            <a:spLocks noGrp="1"/>
          </p:cNvSpPr>
          <p:nvPr>
            <p:ph type="body" sz="quarter" idx="13" hasCustomPrompt="1"/>
          </p:nvPr>
        </p:nvSpPr>
        <p:spPr bwMode="gray">
          <a:xfrm>
            <a:off x="623888" y="332656"/>
            <a:ext cx="10944225" cy="398144"/>
          </a:xfrm>
          <a:prstGeom prst="rect">
            <a:avLst/>
          </a:prstGeom>
        </p:spPr>
        <p:txBody>
          <a:bodyPr tIns="18000" anchor="t">
            <a:noAutofit/>
          </a:bodyPr>
          <a:lstStyle>
            <a:lvl1pPr marL="0" indent="0">
              <a:lnSpc>
                <a:spcPct val="100000"/>
              </a:lnSpc>
              <a:spcBef>
                <a:spcPts val="0"/>
              </a:spcBef>
              <a:spcAft>
                <a:spcPts val="0"/>
              </a:spcAft>
              <a:buFont typeface="Arial" panose="020B0604020202020204" pitchFamily="34" charset="0"/>
              <a:buNone/>
              <a:defRPr sz="2200" b="0" baseline="0">
                <a:solidFill>
                  <a:schemeClr val="accent1"/>
                </a:solidFill>
              </a:defRPr>
            </a:lvl1pPr>
            <a:lvl2pPr marL="0" indent="0">
              <a:lnSpc>
                <a:spcPct val="100000"/>
              </a:lnSpc>
              <a:spcBef>
                <a:spcPts val="0"/>
              </a:spcBef>
              <a:spcAft>
                <a:spcPts val="0"/>
              </a:spcAft>
              <a:buFont typeface="Arial" panose="020B0604020202020204" pitchFamily="34" charset="0"/>
              <a:buNone/>
              <a:defRPr sz="2200" b="0">
                <a:solidFill>
                  <a:schemeClr val="accent1"/>
                </a:solidFill>
              </a:defRPr>
            </a:lvl2pPr>
            <a:lvl3pPr marL="0" indent="0">
              <a:lnSpc>
                <a:spcPct val="100000"/>
              </a:lnSpc>
              <a:spcBef>
                <a:spcPts val="0"/>
              </a:spcBef>
              <a:spcAft>
                <a:spcPts val="0"/>
              </a:spcAft>
              <a:buNone/>
              <a:defRPr sz="2200" b="0">
                <a:solidFill>
                  <a:schemeClr val="accent1"/>
                </a:solidFill>
              </a:defRPr>
            </a:lvl3pPr>
            <a:lvl4pPr marL="0" indent="0">
              <a:lnSpc>
                <a:spcPct val="100000"/>
              </a:lnSpc>
              <a:spcBef>
                <a:spcPts val="0"/>
              </a:spcBef>
              <a:spcAft>
                <a:spcPts val="0"/>
              </a:spcAft>
              <a:buNone/>
              <a:defRPr sz="2200" b="0">
                <a:solidFill>
                  <a:schemeClr val="accent1"/>
                </a:solidFill>
              </a:defRPr>
            </a:lvl4pPr>
            <a:lvl5pPr marL="0" indent="0">
              <a:lnSpc>
                <a:spcPct val="100000"/>
              </a:lnSpc>
              <a:spcBef>
                <a:spcPts val="0"/>
              </a:spcBef>
              <a:spcAft>
                <a:spcPts val="0"/>
              </a:spcAft>
              <a:buNone/>
              <a:defRPr sz="2200" b="0">
                <a:solidFill>
                  <a:schemeClr val="accent1"/>
                </a:solidFill>
              </a:defRPr>
            </a:lvl5pPr>
            <a:lvl6pPr marL="0" indent="0">
              <a:lnSpc>
                <a:spcPct val="100000"/>
              </a:lnSpc>
              <a:spcBef>
                <a:spcPts val="0"/>
              </a:spcBef>
              <a:spcAft>
                <a:spcPts val="0"/>
              </a:spcAft>
              <a:buNone/>
              <a:defRPr sz="2200" b="0">
                <a:solidFill>
                  <a:schemeClr val="accent1"/>
                </a:solidFill>
              </a:defRPr>
            </a:lvl6pPr>
            <a:lvl7pPr marL="0" indent="0">
              <a:lnSpc>
                <a:spcPct val="100000"/>
              </a:lnSpc>
              <a:spcBef>
                <a:spcPts val="0"/>
              </a:spcBef>
              <a:spcAft>
                <a:spcPts val="0"/>
              </a:spcAft>
              <a:buNone/>
              <a:defRPr sz="2200" b="0">
                <a:solidFill>
                  <a:schemeClr val="accent1"/>
                </a:solidFill>
              </a:defRPr>
            </a:lvl7pPr>
            <a:lvl8pPr marL="0" indent="0">
              <a:lnSpc>
                <a:spcPct val="100000"/>
              </a:lnSpc>
              <a:spcBef>
                <a:spcPts val="0"/>
              </a:spcBef>
              <a:spcAft>
                <a:spcPts val="0"/>
              </a:spcAft>
              <a:buNone/>
              <a:defRPr sz="2200" b="0">
                <a:solidFill>
                  <a:schemeClr val="accent1"/>
                </a:solidFill>
              </a:defRPr>
            </a:lvl8pPr>
            <a:lvl9pPr marL="0" indent="0">
              <a:lnSpc>
                <a:spcPct val="100000"/>
              </a:lnSpc>
              <a:spcBef>
                <a:spcPts val="0"/>
              </a:spcBef>
              <a:spcAft>
                <a:spcPts val="0"/>
              </a:spcAft>
              <a:buNone/>
              <a:defRPr sz="2200" b="0">
                <a:solidFill>
                  <a:schemeClr val="accent1"/>
                </a:solidFill>
              </a:defRPr>
            </a:lvl9pPr>
          </a:lstStyle>
          <a:p>
            <a:pPr lvl="0"/>
            <a:r>
              <a:rPr lang="en-US" noProof="0" dirty="0"/>
              <a:t> </a:t>
            </a:r>
          </a:p>
        </p:txBody>
      </p:sp>
      <p:sp>
        <p:nvSpPr>
          <p:cNvPr id="4" name="Title 3"/>
          <p:cNvSpPr>
            <a:spLocks noGrp="1"/>
          </p:cNvSpPr>
          <p:nvPr>
            <p:ph type="title" hasCustomPrompt="1"/>
          </p:nvPr>
        </p:nvSpPr>
        <p:spPr bwMode="gray">
          <a:xfrm>
            <a:off x="623888" y="730800"/>
            <a:ext cx="10944225" cy="325952"/>
          </a:xfrm>
        </p:spPr>
        <p:txBody>
          <a:bodyPr/>
          <a:lstStyle/>
          <a:p>
            <a:r>
              <a:rPr lang="en-US" dirty="0"/>
              <a:t>Insert slide title here (max. 2 lines | max. 1 line with Action Title)</a:t>
            </a:r>
          </a:p>
        </p:txBody>
      </p:sp>
      <p:sp>
        <p:nvSpPr>
          <p:cNvPr id="8" name="Textplatzhalter 8">
            <a:extLst>
              <a:ext uri="{FF2B5EF4-FFF2-40B4-BE49-F238E27FC236}">
                <a16:creationId xmlns:a16="http://schemas.microsoft.com/office/drawing/2014/main" id="{3A08BF8D-47B6-4F1F-9BE9-7811A3BB4AD0}"/>
              </a:ext>
            </a:extLst>
          </p:cNvPr>
          <p:cNvSpPr>
            <a:spLocks noGrp="1"/>
          </p:cNvSpPr>
          <p:nvPr>
            <p:ph type="body" sz="quarter" idx="23" hasCustomPrompt="1"/>
          </p:nvPr>
        </p:nvSpPr>
        <p:spPr>
          <a:xfrm>
            <a:off x="623888" y="1484312"/>
            <a:ext cx="5328096" cy="504000"/>
          </a:xfrm>
        </p:spPr>
        <p:txBody>
          <a:bodyPr anchor="b"/>
          <a:lstStyle>
            <a:lvl1pPr>
              <a:spcBef>
                <a:spcPts val="0"/>
              </a:spcBef>
              <a:spcAft>
                <a:spcPts val="0"/>
              </a:spcAft>
              <a:defRPr b="1">
                <a:solidFill>
                  <a:schemeClr val="bg2"/>
                </a:solidFill>
              </a:defRPr>
            </a:lvl1pPr>
          </a:lstStyle>
          <a:p>
            <a:r>
              <a:rPr lang="en-US" dirty="0" err="1"/>
              <a:t>Subheadline</a:t>
            </a:r>
            <a:r>
              <a:rPr lang="en-US" dirty="0"/>
              <a:t>, </a:t>
            </a:r>
            <a:br>
              <a:rPr lang="en-US" dirty="0"/>
            </a:br>
            <a:r>
              <a:rPr lang="en-US" dirty="0"/>
              <a:t>max 2 lines</a:t>
            </a:r>
          </a:p>
        </p:txBody>
      </p:sp>
      <p:sp>
        <p:nvSpPr>
          <p:cNvPr id="9" name="MIO_VALID_LAYOUT">
            <a:extLst>
              <a:ext uri="{FF2B5EF4-FFF2-40B4-BE49-F238E27FC236}">
                <a16:creationId xmlns:a16="http://schemas.microsoft.com/office/drawing/2014/main" id="{A3445C24-DBAA-4C1B-B101-B17B9F2E08F6}"/>
              </a:ext>
            </a:extLst>
          </p:cNvPr>
          <p:cNvSpPr/>
          <p:nvPr userDrawn="1"/>
        </p:nvSpPr>
        <p:spPr bwMode="gray">
          <a:xfrm>
            <a:off x="11856640" y="6597171"/>
            <a:ext cx="335360" cy="260829"/>
          </a:xfrm>
          <a:prstGeom prst="rect">
            <a:avLst/>
          </a:prstGeom>
          <a:no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Tree>
    <p:extLst>
      <p:ext uri="{BB962C8B-B14F-4D97-AF65-F5344CB8AC3E}">
        <p14:creationId xmlns:p14="http://schemas.microsoft.com/office/powerpoint/2010/main" val="1872926669"/>
      </p:ext>
    </p:extLst>
  </p:cSld>
  <p:clrMapOvr>
    <a:masterClrMapping/>
  </p:clrMapOvr>
  <p:extLst>
    <p:ext uri="{DCECCB84-F9BA-43D5-87BE-67443E8EF086}">
      <p15:sldGuideLst xmlns:p15="http://schemas.microsoft.com/office/powerpoint/2012/main"/>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wo pictures and content | 1">
    <p:bg>
      <p:bgPr>
        <a:solidFill>
          <a:schemeClr val="bg1"/>
        </a:solidFill>
        <a:effectLst/>
      </p:bgPr>
    </p:bg>
    <p:spTree>
      <p:nvGrpSpPr>
        <p:cNvPr id="1" name=""/>
        <p:cNvGrpSpPr/>
        <p:nvPr/>
      </p:nvGrpSpPr>
      <p:grpSpPr>
        <a:xfrm>
          <a:off x="0" y="0"/>
          <a:ext cx="0" cy="0"/>
          <a:chOff x="0" y="0"/>
          <a:chExt cx="0" cy="0"/>
        </a:xfrm>
      </p:grpSpPr>
      <p:sp>
        <p:nvSpPr>
          <p:cNvPr id="24" name="Bildplatzhalter 14"/>
          <p:cNvSpPr>
            <a:spLocks noGrp="1"/>
          </p:cNvSpPr>
          <p:nvPr>
            <p:ph type="pic" sz="quarter" idx="21" hasCustomPrompt="1"/>
            <p:custDataLst>
              <p:tags r:id="rId1"/>
            </p:custDataLst>
          </p:nvPr>
        </p:nvSpPr>
        <p:spPr>
          <a:xfrm>
            <a:off x="6888162" y="3861232"/>
            <a:ext cx="4680445" cy="1728000"/>
          </a:xfrm>
          <a:prstGeom prst="roundRect">
            <a:avLst>
              <a:gd name="adj" fmla="val 3675"/>
            </a:avLst>
          </a:prstGeom>
          <a:solidFill>
            <a:schemeClr val="bg1">
              <a:lumMod val="75000"/>
            </a:schemeClr>
          </a:solidFill>
        </p:spPr>
        <p:txBody>
          <a:bodyPr tIns="792000" anchor="ctr"/>
          <a:lstStyle>
            <a:lvl1pPr algn="ctr">
              <a:spcBef>
                <a:spcPts val="0"/>
              </a:spcBef>
              <a:spcAft>
                <a:spcPts val="0"/>
              </a:spcAft>
              <a:defRPr sz="1000">
                <a:solidFill>
                  <a:schemeClr val="tx1"/>
                </a:solidFill>
              </a:defRPr>
            </a:lvl1pPr>
          </a:lstStyle>
          <a:p>
            <a:r>
              <a:rPr lang="en-US" dirty="0"/>
              <a:t>Click icon </a:t>
            </a:r>
            <a:br>
              <a:rPr lang="en-US" dirty="0"/>
            </a:br>
            <a:r>
              <a:rPr lang="en-US" dirty="0"/>
              <a:t>to add picture</a:t>
            </a:r>
          </a:p>
        </p:txBody>
      </p:sp>
      <p:sp>
        <p:nvSpPr>
          <p:cNvPr id="17" name="Bildplatzhalter 14"/>
          <p:cNvSpPr>
            <a:spLocks noGrp="1"/>
          </p:cNvSpPr>
          <p:nvPr>
            <p:ph type="pic" sz="quarter" idx="22" hasCustomPrompt="1"/>
            <p:custDataLst>
              <p:tags r:id="rId2"/>
            </p:custDataLst>
          </p:nvPr>
        </p:nvSpPr>
        <p:spPr>
          <a:xfrm>
            <a:off x="6888162" y="1484776"/>
            <a:ext cx="4680445" cy="1728000"/>
          </a:xfrm>
          <a:prstGeom prst="roundRect">
            <a:avLst>
              <a:gd name="adj" fmla="val 3675"/>
            </a:avLst>
          </a:prstGeom>
          <a:solidFill>
            <a:schemeClr val="bg1">
              <a:lumMod val="75000"/>
            </a:schemeClr>
          </a:solidFill>
        </p:spPr>
        <p:txBody>
          <a:bodyPr tIns="792000" anchor="ctr"/>
          <a:lstStyle>
            <a:lvl1pPr algn="ctr">
              <a:spcBef>
                <a:spcPts val="0"/>
              </a:spcBef>
              <a:spcAft>
                <a:spcPts val="0"/>
              </a:spcAft>
              <a:defRPr sz="1000">
                <a:solidFill>
                  <a:schemeClr val="tx1"/>
                </a:solidFill>
              </a:defRPr>
            </a:lvl1pPr>
          </a:lstStyle>
          <a:p>
            <a:r>
              <a:rPr lang="en-US" dirty="0"/>
              <a:t>Click icon </a:t>
            </a:r>
            <a:br>
              <a:rPr lang="en-US" dirty="0"/>
            </a:br>
            <a:r>
              <a:rPr lang="en-US" dirty="0"/>
              <a:t>to add picture</a:t>
            </a:r>
          </a:p>
        </p:txBody>
      </p:sp>
      <p:graphicFrame>
        <p:nvGraphicFramePr>
          <p:cNvPr id="3" name="Objekt 2" hidden="1"/>
          <p:cNvGraphicFramePr>
            <a:graphicFrameLocks noChangeAspect="1"/>
          </p:cNvGraphicFramePr>
          <p:nvPr userDrawn="1">
            <p:custDataLst>
              <p:tags r:id="rId3"/>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53" imgH="353" progId="TCLayout.ActiveDocument.1">
                  <p:embed/>
                </p:oleObj>
              </mc:Choice>
              <mc:Fallback>
                <p:oleObj name="think-cell Slide" r:id="rId5" imgW="353" imgH="353" progId="TCLayout.ActiveDocument.1">
                  <p:embed/>
                  <p:pic>
                    <p:nvPicPr>
                      <p:cNvPr id="3" name="Objekt 2"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4" name="Fußzeilenplatzhalter 3"/>
          <p:cNvSpPr>
            <a:spLocks noGrp="1"/>
          </p:cNvSpPr>
          <p:nvPr>
            <p:ph type="ftr" sz="quarter" idx="11"/>
          </p:nvPr>
        </p:nvSpPr>
        <p:spPr bwMode="gray"/>
        <p:txBody>
          <a:bodyPr/>
          <a:lstStyle/>
          <a:p>
            <a:r>
              <a:rPr lang="en-US" noProof="0" dirty="0"/>
              <a:t>Standard chart library</a:t>
            </a:r>
          </a:p>
        </p:txBody>
      </p:sp>
      <p:sp>
        <p:nvSpPr>
          <p:cNvPr id="5" name="Foliennummernplatzhalter 4"/>
          <p:cNvSpPr>
            <a:spLocks noGrp="1"/>
          </p:cNvSpPr>
          <p:nvPr>
            <p:ph type="sldNum" sz="quarter" idx="12"/>
          </p:nvPr>
        </p:nvSpPr>
        <p:spPr bwMode="gray"/>
        <p:txBody>
          <a:bodyPr/>
          <a:lstStyle>
            <a:lvl1pPr>
              <a:defRPr>
                <a:solidFill>
                  <a:schemeClr val="tx1"/>
                </a:solidFill>
              </a:defRPr>
            </a:lvl1pPr>
          </a:lstStyle>
          <a:p>
            <a:fld id="{215533F2-C0B5-4315-85D8-5EA869B6EE8B}" type="slidenum">
              <a:rPr lang="en-US" smtClean="0"/>
              <a:pPr/>
              <a:t>‹#›</a:t>
            </a:fld>
            <a:endParaRPr lang="en-US" dirty="0"/>
          </a:p>
        </p:txBody>
      </p:sp>
      <p:sp>
        <p:nvSpPr>
          <p:cNvPr id="14" name="Text Placeholder 7"/>
          <p:cNvSpPr>
            <a:spLocks noGrp="1"/>
          </p:cNvSpPr>
          <p:nvPr>
            <p:ph type="body" sz="quarter" idx="13" hasCustomPrompt="1"/>
          </p:nvPr>
        </p:nvSpPr>
        <p:spPr bwMode="gray">
          <a:xfrm>
            <a:off x="623888" y="332656"/>
            <a:ext cx="10944225" cy="398144"/>
          </a:xfrm>
          <a:prstGeom prst="rect">
            <a:avLst/>
          </a:prstGeom>
        </p:spPr>
        <p:txBody>
          <a:bodyPr tIns="18000" anchor="t">
            <a:noAutofit/>
          </a:bodyPr>
          <a:lstStyle>
            <a:lvl1pPr marL="0" indent="0">
              <a:lnSpc>
                <a:spcPct val="100000"/>
              </a:lnSpc>
              <a:spcBef>
                <a:spcPts val="0"/>
              </a:spcBef>
              <a:spcAft>
                <a:spcPts val="0"/>
              </a:spcAft>
              <a:buFont typeface="Arial" panose="020B0604020202020204" pitchFamily="34" charset="0"/>
              <a:buNone/>
              <a:defRPr sz="2200" b="0" baseline="0">
                <a:solidFill>
                  <a:schemeClr val="accent1"/>
                </a:solidFill>
              </a:defRPr>
            </a:lvl1pPr>
            <a:lvl2pPr marL="0" indent="0">
              <a:lnSpc>
                <a:spcPct val="100000"/>
              </a:lnSpc>
              <a:spcBef>
                <a:spcPts val="0"/>
              </a:spcBef>
              <a:spcAft>
                <a:spcPts val="0"/>
              </a:spcAft>
              <a:buFont typeface="Arial" panose="020B0604020202020204" pitchFamily="34" charset="0"/>
              <a:buNone/>
              <a:defRPr sz="2200" b="0">
                <a:solidFill>
                  <a:schemeClr val="accent1"/>
                </a:solidFill>
              </a:defRPr>
            </a:lvl2pPr>
            <a:lvl3pPr marL="0" indent="0">
              <a:lnSpc>
                <a:spcPct val="100000"/>
              </a:lnSpc>
              <a:spcBef>
                <a:spcPts val="0"/>
              </a:spcBef>
              <a:spcAft>
                <a:spcPts val="0"/>
              </a:spcAft>
              <a:buNone/>
              <a:defRPr sz="2200" b="0">
                <a:solidFill>
                  <a:schemeClr val="accent1"/>
                </a:solidFill>
              </a:defRPr>
            </a:lvl3pPr>
            <a:lvl4pPr marL="0" indent="0">
              <a:lnSpc>
                <a:spcPct val="100000"/>
              </a:lnSpc>
              <a:spcBef>
                <a:spcPts val="0"/>
              </a:spcBef>
              <a:spcAft>
                <a:spcPts val="0"/>
              </a:spcAft>
              <a:buNone/>
              <a:defRPr sz="2200" b="0">
                <a:solidFill>
                  <a:schemeClr val="accent1"/>
                </a:solidFill>
              </a:defRPr>
            </a:lvl4pPr>
            <a:lvl5pPr marL="0" indent="0">
              <a:lnSpc>
                <a:spcPct val="100000"/>
              </a:lnSpc>
              <a:spcBef>
                <a:spcPts val="0"/>
              </a:spcBef>
              <a:spcAft>
                <a:spcPts val="0"/>
              </a:spcAft>
              <a:buNone/>
              <a:defRPr sz="2200" b="0">
                <a:solidFill>
                  <a:schemeClr val="accent1"/>
                </a:solidFill>
              </a:defRPr>
            </a:lvl5pPr>
            <a:lvl6pPr marL="0" indent="0">
              <a:lnSpc>
                <a:spcPct val="100000"/>
              </a:lnSpc>
              <a:spcBef>
                <a:spcPts val="0"/>
              </a:spcBef>
              <a:spcAft>
                <a:spcPts val="0"/>
              </a:spcAft>
              <a:buNone/>
              <a:defRPr sz="2200" b="0">
                <a:solidFill>
                  <a:schemeClr val="accent1"/>
                </a:solidFill>
              </a:defRPr>
            </a:lvl6pPr>
            <a:lvl7pPr marL="0" indent="0">
              <a:lnSpc>
                <a:spcPct val="100000"/>
              </a:lnSpc>
              <a:spcBef>
                <a:spcPts val="0"/>
              </a:spcBef>
              <a:spcAft>
                <a:spcPts val="0"/>
              </a:spcAft>
              <a:buNone/>
              <a:defRPr sz="2200" b="0">
                <a:solidFill>
                  <a:schemeClr val="accent1"/>
                </a:solidFill>
              </a:defRPr>
            </a:lvl7pPr>
            <a:lvl8pPr marL="0" indent="0">
              <a:lnSpc>
                <a:spcPct val="100000"/>
              </a:lnSpc>
              <a:spcBef>
                <a:spcPts val="0"/>
              </a:spcBef>
              <a:spcAft>
                <a:spcPts val="0"/>
              </a:spcAft>
              <a:buNone/>
              <a:defRPr sz="2200" b="0">
                <a:solidFill>
                  <a:schemeClr val="accent1"/>
                </a:solidFill>
              </a:defRPr>
            </a:lvl8pPr>
            <a:lvl9pPr marL="0" indent="0">
              <a:lnSpc>
                <a:spcPct val="100000"/>
              </a:lnSpc>
              <a:spcBef>
                <a:spcPts val="0"/>
              </a:spcBef>
              <a:spcAft>
                <a:spcPts val="0"/>
              </a:spcAft>
              <a:buNone/>
              <a:defRPr sz="2200" b="0">
                <a:solidFill>
                  <a:schemeClr val="accent1"/>
                </a:solidFill>
              </a:defRPr>
            </a:lvl9pPr>
          </a:lstStyle>
          <a:p>
            <a:pPr lvl="0"/>
            <a:r>
              <a:rPr lang="en-US" noProof="0" dirty="0"/>
              <a:t>Click to add action title</a:t>
            </a:r>
          </a:p>
        </p:txBody>
      </p:sp>
      <p:sp>
        <p:nvSpPr>
          <p:cNvPr id="2" name="Title 1"/>
          <p:cNvSpPr>
            <a:spLocks noGrp="1"/>
          </p:cNvSpPr>
          <p:nvPr>
            <p:ph type="title" hasCustomPrompt="1"/>
          </p:nvPr>
        </p:nvSpPr>
        <p:spPr>
          <a:xfrm>
            <a:off x="623888" y="730800"/>
            <a:ext cx="10944225" cy="325952"/>
          </a:xfrm>
        </p:spPr>
        <p:txBody>
          <a:bodyPr/>
          <a:lstStyle/>
          <a:p>
            <a:r>
              <a:rPr lang="en-US" dirty="0"/>
              <a:t>Insert slide title here (max. 2 lines | max. 1 line with Action Title)</a:t>
            </a:r>
          </a:p>
        </p:txBody>
      </p:sp>
      <p:sp>
        <p:nvSpPr>
          <p:cNvPr id="6" name="MIO_VALID_LAYOUT" hidden="1"/>
          <p:cNvSpPr/>
          <p:nvPr userDrawn="1"/>
        </p:nvSpPr>
        <p:spPr bwMode="gray">
          <a:xfrm>
            <a:off x="11856640" y="6597171"/>
            <a:ext cx="335360" cy="260829"/>
          </a:xfrm>
          <a:prstGeom prst="rect">
            <a:avLst/>
          </a:prstGeom>
          <a:no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
        <p:nvSpPr>
          <p:cNvPr id="9" name="Textplatzhalter 8">
            <a:extLst>
              <a:ext uri="{FF2B5EF4-FFF2-40B4-BE49-F238E27FC236}">
                <a16:creationId xmlns:a16="http://schemas.microsoft.com/office/drawing/2014/main" id="{707A02EE-81C6-45B0-A39C-B8294CE7FE3E}"/>
              </a:ext>
            </a:extLst>
          </p:cNvPr>
          <p:cNvSpPr>
            <a:spLocks noGrp="1"/>
          </p:cNvSpPr>
          <p:nvPr>
            <p:ph type="body" sz="quarter" idx="23" hasCustomPrompt="1"/>
          </p:nvPr>
        </p:nvSpPr>
        <p:spPr>
          <a:xfrm>
            <a:off x="6888088" y="3284512"/>
            <a:ext cx="4680025" cy="432000"/>
          </a:xfrm>
        </p:spPr>
        <p:txBody>
          <a:bodyPr anchor="t"/>
          <a:lstStyle>
            <a:lvl1pPr>
              <a:spcBef>
                <a:spcPts val="300"/>
              </a:spcBef>
              <a:spcAft>
                <a:spcPts val="300"/>
              </a:spcAft>
              <a:defRPr sz="1200" b="0">
                <a:solidFill>
                  <a:schemeClr val="tx1"/>
                </a:solidFill>
              </a:defRPr>
            </a:lvl1pPr>
          </a:lstStyle>
          <a:p>
            <a:r>
              <a:rPr lang="en-US" dirty="0"/>
              <a:t>Picture Caption, </a:t>
            </a:r>
            <a:br>
              <a:rPr lang="en-US" dirty="0"/>
            </a:br>
            <a:r>
              <a:rPr lang="en-US" dirty="0"/>
              <a:t>max 2 lines</a:t>
            </a:r>
          </a:p>
        </p:txBody>
      </p:sp>
      <p:sp>
        <p:nvSpPr>
          <p:cNvPr id="16" name="Textplatzhalter 8">
            <a:extLst>
              <a:ext uri="{FF2B5EF4-FFF2-40B4-BE49-F238E27FC236}">
                <a16:creationId xmlns:a16="http://schemas.microsoft.com/office/drawing/2014/main" id="{ED01F492-AD27-4E4F-946F-82CEE3F98DCB}"/>
              </a:ext>
            </a:extLst>
          </p:cNvPr>
          <p:cNvSpPr>
            <a:spLocks noGrp="1"/>
          </p:cNvSpPr>
          <p:nvPr>
            <p:ph type="body" sz="quarter" idx="24" hasCustomPrompt="1"/>
          </p:nvPr>
        </p:nvSpPr>
        <p:spPr>
          <a:xfrm>
            <a:off x="6888088" y="5661296"/>
            <a:ext cx="4680025" cy="432000"/>
          </a:xfrm>
        </p:spPr>
        <p:txBody>
          <a:bodyPr anchor="t"/>
          <a:lstStyle>
            <a:lvl1pPr>
              <a:spcBef>
                <a:spcPts val="300"/>
              </a:spcBef>
              <a:spcAft>
                <a:spcPts val="300"/>
              </a:spcAft>
              <a:defRPr sz="1200" b="0">
                <a:solidFill>
                  <a:schemeClr val="tx1"/>
                </a:solidFill>
              </a:defRPr>
            </a:lvl1pPr>
          </a:lstStyle>
          <a:p>
            <a:r>
              <a:rPr lang="en-US" dirty="0"/>
              <a:t>Picture Caption, </a:t>
            </a:r>
            <a:br>
              <a:rPr lang="en-US" dirty="0"/>
            </a:br>
            <a:r>
              <a:rPr lang="en-US" dirty="0"/>
              <a:t>max 2 lines</a:t>
            </a:r>
          </a:p>
        </p:txBody>
      </p:sp>
      <p:sp>
        <p:nvSpPr>
          <p:cNvPr id="13" name="Textplatzhalter 8">
            <a:extLst>
              <a:ext uri="{FF2B5EF4-FFF2-40B4-BE49-F238E27FC236}">
                <a16:creationId xmlns:a16="http://schemas.microsoft.com/office/drawing/2014/main" id="{6EF9F2F9-054D-491E-8855-764A2BCC34C3}"/>
              </a:ext>
            </a:extLst>
          </p:cNvPr>
          <p:cNvSpPr>
            <a:spLocks noGrp="1"/>
          </p:cNvSpPr>
          <p:nvPr>
            <p:ph type="body" sz="quarter" idx="25" hasCustomPrompt="1"/>
          </p:nvPr>
        </p:nvSpPr>
        <p:spPr>
          <a:xfrm>
            <a:off x="623392" y="1484312"/>
            <a:ext cx="5328592" cy="504000"/>
          </a:xfrm>
        </p:spPr>
        <p:txBody>
          <a:bodyPr anchor="b"/>
          <a:lstStyle>
            <a:lvl1pPr>
              <a:spcBef>
                <a:spcPts val="0"/>
              </a:spcBef>
              <a:spcAft>
                <a:spcPts val="0"/>
              </a:spcAft>
              <a:defRPr b="1">
                <a:solidFill>
                  <a:schemeClr val="bg2"/>
                </a:solidFill>
              </a:defRPr>
            </a:lvl1pPr>
          </a:lstStyle>
          <a:p>
            <a:r>
              <a:rPr lang="en-US" dirty="0" err="1"/>
              <a:t>Subheadline</a:t>
            </a:r>
            <a:r>
              <a:rPr lang="en-US" dirty="0"/>
              <a:t>, </a:t>
            </a:r>
            <a:br>
              <a:rPr lang="en-US" dirty="0"/>
            </a:br>
            <a:r>
              <a:rPr lang="en-US" dirty="0"/>
              <a:t>max 2 lines</a:t>
            </a:r>
          </a:p>
        </p:txBody>
      </p:sp>
      <p:sp>
        <p:nvSpPr>
          <p:cNvPr id="15" name="Content Placeholder 14">
            <a:extLst>
              <a:ext uri="{FF2B5EF4-FFF2-40B4-BE49-F238E27FC236}">
                <a16:creationId xmlns:a16="http://schemas.microsoft.com/office/drawing/2014/main" id="{66CD0A7B-02FD-4534-A4EC-DC7669DFC765}"/>
              </a:ext>
            </a:extLst>
          </p:cNvPr>
          <p:cNvSpPr>
            <a:spLocks noGrp="1"/>
          </p:cNvSpPr>
          <p:nvPr>
            <p:ph sz="quarter" idx="18" hasCustomPrompt="1"/>
          </p:nvPr>
        </p:nvSpPr>
        <p:spPr bwMode="gray">
          <a:xfrm>
            <a:off x="623888" y="2132856"/>
            <a:ext cx="5327650" cy="3960000"/>
          </a:xfrm>
        </p:spPr>
        <p:txBody>
          <a:bodyPr/>
          <a:lstStyle>
            <a:lvl1pPr>
              <a:defRPr/>
            </a:lvl1pPr>
          </a:lstStyle>
          <a:p>
            <a:pPr lvl="0"/>
            <a:r>
              <a:rPr lang="en-US" dirty="0"/>
              <a:t>You can use this field to enter text, a table, a diagram or a SmartArt. Use the buttons “Increase List Level” for </a:t>
            </a:r>
            <a:r>
              <a:rPr lang="en-US" dirty="0" err="1"/>
              <a:t>copytext</a:t>
            </a:r>
            <a:r>
              <a:rPr lang="en-US" dirty="0"/>
              <a:t> or bullet levels. Use the icons below to create visual content.</a:t>
            </a:r>
          </a:p>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480418305"/>
      </p:ext>
    </p:extLst>
  </p:cSld>
  <p:clrMapOvr>
    <a:masterClrMapping/>
  </p:clrMapOvr>
  <p:extLst>
    <p:ext uri="{DCECCB84-F9BA-43D5-87BE-67443E8EF086}">
      <p15:sldGuideLst xmlns:p15="http://schemas.microsoft.com/office/powerpoint/2012/main"/>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wo pictures and content | 2">
    <p:bg>
      <p:bgPr>
        <a:solidFill>
          <a:schemeClr val="bg1"/>
        </a:solidFill>
        <a:effectLst/>
      </p:bgPr>
    </p:bg>
    <p:spTree>
      <p:nvGrpSpPr>
        <p:cNvPr id="1" name=""/>
        <p:cNvGrpSpPr/>
        <p:nvPr/>
      </p:nvGrpSpPr>
      <p:grpSpPr>
        <a:xfrm>
          <a:off x="0" y="0"/>
          <a:ext cx="0" cy="0"/>
          <a:chOff x="0" y="0"/>
          <a:chExt cx="0" cy="0"/>
        </a:xfrm>
      </p:grpSpPr>
      <p:sp>
        <p:nvSpPr>
          <p:cNvPr id="16" name="Bildplatzhalter 14"/>
          <p:cNvSpPr>
            <a:spLocks noGrp="1"/>
          </p:cNvSpPr>
          <p:nvPr>
            <p:ph type="pic" sz="quarter" idx="21" hasCustomPrompt="1"/>
            <p:custDataLst>
              <p:tags r:id="rId1"/>
            </p:custDataLst>
          </p:nvPr>
        </p:nvSpPr>
        <p:spPr>
          <a:xfrm>
            <a:off x="6240608" y="2132856"/>
            <a:ext cx="5328000" cy="1872000"/>
          </a:xfrm>
          <a:prstGeom prst="roundRect">
            <a:avLst>
              <a:gd name="adj" fmla="val 3265"/>
            </a:avLst>
          </a:prstGeom>
          <a:solidFill>
            <a:schemeClr val="bg1">
              <a:lumMod val="75000"/>
            </a:schemeClr>
          </a:solidFill>
        </p:spPr>
        <p:txBody>
          <a:bodyPr tIns="792000" anchor="ctr"/>
          <a:lstStyle>
            <a:lvl1pPr algn="ctr">
              <a:spcBef>
                <a:spcPts val="0"/>
              </a:spcBef>
              <a:spcAft>
                <a:spcPts val="0"/>
              </a:spcAft>
              <a:defRPr sz="1000">
                <a:solidFill>
                  <a:schemeClr val="tx1"/>
                </a:solidFill>
              </a:defRPr>
            </a:lvl1pPr>
          </a:lstStyle>
          <a:p>
            <a:r>
              <a:rPr lang="en-US" dirty="0"/>
              <a:t>Click icon </a:t>
            </a:r>
            <a:br>
              <a:rPr lang="en-US" dirty="0"/>
            </a:br>
            <a:r>
              <a:rPr lang="en-US" dirty="0"/>
              <a:t>to add picture</a:t>
            </a:r>
          </a:p>
        </p:txBody>
      </p:sp>
      <p:sp>
        <p:nvSpPr>
          <p:cNvPr id="17" name="Bildplatzhalter 14"/>
          <p:cNvSpPr>
            <a:spLocks noGrp="1"/>
          </p:cNvSpPr>
          <p:nvPr>
            <p:ph type="pic" sz="quarter" idx="22" hasCustomPrompt="1"/>
            <p:custDataLst>
              <p:tags r:id="rId2"/>
            </p:custDataLst>
          </p:nvPr>
        </p:nvSpPr>
        <p:spPr>
          <a:xfrm>
            <a:off x="623391" y="2132856"/>
            <a:ext cx="5328000" cy="1872000"/>
          </a:xfrm>
          <a:prstGeom prst="roundRect">
            <a:avLst>
              <a:gd name="adj" fmla="val 3265"/>
            </a:avLst>
          </a:prstGeom>
          <a:solidFill>
            <a:schemeClr val="bg1">
              <a:lumMod val="75000"/>
            </a:schemeClr>
          </a:solidFill>
        </p:spPr>
        <p:txBody>
          <a:bodyPr tIns="792000" anchor="ctr"/>
          <a:lstStyle>
            <a:lvl1pPr algn="ctr">
              <a:spcBef>
                <a:spcPts val="0"/>
              </a:spcBef>
              <a:spcAft>
                <a:spcPts val="0"/>
              </a:spcAft>
              <a:defRPr sz="1000">
                <a:solidFill>
                  <a:schemeClr val="tx1"/>
                </a:solidFill>
              </a:defRPr>
            </a:lvl1pPr>
          </a:lstStyle>
          <a:p>
            <a:r>
              <a:rPr lang="en-US" dirty="0"/>
              <a:t>Click icon </a:t>
            </a:r>
            <a:br>
              <a:rPr lang="en-US" dirty="0"/>
            </a:br>
            <a:r>
              <a:rPr lang="en-US" dirty="0"/>
              <a:t>to add picture</a:t>
            </a:r>
          </a:p>
        </p:txBody>
      </p:sp>
      <p:graphicFrame>
        <p:nvGraphicFramePr>
          <p:cNvPr id="3" name="Objekt 2" hidden="1"/>
          <p:cNvGraphicFramePr>
            <a:graphicFrameLocks noChangeAspect="1"/>
          </p:cNvGraphicFramePr>
          <p:nvPr userDrawn="1">
            <p:custDataLst>
              <p:tags r:id="rId3"/>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53" imgH="353" progId="TCLayout.ActiveDocument.1">
                  <p:embed/>
                </p:oleObj>
              </mc:Choice>
              <mc:Fallback>
                <p:oleObj name="think-cell Slide" r:id="rId5" imgW="353" imgH="353" progId="TCLayout.ActiveDocument.1">
                  <p:embed/>
                  <p:pic>
                    <p:nvPicPr>
                      <p:cNvPr id="3" name="Objekt 2"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4" name="Fußzeilenplatzhalter 3"/>
          <p:cNvSpPr>
            <a:spLocks noGrp="1"/>
          </p:cNvSpPr>
          <p:nvPr>
            <p:ph type="ftr" sz="quarter" idx="11"/>
          </p:nvPr>
        </p:nvSpPr>
        <p:spPr bwMode="gray">
          <a:xfrm>
            <a:off x="1271464" y="6381328"/>
            <a:ext cx="8718972" cy="216172"/>
          </a:xfrm>
        </p:spPr>
        <p:txBody>
          <a:bodyPr/>
          <a:lstStyle/>
          <a:p>
            <a:r>
              <a:rPr lang="en-US" dirty="0"/>
              <a:t>Standard chart library</a:t>
            </a:r>
            <a:endParaRPr lang="en-US" noProof="0" dirty="0"/>
          </a:p>
        </p:txBody>
      </p:sp>
      <p:sp>
        <p:nvSpPr>
          <p:cNvPr id="5" name="Foliennummernplatzhalter 4"/>
          <p:cNvSpPr>
            <a:spLocks noGrp="1"/>
          </p:cNvSpPr>
          <p:nvPr>
            <p:ph type="sldNum" sz="quarter" idx="12"/>
          </p:nvPr>
        </p:nvSpPr>
        <p:spPr bwMode="gray"/>
        <p:txBody>
          <a:bodyPr/>
          <a:lstStyle>
            <a:lvl1pPr>
              <a:defRPr>
                <a:solidFill>
                  <a:schemeClr val="tx1"/>
                </a:solidFill>
              </a:defRPr>
            </a:lvl1pPr>
          </a:lstStyle>
          <a:p>
            <a:fld id="{215533F2-C0B5-4315-85D8-5EA869B6EE8B}" type="slidenum">
              <a:rPr lang="en-US" smtClean="0"/>
              <a:pPr/>
              <a:t>‹#›</a:t>
            </a:fld>
            <a:endParaRPr lang="en-US" dirty="0"/>
          </a:p>
        </p:txBody>
      </p:sp>
      <p:sp>
        <p:nvSpPr>
          <p:cNvPr id="14" name="Text Placeholder 7"/>
          <p:cNvSpPr>
            <a:spLocks noGrp="1"/>
          </p:cNvSpPr>
          <p:nvPr>
            <p:ph type="body" sz="quarter" idx="13" hasCustomPrompt="1"/>
          </p:nvPr>
        </p:nvSpPr>
        <p:spPr bwMode="gray">
          <a:xfrm>
            <a:off x="623888" y="332656"/>
            <a:ext cx="10944225" cy="398144"/>
          </a:xfrm>
          <a:prstGeom prst="rect">
            <a:avLst/>
          </a:prstGeom>
        </p:spPr>
        <p:txBody>
          <a:bodyPr tIns="18000" anchor="t">
            <a:noAutofit/>
          </a:bodyPr>
          <a:lstStyle>
            <a:lvl1pPr marL="0" indent="0">
              <a:lnSpc>
                <a:spcPct val="100000"/>
              </a:lnSpc>
              <a:spcBef>
                <a:spcPts val="0"/>
              </a:spcBef>
              <a:spcAft>
                <a:spcPts val="0"/>
              </a:spcAft>
              <a:buFont typeface="Arial" panose="020B0604020202020204" pitchFamily="34" charset="0"/>
              <a:buNone/>
              <a:defRPr sz="2200" b="0" baseline="0">
                <a:solidFill>
                  <a:schemeClr val="accent1"/>
                </a:solidFill>
              </a:defRPr>
            </a:lvl1pPr>
            <a:lvl2pPr marL="0" indent="0">
              <a:lnSpc>
                <a:spcPct val="100000"/>
              </a:lnSpc>
              <a:spcBef>
                <a:spcPts val="0"/>
              </a:spcBef>
              <a:spcAft>
                <a:spcPts val="0"/>
              </a:spcAft>
              <a:buFont typeface="Arial" panose="020B0604020202020204" pitchFamily="34" charset="0"/>
              <a:buNone/>
              <a:defRPr sz="2200" b="0">
                <a:solidFill>
                  <a:schemeClr val="accent1"/>
                </a:solidFill>
              </a:defRPr>
            </a:lvl2pPr>
            <a:lvl3pPr marL="0" indent="0">
              <a:lnSpc>
                <a:spcPct val="100000"/>
              </a:lnSpc>
              <a:spcBef>
                <a:spcPts val="0"/>
              </a:spcBef>
              <a:spcAft>
                <a:spcPts val="0"/>
              </a:spcAft>
              <a:buNone/>
              <a:defRPr sz="2200" b="0">
                <a:solidFill>
                  <a:schemeClr val="accent1"/>
                </a:solidFill>
              </a:defRPr>
            </a:lvl3pPr>
            <a:lvl4pPr marL="0" indent="0">
              <a:lnSpc>
                <a:spcPct val="100000"/>
              </a:lnSpc>
              <a:spcBef>
                <a:spcPts val="0"/>
              </a:spcBef>
              <a:spcAft>
                <a:spcPts val="0"/>
              </a:spcAft>
              <a:buNone/>
              <a:defRPr sz="2200" b="0">
                <a:solidFill>
                  <a:schemeClr val="accent1"/>
                </a:solidFill>
              </a:defRPr>
            </a:lvl4pPr>
            <a:lvl5pPr marL="0" indent="0">
              <a:lnSpc>
                <a:spcPct val="100000"/>
              </a:lnSpc>
              <a:spcBef>
                <a:spcPts val="0"/>
              </a:spcBef>
              <a:spcAft>
                <a:spcPts val="0"/>
              </a:spcAft>
              <a:buNone/>
              <a:defRPr sz="2200" b="0">
                <a:solidFill>
                  <a:schemeClr val="accent1"/>
                </a:solidFill>
              </a:defRPr>
            </a:lvl5pPr>
            <a:lvl6pPr marL="0" indent="0">
              <a:lnSpc>
                <a:spcPct val="100000"/>
              </a:lnSpc>
              <a:spcBef>
                <a:spcPts val="0"/>
              </a:spcBef>
              <a:spcAft>
                <a:spcPts val="0"/>
              </a:spcAft>
              <a:buNone/>
              <a:defRPr sz="2200" b="0">
                <a:solidFill>
                  <a:schemeClr val="accent1"/>
                </a:solidFill>
              </a:defRPr>
            </a:lvl6pPr>
            <a:lvl7pPr marL="0" indent="0">
              <a:lnSpc>
                <a:spcPct val="100000"/>
              </a:lnSpc>
              <a:spcBef>
                <a:spcPts val="0"/>
              </a:spcBef>
              <a:spcAft>
                <a:spcPts val="0"/>
              </a:spcAft>
              <a:buNone/>
              <a:defRPr sz="2200" b="0">
                <a:solidFill>
                  <a:schemeClr val="accent1"/>
                </a:solidFill>
              </a:defRPr>
            </a:lvl7pPr>
            <a:lvl8pPr marL="0" indent="0">
              <a:lnSpc>
                <a:spcPct val="100000"/>
              </a:lnSpc>
              <a:spcBef>
                <a:spcPts val="0"/>
              </a:spcBef>
              <a:spcAft>
                <a:spcPts val="0"/>
              </a:spcAft>
              <a:buNone/>
              <a:defRPr sz="2200" b="0">
                <a:solidFill>
                  <a:schemeClr val="accent1"/>
                </a:solidFill>
              </a:defRPr>
            </a:lvl8pPr>
            <a:lvl9pPr marL="0" indent="0">
              <a:lnSpc>
                <a:spcPct val="100000"/>
              </a:lnSpc>
              <a:spcBef>
                <a:spcPts val="0"/>
              </a:spcBef>
              <a:spcAft>
                <a:spcPts val="0"/>
              </a:spcAft>
              <a:buNone/>
              <a:defRPr sz="2200" b="0">
                <a:solidFill>
                  <a:schemeClr val="accent1"/>
                </a:solidFill>
              </a:defRPr>
            </a:lvl9pPr>
          </a:lstStyle>
          <a:p>
            <a:pPr lvl="0"/>
            <a:r>
              <a:rPr lang="en-US" noProof="0" dirty="0"/>
              <a:t>Click to add action title</a:t>
            </a:r>
          </a:p>
        </p:txBody>
      </p:sp>
      <p:sp>
        <p:nvSpPr>
          <p:cNvPr id="6" name="Title 5"/>
          <p:cNvSpPr>
            <a:spLocks noGrp="1"/>
          </p:cNvSpPr>
          <p:nvPr>
            <p:ph type="title" hasCustomPrompt="1"/>
          </p:nvPr>
        </p:nvSpPr>
        <p:spPr>
          <a:xfrm>
            <a:off x="623888" y="730800"/>
            <a:ext cx="10944225" cy="325952"/>
          </a:xfrm>
        </p:spPr>
        <p:txBody>
          <a:bodyPr/>
          <a:lstStyle/>
          <a:p>
            <a:r>
              <a:rPr lang="en-US" dirty="0"/>
              <a:t>Insert slide title here (max. 2 lines | max. 1 line with Action Title)</a:t>
            </a:r>
          </a:p>
        </p:txBody>
      </p:sp>
      <p:sp>
        <p:nvSpPr>
          <p:cNvPr id="13" name="MIO_VALID_LAYOUT" hidden="1"/>
          <p:cNvSpPr/>
          <p:nvPr userDrawn="1"/>
        </p:nvSpPr>
        <p:spPr bwMode="gray">
          <a:xfrm>
            <a:off x="11856640" y="6597171"/>
            <a:ext cx="335360" cy="260829"/>
          </a:xfrm>
          <a:prstGeom prst="rect">
            <a:avLst/>
          </a:prstGeom>
          <a:no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
        <p:nvSpPr>
          <p:cNvPr id="15" name="Textplatzhalter 8">
            <a:extLst>
              <a:ext uri="{FF2B5EF4-FFF2-40B4-BE49-F238E27FC236}">
                <a16:creationId xmlns:a16="http://schemas.microsoft.com/office/drawing/2014/main" id="{57DE5A36-D34A-47CA-BB1F-B68122C7A8BC}"/>
              </a:ext>
            </a:extLst>
          </p:cNvPr>
          <p:cNvSpPr>
            <a:spLocks noGrp="1"/>
          </p:cNvSpPr>
          <p:nvPr>
            <p:ph type="body" sz="quarter" idx="23" hasCustomPrompt="1"/>
          </p:nvPr>
        </p:nvSpPr>
        <p:spPr>
          <a:xfrm>
            <a:off x="623888" y="1484312"/>
            <a:ext cx="5328096" cy="504000"/>
          </a:xfrm>
        </p:spPr>
        <p:txBody>
          <a:bodyPr anchor="b"/>
          <a:lstStyle>
            <a:lvl1pPr>
              <a:spcBef>
                <a:spcPts val="0"/>
              </a:spcBef>
              <a:spcAft>
                <a:spcPts val="0"/>
              </a:spcAft>
              <a:defRPr b="1">
                <a:solidFill>
                  <a:schemeClr val="bg2"/>
                </a:solidFill>
              </a:defRPr>
            </a:lvl1pPr>
          </a:lstStyle>
          <a:p>
            <a:r>
              <a:rPr lang="en-US" dirty="0" err="1"/>
              <a:t>Subheadline</a:t>
            </a:r>
            <a:r>
              <a:rPr lang="en-US" dirty="0"/>
              <a:t>, </a:t>
            </a:r>
            <a:br>
              <a:rPr lang="en-US" dirty="0"/>
            </a:br>
            <a:r>
              <a:rPr lang="en-US" dirty="0"/>
              <a:t>max 2 lines</a:t>
            </a:r>
          </a:p>
        </p:txBody>
      </p:sp>
      <p:sp>
        <p:nvSpPr>
          <p:cNvPr id="18" name="Textplatzhalter 8">
            <a:extLst>
              <a:ext uri="{FF2B5EF4-FFF2-40B4-BE49-F238E27FC236}">
                <a16:creationId xmlns:a16="http://schemas.microsoft.com/office/drawing/2014/main" id="{C4D6A637-9856-4030-99C1-959D52C14155}"/>
              </a:ext>
            </a:extLst>
          </p:cNvPr>
          <p:cNvSpPr>
            <a:spLocks noGrp="1"/>
          </p:cNvSpPr>
          <p:nvPr>
            <p:ph type="body" sz="quarter" idx="24" hasCustomPrompt="1"/>
          </p:nvPr>
        </p:nvSpPr>
        <p:spPr>
          <a:xfrm>
            <a:off x="6240016" y="1484313"/>
            <a:ext cx="5328097" cy="504000"/>
          </a:xfrm>
        </p:spPr>
        <p:txBody>
          <a:bodyPr anchor="b"/>
          <a:lstStyle>
            <a:lvl1pPr>
              <a:spcBef>
                <a:spcPts val="0"/>
              </a:spcBef>
              <a:spcAft>
                <a:spcPts val="0"/>
              </a:spcAft>
              <a:defRPr b="1">
                <a:solidFill>
                  <a:schemeClr val="bg2"/>
                </a:solidFill>
              </a:defRPr>
            </a:lvl1pPr>
          </a:lstStyle>
          <a:p>
            <a:r>
              <a:rPr lang="en-US" dirty="0" err="1"/>
              <a:t>Subheadline</a:t>
            </a:r>
            <a:r>
              <a:rPr lang="en-US" dirty="0"/>
              <a:t>, </a:t>
            </a:r>
            <a:br>
              <a:rPr lang="en-US" dirty="0"/>
            </a:br>
            <a:r>
              <a:rPr lang="en-US" dirty="0"/>
              <a:t>max 2 lines</a:t>
            </a:r>
          </a:p>
        </p:txBody>
      </p:sp>
      <p:sp>
        <p:nvSpPr>
          <p:cNvPr id="19" name="Textplatzhalter 28">
            <a:extLst>
              <a:ext uri="{FF2B5EF4-FFF2-40B4-BE49-F238E27FC236}">
                <a16:creationId xmlns:a16="http://schemas.microsoft.com/office/drawing/2014/main" id="{B20F7060-809B-4B33-B2CF-2614A918A6A4}"/>
              </a:ext>
            </a:extLst>
          </p:cNvPr>
          <p:cNvSpPr>
            <a:spLocks noGrp="1"/>
          </p:cNvSpPr>
          <p:nvPr>
            <p:ph type="body" sz="quarter" idx="18" hasCustomPrompt="1"/>
          </p:nvPr>
        </p:nvSpPr>
        <p:spPr>
          <a:xfrm>
            <a:off x="623888" y="4148825"/>
            <a:ext cx="5328096" cy="1944000"/>
          </a:xfrm>
        </p:spPr>
        <p:txBody>
          <a:bodyPr/>
          <a:lstStyle>
            <a:lvl1pPr>
              <a:spcBef>
                <a:spcPts val="300"/>
              </a:spcBef>
              <a:defRPr sz="1600"/>
            </a:lvl1pPr>
            <a:lvl2pPr>
              <a:spcBef>
                <a:spcPts val="300"/>
              </a:spcBef>
              <a:defRPr sz="1600"/>
            </a:lvl2pPr>
            <a:lvl3pPr>
              <a:spcBef>
                <a:spcPts val="300"/>
              </a:spcBef>
              <a:defRPr sz="1600"/>
            </a:lvl3pPr>
            <a:lvl4pPr>
              <a:spcBef>
                <a:spcPts val="300"/>
              </a:spcBef>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0" name="Textplatzhalter 28">
            <a:extLst>
              <a:ext uri="{FF2B5EF4-FFF2-40B4-BE49-F238E27FC236}">
                <a16:creationId xmlns:a16="http://schemas.microsoft.com/office/drawing/2014/main" id="{11D4C109-AAAA-4DC8-A8CA-D54C9073F02C}"/>
              </a:ext>
            </a:extLst>
          </p:cNvPr>
          <p:cNvSpPr>
            <a:spLocks noGrp="1"/>
          </p:cNvSpPr>
          <p:nvPr>
            <p:ph type="body" sz="quarter" idx="25" hasCustomPrompt="1"/>
          </p:nvPr>
        </p:nvSpPr>
        <p:spPr>
          <a:xfrm>
            <a:off x="6240512" y="4149080"/>
            <a:ext cx="5328096" cy="1944000"/>
          </a:xfrm>
        </p:spPr>
        <p:txBody>
          <a:bodyPr/>
          <a:lstStyle>
            <a:lvl1pPr>
              <a:spcBef>
                <a:spcPts val="300"/>
              </a:spcBef>
              <a:defRPr sz="1600"/>
            </a:lvl1pPr>
            <a:lvl2pPr>
              <a:spcBef>
                <a:spcPts val="300"/>
              </a:spcBef>
              <a:defRPr sz="1600"/>
            </a:lvl2pPr>
            <a:lvl3pPr>
              <a:spcBef>
                <a:spcPts val="300"/>
              </a:spcBef>
              <a:defRPr sz="1600"/>
            </a:lvl3pPr>
            <a:lvl4pPr>
              <a:spcBef>
                <a:spcPts val="300"/>
              </a:spcBef>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4131360369"/>
      </p:ext>
    </p:extLst>
  </p:cSld>
  <p:clrMapOvr>
    <a:masterClrMapping/>
  </p:clrMapOvr>
  <p:extLst>
    <p:ext uri="{DCECCB84-F9BA-43D5-87BE-67443E8EF086}">
      <p15:sldGuideLst xmlns:p15="http://schemas.microsoft.com/office/powerpoint/2012/main"/>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hree pictures and content">
    <p:bg>
      <p:bgPr>
        <a:solidFill>
          <a:schemeClr val="bg1"/>
        </a:solidFill>
        <a:effectLst/>
      </p:bgPr>
    </p:bg>
    <p:spTree>
      <p:nvGrpSpPr>
        <p:cNvPr id="1" name=""/>
        <p:cNvGrpSpPr/>
        <p:nvPr/>
      </p:nvGrpSpPr>
      <p:grpSpPr>
        <a:xfrm>
          <a:off x="0" y="0"/>
          <a:ext cx="0" cy="0"/>
          <a:chOff x="0" y="0"/>
          <a:chExt cx="0" cy="0"/>
        </a:xfrm>
      </p:grpSpPr>
      <p:sp>
        <p:nvSpPr>
          <p:cNvPr id="20" name="Bildplatzhalter 14"/>
          <p:cNvSpPr>
            <a:spLocks noGrp="1"/>
          </p:cNvSpPr>
          <p:nvPr>
            <p:ph type="pic" sz="quarter" idx="37" hasCustomPrompt="1"/>
            <p:custDataLst>
              <p:tags r:id="rId1"/>
            </p:custDataLst>
          </p:nvPr>
        </p:nvSpPr>
        <p:spPr>
          <a:xfrm>
            <a:off x="623984" y="2132856"/>
            <a:ext cx="3457274" cy="1872000"/>
          </a:xfrm>
          <a:prstGeom prst="roundRect">
            <a:avLst>
              <a:gd name="adj" fmla="val 3266"/>
            </a:avLst>
          </a:prstGeom>
          <a:solidFill>
            <a:schemeClr val="bg1">
              <a:lumMod val="75000"/>
            </a:schemeClr>
          </a:solidFill>
        </p:spPr>
        <p:txBody>
          <a:bodyPr tIns="792000" anchor="ctr"/>
          <a:lstStyle>
            <a:lvl1pPr algn="ctr">
              <a:spcBef>
                <a:spcPts val="0"/>
              </a:spcBef>
              <a:spcAft>
                <a:spcPts val="0"/>
              </a:spcAft>
              <a:defRPr sz="1000">
                <a:solidFill>
                  <a:schemeClr val="tx1"/>
                </a:solidFill>
              </a:defRPr>
            </a:lvl1pPr>
          </a:lstStyle>
          <a:p>
            <a:r>
              <a:rPr lang="en-US" dirty="0"/>
              <a:t>Click icon </a:t>
            </a:r>
            <a:br>
              <a:rPr lang="en-US" dirty="0"/>
            </a:br>
            <a:r>
              <a:rPr lang="en-US" dirty="0"/>
              <a:t>to add picture</a:t>
            </a:r>
          </a:p>
        </p:txBody>
      </p:sp>
      <p:sp>
        <p:nvSpPr>
          <p:cNvPr id="22" name="Bildplatzhalter 14"/>
          <p:cNvSpPr>
            <a:spLocks noGrp="1"/>
          </p:cNvSpPr>
          <p:nvPr>
            <p:ph type="pic" sz="quarter" idx="35" hasCustomPrompt="1"/>
            <p:custDataLst>
              <p:tags r:id="rId2"/>
            </p:custDataLst>
          </p:nvPr>
        </p:nvSpPr>
        <p:spPr>
          <a:xfrm>
            <a:off x="4367808" y="2132856"/>
            <a:ext cx="3456384" cy="1872000"/>
          </a:xfrm>
          <a:prstGeom prst="roundRect">
            <a:avLst>
              <a:gd name="adj" fmla="val 3266"/>
            </a:avLst>
          </a:prstGeom>
          <a:solidFill>
            <a:schemeClr val="bg1">
              <a:lumMod val="75000"/>
            </a:schemeClr>
          </a:solidFill>
        </p:spPr>
        <p:txBody>
          <a:bodyPr tIns="792000" anchor="ctr"/>
          <a:lstStyle>
            <a:lvl1pPr algn="ctr">
              <a:spcBef>
                <a:spcPts val="0"/>
              </a:spcBef>
              <a:spcAft>
                <a:spcPts val="0"/>
              </a:spcAft>
              <a:defRPr sz="1000">
                <a:solidFill>
                  <a:schemeClr val="tx1"/>
                </a:solidFill>
              </a:defRPr>
            </a:lvl1pPr>
          </a:lstStyle>
          <a:p>
            <a:r>
              <a:rPr lang="en-US" dirty="0"/>
              <a:t>Click icon </a:t>
            </a:r>
            <a:br>
              <a:rPr lang="en-US" dirty="0"/>
            </a:br>
            <a:r>
              <a:rPr lang="en-US" dirty="0"/>
              <a:t>to add picture</a:t>
            </a:r>
          </a:p>
        </p:txBody>
      </p:sp>
      <p:sp>
        <p:nvSpPr>
          <p:cNvPr id="23" name="Bildplatzhalter 14"/>
          <p:cNvSpPr>
            <a:spLocks noGrp="1"/>
          </p:cNvSpPr>
          <p:nvPr>
            <p:ph type="pic" sz="quarter" idx="38" hasCustomPrompt="1"/>
            <p:custDataLst>
              <p:tags r:id="rId3"/>
            </p:custDataLst>
          </p:nvPr>
        </p:nvSpPr>
        <p:spPr>
          <a:xfrm>
            <a:off x="8112224" y="2132856"/>
            <a:ext cx="3455888" cy="1872000"/>
          </a:xfrm>
          <a:prstGeom prst="roundRect">
            <a:avLst>
              <a:gd name="adj" fmla="val 3266"/>
            </a:avLst>
          </a:prstGeom>
          <a:solidFill>
            <a:schemeClr val="bg1">
              <a:lumMod val="75000"/>
            </a:schemeClr>
          </a:solidFill>
        </p:spPr>
        <p:txBody>
          <a:bodyPr tIns="792000" anchor="ctr"/>
          <a:lstStyle>
            <a:lvl1pPr algn="ctr">
              <a:spcBef>
                <a:spcPts val="0"/>
              </a:spcBef>
              <a:spcAft>
                <a:spcPts val="0"/>
              </a:spcAft>
              <a:defRPr sz="1000">
                <a:solidFill>
                  <a:schemeClr val="tx1"/>
                </a:solidFill>
              </a:defRPr>
            </a:lvl1pPr>
          </a:lstStyle>
          <a:p>
            <a:r>
              <a:rPr lang="en-US" dirty="0"/>
              <a:t>Click icon </a:t>
            </a:r>
            <a:br>
              <a:rPr lang="en-US" dirty="0"/>
            </a:br>
            <a:r>
              <a:rPr lang="en-US" dirty="0"/>
              <a:t>to add picture</a:t>
            </a:r>
          </a:p>
        </p:txBody>
      </p:sp>
      <p:graphicFrame>
        <p:nvGraphicFramePr>
          <p:cNvPr id="3" name="Objekt 2" hidden="1"/>
          <p:cNvGraphicFramePr>
            <a:graphicFrameLocks noChangeAspect="1"/>
          </p:cNvGraphicFramePr>
          <p:nvPr userDrawn="1">
            <p:custDataLst>
              <p:tags r:id="rId4"/>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6" imgW="353" imgH="353" progId="TCLayout.ActiveDocument.1">
                  <p:embed/>
                </p:oleObj>
              </mc:Choice>
              <mc:Fallback>
                <p:oleObj name="think-cell Slide" r:id="rId6" imgW="353" imgH="353" progId="TCLayout.ActiveDocument.1">
                  <p:embed/>
                  <p:pic>
                    <p:nvPicPr>
                      <p:cNvPr id="3" name="Objekt 2" hidden="1"/>
                      <p:cNvPicPr/>
                      <p:nvPr/>
                    </p:nvPicPr>
                    <p:blipFill>
                      <a:blip r:embed="rId7"/>
                      <a:stretch>
                        <a:fillRect/>
                      </a:stretch>
                    </p:blipFill>
                    <p:spPr>
                      <a:xfrm>
                        <a:off x="1588" y="1588"/>
                        <a:ext cx="1587" cy="1587"/>
                      </a:xfrm>
                      <a:prstGeom prst="rect">
                        <a:avLst/>
                      </a:prstGeom>
                    </p:spPr>
                  </p:pic>
                </p:oleObj>
              </mc:Fallback>
            </mc:AlternateContent>
          </a:graphicData>
        </a:graphic>
      </p:graphicFrame>
      <p:sp>
        <p:nvSpPr>
          <p:cNvPr id="4" name="Fußzeilenplatzhalter 3"/>
          <p:cNvSpPr>
            <a:spLocks noGrp="1"/>
          </p:cNvSpPr>
          <p:nvPr>
            <p:ph type="ftr" sz="quarter" idx="11"/>
          </p:nvPr>
        </p:nvSpPr>
        <p:spPr bwMode="gray"/>
        <p:txBody>
          <a:bodyPr/>
          <a:lstStyle/>
          <a:p>
            <a:r>
              <a:rPr lang="en-US" dirty="0"/>
              <a:t>Standard chart library</a:t>
            </a:r>
            <a:endParaRPr lang="en-US" noProof="0" dirty="0"/>
          </a:p>
        </p:txBody>
      </p:sp>
      <p:sp>
        <p:nvSpPr>
          <p:cNvPr id="5" name="Foliennummernplatzhalter 4"/>
          <p:cNvSpPr>
            <a:spLocks noGrp="1"/>
          </p:cNvSpPr>
          <p:nvPr>
            <p:ph type="sldNum" sz="quarter" idx="12"/>
          </p:nvPr>
        </p:nvSpPr>
        <p:spPr bwMode="gray"/>
        <p:txBody>
          <a:bodyPr/>
          <a:lstStyle>
            <a:lvl1pPr>
              <a:defRPr>
                <a:solidFill>
                  <a:schemeClr val="tx1"/>
                </a:solidFill>
              </a:defRPr>
            </a:lvl1pPr>
          </a:lstStyle>
          <a:p>
            <a:fld id="{215533F2-C0B5-4315-85D8-5EA869B6EE8B}" type="slidenum">
              <a:rPr lang="en-US" smtClean="0"/>
              <a:pPr/>
              <a:t>‹#›</a:t>
            </a:fld>
            <a:endParaRPr lang="en-US" dirty="0"/>
          </a:p>
        </p:txBody>
      </p:sp>
      <p:sp>
        <p:nvSpPr>
          <p:cNvPr id="25" name="Textplatzhalter 28"/>
          <p:cNvSpPr>
            <a:spLocks noGrp="1"/>
          </p:cNvSpPr>
          <p:nvPr>
            <p:ph type="body" sz="quarter" idx="18" hasCustomPrompt="1"/>
          </p:nvPr>
        </p:nvSpPr>
        <p:spPr>
          <a:xfrm>
            <a:off x="623888" y="4149296"/>
            <a:ext cx="3456000" cy="1944000"/>
          </a:xfrm>
        </p:spPr>
        <p:txBody>
          <a:bodyPr/>
          <a:lstStyle>
            <a:lvl1pPr>
              <a:spcBef>
                <a:spcPts val="300"/>
              </a:spcBef>
              <a:defRPr/>
            </a:lvl1pPr>
            <a:lvl2pPr>
              <a:spcBef>
                <a:spcPts val="300"/>
              </a:spcBef>
              <a:defRPr/>
            </a:lvl2pPr>
            <a:lvl3pPr>
              <a:spcBef>
                <a:spcPts val="300"/>
              </a:spcBef>
              <a:defRPr/>
            </a:lvl3pPr>
            <a:lvl4pPr>
              <a:spcBef>
                <a:spcPts val="300"/>
              </a:spcBef>
              <a:defRPr/>
            </a:lvl4pPr>
            <a:lvl5pPr>
              <a:spcBef>
                <a:spcPts val="30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endParaRPr lang="en-US" dirty="0"/>
          </a:p>
        </p:txBody>
      </p:sp>
      <p:sp>
        <p:nvSpPr>
          <p:cNvPr id="26" name="Textplatzhalter 28"/>
          <p:cNvSpPr>
            <a:spLocks noGrp="1"/>
          </p:cNvSpPr>
          <p:nvPr>
            <p:ph type="body" sz="quarter" idx="19" hasCustomPrompt="1"/>
          </p:nvPr>
        </p:nvSpPr>
        <p:spPr>
          <a:xfrm>
            <a:off x="4369626" y="4149296"/>
            <a:ext cx="3456000" cy="1944000"/>
          </a:xfrm>
        </p:spPr>
        <p:txBody>
          <a:bodyPr/>
          <a:lstStyle>
            <a:lvl1pPr>
              <a:spcBef>
                <a:spcPts val="300"/>
              </a:spcBef>
              <a:defRPr/>
            </a:lvl1pPr>
            <a:lvl2pPr>
              <a:spcBef>
                <a:spcPts val="300"/>
              </a:spcBef>
              <a:defRPr/>
            </a:lvl2pPr>
            <a:lvl3pPr>
              <a:spcBef>
                <a:spcPts val="300"/>
              </a:spcBef>
              <a:defRPr/>
            </a:lvl3pPr>
            <a:lvl4pPr>
              <a:spcBef>
                <a:spcPts val="300"/>
              </a:spcBef>
              <a:defRPr/>
            </a:lvl4pPr>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7" name="Textplatzhalter 28"/>
          <p:cNvSpPr>
            <a:spLocks noGrp="1"/>
          </p:cNvSpPr>
          <p:nvPr>
            <p:ph type="body" sz="quarter" idx="28" hasCustomPrompt="1"/>
          </p:nvPr>
        </p:nvSpPr>
        <p:spPr>
          <a:xfrm>
            <a:off x="8104700" y="4149296"/>
            <a:ext cx="3456000" cy="1944000"/>
          </a:xfrm>
        </p:spPr>
        <p:txBody>
          <a:bodyPr/>
          <a:lstStyle>
            <a:lvl1pPr>
              <a:spcBef>
                <a:spcPts val="300"/>
              </a:spcBef>
              <a:defRPr/>
            </a:lvl1pPr>
            <a:lvl2pPr>
              <a:spcBef>
                <a:spcPts val="300"/>
              </a:spcBef>
              <a:defRPr/>
            </a:lvl2pPr>
            <a:lvl3pPr>
              <a:spcBef>
                <a:spcPts val="300"/>
              </a:spcBef>
              <a:defRPr/>
            </a:lvl3pPr>
            <a:lvl4pPr>
              <a:spcBef>
                <a:spcPts val="300"/>
              </a:spcBef>
              <a:defRPr/>
            </a:lvl4pPr>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1" name="Text Placeholder 7"/>
          <p:cNvSpPr>
            <a:spLocks noGrp="1"/>
          </p:cNvSpPr>
          <p:nvPr>
            <p:ph type="body" sz="quarter" idx="13" hasCustomPrompt="1"/>
          </p:nvPr>
        </p:nvSpPr>
        <p:spPr bwMode="gray">
          <a:xfrm>
            <a:off x="623888" y="332656"/>
            <a:ext cx="10944225" cy="398144"/>
          </a:xfrm>
          <a:prstGeom prst="rect">
            <a:avLst/>
          </a:prstGeom>
        </p:spPr>
        <p:txBody>
          <a:bodyPr tIns="18000" anchor="t">
            <a:noAutofit/>
          </a:bodyPr>
          <a:lstStyle>
            <a:lvl1pPr marL="0" indent="0">
              <a:lnSpc>
                <a:spcPct val="100000"/>
              </a:lnSpc>
              <a:spcBef>
                <a:spcPts val="0"/>
              </a:spcBef>
              <a:spcAft>
                <a:spcPts val="0"/>
              </a:spcAft>
              <a:buFont typeface="Arial" panose="020B0604020202020204" pitchFamily="34" charset="0"/>
              <a:buNone/>
              <a:defRPr sz="2200" b="0" baseline="0">
                <a:solidFill>
                  <a:schemeClr val="accent1"/>
                </a:solidFill>
              </a:defRPr>
            </a:lvl1pPr>
            <a:lvl2pPr marL="0" indent="0">
              <a:lnSpc>
                <a:spcPct val="100000"/>
              </a:lnSpc>
              <a:spcBef>
                <a:spcPts val="0"/>
              </a:spcBef>
              <a:spcAft>
                <a:spcPts val="0"/>
              </a:spcAft>
              <a:buFont typeface="Arial" panose="020B0604020202020204" pitchFamily="34" charset="0"/>
              <a:buNone/>
              <a:defRPr sz="2200" b="0">
                <a:solidFill>
                  <a:schemeClr val="accent1"/>
                </a:solidFill>
              </a:defRPr>
            </a:lvl2pPr>
            <a:lvl3pPr marL="0" indent="0">
              <a:lnSpc>
                <a:spcPct val="100000"/>
              </a:lnSpc>
              <a:spcBef>
                <a:spcPts val="0"/>
              </a:spcBef>
              <a:spcAft>
                <a:spcPts val="0"/>
              </a:spcAft>
              <a:buNone/>
              <a:defRPr sz="2200" b="0">
                <a:solidFill>
                  <a:schemeClr val="accent1"/>
                </a:solidFill>
              </a:defRPr>
            </a:lvl3pPr>
            <a:lvl4pPr marL="0" indent="0">
              <a:lnSpc>
                <a:spcPct val="100000"/>
              </a:lnSpc>
              <a:spcBef>
                <a:spcPts val="0"/>
              </a:spcBef>
              <a:spcAft>
                <a:spcPts val="0"/>
              </a:spcAft>
              <a:buNone/>
              <a:defRPr sz="2200" b="0">
                <a:solidFill>
                  <a:schemeClr val="accent1"/>
                </a:solidFill>
              </a:defRPr>
            </a:lvl4pPr>
            <a:lvl5pPr marL="0" indent="0">
              <a:lnSpc>
                <a:spcPct val="100000"/>
              </a:lnSpc>
              <a:spcBef>
                <a:spcPts val="0"/>
              </a:spcBef>
              <a:spcAft>
                <a:spcPts val="0"/>
              </a:spcAft>
              <a:buNone/>
              <a:defRPr sz="2200" b="0">
                <a:solidFill>
                  <a:schemeClr val="accent1"/>
                </a:solidFill>
              </a:defRPr>
            </a:lvl5pPr>
            <a:lvl6pPr marL="0" indent="0">
              <a:lnSpc>
                <a:spcPct val="100000"/>
              </a:lnSpc>
              <a:spcBef>
                <a:spcPts val="0"/>
              </a:spcBef>
              <a:spcAft>
                <a:spcPts val="0"/>
              </a:spcAft>
              <a:buNone/>
              <a:defRPr sz="2200" b="0">
                <a:solidFill>
                  <a:schemeClr val="accent1"/>
                </a:solidFill>
              </a:defRPr>
            </a:lvl6pPr>
            <a:lvl7pPr marL="0" indent="0">
              <a:lnSpc>
                <a:spcPct val="100000"/>
              </a:lnSpc>
              <a:spcBef>
                <a:spcPts val="0"/>
              </a:spcBef>
              <a:spcAft>
                <a:spcPts val="0"/>
              </a:spcAft>
              <a:buNone/>
              <a:defRPr sz="2200" b="0">
                <a:solidFill>
                  <a:schemeClr val="accent1"/>
                </a:solidFill>
              </a:defRPr>
            </a:lvl7pPr>
            <a:lvl8pPr marL="0" indent="0">
              <a:lnSpc>
                <a:spcPct val="100000"/>
              </a:lnSpc>
              <a:spcBef>
                <a:spcPts val="0"/>
              </a:spcBef>
              <a:spcAft>
                <a:spcPts val="0"/>
              </a:spcAft>
              <a:buNone/>
              <a:defRPr sz="2200" b="0">
                <a:solidFill>
                  <a:schemeClr val="accent1"/>
                </a:solidFill>
              </a:defRPr>
            </a:lvl8pPr>
            <a:lvl9pPr marL="0" indent="0">
              <a:lnSpc>
                <a:spcPct val="100000"/>
              </a:lnSpc>
              <a:spcBef>
                <a:spcPts val="0"/>
              </a:spcBef>
              <a:spcAft>
                <a:spcPts val="0"/>
              </a:spcAft>
              <a:buNone/>
              <a:defRPr sz="2200" b="0">
                <a:solidFill>
                  <a:schemeClr val="accent1"/>
                </a:solidFill>
              </a:defRPr>
            </a:lvl9pPr>
          </a:lstStyle>
          <a:p>
            <a:pPr lvl="0"/>
            <a:r>
              <a:rPr lang="en-US" noProof="0" dirty="0"/>
              <a:t>Click to add action title</a:t>
            </a:r>
          </a:p>
        </p:txBody>
      </p:sp>
      <p:sp>
        <p:nvSpPr>
          <p:cNvPr id="6" name="Title 5"/>
          <p:cNvSpPr>
            <a:spLocks noGrp="1"/>
          </p:cNvSpPr>
          <p:nvPr>
            <p:ph type="title" hasCustomPrompt="1"/>
          </p:nvPr>
        </p:nvSpPr>
        <p:spPr>
          <a:xfrm>
            <a:off x="623888" y="730800"/>
            <a:ext cx="10944225" cy="325952"/>
          </a:xfrm>
        </p:spPr>
        <p:txBody>
          <a:bodyPr/>
          <a:lstStyle/>
          <a:p>
            <a:r>
              <a:rPr lang="en-US" dirty="0"/>
              <a:t>Insert slide title here (max. 2 lines | max. 1 line with Action Title)</a:t>
            </a:r>
          </a:p>
        </p:txBody>
      </p:sp>
      <p:sp>
        <p:nvSpPr>
          <p:cNvPr id="19" name="MIO_VALID_LAYOUT" hidden="1"/>
          <p:cNvSpPr/>
          <p:nvPr userDrawn="1"/>
        </p:nvSpPr>
        <p:spPr bwMode="gray">
          <a:xfrm>
            <a:off x="11856640" y="6597171"/>
            <a:ext cx="335360" cy="260829"/>
          </a:xfrm>
          <a:prstGeom prst="rect">
            <a:avLst/>
          </a:prstGeom>
          <a:no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
        <p:nvSpPr>
          <p:cNvPr id="17" name="Textplatzhalter 8">
            <a:extLst>
              <a:ext uri="{FF2B5EF4-FFF2-40B4-BE49-F238E27FC236}">
                <a16:creationId xmlns:a16="http://schemas.microsoft.com/office/drawing/2014/main" id="{F1721628-FA97-4D9F-BD46-7FF9DC4DE91F}"/>
              </a:ext>
            </a:extLst>
          </p:cNvPr>
          <p:cNvSpPr>
            <a:spLocks noGrp="1"/>
          </p:cNvSpPr>
          <p:nvPr>
            <p:ph type="body" sz="quarter" idx="23" hasCustomPrompt="1"/>
          </p:nvPr>
        </p:nvSpPr>
        <p:spPr>
          <a:xfrm>
            <a:off x="623888" y="1484312"/>
            <a:ext cx="3455888" cy="504000"/>
          </a:xfrm>
        </p:spPr>
        <p:txBody>
          <a:bodyPr anchor="b"/>
          <a:lstStyle>
            <a:lvl1pPr>
              <a:spcBef>
                <a:spcPts val="0"/>
              </a:spcBef>
              <a:spcAft>
                <a:spcPts val="0"/>
              </a:spcAft>
              <a:defRPr b="1">
                <a:solidFill>
                  <a:schemeClr val="bg2"/>
                </a:solidFill>
              </a:defRPr>
            </a:lvl1pPr>
          </a:lstStyle>
          <a:p>
            <a:r>
              <a:rPr lang="en-US" dirty="0" err="1"/>
              <a:t>Subheadline</a:t>
            </a:r>
            <a:r>
              <a:rPr lang="en-US" dirty="0"/>
              <a:t>, </a:t>
            </a:r>
            <a:br>
              <a:rPr lang="en-US" dirty="0"/>
            </a:br>
            <a:r>
              <a:rPr lang="en-US" dirty="0"/>
              <a:t>max 2 lines</a:t>
            </a:r>
          </a:p>
        </p:txBody>
      </p:sp>
      <p:sp>
        <p:nvSpPr>
          <p:cNvPr id="18" name="Textplatzhalter 8">
            <a:extLst>
              <a:ext uri="{FF2B5EF4-FFF2-40B4-BE49-F238E27FC236}">
                <a16:creationId xmlns:a16="http://schemas.microsoft.com/office/drawing/2014/main" id="{6A2E58FA-82F3-42B7-A1D3-BBB86899F961}"/>
              </a:ext>
            </a:extLst>
          </p:cNvPr>
          <p:cNvSpPr>
            <a:spLocks noGrp="1"/>
          </p:cNvSpPr>
          <p:nvPr>
            <p:ph type="body" sz="quarter" idx="24" hasCustomPrompt="1"/>
          </p:nvPr>
        </p:nvSpPr>
        <p:spPr>
          <a:xfrm>
            <a:off x="4367809" y="1484313"/>
            <a:ext cx="3456384" cy="504000"/>
          </a:xfrm>
        </p:spPr>
        <p:txBody>
          <a:bodyPr anchor="b"/>
          <a:lstStyle>
            <a:lvl1pPr>
              <a:spcBef>
                <a:spcPts val="0"/>
              </a:spcBef>
              <a:spcAft>
                <a:spcPts val="0"/>
              </a:spcAft>
              <a:defRPr b="1">
                <a:solidFill>
                  <a:schemeClr val="bg2"/>
                </a:solidFill>
              </a:defRPr>
            </a:lvl1pPr>
          </a:lstStyle>
          <a:p>
            <a:r>
              <a:rPr lang="en-US" dirty="0" err="1"/>
              <a:t>Subheadline</a:t>
            </a:r>
            <a:r>
              <a:rPr lang="en-US" dirty="0"/>
              <a:t>, </a:t>
            </a:r>
            <a:br>
              <a:rPr lang="en-US" dirty="0"/>
            </a:br>
            <a:r>
              <a:rPr lang="en-US" dirty="0"/>
              <a:t>max 2 lines</a:t>
            </a:r>
          </a:p>
        </p:txBody>
      </p:sp>
      <p:sp>
        <p:nvSpPr>
          <p:cNvPr id="24" name="Textplatzhalter 8">
            <a:extLst>
              <a:ext uri="{FF2B5EF4-FFF2-40B4-BE49-F238E27FC236}">
                <a16:creationId xmlns:a16="http://schemas.microsoft.com/office/drawing/2014/main" id="{72F0EC59-7661-4738-8042-009A3C8364A6}"/>
              </a:ext>
            </a:extLst>
          </p:cNvPr>
          <p:cNvSpPr>
            <a:spLocks noGrp="1"/>
          </p:cNvSpPr>
          <p:nvPr>
            <p:ph type="body" sz="quarter" idx="39" hasCustomPrompt="1"/>
          </p:nvPr>
        </p:nvSpPr>
        <p:spPr>
          <a:xfrm>
            <a:off x="8111729" y="1484313"/>
            <a:ext cx="3456384" cy="504000"/>
          </a:xfrm>
        </p:spPr>
        <p:txBody>
          <a:bodyPr anchor="b"/>
          <a:lstStyle>
            <a:lvl1pPr>
              <a:spcBef>
                <a:spcPts val="0"/>
              </a:spcBef>
              <a:spcAft>
                <a:spcPts val="0"/>
              </a:spcAft>
              <a:defRPr b="1">
                <a:solidFill>
                  <a:schemeClr val="bg2"/>
                </a:solidFill>
              </a:defRPr>
            </a:lvl1pPr>
          </a:lstStyle>
          <a:p>
            <a:r>
              <a:rPr lang="en-US" dirty="0" err="1"/>
              <a:t>Subheadline</a:t>
            </a:r>
            <a:r>
              <a:rPr lang="en-US" dirty="0"/>
              <a:t>, </a:t>
            </a:r>
            <a:br>
              <a:rPr lang="en-US" dirty="0"/>
            </a:br>
            <a:r>
              <a:rPr lang="en-US" dirty="0"/>
              <a:t>max 2 lines</a:t>
            </a:r>
          </a:p>
        </p:txBody>
      </p:sp>
    </p:spTree>
    <p:extLst>
      <p:ext uri="{BB962C8B-B14F-4D97-AF65-F5344CB8AC3E}">
        <p14:creationId xmlns:p14="http://schemas.microsoft.com/office/powerpoint/2010/main" val="435767373"/>
      </p:ext>
    </p:extLst>
  </p:cSld>
  <p:clrMapOvr>
    <a:masterClrMapping/>
  </p:clrMapOvr>
  <p:extLst>
    <p:ext uri="{DCECCB84-F9BA-43D5-87BE-67443E8EF086}">
      <p15:sldGuideLst xmlns:p15="http://schemas.microsoft.com/office/powerpoint/2012/main"/>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Four pictures and content">
    <p:bg>
      <p:bgPr>
        <a:solidFill>
          <a:schemeClr val="bg1"/>
        </a:solidFill>
        <a:effectLst/>
      </p:bgPr>
    </p:bg>
    <p:spTree>
      <p:nvGrpSpPr>
        <p:cNvPr id="1" name=""/>
        <p:cNvGrpSpPr/>
        <p:nvPr/>
      </p:nvGrpSpPr>
      <p:grpSpPr>
        <a:xfrm>
          <a:off x="0" y="0"/>
          <a:ext cx="0" cy="0"/>
          <a:chOff x="0" y="0"/>
          <a:chExt cx="0" cy="0"/>
        </a:xfrm>
      </p:grpSpPr>
      <p:sp>
        <p:nvSpPr>
          <p:cNvPr id="20" name="Bildplatzhalter 14"/>
          <p:cNvSpPr>
            <a:spLocks noGrp="1"/>
          </p:cNvSpPr>
          <p:nvPr>
            <p:ph type="pic" sz="quarter" idx="37" hasCustomPrompt="1"/>
            <p:custDataLst>
              <p:tags r:id="rId1"/>
            </p:custDataLst>
          </p:nvPr>
        </p:nvSpPr>
        <p:spPr>
          <a:xfrm>
            <a:off x="623984" y="2132856"/>
            <a:ext cx="2519096" cy="1872000"/>
          </a:xfrm>
          <a:prstGeom prst="roundRect">
            <a:avLst>
              <a:gd name="adj" fmla="val 3266"/>
            </a:avLst>
          </a:prstGeom>
          <a:solidFill>
            <a:schemeClr val="bg1">
              <a:lumMod val="75000"/>
            </a:schemeClr>
          </a:solidFill>
        </p:spPr>
        <p:txBody>
          <a:bodyPr tIns="792000" anchor="ctr"/>
          <a:lstStyle>
            <a:lvl1pPr algn="ctr">
              <a:spcBef>
                <a:spcPts val="0"/>
              </a:spcBef>
              <a:spcAft>
                <a:spcPts val="0"/>
              </a:spcAft>
              <a:defRPr sz="1000">
                <a:solidFill>
                  <a:schemeClr val="tx1"/>
                </a:solidFill>
              </a:defRPr>
            </a:lvl1pPr>
          </a:lstStyle>
          <a:p>
            <a:r>
              <a:rPr lang="en-US" dirty="0"/>
              <a:t>Click icon </a:t>
            </a:r>
            <a:br>
              <a:rPr lang="en-US" dirty="0"/>
            </a:br>
            <a:r>
              <a:rPr lang="en-US" dirty="0"/>
              <a:t>to add picture</a:t>
            </a:r>
          </a:p>
        </p:txBody>
      </p:sp>
      <p:sp>
        <p:nvSpPr>
          <p:cNvPr id="22" name="Bildplatzhalter 14"/>
          <p:cNvSpPr>
            <a:spLocks noGrp="1"/>
          </p:cNvSpPr>
          <p:nvPr>
            <p:ph type="pic" sz="quarter" idx="35" hasCustomPrompt="1"/>
            <p:custDataLst>
              <p:tags r:id="rId2"/>
            </p:custDataLst>
          </p:nvPr>
        </p:nvSpPr>
        <p:spPr>
          <a:xfrm>
            <a:off x="3431704" y="2132856"/>
            <a:ext cx="2519096" cy="1872000"/>
          </a:xfrm>
          <a:prstGeom prst="roundRect">
            <a:avLst>
              <a:gd name="adj" fmla="val 3266"/>
            </a:avLst>
          </a:prstGeom>
          <a:solidFill>
            <a:schemeClr val="bg1">
              <a:lumMod val="75000"/>
            </a:schemeClr>
          </a:solidFill>
        </p:spPr>
        <p:txBody>
          <a:bodyPr tIns="792000" anchor="ctr"/>
          <a:lstStyle>
            <a:lvl1pPr algn="ctr">
              <a:spcBef>
                <a:spcPts val="0"/>
              </a:spcBef>
              <a:spcAft>
                <a:spcPts val="0"/>
              </a:spcAft>
              <a:defRPr sz="1000">
                <a:solidFill>
                  <a:schemeClr val="tx1"/>
                </a:solidFill>
              </a:defRPr>
            </a:lvl1pPr>
          </a:lstStyle>
          <a:p>
            <a:r>
              <a:rPr lang="en-US" dirty="0"/>
              <a:t>Click icon </a:t>
            </a:r>
            <a:br>
              <a:rPr lang="en-US" dirty="0"/>
            </a:br>
            <a:r>
              <a:rPr lang="en-US" dirty="0"/>
              <a:t>to add picture</a:t>
            </a:r>
          </a:p>
        </p:txBody>
      </p:sp>
      <p:sp>
        <p:nvSpPr>
          <p:cNvPr id="23" name="Bildplatzhalter 14"/>
          <p:cNvSpPr>
            <a:spLocks noGrp="1"/>
          </p:cNvSpPr>
          <p:nvPr>
            <p:ph type="pic" sz="quarter" idx="38" hasCustomPrompt="1"/>
            <p:custDataLst>
              <p:tags r:id="rId3"/>
            </p:custDataLst>
          </p:nvPr>
        </p:nvSpPr>
        <p:spPr>
          <a:xfrm>
            <a:off x="6248988" y="2132856"/>
            <a:ext cx="2519096" cy="1872000"/>
          </a:xfrm>
          <a:prstGeom prst="roundRect">
            <a:avLst>
              <a:gd name="adj" fmla="val 3266"/>
            </a:avLst>
          </a:prstGeom>
          <a:solidFill>
            <a:schemeClr val="bg1">
              <a:lumMod val="75000"/>
            </a:schemeClr>
          </a:solidFill>
        </p:spPr>
        <p:txBody>
          <a:bodyPr tIns="792000" anchor="ctr"/>
          <a:lstStyle>
            <a:lvl1pPr algn="ctr">
              <a:spcBef>
                <a:spcPts val="0"/>
              </a:spcBef>
              <a:spcAft>
                <a:spcPts val="0"/>
              </a:spcAft>
              <a:defRPr sz="1000">
                <a:solidFill>
                  <a:schemeClr val="tx1"/>
                </a:solidFill>
              </a:defRPr>
            </a:lvl1pPr>
          </a:lstStyle>
          <a:p>
            <a:r>
              <a:rPr lang="en-US" dirty="0"/>
              <a:t>Click icon </a:t>
            </a:r>
            <a:br>
              <a:rPr lang="en-US" dirty="0"/>
            </a:br>
            <a:r>
              <a:rPr lang="en-US" dirty="0"/>
              <a:t>to add picture</a:t>
            </a:r>
          </a:p>
        </p:txBody>
      </p:sp>
      <p:sp>
        <p:nvSpPr>
          <p:cNvPr id="24" name="Bildplatzhalter 14"/>
          <p:cNvSpPr>
            <a:spLocks noGrp="1"/>
          </p:cNvSpPr>
          <p:nvPr>
            <p:ph type="pic" sz="quarter" idx="39" hasCustomPrompt="1"/>
            <p:custDataLst>
              <p:tags r:id="rId4"/>
            </p:custDataLst>
          </p:nvPr>
        </p:nvSpPr>
        <p:spPr>
          <a:xfrm>
            <a:off x="9066080" y="2132856"/>
            <a:ext cx="2519096" cy="1872000"/>
          </a:xfrm>
          <a:prstGeom prst="roundRect">
            <a:avLst>
              <a:gd name="adj" fmla="val 3266"/>
            </a:avLst>
          </a:prstGeom>
          <a:solidFill>
            <a:schemeClr val="bg1">
              <a:lumMod val="75000"/>
            </a:schemeClr>
          </a:solidFill>
        </p:spPr>
        <p:txBody>
          <a:bodyPr tIns="792000" anchor="ctr"/>
          <a:lstStyle>
            <a:lvl1pPr algn="ctr">
              <a:spcBef>
                <a:spcPts val="0"/>
              </a:spcBef>
              <a:spcAft>
                <a:spcPts val="0"/>
              </a:spcAft>
              <a:defRPr sz="1000">
                <a:solidFill>
                  <a:schemeClr val="tx1"/>
                </a:solidFill>
              </a:defRPr>
            </a:lvl1pPr>
          </a:lstStyle>
          <a:p>
            <a:r>
              <a:rPr lang="en-US" dirty="0"/>
              <a:t>Click icon </a:t>
            </a:r>
            <a:br>
              <a:rPr lang="en-US" dirty="0"/>
            </a:br>
            <a:r>
              <a:rPr lang="en-US" dirty="0"/>
              <a:t>to add picture</a:t>
            </a:r>
          </a:p>
        </p:txBody>
      </p:sp>
      <p:graphicFrame>
        <p:nvGraphicFramePr>
          <p:cNvPr id="3" name="Objekt 2" hidden="1"/>
          <p:cNvGraphicFramePr>
            <a:graphicFrameLocks noChangeAspect="1"/>
          </p:cNvGraphicFramePr>
          <p:nvPr userDrawn="1">
            <p:custDataLst>
              <p:tags r:id="rId5"/>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7" imgW="353" imgH="353" progId="TCLayout.ActiveDocument.1">
                  <p:embed/>
                </p:oleObj>
              </mc:Choice>
              <mc:Fallback>
                <p:oleObj name="think-cell Slide" r:id="rId7" imgW="353" imgH="353" progId="TCLayout.ActiveDocument.1">
                  <p:embed/>
                  <p:pic>
                    <p:nvPicPr>
                      <p:cNvPr id="3" name="Objekt 2" hidden="1"/>
                      <p:cNvPicPr/>
                      <p:nvPr/>
                    </p:nvPicPr>
                    <p:blipFill>
                      <a:blip r:embed="rId8"/>
                      <a:stretch>
                        <a:fillRect/>
                      </a:stretch>
                    </p:blipFill>
                    <p:spPr>
                      <a:xfrm>
                        <a:off x="1588" y="1588"/>
                        <a:ext cx="1587" cy="1587"/>
                      </a:xfrm>
                      <a:prstGeom prst="rect">
                        <a:avLst/>
                      </a:prstGeom>
                    </p:spPr>
                  </p:pic>
                </p:oleObj>
              </mc:Fallback>
            </mc:AlternateContent>
          </a:graphicData>
        </a:graphic>
      </p:graphicFrame>
      <p:sp>
        <p:nvSpPr>
          <p:cNvPr id="4" name="Fußzeilenplatzhalter 3"/>
          <p:cNvSpPr>
            <a:spLocks noGrp="1"/>
          </p:cNvSpPr>
          <p:nvPr>
            <p:ph type="ftr" sz="quarter" idx="11"/>
          </p:nvPr>
        </p:nvSpPr>
        <p:spPr bwMode="gray"/>
        <p:txBody>
          <a:bodyPr/>
          <a:lstStyle/>
          <a:p>
            <a:r>
              <a:rPr lang="en-US" dirty="0"/>
              <a:t>Standard chart library</a:t>
            </a:r>
            <a:endParaRPr lang="en-US" noProof="0" dirty="0"/>
          </a:p>
        </p:txBody>
      </p:sp>
      <p:sp>
        <p:nvSpPr>
          <p:cNvPr id="5" name="Foliennummernplatzhalter 4"/>
          <p:cNvSpPr>
            <a:spLocks noGrp="1"/>
          </p:cNvSpPr>
          <p:nvPr>
            <p:ph type="sldNum" sz="quarter" idx="12"/>
          </p:nvPr>
        </p:nvSpPr>
        <p:spPr bwMode="gray"/>
        <p:txBody>
          <a:bodyPr/>
          <a:lstStyle>
            <a:lvl1pPr>
              <a:defRPr>
                <a:solidFill>
                  <a:schemeClr val="tx1"/>
                </a:solidFill>
              </a:defRPr>
            </a:lvl1pPr>
          </a:lstStyle>
          <a:p>
            <a:fld id="{215533F2-C0B5-4315-85D8-5EA869B6EE8B}" type="slidenum">
              <a:rPr lang="en-US" smtClean="0"/>
              <a:pPr/>
              <a:t>‹#›</a:t>
            </a:fld>
            <a:endParaRPr lang="en-US" dirty="0"/>
          </a:p>
        </p:txBody>
      </p:sp>
      <p:sp>
        <p:nvSpPr>
          <p:cNvPr id="25" name="Textplatzhalter 28"/>
          <p:cNvSpPr>
            <a:spLocks noGrp="1"/>
          </p:cNvSpPr>
          <p:nvPr>
            <p:ph type="body" sz="quarter" idx="18" hasCustomPrompt="1"/>
          </p:nvPr>
        </p:nvSpPr>
        <p:spPr>
          <a:xfrm>
            <a:off x="623888" y="4149080"/>
            <a:ext cx="2518086" cy="1944000"/>
          </a:xfrm>
        </p:spPr>
        <p:txBody>
          <a:bodyPr/>
          <a:lstStyle>
            <a:lvl1pPr>
              <a:spcBef>
                <a:spcPts val="300"/>
              </a:spcBef>
              <a:defRPr/>
            </a:lvl1pPr>
            <a:lvl2pPr>
              <a:spcBef>
                <a:spcPts val="300"/>
              </a:spcBef>
              <a:defRPr/>
            </a:lvl2pPr>
            <a:lvl3pPr>
              <a:spcBef>
                <a:spcPts val="300"/>
              </a:spcBef>
              <a:defRPr/>
            </a:lvl3pPr>
            <a:lvl4pPr>
              <a:spcBef>
                <a:spcPts val="300"/>
              </a:spcBef>
              <a:defRPr/>
            </a:lvl4pPr>
            <a:lvl5pPr>
              <a:spcBef>
                <a:spcPts val="30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endParaRPr lang="en-US" dirty="0"/>
          </a:p>
        </p:txBody>
      </p:sp>
      <p:sp>
        <p:nvSpPr>
          <p:cNvPr id="26" name="Textplatzhalter 28"/>
          <p:cNvSpPr>
            <a:spLocks noGrp="1"/>
          </p:cNvSpPr>
          <p:nvPr>
            <p:ph type="body" sz="quarter" idx="19" hasCustomPrompt="1"/>
          </p:nvPr>
        </p:nvSpPr>
        <p:spPr>
          <a:xfrm>
            <a:off x="3433898" y="4149080"/>
            <a:ext cx="2518086" cy="1944000"/>
          </a:xfrm>
        </p:spPr>
        <p:txBody>
          <a:bodyPr/>
          <a:lstStyle>
            <a:lvl1pPr>
              <a:spcBef>
                <a:spcPts val="300"/>
              </a:spcBef>
              <a:defRPr/>
            </a:lvl1pPr>
            <a:lvl2pPr>
              <a:spcBef>
                <a:spcPts val="300"/>
              </a:spcBef>
              <a:defRPr/>
            </a:lvl2pPr>
            <a:lvl3pPr>
              <a:spcBef>
                <a:spcPts val="300"/>
              </a:spcBef>
              <a:defRPr/>
            </a:lvl3pPr>
            <a:lvl4pPr>
              <a:spcBef>
                <a:spcPts val="300"/>
              </a:spcBef>
              <a:defRPr/>
            </a:lvl4pPr>
            <a:lvl5pPr>
              <a:spcBef>
                <a:spcPts val="30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endParaRPr lang="en-US" dirty="0"/>
          </a:p>
        </p:txBody>
      </p:sp>
      <p:sp>
        <p:nvSpPr>
          <p:cNvPr id="27" name="Textplatzhalter 28"/>
          <p:cNvSpPr>
            <a:spLocks noGrp="1"/>
          </p:cNvSpPr>
          <p:nvPr>
            <p:ph type="body" sz="quarter" idx="28" hasCustomPrompt="1"/>
          </p:nvPr>
        </p:nvSpPr>
        <p:spPr>
          <a:xfrm>
            <a:off x="6242210" y="4149080"/>
            <a:ext cx="2518086" cy="1944000"/>
          </a:xfrm>
        </p:spPr>
        <p:txBody>
          <a:bodyPr/>
          <a:lstStyle>
            <a:lvl1pPr>
              <a:spcBef>
                <a:spcPts val="300"/>
              </a:spcBef>
              <a:defRPr/>
            </a:lvl1pPr>
            <a:lvl2pPr>
              <a:spcBef>
                <a:spcPts val="300"/>
              </a:spcBef>
              <a:defRPr/>
            </a:lvl2pPr>
            <a:lvl3pPr>
              <a:spcBef>
                <a:spcPts val="300"/>
              </a:spcBef>
              <a:defRPr/>
            </a:lvl3pPr>
            <a:lvl4pPr>
              <a:spcBef>
                <a:spcPts val="300"/>
              </a:spcBef>
              <a:defRPr/>
            </a:lvl4pPr>
            <a:lvl5pPr>
              <a:spcBef>
                <a:spcPts val="30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endParaRPr lang="en-US" dirty="0"/>
          </a:p>
        </p:txBody>
      </p:sp>
      <p:sp>
        <p:nvSpPr>
          <p:cNvPr id="28" name="Textplatzhalter 28"/>
          <p:cNvSpPr>
            <a:spLocks noGrp="1"/>
          </p:cNvSpPr>
          <p:nvPr>
            <p:ph type="body" sz="quarter" idx="29" hasCustomPrompt="1"/>
          </p:nvPr>
        </p:nvSpPr>
        <p:spPr>
          <a:xfrm>
            <a:off x="9050522" y="4149080"/>
            <a:ext cx="2518086" cy="1944000"/>
          </a:xfrm>
        </p:spPr>
        <p:txBody>
          <a:bodyPr/>
          <a:lstStyle>
            <a:lvl1pPr>
              <a:spcBef>
                <a:spcPts val="300"/>
              </a:spcBef>
              <a:defRPr/>
            </a:lvl1pPr>
            <a:lvl2pPr>
              <a:spcBef>
                <a:spcPts val="300"/>
              </a:spcBef>
              <a:defRPr/>
            </a:lvl2pPr>
            <a:lvl3pPr>
              <a:spcBef>
                <a:spcPts val="300"/>
              </a:spcBef>
              <a:defRPr/>
            </a:lvl3pPr>
            <a:lvl4pPr>
              <a:spcBef>
                <a:spcPts val="300"/>
              </a:spcBef>
              <a:defRPr/>
            </a:lvl4pPr>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1" name="Text Placeholder 7"/>
          <p:cNvSpPr>
            <a:spLocks noGrp="1"/>
          </p:cNvSpPr>
          <p:nvPr>
            <p:ph type="body" sz="quarter" idx="13" hasCustomPrompt="1"/>
          </p:nvPr>
        </p:nvSpPr>
        <p:spPr bwMode="gray">
          <a:xfrm>
            <a:off x="623888" y="332656"/>
            <a:ext cx="10944225" cy="398144"/>
          </a:xfrm>
          <a:prstGeom prst="rect">
            <a:avLst/>
          </a:prstGeom>
        </p:spPr>
        <p:txBody>
          <a:bodyPr tIns="18000" anchor="t">
            <a:noAutofit/>
          </a:bodyPr>
          <a:lstStyle>
            <a:lvl1pPr marL="0" indent="0">
              <a:lnSpc>
                <a:spcPct val="100000"/>
              </a:lnSpc>
              <a:spcBef>
                <a:spcPts val="0"/>
              </a:spcBef>
              <a:spcAft>
                <a:spcPts val="0"/>
              </a:spcAft>
              <a:buFont typeface="Arial" panose="020B0604020202020204" pitchFamily="34" charset="0"/>
              <a:buNone/>
              <a:defRPr sz="2200" b="0" baseline="0">
                <a:solidFill>
                  <a:schemeClr val="accent1"/>
                </a:solidFill>
              </a:defRPr>
            </a:lvl1pPr>
            <a:lvl2pPr marL="0" indent="0">
              <a:lnSpc>
                <a:spcPct val="100000"/>
              </a:lnSpc>
              <a:spcBef>
                <a:spcPts val="0"/>
              </a:spcBef>
              <a:spcAft>
                <a:spcPts val="0"/>
              </a:spcAft>
              <a:buFont typeface="Arial" panose="020B0604020202020204" pitchFamily="34" charset="0"/>
              <a:buNone/>
              <a:defRPr sz="2200" b="0">
                <a:solidFill>
                  <a:schemeClr val="accent1"/>
                </a:solidFill>
              </a:defRPr>
            </a:lvl2pPr>
            <a:lvl3pPr marL="0" indent="0">
              <a:lnSpc>
                <a:spcPct val="100000"/>
              </a:lnSpc>
              <a:spcBef>
                <a:spcPts val="0"/>
              </a:spcBef>
              <a:spcAft>
                <a:spcPts val="0"/>
              </a:spcAft>
              <a:buNone/>
              <a:defRPr sz="2200" b="0">
                <a:solidFill>
                  <a:schemeClr val="accent1"/>
                </a:solidFill>
              </a:defRPr>
            </a:lvl3pPr>
            <a:lvl4pPr marL="0" indent="0">
              <a:lnSpc>
                <a:spcPct val="100000"/>
              </a:lnSpc>
              <a:spcBef>
                <a:spcPts val="0"/>
              </a:spcBef>
              <a:spcAft>
                <a:spcPts val="0"/>
              </a:spcAft>
              <a:buNone/>
              <a:defRPr sz="2200" b="0">
                <a:solidFill>
                  <a:schemeClr val="accent1"/>
                </a:solidFill>
              </a:defRPr>
            </a:lvl4pPr>
            <a:lvl5pPr marL="0" indent="0">
              <a:lnSpc>
                <a:spcPct val="100000"/>
              </a:lnSpc>
              <a:spcBef>
                <a:spcPts val="0"/>
              </a:spcBef>
              <a:spcAft>
                <a:spcPts val="0"/>
              </a:spcAft>
              <a:buNone/>
              <a:defRPr sz="2200" b="0">
                <a:solidFill>
                  <a:schemeClr val="accent1"/>
                </a:solidFill>
              </a:defRPr>
            </a:lvl5pPr>
            <a:lvl6pPr marL="0" indent="0">
              <a:lnSpc>
                <a:spcPct val="100000"/>
              </a:lnSpc>
              <a:spcBef>
                <a:spcPts val="0"/>
              </a:spcBef>
              <a:spcAft>
                <a:spcPts val="0"/>
              </a:spcAft>
              <a:buNone/>
              <a:defRPr sz="2200" b="0">
                <a:solidFill>
                  <a:schemeClr val="accent1"/>
                </a:solidFill>
              </a:defRPr>
            </a:lvl6pPr>
            <a:lvl7pPr marL="0" indent="0">
              <a:lnSpc>
                <a:spcPct val="100000"/>
              </a:lnSpc>
              <a:spcBef>
                <a:spcPts val="0"/>
              </a:spcBef>
              <a:spcAft>
                <a:spcPts val="0"/>
              </a:spcAft>
              <a:buNone/>
              <a:defRPr sz="2200" b="0">
                <a:solidFill>
                  <a:schemeClr val="accent1"/>
                </a:solidFill>
              </a:defRPr>
            </a:lvl7pPr>
            <a:lvl8pPr marL="0" indent="0">
              <a:lnSpc>
                <a:spcPct val="100000"/>
              </a:lnSpc>
              <a:spcBef>
                <a:spcPts val="0"/>
              </a:spcBef>
              <a:spcAft>
                <a:spcPts val="0"/>
              </a:spcAft>
              <a:buNone/>
              <a:defRPr sz="2200" b="0">
                <a:solidFill>
                  <a:schemeClr val="accent1"/>
                </a:solidFill>
              </a:defRPr>
            </a:lvl8pPr>
            <a:lvl9pPr marL="0" indent="0">
              <a:lnSpc>
                <a:spcPct val="100000"/>
              </a:lnSpc>
              <a:spcBef>
                <a:spcPts val="0"/>
              </a:spcBef>
              <a:spcAft>
                <a:spcPts val="0"/>
              </a:spcAft>
              <a:buNone/>
              <a:defRPr sz="2200" b="0">
                <a:solidFill>
                  <a:schemeClr val="accent1"/>
                </a:solidFill>
              </a:defRPr>
            </a:lvl9pPr>
          </a:lstStyle>
          <a:p>
            <a:pPr lvl="0"/>
            <a:r>
              <a:rPr lang="en-US" noProof="0" dirty="0"/>
              <a:t>Click to add action title</a:t>
            </a:r>
          </a:p>
        </p:txBody>
      </p:sp>
      <p:sp>
        <p:nvSpPr>
          <p:cNvPr id="6" name="Title 5"/>
          <p:cNvSpPr>
            <a:spLocks noGrp="1"/>
          </p:cNvSpPr>
          <p:nvPr>
            <p:ph type="title" hasCustomPrompt="1"/>
          </p:nvPr>
        </p:nvSpPr>
        <p:spPr>
          <a:xfrm>
            <a:off x="623888" y="730800"/>
            <a:ext cx="10944225" cy="325952"/>
          </a:xfrm>
        </p:spPr>
        <p:txBody>
          <a:bodyPr/>
          <a:lstStyle/>
          <a:p>
            <a:r>
              <a:rPr lang="en-US" dirty="0"/>
              <a:t>Insert slide title here (max. 2 lines | max. 1 line with Action Title)</a:t>
            </a:r>
          </a:p>
        </p:txBody>
      </p:sp>
      <p:sp>
        <p:nvSpPr>
          <p:cNvPr id="19" name="MIO_VALID_LAYOUT" hidden="1"/>
          <p:cNvSpPr/>
          <p:nvPr userDrawn="1"/>
        </p:nvSpPr>
        <p:spPr bwMode="gray">
          <a:xfrm>
            <a:off x="11856640" y="6597171"/>
            <a:ext cx="335360" cy="260829"/>
          </a:xfrm>
          <a:prstGeom prst="rect">
            <a:avLst/>
          </a:prstGeom>
          <a:no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
        <p:nvSpPr>
          <p:cNvPr id="29" name="Textplatzhalter 8">
            <a:extLst>
              <a:ext uri="{FF2B5EF4-FFF2-40B4-BE49-F238E27FC236}">
                <a16:creationId xmlns:a16="http://schemas.microsoft.com/office/drawing/2014/main" id="{1A128EF3-AFC9-41D4-9DCB-CE8F9DD61EB9}"/>
              </a:ext>
            </a:extLst>
          </p:cNvPr>
          <p:cNvSpPr>
            <a:spLocks noGrp="1"/>
          </p:cNvSpPr>
          <p:nvPr>
            <p:ph type="body" sz="quarter" idx="23" hasCustomPrompt="1"/>
          </p:nvPr>
        </p:nvSpPr>
        <p:spPr>
          <a:xfrm>
            <a:off x="623888" y="1484312"/>
            <a:ext cx="2520000" cy="504000"/>
          </a:xfrm>
        </p:spPr>
        <p:txBody>
          <a:bodyPr anchor="b"/>
          <a:lstStyle>
            <a:lvl1pPr>
              <a:spcBef>
                <a:spcPts val="0"/>
              </a:spcBef>
              <a:spcAft>
                <a:spcPts val="0"/>
              </a:spcAft>
              <a:defRPr b="1">
                <a:solidFill>
                  <a:schemeClr val="bg2"/>
                </a:solidFill>
              </a:defRPr>
            </a:lvl1pPr>
          </a:lstStyle>
          <a:p>
            <a:r>
              <a:rPr lang="en-US" dirty="0" err="1"/>
              <a:t>Subheadline</a:t>
            </a:r>
            <a:r>
              <a:rPr lang="en-US" dirty="0"/>
              <a:t>, </a:t>
            </a:r>
            <a:br>
              <a:rPr lang="en-US" dirty="0"/>
            </a:br>
            <a:r>
              <a:rPr lang="en-US" dirty="0"/>
              <a:t>max 2 lines</a:t>
            </a:r>
          </a:p>
        </p:txBody>
      </p:sp>
      <p:sp>
        <p:nvSpPr>
          <p:cNvPr id="30" name="Textplatzhalter 8">
            <a:extLst>
              <a:ext uri="{FF2B5EF4-FFF2-40B4-BE49-F238E27FC236}">
                <a16:creationId xmlns:a16="http://schemas.microsoft.com/office/drawing/2014/main" id="{533B73E5-B1FA-4FF4-94A7-2DB6EC02FB35}"/>
              </a:ext>
            </a:extLst>
          </p:cNvPr>
          <p:cNvSpPr>
            <a:spLocks noGrp="1"/>
          </p:cNvSpPr>
          <p:nvPr>
            <p:ph type="body" sz="quarter" idx="24" hasCustomPrompt="1"/>
          </p:nvPr>
        </p:nvSpPr>
        <p:spPr>
          <a:xfrm>
            <a:off x="3431984" y="1484313"/>
            <a:ext cx="2520000" cy="504000"/>
          </a:xfrm>
        </p:spPr>
        <p:txBody>
          <a:bodyPr anchor="b"/>
          <a:lstStyle>
            <a:lvl1pPr>
              <a:spcBef>
                <a:spcPts val="0"/>
              </a:spcBef>
              <a:spcAft>
                <a:spcPts val="0"/>
              </a:spcAft>
              <a:defRPr b="1">
                <a:solidFill>
                  <a:schemeClr val="bg2"/>
                </a:solidFill>
              </a:defRPr>
            </a:lvl1pPr>
          </a:lstStyle>
          <a:p>
            <a:r>
              <a:rPr lang="en-US" dirty="0" err="1"/>
              <a:t>Subheadline</a:t>
            </a:r>
            <a:r>
              <a:rPr lang="en-US" dirty="0"/>
              <a:t>, </a:t>
            </a:r>
            <a:br>
              <a:rPr lang="en-US" dirty="0"/>
            </a:br>
            <a:r>
              <a:rPr lang="en-US" dirty="0"/>
              <a:t>max 2 lines</a:t>
            </a:r>
          </a:p>
        </p:txBody>
      </p:sp>
      <p:sp>
        <p:nvSpPr>
          <p:cNvPr id="31" name="Textplatzhalter 8">
            <a:extLst>
              <a:ext uri="{FF2B5EF4-FFF2-40B4-BE49-F238E27FC236}">
                <a16:creationId xmlns:a16="http://schemas.microsoft.com/office/drawing/2014/main" id="{929B7AA2-3439-4D62-AA35-3A985292524C}"/>
              </a:ext>
            </a:extLst>
          </p:cNvPr>
          <p:cNvSpPr>
            <a:spLocks noGrp="1"/>
          </p:cNvSpPr>
          <p:nvPr>
            <p:ph type="body" sz="quarter" idx="40" hasCustomPrompt="1"/>
          </p:nvPr>
        </p:nvSpPr>
        <p:spPr>
          <a:xfrm>
            <a:off x="6240016" y="1484313"/>
            <a:ext cx="2520000" cy="504000"/>
          </a:xfrm>
        </p:spPr>
        <p:txBody>
          <a:bodyPr anchor="b"/>
          <a:lstStyle>
            <a:lvl1pPr>
              <a:spcBef>
                <a:spcPts val="0"/>
              </a:spcBef>
              <a:spcAft>
                <a:spcPts val="0"/>
              </a:spcAft>
              <a:defRPr b="1">
                <a:solidFill>
                  <a:schemeClr val="bg2"/>
                </a:solidFill>
              </a:defRPr>
            </a:lvl1pPr>
          </a:lstStyle>
          <a:p>
            <a:r>
              <a:rPr lang="en-US" dirty="0" err="1"/>
              <a:t>Subheadline</a:t>
            </a:r>
            <a:r>
              <a:rPr lang="en-US" dirty="0"/>
              <a:t>, </a:t>
            </a:r>
            <a:br>
              <a:rPr lang="en-US" dirty="0"/>
            </a:br>
            <a:r>
              <a:rPr lang="en-US" dirty="0"/>
              <a:t>max 2 lines</a:t>
            </a:r>
          </a:p>
        </p:txBody>
      </p:sp>
      <p:sp>
        <p:nvSpPr>
          <p:cNvPr id="32" name="Textplatzhalter 8">
            <a:extLst>
              <a:ext uri="{FF2B5EF4-FFF2-40B4-BE49-F238E27FC236}">
                <a16:creationId xmlns:a16="http://schemas.microsoft.com/office/drawing/2014/main" id="{1FEF9ADD-4216-427F-ADE4-A5C753CA9B33}"/>
              </a:ext>
            </a:extLst>
          </p:cNvPr>
          <p:cNvSpPr>
            <a:spLocks noGrp="1"/>
          </p:cNvSpPr>
          <p:nvPr>
            <p:ph type="body" sz="quarter" idx="41" hasCustomPrompt="1"/>
          </p:nvPr>
        </p:nvSpPr>
        <p:spPr>
          <a:xfrm>
            <a:off x="9048113" y="1484313"/>
            <a:ext cx="2520000" cy="504000"/>
          </a:xfrm>
        </p:spPr>
        <p:txBody>
          <a:bodyPr anchor="b"/>
          <a:lstStyle>
            <a:lvl1pPr>
              <a:spcBef>
                <a:spcPts val="0"/>
              </a:spcBef>
              <a:spcAft>
                <a:spcPts val="0"/>
              </a:spcAft>
              <a:defRPr b="1">
                <a:solidFill>
                  <a:schemeClr val="bg2"/>
                </a:solidFill>
              </a:defRPr>
            </a:lvl1pPr>
          </a:lstStyle>
          <a:p>
            <a:r>
              <a:rPr lang="en-US" dirty="0" err="1"/>
              <a:t>Subheadline</a:t>
            </a:r>
            <a:r>
              <a:rPr lang="en-US" dirty="0"/>
              <a:t>, </a:t>
            </a:r>
            <a:br>
              <a:rPr lang="en-US" dirty="0"/>
            </a:br>
            <a:r>
              <a:rPr lang="en-US" dirty="0"/>
              <a:t>max 2 lines</a:t>
            </a:r>
          </a:p>
        </p:txBody>
      </p:sp>
    </p:spTree>
    <p:extLst>
      <p:ext uri="{BB962C8B-B14F-4D97-AF65-F5344CB8AC3E}">
        <p14:creationId xmlns:p14="http://schemas.microsoft.com/office/powerpoint/2010/main" val="2802558702"/>
      </p:ext>
    </p:extLst>
  </p:cSld>
  <p:clrMapOvr>
    <a:masterClrMapping/>
  </p:clrMapOvr>
  <p:extLst>
    <p:ext uri="{DCECCB84-F9BA-43D5-87BE-67443E8EF086}">
      <p15:sldGuideLst xmlns:p15="http://schemas.microsoft.com/office/powerpoint/2012/main"/>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Five pictures and content">
    <p:spTree>
      <p:nvGrpSpPr>
        <p:cNvPr id="1" name=""/>
        <p:cNvGrpSpPr/>
        <p:nvPr/>
      </p:nvGrpSpPr>
      <p:grpSpPr>
        <a:xfrm>
          <a:off x="0" y="0"/>
          <a:ext cx="0" cy="0"/>
          <a:chOff x="0" y="0"/>
          <a:chExt cx="0" cy="0"/>
        </a:xfrm>
      </p:grpSpPr>
      <p:sp>
        <p:nvSpPr>
          <p:cNvPr id="22" name="Textplatzhalter 28"/>
          <p:cNvSpPr>
            <a:spLocks noGrp="1"/>
          </p:cNvSpPr>
          <p:nvPr>
            <p:ph type="body" sz="quarter" idx="18" hasCustomPrompt="1"/>
          </p:nvPr>
        </p:nvSpPr>
        <p:spPr>
          <a:xfrm>
            <a:off x="5088112" y="4149079"/>
            <a:ext cx="2016000" cy="1944000"/>
          </a:xfrm>
          <a:ln>
            <a:noFill/>
          </a:ln>
        </p:spPr>
        <p:txBody>
          <a:bodyPr/>
          <a:lstStyle>
            <a:lvl1pPr>
              <a:spcBef>
                <a:spcPts val="300"/>
              </a:spcBef>
              <a:defRPr sz="1600"/>
            </a:lvl1pPr>
            <a:lvl2pPr>
              <a:spcBef>
                <a:spcPts val="300"/>
              </a:spcBef>
              <a:defRPr sz="1600"/>
            </a:lvl2pPr>
            <a:lvl3pPr>
              <a:spcBef>
                <a:spcPts val="300"/>
              </a:spcBef>
              <a:defRPr sz="1600"/>
            </a:lvl3pPr>
            <a:lvl4pPr>
              <a:spcBef>
                <a:spcPts val="300"/>
              </a:spcBef>
              <a:defRPr sz="1600"/>
            </a:lvl4pPr>
            <a:lvl5pPr>
              <a:spcBef>
                <a:spcPts val="300"/>
              </a:spcBef>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endParaRPr lang="en-US" dirty="0"/>
          </a:p>
        </p:txBody>
      </p:sp>
      <p:sp>
        <p:nvSpPr>
          <p:cNvPr id="23" name="Textplatzhalter 28"/>
          <p:cNvSpPr>
            <a:spLocks noGrp="1"/>
          </p:cNvSpPr>
          <p:nvPr>
            <p:ph type="body" sz="quarter" idx="19" hasCustomPrompt="1"/>
          </p:nvPr>
        </p:nvSpPr>
        <p:spPr>
          <a:xfrm>
            <a:off x="7320360" y="4149079"/>
            <a:ext cx="2016000" cy="1944000"/>
          </a:xfrm>
          <a:ln>
            <a:noFill/>
          </a:ln>
        </p:spPr>
        <p:txBody>
          <a:bodyPr/>
          <a:lstStyle>
            <a:lvl1pPr>
              <a:spcBef>
                <a:spcPts val="300"/>
              </a:spcBef>
              <a:defRPr sz="1600"/>
            </a:lvl1pPr>
            <a:lvl2pPr>
              <a:spcBef>
                <a:spcPts val="300"/>
              </a:spcBef>
              <a:defRPr sz="1600"/>
            </a:lvl2pPr>
            <a:lvl3pPr>
              <a:spcBef>
                <a:spcPts val="300"/>
              </a:spcBef>
              <a:defRPr sz="1600"/>
            </a:lvl3pPr>
            <a:lvl4pPr>
              <a:spcBef>
                <a:spcPts val="300"/>
              </a:spcBef>
              <a:defRPr sz="1600"/>
            </a:lvl4pPr>
            <a:lvl5pPr>
              <a:spcBef>
                <a:spcPts val="300"/>
              </a:spcBef>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endParaRPr lang="en-US" dirty="0"/>
          </a:p>
        </p:txBody>
      </p:sp>
      <p:sp>
        <p:nvSpPr>
          <p:cNvPr id="24" name="Textplatzhalter 28"/>
          <p:cNvSpPr>
            <a:spLocks noGrp="1"/>
          </p:cNvSpPr>
          <p:nvPr>
            <p:ph type="body" sz="quarter" idx="28" hasCustomPrompt="1"/>
          </p:nvPr>
        </p:nvSpPr>
        <p:spPr>
          <a:xfrm>
            <a:off x="9552608" y="4149079"/>
            <a:ext cx="2016000" cy="1944000"/>
          </a:xfrm>
          <a:ln>
            <a:noFill/>
          </a:ln>
        </p:spPr>
        <p:txBody>
          <a:bodyPr/>
          <a:lstStyle>
            <a:lvl1pPr>
              <a:spcBef>
                <a:spcPts val="300"/>
              </a:spcBef>
              <a:defRPr sz="1600"/>
            </a:lvl1pPr>
            <a:lvl2pPr>
              <a:spcBef>
                <a:spcPts val="300"/>
              </a:spcBef>
              <a:defRPr sz="1600"/>
            </a:lvl2pPr>
            <a:lvl3pPr>
              <a:spcBef>
                <a:spcPts val="300"/>
              </a:spcBef>
              <a:defRPr sz="1600"/>
            </a:lvl3pPr>
            <a:lvl4pPr>
              <a:spcBef>
                <a:spcPts val="300"/>
              </a:spcBef>
              <a:defRPr sz="1600"/>
            </a:lvl4pPr>
            <a:lvl5pPr>
              <a:spcBef>
                <a:spcPts val="300"/>
              </a:spcBef>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endParaRPr lang="en-US" dirty="0"/>
          </a:p>
        </p:txBody>
      </p:sp>
      <p:sp>
        <p:nvSpPr>
          <p:cNvPr id="34" name="Textplatzhalter 28"/>
          <p:cNvSpPr>
            <a:spLocks noGrp="1"/>
          </p:cNvSpPr>
          <p:nvPr>
            <p:ph type="body" sz="quarter" idx="33" hasCustomPrompt="1"/>
          </p:nvPr>
        </p:nvSpPr>
        <p:spPr>
          <a:xfrm>
            <a:off x="2855864" y="4149079"/>
            <a:ext cx="2016000" cy="1944000"/>
          </a:xfrm>
          <a:ln>
            <a:noFill/>
          </a:ln>
        </p:spPr>
        <p:txBody>
          <a:bodyPr/>
          <a:lstStyle>
            <a:lvl1pPr>
              <a:spcBef>
                <a:spcPts val="300"/>
              </a:spcBef>
              <a:defRPr sz="1600"/>
            </a:lvl1pPr>
            <a:lvl2pPr>
              <a:spcBef>
                <a:spcPts val="300"/>
              </a:spcBef>
              <a:defRPr sz="1600"/>
            </a:lvl2pPr>
            <a:lvl3pPr>
              <a:spcBef>
                <a:spcPts val="300"/>
              </a:spcBef>
              <a:defRPr sz="1600"/>
            </a:lvl3pPr>
            <a:lvl4pPr>
              <a:spcBef>
                <a:spcPts val="300"/>
              </a:spcBef>
              <a:defRPr sz="1600"/>
            </a:lvl4pPr>
            <a:lvl5pPr>
              <a:spcBef>
                <a:spcPts val="300"/>
              </a:spcBef>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endParaRPr lang="en-US" dirty="0"/>
          </a:p>
        </p:txBody>
      </p:sp>
      <p:sp>
        <p:nvSpPr>
          <p:cNvPr id="36" name="Textplatzhalter 28"/>
          <p:cNvSpPr>
            <a:spLocks noGrp="1"/>
          </p:cNvSpPr>
          <p:nvPr>
            <p:ph type="body" sz="quarter" idx="34" hasCustomPrompt="1"/>
          </p:nvPr>
        </p:nvSpPr>
        <p:spPr>
          <a:xfrm>
            <a:off x="623392" y="4149558"/>
            <a:ext cx="2016000" cy="1944000"/>
          </a:xfrm>
          <a:ln>
            <a:noFill/>
          </a:ln>
        </p:spPr>
        <p:txBody>
          <a:bodyPr/>
          <a:lstStyle>
            <a:lvl1pPr>
              <a:spcBef>
                <a:spcPts val="300"/>
              </a:spcBef>
              <a:defRPr sz="1600"/>
            </a:lvl1pPr>
            <a:lvl2pPr>
              <a:spcBef>
                <a:spcPts val="300"/>
              </a:spcBef>
              <a:defRPr sz="1600"/>
            </a:lvl2pPr>
            <a:lvl3pPr>
              <a:spcBef>
                <a:spcPts val="300"/>
              </a:spcBef>
              <a:defRPr sz="1600"/>
            </a:lvl3pPr>
            <a:lvl4pPr>
              <a:spcBef>
                <a:spcPts val="300"/>
              </a:spcBef>
              <a:defRPr sz="1600"/>
            </a:lvl4pPr>
            <a:lvl5pPr>
              <a:spcBef>
                <a:spcPts val="300"/>
              </a:spcBef>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endParaRPr lang="en-US" dirty="0"/>
          </a:p>
        </p:txBody>
      </p:sp>
      <p:graphicFrame>
        <p:nvGraphicFramePr>
          <p:cNvPr id="4" name="Objekt 3"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8" imgW="353" imgH="353" progId="TCLayout.ActiveDocument.1">
                  <p:embed/>
                </p:oleObj>
              </mc:Choice>
              <mc:Fallback>
                <p:oleObj name="think-cell Slide" r:id="rId8" imgW="353" imgH="353" progId="TCLayout.ActiveDocument.1">
                  <p:embed/>
                  <p:pic>
                    <p:nvPicPr>
                      <p:cNvPr id="4" name="Objekt 3" hidden="1"/>
                      <p:cNvPicPr/>
                      <p:nvPr/>
                    </p:nvPicPr>
                    <p:blipFill>
                      <a:blip r:embed="rId9"/>
                      <a:stretch>
                        <a:fillRect/>
                      </a:stretch>
                    </p:blipFill>
                    <p:spPr>
                      <a:xfrm>
                        <a:off x="1588" y="1588"/>
                        <a:ext cx="1587" cy="1587"/>
                      </a:xfrm>
                      <a:prstGeom prst="rect">
                        <a:avLst/>
                      </a:prstGeom>
                    </p:spPr>
                  </p:pic>
                </p:oleObj>
              </mc:Fallback>
            </mc:AlternateContent>
          </a:graphicData>
        </a:graphic>
      </p:graphicFrame>
      <p:sp>
        <p:nvSpPr>
          <p:cNvPr id="7" name="Fußzeilenplatzhalter 6"/>
          <p:cNvSpPr>
            <a:spLocks noGrp="1"/>
          </p:cNvSpPr>
          <p:nvPr>
            <p:ph type="ftr" sz="quarter" idx="24"/>
          </p:nvPr>
        </p:nvSpPr>
        <p:spPr bwMode="gray"/>
        <p:txBody>
          <a:bodyPr/>
          <a:lstStyle/>
          <a:p>
            <a:r>
              <a:rPr lang="en-US" dirty="0"/>
              <a:t>Standard chart library</a:t>
            </a:r>
          </a:p>
        </p:txBody>
      </p:sp>
      <p:sp>
        <p:nvSpPr>
          <p:cNvPr id="9" name="Foliennummernplatzhalter 8"/>
          <p:cNvSpPr>
            <a:spLocks noGrp="1"/>
          </p:cNvSpPr>
          <p:nvPr>
            <p:ph type="sldNum" sz="quarter" idx="25"/>
          </p:nvPr>
        </p:nvSpPr>
        <p:spPr bwMode="gray"/>
        <p:txBody>
          <a:bodyPr/>
          <a:lstStyle>
            <a:lvl1pPr>
              <a:defRPr>
                <a:solidFill>
                  <a:schemeClr val="tx1"/>
                </a:solidFill>
              </a:defRPr>
            </a:lvl1pPr>
          </a:lstStyle>
          <a:p>
            <a:fld id="{215533F2-C0B5-4315-85D8-5EA869B6EE8B}" type="slidenum">
              <a:rPr lang="en-US" smtClean="0"/>
              <a:pPr/>
              <a:t>‹#›</a:t>
            </a:fld>
            <a:endParaRPr lang="en-US" dirty="0"/>
          </a:p>
        </p:txBody>
      </p:sp>
      <p:sp>
        <p:nvSpPr>
          <p:cNvPr id="11" name="MIO_VALID_LAYOUT" hidden="1"/>
          <p:cNvSpPr/>
          <p:nvPr userDrawn="1"/>
        </p:nvSpPr>
        <p:spPr bwMode="gray">
          <a:xfrm>
            <a:off x="11856640" y="6597171"/>
            <a:ext cx="335360" cy="260829"/>
          </a:xfrm>
          <a:prstGeom prst="rect">
            <a:avLst/>
          </a:prstGeom>
          <a:no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
        <p:nvSpPr>
          <p:cNvPr id="18" name="Text Placeholder 7"/>
          <p:cNvSpPr>
            <a:spLocks noGrp="1"/>
          </p:cNvSpPr>
          <p:nvPr>
            <p:ph type="body" sz="quarter" idx="13" hasCustomPrompt="1"/>
          </p:nvPr>
        </p:nvSpPr>
        <p:spPr bwMode="gray">
          <a:xfrm>
            <a:off x="623888" y="332656"/>
            <a:ext cx="10944225" cy="398144"/>
          </a:xfrm>
          <a:prstGeom prst="rect">
            <a:avLst/>
          </a:prstGeom>
        </p:spPr>
        <p:txBody>
          <a:bodyPr tIns="18000" anchor="t">
            <a:noAutofit/>
          </a:bodyPr>
          <a:lstStyle>
            <a:lvl1pPr marL="0" indent="0">
              <a:lnSpc>
                <a:spcPct val="100000"/>
              </a:lnSpc>
              <a:spcBef>
                <a:spcPts val="0"/>
              </a:spcBef>
              <a:spcAft>
                <a:spcPts val="0"/>
              </a:spcAft>
              <a:buFont typeface="Arial" panose="020B0604020202020204" pitchFamily="34" charset="0"/>
              <a:buNone/>
              <a:defRPr sz="2200" b="0" baseline="0">
                <a:solidFill>
                  <a:schemeClr val="accent1"/>
                </a:solidFill>
              </a:defRPr>
            </a:lvl1pPr>
            <a:lvl2pPr marL="0" indent="0">
              <a:lnSpc>
                <a:spcPct val="100000"/>
              </a:lnSpc>
              <a:spcBef>
                <a:spcPts val="0"/>
              </a:spcBef>
              <a:spcAft>
                <a:spcPts val="0"/>
              </a:spcAft>
              <a:buFont typeface="Arial" panose="020B0604020202020204" pitchFamily="34" charset="0"/>
              <a:buNone/>
              <a:defRPr sz="2200" b="0">
                <a:solidFill>
                  <a:schemeClr val="accent1"/>
                </a:solidFill>
              </a:defRPr>
            </a:lvl2pPr>
            <a:lvl3pPr marL="0" indent="0">
              <a:lnSpc>
                <a:spcPct val="100000"/>
              </a:lnSpc>
              <a:spcBef>
                <a:spcPts val="0"/>
              </a:spcBef>
              <a:spcAft>
                <a:spcPts val="0"/>
              </a:spcAft>
              <a:buNone/>
              <a:defRPr sz="2200" b="0">
                <a:solidFill>
                  <a:schemeClr val="accent1"/>
                </a:solidFill>
              </a:defRPr>
            </a:lvl3pPr>
            <a:lvl4pPr marL="0" indent="0">
              <a:lnSpc>
                <a:spcPct val="100000"/>
              </a:lnSpc>
              <a:spcBef>
                <a:spcPts val="0"/>
              </a:spcBef>
              <a:spcAft>
                <a:spcPts val="0"/>
              </a:spcAft>
              <a:buNone/>
              <a:defRPr sz="2200" b="0">
                <a:solidFill>
                  <a:schemeClr val="accent1"/>
                </a:solidFill>
              </a:defRPr>
            </a:lvl4pPr>
            <a:lvl5pPr marL="0" indent="0">
              <a:lnSpc>
                <a:spcPct val="100000"/>
              </a:lnSpc>
              <a:spcBef>
                <a:spcPts val="0"/>
              </a:spcBef>
              <a:spcAft>
                <a:spcPts val="0"/>
              </a:spcAft>
              <a:buNone/>
              <a:defRPr sz="2200" b="0">
                <a:solidFill>
                  <a:schemeClr val="accent1"/>
                </a:solidFill>
              </a:defRPr>
            </a:lvl5pPr>
            <a:lvl6pPr marL="0" indent="0">
              <a:lnSpc>
                <a:spcPct val="100000"/>
              </a:lnSpc>
              <a:spcBef>
                <a:spcPts val="0"/>
              </a:spcBef>
              <a:spcAft>
                <a:spcPts val="0"/>
              </a:spcAft>
              <a:buNone/>
              <a:defRPr sz="2200" b="0">
                <a:solidFill>
                  <a:schemeClr val="accent1"/>
                </a:solidFill>
              </a:defRPr>
            </a:lvl6pPr>
            <a:lvl7pPr marL="0" indent="0">
              <a:lnSpc>
                <a:spcPct val="100000"/>
              </a:lnSpc>
              <a:spcBef>
                <a:spcPts val="0"/>
              </a:spcBef>
              <a:spcAft>
                <a:spcPts val="0"/>
              </a:spcAft>
              <a:buNone/>
              <a:defRPr sz="2200" b="0">
                <a:solidFill>
                  <a:schemeClr val="accent1"/>
                </a:solidFill>
              </a:defRPr>
            </a:lvl7pPr>
            <a:lvl8pPr marL="0" indent="0">
              <a:lnSpc>
                <a:spcPct val="100000"/>
              </a:lnSpc>
              <a:spcBef>
                <a:spcPts val="0"/>
              </a:spcBef>
              <a:spcAft>
                <a:spcPts val="0"/>
              </a:spcAft>
              <a:buNone/>
              <a:defRPr sz="2200" b="0">
                <a:solidFill>
                  <a:schemeClr val="accent1"/>
                </a:solidFill>
              </a:defRPr>
            </a:lvl8pPr>
            <a:lvl9pPr marL="0" indent="0">
              <a:lnSpc>
                <a:spcPct val="100000"/>
              </a:lnSpc>
              <a:spcBef>
                <a:spcPts val="0"/>
              </a:spcBef>
              <a:spcAft>
                <a:spcPts val="0"/>
              </a:spcAft>
              <a:buNone/>
              <a:defRPr sz="2200" b="0">
                <a:solidFill>
                  <a:schemeClr val="accent1"/>
                </a:solidFill>
              </a:defRPr>
            </a:lvl9pPr>
          </a:lstStyle>
          <a:p>
            <a:pPr lvl="0"/>
            <a:r>
              <a:rPr lang="en-US" noProof="0" dirty="0"/>
              <a:t>Click to add action title</a:t>
            </a:r>
          </a:p>
        </p:txBody>
      </p:sp>
      <p:sp>
        <p:nvSpPr>
          <p:cNvPr id="19" name="Title 4"/>
          <p:cNvSpPr>
            <a:spLocks noGrp="1"/>
          </p:cNvSpPr>
          <p:nvPr>
            <p:ph type="title" hasCustomPrompt="1"/>
          </p:nvPr>
        </p:nvSpPr>
        <p:spPr>
          <a:xfrm>
            <a:off x="623888" y="730800"/>
            <a:ext cx="10944225" cy="325952"/>
          </a:xfrm>
        </p:spPr>
        <p:txBody>
          <a:bodyPr/>
          <a:lstStyle/>
          <a:p>
            <a:r>
              <a:rPr lang="en-US" dirty="0"/>
              <a:t>Insert slide title here (max. 2 lines | max. 1 line with Action Title)</a:t>
            </a:r>
          </a:p>
        </p:txBody>
      </p:sp>
      <p:sp>
        <p:nvSpPr>
          <p:cNvPr id="20" name="Bildplatzhalter 14">
            <a:extLst>
              <a:ext uri="{FF2B5EF4-FFF2-40B4-BE49-F238E27FC236}">
                <a16:creationId xmlns:a16="http://schemas.microsoft.com/office/drawing/2014/main" id="{CC8EB282-9561-4785-BB10-8F256B519718}"/>
              </a:ext>
            </a:extLst>
          </p:cNvPr>
          <p:cNvSpPr>
            <a:spLocks noGrp="1"/>
          </p:cNvSpPr>
          <p:nvPr>
            <p:ph type="pic" sz="quarter" idx="22" hasCustomPrompt="1"/>
            <p:custDataLst>
              <p:tags r:id="rId2"/>
            </p:custDataLst>
          </p:nvPr>
        </p:nvSpPr>
        <p:spPr>
          <a:xfrm>
            <a:off x="623393" y="2132856"/>
            <a:ext cx="2016223" cy="1872000"/>
          </a:xfrm>
          <a:prstGeom prst="roundRect">
            <a:avLst>
              <a:gd name="adj" fmla="val 3266"/>
            </a:avLst>
          </a:prstGeom>
          <a:solidFill>
            <a:schemeClr val="bg1">
              <a:lumMod val="75000"/>
            </a:schemeClr>
          </a:solidFill>
        </p:spPr>
        <p:txBody>
          <a:bodyPr tIns="792000" anchor="ctr"/>
          <a:lstStyle>
            <a:lvl1pPr algn="ctr">
              <a:spcBef>
                <a:spcPts val="0"/>
              </a:spcBef>
              <a:spcAft>
                <a:spcPts val="0"/>
              </a:spcAft>
              <a:defRPr sz="1000">
                <a:solidFill>
                  <a:schemeClr val="tx1"/>
                </a:solidFill>
              </a:defRPr>
            </a:lvl1pPr>
          </a:lstStyle>
          <a:p>
            <a:r>
              <a:rPr lang="en-US" dirty="0"/>
              <a:t>Click icon </a:t>
            </a:r>
            <a:br>
              <a:rPr lang="en-US" dirty="0"/>
            </a:br>
            <a:r>
              <a:rPr lang="en-US" dirty="0"/>
              <a:t>to add picture</a:t>
            </a:r>
          </a:p>
        </p:txBody>
      </p:sp>
      <p:sp>
        <p:nvSpPr>
          <p:cNvPr id="21" name="Bildplatzhalter 14">
            <a:extLst>
              <a:ext uri="{FF2B5EF4-FFF2-40B4-BE49-F238E27FC236}">
                <a16:creationId xmlns:a16="http://schemas.microsoft.com/office/drawing/2014/main" id="{497A9522-D527-4405-BCBF-9980E99E1117}"/>
              </a:ext>
            </a:extLst>
          </p:cNvPr>
          <p:cNvSpPr>
            <a:spLocks noGrp="1"/>
          </p:cNvSpPr>
          <p:nvPr>
            <p:ph type="pic" sz="quarter" idx="35" hasCustomPrompt="1"/>
            <p:custDataLst>
              <p:tags r:id="rId3"/>
            </p:custDataLst>
          </p:nvPr>
        </p:nvSpPr>
        <p:spPr>
          <a:xfrm>
            <a:off x="2855640" y="2132856"/>
            <a:ext cx="2016223" cy="1872000"/>
          </a:xfrm>
          <a:prstGeom prst="roundRect">
            <a:avLst>
              <a:gd name="adj" fmla="val 3266"/>
            </a:avLst>
          </a:prstGeom>
          <a:solidFill>
            <a:schemeClr val="bg1">
              <a:lumMod val="75000"/>
            </a:schemeClr>
          </a:solidFill>
        </p:spPr>
        <p:txBody>
          <a:bodyPr tIns="792000" anchor="ctr"/>
          <a:lstStyle>
            <a:lvl1pPr algn="ctr">
              <a:spcBef>
                <a:spcPts val="0"/>
              </a:spcBef>
              <a:spcAft>
                <a:spcPts val="0"/>
              </a:spcAft>
              <a:defRPr sz="1000">
                <a:solidFill>
                  <a:schemeClr val="tx1"/>
                </a:solidFill>
              </a:defRPr>
            </a:lvl1pPr>
          </a:lstStyle>
          <a:p>
            <a:r>
              <a:rPr lang="en-US" dirty="0"/>
              <a:t>Click icon </a:t>
            </a:r>
            <a:br>
              <a:rPr lang="en-US" dirty="0"/>
            </a:br>
            <a:r>
              <a:rPr lang="en-US" dirty="0"/>
              <a:t>to add picture</a:t>
            </a:r>
          </a:p>
        </p:txBody>
      </p:sp>
      <p:sp>
        <p:nvSpPr>
          <p:cNvPr id="25" name="Bildplatzhalter 14">
            <a:extLst>
              <a:ext uri="{FF2B5EF4-FFF2-40B4-BE49-F238E27FC236}">
                <a16:creationId xmlns:a16="http://schemas.microsoft.com/office/drawing/2014/main" id="{87709F69-140F-4FF9-BF12-F7E1503B307F}"/>
              </a:ext>
            </a:extLst>
          </p:cNvPr>
          <p:cNvSpPr>
            <a:spLocks noGrp="1"/>
          </p:cNvSpPr>
          <p:nvPr>
            <p:ph type="pic" sz="quarter" idx="36" hasCustomPrompt="1"/>
            <p:custDataLst>
              <p:tags r:id="rId4"/>
            </p:custDataLst>
          </p:nvPr>
        </p:nvSpPr>
        <p:spPr>
          <a:xfrm>
            <a:off x="5087888" y="2132856"/>
            <a:ext cx="2016223" cy="1872000"/>
          </a:xfrm>
          <a:prstGeom prst="roundRect">
            <a:avLst>
              <a:gd name="adj" fmla="val 3266"/>
            </a:avLst>
          </a:prstGeom>
          <a:solidFill>
            <a:schemeClr val="bg1">
              <a:lumMod val="75000"/>
            </a:schemeClr>
          </a:solidFill>
        </p:spPr>
        <p:txBody>
          <a:bodyPr tIns="792000" anchor="ctr"/>
          <a:lstStyle>
            <a:lvl1pPr algn="ctr">
              <a:spcBef>
                <a:spcPts val="0"/>
              </a:spcBef>
              <a:spcAft>
                <a:spcPts val="0"/>
              </a:spcAft>
              <a:defRPr sz="1000">
                <a:solidFill>
                  <a:schemeClr val="tx1"/>
                </a:solidFill>
              </a:defRPr>
            </a:lvl1pPr>
          </a:lstStyle>
          <a:p>
            <a:r>
              <a:rPr lang="en-US" dirty="0"/>
              <a:t>Click icon </a:t>
            </a:r>
            <a:br>
              <a:rPr lang="en-US" dirty="0"/>
            </a:br>
            <a:r>
              <a:rPr lang="en-US" dirty="0"/>
              <a:t>to add picture</a:t>
            </a:r>
          </a:p>
        </p:txBody>
      </p:sp>
      <p:sp>
        <p:nvSpPr>
          <p:cNvPr id="26" name="Bildplatzhalter 14">
            <a:extLst>
              <a:ext uri="{FF2B5EF4-FFF2-40B4-BE49-F238E27FC236}">
                <a16:creationId xmlns:a16="http://schemas.microsoft.com/office/drawing/2014/main" id="{71E56402-F18F-470C-B2F8-6418C71080C8}"/>
              </a:ext>
            </a:extLst>
          </p:cNvPr>
          <p:cNvSpPr>
            <a:spLocks noGrp="1"/>
          </p:cNvSpPr>
          <p:nvPr>
            <p:ph type="pic" sz="quarter" idx="37" hasCustomPrompt="1"/>
            <p:custDataLst>
              <p:tags r:id="rId5"/>
            </p:custDataLst>
          </p:nvPr>
        </p:nvSpPr>
        <p:spPr>
          <a:xfrm>
            <a:off x="7320136" y="2132856"/>
            <a:ext cx="2016223" cy="1872000"/>
          </a:xfrm>
          <a:prstGeom prst="roundRect">
            <a:avLst>
              <a:gd name="adj" fmla="val 3266"/>
            </a:avLst>
          </a:prstGeom>
          <a:solidFill>
            <a:schemeClr val="bg1">
              <a:lumMod val="75000"/>
            </a:schemeClr>
          </a:solidFill>
        </p:spPr>
        <p:txBody>
          <a:bodyPr tIns="792000" anchor="ctr"/>
          <a:lstStyle>
            <a:lvl1pPr algn="ctr">
              <a:spcBef>
                <a:spcPts val="0"/>
              </a:spcBef>
              <a:spcAft>
                <a:spcPts val="0"/>
              </a:spcAft>
              <a:defRPr sz="1000">
                <a:solidFill>
                  <a:schemeClr val="tx1"/>
                </a:solidFill>
              </a:defRPr>
            </a:lvl1pPr>
          </a:lstStyle>
          <a:p>
            <a:r>
              <a:rPr lang="en-US" dirty="0"/>
              <a:t>Click icon </a:t>
            </a:r>
            <a:br>
              <a:rPr lang="en-US" dirty="0"/>
            </a:br>
            <a:r>
              <a:rPr lang="en-US" dirty="0"/>
              <a:t>to add picture</a:t>
            </a:r>
          </a:p>
        </p:txBody>
      </p:sp>
      <p:sp>
        <p:nvSpPr>
          <p:cNvPr id="27" name="Bildplatzhalter 14">
            <a:extLst>
              <a:ext uri="{FF2B5EF4-FFF2-40B4-BE49-F238E27FC236}">
                <a16:creationId xmlns:a16="http://schemas.microsoft.com/office/drawing/2014/main" id="{7930E3B7-AE24-4620-870E-D850F30A522C}"/>
              </a:ext>
            </a:extLst>
          </p:cNvPr>
          <p:cNvSpPr>
            <a:spLocks noGrp="1"/>
          </p:cNvSpPr>
          <p:nvPr>
            <p:ph type="pic" sz="quarter" idx="38" hasCustomPrompt="1"/>
            <p:custDataLst>
              <p:tags r:id="rId6"/>
            </p:custDataLst>
          </p:nvPr>
        </p:nvSpPr>
        <p:spPr>
          <a:xfrm>
            <a:off x="9548814" y="2132856"/>
            <a:ext cx="2016223" cy="1872000"/>
          </a:xfrm>
          <a:prstGeom prst="roundRect">
            <a:avLst>
              <a:gd name="adj" fmla="val 3266"/>
            </a:avLst>
          </a:prstGeom>
          <a:solidFill>
            <a:schemeClr val="bg1">
              <a:lumMod val="75000"/>
            </a:schemeClr>
          </a:solidFill>
        </p:spPr>
        <p:txBody>
          <a:bodyPr tIns="792000" anchor="ctr"/>
          <a:lstStyle>
            <a:lvl1pPr algn="ctr">
              <a:spcBef>
                <a:spcPts val="0"/>
              </a:spcBef>
              <a:spcAft>
                <a:spcPts val="0"/>
              </a:spcAft>
              <a:defRPr sz="1000">
                <a:solidFill>
                  <a:schemeClr val="tx1"/>
                </a:solidFill>
              </a:defRPr>
            </a:lvl1pPr>
          </a:lstStyle>
          <a:p>
            <a:r>
              <a:rPr lang="en-US" dirty="0"/>
              <a:t>Click icon </a:t>
            </a:r>
            <a:br>
              <a:rPr lang="en-US" dirty="0"/>
            </a:br>
            <a:r>
              <a:rPr lang="en-US" dirty="0"/>
              <a:t>to add picture</a:t>
            </a:r>
          </a:p>
        </p:txBody>
      </p:sp>
      <p:sp>
        <p:nvSpPr>
          <p:cNvPr id="28" name="Textplatzhalter 8">
            <a:extLst>
              <a:ext uri="{FF2B5EF4-FFF2-40B4-BE49-F238E27FC236}">
                <a16:creationId xmlns:a16="http://schemas.microsoft.com/office/drawing/2014/main" id="{E9E6258F-56F3-4DAE-8850-4A788125A7E5}"/>
              </a:ext>
            </a:extLst>
          </p:cNvPr>
          <p:cNvSpPr>
            <a:spLocks noGrp="1"/>
          </p:cNvSpPr>
          <p:nvPr>
            <p:ph type="body" sz="quarter" idx="23" hasCustomPrompt="1"/>
          </p:nvPr>
        </p:nvSpPr>
        <p:spPr>
          <a:xfrm>
            <a:off x="623888" y="1484312"/>
            <a:ext cx="2015728" cy="504000"/>
          </a:xfrm>
        </p:spPr>
        <p:txBody>
          <a:bodyPr anchor="b"/>
          <a:lstStyle>
            <a:lvl1pPr>
              <a:spcBef>
                <a:spcPts val="0"/>
              </a:spcBef>
              <a:spcAft>
                <a:spcPts val="0"/>
              </a:spcAft>
              <a:defRPr b="1">
                <a:solidFill>
                  <a:schemeClr val="bg2"/>
                </a:solidFill>
              </a:defRPr>
            </a:lvl1pPr>
          </a:lstStyle>
          <a:p>
            <a:r>
              <a:rPr lang="en-US" dirty="0" err="1"/>
              <a:t>Subheadline</a:t>
            </a:r>
            <a:r>
              <a:rPr lang="en-US" dirty="0"/>
              <a:t>, max 2 lines</a:t>
            </a:r>
          </a:p>
        </p:txBody>
      </p:sp>
      <p:sp>
        <p:nvSpPr>
          <p:cNvPr id="29" name="Textplatzhalter 8">
            <a:extLst>
              <a:ext uri="{FF2B5EF4-FFF2-40B4-BE49-F238E27FC236}">
                <a16:creationId xmlns:a16="http://schemas.microsoft.com/office/drawing/2014/main" id="{26BA4143-E1DB-44E1-8285-1C0A683C8CDB}"/>
              </a:ext>
            </a:extLst>
          </p:cNvPr>
          <p:cNvSpPr>
            <a:spLocks noGrp="1"/>
          </p:cNvSpPr>
          <p:nvPr>
            <p:ph type="body" sz="quarter" idx="39" hasCustomPrompt="1"/>
          </p:nvPr>
        </p:nvSpPr>
        <p:spPr>
          <a:xfrm>
            <a:off x="2855640" y="1484312"/>
            <a:ext cx="2015728" cy="504000"/>
          </a:xfrm>
        </p:spPr>
        <p:txBody>
          <a:bodyPr anchor="b"/>
          <a:lstStyle>
            <a:lvl1pPr>
              <a:spcBef>
                <a:spcPts val="0"/>
              </a:spcBef>
              <a:spcAft>
                <a:spcPts val="0"/>
              </a:spcAft>
              <a:defRPr b="1">
                <a:solidFill>
                  <a:schemeClr val="bg2"/>
                </a:solidFill>
              </a:defRPr>
            </a:lvl1pPr>
          </a:lstStyle>
          <a:p>
            <a:r>
              <a:rPr lang="en-US" dirty="0" err="1"/>
              <a:t>Subheadline</a:t>
            </a:r>
            <a:r>
              <a:rPr lang="en-US" dirty="0"/>
              <a:t>, max 2 lines</a:t>
            </a:r>
          </a:p>
        </p:txBody>
      </p:sp>
      <p:sp>
        <p:nvSpPr>
          <p:cNvPr id="30" name="Textplatzhalter 8">
            <a:extLst>
              <a:ext uri="{FF2B5EF4-FFF2-40B4-BE49-F238E27FC236}">
                <a16:creationId xmlns:a16="http://schemas.microsoft.com/office/drawing/2014/main" id="{BE5DC7ED-B516-4BC6-8355-9E29C2E5B308}"/>
              </a:ext>
            </a:extLst>
          </p:cNvPr>
          <p:cNvSpPr>
            <a:spLocks noGrp="1"/>
          </p:cNvSpPr>
          <p:nvPr>
            <p:ph type="body" sz="quarter" idx="40" hasCustomPrompt="1"/>
          </p:nvPr>
        </p:nvSpPr>
        <p:spPr>
          <a:xfrm>
            <a:off x="5087888" y="1484312"/>
            <a:ext cx="2015728" cy="504000"/>
          </a:xfrm>
        </p:spPr>
        <p:txBody>
          <a:bodyPr anchor="b"/>
          <a:lstStyle>
            <a:lvl1pPr>
              <a:spcBef>
                <a:spcPts val="0"/>
              </a:spcBef>
              <a:spcAft>
                <a:spcPts val="0"/>
              </a:spcAft>
              <a:defRPr b="1">
                <a:solidFill>
                  <a:schemeClr val="bg2"/>
                </a:solidFill>
              </a:defRPr>
            </a:lvl1pPr>
          </a:lstStyle>
          <a:p>
            <a:r>
              <a:rPr lang="en-US" dirty="0" err="1"/>
              <a:t>Subheadline</a:t>
            </a:r>
            <a:r>
              <a:rPr lang="en-US" dirty="0"/>
              <a:t>, max 2 lines</a:t>
            </a:r>
          </a:p>
        </p:txBody>
      </p:sp>
      <p:sp>
        <p:nvSpPr>
          <p:cNvPr id="31" name="Textplatzhalter 8">
            <a:extLst>
              <a:ext uri="{FF2B5EF4-FFF2-40B4-BE49-F238E27FC236}">
                <a16:creationId xmlns:a16="http://schemas.microsoft.com/office/drawing/2014/main" id="{11B62F69-C85F-4068-BE41-E78DFF0016F6}"/>
              </a:ext>
            </a:extLst>
          </p:cNvPr>
          <p:cNvSpPr>
            <a:spLocks noGrp="1"/>
          </p:cNvSpPr>
          <p:nvPr>
            <p:ph type="body" sz="quarter" idx="41" hasCustomPrompt="1"/>
          </p:nvPr>
        </p:nvSpPr>
        <p:spPr>
          <a:xfrm>
            <a:off x="7320136" y="1484312"/>
            <a:ext cx="2015728" cy="504000"/>
          </a:xfrm>
        </p:spPr>
        <p:txBody>
          <a:bodyPr anchor="b"/>
          <a:lstStyle>
            <a:lvl1pPr>
              <a:spcBef>
                <a:spcPts val="0"/>
              </a:spcBef>
              <a:spcAft>
                <a:spcPts val="0"/>
              </a:spcAft>
              <a:defRPr b="1">
                <a:solidFill>
                  <a:schemeClr val="bg2"/>
                </a:solidFill>
              </a:defRPr>
            </a:lvl1pPr>
          </a:lstStyle>
          <a:p>
            <a:r>
              <a:rPr lang="en-US" dirty="0" err="1"/>
              <a:t>Subheadline</a:t>
            </a:r>
            <a:r>
              <a:rPr lang="en-US" dirty="0"/>
              <a:t>, max 2 lines</a:t>
            </a:r>
          </a:p>
        </p:txBody>
      </p:sp>
      <p:sp>
        <p:nvSpPr>
          <p:cNvPr id="32" name="Textplatzhalter 8">
            <a:extLst>
              <a:ext uri="{FF2B5EF4-FFF2-40B4-BE49-F238E27FC236}">
                <a16:creationId xmlns:a16="http://schemas.microsoft.com/office/drawing/2014/main" id="{96AF8AA5-47E8-4A99-8E77-0FBDB7CE561B}"/>
              </a:ext>
            </a:extLst>
          </p:cNvPr>
          <p:cNvSpPr>
            <a:spLocks noGrp="1"/>
          </p:cNvSpPr>
          <p:nvPr>
            <p:ph type="body" sz="quarter" idx="42" hasCustomPrompt="1"/>
          </p:nvPr>
        </p:nvSpPr>
        <p:spPr>
          <a:xfrm>
            <a:off x="9552880" y="1484312"/>
            <a:ext cx="2015728" cy="504000"/>
          </a:xfrm>
        </p:spPr>
        <p:txBody>
          <a:bodyPr anchor="b"/>
          <a:lstStyle>
            <a:lvl1pPr>
              <a:spcBef>
                <a:spcPts val="0"/>
              </a:spcBef>
              <a:spcAft>
                <a:spcPts val="0"/>
              </a:spcAft>
              <a:defRPr b="1">
                <a:solidFill>
                  <a:schemeClr val="bg2"/>
                </a:solidFill>
              </a:defRPr>
            </a:lvl1pPr>
          </a:lstStyle>
          <a:p>
            <a:r>
              <a:rPr lang="en-US" dirty="0" err="1"/>
              <a:t>Subheadline</a:t>
            </a:r>
            <a:r>
              <a:rPr lang="en-US" dirty="0"/>
              <a:t>, max 2 lines</a:t>
            </a:r>
          </a:p>
        </p:txBody>
      </p:sp>
    </p:spTree>
    <p:extLst>
      <p:ext uri="{BB962C8B-B14F-4D97-AF65-F5344CB8AC3E}">
        <p14:creationId xmlns:p14="http://schemas.microsoft.com/office/powerpoint/2010/main" val="3573816916"/>
      </p:ext>
    </p:extLst>
  </p:cSld>
  <p:clrMapOvr>
    <a:masterClrMapping/>
  </p:clrMapOvr>
  <p:extLst>
    <p:ext uri="{DCECCB84-F9BA-43D5-87BE-67443E8EF086}">
      <p15:sldGuideLst xmlns:p15="http://schemas.microsoft.com/office/powerpoint/2012/main"/>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imetable with 12 units">
    <p:spTree>
      <p:nvGrpSpPr>
        <p:cNvPr id="1" name=""/>
        <p:cNvGrpSpPr/>
        <p:nvPr/>
      </p:nvGrpSpPr>
      <p:grpSpPr>
        <a:xfrm>
          <a:off x="0" y="0"/>
          <a:ext cx="0" cy="0"/>
          <a:chOff x="0" y="0"/>
          <a:chExt cx="0" cy="0"/>
        </a:xfrm>
      </p:grpSpPr>
      <p:sp>
        <p:nvSpPr>
          <p:cNvPr id="91" name="Pfeil: Fünfeck 90">
            <a:extLst>
              <a:ext uri="{FF2B5EF4-FFF2-40B4-BE49-F238E27FC236}">
                <a16:creationId xmlns:a16="http://schemas.microsoft.com/office/drawing/2014/main" id="{03491CCF-7858-4941-A9AD-9C27FEF9B4CC}"/>
              </a:ext>
            </a:extLst>
          </p:cNvPr>
          <p:cNvSpPr/>
          <p:nvPr userDrawn="1"/>
        </p:nvSpPr>
        <p:spPr bwMode="gray">
          <a:xfrm>
            <a:off x="624383" y="3590955"/>
            <a:ext cx="10944225" cy="396000"/>
          </a:xfrm>
          <a:prstGeom prst="homePlate">
            <a:avLst>
              <a:gd name="adj" fmla="val 20000"/>
            </a:avLst>
          </a:prstGeom>
          <a:solidFill>
            <a:schemeClr val="accent1"/>
          </a:solidFill>
          <a:ln w="12700"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
        <p:nvSpPr>
          <p:cNvPr id="35" name="Bildplatzhalter 14"/>
          <p:cNvSpPr>
            <a:spLocks noGrp="1"/>
          </p:cNvSpPr>
          <p:nvPr>
            <p:ph type="pic" sz="quarter" idx="22" hasCustomPrompt="1"/>
            <p:custDataLst>
              <p:tags r:id="rId1"/>
            </p:custDataLst>
          </p:nvPr>
        </p:nvSpPr>
        <p:spPr>
          <a:xfrm>
            <a:off x="695400" y="5085296"/>
            <a:ext cx="1440000" cy="1008000"/>
          </a:xfrm>
          <a:prstGeom prst="roundRect">
            <a:avLst>
              <a:gd name="adj" fmla="val 6300"/>
            </a:avLst>
          </a:prstGeom>
          <a:solidFill>
            <a:schemeClr val="bg1">
              <a:lumMod val="75000"/>
            </a:schemeClr>
          </a:solidFill>
        </p:spPr>
        <p:txBody>
          <a:bodyPr tIns="648000" anchor="ctr"/>
          <a:lstStyle>
            <a:lvl1pPr algn="ctr">
              <a:spcBef>
                <a:spcPts val="0"/>
              </a:spcBef>
              <a:spcAft>
                <a:spcPts val="0"/>
              </a:spcAft>
              <a:defRPr sz="1000">
                <a:solidFill>
                  <a:schemeClr val="tx1"/>
                </a:solidFill>
              </a:defRPr>
            </a:lvl1pPr>
          </a:lstStyle>
          <a:p>
            <a:r>
              <a:rPr lang="en-US" dirty="0"/>
              <a:t>Click icon </a:t>
            </a:r>
            <a:br>
              <a:rPr lang="en-US" dirty="0"/>
            </a:br>
            <a:r>
              <a:rPr lang="en-US" dirty="0"/>
              <a:t>to add picture</a:t>
            </a:r>
          </a:p>
        </p:txBody>
      </p:sp>
      <p:graphicFrame>
        <p:nvGraphicFramePr>
          <p:cNvPr id="4" name="Objekt 3"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15" imgW="353" imgH="353" progId="TCLayout.ActiveDocument.1">
                  <p:embed/>
                </p:oleObj>
              </mc:Choice>
              <mc:Fallback>
                <p:oleObj name="think-cell Slide" r:id="rId15" imgW="353" imgH="353" progId="TCLayout.ActiveDocument.1">
                  <p:embed/>
                  <p:pic>
                    <p:nvPicPr>
                      <p:cNvPr id="4" name="Objekt 3" hidden="1"/>
                      <p:cNvPicPr/>
                      <p:nvPr/>
                    </p:nvPicPr>
                    <p:blipFill>
                      <a:blip r:embed="rId16"/>
                      <a:stretch>
                        <a:fillRect/>
                      </a:stretch>
                    </p:blipFill>
                    <p:spPr>
                      <a:xfrm>
                        <a:off x="1588" y="1588"/>
                        <a:ext cx="1587" cy="1587"/>
                      </a:xfrm>
                      <a:prstGeom prst="rect">
                        <a:avLst/>
                      </a:prstGeom>
                    </p:spPr>
                  </p:pic>
                </p:oleObj>
              </mc:Fallback>
            </mc:AlternateContent>
          </a:graphicData>
        </a:graphic>
      </p:graphicFrame>
      <p:sp>
        <p:nvSpPr>
          <p:cNvPr id="7" name="Fußzeilenplatzhalter 6"/>
          <p:cNvSpPr>
            <a:spLocks noGrp="1"/>
          </p:cNvSpPr>
          <p:nvPr>
            <p:ph type="ftr" sz="quarter" idx="24"/>
          </p:nvPr>
        </p:nvSpPr>
        <p:spPr bwMode="gray"/>
        <p:txBody>
          <a:bodyPr/>
          <a:lstStyle/>
          <a:p>
            <a:r>
              <a:rPr lang="en-US" dirty="0"/>
              <a:t>Standard chart library</a:t>
            </a:r>
          </a:p>
        </p:txBody>
      </p:sp>
      <p:sp>
        <p:nvSpPr>
          <p:cNvPr id="9" name="Foliennummernplatzhalter 8"/>
          <p:cNvSpPr>
            <a:spLocks noGrp="1"/>
          </p:cNvSpPr>
          <p:nvPr>
            <p:ph type="sldNum" sz="quarter" idx="25"/>
          </p:nvPr>
        </p:nvSpPr>
        <p:spPr bwMode="gray"/>
        <p:txBody>
          <a:bodyPr/>
          <a:lstStyle>
            <a:lvl1pPr>
              <a:defRPr>
                <a:solidFill>
                  <a:schemeClr val="tx1"/>
                </a:solidFill>
              </a:defRPr>
            </a:lvl1pPr>
          </a:lstStyle>
          <a:p>
            <a:fld id="{215533F2-C0B5-4315-85D8-5EA869B6EE8B}" type="slidenum">
              <a:rPr lang="en-US" smtClean="0"/>
              <a:pPr/>
              <a:t>‹#›</a:t>
            </a:fld>
            <a:endParaRPr lang="en-US" dirty="0"/>
          </a:p>
        </p:txBody>
      </p:sp>
      <p:sp>
        <p:nvSpPr>
          <p:cNvPr id="11" name="MIO_VALID_LAYOUT" hidden="1"/>
          <p:cNvSpPr/>
          <p:nvPr userDrawn="1"/>
        </p:nvSpPr>
        <p:spPr bwMode="gray">
          <a:xfrm>
            <a:off x="11856640" y="6597171"/>
            <a:ext cx="335360" cy="260829"/>
          </a:xfrm>
          <a:prstGeom prst="rect">
            <a:avLst/>
          </a:prstGeom>
          <a:no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
        <p:nvSpPr>
          <p:cNvPr id="18" name="Text Placeholder 7"/>
          <p:cNvSpPr>
            <a:spLocks noGrp="1"/>
          </p:cNvSpPr>
          <p:nvPr>
            <p:ph type="body" sz="quarter" idx="13" hasCustomPrompt="1"/>
          </p:nvPr>
        </p:nvSpPr>
        <p:spPr bwMode="gray">
          <a:xfrm>
            <a:off x="623888" y="332656"/>
            <a:ext cx="10944225" cy="398144"/>
          </a:xfrm>
          <a:prstGeom prst="rect">
            <a:avLst/>
          </a:prstGeom>
        </p:spPr>
        <p:txBody>
          <a:bodyPr tIns="18000" anchor="t">
            <a:noAutofit/>
          </a:bodyPr>
          <a:lstStyle>
            <a:lvl1pPr marL="0" indent="0">
              <a:lnSpc>
                <a:spcPct val="100000"/>
              </a:lnSpc>
              <a:spcBef>
                <a:spcPts val="0"/>
              </a:spcBef>
              <a:spcAft>
                <a:spcPts val="0"/>
              </a:spcAft>
              <a:buFont typeface="Arial" panose="020B0604020202020204" pitchFamily="34" charset="0"/>
              <a:buNone/>
              <a:defRPr sz="2200" b="0" baseline="0">
                <a:solidFill>
                  <a:schemeClr val="accent1"/>
                </a:solidFill>
              </a:defRPr>
            </a:lvl1pPr>
            <a:lvl2pPr marL="0" indent="0">
              <a:lnSpc>
                <a:spcPct val="100000"/>
              </a:lnSpc>
              <a:spcBef>
                <a:spcPts val="0"/>
              </a:spcBef>
              <a:spcAft>
                <a:spcPts val="0"/>
              </a:spcAft>
              <a:buFont typeface="Arial" panose="020B0604020202020204" pitchFamily="34" charset="0"/>
              <a:buNone/>
              <a:defRPr sz="2200" b="0">
                <a:solidFill>
                  <a:schemeClr val="accent1"/>
                </a:solidFill>
              </a:defRPr>
            </a:lvl2pPr>
            <a:lvl3pPr marL="0" indent="0">
              <a:lnSpc>
                <a:spcPct val="100000"/>
              </a:lnSpc>
              <a:spcBef>
                <a:spcPts val="0"/>
              </a:spcBef>
              <a:spcAft>
                <a:spcPts val="0"/>
              </a:spcAft>
              <a:buNone/>
              <a:defRPr sz="2200" b="0">
                <a:solidFill>
                  <a:schemeClr val="accent1"/>
                </a:solidFill>
              </a:defRPr>
            </a:lvl3pPr>
            <a:lvl4pPr marL="0" indent="0">
              <a:lnSpc>
                <a:spcPct val="100000"/>
              </a:lnSpc>
              <a:spcBef>
                <a:spcPts val="0"/>
              </a:spcBef>
              <a:spcAft>
                <a:spcPts val="0"/>
              </a:spcAft>
              <a:buNone/>
              <a:defRPr sz="2200" b="0">
                <a:solidFill>
                  <a:schemeClr val="accent1"/>
                </a:solidFill>
              </a:defRPr>
            </a:lvl4pPr>
            <a:lvl5pPr marL="0" indent="0">
              <a:lnSpc>
                <a:spcPct val="100000"/>
              </a:lnSpc>
              <a:spcBef>
                <a:spcPts val="0"/>
              </a:spcBef>
              <a:spcAft>
                <a:spcPts val="0"/>
              </a:spcAft>
              <a:buNone/>
              <a:defRPr sz="2200" b="0">
                <a:solidFill>
                  <a:schemeClr val="accent1"/>
                </a:solidFill>
              </a:defRPr>
            </a:lvl5pPr>
            <a:lvl6pPr marL="0" indent="0">
              <a:lnSpc>
                <a:spcPct val="100000"/>
              </a:lnSpc>
              <a:spcBef>
                <a:spcPts val="0"/>
              </a:spcBef>
              <a:spcAft>
                <a:spcPts val="0"/>
              </a:spcAft>
              <a:buNone/>
              <a:defRPr sz="2200" b="0">
                <a:solidFill>
                  <a:schemeClr val="accent1"/>
                </a:solidFill>
              </a:defRPr>
            </a:lvl6pPr>
            <a:lvl7pPr marL="0" indent="0">
              <a:lnSpc>
                <a:spcPct val="100000"/>
              </a:lnSpc>
              <a:spcBef>
                <a:spcPts val="0"/>
              </a:spcBef>
              <a:spcAft>
                <a:spcPts val="0"/>
              </a:spcAft>
              <a:buNone/>
              <a:defRPr sz="2200" b="0">
                <a:solidFill>
                  <a:schemeClr val="accent1"/>
                </a:solidFill>
              </a:defRPr>
            </a:lvl7pPr>
            <a:lvl8pPr marL="0" indent="0">
              <a:lnSpc>
                <a:spcPct val="100000"/>
              </a:lnSpc>
              <a:spcBef>
                <a:spcPts val="0"/>
              </a:spcBef>
              <a:spcAft>
                <a:spcPts val="0"/>
              </a:spcAft>
              <a:buNone/>
              <a:defRPr sz="2200" b="0">
                <a:solidFill>
                  <a:schemeClr val="accent1"/>
                </a:solidFill>
              </a:defRPr>
            </a:lvl8pPr>
            <a:lvl9pPr marL="0" indent="0">
              <a:lnSpc>
                <a:spcPct val="100000"/>
              </a:lnSpc>
              <a:spcBef>
                <a:spcPts val="0"/>
              </a:spcBef>
              <a:spcAft>
                <a:spcPts val="0"/>
              </a:spcAft>
              <a:buNone/>
              <a:defRPr sz="2200" b="0">
                <a:solidFill>
                  <a:schemeClr val="accent1"/>
                </a:solidFill>
              </a:defRPr>
            </a:lvl9pPr>
          </a:lstStyle>
          <a:p>
            <a:pPr lvl="0"/>
            <a:r>
              <a:rPr lang="en-US" noProof="0" dirty="0"/>
              <a:t>Click to add action title</a:t>
            </a:r>
          </a:p>
        </p:txBody>
      </p:sp>
      <p:sp>
        <p:nvSpPr>
          <p:cNvPr id="19" name="Title 4"/>
          <p:cNvSpPr>
            <a:spLocks noGrp="1"/>
          </p:cNvSpPr>
          <p:nvPr>
            <p:ph type="title" hasCustomPrompt="1"/>
          </p:nvPr>
        </p:nvSpPr>
        <p:spPr>
          <a:xfrm>
            <a:off x="623888" y="730800"/>
            <a:ext cx="10944225" cy="325952"/>
          </a:xfrm>
        </p:spPr>
        <p:txBody>
          <a:bodyPr/>
          <a:lstStyle/>
          <a:p>
            <a:r>
              <a:rPr lang="en-US" dirty="0"/>
              <a:t>Insert slide title here (max. 2 lines | max. 1 line with Action Title)</a:t>
            </a:r>
          </a:p>
        </p:txBody>
      </p:sp>
      <p:sp>
        <p:nvSpPr>
          <p:cNvPr id="5" name="Tabellenplatzhalter 4">
            <a:extLst>
              <a:ext uri="{FF2B5EF4-FFF2-40B4-BE49-F238E27FC236}">
                <a16:creationId xmlns:a16="http://schemas.microsoft.com/office/drawing/2014/main" id="{8B020146-9E6B-4D2A-B6CA-054DF4842DA0}"/>
              </a:ext>
            </a:extLst>
          </p:cNvPr>
          <p:cNvSpPr>
            <a:spLocks noGrp="1"/>
          </p:cNvSpPr>
          <p:nvPr>
            <p:ph type="tbl" sz="quarter" idx="26" hasCustomPrompt="1"/>
          </p:nvPr>
        </p:nvSpPr>
        <p:spPr>
          <a:xfrm>
            <a:off x="624384" y="3609212"/>
            <a:ext cx="10800704" cy="360000"/>
          </a:xfrm>
        </p:spPr>
        <p:txBody>
          <a:bodyPr anchor="ctr"/>
          <a:lstStyle>
            <a:lvl1pPr algn="ctr">
              <a:defRPr sz="1000"/>
            </a:lvl1pPr>
          </a:lstStyle>
          <a:p>
            <a:r>
              <a:rPr lang="en-US" dirty="0"/>
              <a:t> </a:t>
            </a:r>
          </a:p>
        </p:txBody>
      </p:sp>
      <p:sp>
        <p:nvSpPr>
          <p:cNvPr id="15" name="Bildplatzhalter 14">
            <a:extLst>
              <a:ext uri="{FF2B5EF4-FFF2-40B4-BE49-F238E27FC236}">
                <a16:creationId xmlns:a16="http://schemas.microsoft.com/office/drawing/2014/main" id="{A735765D-45EB-4E51-BB84-8E3343333168}"/>
              </a:ext>
            </a:extLst>
          </p:cNvPr>
          <p:cNvSpPr>
            <a:spLocks noGrp="1"/>
          </p:cNvSpPr>
          <p:nvPr>
            <p:ph type="pic" sz="quarter" idx="27" hasCustomPrompt="1"/>
            <p:custDataLst>
              <p:tags r:id="rId3"/>
            </p:custDataLst>
          </p:nvPr>
        </p:nvSpPr>
        <p:spPr>
          <a:xfrm>
            <a:off x="2495760" y="5085296"/>
            <a:ext cx="1440000" cy="1008000"/>
          </a:xfrm>
          <a:prstGeom prst="roundRect">
            <a:avLst>
              <a:gd name="adj" fmla="val 6300"/>
            </a:avLst>
          </a:prstGeom>
          <a:solidFill>
            <a:schemeClr val="bg1">
              <a:lumMod val="75000"/>
            </a:schemeClr>
          </a:solidFill>
        </p:spPr>
        <p:txBody>
          <a:bodyPr tIns="648000" anchor="ctr"/>
          <a:lstStyle>
            <a:lvl1pPr algn="ctr">
              <a:spcBef>
                <a:spcPts val="0"/>
              </a:spcBef>
              <a:spcAft>
                <a:spcPts val="0"/>
              </a:spcAft>
              <a:defRPr sz="1000">
                <a:solidFill>
                  <a:schemeClr val="tx1"/>
                </a:solidFill>
              </a:defRPr>
            </a:lvl1pPr>
          </a:lstStyle>
          <a:p>
            <a:r>
              <a:rPr lang="en-US" dirty="0"/>
              <a:t>Click icon </a:t>
            </a:r>
            <a:br>
              <a:rPr lang="en-US" dirty="0"/>
            </a:br>
            <a:r>
              <a:rPr lang="en-US" dirty="0"/>
              <a:t>to add picture</a:t>
            </a:r>
          </a:p>
        </p:txBody>
      </p:sp>
      <p:sp>
        <p:nvSpPr>
          <p:cNvPr id="16" name="Bildplatzhalter 14">
            <a:extLst>
              <a:ext uri="{FF2B5EF4-FFF2-40B4-BE49-F238E27FC236}">
                <a16:creationId xmlns:a16="http://schemas.microsoft.com/office/drawing/2014/main" id="{9982E5AE-7DC8-48A8-A00B-1171379D9ACC}"/>
              </a:ext>
            </a:extLst>
          </p:cNvPr>
          <p:cNvSpPr>
            <a:spLocks noGrp="1"/>
          </p:cNvSpPr>
          <p:nvPr>
            <p:ph type="pic" sz="quarter" idx="28" hasCustomPrompt="1"/>
            <p:custDataLst>
              <p:tags r:id="rId4"/>
            </p:custDataLst>
          </p:nvPr>
        </p:nvSpPr>
        <p:spPr>
          <a:xfrm>
            <a:off x="4295800" y="5085296"/>
            <a:ext cx="1440000" cy="1008000"/>
          </a:xfrm>
          <a:prstGeom prst="roundRect">
            <a:avLst>
              <a:gd name="adj" fmla="val 6300"/>
            </a:avLst>
          </a:prstGeom>
          <a:solidFill>
            <a:schemeClr val="bg1">
              <a:lumMod val="75000"/>
            </a:schemeClr>
          </a:solidFill>
        </p:spPr>
        <p:txBody>
          <a:bodyPr tIns="648000" anchor="ctr"/>
          <a:lstStyle>
            <a:lvl1pPr algn="ctr">
              <a:spcBef>
                <a:spcPts val="0"/>
              </a:spcBef>
              <a:spcAft>
                <a:spcPts val="0"/>
              </a:spcAft>
              <a:defRPr sz="1000">
                <a:solidFill>
                  <a:schemeClr val="tx1"/>
                </a:solidFill>
              </a:defRPr>
            </a:lvl1pPr>
          </a:lstStyle>
          <a:p>
            <a:r>
              <a:rPr lang="en-US" dirty="0"/>
              <a:t>Click icon </a:t>
            </a:r>
            <a:br>
              <a:rPr lang="en-US" dirty="0"/>
            </a:br>
            <a:r>
              <a:rPr lang="en-US" dirty="0"/>
              <a:t>to add picture</a:t>
            </a:r>
          </a:p>
        </p:txBody>
      </p:sp>
      <p:sp>
        <p:nvSpPr>
          <p:cNvPr id="17" name="Bildplatzhalter 14">
            <a:extLst>
              <a:ext uri="{FF2B5EF4-FFF2-40B4-BE49-F238E27FC236}">
                <a16:creationId xmlns:a16="http://schemas.microsoft.com/office/drawing/2014/main" id="{94D7015A-F4D1-4590-AD94-AB30CB3A25D2}"/>
              </a:ext>
            </a:extLst>
          </p:cNvPr>
          <p:cNvSpPr>
            <a:spLocks noGrp="1"/>
          </p:cNvSpPr>
          <p:nvPr>
            <p:ph type="pic" sz="quarter" idx="29" hasCustomPrompt="1"/>
            <p:custDataLst>
              <p:tags r:id="rId5"/>
            </p:custDataLst>
          </p:nvPr>
        </p:nvSpPr>
        <p:spPr>
          <a:xfrm>
            <a:off x="6096152" y="5085296"/>
            <a:ext cx="1440000" cy="1008000"/>
          </a:xfrm>
          <a:prstGeom prst="roundRect">
            <a:avLst>
              <a:gd name="adj" fmla="val 6300"/>
            </a:avLst>
          </a:prstGeom>
          <a:solidFill>
            <a:schemeClr val="bg1">
              <a:lumMod val="75000"/>
            </a:schemeClr>
          </a:solidFill>
        </p:spPr>
        <p:txBody>
          <a:bodyPr tIns="648000" anchor="ctr"/>
          <a:lstStyle>
            <a:lvl1pPr algn="ctr">
              <a:spcBef>
                <a:spcPts val="0"/>
              </a:spcBef>
              <a:spcAft>
                <a:spcPts val="0"/>
              </a:spcAft>
              <a:defRPr sz="1000">
                <a:solidFill>
                  <a:schemeClr val="tx1"/>
                </a:solidFill>
              </a:defRPr>
            </a:lvl1pPr>
          </a:lstStyle>
          <a:p>
            <a:r>
              <a:rPr lang="en-US" dirty="0"/>
              <a:t>Click icon </a:t>
            </a:r>
            <a:br>
              <a:rPr lang="en-US" dirty="0"/>
            </a:br>
            <a:r>
              <a:rPr lang="en-US" dirty="0"/>
              <a:t>to add picture</a:t>
            </a:r>
          </a:p>
        </p:txBody>
      </p:sp>
      <p:sp>
        <p:nvSpPr>
          <p:cNvPr id="20" name="Bildplatzhalter 14">
            <a:extLst>
              <a:ext uri="{FF2B5EF4-FFF2-40B4-BE49-F238E27FC236}">
                <a16:creationId xmlns:a16="http://schemas.microsoft.com/office/drawing/2014/main" id="{90FC251F-C985-45F0-A45F-0E2356DEB31A}"/>
              </a:ext>
            </a:extLst>
          </p:cNvPr>
          <p:cNvSpPr>
            <a:spLocks noGrp="1"/>
          </p:cNvSpPr>
          <p:nvPr>
            <p:ph type="pic" sz="quarter" idx="30" hasCustomPrompt="1"/>
            <p:custDataLst>
              <p:tags r:id="rId6"/>
            </p:custDataLst>
          </p:nvPr>
        </p:nvSpPr>
        <p:spPr>
          <a:xfrm>
            <a:off x="7896200" y="5085296"/>
            <a:ext cx="1440000" cy="1008000"/>
          </a:xfrm>
          <a:prstGeom prst="roundRect">
            <a:avLst>
              <a:gd name="adj" fmla="val 6300"/>
            </a:avLst>
          </a:prstGeom>
          <a:solidFill>
            <a:schemeClr val="bg1">
              <a:lumMod val="75000"/>
            </a:schemeClr>
          </a:solidFill>
        </p:spPr>
        <p:txBody>
          <a:bodyPr tIns="648000" anchor="ctr"/>
          <a:lstStyle>
            <a:lvl1pPr algn="ctr">
              <a:spcBef>
                <a:spcPts val="0"/>
              </a:spcBef>
              <a:spcAft>
                <a:spcPts val="0"/>
              </a:spcAft>
              <a:defRPr sz="1000">
                <a:solidFill>
                  <a:schemeClr val="tx1"/>
                </a:solidFill>
              </a:defRPr>
            </a:lvl1pPr>
          </a:lstStyle>
          <a:p>
            <a:r>
              <a:rPr lang="en-US" dirty="0"/>
              <a:t>Click icon </a:t>
            </a:r>
            <a:br>
              <a:rPr lang="en-US" dirty="0"/>
            </a:br>
            <a:r>
              <a:rPr lang="en-US" dirty="0"/>
              <a:t>to add picture</a:t>
            </a:r>
          </a:p>
        </p:txBody>
      </p:sp>
      <p:sp>
        <p:nvSpPr>
          <p:cNvPr id="21" name="Bildplatzhalter 14">
            <a:extLst>
              <a:ext uri="{FF2B5EF4-FFF2-40B4-BE49-F238E27FC236}">
                <a16:creationId xmlns:a16="http://schemas.microsoft.com/office/drawing/2014/main" id="{AF692A30-05CB-4F94-89B2-FC1824509948}"/>
              </a:ext>
            </a:extLst>
          </p:cNvPr>
          <p:cNvSpPr>
            <a:spLocks noGrp="1"/>
          </p:cNvSpPr>
          <p:nvPr>
            <p:ph type="pic" sz="quarter" idx="31" hasCustomPrompt="1"/>
            <p:custDataLst>
              <p:tags r:id="rId7"/>
            </p:custDataLst>
          </p:nvPr>
        </p:nvSpPr>
        <p:spPr>
          <a:xfrm>
            <a:off x="9696400" y="5085296"/>
            <a:ext cx="1440000" cy="1008000"/>
          </a:xfrm>
          <a:prstGeom prst="roundRect">
            <a:avLst>
              <a:gd name="adj" fmla="val 6300"/>
            </a:avLst>
          </a:prstGeom>
          <a:solidFill>
            <a:schemeClr val="bg1">
              <a:lumMod val="75000"/>
            </a:schemeClr>
          </a:solidFill>
        </p:spPr>
        <p:txBody>
          <a:bodyPr tIns="648000" anchor="ctr"/>
          <a:lstStyle>
            <a:lvl1pPr algn="ctr">
              <a:spcBef>
                <a:spcPts val="0"/>
              </a:spcBef>
              <a:spcAft>
                <a:spcPts val="0"/>
              </a:spcAft>
              <a:defRPr sz="1000">
                <a:solidFill>
                  <a:schemeClr val="tx1"/>
                </a:solidFill>
              </a:defRPr>
            </a:lvl1pPr>
          </a:lstStyle>
          <a:p>
            <a:r>
              <a:rPr lang="en-US" dirty="0"/>
              <a:t>Click icon </a:t>
            </a:r>
            <a:br>
              <a:rPr lang="en-US" dirty="0"/>
            </a:br>
            <a:r>
              <a:rPr lang="en-US" dirty="0"/>
              <a:t>to add picture</a:t>
            </a:r>
          </a:p>
        </p:txBody>
      </p:sp>
      <p:sp>
        <p:nvSpPr>
          <p:cNvPr id="22" name="Bildplatzhalter 14">
            <a:extLst>
              <a:ext uri="{FF2B5EF4-FFF2-40B4-BE49-F238E27FC236}">
                <a16:creationId xmlns:a16="http://schemas.microsoft.com/office/drawing/2014/main" id="{E0B4255F-F472-44D0-BDDB-1BCFC16D93AA}"/>
              </a:ext>
            </a:extLst>
          </p:cNvPr>
          <p:cNvSpPr>
            <a:spLocks noGrp="1"/>
          </p:cNvSpPr>
          <p:nvPr>
            <p:ph type="pic" sz="quarter" idx="32" hasCustomPrompt="1"/>
            <p:custDataLst>
              <p:tags r:id="rId8"/>
            </p:custDataLst>
          </p:nvPr>
        </p:nvSpPr>
        <p:spPr>
          <a:xfrm>
            <a:off x="911424" y="1484313"/>
            <a:ext cx="1440000" cy="1008000"/>
          </a:xfrm>
          <a:prstGeom prst="roundRect">
            <a:avLst>
              <a:gd name="adj" fmla="val 6300"/>
            </a:avLst>
          </a:prstGeom>
          <a:solidFill>
            <a:schemeClr val="bg1">
              <a:lumMod val="75000"/>
            </a:schemeClr>
          </a:solidFill>
        </p:spPr>
        <p:txBody>
          <a:bodyPr tIns="648000" anchor="ctr"/>
          <a:lstStyle>
            <a:lvl1pPr algn="ctr">
              <a:spcBef>
                <a:spcPts val="0"/>
              </a:spcBef>
              <a:spcAft>
                <a:spcPts val="0"/>
              </a:spcAft>
              <a:defRPr sz="1000">
                <a:solidFill>
                  <a:schemeClr val="tx1"/>
                </a:solidFill>
              </a:defRPr>
            </a:lvl1pPr>
          </a:lstStyle>
          <a:p>
            <a:r>
              <a:rPr lang="en-US" dirty="0"/>
              <a:t>Click icon </a:t>
            </a:r>
            <a:br>
              <a:rPr lang="en-US" dirty="0"/>
            </a:br>
            <a:r>
              <a:rPr lang="en-US" dirty="0"/>
              <a:t>to add picture</a:t>
            </a:r>
          </a:p>
        </p:txBody>
      </p:sp>
      <p:sp>
        <p:nvSpPr>
          <p:cNvPr id="23" name="Bildplatzhalter 14">
            <a:extLst>
              <a:ext uri="{FF2B5EF4-FFF2-40B4-BE49-F238E27FC236}">
                <a16:creationId xmlns:a16="http://schemas.microsoft.com/office/drawing/2014/main" id="{9FB107B4-D796-48C8-92AC-5030FA677726}"/>
              </a:ext>
            </a:extLst>
          </p:cNvPr>
          <p:cNvSpPr>
            <a:spLocks noGrp="1"/>
          </p:cNvSpPr>
          <p:nvPr>
            <p:ph type="pic" sz="quarter" idx="33" hasCustomPrompt="1"/>
            <p:custDataLst>
              <p:tags r:id="rId9"/>
            </p:custDataLst>
          </p:nvPr>
        </p:nvSpPr>
        <p:spPr>
          <a:xfrm>
            <a:off x="2711624" y="1484313"/>
            <a:ext cx="1440000" cy="1008000"/>
          </a:xfrm>
          <a:prstGeom prst="roundRect">
            <a:avLst>
              <a:gd name="adj" fmla="val 6300"/>
            </a:avLst>
          </a:prstGeom>
          <a:solidFill>
            <a:schemeClr val="bg1">
              <a:lumMod val="75000"/>
            </a:schemeClr>
          </a:solidFill>
        </p:spPr>
        <p:txBody>
          <a:bodyPr tIns="648000" anchor="ctr"/>
          <a:lstStyle>
            <a:lvl1pPr algn="ctr">
              <a:spcBef>
                <a:spcPts val="0"/>
              </a:spcBef>
              <a:spcAft>
                <a:spcPts val="0"/>
              </a:spcAft>
              <a:defRPr sz="1000">
                <a:solidFill>
                  <a:schemeClr val="tx1"/>
                </a:solidFill>
              </a:defRPr>
            </a:lvl1pPr>
          </a:lstStyle>
          <a:p>
            <a:r>
              <a:rPr lang="en-US" dirty="0"/>
              <a:t>Click icon </a:t>
            </a:r>
            <a:br>
              <a:rPr lang="en-US" dirty="0"/>
            </a:br>
            <a:r>
              <a:rPr lang="en-US" dirty="0"/>
              <a:t>to add picture</a:t>
            </a:r>
          </a:p>
        </p:txBody>
      </p:sp>
      <p:sp>
        <p:nvSpPr>
          <p:cNvPr id="24" name="Bildplatzhalter 14">
            <a:extLst>
              <a:ext uri="{FF2B5EF4-FFF2-40B4-BE49-F238E27FC236}">
                <a16:creationId xmlns:a16="http://schemas.microsoft.com/office/drawing/2014/main" id="{D09D08E2-E6D1-4971-AE93-F7EEED7D8C8E}"/>
              </a:ext>
            </a:extLst>
          </p:cNvPr>
          <p:cNvSpPr>
            <a:spLocks noGrp="1"/>
          </p:cNvSpPr>
          <p:nvPr>
            <p:ph type="pic" sz="quarter" idx="34" hasCustomPrompt="1"/>
            <p:custDataLst>
              <p:tags r:id="rId10"/>
            </p:custDataLst>
          </p:nvPr>
        </p:nvSpPr>
        <p:spPr>
          <a:xfrm>
            <a:off x="4511824" y="1484313"/>
            <a:ext cx="1440000" cy="1008000"/>
          </a:xfrm>
          <a:prstGeom prst="roundRect">
            <a:avLst>
              <a:gd name="adj" fmla="val 6300"/>
            </a:avLst>
          </a:prstGeom>
          <a:solidFill>
            <a:schemeClr val="bg1">
              <a:lumMod val="75000"/>
            </a:schemeClr>
          </a:solidFill>
        </p:spPr>
        <p:txBody>
          <a:bodyPr tIns="648000" anchor="ctr"/>
          <a:lstStyle>
            <a:lvl1pPr algn="ctr">
              <a:spcBef>
                <a:spcPts val="0"/>
              </a:spcBef>
              <a:spcAft>
                <a:spcPts val="0"/>
              </a:spcAft>
              <a:defRPr sz="1000">
                <a:solidFill>
                  <a:schemeClr val="tx1"/>
                </a:solidFill>
              </a:defRPr>
            </a:lvl1pPr>
          </a:lstStyle>
          <a:p>
            <a:r>
              <a:rPr lang="en-US" dirty="0"/>
              <a:t>Click icon </a:t>
            </a:r>
            <a:br>
              <a:rPr lang="en-US" dirty="0"/>
            </a:br>
            <a:r>
              <a:rPr lang="en-US" dirty="0"/>
              <a:t>to add picture</a:t>
            </a:r>
          </a:p>
        </p:txBody>
      </p:sp>
      <p:sp>
        <p:nvSpPr>
          <p:cNvPr id="25" name="Bildplatzhalter 14">
            <a:extLst>
              <a:ext uri="{FF2B5EF4-FFF2-40B4-BE49-F238E27FC236}">
                <a16:creationId xmlns:a16="http://schemas.microsoft.com/office/drawing/2014/main" id="{5387F617-6AD1-40EF-AA8F-F3C4CB7263EE}"/>
              </a:ext>
            </a:extLst>
          </p:cNvPr>
          <p:cNvSpPr>
            <a:spLocks noGrp="1"/>
          </p:cNvSpPr>
          <p:nvPr>
            <p:ph type="pic" sz="quarter" idx="35" hasCustomPrompt="1"/>
            <p:custDataLst>
              <p:tags r:id="rId11"/>
            </p:custDataLst>
          </p:nvPr>
        </p:nvSpPr>
        <p:spPr>
          <a:xfrm>
            <a:off x="6312024" y="1484313"/>
            <a:ext cx="1440000" cy="1008000"/>
          </a:xfrm>
          <a:prstGeom prst="roundRect">
            <a:avLst>
              <a:gd name="adj" fmla="val 6300"/>
            </a:avLst>
          </a:prstGeom>
          <a:solidFill>
            <a:schemeClr val="bg1">
              <a:lumMod val="75000"/>
            </a:schemeClr>
          </a:solidFill>
        </p:spPr>
        <p:txBody>
          <a:bodyPr tIns="648000" anchor="ctr"/>
          <a:lstStyle>
            <a:lvl1pPr algn="ctr">
              <a:spcBef>
                <a:spcPts val="0"/>
              </a:spcBef>
              <a:spcAft>
                <a:spcPts val="0"/>
              </a:spcAft>
              <a:defRPr sz="1000">
                <a:solidFill>
                  <a:schemeClr val="tx1"/>
                </a:solidFill>
              </a:defRPr>
            </a:lvl1pPr>
          </a:lstStyle>
          <a:p>
            <a:r>
              <a:rPr lang="en-US" dirty="0"/>
              <a:t>Click icon </a:t>
            </a:r>
            <a:br>
              <a:rPr lang="en-US" dirty="0"/>
            </a:br>
            <a:r>
              <a:rPr lang="en-US" dirty="0"/>
              <a:t>to add picture</a:t>
            </a:r>
          </a:p>
        </p:txBody>
      </p:sp>
      <p:sp>
        <p:nvSpPr>
          <p:cNvPr id="26" name="Bildplatzhalter 14">
            <a:extLst>
              <a:ext uri="{FF2B5EF4-FFF2-40B4-BE49-F238E27FC236}">
                <a16:creationId xmlns:a16="http://schemas.microsoft.com/office/drawing/2014/main" id="{3D00B36B-8FE1-486B-BFB5-250EE0D36744}"/>
              </a:ext>
            </a:extLst>
          </p:cNvPr>
          <p:cNvSpPr>
            <a:spLocks noGrp="1"/>
          </p:cNvSpPr>
          <p:nvPr>
            <p:ph type="pic" sz="quarter" idx="36" hasCustomPrompt="1"/>
            <p:custDataLst>
              <p:tags r:id="rId12"/>
            </p:custDataLst>
          </p:nvPr>
        </p:nvSpPr>
        <p:spPr>
          <a:xfrm>
            <a:off x="8112072" y="1484313"/>
            <a:ext cx="1440000" cy="1008000"/>
          </a:xfrm>
          <a:prstGeom prst="roundRect">
            <a:avLst>
              <a:gd name="adj" fmla="val 6300"/>
            </a:avLst>
          </a:prstGeom>
          <a:solidFill>
            <a:schemeClr val="bg1">
              <a:lumMod val="75000"/>
            </a:schemeClr>
          </a:solidFill>
        </p:spPr>
        <p:txBody>
          <a:bodyPr tIns="648000" anchor="ctr"/>
          <a:lstStyle>
            <a:lvl1pPr algn="ctr">
              <a:spcBef>
                <a:spcPts val="0"/>
              </a:spcBef>
              <a:spcAft>
                <a:spcPts val="0"/>
              </a:spcAft>
              <a:defRPr sz="1000">
                <a:solidFill>
                  <a:schemeClr val="tx1"/>
                </a:solidFill>
              </a:defRPr>
            </a:lvl1pPr>
          </a:lstStyle>
          <a:p>
            <a:r>
              <a:rPr lang="en-US" dirty="0"/>
              <a:t>Click icon </a:t>
            </a:r>
            <a:br>
              <a:rPr lang="en-US" dirty="0"/>
            </a:br>
            <a:r>
              <a:rPr lang="en-US" dirty="0"/>
              <a:t>to add picture</a:t>
            </a:r>
          </a:p>
        </p:txBody>
      </p:sp>
      <p:sp>
        <p:nvSpPr>
          <p:cNvPr id="27" name="Bildplatzhalter 14">
            <a:extLst>
              <a:ext uri="{FF2B5EF4-FFF2-40B4-BE49-F238E27FC236}">
                <a16:creationId xmlns:a16="http://schemas.microsoft.com/office/drawing/2014/main" id="{4E7B6E83-DA89-410D-BB73-3441F5941B72}"/>
              </a:ext>
            </a:extLst>
          </p:cNvPr>
          <p:cNvSpPr>
            <a:spLocks noGrp="1"/>
          </p:cNvSpPr>
          <p:nvPr>
            <p:ph type="pic" sz="quarter" idx="37" hasCustomPrompt="1"/>
            <p:custDataLst>
              <p:tags r:id="rId13"/>
            </p:custDataLst>
          </p:nvPr>
        </p:nvSpPr>
        <p:spPr>
          <a:xfrm>
            <a:off x="9912424" y="1484313"/>
            <a:ext cx="1440000" cy="1008000"/>
          </a:xfrm>
          <a:prstGeom prst="roundRect">
            <a:avLst>
              <a:gd name="adj" fmla="val 6300"/>
            </a:avLst>
          </a:prstGeom>
          <a:solidFill>
            <a:schemeClr val="bg1">
              <a:lumMod val="75000"/>
            </a:schemeClr>
          </a:solidFill>
        </p:spPr>
        <p:txBody>
          <a:bodyPr tIns="648000" anchor="ctr"/>
          <a:lstStyle>
            <a:lvl1pPr algn="ctr">
              <a:spcBef>
                <a:spcPts val="0"/>
              </a:spcBef>
              <a:spcAft>
                <a:spcPts val="0"/>
              </a:spcAft>
              <a:defRPr sz="1000">
                <a:solidFill>
                  <a:schemeClr val="tx1"/>
                </a:solidFill>
              </a:defRPr>
            </a:lvl1pPr>
          </a:lstStyle>
          <a:p>
            <a:r>
              <a:rPr lang="en-US" dirty="0"/>
              <a:t>Click icon </a:t>
            </a:r>
            <a:br>
              <a:rPr lang="en-US" dirty="0"/>
            </a:br>
            <a:r>
              <a:rPr lang="en-US" dirty="0"/>
              <a:t>to add picture</a:t>
            </a:r>
          </a:p>
        </p:txBody>
      </p:sp>
      <p:sp>
        <p:nvSpPr>
          <p:cNvPr id="30" name="Textplatzhalter 28">
            <a:extLst>
              <a:ext uri="{FF2B5EF4-FFF2-40B4-BE49-F238E27FC236}">
                <a16:creationId xmlns:a16="http://schemas.microsoft.com/office/drawing/2014/main" id="{57B7ECD7-C1D3-4238-AE8F-4A9441C72EAD}"/>
              </a:ext>
            </a:extLst>
          </p:cNvPr>
          <p:cNvSpPr>
            <a:spLocks noGrp="1"/>
          </p:cNvSpPr>
          <p:nvPr>
            <p:ph type="body" sz="quarter" idx="18" hasCustomPrompt="1"/>
          </p:nvPr>
        </p:nvSpPr>
        <p:spPr>
          <a:xfrm>
            <a:off x="983432" y="2564904"/>
            <a:ext cx="1368000" cy="1008000"/>
          </a:xfrm>
        </p:spPr>
        <p:txBody>
          <a:bodyPr tIns="72000" bIns="72000"/>
          <a:lstStyle>
            <a:lvl1pPr>
              <a:spcBef>
                <a:spcPts val="300"/>
              </a:spcBef>
              <a:defRPr sz="1200"/>
            </a:lvl1pPr>
            <a:lvl2pPr>
              <a:spcBef>
                <a:spcPts val="30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p:txBody>
      </p:sp>
      <p:sp>
        <p:nvSpPr>
          <p:cNvPr id="34" name="Textplatzhalter 28">
            <a:extLst>
              <a:ext uri="{FF2B5EF4-FFF2-40B4-BE49-F238E27FC236}">
                <a16:creationId xmlns:a16="http://schemas.microsoft.com/office/drawing/2014/main" id="{4BF06C6A-CBAB-40AC-AA00-3557666CF7E0}"/>
              </a:ext>
            </a:extLst>
          </p:cNvPr>
          <p:cNvSpPr>
            <a:spLocks noGrp="1"/>
          </p:cNvSpPr>
          <p:nvPr>
            <p:ph type="body" sz="quarter" idx="38" hasCustomPrompt="1"/>
          </p:nvPr>
        </p:nvSpPr>
        <p:spPr>
          <a:xfrm>
            <a:off x="695400" y="4005064"/>
            <a:ext cx="1368000" cy="1008112"/>
          </a:xfrm>
        </p:spPr>
        <p:txBody>
          <a:bodyPr tIns="72000" bIns="72000" anchor="b"/>
          <a:lstStyle>
            <a:lvl1pPr>
              <a:spcBef>
                <a:spcPts val="300"/>
              </a:spcBef>
              <a:defRPr sz="1200"/>
            </a:lvl1pPr>
            <a:lvl2pPr>
              <a:spcBef>
                <a:spcPts val="30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p:txBody>
      </p:sp>
      <p:sp>
        <p:nvSpPr>
          <p:cNvPr id="37" name="Textplatzhalter 28">
            <a:extLst>
              <a:ext uri="{FF2B5EF4-FFF2-40B4-BE49-F238E27FC236}">
                <a16:creationId xmlns:a16="http://schemas.microsoft.com/office/drawing/2014/main" id="{40C5ADE6-C775-406F-BBE9-73AA8CAA81EC}"/>
              </a:ext>
            </a:extLst>
          </p:cNvPr>
          <p:cNvSpPr>
            <a:spLocks noGrp="1"/>
          </p:cNvSpPr>
          <p:nvPr>
            <p:ph type="body" sz="quarter" idx="39" hasCustomPrompt="1"/>
          </p:nvPr>
        </p:nvSpPr>
        <p:spPr>
          <a:xfrm>
            <a:off x="2783624" y="2564904"/>
            <a:ext cx="1368000" cy="1008000"/>
          </a:xfrm>
        </p:spPr>
        <p:txBody>
          <a:bodyPr tIns="72000" bIns="72000"/>
          <a:lstStyle>
            <a:lvl1pPr>
              <a:spcBef>
                <a:spcPts val="300"/>
              </a:spcBef>
              <a:defRPr sz="1200"/>
            </a:lvl1pPr>
            <a:lvl2pPr>
              <a:spcBef>
                <a:spcPts val="30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p:txBody>
      </p:sp>
      <p:sp>
        <p:nvSpPr>
          <p:cNvPr id="38" name="Textplatzhalter 28">
            <a:extLst>
              <a:ext uri="{FF2B5EF4-FFF2-40B4-BE49-F238E27FC236}">
                <a16:creationId xmlns:a16="http://schemas.microsoft.com/office/drawing/2014/main" id="{8A8C9C68-F3A1-44EB-BF5F-FB8C7C876D03}"/>
              </a:ext>
            </a:extLst>
          </p:cNvPr>
          <p:cNvSpPr>
            <a:spLocks noGrp="1"/>
          </p:cNvSpPr>
          <p:nvPr>
            <p:ph type="body" sz="quarter" idx="40" hasCustomPrompt="1"/>
          </p:nvPr>
        </p:nvSpPr>
        <p:spPr>
          <a:xfrm>
            <a:off x="2495600" y="4005064"/>
            <a:ext cx="1368000" cy="1008112"/>
          </a:xfrm>
        </p:spPr>
        <p:txBody>
          <a:bodyPr tIns="72000" bIns="72000" anchor="b"/>
          <a:lstStyle>
            <a:lvl1pPr>
              <a:spcBef>
                <a:spcPts val="300"/>
              </a:spcBef>
              <a:defRPr sz="1200"/>
            </a:lvl1pPr>
            <a:lvl2pPr>
              <a:spcBef>
                <a:spcPts val="30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p:txBody>
      </p:sp>
      <p:sp>
        <p:nvSpPr>
          <p:cNvPr id="39" name="Textplatzhalter 28">
            <a:extLst>
              <a:ext uri="{FF2B5EF4-FFF2-40B4-BE49-F238E27FC236}">
                <a16:creationId xmlns:a16="http://schemas.microsoft.com/office/drawing/2014/main" id="{7E2574F9-CE50-40A9-8D1D-24A683665EB2}"/>
              </a:ext>
            </a:extLst>
          </p:cNvPr>
          <p:cNvSpPr>
            <a:spLocks noGrp="1"/>
          </p:cNvSpPr>
          <p:nvPr>
            <p:ph type="body" sz="quarter" idx="41" hasCustomPrompt="1"/>
          </p:nvPr>
        </p:nvSpPr>
        <p:spPr>
          <a:xfrm>
            <a:off x="4583984" y="2564904"/>
            <a:ext cx="1368000" cy="1008000"/>
          </a:xfrm>
        </p:spPr>
        <p:txBody>
          <a:bodyPr tIns="72000" bIns="72000"/>
          <a:lstStyle>
            <a:lvl1pPr>
              <a:spcBef>
                <a:spcPts val="300"/>
              </a:spcBef>
              <a:defRPr sz="1200"/>
            </a:lvl1pPr>
            <a:lvl2pPr>
              <a:spcBef>
                <a:spcPts val="30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p:txBody>
      </p:sp>
      <p:sp>
        <p:nvSpPr>
          <p:cNvPr id="40" name="Textplatzhalter 28">
            <a:extLst>
              <a:ext uri="{FF2B5EF4-FFF2-40B4-BE49-F238E27FC236}">
                <a16:creationId xmlns:a16="http://schemas.microsoft.com/office/drawing/2014/main" id="{03F2A81A-AAAD-45CD-ADD4-1E6E71267B62}"/>
              </a:ext>
            </a:extLst>
          </p:cNvPr>
          <p:cNvSpPr>
            <a:spLocks noGrp="1"/>
          </p:cNvSpPr>
          <p:nvPr>
            <p:ph type="body" sz="quarter" idx="42" hasCustomPrompt="1"/>
          </p:nvPr>
        </p:nvSpPr>
        <p:spPr>
          <a:xfrm>
            <a:off x="4295800" y="4005064"/>
            <a:ext cx="1368000" cy="1008112"/>
          </a:xfrm>
        </p:spPr>
        <p:txBody>
          <a:bodyPr tIns="72000" bIns="72000" anchor="b"/>
          <a:lstStyle>
            <a:lvl1pPr>
              <a:spcBef>
                <a:spcPts val="300"/>
              </a:spcBef>
              <a:defRPr sz="1200"/>
            </a:lvl1pPr>
            <a:lvl2pPr>
              <a:spcBef>
                <a:spcPts val="30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p:txBody>
      </p:sp>
      <p:sp>
        <p:nvSpPr>
          <p:cNvPr id="41" name="Textplatzhalter 28">
            <a:extLst>
              <a:ext uri="{FF2B5EF4-FFF2-40B4-BE49-F238E27FC236}">
                <a16:creationId xmlns:a16="http://schemas.microsoft.com/office/drawing/2014/main" id="{581942D0-7580-4CDB-A780-59E2B4E6CF30}"/>
              </a:ext>
            </a:extLst>
          </p:cNvPr>
          <p:cNvSpPr>
            <a:spLocks noGrp="1"/>
          </p:cNvSpPr>
          <p:nvPr>
            <p:ph type="body" sz="quarter" idx="43" hasCustomPrompt="1"/>
          </p:nvPr>
        </p:nvSpPr>
        <p:spPr>
          <a:xfrm>
            <a:off x="6384184" y="2564904"/>
            <a:ext cx="1368000" cy="1008000"/>
          </a:xfrm>
        </p:spPr>
        <p:txBody>
          <a:bodyPr tIns="72000" bIns="72000"/>
          <a:lstStyle>
            <a:lvl1pPr>
              <a:spcBef>
                <a:spcPts val="300"/>
              </a:spcBef>
              <a:defRPr sz="1200"/>
            </a:lvl1pPr>
            <a:lvl2pPr>
              <a:spcBef>
                <a:spcPts val="30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p:txBody>
      </p:sp>
      <p:sp>
        <p:nvSpPr>
          <p:cNvPr id="42" name="Textplatzhalter 28">
            <a:extLst>
              <a:ext uri="{FF2B5EF4-FFF2-40B4-BE49-F238E27FC236}">
                <a16:creationId xmlns:a16="http://schemas.microsoft.com/office/drawing/2014/main" id="{7595BE8B-020B-45B8-81C1-D9BAC714E3F3}"/>
              </a:ext>
            </a:extLst>
          </p:cNvPr>
          <p:cNvSpPr>
            <a:spLocks noGrp="1"/>
          </p:cNvSpPr>
          <p:nvPr>
            <p:ph type="body" sz="quarter" idx="44" hasCustomPrompt="1"/>
          </p:nvPr>
        </p:nvSpPr>
        <p:spPr>
          <a:xfrm>
            <a:off x="6096152" y="4005064"/>
            <a:ext cx="1368000" cy="1008112"/>
          </a:xfrm>
        </p:spPr>
        <p:txBody>
          <a:bodyPr tIns="72000" bIns="72000" anchor="b"/>
          <a:lstStyle>
            <a:lvl1pPr>
              <a:spcBef>
                <a:spcPts val="300"/>
              </a:spcBef>
              <a:defRPr sz="1200"/>
            </a:lvl1pPr>
            <a:lvl2pPr>
              <a:spcBef>
                <a:spcPts val="30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p:txBody>
      </p:sp>
      <p:sp>
        <p:nvSpPr>
          <p:cNvPr id="43" name="Textplatzhalter 28">
            <a:extLst>
              <a:ext uri="{FF2B5EF4-FFF2-40B4-BE49-F238E27FC236}">
                <a16:creationId xmlns:a16="http://schemas.microsoft.com/office/drawing/2014/main" id="{DD1D190B-B0A7-49EB-921A-E7E48AC0DDF4}"/>
              </a:ext>
            </a:extLst>
          </p:cNvPr>
          <p:cNvSpPr>
            <a:spLocks noGrp="1"/>
          </p:cNvSpPr>
          <p:nvPr>
            <p:ph type="body" sz="quarter" idx="45" hasCustomPrompt="1"/>
          </p:nvPr>
        </p:nvSpPr>
        <p:spPr>
          <a:xfrm>
            <a:off x="8184232" y="2564904"/>
            <a:ext cx="1368000" cy="1008000"/>
          </a:xfrm>
        </p:spPr>
        <p:txBody>
          <a:bodyPr tIns="72000" bIns="72000"/>
          <a:lstStyle>
            <a:lvl1pPr>
              <a:spcBef>
                <a:spcPts val="300"/>
              </a:spcBef>
              <a:defRPr sz="1200"/>
            </a:lvl1pPr>
            <a:lvl2pPr>
              <a:spcBef>
                <a:spcPts val="30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p:txBody>
      </p:sp>
      <p:sp>
        <p:nvSpPr>
          <p:cNvPr id="44" name="Textplatzhalter 28">
            <a:extLst>
              <a:ext uri="{FF2B5EF4-FFF2-40B4-BE49-F238E27FC236}">
                <a16:creationId xmlns:a16="http://schemas.microsoft.com/office/drawing/2014/main" id="{9FA2156E-019E-44A9-A85F-95EE551D8C12}"/>
              </a:ext>
            </a:extLst>
          </p:cNvPr>
          <p:cNvSpPr>
            <a:spLocks noGrp="1"/>
          </p:cNvSpPr>
          <p:nvPr>
            <p:ph type="body" sz="quarter" idx="46" hasCustomPrompt="1"/>
          </p:nvPr>
        </p:nvSpPr>
        <p:spPr>
          <a:xfrm>
            <a:off x="7896200" y="4005064"/>
            <a:ext cx="1368000" cy="1008112"/>
          </a:xfrm>
        </p:spPr>
        <p:txBody>
          <a:bodyPr tIns="72000" bIns="72000" anchor="b"/>
          <a:lstStyle>
            <a:lvl1pPr>
              <a:spcBef>
                <a:spcPts val="300"/>
              </a:spcBef>
              <a:defRPr sz="1200"/>
            </a:lvl1pPr>
            <a:lvl2pPr>
              <a:spcBef>
                <a:spcPts val="30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p:txBody>
      </p:sp>
      <p:sp>
        <p:nvSpPr>
          <p:cNvPr id="45" name="Textplatzhalter 28">
            <a:extLst>
              <a:ext uri="{FF2B5EF4-FFF2-40B4-BE49-F238E27FC236}">
                <a16:creationId xmlns:a16="http://schemas.microsoft.com/office/drawing/2014/main" id="{E28D8BBC-D0B4-472D-8908-846197A67E34}"/>
              </a:ext>
            </a:extLst>
          </p:cNvPr>
          <p:cNvSpPr>
            <a:spLocks noGrp="1"/>
          </p:cNvSpPr>
          <p:nvPr>
            <p:ph type="body" sz="quarter" idx="47" hasCustomPrompt="1"/>
          </p:nvPr>
        </p:nvSpPr>
        <p:spPr>
          <a:xfrm>
            <a:off x="9984584" y="2564904"/>
            <a:ext cx="1368000" cy="1008000"/>
          </a:xfrm>
        </p:spPr>
        <p:txBody>
          <a:bodyPr tIns="72000" bIns="72000"/>
          <a:lstStyle>
            <a:lvl1pPr>
              <a:spcBef>
                <a:spcPts val="300"/>
              </a:spcBef>
              <a:defRPr sz="1200"/>
            </a:lvl1pPr>
            <a:lvl2pPr>
              <a:spcBef>
                <a:spcPts val="30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p:txBody>
      </p:sp>
      <p:sp>
        <p:nvSpPr>
          <p:cNvPr id="46" name="Textplatzhalter 28">
            <a:extLst>
              <a:ext uri="{FF2B5EF4-FFF2-40B4-BE49-F238E27FC236}">
                <a16:creationId xmlns:a16="http://schemas.microsoft.com/office/drawing/2014/main" id="{CE9B8B7D-FA62-4379-AADF-4E40DA93F4E3}"/>
              </a:ext>
            </a:extLst>
          </p:cNvPr>
          <p:cNvSpPr>
            <a:spLocks noGrp="1"/>
          </p:cNvSpPr>
          <p:nvPr>
            <p:ph type="body" sz="quarter" idx="48" hasCustomPrompt="1"/>
          </p:nvPr>
        </p:nvSpPr>
        <p:spPr>
          <a:xfrm>
            <a:off x="9696400" y="4005064"/>
            <a:ext cx="1368000" cy="1008112"/>
          </a:xfrm>
        </p:spPr>
        <p:txBody>
          <a:bodyPr tIns="72000" bIns="72000" anchor="b"/>
          <a:lstStyle>
            <a:lvl1pPr>
              <a:spcBef>
                <a:spcPts val="300"/>
              </a:spcBef>
              <a:defRPr sz="1200"/>
            </a:lvl1pPr>
            <a:lvl2pPr>
              <a:spcBef>
                <a:spcPts val="30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p:txBody>
      </p:sp>
      <p:cxnSp>
        <p:nvCxnSpPr>
          <p:cNvPr id="68" name="Gerader Verbinder 67">
            <a:extLst>
              <a:ext uri="{FF2B5EF4-FFF2-40B4-BE49-F238E27FC236}">
                <a16:creationId xmlns:a16="http://schemas.microsoft.com/office/drawing/2014/main" id="{960B6858-E1E7-4500-96CA-FD61E92B0474}"/>
              </a:ext>
            </a:extLst>
          </p:cNvPr>
          <p:cNvCxnSpPr>
            <a:cxnSpLocks/>
          </p:cNvCxnSpPr>
          <p:nvPr userDrawn="1"/>
        </p:nvCxnSpPr>
        <p:spPr>
          <a:xfrm>
            <a:off x="2135560" y="4005064"/>
            <a:ext cx="0" cy="1008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694E1FB0-6F07-4F44-8DE4-3F71FDEF0EE5}"/>
              </a:ext>
            </a:extLst>
          </p:cNvPr>
          <p:cNvCxnSpPr>
            <a:cxnSpLocks/>
          </p:cNvCxnSpPr>
          <p:nvPr userDrawn="1"/>
        </p:nvCxnSpPr>
        <p:spPr>
          <a:xfrm>
            <a:off x="3935760" y="4005064"/>
            <a:ext cx="0" cy="1008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70" name="Gerader Verbinder 69">
            <a:extLst>
              <a:ext uri="{FF2B5EF4-FFF2-40B4-BE49-F238E27FC236}">
                <a16:creationId xmlns:a16="http://schemas.microsoft.com/office/drawing/2014/main" id="{C5353A53-9A77-49BA-BC17-A99BA6D355C7}"/>
              </a:ext>
            </a:extLst>
          </p:cNvPr>
          <p:cNvCxnSpPr>
            <a:cxnSpLocks/>
          </p:cNvCxnSpPr>
          <p:nvPr userDrawn="1"/>
        </p:nvCxnSpPr>
        <p:spPr>
          <a:xfrm>
            <a:off x="5735960" y="4005064"/>
            <a:ext cx="0" cy="1008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71" name="Gerader Verbinder 70">
            <a:extLst>
              <a:ext uri="{FF2B5EF4-FFF2-40B4-BE49-F238E27FC236}">
                <a16:creationId xmlns:a16="http://schemas.microsoft.com/office/drawing/2014/main" id="{E6F25108-F183-48D7-9B63-8D09A6633200}"/>
              </a:ext>
            </a:extLst>
          </p:cNvPr>
          <p:cNvCxnSpPr>
            <a:cxnSpLocks/>
          </p:cNvCxnSpPr>
          <p:nvPr userDrawn="1"/>
        </p:nvCxnSpPr>
        <p:spPr>
          <a:xfrm>
            <a:off x="7536160" y="4005064"/>
            <a:ext cx="0" cy="1008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72" name="Gerader Verbinder 71">
            <a:extLst>
              <a:ext uri="{FF2B5EF4-FFF2-40B4-BE49-F238E27FC236}">
                <a16:creationId xmlns:a16="http://schemas.microsoft.com/office/drawing/2014/main" id="{A076AF48-4677-4565-9A49-0DA50C86D7AC}"/>
              </a:ext>
            </a:extLst>
          </p:cNvPr>
          <p:cNvCxnSpPr>
            <a:cxnSpLocks/>
          </p:cNvCxnSpPr>
          <p:nvPr userDrawn="1"/>
        </p:nvCxnSpPr>
        <p:spPr>
          <a:xfrm>
            <a:off x="9336360" y="4005064"/>
            <a:ext cx="0" cy="1008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73" name="Gerader Verbinder 72">
            <a:extLst>
              <a:ext uri="{FF2B5EF4-FFF2-40B4-BE49-F238E27FC236}">
                <a16:creationId xmlns:a16="http://schemas.microsoft.com/office/drawing/2014/main" id="{6F582381-2A67-451A-B22B-26A817FAC095}"/>
              </a:ext>
            </a:extLst>
          </p:cNvPr>
          <p:cNvCxnSpPr>
            <a:cxnSpLocks/>
          </p:cNvCxnSpPr>
          <p:nvPr userDrawn="1"/>
        </p:nvCxnSpPr>
        <p:spPr>
          <a:xfrm>
            <a:off x="11136560" y="4005064"/>
            <a:ext cx="0" cy="1008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59" name="Gerader Verbinder 58">
            <a:extLst>
              <a:ext uri="{FF2B5EF4-FFF2-40B4-BE49-F238E27FC236}">
                <a16:creationId xmlns:a16="http://schemas.microsoft.com/office/drawing/2014/main" id="{97332BE6-14C2-4F4B-83AF-5C8B73FE5294}"/>
              </a:ext>
            </a:extLst>
          </p:cNvPr>
          <p:cNvCxnSpPr>
            <a:cxnSpLocks/>
          </p:cNvCxnSpPr>
          <p:nvPr userDrawn="1"/>
        </p:nvCxnSpPr>
        <p:spPr>
          <a:xfrm>
            <a:off x="911424" y="2565016"/>
            <a:ext cx="0" cy="1008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76" name="Gerader Verbinder 75">
            <a:extLst>
              <a:ext uri="{FF2B5EF4-FFF2-40B4-BE49-F238E27FC236}">
                <a16:creationId xmlns:a16="http://schemas.microsoft.com/office/drawing/2014/main" id="{ACFF9042-8988-4F08-BE1B-A7FA5CCC6634}"/>
              </a:ext>
            </a:extLst>
          </p:cNvPr>
          <p:cNvCxnSpPr>
            <a:cxnSpLocks/>
          </p:cNvCxnSpPr>
          <p:nvPr userDrawn="1"/>
        </p:nvCxnSpPr>
        <p:spPr>
          <a:xfrm>
            <a:off x="2711624" y="2565016"/>
            <a:ext cx="0" cy="1008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77" name="Gerader Verbinder 76">
            <a:extLst>
              <a:ext uri="{FF2B5EF4-FFF2-40B4-BE49-F238E27FC236}">
                <a16:creationId xmlns:a16="http://schemas.microsoft.com/office/drawing/2014/main" id="{84158636-86DB-48A8-83B9-475096AD3D40}"/>
              </a:ext>
            </a:extLst>
          </p:cNvPr>
          <p:cNvCxnSpPr>
            <a:cxnSpLocks/>
          </p:cNvCxnSpPr>
          <p:nvPr userDrawn="1"/>
        </p:nvCxnSpPr>
        <p:spPr>
          <a:xfrm>
            <a:off x="4511824" y="2565016"/>
            <a:ext cx="0" cy="1008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78" name="Gerader Verbinder 77">
            <a:extLst>
              <a:ext uri="{FF2B5EF4-FFF2-40B4-BE49-F238E27FC236}">
                <a16:creationId xmlns:a16="http://schemas.microsoft.com/office/drawing/2014/main" id="{DD474C56-A11C-4881-9E69-AE965E41967A}"/>
              </a:ext>
            </a:extLst>
          </p:cNvPr>
          <p:cNvCxnSpPr>
            <a:cxnSpLocks/>
          </p:cNvCxnSpPr>
          <p:nvPr userDrawn="1"/>
        </p:nvCxnSpPr>
        <p:spPr>
          <a:xfrm>
            <a:off x="6312024" y="2565016"/>
            <a:ext cx="0" cy="1008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79" name="Gerader Verbinder 78">
            <a:extLst>
              <a:ext uri="{FF2B5EF4-FFF2-40B4-BE49-F238E27FC236}">
                <a16:creationId xmlns:a16="http://schemas.microsoft.com/office/drawing/2014/main" id="{7727C0D5-AE63-4ED6-8816-E82B1085C0D6}"/>
              </a:ext>
            </a:extLst>
          </p:cNvPr>
          <p:cNvCxnSpPr>
            <a:cxnSpLocks/>
          </p:cNvCxnSpPr>
          <p:nvPr userDrawn="1"/>
        </p:nvCxnSpPr>
        <p:spPr>
          <a:xfrm>
            <a:off x="8112224" y="2565016"/>
            <a:ext cx="0" cy="1008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0" name="Gerader Verbinder 79">
            <a:extLst>
              <a:ext uri="{FF2B5EF4-FFF2-40B4-BE49-F238E27FC236}">
                <a16:creationId xmlns:a16="http://schemas.microsoft.com/office/drawing/2014/main" id="{BEF02FC9-D029-452A-A2D8-D878C7C8E504}"/>
              </a:ext>
            </a:extLst>
          </p:cNvPr>
          <p:cNvCxnSpPr>
            <a:cxnSpLocks/>
          </p:cNvCxnSpPr>
          <p:nvPr userDrawn="1"/>
        </p:nvCxnSpPr>
        <p:spPr>
          <a:xfrm>
            <a:off x="9912424" y="2565016"/>
            <a:ext cx="0" cy="1008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57098"/>
      </p:ext>
    </p:extLst>
  </p:cSld>
  <p:clrMapOvr>
    <a:masterClrMapping/>
  </p:clrMapOvr>
  <p:extLst>
    <p:ext uri="{DCECCB84-F9BA-43D5-87BE-67443E8EF086}">
      <p15:sldGuideLst xmlns:p15="http://schemas.microsoft.com/office/powerpoint/2012/main"/>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imetable with 8 units">
    <p:spTree>
      <p:nvGrpSpPr>
        <p:cNvPr id="1" name=""/>
        <p:cNvGrpSpPr/>
        <p:nvPr/>
      </p:nvGrpSpPr>
      <p:grpSpPr>
        <a:xfrm>
          <a:off x="0" y="0"/>
          <a:ext cx="0" cy="0"/>
          <a:chOff x="0" y="0"/>
          <a:chExt cx="0" cy="0"/>
        </a:xfrm>
      </p:grpSpPr>
      <p:graphicFrame>
        <p:nvGraphicFramePr>
          <p:cNvPr id="4" name="Objekt 3"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11" imgW="353" imgH="353" progId="TCLayout.ActiveDocument.1">
                  <p:embed/>
                </p:oleObj>
              </mc:Choice>
              <mc:Fallback>
                <p:oleObj name="think-cell Slide" r:id="rId11" imgW="353" imgH="353" progId="TCLayout.ActiveDocument.1">
                  <p:embed/>
                  <p:pic>
                    <p:nvPicPr>
                      <p:cNvPr id="4" name="Objekt 3" hidden="1"/>
                      <p:cNvPicPr/>
                      <p:nvPr/>
                    </p:nvPicPr>
                    <p:blipFill>
                      <a:blip r:embed="rId12"/>
                      <a:stretch>
                        <a:fillRect/>
                      </a:stretch>
                    </p:blipFill>
                    <p:spPr>
                      <a:xfrm>
                        <a:off x="1588" y="1588"/>
                        <a:ext cx="1587" cy="1587"/>
                      </a:xfrm>
                      <a:prstGeom prst="rect">
                        <a:avLst/>
                      </a:prstGeom>
                    </p:spPr>
                  </p:pic>
                </p:oleObj>
              </mc:Fallback>
            </mc:AlternateContent>
          </a:graphicData>
        </a:graphic>
      </p:graphicFrame>
      <p:sp>
        <p:nvSpPr>
          <p:cNvPr id="7" name="Fußzeilenplatzhalter 6"/>
          <p:cNvSpPr>
            <a:spLocks noGrp="1"/>
          </p:cNvSpPr>
          <p:nvPr>
            <p:ph type="ftr" sz="quarter" idx="24"/>
          </p:nvPr>
        </p:nvSpPr>
        <p:spPr bwMode="gray"/>
        <p:txBody>
          <a:bodyPr/>
          <a:lstStyle/>
          <a:p>
            <a:r>
              <a:rPr lang="en-US" dirty="0"/>
              <a:t>Standard chart library</a:t>
            </a:r>
          </a:p>
        </p:txBody>
      </p:sp>
      <p:sp>
        <p:nvSpPr>
          <p:cNvPr id="9" name="Foliennummernplatzhalter 8"/>
          <p:cNvSpPr>
            <a:spLocks noGrp="1"/>
          </p:cNvSpPr>
          <p:nvPr>
            <p:ph type="sldNum" sz="quarter" idx="25"/>
          </p:nvPr>
        </p:nvSpPr>
        <p:spPr bwMode="gray"/>
        <p:txBody>
          <a:bodyPr/>
          <a:lstStyle>
            <a:lvl1pPr>
              <a:defRPr>
                <a:solidFill>
                  <a:schemeClr val="tx1"/>
                </a:solidFill>
              </a:defRPr>
            </a:lvl1pPr>
          </a:lstStyle>
          <a:p>
            <a:fld id="{215533F2-C0B5-4315-85D8-5EA869B6EE8B}" type="slidenum">
              <a:rPr lang="en-US" smtClean="0"/>
              <a:pPr/>
              <a:t>‹#›</a:t>
            </a:fld>
            <a:endParaRPr lang="en-US" dirty="0"/>
          </a:p>
        </p:txBody>
      </p:sp>
      <p:sp>
        <p:nvSpPr>
          <p:cNvPr id="11" name="MIO_VALID_LAYOUT" hidden="1"/>
          <p:cNvSpPr/>
          <p:nvPr userDrawn="1"/>
        </p:nvSpPr>
        <p:spPr bwMode="gray">
          <a:xfrm>
            <a:off x="11856640" y="6597171"/>
            <a:ext cx="335360" cy="260829"/>
          </a:xfrm>
          <a:prstGeom prst="rect">
            <a:avLst/>
          </a:prstGeom>
          <a:no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
        <p:nvSpPr>
          <p:cNvPr id="18" name="Text Placeholder 7"/>
          <p:cNvSpPr>
            <a:spLocks noGrp="1"/>
          </p:cNvSpPr>
          <p:nvPr>
            <p:ph type="body" sz="quarter" idx="13" hasCustomPrompt="1"/>
          </p:nvPr>
        </p:nvSpPr>
        <p:spPr bwMode="gray">
          <a:xfrm>
            <a:off x="623888" y="332656"/>
            <a:ext cx="10944225" cy="398144"/>
          </a:xfrm>
          <a:prstGeom prst="rect">
            <a:avLst/>
          </a:prstGeom>
        </p:spPr>
        <p:txBody>
          <a:bodyPr tIns="18000" anchor="t">
            <a:noAutofit/>
          </a:bodyPr>
          <a:lstStyle>
            <a:lvl1pPr marL="0" indent="0">
              <a:lnSpc>
                <a:spcPct val="100000"/>
              </a:lnSpc>
              <a:spcBef>
                <a:spcPts val="0"/>
              </a:spcBef>
              <a:spcAft>
                <a:spcPts val="0"/>
              </a:spcAft>
              <a:buFont typeface="Arial" panose="020B0604020202020204" pitchFamily="34" charset="0"/>
              <a:buNone/>
              <a:defRPr sz="2200" b="0" baseline="0">
                <a:solidFill>
                  <a:schemeClr val="accent1"/>
                </a:solidFill>
              </a:defRPr>
            </a:lvl1pPr>
            <a:lvl2pPr marL="0" indent="0">
              <a:lnSpc>
                <a:spcPct val="100000"/>
              </a:lnSpc>
              <a:spcBef>
                <a:spcPts val="0"/>
              </a:spcBef>
              <a:spcAft>
                <a:spcPts val="0"/>
              </a:spcAft>
              <a:buFont typeface="Arial" panose="020B0604020202020204" pitchFamily="34" charset="0"/>
              <a:buNone/>
              <a:defRPr sz="2200" b="0">
                <a:solidFill>
                  <a:schemeClr val="accent1"/>
                </a:solidFill>
              </a:defRPr>
            </a:lvl2pPr>
            <a:lvl3pPr marL="0" indent="0">
              <a:lnSpc>
                <a:spcPct val="100000"/>
              </a:lnSpc>
              <a:spcBef>
                <a:spcPts val="0"/>
              </a:spcBef>
              <a:spcAft>
                <a:spcPts val="0"/>
              </a:spcAft>
              <a:buNone/>
              <a:defRPr sz="2200" b="0">
                <a:solidFill>
                  <a:schemeClr val="accent1"/>
                </a:solidFill>
              </a:defRPr>
            </a:lvl3pPr>
            <a:lvl4pPr marL="0" indent="0">
              <a:lnSpc>
                <a:spcPct val="100000"/>
              </a:lnSpc>
              <a:spcBef>
                <a:spcPts val="0"/>
              </a:spcBef>
              <a:spcAft>
                <a:spcPts val="0"/>
              </a:spcAft>
              <a:buNone/>
              <a:defRPr sz="2200" b="0">
                <a:solidFill>
                  <a:schemeClr val="accent1"/>
                </a:solidFill>
              </a:defRPr>
            </a:lvl4pPr>
            <a:lvl5pPr marL="0" indent="0">
              <a:lnSpc>
                <a:spcPct val="100000"/>
              </a:lnSpc>
              <a:spcBef>
                <a:spcPts val="0"/>
              </a:spcBef>
              <a:spcAft>
                <a:spcPts val="0"/>
              </a:spcAft>
              <a:buNone/>
              <a:defRPr sz="2200" b="0">
                <a:solidFill>
                  <a:schemeClr val="accent1"/>
                </a:solidFill>
              </a:defRPr>
            </a:lvl5pPr>
            <a:lvl6pPr marL="0" indent="0">
              <a:lnSpc>
                <a:spcPct val="100000"/>
              </a:lnSpc>
              <a:spcBef>
                <a:spcPts val="0"/>
              </a:spcBef>
              <a:spcAft>
                <a:spcPts val="0"/>
              </a:spcAft>
              <a:buNone/>
              <a:defRPr sz="2200" b="0">
                <a:solidFill>
                  <a:schemeClr val="accent1"/>
                </a:solidFill>
              </a:defRPr>
            </a:lvl6pPr>
            <a:lvl7pPr marL="0" indent="0">
              <a:lnSpc>
                <a:spcPct val="100000"/>
              </a:lnSpc>
              <a:spcBef>
                <a:spcPts val="0"/>
              </a:spcBef>
              <a:spcAft>
                <a:spcPts val="0"/>
              </a:spcAft>
              <a:buNone/>
              <a:defRPr sz="2200" b="0">
                <a:solidFill>
                  <a:schemeClr val="accent1"/>
                </a:solidFill>
              </a:defRPr>
            </a:lvl7pPr>
            <a:lvl8pPr marL="0" indent="0">
              <a:lnSpc>
                <a:spcPct val="100000"/>
              </a:lnSpc>
              <a:spcBef>
                <a:spcPts val="0"/>
              </a:spcBef>
              <a:spcAft>
                <a:spcPts val="0"/>
              </a:spcAft>
              <a:buNone/>
              <a:defRPr sz="2200" b="0">
                <a:solidFill>
                  <a:schemeClr val="accent1"/>
                </a:solidFill>
              </a:defRPr>
            </a:lvl8pPr>
            <a:lvl9pPr marL="0" indent="0">
              <a:lnSpc>
                <a:spcPct val="100000"/>
              </a:lnSpc>
              <a:spcBef>
                <a:spcPts val="0"/>
              </a:spcBef>
              <a:spcAft>
                <a:spcPts val="0"/>
              </a:spcAft>
              <a:buNone/>
              <a:defRPr sz="2200" b="0">
                <a:solidFill>
                  <a:schemeClr val="accent1"/>
                </a:solidFill>
              </a:defRPr>
            </a:lvl9pPr>
          </a:lstStyle>
          <a:p>
            <a:pPr lvl="0"/>
            <a:r>
              <a:rPr lang="en-US" noProof="0" dirty="0"/>
              <a:t>Click to add action title</a:t>
            </a:r>
          </a:p>
        </p:txBody>
      </p:sp>
      <p:sp>
        <p:nvSpPr>
          <p:cNvPr id="19" name="Title 4"/>
          <p:cNvSpPr>
            <a:spLocks noGrp="1"/>
          </p:cNvSpPr>
          <p:nvPr>
            <p:ph type="title" hasCustomPrompt="1"/>
          </p:nvPr>
        </p:nvSpPr>
        <p:spPr>
          <a:xfrm>
            <a:off x="623888" y="730800"/>
            <a:ext cx="10944225" cy="325952"/>
          </a:xfrm>
        </p:spPr>
        <p:txBody>
          <a:bodyPr/>
          <a:lstStyle/>
          <a:p>
            <a:r>
              <a:rPr lang="en-US" dirty="0"/>
              <a:t>Insert slide title here (max. 2 lines | max. 1 line with Action Title)</a:t>
            </a:r>
          </a:p>
        </p:txBody>
      </p:sp>
      <p:sp>
        <p:nvSpPr>
          <p:cNvPr id="22" name="Pfeil: Fünfeck 21">
            <a:extLst>
              <a:ext uri="{FF2B5EF4-FFF2-40B4-BE49-F238E27FC236}">
                <a16:creationId xmlns:a16="http://schemas.microsoft.com/office/drawing/2014/main" id="{3219B871-9307-4215-BA82-84E1421FBC82}"/>
              </a:ext>
            </a:extLst>
          </p:cNvPr>
          <p:cNvSpPr/>
          <p:nvPr userDrawn="1"/>
        </p:nvSpPr>
        <p:spPr bwMode="gray">
          <a:xfrm>
            <a:off x="624383" y="3590955"/>
            <a:ext cx="10944225" cy="396000"/>
          </a:xfrm>
          <a:prstGeom prst="homePlate">
            <a:avLst>
              <a:gd name="adj" fmla="val 20000"/>
            </a:avLst>
          </a:prstGeom>
          <a:solidFill>
            <a:schemeClr val="accent1"/>
          </a:solidFill>
          <a:ln w="12700"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
        <p:nvSpPr>
          <p:cNvPr id="23" name="Tabellenplatzhalter 12">
            <a:extLst>
              <a:ext uri="{FF2B5EF4-FFF2-40B4-BE49-F238E27FC236}">
                <a16:creationId xmlns:a16="http://schemas.microsoft.com/office/drawing/2014/main" id="{57FE2F17-BC59-4A40-ACAA-1C4475FD9051}"/>
              </a:ext>
            </a:extLst>
          </p:cNvPr>
          <p:cNvSpPr>
            <a:spLocks noGrp="1"/>
          </p:cNvSpPr>
          <p:nvPr>
            <p:ph type="tbl" sz="quarter" idx="49" hasCustomPrompt="1"/>
          </p:nvPr>
        </p:nvSpPr>
        <p:spPr>
          <a:xfrm>
            <a:off x="623888" y="3609976"/>
            <a:ext cx="10801350" cy="360164"/>
          </a:xfrm>
        </p:spPr>
        <p:txBody>
          <a:bodyPr/>
          <a:lstStyle/>
          <a:p>
            <a:r>
              <a:rPr lang="en-US" dirty="0"/>
              <a:t> </a:t>
            </a:r>
          </a:p>
        </p:txBody>
      </p:sp>
      <p:sp>
        <p:nvSpPr>
          <p:cNvPr id="24" name="Bildplatzhalter 14">
            <a:extLst>
              <a:ext uri="{FF2B5EF4-FFF2-40B4-BE49-F238E27FC236}">
                <a16:creationId xmlns:a16="http://schemas.microsoft.com/office/drawing/2014/main" id="{B0F06A1B-586C-4813-8AE9-99CADED3C4EE}"/>
              </a:ext>
            </a:extLst>
          </p:cNvPr>
          <p:cNvSpPr>
            <a:spLocks noGrp="1"/>
          </p:cNvSpPr>
          <p:nvPr>
            <p:ph type="pic" sz="quarter" idx="32" hasCustomPrompt="1"/>
            <p:custDataLst>
              <p:tags r:id="rId2"/>
            </p:custDataLst>
          </p:nvPr>
        </p:nvSpPr>
        <p:spPr>
          <a:xfrm>
            <a:off x="1055440" y="1484313"/>
            <a:ext cx="2303761" cy="1008000"/>
          </a:xfrm>
          <a:prstGeom prst="roundRect">
            <a:avLst>
              <a:gd name="adj" fmla="val 6300"/>
            </a:avLst>
          </a:prstGeom>
          <a:solidFill>
            <a:schemeClr val="bg1">
              <a:lumMod val="75000"/>
            </a:schemeClr>
          </a:solidFill>
        </p:spPr>
        <p:txBody>
          <a:bodyPr tIns="648000" anchor="ctr"/>
          <a:lstStyle>
            <a:lvl1pPr algn="ctr">
              <a:spcBef>
                <a:spcPts val="0"/>
              </a:spcBef>
              <a:spcAft>
                <a:spcPts val="0"/>
              </a:spcAft>
              <a:defRPr sz="1000">
                <a:solidFill>
                  <a:schemeClr val="tx1"/>
                </a:solidFill>
              </a:defRPr>
            </a:lvl1pPr>
          </a:lstStyle>
          <a:p>
            <a:r>
              <a:rPr lang="en-US" dirty="0"/>
              <a:t>Click icon </a:t>
            </a:r>
            <a:br>
              <a:rPr lang="en-US" dirty="0"/>
            </a:br>
            <a:r>
              <a:rPr lang="en-US" dirty="0"/>
              <a:t>to add picture</a:t>
            </a:r>
          </a:p>
        </p:txBody>
      </p:sp>
      <p:sp>
        <p:nvSpPr>
          <p:cNvPr id="25" name="Bildplatzhalter 14">
            <a:extLst>
              <a:ext uri="{FF2B5EF4-FFF2-40B4-BE49-F238E27FC236}">
                <a16:creationId xmlns:a16="http://schemas.microsoft.com/office/drawing/2014/main" id="{8A7CF1DB-E350-4440-A34F-47AB611E42A3}"/>
              </a:ext>
            </a:extLst>
          </p:cNvPr>
          <p:cNvSpPr>
            <a:spLocks noGrp="1"/>
          </p:cNvSpPr>
          <p:nvPr>
            <p:ph type="pic" sz="quarter" idx="34" hasCustomPrompt="1"/>
            <p:custDataLst>
              <p:tags r:id="rId3"/>
            </p:custDataLst>
          </p:nvPr>
        </p:nvSpPr>
        <p:spPr>
          <a:xfrm>
            <a:off x="3719736" y="1484313"/>
            <a:ext cx="2303761" cy="1008000"/>
          </a:xfrm>
          <a:prstGeom prst="roundRect">
            <a:avLst>
              <a:gd name="adj" fmla="val 6300"/>
            </a:avLst>
          </a:prstGeom>
          <a:solidFill>
            <a:schemeClr val="bg1">
              <a:lumMod val="75000"/>
            </a:schemeClr>
          </a:solidFill>
        </p:spPr>
        <p:txBody>
          <a:bodyPr tIns="648000" anchor="ctr"/>
          <a:lstStyle>
            <a:lvl1pPr algn="ctr">
              <a:spcBef>
                <a:spcPts val="0"/>
              </a:spcBef>
              <a:spcAft>
                <a:spcPts val="0"/>
              </a:spcAft>
              <a:defRPr sz="1000">
                <a:solidFill>
                  <a:schemeClr val="tx1"/>
                </a:solidFill>
              </a:defRPr>
            </a:lvl1pPr>
          </a:lstStyle>
          <a:p>
            <a:r>
              <a:rPr lang="en-US" dirty="0"/>
              <a:t>Click icon </a:t>
            </a:r>
            <a:br>
              <a:rPr lang="en-US" dirty="0"/>
            </a:br>
            <a:r>
              <a:rPr lang="en-US" dirty="0"/>
              <a:t>to add picture</a:t>
            </a:r>
          </a:p>
        </p:txBody>
      </p:sp>
      <p:sp>
        <p:nvSpPr>
          <p:cNvPr id="26" name="Bildplatzhalter 14">
            <a:extLst>
              <a:ext uri="{FF2B5EF4-FFF2-40B4-BE49-F238E27FC236}">
                <a16:creationId xmlns:a16="http://schemas.microsoft.com/office/drawing/2014/main" id="{B3C17209-CDA5-451F-8572-5F3DA5AD193C}"/>
              </a:ext>
            </a:extLst>
          </p:cNvPr>
          <p:cNvSpPr>
            <a:spLocks noGrp="1"/>
          </p:cNvSpPr>
          <p:nvPr>
            <p:ph type="pic" sz="quarter" idx="35" hasCustomPrompt="1"/>
            <p:custDataLst>
              <p:tags r:id="rId4"/>
            </p:custDataLst>
          </p:nvPr>
        </p:nvSpPr>
        <p:spPr>
          <a:xfrm>
            <a:off x="6384032" y="1484313"/>
            <a:ext cx="2303761" cy="1008000"/>
          </a:xfrm>
          <a:prstGeom prst="roundRect">
            <a:avLst>
              <a:gd name="adj" fmla="val 6300"/>
            </a:avLst>
          </a:prstGeom>
          <a:solidFill>
            <a:schemeClr val="bg1">
              <a:lumMod val="75000"/>
            </a:schemeClr>
          </a:solidFill>
        </p:spPr>
        <p:txBody>
          <a:bodyPr tIns="648000" anchor="ctr"/>
          <a:lstStyle>
            <a:lvl1pPr algn="ctr">
              <a:spcBef>
                <a:spcPts val="0"/>
              </a:spcBef>
              <a:spcAft>
                <a:spcPts val="0"/>
              </a:spcAft>
              <a:defRPr sz="1000">
                <a:solidFill>
                  <a:schemeClr val="tx1"/>
                </a:solidFill>
              </a:defRPr>
            </a:lvl1pPr>
          </a:lstStyle>
          <a:p>
            <a:r>
              <a:rPr lang="en-US" dirty="0"/>
              <a:t>Click icon </a:t>
            </a:r>
            <a:br>
              <a:rPr lang="en-US" dirty="0"/>
            </a:br>
            <a:r>
              <a:rPr lang="en-US" dirty="0"/>
              <a:t>to add picture</a:t>
            </a:r>
          </a:p>
        </p:txBody>
      </p:sp>
      <p:sp>
        <p:nvSpPr>
          <p:cNvPr id="27" name="Bildplatzhalter 14">
            <a:extLst>
              <a:ext uri="{FF2B5EF4-FFF2-40B4-BE49-F238E27FC236}">
                <a16:creationId xmlns:a16="http://schemas.microsoft.com/office/drawing/2014/main" id="{CAC4FB9D-6F0B-4919-B8B2-B721BD881026}"/>
              </a:ext>
            </a:extLst>
          </p:cNvPr>
          <p:cNvSpPr>
            <a:spLocks noGrp="1"/>
          </p:cNvSpPr>
          <p:nvPr>
            <p:ph type="pic" sz="quarter" idx="36" hasCustomPrompt="1"/>
            <p:custDataLst>
              <p:tags r:id="rId5"/>
            </p:custDataLst>
          </p:nvPr>
        </p:nvSpPr>
        <p:spPr>
          <a:xfrm>
            <a:off x="9120336" y="1484313"/>
            <a:ext cx="2303761" cy="1008000"/>
          </a:xfrm>
          <a:prstGeom prst="roundRect">
            <a:avLst>
              <a:gd name="adj" fmla="val 6300"/>
            </a:avLst>
          </a:prstGeom>
          <a:solidFill>
            <a:schemeClr val="bg1">
              <a:lumMod val="75000"/>
            </a:schemeClr>
          </a:solidFill>
        </p:spPr>
        <p:txBody>
          <a:bodyPr tIns="648000" anchor="ctr"/>
          <a:lstStyle>
            <a:lvl1pPr algn="ctr">
              <a:spcBef>
                <a:spcPts val="0"/>
              </a:spcBef>
              <a:spcAft>
                <a:spcPts val="0"/>
              </a:spcAft>
              <a:defRPr sz="1000">
                <a:solidFill>
                  <a:schemeClr val="tx1"/>
                </a:solidFill>
              </a:defRPr>
            </a:lvl1pPr>
          </a:lstStyle>
          <a:p>
            <a:r>
              <a:rPr lang="en-US" dirty="0"/>
              <a:t>Click icon </a:t>
            </a:r>
            <a:br>
              <a:rPr lang="en-US" dirty="0"/>
            </a:br>
            <a:r>
              <a:rPr lang="en-US" dirty="0"/>
              <a:t>to add picture</a:t>
            </a:r>
          </a:p>
        </p:txBody>
      </p:sp>
      <p:sp>
        <p:nvSpPr>
          <p:cNvPr id="28" name="Textplatzhalter 28">
            <a:extLst>
              <a:ext uri="{FF2B5EF4-FFF2-40B4-BE49-F238E27FC236}">
                <a16:creationId xmlns:a16="http://schemas.microsoft.com/office/drawing/2014/main" id="{19E28DF3-131F-4E62-82DB-4585CA5237ED}"/>
              </a:ext>
            </a:extLst>
          </p:cNvPr>
          <p:cNvSpPr>
            <a:spLocks noGrp="1"/>
          </p:cNvSpPr>
          <p:nvPr>
            <p:ph type="body" sz="quarter" idx="18" hasCustomPrompt="1"/>
          </p:nvPr>
        </p:nvSpPr>
        <p:spPr>
          <a:xfrm>
            <a:off x="1127449" y="2564904"/>
            <a:ext cx="2232000" cy="1008000"/>
          </a:xfrm>
        </p:spPr>
        <p:txBody>
          <a:bodyPr tIns="72000" bIns="72000"/>
          <a:lstStyle>
            <a:lvl1pPr>
              <a:spcBef>
                <a:spcPts val="300"/>
              </a:spcBef>
              <a:defRPr sz="1200"/>
            </a:lvl1pPr>
            <a:lvl2pPr>
              <a:spcBef>
                <a:spcPts val="30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p:txBody>
      </p:sp>
      <p:sp>
        <p:nvSpPr>
          <p:cNvPr id="34" name="Textplatzhalter 28">
            <a:extLst>
              <a:ext uri="{FF2B5EF4-FFF2-40B4-BE49-F238E27FC236}">
                <a16:creationId xmlns:a16="http://schemas.microsoft.com/office/drawing/2014/main" id="{272D74C6-5F5A-44D5-AFBB-01F75FFCA090}"/>
              </a:ext>
            </a:extLst>
          </p:cNvPr>
          <p:cNvSpPr>
            <a:spLocks noGrp="1"/>
          </p:cNvSpPr>
          <p:nvPr>
            <p:ph type="body" sz="quarter" idx="41" hasCustomPrompt="1"/>
          </p:nvPr>
        </p:nvSpPr>
        <p:spPr>
          <a:xfrm>
            <a:off x="3791897" y="2564904"/>
            <a:ext cx="2232000" cy="1008000"/>
          </a:xfrm>
        </p:spPr>
        <p:txBody>
          <a:bodyPr tIns="72000" bIns="72000"/>
          <a:lstStyle>
            <a:lvl1pPr>
              <a:spcBef>
                <a:spcPts val="300"/>
              </a:spcBef>
              <a:defRPr sz="1200"/>
            </a:lvl1pPr>
            <a:lvl2pPr>
              <a:spcBef>
                <a:spcPts val="30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p:txBody>
      </p:sp>
      <p:sp>
        <p:nvSpPr>
          <p:cNvPr id="36" name="Textplatzhalter 28">
            <a:extLst>
              <a:ext uri="{FF2B5EF4-FFF2-40B4-BE49-F238E27FC236}">
                <a16:creationId xmlns:a16="http://schemas.microsoft.com/office/drawing/2014/main" id="{3254DA34-A055-4666-867B-74345656C135}"/>
              </a:ext>
            </a:extLst>
          </p:cNvPr>
          <p:cNvSpPr>
            <a:spLocks noGrp="1"/>
          </p:cNvSpPr>
          <p:nvPr>
            <p:ph type="body" sz="quarter" idx="43" hasCustomPrompt="1"/>
          </p:nvPr>
        </p:nvSpPr>
        <p:spPr>
          <a:xfrm>
            <a:off x="6456193" y="2564904"/>
            <a:ext cx="2232000" cy="1008000"/>
          </a:xfrm>
        </p:spPr>
        <p:txBody>
          <a:bodyPr tIns="72000" bIns="72000"/>
          <a:lstStyle>
            <a:lvl1pPr>
              <a:spcBef>
                <a:spcPts val="300"/>
              </a:spcBef>
              <a:defRPr sz="1200"/>
            </a:lvl1pPr>
            <a:lvl2pPr>
              <a:spcBef>
                <a:spcPts val="30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p:txBody>
      </p:sp>
      <p:sp>
        <p:nvSpPr>
          <p:cNvPr id="37" name="Textplatzhalter 28">
            <a:extLst>
              <a:ext uri="{FF2B5EF4-FFF2-40B4-BE49-F238E27FC236}">
                <a16:creationId xmlns:a16="http://schemas.microsoft.com/office/drawing/2014/main" id="{45E10B61-18B8-4E5E-9F03-9115A4BCE79A}"/>
              </a:ext>
            </a:extLst>
          </p:cNvPr>
          <p:cNvSpPr>
            <a:spLocks noGrp="1"/>
          </p:cNvSpPr>
          <p:nvPr>
            <p:ph type="body" sz="quarter" idx="45" hasCustomPrompt="1"/>
          </p:nvPr>
        </p:nvSpPr>
        <p:spPr>
          <a:xfrm>
            <a:off x="9192497" y="2564904"/>
            <a:ext cx="2232000" cy="1008000"/>
          </a:xfrm>
        </p:spPr>
        <p:txBody>
          <a:bodyPr tIns="72000" bIns="72000"/>
          <a:lstStyle>
            <a:lvl1pPr>
              <a:spcBef>
                <a:spcPts val="300"/>
              </a:spcBef>
              <a:defRPr sz="1200"/>
            </a:lvl1pPr>
            <a:lvl2pPr>
              <a:spcBef>
                <a:spcPts val="30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p:txBody>
      </p:sp>
      <p:cxnSp>
        <p:nvCxnSpPr>
          <p:cNvPr id="38" name="Gerader Verbinder 37">
            <a:extLst>
              <a:ext uri="{FF2B5EF4-FFF2-40B4-BE49-F238E27FC236}">
                <a16:creationId xmlns:a16="http://schemas.microsoft.com/office/drawing/2014/main" id="{A76BEF30-FF10-470C-9672-81C0141BAF6D}"/>
              </a:ext>
            </a:extLst>
          </p:cNvPr>
          <p:cNvCxnSpPr>
            <a:cxnSpLocks/>
          </p:cNvCxnSpPr>
          <p:nvPr userDrawn="1"/>
        </p:nvCxnSpPr>
        <p:spPr>
          <a:xfrm>
            <a:off x="1055441" y="2565016"/>
            <a:ext cx="0" cy="1008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9" name="Gerader Verbinder 38">
            <a:extLst>
              <a:ext uri="{FF2B5EF4-FFF2-40B4-BE49-F238E27FC236}">
                <a16:creationId xmlns:a16="http://schemas.microsoft.com/office/drawing/2014/main" id="{9EFD324E-1621-439C-9838-7FD49F53EBE3}"/>
              </a:ext>
            </a:extLst>
          </p:cNvPr>
          <p:cNvCxnSpPr>
            <a:cxnSpLocks/>
          </p:cNvCxnSpPr>
          <p:nvPr userDrawn="1"/>
        </p:nvCxnSpPr>
        <p:spPr>
          <a:xfrm>
            <a:off x="3719737" y="2565016"/>
            <a:ext cx="0" cy="1008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40" name="Gerader Verbinder 39">
            <a:extLst>
              <a:ext uri="{FF2B5EF4-FFF2-40B4-BE49-F238E27FC236}">
                <a16:creationId xmlns:a16="http://schemas.microsoft.com/office/drawing/2014/main" id="{5984573B-5230-4417-8663-C9F30D02181B}"/>
              </a:ext>
            </a:extLst>
          </p:cNvPr>
          <p:cNvCxnSpPr>
            <a:cxnSpLocks/>
          </p:cNvCxnSpPr>
          <p:nvPr userDrawn="1"/>
        </p:nvCxnSpPr>
        <p:spPr>
          <a:xfrm>
            <a:off x="6384033" y="2565016"/>
            <a:ext cx="0" cy="1008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41" name="Gerader Verbinder 40">
            <a:extLst>
              <a:ext uri="{FF2B5EF4-FFF2-40B4-BE49-F238E27FC236}">
                <a16:creationId xmlns:a16="http://schemas.microsoft.com/office/drawing/2014/main" id="{D166BDBD-608D-4C44-A93B-FC72809F3B5F}"/>
              </a:ext>
            </a:extLst>
          </p:cNvPr>
          <p:cNvCxnSpPr>
            <a:cxnSpLocks/>
          </p:cNvCxnSpPr>
          <p:nvPr userDrawn="1"/>
        </p:nvCxnSpPr>
        <p:spPr>
          <a:xfrm>
            <a:off x="9120489" y="2565016"/>
            <a:ext cx="0" cy="1008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42" name="Bildplatzhalter 14">
            <a:extLst>
              <a:ext uri="{FF2B5EF4-FFF2-40B4-BE49-F238E27FC236}">
                <a16:creationId xmlns:a16="http://schemas.microsoft.com/office/drawing/2014/main" id="{DAD92F4C-046C-484E-90D6-5BE36479641B}"/>
              </a:ext>
            </a:extLst>
          </p:cNvPr>
          <p:cNvSpPr>
            <a:spLocks noGrp="1"/>
          </p:cNvSpPr>
          <p:nvPr>
            <p:ph type="pic" sz="quarter" idx="22" hasCustomPrompt="1"/>
            <p:custDataLst>
              <p:tags r:id="rId6"/>
            </p:custDataLst>
          </p:nvPr>
        </p:nvSpPr>
        <p:spPr>
          <a:xfrm>
            <a:off x="623888" y="5085296"/>
            <a:ext cx="2304000" cy="1008000"/>
          </a:xfrm>
          <a:prstGeom prst="roundRect">
            <a:avLst>
              <a:gd name="adj" fmla="val 6300"/>
            </a:avLst>
          </a:prstGeom>
          <a:solidFill>
            <a:schemeClr val="bg1">
              <a:lumMod val="75000"/>
            </a:schemeClr>
          </a:solidFill>
        </p:spPr>
        <p:txBody>
          <a:bodyPr tIns="648000" anchor="ctr"/>
          <a:lstStyle>
            <a:lvl1pPr algn="ctr">
              <a:spcBef>
                <a:spcPts val="0"/>
              </a:spcBef>
              <a:spcAft>
                <a:spcPts val="0"/>
              </a:spcAft>
              <a:defRPr sz="1000">
                <a:solidFill>
                  <a:schemeClr val="tx1"/>
                </a:solidFill>
              </a:defRPr>
            </a:lvl1pPr>
          </a:lstStyle>
          <a:p>
            <a:r>
              <a:rPr lang="en-US" dirty="0"/>
              <a:t>Click icon </a:t>
            </a:r>
            <a:br>
              <a:rPr lang="en-US" dirty="0"/>
            </a:br>
            <a:r>
              <a:rPr lang="en-US" dirty="0"/>
              <a:t>to add picture</a:t>
            </a:r>
          </a:p>
        </p:txBody>
      </p:sp>
      <p:sp>
        <p:nvSpPr>
          <p:cNvPr id="43" name="Bildplatzhalter 14">
            <a:extLst>
              <a:ext uri="{FF2B5EF4-FFF2-40B4-BE49-F238E27FC236}">
                <a16:creationId xmlns:a16="http://schemas.microsoft.com/office/drawing/2014/main" id="{D06EF150-2723-4B9F-841B-55C091CE667E}"/>
              </a:ext>
            </a:extLst>
          </p:cNvPr>
          <p:cNvSpPr>
            <a:spLocks noGrp="1"/>
          </p:cNvSpPr>
          <p:nvPr>
            <p:ph type="pic" sz="quarter" idx="27" hasCustomPrompt="1"/>
            <p:custDataLst>
              <p:tags r:id="rId7"/>
            </p:custDataLst>
          </p:nvPr>
        </p:nvSpPr>
        <p:spPr>
          <a:xfrm>
            <a:off x="3359696" y="5085296"/>
            <a:ext cx="2304000" cy="1008000"/>
          </a:xfrm>
          <a:prstGeom prst="roundRect">
            <a:avLst>
              <a:gd name="adj" fmla="val 6300"/>
            </a:avLst>
          </a:prstGeom>
          <a:solidFill>
            <a:schemeClr val="bg1">
              <a:lumMod val="75000"/>
            </a:schemeClr>
          </a:solidFill>
        </p:spPr>
        <p:txBody>
          <a:bodyPr tIns="648000" anchor="ctr"/>
          <a:lstStyle>
            <a:lvl1pPr algn="ctr">
              <a:spcBef>
                <a:spcPts val="0"/>
              </a:spcBef>
              <a:spcAft>
                <a:spcPts val="0"/>
              </a:spcAft>
              <a:defRPr sz="1000">
                <a:solidFill>
                  <a:schemeClr val="tx1"/>
                </a:solidFill>
              </a:defRPr>
            </a:lvl1pPr>
          </a:lstStyle>
          <a:p>
            <a:r>
              <a:rPr lang="en-US" dirty="0"/>
              <a:t>Click icon </a:t>
            </a:r>
            <a:br>
              <a:rPr lang="en-US" dirty="0"/>
            </a:br>
            <a:r>
              <a:rPr lang="en-US" dirty="0"/>
              <a:t>to add picture</a:t>
            </a:r>
          </a:p>
        </p:txBody>
      </p:sp>
      <p:sp>
        <p:nvSpPr>
          <p:cNvPr id="44" name="Bildplatzhalter 14">
            <a:extLst>
              <a:ext uri="{FF2B5EF4-FFF2-40B4-BE49-F238E27FC236}">
                <a16:creationId xmlns:a16="http://schemas.microsoft.com/office/drawing/2014/main" id="{70160954-E8E9-4FDF-AAE2-3252032E3E67}"/>
              </a:ext>
            </a:extLst>
          </p:cNvPr>
          <p:cNvSpPr>
            <a:spLocks noGrp="1"/>
          </p:cNvSpPr>
          <p:nvPr>
            <p:ph type="pic" sz="quarter" idx="29" hasCustomPrompt="1"/>
            <p:custDataLst>
              <p:tags r:id="rId8"/>
            </p:custDataLst>
          </p:nvPr>
        </p:nvSpPr>
        <p:spPr>
          <a:xfrm>
            <a:off x="6096000" y="5085296"/>
            <a:ext cx="2304000" cy="1008000"/>
          </a:xfrm>
          <a:prstGeom prst="roundRect">
            <a:avLst>
              <a:gd name="adj" fmla="val 6300"/>
            </a:avLst>
          </a:prstGeom>
          <a:solidFill>
            <a:schemeClr val="bg1">
              <a:lumMod val="75000"/>
            </a:schemeClr>
          </a:solidFill>
        </p:spPr>
        <p:txBody>
          <a:bodyPr tIns="648000" anchor="ctr"/>
          <a:lstStyle>
            <a:lvl1pPr algn="ctr">
              <a:spcBef>
                <a:spcPts val="0"/>
              </a:spcBef>
              <a:spcAft>
                <a:spcPts val="0"/>
              </a:spcAft>
              <a:defRPr sz="1000">
                <a:solidFill>
                  <a:schemeClr val="tx1"/>
                </a:solidFill>
              </a:defRPr>
            </a:lvl1pPr>
          </a:lstStyle>
          <a:p>
            <a:r>
              <a:rPr lang="en-US" dirty="0"/>
              <a:t>Click icon </a:t>
            </a:r>
            <a:br>
              <a:rPr lang="en-US" dirty="0"/>
            </a:br>
            <a:r>
              <a:rPr lang="en-US" dirty="0"/>
              <a:t>to add picture</a:t>
            </a:r>
          </a:p>
        </p:txBody>
      </p:sp>
      <p:sp>
        <p:nvSpPr>
          <p:cNvPr id="45" name="Bildplatzhalter 14">
            <a:extLst>
              <a:ext uri="{FF2B5EF4-FFF2-40B4-BE49-F238E27FC236}">
                <a16:creationId xmlns:a16="http://schemas.microsoft.com/office/drawing/2014/main" id="{998D5ECE-7C9C-494E-A48A-EB0264C82D65}"/>
              </a:ext>
            </a:extLst>
          </p:cNvPr>
          <p:cNvSpPr>
            <a:spLocks noGrp="1"/>
          </p:cNvSpPr>
          <p:nvPr>
            <p:ph type="pic" sz="quarter" idx="31" hasCustomPrompt="1"/>
            <p:custDataLst>
              <p:tags r:id="rId9"/>
            </p:custDataLst>
          </p:nvPr>
        </p:nvSpPr>
        <p:spPr>
          <a:xfrm>
            <a:off x="8832304" y="5085296"/>
            <a:ext cx="2304000" cy="1008000"/>
          </a:xfrm>
          <a:prstGeom prst="roundRect">
            <a:avLst>
              <a:gd name="adj" fmla="val 6300"/>
            </a:avLst>
          </a:prstGeom>
          <a:solidFill>
            <a:schemeClr val="bg1">
              <a:lumMod val="75000"/>
            </a:schemeClr>
          </a:solidFill>
        </p:spPr>
        <p:txBody>
          <a:bodyPr tIns="648000" anchor="ctr"/>
          <a:lstStyle>
            <a:lvl1pPr algn="ctr">
              <a:spcBef>
                <a:spcPts val="0"/>
              </a:spcBef>
              <a:spcAft>
                <a:spcPts val="0"/>
              </a:spcAft>
              <a:defRPr sz="1000">
                <a:solidFill>
                  <a:schemeClr val="tx1"/>
                </a:solidFill>
              </a:defRPr>
            </a:lvl1pPr>
          </a:lstStyle>
          <a:p>
            <a:r>
              <a:rPr lang="en-US" dirty="0"/>
              <a:t>Click icon </a:t>
            </a:r>
            <a:br>
              <a:rPr lang="en-US" dirty="0"/>
            </a:br>
            <a:r>
              <a:rPr lang="en-US" dirty="0"/>
              <a:t>to add picture</a:t>
            </a:r>
          </a:p>
        </p:txBody>
      </p:sp>
      <p:sp>
        <p:nvSpPr>
          <p:cNvPr id="46" name="Textplatzhalter 28">
            <a:extLst>
              <a:ext uri="{FF2B5EF4-FFF2-40B4-BE49-F238E27FC236}">
                <a16:creationId xmlns:a16="http://schemas.microsoft.com/office/drawing/2014/main" id="{9BFC2AA5-BDBD-46A9-9AB7-7B9961AB16E5}"/>
              </a:ext>
            </a:extLst>
          </p:cNvPr>
          <p:cNvSpPr>
            <a:spLocks noGrp="1"/>
          </p:cNvSpPr>
          <p:nvPr>
            <p:ph type="body" sz="quarter" idx="38" hasCustomPrompt="1"/>
          </p:nvPr>
        </p:nvSpPr>
        <p:spPr>
          <a:xfrm>
            <a:off x="3359696" y="4005064"/>
            <a:ext cx="2232096" cy="1008112"/>
          </a:xfrm>
        </p:spPr>
        <p:txBody>
          <a:bodyPr tIns="72000" bIns="72000" anchor="b"/>
          <a:lstStyle>
            <a:lvl1pPr>
              <a:spcBef>
                <a:spcPts val="300"/>
              </a:spcBef>
              <a:defRPr sz="1200"/>
            </a:lvl1pPr>
            <a:lvl2pPr>
              <a:spcBef>
                <a:spcPts val="30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p:txBody>
      </p:sp>
      <p:sp>
        <p:nvSpPr>
          <p:cNvPr id="47" name="Textplatzhalter 28">
            <a:extLst>
              <a:ext uri="{FF2B5EF4-FFF2-40B4-BE49-F238E27FC236}">
                <a16:creationId xmlns:a16="http://schemas.microsoft.com/office/drawing/2014/main" id="{CF97D0FE-47FD-4009-A82B-4C823CA6D99B}"/>
              </a:ext>
            </a:extLst>
          </p:cNvPr>
          <p:cNvSpPr>
            <a:spLocks noGrp="1"/>
          </p:cNvSpPr>
          <p:nvPr>
            <p:ph type="body" sz="quarter" idx="44" hasCustomPrompt="1"/>
          </p:nvPr>
        </p:nvSpPr>
        <p:spPr>
          <a:xfrm>
            <a:off x="6096000" y="4005064"/>
            <a:ext cx="2232248" cy="1008112"/>
          </a:xfrm>
        </p:spPr>
        <p:txBody>
          <a:bodyPr tIns="72000" bIns="72000" anchor="b"/>
          <a:lstStyle>
            <a:lvl1pPr>
              <a:spcBef>
                <a:spcPts val="300"/>
              </a:spcBef>
              <a:defRPr sz="1200"/>
            </a:lvl1pPr>
            <a:lvl2pPr>
              <a:spcBef>
                <a:spcPts val="30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p:txBody>
      </p:sp>
      <p:sp>
        <p:nvSpPr>
          <p:cNvPr id="48" name="Textplatzhalter 28">
            <a:extLst>
              <a:ext uri="{FF2B5EF4-FFF2-40B4-BE49-F238E27FC236}">
                <a16:creationId xmlns:a16="http://schemas.microsoft.com/office/drawing/2014/main" id="{410B1383-FAF5-4C4F-A54E-0A5ED1541840}"/>
              </a:ext>
            </a:extLst>
          </p:cNvPr>
          <p:cNvSpPr>
            <a:spLocks noGrp="1"/>
          </p:cNvSpPr>
          <p:nvPr>
            <p:ph type="body" sz="quarter" idx="48" hasCustomPrompt="1"/>
          </p:nvPr>
        </p:nvSpPr>
        <p:spPr>
          <a:xfrm>
            <a:off x="8832304" y="4005064"/>
            <a:ext cx="2232096" cy="1008112"/>
          </a:xfrm>
        </p:spPr>
        <p:txBody>
          <a:bodyPr tIns="72000" bIns="72000" anchor="b"/>
          <a:lstStyle>
            <a:lvl1pPr>
              <a:spcBef>
                <a:spcPts val="300"/>
              </a:spcBef>
              <a:defRPr sz="1200"/>
            </a:lvl1pPr>
            <a:lvl2pPr>
              <a:spcBef>
                <a:spcPts val="30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p:txBody>
      </p:sp>
      <p:cxnSp>
        <p:nvCxnSpPr>
          <p:cNvPr id="49" name="Gerader Verbinder 48">
            <a:extLst>
              <a:ext uri="{FF2B5EF4-FFF2-40B4-BE49-F238E27FC236}">
                <a16:creationId xmlns:a16="http://schemas.microsoft.com/office/drawing/2014/main" id="{2AFBEC76-A5E3-4FE5-AA55-98538CA5A839}"/>
              </a:ext>
            </a:extLst>
          </p:cNvPr>
          <p:cNvCxnSpPr>
            <a:cxnSpLocks/>
          </p:cNvCxnSpPr>
          <p:nvPr userDrawn="1"/>
        </p:nvCxnSpPr>
        <p:spPr>
          <a:xfrm>
            <a:off x="2927648" y="4005064"/>
            <a:ext cx="0" cy="1008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50" name="Gerader Verbinder 49">
            <a:extLst>
              <a:ext uri="{FF2B5EF4-FFF2-40B4-BE49-F238E27FC236}">
                <a16:creationId xmlns:a16="http://schemas.microsoft.com/office/drawing/2014/main" id="{DA7E87B1-DEA1-45BF-BC7B-1CD2153C0557}"/>
              </a:ext>
            </a:extLst>
          </p:cNvPr>
          <p:cNvCxnSpPr>
            <a:cxnSpLocks/>
          </p:cNvCxnSpPr>
          <p:nvPr userDrawn="1"/>
        </p:nvCxnSpPr>
        <p:spPr>
          <a:xfrm>
            <a:off x="5663952" y="4005064"/>
            <a:ext cx="0" cy="1008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51" name="Gerader Verbinder 50">
            <a:extLst>
              <a:ext uri="{FF2B5EF4-FFF2-40B4-BE49-F238E27FC236}">
                <a16:creationId xmlns:a16="http://schemas.microsoft.com/office/drawing/2014/main" id="{33AB443D-38C2-45A5-B1EA-EF381D054426}"/>
              </a:ext>
            </a:extLst>
          </p:cNvPr>
          <p:cNvCxnSpPr>
            <a:cxnSpLocks/>
          </p:cNvCxnSpPr>
          <p:nvPr userDrawn="1"/>
        </p:nvCxnSpPr>
        <p:spPr>
          <a:xfrm>
            <a:off x="8400256" y="4005064"/>
            <a:ext cx="0" cy="1008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52" name="Gerader Verbinder 51">
            <a:extLst>
              <a:ext uri="{FF2B5EF4-FFF2-40B4-BE49-F238E27FC236}">
                <a16:creationId xmlns:a16="http://schemas.microsoft.com/office/drawing/2014/main" id="{176C3379-E73B-4896-B13D-E22548CBA812}"/>
              </a:ext>
            </a:extLst>
          </p:cNvPr>
          <p:cNvCxnSpPr>
            <a:cxnSpLocks/>
          </p:cNvCxnSpPr>
          <p:nvPr userDrawn="1"/>
        </p:nvCxnSpPr>
        <p:spPr>
          <a:xfrm>
            <a:off x="11136560" y="4005064"/>
            <a:ext cx="0" cy="1008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53" name="Textplatzhalter 28">
            <a:extLst>
              <a:ext uri="{FF2B5EF4-FFF2-40B4-BE49-F238E27FC236}">
                <a16:creationId xmlns:a16="http://schemas.microsoft.com/office/drawing/2014/main" id="{CF42C74D-A76B-49BF-AD61-20B532D72D3F}"/>
              </a:ext>
            </a:extLst>
          </p:cNvPr>
          <p:cNvSpPr>
            <a:spLocks noGrp="1"/>
          </p:cNvSpPr>
          <p:nvPr>
            <p:ph type="body" sz="quarter" idx="50" hasCustomPrompt="1"/>
          </p:nvPr>
        </p:nvSpPr>
        <p:spPr>
          <a:xfrm>
            <a:off x="623392" y="4005064"/>
            <a:ext cx="2232096" cy="1008112"/>
          </a:xfrm>
        </p:spPr>
        <p:txBody>
          <a:bodyPr tIns="72000" bIns="72000" anchor="b"/>
          <a:lstStyle>
            <a:lvl1pPr>
              <a:spcBef>
                <a:spcPts val="300"/>
              </a:spcBef>
              <a:defRPr sz="1200"/>
            </a:lvl1pPr>
            <a:lvl2pPr>
              <a:spcBef>
                <a:spcPts val="30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3583311462"/>
      </p:ext>
    </p:extLst>
  </p:cSld>
  <p:clrMapOvr>
    <a:masterClrMapping/>
  </p:clrMapOvr>
  <p:extLst>
    <p:ext uri="{DCECCB84-F9BA-43D5-87BE-67443E8EF086}">
      <p15:sldGuideLst xmlns:p15="http://schemas.microsoft.com/office/powerpoint/2012/main"/>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Timetable with 6 units">
    <p:spTree>
      <p:nvGrpSpPr>
        <p:cNvPr id="1" name=""/>
        <p:cNvGrpSpPr/>
        <p:nvPr/>
      </p:nvGrpSpPr>
      <p:grpSpPr>
        <a:xfrm>
          <a:off x="0" y="0"/>
          <a:ext cx="0" cy="0"/>
          <a:chOff x="0" y="0"/>
          <a:chExt cx="0" cy="0"/>
        </a:xfrm>
      </p:grpSpPr>
      <p:graphicFrame>
        <p:nvGraphicFramePr>
          <p:cNvPr id="4" name="Objekt 3"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9" imgW="353" imgH="353" progId="TCLayout.ActiveDocument.1">
                  <p:embed/>
                </p:oleObj>
              </mc:Choice>
              <mc:Fallback>
                <p:oleObj name="think-cell Slide" r:id="rId9" imgW="353" imgH="353" progId="TCLayout.ActiveDocument.1">
                  <p:embed/>
                  <p:pic>
                    <p:nvPicPr>
                      <p:cNvPr id="4" name="Objekt 3" hidden="1"/>
                      <p:cNvPicPr/>
                      <p:nvPr/>
                    </p:nvPicPr>
                    <p:blipFill>
                      <a:blip r:embed="rId10"/>
                      <a:stretch>
                        <a:fillRect/>
                      </a:stretch>
                    </p:blipFill>
                    <p:spPr>
                      <a:xfrm>
                        <a:off x="1588" y="1588"/>
                        <a:ext cx="1587" cy="1587"/>
                      </a:xfrm>
                      <a:prstGeom prst="rect">
                        <a:avLst/>
                      </a:prstGeom>
                    </p:spPr>
                  </p:pic>
                </p:oleObj>
              </mc:Fallback>
            </mc:AlternateContent>
          </a:graphicData>
        </a:graphic>
      </p:graphicFrame>
      <p:sp>
        <p:nvSpPr>
          <p:cNvPr id="7" name="Fußzeilenplatzhalter 6"/>
          <p:cNvSpPr>
            <a:spLocks noGrp="1"/>
          </p:cNvSpPr>
          <p:nvPr>
            <p:ph type="ftr" sz="quarter" idx="24"/>
          </p:nvPr>
        </p:nvSpPr>
        <p:spPr bwMode="gray"/>
        <p:txBody>
          <a:bodyPr/>
          <a:lstStyle/>
          <a:p>
            <a:r>
              <a:rPr lang="en-US" dirty="0"/>
              <a:t>Standard chart library</a:t>
            </a:r>
          </a:p>
        </p:txBody>
      </p:sp>
      <p:sp>
        <p:nvSpPr>
          <p:cNvPr id="9" name="Foliennummernplatzhalter 8"/>
          <p:cNvSpPr>
            <a:spLocks noGrp="1"/>
          </p:cNvSpPr>
          <p:nvPr>
            <p:ph type="sldNum" sz="quarter" idx="25"/>
          </p:nvPr>
        </p:nvSpPr>
        <p:spPr bwMode="gray"/>
        <p:txBody>
          <a:bodyPr/>
          <a:lstStyle>
            <a:lvl1pPr>
              <a:defRPr>
                <a:solidFill>
                  <a:schemeClr val="tx1"/>
                </a:solidFill>
              </a:defRPr>
            </a:lvl1pPr>
          </a:lstStyle>
          <a:p>
            <a:fld id="{215533F2-C0B5-4315-85D8-5EA869B6EE8B}" type="slidenum">
              <a:rPr lang="en-US" smtClean="0"/>
              <a:pPr/>
              <a:t>‹#›</a:t>
            </a:fld>
            <a:endParaRPr lang="en-US" dirty="0"/>
          </a:p>
        </p:txBody>
      </p:sp>
      <p:sp>
        <p:nvSpPr>
          <p:cNvPr id="11" name="MIO_VALID_LAYOUT" hidden="1"/>
          <p:cNvSpPr/>
          <p:nvPr userDrawn="1"/>
        </p:nvSpPr>
        <p:spPr bwMode="gray">
          <a:xfrm>
            <a:off x="11856640" y="6597171"/>
            <a:ext cx="335360" cy="260829"/>
          </a:xfrm>
          <a:prstGeom prst="rect">
            <a:avLst/>
          </a:prstGeom>
          <a:no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
        <p:nvSpPr>
          <p:cNvPr id="18" name="Text Placeholder 7"/>
          <p:cNvSpPr>
            <a:spLocks noGrp="1"/>
          </p:cNvSpPr>
          <p:nvPr>
            <p:ph type="body" sz="quarter" idx="13" hasCustomPrompt="1"/>
          </p:nvPr>
        </p:nvSpPr>
        <p:spPr bwMode="gray">
          <a:xfrm>
            <a:off x="623888" y="332656"/>
            <a:ext cx="10944225" cy="398144"/>
          </a:xfrm>
          <a:prstGeom prst="rect">
            <a:avLst/>
          </a:prstGeom>
        </p:spPr>
        <p:txBody>
          <a:bodyPr tIns="18000" anchor="t">
            <a:noAutofit/>
          </a:bodyPr>
          <a:lstStyle>
            <a:lvl1pPr marL="0" indent="0">
              <a:lnSpc>
                <a:spcPct val="100000"/>
              </a:lnSpc>
              <a:spcBef>
                <a:spcPts val="0"/>
              </a:spcBef>
              <a:spcAft>
                <a:spcPts val="0"/>
              </a:spcAft>
              <a:buFont typeface="Arial" panose="020B0604020202020204" pitchFamily="34" charset="0"/>
              <a:buNone/>
              <a:defRPr sz="2200" b="0" baseline="0">
                <a:solidFill>
                  <a:schemeClr val="accent1"/>
                </a:solidFill>
              </a:defRPr>
            </a:lvl1pPr>
            <a:lvl2pPr marL="0" indent="0">
              <a:lnSpc>
                <a:spcPct val="100000"/>
              </a:lnSpc>
              <a:spcBef>
                <a:spcPts val="0"/>
              </a:spcBef>
              <a:spcAft>
                <a:spcPts val="0"/>
              </a:spcAft>
              <a:buFont typeface="Arial" panose="020B0604020202020204" pitchFamily="34" charset="0"/>
              <a:buNone/>
              <a:defRPr sz="2200" b="0">
                <a:solidFill>
                  <a:schemeClr val="accent1"/>
                </a:solidFill>
              </a:defRPr>
            </a:lvl2pPr>
            <a:lvl3pPr marL="0" indent="0">
              <a:lnSpc>
                <a:spcPct val="100000"/>
              </a:lnSpc>
              <a:spcBef>
                <a:spcPts val="0"/>
              </a:spcBef>
              <a:spcAft>
                <a:spcPts val="0"/>
              </a:spcAft>
              <a:buNone/>
              <a:defRPr sz="2200" b="0">
                <a:solidFill>
                  <a:schemeClr val="accent1"/>
                </a:solidFill>
              </a:defRPr>
            </a:lvl3pPr>
            <a:lvl4pPr marL="0" indent="0">
              <a:lnSpc>
                <a:spcPct val="100000"/>
              </a:lnSpc>
              <a:spcBef>
                <a:spcPts val="0"/>
              </a:spcBef>
              <a:spcAft>
                <a:spcPts val="0"/>
              </a:spcAft>
              <a:buNone/>
              <a:defRPr sz="2200" b="0">
                <a:solidFill>
                  <a:schemeClr val="accent1"/>
                </a:solidFill>
              </a:defRPr>
            </a:lvl4pPr>
            <a:lvl5pPr marL="0" indent="0">
              <a:lnSpc>
                <a:spcPct val="100000"/>
              </a:lnSpc>
              <a:spcBef>
                <a:spcPts val="0"/>
              </a:spcBef>
              <a:spcAft>
                <a:spcPts val="0"/>
              </a:spcAft>
              <a:buNone/>
              <a:defRPr sz="2200" b="0">
                <a:solidFill>
                  <a:schemeClr val="accent1"/>
                </a:solidFill>
              </a:defRPr>
            </a:lvl5pPr>
            <a:lvl6pPr marL="0" indent="0">
              <a:lnSpc>
                <a:spcPct val="100000"/>
              </a:lnSpc>
              <a:spcBef>
                <a:spcPts val="0"/>
              </a:spcBef>
              <a:spcAft>
                <a:spcPts val="0"/>
              </a:spcAft>
              <a:buNone/>
              <a:defRPr sz="2200" b="0">
                <a:solidFill>
                  <a:schemeClr val="accent1"/>
                </a:solidFill>
              </a:defRPr>
            </a:lvl6pPr>
            <a:lvl7pPr marL="0" indent="0">
              <a:lnSpc>
                <a:spcPct val="100000"/>
              </a:lnSpc>
              <a:spcBef>
                <a:spcPts val="0"/>
              </a:spcBef>
              <a:spcAft>
                <a:spcPts val="0"/>
              </a:spcAft>
              <a:buNone/>
              <a:defRPr sz="2200" b="0">
                <a:solidFill>
                  <a:schemeClr val="accent1"/>
                </a:solidFill>
              </a:defRPr>
            </a:lvl7pPr>
            <a:lvl8pPr marL="0" indent="0">
              <a:lnSpc>
                <a:spcPct val="100000"/>
              </a:lnSpc>
              <a:spcBef>
                <a:spcPts val="0"/>
              </a:spcBef>
              <a:spcAft>
                <a:spcPts val="0"/>
              </a:spcAft>
              <a:buNone/>
              <a:defRPr sz="2200" b="0">
                <a:solidFill>
                  <a:schemeClr val="accent1"/>
                </a:solidFill>
              </a:defRPr>
            </a:lvl8pPr>
            <a:lvl9pPr marL="0" indent="0">
              <a:lnSpc>
                <a:spcPct val="100000"/>
              </a:lnSpc>
              <a:spcBef>
                <a:spcPts val="0"/>
              </a:spcBef>
              <a:spcAft>
                <a:spcPts val="0"/>
              </a:spcAft>
              <a:buNone/>
              <a:defRPr sz="2200" b="0">
                <a:solidFill>
                  <a:schemeClr val="accent1"/>
                </a:solidFill>
              </a:defRPr>
            </a:lvl9pPr>
          </a:lstStyle>
          <a:p>
            <a:pPr lvl="0"/>
            <a:r>
              <a:rPr lang="en-US" noProof="0" dirty="0"/>
              <a:t>Click to add action title</a:t>
            </a:r>
          </a:p>
        </p:txBody>
      </p:sp>
      <p:sp>
        <p:nvSpPr>
          <p:cNvPr id="19" name="Title 4"/>
          <p:cNvSpPr>
            <a:spLocks noGrp="1"/>
          </p:cNvSpPr>
          <p:nvPr>
            <p:ph type="title" hasCustomPrompt="1"/>
          </p:nvPr>
        </p:nvSpPr>
        <p:spPr>
          <a:xfrm>
            <a:off x="623888" y="730800"/>
            <a:ext cx="10944225" cy="325952"/>
          </a:xfrm>
        </p:spPr>
        <p:txBody>
          <a:bodyPr/>
          <a:lstStyle/>
          <a:p>
            <a:r>
              <a:rPr lang="en-US" dirty="0"/>
              <a:t>Insert slide title here (max. 2 lines | max. 1 line with Action Title)</a:t>
            </a:r>
          </a:p>
        </p:txBody>
      </p:sp>
      <p:sp>
        <p:nvSpPr>
          <p:cNvPr id="53" name="Pfeil: Fünfeck 52">
            <a:extLst>
              <a:ext uri="{FF2B5EF4-FFF2-40B4-BE49-F238E27FC236}">
                <a16:creationId xmlns:a16="http://schemas.microsoft.com/office/drawing/2014/main" id="{AEDF42BC-20A6-4E8C-845D-818FECAACBBB}"/>
              </a:ext>
            </a:extLst>
          </p:cNvPr>
          <p:cNvSpPr/>
          <p:nvPr userDrawn="1"/>
        </p:nvSpPr>
        <p:spPr bwMode="gray">
          <a:xfrm>
            <a:off x="624383" y="3590984"/>
            <a:ext cx="10944225" cy="396000"/>
          </a:xfrm>
          <a:prstGeom prst="homePlate">
            <a:avLst>
              <a:gd name="adj" fmla="val 20000"/>
            </a:avLst>
          </a:prstGeom>
          <a:solidFill>
            <a:schemeClr val="accent1"/>
          </a:solidFill>
          <a:ln w="12700"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
        <p:nvSpPr>
          <p:cNvPr id="55" name="Bildplatzhalter 14">
            <a:extLst>
              <a:ext uri="{FF2B5EF4-FFF2-40B4-BE49-F238E27FC236}">
                <a16:creationId xmlns:a16="http://schemas.microsoft.com/office/drawing/2014/main" id="{0AA1F9D0-F3C9-4E4B-A7C0-867F817280D5}"/>
              </a:ext>
            </a:extLst>
          </p:cNvPr>
          <p:cNvSpPr>
            <a:spLocks noGrp="1"/>
          </p:cNvSpPr>
          <p:nvPr>
            <p:ph type="pic" sz="quarter" idx="32" hasCustomPrompt="1"/>
            <p:custDataLst>
              <p:tags r:id="rId2"/>
            </p:custDataLst>
          </p:nvPr>
        </p:nvSpPr>
        <p:spPr>
          <a:xfrm>
            <a:off x="1271464" y="1484313"/>
            <a:ext cx="2952328" cy="1008000"/>
          </a:xfrm>
          <a:prstGeom prst="roundRect">
            <a:avLst>
              <a:gd name="adj" fmla="val 6300"/>
            </a:avLst>
          </a:prstGeom>
          <a:solidFill>
            <a:schemeClr val="bg1">
              <a:lumMod val="75000"/>
            </a:schemeClr>
          </a:solidFill>
        </p:spPr>
        <p:txBody>
          <a:bodyPr tIns="648000" anchor="ctr"/>
          <a:lstStyle>
            <a:lvl1pPr algn="ctr">
              <a:spcBef>
                <a:spcPts val="0"/>
              </a:spcBef>
              <a:spcAft>
                <a:spcPts val="0"/>
              </a:spcAft>
              <a:defRPr sz="1000">
                <a:solidFill>
                  <a:schemeClr val="tx1"/>
                </a:solidFill>
              </a:defRPr>
            </a:lvl1pPr>
          </a:lstStyle>
          <a:p>
            <a:r>
              <a:rPr lang="en-US" dirty="0"/>
              <a:t>Click icon </a:t>
            </a:r>
            <a:br>
              <a:rPr lang="en-US" dirty="0"/>
            </a:br>
            <a:r>
              <a:rPr lang="en-US" dirty="0"/>
              <a:t>to add picture</a:t>
            </a:r>
          </a:p>
        </p:txBody>
      </p:sp>
      <p:sp>
        <p:nvSpPr>
          <p:cNvPr id="56" name="Bildplatzhalter 14">
            <a:extLst>
              <a:ext uri="{FF2B5EF4-FFF2-40B4-BE49-F238E27FC236}">
                <a16:creationId xmlns:a16="http://schemas.microsoft.com/office/drawing/2014/main" id="{F8A134F1-3166-45D6-AD24-89CCFF3E715E}"/>
              </a:ext>
            </a:extLst>
          </p:cNvPr>
          <p:cNvSpPr>
            <a:spLocks noGrp="1"/>
          </p:cNvSpPr>
          <p:nvPr>
            <p:ph type="pic" sz="quarter" idx="34" hasCustomPrompt="1"/>
            <p:custDataLst>
              <p:tags r:id="rId3"/>
            </p:custDataLst>
          </p:nvPr>
        </p:nvSpPr>
        <p:spPr>
          <a:xfrm>
            <a:off x="4872033" y="1484313"/>
            <a:ext cx="2952000" cy="1008000"/>
          </a:xfrm>
          <a:prstGeom prst="roundRect">
            <a:avLst>
              <a:gd name="adj" fmla="val 6300"/>
            </a:avLst>
          </a:prstGeom>
          <a:solidFill>
            <a:schemeClr val="bg1">
              <a:lumMod val="75000"/>
            </a:schemeClr>
          </a:solidFill>
        </p:spPr>
        <p:txBody>
          <a:bodyPr tIns="648000" anchor="ctr"/>
          <a:lstStyle>
            <a:lvl1pPr algn="ctr">
              <a:spcBef>
                <a:spcPts val="0"/>
              </a:spcBef>
              <a:spcAft>
                <a:spcPts val="0"/>
              </a:spcAft>
              <a:defRPr sz="1000">
                <a:solidFill>
                  <a:schemeClr val="tx1"/>
                </a:solidFill>
              </a:defRPr>
            </a:lvl1pPr>
          </a:lstStyle>
          <a:p>
            <a:r>
              <a:rPr lang="en-US" dirty="0"/>
              <a:t>Click icon </a:t>
            </a:r>
            <a:br>
              <a:rPr lang="en-US" dirty="0"/>
            </a:br>
            <a:r>
              <a:rPr lang="en-US" dirty="0"/>
              <a:t>to add picture</a:t>
            </a:r>
          </a:p>
        </p:txBody>
      </p:sp>
      <p:sp>
        <p:nvSpPr>
          <p:cNvPr id="57" name="Bildplatzhalter 14">
            <a:extLst>
              <a:ext uri="{FF2B5EF4-FFF2-40B4-BE49-F238E27FC236}">
                <a16:creationId xmlns:a16="http://schemas.microsoft.com/office/drawing/2014/main" id="{A0C9B7E0-9DA2-4112-BF97-790A054DFDA7}"/>
              </a:ext>
            </a:extLst>
          </p:cNvPr>
          <p:cNvSpPr>
            <a:spLocks noGrp="1"/>
          </p:cNvSpPr>
          <p:nvPr>
            <p:ph type="pic" sz="quarter" idx="36" hasCustomPrompt="1"/>
            <p:custDataLst>
              <p:tags r:id="rId4"/>
            </p:custDataLst>
          </p:nvPr>
        </p:nvSpPr>
        <p:spPr>
          <a:xfrm>
            <a:off x="8472432" y="1484313"/>
            <a:ext cx="2952000" cy="1008000"/>
          </a:xfrm>
          <a:prstGeom prst="roundRect">
            <a:avLst>
              <a:gd name="adj" fmla="val 6300"/>
            </a:avLst>
          </a:prstGeom>
          <a:solidFill>
            <a:schemeClr val="bg1">
              <a:lumMod val="75000"/>
            </a:schemeClr>
          </a:solidFill>
        </p:spPr>
        <p:txBody>
          <a:bodyPr tIns="648000" anchor="ctr"/>
          <a:lstStyle>
            <a:lvl1pPr algn="ctr">
              <a:spcBef>
                <a:spcPts val="0"/>
              </a:spcBef>
              <a:spcAft>
                <a:spcPts val="0"/>
              </a:spcAft>
              <a:defRPr sz="1000">
                <a:solidFill>
                  <a:schemeClr val="tx1"/>
                </a:solidFill>
              </a:defRPr>
            </a:lvl1pPr>
          </a:lstStyle>
          <a:p>
            <a:r>
              <a:rPr lang="en-US" dirty="0"/>
              <a:t>Click icon </a:t>
            </a:r>
            <a:br>
              <a:rPr lang="en-US" dirty="0"/>
            </a:br>
            <a:r>
              <a:rPr lang="en-US" dirty="0"/>
              <a:t>to add picture</a:t>
            </a:r>
          </a:p>
        </p:txBody>
      </p:sp>
      <p:sp>
        <p:nvSpPr>
          <p:cNvPr id="58" name="Textplatzhalter 28">
            <a:extLst>
              <a:ext uri="{FF2B5EF4-FFF2-40B4-BE49-F238E27FC236}">
                <a16:creationId xmlns:a16="http://schemas.microsoft.com/office/drawing/2014/main" id="{E2EFC9AD-A96D-46FB-82EC-87509E3EE16C}"/>
              </a:ext>
            </a:extLst>
          </p:cNvPr>
          <p:cNvSpPr>
            <a:spLocks noGrp="1"/>
          </p:cNvSpPr>
          <p:nvPr>
            <p:ph type="body" sz="quarter" idx="18" hasCustomPrompt="1"/>
          </p:nvPr>
        </p:nvSpPr>
        <p:spPr>
          <a:xfrm>
            <a:off x="1343471" y="2564904"/>
            <a:ext cx="2880000" cy="1008000"/>
          </a:xfrm>
        </p:spPr>
        <p:txBody>
          <a:bodyPr tIns="72000" bIns="72000"/>
          <a:lstStyle>
            <a:lvl1pPr>
              <a:spcBef>
                <a:spcPts val="300"/>
              </a:spcBef>
              <a:defRPr sz="1200"/>
            </a:lvl1pPr>
            <a:lvl2pPr>
              <a:spcBef>
                <a:spcPts val="30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p:txBody>
      </p:sp>
      <p:sp>
        <p:nvSpPr>
          <p:cNvPr id="59" name="Textplatzhalter 28">
            <a:extLst>
              <a:ext uri="{FF2B5EF4-FFF2-40B4-BE49-F238E27FC236}">
                <a16:creationId xmlns:a16="http://schemas.microsoft.com/office/drawing/2014/main" id="{6387F5FB-9337-4DD5-8B61-01B2C5BE0D2E}"/>
              </a:ext>
            </a:extLst>
          </p:cNvPr>
          <p:cNvSpPr>
            <a:spLocks noGrp="1"/>
          </p:cNvSpPr>
          <p:nvPr>
            <p:ph type="body" sz="quarter" idx="41" hasCustomPrompt="1"/>
          </p:nvPr>
        </p:nvSpPr>
        <p:spPr>
          <a:xfrm>
            <a:off x="4944192" y="2564904"/>
            <a:ext cx="2880000" cy="1008000"/>
          </a:xfrm>
        </p:spPr>
        <p:txBody>
          <a:bodyPr tIns="72000" bIns="72000"/>
          <a:lstStyle>
            <a:lvl1pPr>
              <a:spcBef>
                <a:spcPts val="300"/>
              </a:spcBef>
              <a:defRPr sz="1200"/>
            </a:lvl1pPr>
            <a:lvl2pPr>
              <a:spcBef>
                <a:spcPts val="30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p:txBody>
      </p:sp>
      <p:sp>
        <p:nvSpPr>
          <p:cNvPr id="60" name="Textplatzhalter 28">
            <a:extLst>
              <a:ext uri="{FF2B5EF4-FFF2-40B4-BE49-F238E27FC236}">
                <a16:creationId xmlns:a16="http://schemas.microsoft.com/office/drawing/2014/main" id="{8F544177-EAC9-4058-A2E4-640312D8F849}"/>
              </a:ext>
            </a:extLst>
          </p:cNvPr>
          <p:cNvSpPr>
            <a:spLocks noGrp="1"/>
          </p:cNvSpPr>
          <p:nvPr>
            <p:ph type="body" sz="quarter" idx="45" hasCustomPrompt="1"/>
          </p:nvPr>
        </p:nvSpPr>
        <p:spPr>
          <a:xfrm>
            <a:off x="8544592" y="2564904"/>
            <a:ext cx="2880000" cy="1008000"/>
          </a:xfrm>
        </p:spPr>
        <p:txBody>
          <a:bodyPr tIns="72000" bIns="72000"/>
          <a:lstStyle>
            <a:lvl1pPr>
              <a:spcBef>
                <a:spcPts val="300"/>
              </a:spcBef>
              <a:defRPr sz="1200"/>
            </a:lvl1pPr>
            <a:lvl2pPr>
              <a:spcBef>
                <a:spcPts val="30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p:txBody>
      </p:sp>
      <p:cxnSp>
        <p:nvCxnSpPr>
          <p:cNvPr id="61" name="Gerader Verbinder 60">
            <a:extLst>
              <a:ext uri="{FF2B5EF4-FFF2-40B4-BE49-F238E27FC236}">
                <a16:creationId xmlns:a16="http://schemas.microsoft.com/office/drawing/2014/main" id="{8FAD5406-BE8D-4152-AA36-5150FCE48E29}"/>
              </a:ext>
            </a:extLst>
          </p:cNvPr>
          <p:cNvCxnSpPr>
            <a:cxnSpLocks/>
          </p:cNvCxnSpPr>
          <p:nvPr userDrawn="1"/>
        </p:nvCxnSpPr>
        <p:spPr>
          <a:xfrm>
            <a:off x="1271464" y="2565016"/>
            <a:ext cx="0" cy="1008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62" name="Gerader Verbinder 61">
            <a:extLst>
              <a:ext uri="{FF2B5EF4-FFF2-40B4-BE49-F238E27FC236}">
                <a16:creationId xmlns:a16="http://schemas.microsoft.com/office/drawing/2014/main" id="{5BC2DDF5-29E3-4FDF-AE0D-C03BD2A3D529}"/>
              </a:ext>
            </a:extLst>
          </p:cNvPr>
          <p:cNvCxnSpPr>
            <a:cxnSpLocks/>
          </p:cNvCxnSpPr>
          <p:nvPr userDrawn="1"/>
        </p:nvCxnSpPr>
        <p:spPr>
          <a:xfrm>
            <a:off x="4872033" y="2565016"/>
            <a:ext cx="0" cy="1008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63" name="Gerader Verbinder 62">
            <a:extLst>
              <a:ext uri="{FF2B5EF4-FFF2-40B4-BE49-F238E27FC236}">
                <a16:creationId xmlns:a16="http://schemas.microsoft.com/office/drawing/2014/main" id="{D4FA3923-0231-4F6B-AAF8-68B7A50C9FCD}"/>
              </a:ext>
            </a:extLst>
          </p:cNvPr>
          <p:cNvCxnSpPr>
            <a:cxnSpLocks/>
          </p:cNvCxnSpPr>
          <p:nvPr userDrawn="1"/>
        </p:nvCxnSpPr>
        <p:spPr>
          <a:xfrm>
            <a:off x="8472585" y="2565016"/>
            <a:ext cx="0" cy="1008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64" name="Bildplatzhalter 14">
            <a:extLst>
              <a:ext uri="{FF2B5EF4-FFF2-40B4-BE49-F238E27FC236}">
                <a16:creationId xmlns:a16="http://schemas.microsoft.com/office/drawing/2014/main" id="{D2266088-96D6-4BC5-BC6D-D70CE32CE6AC}"/>
              </a:ext>
            </a:extLst>
          </p:cNvPr>
          <p:cNvSpPr>
            <a:spLocks noGrp="1"/>
          </p:cNvSpPr>
          <p:nvPr>
            <p:ph type="pic" sz="quarter" idx="27" hasCustomPrompt="1"/>
            <p:custDataLst>
              <p:tags r:id="rId5"/>
            </p:custDataLst>
          </p:nvPr>
        </p:nvSpPr>
        <p:spPr>
          <a:xfrm>
            <a:off x="623392" y="5085296"/>
            <a:ext cx="2952000" cy="1008000"/>
          </a:xfrm>
          <a:prstGeom prst="roundRect">
            <a:avLst>
              <a:gd name="adj" fmla="val 6300"/>
            </a:avLst>
          </a:prstGeom>
          <a:solidFill>
            <a:schemeClr val="bg1">
              <a:lumMod val="75000"/>
            </a:schemeClr>
          </a:solidFill>
        </p:spPr>
        <p:txBody>
          <a:bodyPr tIns="648000" anchor="ctr"/>
          <a:lstStyle>
            <a:lvl1pPr algn="ctr">
              <a:spcBef>
                <a:spcPts val="0"/>
              </a:spcBef>
              <a:spcAft>
                <a:spcPts val="0"/>
              </a:spcAft>
              <a:defRPr sz="1000">
                <a:solidFill>
                  <a:schemeClr val="tx1"/>
                </a:solidFill>
              </a:defRPr>
            </a:lvl1pPr>
          </a:lstStyle>
          <a:p>
            <a:r>
              <a:rPr lang="en-US" dirty="0"/>
              <a:t>Click icon </a:t>
            </a:r>
            <a:br>
              <a:rPr lang="en-US" dirty="0"/>
            </a:br>
            <a:r>
              <a:rPr lang="en-US" dirty="0"/>
              <a:t>to add picture</a:t>
            </a:r>
          </a:p>
        </p:txBody>
      </p:sp>
      <p:sp>
        <p:nvSpPr>
          <p:cNvPr id="65" name="Bildplatzhalter 14">
            <a:extLst>
              <a:ext uri="{FF2B5EF4-FFF2-40B4-BE49-F238E27FC236}">
                <a16:creationId xmlns:a16="http://schemas.microsoft.com/office/drawing/2014/main" id="{F5491A98-01E7-49EC-BBC5-6F2F4E064D6A}"/>
              </a:ext>
            </a:extLst>
          </p:cNvPr>
          <p:cNvSpPr>
            <a:spLocks noGrp="1"/>
          </p:cNvSpPr>
          <p:nvPr>
            <p:ph type="pic" sz="quarter" idx="29" hasCustomPrompt="1"/>
            <p:custDataLst>
              <p:tags r:id="rId6"/>
            </p:custDataLst>
          </p:nvPr>
        </p:nvSpPr>
        <p:spPr>
          <a:xfrm>
            <a:off x="4224120" y="5085296"/>
            <a:ext cx="2952000" cy="1008000"/>
          </a:xfrm>
          <a:prstGeom prst="roundRect">
            <a:avLst>
              <a:gd name="adj" fmla="val 6300"/>
            </a:avLst>
          </a:prstGeom>
          <a:solidFill>
            <a:schemeClr val="bg1">
              <a:lumMod val="75000"/>
            </a:schemeClr>
          </a:solidFill>
        </p:spPr>
        <p:txBody>
          <a:bodyPr tIns="648000" anchor="ctr"/>
          <a:lstStyle>
            <a:lvl1pPr algn="ctr">
              <a:spcBef>
                <a:spcPts val="0"/>
              </a:spcBef>
              <a:spcAft>
                <a:spcPts val="0"/>
              </a:spcAft>
              <a:defRPr sz="1000">
                <a:solidFill>
                  <a:schemeClr val="tx1"/>
                </a:solidFill>
              </a:defRPr>
            </a:lvl1pPr>
          </a:lstStyle>
          <a:p>
            <a:r>
              <a:rPr lang="en-US" dirty="0"/>
              <a:t>Click icon </a:t>
            </a:r>
            <a:br>
              <a:rPr lang="en-US" dirty="0"/>
            </a:br>
            <a:r>
              <a:rPr lang="en-US" dirty="0"/>
              <a:t>to add picture</a:t>
            </a:r>
          </a:p>
        </p:txBody>
      </p:sp>
      <p:sp>
        <p:nvSpPr>
          <p:cNvPr id="66" name="Bildplatzhalter 14">
            <a:extLst>
              <a:ext uri="{FF2B5EF4-FFF2-40B4-BE49-F238E27FC236}">
                <a16:creationId xmlns:a16="http://schemas.microsoft.com/office/drawing/2014/main" id="{5EAB7280-34D6-4262-89A4-929F705559E4}"/>
              </a:ext>
            </a:extLst>
          </p:cNvPr>
          <p:cNvSpPr>
            <a:spLocks noGrp="1"/>
          </p:cNvSpPr>
          <p:nvPr>
            <p:ph type="pic" sz="quarter" idx="31" hasCustomPrompt="1"/>
            <p:custDataLst>
              <p:tags r:id="rId7"/>
            </p:custDataLst>
          </p:nvPr>
        </p:nvSpPr>
        <p:spPr>
          <a:xfrm>
            <a:off x="7824520" y="5085296"/>
            <a:ext cx="2952000" cy="1008000"/>
          </a:xfrm>
          <a:prstGeom prst="roundRect">
            <a:avLst>
              <a:gd name="adj" fmla="val 6300"/>
            </a:avLst>
          </a:prstGeom>
          <a:solidFill>
            <a:schemeClr val="bg1">
              <a:lumMod val="75000"/>
            </a:schemeClr>
          </a:solidFill>
        </p:spPr>
        <p:txBody>
          <a:bodyPr tIns="648000" anchor="ctr"/>
          <a:lstStyle>
            <a:lvl1pPr algn="ctr">
              <a:spcBef>
                <a:spcPts val="0"/>
              </a:spcBef>
              <a:spcAft>
                <a:spcPts val="0"/>
              </a:spcAft>
              <a:defRPr sz="1000">
                <a:solidFill>
                  <a:schemeClr val="tx1"/>
                </a:solidFill>
              </a:defRPr>
            </a:lvl1pPr>
          </a:lstStyle>
          <a:p>
            <a:r>
              <a:rPr lang="en-US" dirty="0"/>
              <a:t>Click icon </a:t>
            </a:r>
            <a:br>
              <a:rPr lang="en-US" dirty="0"/>
            </a:br>
            <a:r>
              <a:rPr lang="en-US" dirty="0"/>
              <a:t>to add picture</a:t>
            </a:r>
          </a:p>
        </p:txBody>
      </p:sp>
      <p:sp>
        <p:nvSpPr>
          <p:cNvPr id="67" name="Textplatzhalter 28">
            <a:extLst>
              <a:ext uri="{FF2B5EF4-FFF2-40B4-BE49-F238E27FC236}">
                <a16:creationId xmlns:a16="http://schemas.microsoft.com/office/drawing/2014/main" id="{8ED53DC7-5605-4B2C-8B19-F7A8A6D4447D}"/>
              </a:ext>
            </a:extLst>
          </p:cNvPr>
          <p:cNvSpPr>
            <a:spLocks noGrp="1"/>
          </p:cNvSpPr>
          <p:nvPr>
            <p:ph type="body" sz="quarter" idx="40" hasCustomPrompt="1"/>
          </p:nvPr>
        </p:nvSpPr>
        <p:spPr>
          <a:xfrm>
            <a:off x="623392" y="4005064"/>
            <a:ext cx="2880000" cy="1008112"/>
          </a:xfrm>
        </p:spPr>
        <p:txBody>
          <a:bodyPr tIns="72000" bIns="72000" anchor="b"/>
          <a:lstStyle>
            <a:lvl1pPr>
              <a:spcBef>
                <a:spcPts val="300"/>
              </a:spcBef>
              <a:defRPr sz="1200"/>
            </a:lvl1pPr>
            <a:lvl2pPr>
              <a:spcBef>
                <a:spcPts val="30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p:txBody>
      </p:sp>
      <p:sp>
        <p:nvSpPr>
          <p:cNvPr id="68" name="Textplatzhalter 28">
            <a:extLst>
              <a:ext uri="{FF2B5EF4-FFF2-40B4-BE49-F238E27FC236}">
                <a16:creationId xmlns:a16="http://schemas.microsoft.com/office/drawing/2014/main" id="{AEAE77BC-EB3E-4549-A34B-BDFFF7FFBA96}"/>
              </a:ext>
            </a:extLst>
          </p:cNvPr>
          <p:cNvSpPr>
            <a:spLocks noGrp="1"/>
          </p:cNvSpPr>
          <p:nvPr>
            <p:ph type="body" sz="quarter" idx="44" hasCustomPrompt="1"/>
          </p:nvPr>
        </p:nvSpPr>
        <p:spPr>
          <a:xfrm>
            <a:off x="4224280" y="4005064"/>
            <a:ext cx="2880000" cy="1008112"/>
          </a:xfrm>
        </p:spPr>
        <p:txBody>
          <a:bodyPr tIns="72000" bIns="72000" anchor="b"/>
          <a:lstStyle>
            <a:lvl1pPr>
              <a:spcBef>
                <a:spcPts val="300"/>
              </a:spcBef>
              <a:defRPr sz="1200"/>
            </a:lvl1pPr>
            <a:lvl2pPr>
              <a:spcBef>
                <a:spcPts val="30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p:txBody>
      </p:sp>
      <p:sp>
        <p:nvSpPr>
          <p:cNvPr id="69" name="Textplatzhalter 28">
            <a:extLst>
              <a:ext uri="{FF2B5EF4-FFF2-40B4-BE49-F238E27FC236}">
                <a16:creationId xmlns:a16="http://schemas.microsoft.com/office/drawing/2014/main" id="{26AB48FF-F2C6-43A8-8F86-F48DBB9FC5DE}"/>
              </a:ext>
            </a:extLst>
          </p:cNvPr>
          <p:cNvSpPr>
            <a:spLocks noGrp="1"/>
          </p:cNvSpPr>
          <p:nvPr>
            <p:ph type="body" sz="quarter" idx="48" hasCustomPrompt="1"/>
          </p:nvPr>
        </p:nvSpPr>
        <p:spPr>
          <a:xfrm>
            <a:off x="7824680" y="4005064"/>
            <a:ext cx="2880000" cy="1008112"/>
          </a:xfrm>
        </p:spPr>
        <p:txBody>
          <a:bodyPr tIns="72000" bIns="72000" anchor="b"/>
          <a:lstStyle>
            <a:lvl1pPr>
              <a:defRPr sz="1200"/>
            </a:lvl1pPr>
            <a:lvl2pPr>
              <a:defRPr sz="1200"/>
            </a:lvl2pPr>
            <a:lvl3pPr>
              <a:defRPr sz="1200"/>
            </a:lvl3pPr>
            <a:lvl4pPr>
              <a:defRPr sz="1200"/>
            </a:lvl4pPr>
            <a:lvl5pPr>
              <a:defRPr sz="1200"/>
            </a:lvl5pPr>
          </a:lstStyle>
          <a:p>
            <a:pPr lvl="0"/>
            <a:r>
              <a:rPr lang="en-US" dirty="0"/>
              <a:t>Click to edit Master text styles</a:t>
            </a:r>
          </a:p>
          <a:p>
            <a:pPr lvl="1"/>
            <a:r>
              <a:rPr lang="en-US" dirty="0"/>
              <a:t>Second level</a:t>
            </a:r>
          </a:p>
        </p:txBody>
      </p:sp>
      <p:cxnSp>
        <p:nvCxnSpPr>
          <p:cNvPr id="70" name="Gerader Verbinder 69">
            <a:extLst>
              <a:ext uri="{FF2B5EF4-FFF2-40B4-BE49-F238E27FC236}">
                <a16:creationId xmlns:a16="http://schemas.microsoft.com/office/drawing/2014/main" id="{5B1B2487-B3AD-4E94-96FF-C7298041D5CE}"/>
              </a:ext>
            </a:extLst>
          </p:cNvPr>
          <p:cNvCxnSpPr>
            <a:cxnSpLocks/>
          </p:cNvCxnSpPr>
          <p:nvPr userDrawn="1"/>
        </p:nvCxnSpPr>
        <p:spPr>
          <a:xfrm>
            <a:off x="3575232" y="4005064"/>
            <a:ext cx="0" cy="1008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71" name="Gerader Verbinder 70">
            <a:extLst>
              <a:ext uri="{FF2B5EF4-FFF2-40B4-BE49-F238E27FC236}">
                <a16:creationId xmlns:a16="http://schemas.microsoft.com/office/drawing/2014/main" id="{7FFFEC26-6CF5-4DFC-8AB7-5C5F535791F4}"/>
              </a:ext>
            </a:extLst>
          </p:cNvPr>
          <p:cNvCxnSpPr>
            <a:cxnSpLocks/>
          </p:cNvCxnSpPr>
          <p:nvPr userDrawn="1"/>
        </p:nvCxnSpPr>
        <p:spPr>
          <a:xfrm>
            <a:off x="7175968" y="4005064"/>
            <a:ext cx="0" cy="1008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72" name="Gerader Verbinder 71">
            <a:extLst>
              <a:ext uri="{FF2B5EF4-FFF2-40B4-BE49-F238E27FC236}">
                <a16:creationId xmlns:a16="http://schemas.microsoft.com/office/drawing/2014/main" id="{E93ADF52-7D6A-4420-A6BA-82F70A82108B}"/>
              </a:ext>
            </a:extLst>
          </p:cNvPr>
          <p:cNvCxnSpPr>
            <a:cxnSpLocks/>
          </p:cNvCxnSpPr>
          <p:nvPr userDrawn="1"/>
        </p:nvCxnSpPr>
        <p:spPr>
          <a:xfrm>
            <a:off x="10776520" y="4005064"/>
            <a:ext cx="0" cy="1008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13" name="Tabellenplatzhalter 12">
            <a:extLst>
              <a:ext uri="{FF2B5EF4-FFF2-40B4-BE49-F238E27FC236}">
                <a16:creationId xmlns:a16="http://schemas.microsoft.com/office/drawing/2014/main" id="{2A72055B-C30D-454C-BBDB-50D8598A14D0}"/>
              </a:ext>
            </a:extLst>
          </p:cNvPr>
          <p:cNvSpPr>
            <a:spLocks noGrp="1"/>
          </p:cNvSpPr>
          <p:nvPr>
            <p:ph type="tbl" sz="quarter" idx="49" hasCustomPrompt="1"/>
          </p:nvPr>
        </p:nvSpPr>
        <p:spPr>
          <a:xfrm>
            <a:off x="623888" y="3609976"/>
            <a:ext cx="10801350" cy="360164"/>
          </a:xfrm>
        </p:spPr>
        <p:txBody>
          <a:bodyPr/>
          <a:lstStyle/>
          <a:p>
            <a:r>
              <a:rPr lang="en-US" dirty="0"/>
              <a:t> </a:t>
            </a:r>
          </a:p>
        </p:txBody>
      </p:sp>
    </p:spTree>
    <p:extLst>
      <p:ext uri="{BB962C8B-B14F-4D97-AF65-F5344CB8AC3E}">
        <p14:creationId xmlns:p14="http://schemas.microsoft.com/office/powerpoint/2010/main" val="311810430"/>
      </p:ext>
    </p:extLst>
  </p:cSld>
  <p:clrMapOvr>
    <a:masterClrMapping/>
  </p:clrMapOvr>
  <p:extLst>
    <p:ext uri="{DCECCB84-F9BA-43D5-87BE-67443E8EF086}">
      <p15:sldGuideLst xmlns:p15="http://schemas.microsoft.com/office/powerpoint/2012/main"/>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8AACB91-54A9-83B7-A902-51ED07970FD7}"/>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en-US"/>
          </a:p>
        </p:txBody>
      </p:sp>
      <p:sp>
        <p:nvSpPr>
          <p:cNvPr id="3" name="Подзаголовок 2">
            <a:extLst>
              <a:ext uri="{FF2B5EF4-FFF2-40B4-BE49-F238E27FC236}">
                <a16:creationId xmlns:a16="http://schemas.microsoft.com/office/drawing/2014/main" id="{3EB7E253-24D4-9B8B-E72D-8B1A375D71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a:p>
        </p:txBody>
      </p:sp>
      <p:sp>
        <p:nvSpPr>
          <p:cNvPr id="4" name="Дата 3">
            <a:extLst>
              <a:ext uri="{FF2B5EF4-FFF2-40B4-BE49-F238E27FC236}">
                <a16:creationId xmlns:a16="http://schemas.microsoft.com/office/drawing/2014/main" id="{19D04736-F1DF-D6AB-0E6D-3D105D955F9E}"/>
              </a:ext>
            </a:extLst>
          </p:cNvPr>
          <p:cNvSpPr>
            <a:spLocks noGrp="1"/>
          </p:cNvSpPr>
          <p:nvPr>
            <p:ph type="dt" sz="half" idx="10"/>
          </p:nvPr>
        </p:nvSpPr>
        <p:spPr/>
        <p:txBody>
          <a:bodyPr/>
          <a:lstStyle/>
          <a:p>
            <a:fld id="{E4786128-E57D-406F-B5BA-732134840070}" type="datetimeFigureOut">
              <a:rPr lang="en-US" smtClean="0"/>
              <a:t>5/14/2026</a:t>
            </a:fld>
            <a:endParaRPr lang="en-US"/>
          </a:p>
        </p:txBody>
      </p:sp>
      <p:sp>
        <p:nvSpPr>
          <p:cNvPr id="5" name="Нижний колонтитул 4">
            <a:extLst>
              <a:ext uri="{FF2B5EF4-FFF2-40B4-BE49-F238E27FC236}">
                <a16:creationId xmlns:a16="http://schemas.microsoft.com/office/drawing/2014/main" id="{30500E0A-C1F9-9AFB-C39C-BB4B1720D6BE}"/>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2ACE0098-9ADA-C256-371F-E8FDD827F518}"/>
              </a:ext>
            </a:extLst>
          </p:cNvPr>
          <p:cNvSpPr>
            <a:spLocks noGrp="1"/>
          </p:cNvSpPr>
          <p:nvPr>
            <p:ph type="sldNum" sz="quarter" idx="12"/>
          </p:nvPr>
        </p:nvSpPr>
        <p:spPr/>
        <p:txBody>
          <a:bodyPr/>
          <a:lstStyle/>
          <a:p>
            <a:fld id="{719BC130-30E4-4AF8-9557-E5BA45C53E45}" type="slidenum">
              <a:rPr lang="en-US" smtClean="0"/>
              <a:t>‹#›</a:t>
            </a:fld>
            <a:endParaRPr lang="en-US"/>
          </a:p>
        </p:txBody>
      </p:sp>
    </p:spTree>
    <p:extLst>
      <p:ext uri="{BB962C8B-B14F-4D97-AF65-F5344CB8AC3E}">
        <p14:creationId xmlns:p14="http://schemas.microsoft.com/office/powerpoint/2010/main" val="2702428515"/>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F0F7620-05D9-D8BF-E6E6-9E34F49ADD56}"/>
              </a:ext>
            </a:extLst>
          </p:cNvPr>
          <p:cNvSpPr>
            <a:spLocks noGrp="1"/>
          </p:cNvSpPr>
          <p:nvPr>
            <p:ph type="title"/>
          </p:nvPr>
        </p:nvSpPr>
        <p:spPr/>
        <p:txBody>
          <a:bodyPr/>
          <a:lstStyle/>
          <a:p>
            <a:r>
              <a:rPr lang="ru-RU"/>
              <a:t>Образец заголовка</a:t>
            </a:r>
            <a:endParaRPr lang="en-US"/>
          </a:p>
        </p:txBody>
      </p:sp>
      <p:sp>
        <p:nvSpPr>
          <p:cNvPr id="3" name="Объект 2">
            <a:extLst>
              <a:ext uri="{FF2B5EF4-FFF2-40B4-BE49-F238E27FC236}">
                <a16:creationId xmlns:a16="http://schemas.microsoft.com/office/drawing/2014/main" id="{436447DE-D5AD-D7A9-D50B-FAFBFA7AF871}"/>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0E65E62A-60F8-341C-ED6B-7BD205AEF262}"/>
              </a:ext>
            </a:extLst>
          </p:cNvPr>
          <p:cNvSpPr>
            <a:spLocks noGrp="1"/>
          </p:cNvSpPr>
          <p:nvPr>
            <p:ph type="dt" sz="half" idx="10"/>
          </p:nvPr>
        </p:nvSpPr>
        <p:spPr/>
        <p:txBody>
          <a:bodyPr/>
          <a:lstStyle/>
          <a:p>
            <a:fld id="{E4786128-E57D-406F-B5BA-732134840070}" type="datetimeFigureOut">
              <a:rPr lang="en-US" smtClean="0"/>
              <a:t>5/14/2026</a:t>
            </a:fld>
            <a:endParaRPr lang="en-US"/>
          </a:p>
        </p:txBody>
      </p:sp>
      <p:sp>
        <p:nvSpPr>
          <p:cNvPr id="5" name="Нижний колонтитул 4">
            <a:extLst>
              <a:ext uri="{FF2B5EF4-FFF2-40B4-BE49-F238E27FC236}">
                <a16:creationId xmlns:a16="http://schemas.microsoft.com/office/drawing/2014/main" id="{45234860-19BD-3F6E-5E60-36F03FFBF804}"/>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170354B8-B3E0-8F6F-C7D4-1B4C8EB6440D}"/>
              </a:ext>
            </a:extLst>
          </p:cNvPr>
          <p:cNvSpPr>
            <a:spLocks noGrp="1"/>
          </p:cNvSpPr>
          <p:nvPr>
            <p:ph type="sldNum" sz="quarter" idx="12"/>
          </p:nvPr>
        </p:nvSpPr>
        <p:spPr/>
        <p:txBody>
          <a:bodyPr/>
          <a:lstStyle/>
          <a:p>
            <a:fld id="{719BC130-30E4-4AF8-9557-E5BA45C53E45}" type="slidenum">
              <a:rPr lang="en-US" smtClean="0"/>
              <a:t>‹#›</a:t>
            </a:fld>
            <a:endParaRPr lang="en-US"/>
          </a:p>
        </p:txBody>
      </p:sp>
    </p:spTree>
    <p:extLst>
      <p:ext uri="{BB962C8B-B14F-4D97-AF65-F5344CB8AC3E}">
        <p14:creationId xmlns:p14="http://schemas.microsoft.com/office/powerpoint/2010/main" val="1520044402"/>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AC70D66-22C9-42BA-6575-F6FA7C8E9C7D}"/>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en-US"/>
          </a:p>
        </p:txBody>
      </p:sp>
      <p:sp>
        <p:nvSpPr>
          <p:cNvPr id="3" name="Текст 2">
            <a:extLst>
              <a:ext uri="{FF2B5EF4-FFF2-40B4-BE49-F238E27FC236}">
                <a16:creationId xmlns:a16="http://schemas.microsoft.com/office/drawing/2014/main" id="{F5C809E0-ADE8-5BE1-373F-216FE3E574D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30984EC0-181B-A538-3805-B08B3CF4394F}"/>
              </a:ext>
            </a:extLst>
          </p:cNvPr>
          <p:cNvSpPr>
            <a:spLocks noGrp="1"/>
          </p:cNvSpPr>
          <p:nvPr>
            <p:ph type="dt" sz="half" idx="10"/>
          </p:nvPr>
        </p:nvSpPr>
        <p:spPr/>
        <p:txBody>
          <a:bodyPr/>
          <a:lstStyle/>
          <a:p>
            <a:fld id="{E4786128-E57D-406F-B5BA-732134840070}" type="datetimeFigureOut">
              <a:rPr lang="en-US" smtClean="0"/>
              <a:t>5/14/2026</a:t>
            </a:fld>
            <a:endParaRPr lang="en-US"/>
          </a:p>
        </p:txBody>
      </p:sp>
      <p:sp>
        <p:nvSpPr>
          <p:cNvPr id="5" name="Нижний колонтитул 4">
            <a:extLst>
              <a:ext uri="{FF2B5EF4-FFF2-40B4-BE49-F238E27FC236}">
                <a16:creationId xmlns:a16="http://schemas.microsoft.com/office/drawing/2014/main" id="{B67A332E-242B-D472-BE41-BBD260BB904C}"/>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0C4D9EE8-C27E-6AB5-6ADC-1C7BFBB11FC8}"/>
              </a:ext>
            </a:extLst>
          </p:cNvPr>
          <p:cNvSpPr>
            <a:spLocks noGrp="1"/>
          </p:cNvSpPr>
          <p:nvPr>
            <p:ph type="sldNum" sz="quarter" idx="12"/>
          </p:nvPr>
        </p:nvSpPr>
        <p:spPr/>
        <p:txBody>
          <a:bodyPr/>
          <a:lstStyle/>
          <a:p>
            <a:fld id="{719BC130-30E4-4AF8-9557-E5BA45C53E45}" type="slidenum">
              <a:rPr lang="en-US" smtClean="0"/>
              <a:t>‹#›</a:t>
            </a:fld>
            <a:endParaRPr lang="en-US"/>
          </a:p>
        </p:txBody>
      </p:sp>
    </p:spTree>
    <p:extLst>
      <p:ext uri="{BB962C8B-B14F-4D97-AF65-F5344CB8AC3E}">
        <p14:creationId xmlns:p14="http://schemas.microsoft.com/office/powerpoint/2010/main" val="3206825720"/>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D64AC94-47A0-D28B-BE05-C0935D9619CA}"/>
              </a:ext>
            </a:extLst>
          </p:cNvPr>
          <p:cNvSpPr>
            <a:spLocks noGrp="1"/>
          </p:cNvSpPr>
          <p:nvPr>
            <p:ph type="title"/>
          </p:nvPr>
        </p:nvSpPr>
        <p:spPr/>
        <p:txBody>
          <a:bodyPr/>
          <a:lstStyle/>
          <a:p>
            <a:r>
              <a:rPr lang="ru-RU"/>
              <a:t>Образец заголовка</a:t>
            </a:r>
            <a:endParaRPr lang="en-US"/>
          </a:p>
        </p:txBody>
      </p:sp>
      <p:sp>
        <p:nvSpPr>
          <p:cNvPr id="3" name="Объект 2">
            <a:extLst>
              <a:ext uri="{FF2B5EF4-FFF2-40B4-BE49-F238E27FC236}">
                <a16:creationId xmlns:a16="http://schemas.microsoft.com/office/drawing/2014/main" id="{2FB4D4B4-2D7B-F84C-5EA6-78BDE89AFBB9}"/>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Объект 3">
            <a:extLst>
              <a:ext uri="{FF2B5EF4-FFF2-40B4-BE49-F238E27FC236}">
                <a16:creationId xmlns:a16="http://schemas.microsoft.com/office/drawing/2014/main" id="{32C75BB9-5615-FD63-2D70-CDCF243233D4}"/>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5" name="Дата 4">
            <a:extLst>
              <a:ext uri="{FF2B5EF4-FFF2-40B4-BE49-F238E27FC236}">
                <a16:creationId xmlns:a16="http://schemas.microsoft.com/office/drawing/2014/main" id="{228E12A1-16E7-0407-8288-38320A04C454}"/>
              </a:ext>
            </a:extLst>
          </p:cNvPr>
          <p:cNvSpPr>
            <a:spLocks noGrp="1"/>
          </p:cNvSpPr>
          <p:nvPr>
            <p:ph type="dt" sz="half" idx="10"/>
          </p:nvPr>
        </p:nvSpPr>
        <p:spPr/>
        <p:txBody>
          <a:bodyPr/>
          <a:lstStyle/>
          <a:p>
            <a:fld id="{E4786128-E57D-406F-B5BA-732134840070}" type="datetimeFigureOut">
              <a:rPr lang="en-US" smtClean="0"/>
              <a:t>5/14/2026</a:t>
            </a:fld>
            <a:endParaRPr lang="en-US"/>
          </a:p>
        </p:txBody>
      </p:sp>
      <p:sp>
        <p:nvSpPr>
          <p:cNvPr id="6" name="Нижний колонтитул 5">
            <a:extLst>
              <a:ext uri="{FF2B5EF4-FFF2-40B4-BE49-F238E27FC236}">
                <a16:creationId xmlns:a16="http://schemas.microsoft.com/office/drawing/2014/main" id="{3515B9C2-9E96-C7A4-0FEB-04BC317988A1}"/>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E4DDAC6C-597E-0584-F505-8D9F81B34B03}"/>
              </a:ext>
            </a:extLst>
          </p:cNvPr>
          <p:cNvSpPr>
            <a:spLocks noGrp="1"/>
          </p:cNvSpPr>
          <p:nvPr>
            <p:ph type="sldNum" sz="quarter" idx="12"/>
          </p:nvPr>
        </p:nvSpPr>
        <p:spPr/>
        <p:txBody>
          <a:bodyPr/>
          <a:lstStyle/>
          <a:p>
            <a:fld id="{719BC130-30E4-4AF8-9557-E5BA45C53E45}" type="slidenum">
              <a:rPr lang="en-US" smtClean="0"/>
              <a:t>‹#›</a:t>
            </a:fld>
            <a:endParaRPr lang="en-US"/>
          </a:p>
        </p:txBody>
      </p:sp>
    </p:spTree>
    <p:extLst>
      <p:ext uri="{BB962C8B-B14F-4D97-AF65-F5344CB8AC3E}">
        <p14:creationId xmlns:p14="http://schemas.microsoft.com/office/powerpoint/2010/main" val="2633648233"/>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F91A49B-D46C-8F6E-72B5-D922CF2628A4}"/>
              </a:ext>
            </a:extLst>
          </p:cNvPr>
          <p:cNvSpPr>
            <a:spLocks noGrp="1"/>
          </p:cNvSpPr>
          <p:nvPr>
            <p:ph type="title"/>
          </p:nvPr>
        </p:nvSpPr>
        <p:spPr>
          <a:xfrm>
            <a:off x="839788" y="365125"/>
            <a:ext cx="10515600" cy="1325563"/>
          </a:xfrm>
        </p:spPr>
        <p:txBody>
          <a:bodyPr/>
          <a:lstStyle/>
          <a:p>
            <a:r>
              <a:rPr lang="ru-RU"/>
              <a:t>Образец заголовка</a:t>
            </a:r>
            <a:endParaRPr lang="en-US"/>
          </a:p>
        </p:txBody>
      </p:sp>
      <p:sp>
        <p:nvSpPr>
          <p:cNvPr id="3" name="Текст 2">
            <a:extLst>
              <a:ext uri="{FF2B5EF4-FFF2-40B4-BE49-F238E27FC236}">
                <a16:creationId xmlns:a16="http://schemas.microsoft.com/office/drawing/2014/main" id="{A4BD42D1-B05C-0273-C313-8ECFEEB993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F8BDDD1F-7F2C-B177-4BA9-B78B14C93CB6}"/>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5" name="Текст 4">
            <a:extLst>
              <a:ext uri="{FF2B5EF4-FFF2-40B4-BE49-F238E27FC236}">
                <a16:creationId xmlns:a16="http://schemas.microsoft.com/office/drawing/2014/main" id="{1AB57C25-BA00-43DE-B7C4-DCFEC3EF7A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DA027446-CE85-74FE-6D9B-CC6547B196AA}"/>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7" name="Дата 6">
            <a:extLst>
              <a:ext uri="{FF2B5EF4-FFF2-40B4-BE49-F238E27FC236}">
                <a16:creationId xmlns:a16="http://schemas.microsoft.com/office/drawing/2014/main" id="{EC3FD5F2-CC12-919E-F58C-57B6677BF262}"/>
              </a:ext>
            </a:extLst>
          </p:cNvPr>
          <p:cNvSpPr>
            <a:spLocks noGrp="1"/>
          </p:cNvSpPr>
          <p:nvPr>
            <p:ph type="dt" sz="half" idx="10"/>
          </p:nvPr>
        </p:nvSpPr>
        <p:spPr/>
        <p:txBody>
          <a:bodyPr/>
          <a:lstStyle/>
          <a:p>
            <a:fld id="{E4786128-E57D-406F-B5BA-732134840070}" type="datetimeFigureOut">
              <a:rPr lang="en-US" smtClean="0"/>
              <a:t>5/14/2026</a:t>
            </a:fld>
            <a:endParaRPr lang="en-US"/>
          </a:p>
        </p:txBody>
      </p:sp>
      <p:sp>
        <p:nvSpPr>
          <p:cNvPr id="8" name="Нижний колонтитул 7">
            <a:extLst>
              <a:ext uri="{FF2B5EF4-FFF2-40B4-BE49-F238E27FC236}">
                <a16:creationId xmlns:a16="http://schemas.microsoft.com/office/drawing/2014/main" id="{B7D2AC10-C93B-C18E-8989-2D47DDFA79E5}"/>
              </a:ext>
            </a:extLst>
          </p:cNvPr>
          <p:cNvSpPr>
            <a:spLocks noGrp="1"/>
          </p:cNvSpPr>
          <p:nvPr>
            <p:ph type="ftr" sz="quarter" idx="11"/>
          </p:nvPr>
        </p:nvSpPr>
        <p:spPr/>
        <p:txBody>
          <a:bodyPr/>
          <a:lstStyle/>
          <a:p>
            <a:endParaRPr lang="en-US"/>
          </a:p>
        </p:txBody>
      </p:sp>
      <p:sp>
        <p:nvSpPr>
          <p:cNvPr id="9" name="Номер слайда 8">
            <a:extLst>
              <a:ext uri="{FF2B5EF4-FFF2-40B4-BE49-F238E27FC236}">
                <a16:creationId xmlns:a16="http://schemas.microsoft.com/office/drawing/2014/main" id="{992E7B4D-ED18-B094-5CAD-B2ED6B585E4E}"/>
              </a:ext>
            </a:extLst>
          </p:cNvPr>
          <p:cNvSpPr>
            <a:spLocks noGrp="1"/>
          </p:cNvSpPr>
          <p:nvPr>
            <p:ph type="sldNum" sz="quarter" idx="12"/>
          </p:nvPr>
        </p:nvSpPr>
        <p:spPr/>
        <p:txBody>
          <a:bodyPr/>
          <a:lstStyle/>
          <a:p>
            <a:fld id="{719BC130-30E4-4AF8-9557-E5BA45C53E45}" type="slidenum">
              <a:rPr lang="en-US" smtClean="0"/>
              <a:t>‹#›</a:t>
            </a:fld>
            <a:endParaRPr lang="en-US"/>
          </a:p>
        </p:txBody>
      </p:sp>
    </p:spTree>
    <p:extLst>
      <p:ext uri="{BB962C8B-B14F-4D97-AF65-F5344CB8AC3E}">
        <p14:creationId xmlns:p14="http://schemas.microsoft.com/office/powerpoint/2010/main" val="1422467862"/>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4623F0F-96A2-6FB7-ED52-6C92FCD06EDA}"/>
              </a:ext>
            </a:extLst>
          </p:cNvPr>
          <p:cNvSpPr>
            <a:spLocks noGrp="1"/>
          </p:cNvSpPr>
          <p:nvPr>
            <p:ph type="title"/>
          </p:nvPr>
        </p:nvSpPr>
        <p:spPr/>
        <p:txBody>
          <a:bodyPr/>
          <a:lstStyle/>
          <a:p>
            <a:r>
              <a:rPr lang="ru-RU"/>
              <a:t>Образец заголовка</a:t>
            </a:r>
            <a:endParaRPr lang="en-US"/>
          </a:p>
        </p:txBody>
      </p:sp>
      <p:sp>
        <p:nvSpPr>
          <p:cNvPr id="3" name="Дата 2">
            <a:extLst>
              <a:ext uri="{FF2B5EF4-FFF2-40B4-BE49-F238E27FC236}">
                <a16:creationId xmlns:a16="http://schemas.microsoft.com/office/drawing/2014/main" id="{AFFCB9CE-AD3A-E836-32DA-5A872257D4E9}"/>
              </a:ext>
            </a:extLst>
          </p:cNvPr>
          <p:cNvSpPr>
            <a:spLocks noGrp="1"/>
          </p:cNvSpPr>
          <p:nvPr>
            <p:ph type="dt" sz="half" idx="10"/>
          </p:nvPr>
        </p:nvSpPr>
        <p:spPr/>
        <p:txBody>
          <a:bodyPr/>
          <a:lstStyle/>
          <a:p>
            <a:fld id="{E4786128-E57D-406F-B5BA-732134840070}" type="datetimeFigureOut">
              <a:rPr lang="en-US" smtClean="0"/>
              <a:t>5/14/2026</a:t>
            </a:fld>
            <a:endParaRPr lang="en-US"/>
          </a:p>
        </p:txBody>
      </p:sp>
      <p:sp>
        <p:nvSpPr>
          <p:cNvPr id="4" name="Нижний колонтитул 3">
            <a:extLst>
              <a:ext uri="{FF2B5EF4-FFF2-40B4-BE49-F238E27FC236}">
                <a16:creationId xmlns:a16="http://schemas.microsoft.com/office/drawing/2014/main" id="{84617986-D1FD-A53C-3EDB-1E062C638DF6}"/>
              </a:ext>
            </a:extLst>
          </p:cNvPr>
          <p:cNvSpPr>
            <a:spLocks noGrp="1"/>
          </p:cNvSpPr>
          <p:nvPr>
            <p:ph type="ftr" sz="quarter" idx="11"/>
          </p:nvPr>
        </p:nvSpPr>
        <p:spPr/>
        <p:txBody>
          <a:bodyPr/>
          <a:lstStyle/>
          <a:p>
            <a:endParaRPr lang="en-US"/>
          </a:p>
        </p:txBody>
      </p:sp>
      <p:sp>
        <p:nvSpPr>
          <p:cNvPr id="5" name="Номер слайда 4">
            <a:extLst>
              <a:ext uri="{FF2B5EF4-FFF2-40B4-BE49-F238E27FC236}">
                <a16:creationId xmlns:a16="http://schemas.microsoft.com/office/drawing/2014/main" id="{6ADB5F45-AC35-7574-99E6-E3FA47771401}"/>
              </a:ext>
            </a:extLst>
          </p:cNvPr>
          <p:cNvSpPr>
            <a:spLocks noGrp="1"/>
          </p:cNvSpPr>
          <p:nvPr>
            <p:ph type="sldNum" sz="quarter" idx="12"/>
          </p:nvPr>
        </p:nvSpPr>
        <p:spPr/>
        <p:txBody>
          <a:bodyPr/>
          <a:lstStyle/>
          <a:p>
            <a:fld id="{719BC130-30E4-4AF8-9557-E5BA45C53E45}" type="slidenum">
              <a:rPr lang="en-US" smtClean="0"/>
              <a:t>‹#›</a:t>
            </a:fld>
            <a:endParaRPr lang="en-US"/>
          </a:p>
        </p:txBody>
      </p:sp>
    </p:spTree>
    <p:extLst>
      <p:ext uri="{BB962C8B-B14F-4D97-AF65-F5344CB8AC3E}">
        <p14:creationId xmlns:p14="http://schemas.microsoft.com/office/powerpoint/2010/main" val="2856627541"/>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77BF6D9B-2FB2-8FE9-BD2D-B26E8A423C43}"/>
              </a:ext>
            </a:extLst>
          </p:cNvPr>
          <p:cNvSpPr>
            <a:spLocks noGrp="1"/>
          </p:cNvSpPr>
          <p:nvPr>
            <p:ph type="dt" sz="half" idx="10"/>
          </p:nvPr>
        </p:nvSpPr>
        <p:spPr/>
        <p:txBody>
          <a:bodyPr/>
          <a:lstStyle/>
          <a:p>
            <a:fld id="{E4786128-E57D-406F-B5BA-732134840070}" type="datetimeFigureOut">
              <a:rPr lang="en-US" smtClean="0"/>
              <a:t>5/14/2026</a:t>
            </a:fld>
            <a:endParaRPr lang="en-US"/>
          </a:p>
        </p:txBody>
      </p:sp>
      <p:sp>
        <p:nvSpPr>
          <p:cNvPr id="3" name="Нижний колонтитул 2">
            <a:extLst>
              <a:ext uri="{FF2B5EF4-FFF2-40B4-BE49-F238E27FC236}">
                <a16:creationId xmlns:a16="http://schemas.microsoft.com/office/drawing/2014/main" id="{FF3BE4A4-BC43-0D43-6C40-779711AB26BD}"/>
              </a:ext>
            </a:extLst>
          </p:cNvPr>
          <p:cNvSpPr>
            <a:spLocks noGrp="1"/>
          </p:cNvSpPr>
          <p:nvPr>
            <p:ph type="ftr" sz="quarter" idx="11"/>
          </p:nvPr>
        </p:nvSpPr>
        <p:spPr/>
        <p:txBody>
          <a:bodyPr/>
          <a:lstStyle/>
          <a:p>
            <a:endParaRPr lang="en-US"/>
          </a:p>
        </p:txBody>
      </p:sp>
      <p:sp>
        <p:nvSpPr>
          <p:cNvPr id="4" name="Номер слайда 3">
            <a:extLst>
              <a:ext uri="{FF2B5EF4-FFF2-40B4-BE49-F238E27FC236}">
                <a16:creationId xmlns:a16="http://schemas.microsoft.com/office/drawing/2014/main" id="{92D56065-06EF-3955-5BDA-9A78306F7774}"/>
              </a:ext>
            </a:extLst>
          </p:cNvPr>
          <p:cNvSpPr>
            <a:spLocks noGrp="1"/>
          </p:cNvSpPr>
          <p:nvPr>
            <p:ph type="sldNum" sz="quarter" idx="12"/>
          </p:nvPr>
        </p:nvSpPr>
        <p:spPr/>
        <p:txBody>
          <a:bodyPr/>
          <a:lstStyle/>
          <a:p>
            <a:fld id="{719BC130-30E4-4AF8-9557-E5BA45C53E45}" type="slidenum">
              <a:rPr lang="en-US" smtClean="0"/>
              <a:t>‹#›</a:t>
            </a:fld>
            <a:endParaRPr lang="en-US"/>
          </a:p>
        </p:txBody>
      </p:sp>
    </p:spTree>
    <p:extLst>
      <p:ext uri="{BB962C8B-B14F-4D97-AF65-F5344CB8AC3E}">
        <p14:creationId xmlns:p14="http://schemas.microsoft.com/office/powerpoint/2010/main" val="1132297844"/>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F235247-3A16-6B56-3483-D676E36D44F7}"/>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a:p>
        </p:txBody>
      </p:sp>
      <p:sp>
        <p:nvSpPr>
          <p:cNvPr id="3" name="Объект 2">
            <a:extLst>
              <a:ext uri="{FF2B5EF4-FFF2-40B4-BE49-F238E27FC236}">
                <a16:creationId xmlns:a16="http://schemas.microsoft.com/office/drawing/2014/main" id="{65CDA7F3-9AA5-6B23-9DBB-8A8F9839A5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Текст 3">
            <a:extLst>
              <a:ext uri="{FF2B5EF4-FFF2-40B4-BE49-F238E27FC236}">
                <a16:creationId xmlns:a16="http://schemas.microsoft.com/office/drawing/2014/main" id="{59A31839-41B2-A80A-40B4-2603864008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84AF8831-4183-489F-CDDB-59321AF21833}"/>
              </a:ext>
            </a:extLst>
          </p:cNvPr>
          <p:cNvSpPr>
            <a:spLocks noGrp="1"/>
          </p:cNvSpPr>
          <p:nvPr>
            <p:ph type="dt" sz="half" idx="10"/>
          </p:nvPr>
        </p:nvSpPr>
        <p:spPr/>
        <p:txBody>
          <a:bodyPr/>
          <a:lstStyle/>
          <a:p>
            <a:fld id="{E4786128-E57D-406F-B5BA-732134840070}" type="datetimeFigureOut">
              <a:rPr lang="en-US" smtClean="0"/>
              <a:t>5/14/2026</a:t>
            </a:fld>
            <a:endParaRPr lang="en-US"/>
          </a:p>
        </p:txBody>
      </p:sp>
      <p:sp>
        <p:nvSpPr>
          <p:cNvPr id="6" name="Нижний колонтитул 5">
            <a:extLst>
              <a:ext uri="{FF2B5EF4-FFF2-40B4-BE49-F238E27FC236}">
                <a16:creationId xmlns:a16="http://schemas.microsoft.com/office/drawing/2014/main" id="{009CEFF9-D9B3-7965-9F9F-EB09ADE1B0DB}"/>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F074FC00-8148-6997-419D-DF5C1B802AD2}"/>
              </a:ext>
            </a:extLst>
          </p:cNvPr>
          <p:cNvSpPr>
            <a:spLocks noGrp="1"/>
          </p:cNvSpPr>
          <p:nvPr>
            <p:ph type="sldNum" sz="quarter" idx="12"/>
          </p:nvPr>
        </p:nvSpPr>
        <p:spPr/>
        <p:txBody>
          <a:bodyPr/>
          <a:lstStyle/>
          <a:p>
            <a:fld id="{719BC130-30E4-4AF8-9557-E5BA45C53E45}" type="slidenum">
              <a:rPr lang="en-US" smtClean="0"/>
              <a:t>‹#›</a:t>
            </a:fld>
            <a:endParaRPr lang="en-US"/>
          </a:p>
        </p:txBody>
      </p:sp>
    </p:spTree>
    <p:extLst>
      <p:ext uri="{BB962C8B-B14F-4D97-AF65-F5344CB8AC3E}">
        <p14:creationId xmlns:p14="http://schemas.microsoft.com/office/powerpoint/2010/main" val="84399099"/>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878845-6AC5-46FC-F4F8-4B615BADFADC}"/>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a:p>
        </p:txBody>
      </p:sp>
      <p:sp>
        <p:nvSpPr>
          <p:cNvPr id="3" name="Рисунок 2">
            <a:extLst>
              <a:ext uri="{FF2B5EF4-FFF2-40B4-BE49-F238E27FC236}">
                <a16:creationId xmlns:a16="http://schemas.microsoft.com/office/drawing/2014/main" id="{D785E522-47F5-1DE4-65CF-5571559D59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Текст 3">
            <a:extLst>
              <a:ext uri="{FF2B5EF4-FFF2-40B4-BE49-F238E27FC236}">
                <a16:creationId xmlns:a16="http://schemas.microsoft.com/office/drawing/2014/main" id="{151C1738-AC99-2120-AFAD-16B977B1EC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2146BA8B-3E98-01BB-1D0A-48875AB2FA29}"/>
              </a:ext>
            </a:extLst>
          </p:cNvPr>
          <p:cNvSpPr>
            <a:spLocks noGrp="1"/>
          </p:cNvSpPr>
          <p:nvPr>
            <p:ph type="dt" sz="half" idx="10"/>
          </p:nvPr>
        </p:nvSpPr>
        <p:spPr/>
        <p:txBody>
          <a:bodyPr/>
          <a:lstStyle/>
          <a:p>
            <a:fld id="{E4786128-E57D-406F-B5BA-732134840070}" type="datetimeFigureOut">
              <a:rPr lang="en-US" smtClean="0"/>
              <a:t>5/14/2026</a:t>
            </a:fld>
            <a:endParaRPr lang="en-US"/>
          </a:p>
        </p:txBody>
      </p:sp>
      <p:sp>
        <p:nvSpPr>
          <p:cNvPr id="6" name="Нижний колонтитул 5">
            <a:extLst>
              <a:ext uri="{FF2B5EF4-FFF2-40B4-BE49-F238E27FC236}">
                <a16:creationId xmlns:a16="http://schemas.microsoft.com/office/drawing/2014/main" id="{590748B7-FBF1-91FD-D9E6-561B489F3596}"/>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C3D2B5C4-EB36-B91F-8EC6-04246F506826}"/>
              </a:ext>
            </a:extLst>
          </p:cNvPr>
          <p:cNvSpPr>
            <a:spLocks noGrp="1"/>
          </p:cNvSpPr>
          <p:nvPr>
            <p:ph type="sldNum" sz="quarter" idx="12"/>
          </p:nvPr>
        </p:nvSpPr>
        <p:spPr/>
        <p:txBody>
          <a:bodyPr/>
          <a:lstStyle/>
          <a:p>
            <a:fld id="{719BC130-30E4-4AF8-9557-E5BA45C53E45}" type="slidenum">
              <a:rPr lang="en-US" smtClean="0"/>
              <a:t>‹#›</a:t>
            </a:fld>
            <a:endParaRPr lang="en-US"/>
          </a:p>
        </p:txBody>
      </p:sp>
    </p:spTree>
    <p:extLst>
      <p:ext uri="{BB962C8B-B14F-4D97-AF65-F5344CB8AC3E}">
        <p14:creationId xmlns:p14="http://schemas.microsoft.com/office/powerpoint/2010/main" val="843756390"/>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DC2D224-65F2-E2BF-38BB-BB5A7DC49868}"/>
              </a:ext>
            </a:extLst>
          </p:cNvPr>
          <p:cNvSpPr>
            <a:spLocks noGrp="1"/>
          </p:cNvSpPr>
          <p:nvPr>
            <p:ph type="title"/>
          </p:nvPr>
        </p:nvSpPr>
        <p:spPr/>
        <p:txBody>
          <a:bodyPr/>
          <a:lstStyle/>
          <a:p>
            <a:r>
              <a:rPr lang="ru-RU"/>
              <a:t>Образец заголовка</a:t>
            </a:r>
            <a:endParaRPr lang="en-US"/>
          </a:p>
        </p:txBody>
      </p:sp>
      <p:sp>
        <p:nvSpPr>
          <p:cNvPr id="3" name="Вертикальный текст 2">
            <a:extLst>
              <a:ext uri="{FF2B5EF4-FFF2-40B4-BE49-F238E27FC236}">
                <a16:creationId xmlns:a16="http://schemas.microsoft.com/office/drawing/2014/main" id="{6D7325FD-EDE1-AEBF-AA05-FA331249A417}"/>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25D984C9-D0DE-7E26-7C25-C13C8D13E02B}"/>
              </a:ext>
            </a:extLst>
          </p:cNvPr>
          <p:cNvSpPr>
            <a:spLocks noGrp="1"/>
          </p:cNvSpPr>
          <p:nvPr>
            <p:ph type="dt" sz="half" idx="10"/>
          </p:nvPr>
        </p:nvSpPr>
        <p:spPr/>
        <p:txBody>
          <a:bodyPr/>
          <a:lstStyle/>
          <a:p>
            <a:fld id="{E4786128-E57D-406F-B5BA-732134840070}" type="datetimeFigureOut">
              <a:rPr lang="en-US" smtClean="0"/>
              <a:t>5/14/2026</a:t>
            </a:fld>
            <a:endParaRPr lang="en-US"/>
          </a:p>
        </p:txBody>
      </p:sp>
      <p:sp>
        <p:nvSpPr>
          <p:cNvPr id="5" name="Нижний колонтитул 4">
            <a:extLst>
              <a:ext uri="{FF2B5EF4-FFF2-40B4-BE49-F238E27FC236}">
                <a16:creationId xmlns:a16="http://schemas.microsoft.com/office/drawing/2014/main" id="{46A2C860-523D-335F-219B-93BE4EE6D0AC}"/>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4B6ED299-16FF-4EBA-6BC1-455C085366A7}"/>
              </a:ext>
            </a:extLst>
          </p:cNvPr>
          <p:cNvSpPr>
            <a:spLocks noGrp="1"/>
          </p:cNvSpPr>
          <p:nvPr>
            <p:ph type="sldNum" sz="quarter" idx="12"/>
          </p:nvPr>
        </p:nvSpPr>
        <p:spPr/>
        <p:txBody>
          <a:bodyPr/>
          <a:lstStyle/>
          <a:p>
            <a:fld id="{719BC130-30E4-4AF8-9557-E5BA45C53E45}" type="slidenum">
              <a:rPr lang="en-US" smtClean="0"/>
              <a:t>‹#›</a:t>
            </a:fld>
            <a:endParaRPr lang="en-US"/>
          </a:p>
        </p:txBody>
      </p:sp>
    </p:spTree>
    <p:extLst>
      <p:ext uri="{BB962C8B-B14F-4D97-AF65-F5344CB8AC3E}">
        <p14:creationId xmlns:p14="http://schemas.microsoft.com/office/powerpoint/2010/main" val="491476587"/>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9EBF86E2-E2D8-A1F3-FA6A-409A994DB4F9}"/>
              </a:ext>
            </a:extLst>
          </p:cNvPr>
          <p:cNvSpPr>
            <a:spLocks noGrp="1"/>
          </p:cNvSpPr>
          <p:nvPr>
            <p:ph type="title" orient="vert"/>
          </p:nvPr>
        </p:nvSpPr>
        <p:spPr>
          <a:xfrm>
            <a:off x="8724900" y="365125"/>
            <a:ext cx="2628900" cy="5811838"/>
          </a:xfrm>
        </p:spPr>
        <p:txBody>
          <a:bodyPr vert="eaVert"/>
          <a:lstStyle/>
          <a:p>
            <a:r>
              <a:rPr lang="ru-RU"/>
              <a:t>Образец заголовка</a:t>
            </a:r>
            <a:endParaRPr lang="en-US"/>
          </a:p>
        </p:txBody>
      </p:sp>
      <p:sp>
        <p:nvSpPr>
          <p:cNvPr id="3" name="Вертикальный текст 2">
            <a:extLst>
              <a:ext uri="{FF2B5EF4-FFF2-40B4-BE49-F238E27FC236}">
                <a16:creationId xmlns:a16="http://schemas.microsoft.com/office/drawing/2014/main" id="{EF96629B-9B4E-AABA-0418-2BA7DD0F9C19}"/>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17ED1E8A-1334-FB2A-DF48-D8311BEEA3B8}"/>
              </a:ext>
            </a:extLst>
          </p:cNvPr>
          <p:cNvSpPr>
            <a:spLocks noGrp="1"/>
          </p:cNvSpPr>
          <p:nvPr>
            <p:ph type="dt" sz="half" idx="10"/>
          </p:nvPr>
        </p:nvSpPr>
        <p:spPr/>
        <p:txBody>
          <a:bodyPr/>
          <a:lstStyle/>
          <a:p>
            <a:fld id="{E4786128-E57D-406F-B5BA-732134840070}" type="datetimeFigureOut">
              <a:rPr lang="en-US" smtClean="0"/>
              <a:t>5/14/2026</a:t>
            </a:fld>
            <a:endParaRPr lang="en-US"/>
          </a:p>
        </p:txBody>
      </p:sp>
      <p:sp>
        <p:nvSpPr>
          <p:cNvPr id="5" name="Нижний колонтитул 4">
            <a:extLst>
              <a:ext uri="{FF2B5EF4-FFF2-40B4-BE49-F238E27FC236}">
                <a16:creationId xmlns:a16="http://schemas.microsoft.com/office/drawing/2014/main" id="{52C84923-70A4-6A6F-96E0-2FB9562C9CA2}"/>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A6D6FBF1-04CC-86E8-1FE4-8BF26CBF0123}"/>
              </a:ext>
            </a:extLst>
          </p:cNvPr>
          <p:cNvSpPr>
            <a:spLocks noGrp="1"/>
          </p:cNvSpPr>
          <p:nvPr>
            <p:ph type="sldNum" sz="quarter" idx="12"/>
          </p:nvPr>
        </p:nvSpPr>
        <p:spPr/>
        <p:txBody>
          <a:bodyPr/>
          <a:lstStyle/>
          <a:p>
            <a:fld id="{719BC130-30E4-4AF8-9557-E5BA45C53E45}" type="slidenum">
              <a:rPr lang="en-US" smtClean="0"/>
              <a:t>‹#›</a:t>
            </a:fld>
            <a:endParaRPr lang="en-US"/>
          </a:p>
        </p:txBody>
      </p:sp>
    </p:spTree>
    <p:extLst>
      <p:ext uri="{BB962C8B-B14F-4D97-AF65-F5344CB8AC3E}">
        <p14:creationId xmlns:p14="http://schemas.microsoft.com/office/powerpoint/2010/main" val="1310119571"/>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userDrawn="1">
  <p:cSld name="One content">
    <p:spTree>
      <p:nvGrpSpPr>
        <p:cNvPr id="1" name=""/>
        <p:cNvGrpSpPr/>
        <p:nvPr/>
      </p:nvGrpSpPr>
      <p:grpSpPr>
        <a:xfrm>
          <a:off x="0" y="0"/>
          <a:ext cx="0" cy="0"/>
          <a:chOff x="0" y="0"/>
          <a:chExt cx="0" cy="0"/>
        </a:xfrm>
      </p:grpSpPr>
      <p:sp>
        <p:nvSpPr>
          <p:cNvPr id="11" name="Content Placeholder 10"/>
          <p:cNvSpPr>
            <a:spLocks noGrp="1"/>
          </p:cNvSpPr>
          <p:nvPr>
            <p:ph sz="quarter" idx="14" hasCustomPrompt="1"/>
          </p:nvPr>
        </p:nvSpPr>
        <p:spPr bwMode="gray">
          <a:xfrm>
            <a:off x="623888" y="1484313"/>
            <a:ext cx="10944227" cy="4608511"/>
          </a:xfrm>
        </p:spPr>
        <p:txBody>
          <a:bodyPr/>
          <a:lstStyle>
            <a:lvl1pPr marL="0" marR="0" indent="0" algn="l" defTabSz="914400" rtl="0" eaLnBrk="1" fontAlgn="auto" latinLnBrk="0" hangingPunct="1">
              <a:lnSpc>
                <a:spcPct val="100000"/>
              </a:lnSpc>
              <a:spcBef>
                <a:spcPts val="600"/>
              </a:spcBef>
              <a:spcAft>
                <a:spcPts val="300"/>
              </a:spcAft>
              <a:buClrTx/>
              <a:buSzTx/>
              <a:buFont typeface="Arial" panose="020B0604020202020204" pitchFamily="34" charset="0"/>
              <a:buNone/>
              <a:tabLst/>
              <a:defRPr/>
            </a:lvl1pPr>
            <a:lvl5pPr>
              <a:defRPr/>
            </a:lvl5pPr>
          </a:lstStyle>
          <a:p>
            <a:pPr marL="0" marR="0" lvl="0" indent="0" algn="l" defTabSz="914400" rtl="0" eaLnBrk="1" fontAlgn="auto" latinLnBrk="0" hangingPunct="1">
              <a:lnSpc>
                <a:spcPct val="100000"/>
              </a:lnSpc>
              <a:spcBef>
                <a:spcPts val="600"/>
              </a:spcBef>
              <a:spcAft>
                <a:spcPts val="300"/>
              </a:spcAft>
              <a:buClrTx/>
              <a:buSzTx/>
              <a:buFont typeface="Arial" panose="020B0604020202020204" pitchFamily="34" charset="0"/>
              <a:buNone/>
              <a:tabLst/>
              <a:defRPr/>
            </a:pPr>
            <a:r>
              <a:rPr lang="en-US" dirty="0"/>
              <a:t>You can use this field to enter text, a table, a diagram or </a:t>
            </a:r>
            <a:r>
              <a:rPr lang="en-US" dirty="0" err="1"/>
              <a:t>SmartArts</a:t>
            </a:r>
            <a:r>
              <a:rPr lang="en-US" dirty="0"/>
              <a:t>. Use the buttons “Increase List Level” for </a:t>
            </a:r>
            <a:r>
              <a:rPr lang="en-US" dirty="0" err="1"/>
              <a:t>copytext</a:t>
            </a:r>
            <a:r>
              <a:rPr lang="en-US" dirty="0"/>
              <a:t> or bullet levels. Use the icons below to create visual content.</a:t>
            </a:r>
          </a:p>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7"/>
          <p:cNvSpPr>
            <a:spLocks noGrp="1"/>
          </p:cNvSpPr>
          <p:nvPr>
            <p:ph type="body" sz="quarter" idx="13" hasCustomPrompt="1"/>
          </p:nvPr>
        </p:nvSpPr>
        <p:spPr bwMode="gray">
          <a:xfrm>
            <a:off x="623888" y="332656"/>
            <a:ext cx="10944225" cy="398144"/>
          </a:xfrm>
          <a:prstGeom prst="rect">
            <a:avLst/>
          </a:prstGeom>
        </p:spPr>
        <p:txBody>
          <a:bodyPr tIns="18000" anchor="t">
            <a:noAutofit/>
          </a:bodyPr>
          <a:lstStyle>
            <a:lvl1pPr marL="0" indent="0">
              <a:lnSpc>
                <a:spcPct val="100000"/>
              </a:lnSpc>
              <a:spcBef>
                <a:spcPts val="0"/>
              </a:spcBef>
              <a:spcAft>
                <a:spcPts val="0"/>
              </a:spcAft>
              <a:buFont typeface="Arial" panose="020B0604020202020204" pitchFamily="34" charset="0"/>
              <a:buNone/>
              <a:defRPr sz="2200" b="0" baseline="0">
                <a:solidFill>
                  <a:schemeClr val="accent1"/>
                </a:solidFill>
              </a:defRPr>
            </a:lvl1pPr>
            <a:lvl2pPr marL="0" indent="0">
              <a:lnSpc>
                <a:spcPct val="100000"/>
              </a:lnSpc>
              <a:spcBef>
                <a:spcPts val="0"/>
              </a:spcBef>
              <a:spcAft>
                <a:spcPts val="0"/>
              </a:spcAft>
              <a:buFont typeface="Arial" panose="020B0604020202020204" pitchFamily="34" charset="0"/>
              <a:buNone/>
              <a:defRPr sz="2200" b="0">
                <a:solidFill>
                  <a:schemeClr val="accent1"/>
                </a:solidFill>
              </a:defRPr>
            </a:lvl2pPr>
            <a:lvl3pPr marL="0" indent="0">
              <a:lnSpc>
                <a:spcPct val="100000"/>
              </a:lnSpc>
              <a:spcBef>
                <a:spcPts val="0"/>
              </a:spcBef>
              <a:spcAft>
                <a:spcPts val="0"/>
              </a:spcAft>
              <a:buNone/>
              <a:defRPr sz="2200" b="0">
                <a:solidFill>
                  <a:schemeClr val="accent1"/>
                </a:solidFill>
              </a:defRPr>
            </a:lvl3pPr>
            <a:lvl4pPr marL="0" indent="0">
              <a:lnSpc>
                <a:spcPct val="100000"/>
              </a:lnSpc>
              <a:spcBef>
                <a:spcPts val="0"/>
              </a:spcBef>
              <a:spcAft>
                <a:spcPts val="0"/>
              </a:spcAft>
              <a:buNone/>
              <a:defRPr sz="2200" b="0">
                <a:solidFill>
                  <a:schemeClr val="accent1"/>
                </a:solidFill>
              </a:defRPr>
            </a:lvl4pPr>
            <a:lvl5pPr marL="0" indent="0">
              <a:lnSpc>
                <a:spcPct val="100000"/>
              </a:lnSpc>
              <a:spcBef>
                <a:spcPts val="0"/>
              </a:spcBef>
              <a:spcAft>
                <a:spcPts val="0"/>
              </a:spcAft>
              <a:buNone/>
              <a:defRPr sz="2200" b="0">
                <a:solidFill>
                  <a:schemeClr val="accent1"/>
                </a:solidFill>
              </a:defRPr>
            </a:lvl5pPr>
            <a:lvl6pPr marL="0" indent="0">
              <a:lnSpc>
                <a:spcPct val="100000"/>
              </a:lnSpc>
              <a:spcBef>
                <a:spcPts val="0"/>
              </a:spcBef>
              <a:spcAft>
                <a:spcPts val="0"/>
              </a:spcAft>
              <a:buNone/>
              <a:defRPr sz="2200" b="0">
                <a:solidFill>
                  <a:schemeClr val="accent1"/>
                </a:solidFill>
              </a:defRPr>
            </a:lvl6pPr>
            <a:lvl7pPr marL="0" indent="0">
              <a:lnSpc>
                <a:spcPct val="100000"/>
              </a:lnSpc>
              <a:spcBef>
                <a:spcPts val="0"/>
              </a:spcBef>
              <a:spcAft>
                <a:spcPts val="0"/>
              </a:spcAft>
              <a:buNone/>
              <a:defRPr sz="2200" b="0">
                <a:solidFill>
                  <a:schemeClr val="accent1"/>
                </a:solidFill>
              </a:defRPr>
            </a:lvl7pPr>
            <a:lvl8pPr marL="0" indent="0">
              <a:lnSpc>
                <a:spcPct val="100000"/>
              </a:lnSpc>
              <a:spcBef>
                <a:spcPts val="0"/>
              </a:spcBef>
              <a:spcAft>
                <a:spcPts val="0"/>
              </a:spcAft>
              <a:buNone/>
              <a:defRPr sz="2200" b="0">
                <a:solidFill>
                  <a:schemeClr val="accent1"/>
                </a:solidFill>
              </a:defRPr>
            </a:lvl8pPr>
            <a:lvl9pPr marL="0" indent="0">
              <a:lnSpc>
                <a:spcPct val="100000"/>
              </a:lnSpc>
              <a:spcBef>
                <a:spcPts val="0"/>
              </a:spcBef>
              <a:spcAft>
                <a:spcPts val="0"/>
              </a:spcAft>
              <a:buNone/>
              <a:defRPr sz="2200" b="0">
                <a:solidFill>
                  <a:schemeClr val="accent1"/>
                </a:solidFill>
              </a:defRPr>
            </a:lvl9pPr>
          </a:lstStyle>
          <a:p>
            <a:pPr lvl="0"/>
            <a:r>
              <a:rPr lang="en-US" noProof="0" dirty="0"/>
              <a:t> </a:t>
            </a:r>
          </a:p>
        </p:txBody>
      </p:sp>
      <p:sp>
        <p:nvSpPr>
          <p:cNvPr id="4" name="Title 3"/>
          <p:cNvSpPr>
            <a:spLocks noGrp="1"/>
          </p:cNvSpPr>
          <p:nvPr>
            <p:ph type="title" hasCustomPrompt="1"/>
            <p:custDataLst>
              <p:tags r:id="rId1"/>
            </p:custDataLst>
          </p:nvPr>
        </p:nvSpPr>
        <p:spPr bwMode="gray">
          <a:xfrm>
            <a:off x="623888" y="730800"/>
            <a:ext cx="10944225" cy="325952"/>
          </a:xfrm>
        </p:spPr>
        <p:txBody>
          <a:bodyPr/>
          <a:lstStyle>
            <a:lvl1pPr>
              <a:defRPr/>
            </a:lvl1pPr>
          </a:lstStyle>
          <a:p>
            <a:r>
              <a:rPr lang="en-US" dirty="0"/>
              <a:t>Insert slide title here (max. 2 lines | max. 1 line with Action Title)</a:t>
            </a:r>
          </a:p>
        </p:txBody>
      </p:sp>
      <p:sp>
        <p:nvSpPr>
          <p:cNvPr id="2" name="Fußzeilenplatzhalter 1">
            <a:extLst>
              <a:ext uri="{FF2B5EF4-FFF2-40B4-BE49-F238E27FC236}">
                <a16:creationId xmlns:a16="http://schemas.microsoft.com/office/drawing/2014/main" id="{2AB8F34D-A5C0-4BC9-B0F3-11856D9ED02E}"/>
              </a:ext>
            </a:extLst>
          </p:cNvPr>
          <p:cNvSpPr>
            <a:spLocks noGrp="1"/>
          </p:cNvSpPr>
          <p:nvPr>
            <p:ph type="ftr" sz="quarter" idx="15"/>
          </p:nvPr>
        </p:nvSpPr>
        <p:spPr bwMode="gray"/>
        <p:txBody>
          <a:bodyPr/>
          <a:lstStyle/>
          <a:p>
            <a:r>
              <a:rPr lang="en-US" dirty="0"/>
              <a:t>Title of Presentation | DD.MM.YYYY</a:t>
            </a:r>
          </a:p>
        </p:txBody>
      </p:sp>
      <p:sp>
        <p:nvSpPr>
          <p:cNvPr id="3" name="Foliennummernplatzhalter 2">
            <a:extLst>
              <a:ext uri="{FF2B5EF4-FFF2-40B4-BE49-F238E27FC236}">
                <a16:creationId xmlns:a16="http://schemas.microsoft.com/office/drawing/2014/main" id="{C962AE53-FF41-4032-9C92-554890CB3881}"/>
              </a:ext>
            </a:extLst>
          </p:cNvPr>
          <p:cNvSpPr>
            <a:spLocks noGrp="1"/>
          </p:cNvSpPr>
          <p:nvPr>
            <p:ph type="sldNum" sz="quarter" idx="16"/>
          </p:nvPr>
        </p:nvSpPr>
        <p:spPr bwMode="gray"/>
        <p:txBody>
          <a:bodyPr/>
          <a:lstStyle/>
          <a:p>
            <a:fld id="{FD5E7EB4-4CDF-47BB-AF16-07782904B863}" type="slidenum">
              <a:rPr lang="en-US"/>
              <a:pPr/>
              <a:t>‹#›</a:t>
            </a:fld>
            <a:endParaRPr lang="en-US" dirty="0"/>
          </a:p>
        </p:txBody>
      </p:sp>
    </p:spTree>
    <p:extLst>
      <p:ext uri="{BB962C8B-B14F-4D97-AF65-F5344CB8AC3E}">
        <p14:creationId xmlns:p14="http://schemas.microsoft.com/office/powerpoint/2010/main" val="1760968479"/>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slideLayout" Target="../slideLayouts/slideLayout16.xml"/><Relationship Id="rId18" Type="http://schemas.openxmlformats.org/officeDocument/2006/relationships/theme" Target="../theme/theme2.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17" Type="http://schemas.openxmlformats.org/officeDocument/2006/relationships/slideLayout" Target="../slideLayouts/slideLayout20.xml"/><Relationship Id="rId2" Type="http://schemas.openxmlformats.org/officeDocument/2006/relationships/slideLayout" Target="../slideLayouts/slideLayout5.xml"/><Relationship Id="rId16" Type="http://schemas.openxmlformats.org/officeDocument/2006/relationships/slideLayout" Target="../slideLayouts/slideLayout19.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5" Type="http://schemas.openxmlformats.org/officeDocument/2006/relationships/slideLayout" Target="../slideLayouts/slideLayout1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5" Type="http://schemas.openxmlformats.org/officeDocument/2006/relationships/theme" Target="../theme/theme3.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58.xml"/><Relationship Id="rId18" Type="http://schemas.openxmlformats.org/officeDocument/2006/relationships/slideLayout" Target="../slideLayouts/slideLayout63.xml"/><Relationship Id="rId26" Type="http://schemas.openxmlformats.org/officeDocument/2006/relationships/slideLayout" Target="../slideLayouts/slideLayout71.xml"/><Relationship Id="rId39" Type="http://schemas.openxmlformats.org/officeDocument/2006/relationships/slideLayout" Target="../slideLayouts/slideLayout84.xml"/><Relationship Id="rId21" Type="http://schemas.openxmlformats.org/officeDocument/2006/relationships/slideLayout" Target="../slideLayouts/slideLayout66.xml"/><Relationship Id="rId34" Type="http://schemas.openxmlformats.org/officeDocument/2006/relationships/slideLayout" Target="../slideLayouts/slideLayout79.xml"/><Relationship Id="rId42" Type="http://schemas.openxmlformats.org/officeDocument/2006/relationships/slideLayout" Target="../slideLayouts/slideLayout87.xml"/><Relationship Id="rId47" Type="http://schemas.openxmlformats.org/officeDocument/2006/relationships/slideLayout" Target="../slideLayouts/slideLayout92.xml"/><Relationship Id="rId50" Type="http://schemas.openxmlformats.org/officeDocument/2006/relationships/slideLayout" Target="../slideLayouts/slideLayout95.xml"/><Relationship Id="rId55" Type="http://schemas.openxmlformats.org/officeDocument/2006/relationships/slideLayout" Target="../slideLayouts/slideLayout100.xml"/><Relationship Id="rId63" Type="http://schemas.openxmlformats.org/officeDocument/2006/relationships/image" Target="../media/image10.bin"/><Relationship Id="rId7" Type="http://schemas.openxmlformats.org/officeDocument/2006/relationships/slideLayout" Target="../slideLayouts/slideLayout52.xml"/><Relationship Id="rId2" Type="http://schemas.openxmlformats.org/officeDocument/2006/relationships/slideLayout" Target="../slideLayouts/slideLayout47.xml"/><Relationship Id="rId16" Type="http://schemas.openxmlformats.org/officeDocument/2006/relationships/slideLayout" Target="../slideLayouts/slideLayout61.xml"/><Relationship Id="rId29" Type="http://schemas.openxmlformats.org/officeDocument/2006/relationships/slideLayout" Target="../slideLayouts/slideLayout74.xml"/><Relationship Id="rId11" Type="http://schemas.openxmlformats.org/officeDocument/2006/relationships/slideLayout" Target="../slideLayouts/slideLayout56.xml"/><Relationship Id="rId24" Type="http://schemas.openxmlformats.org/officeDocument/2006/relationships/slideLayout" Target="../slideLayouts/slideLayout69.xml"/><Relationship Id="rId32" Type="http://schemas.openxmlformats.org/officeDocument/2006/relationships/slideLayout" Target="../slideLayouts/slideLayout77.xml"/><Relationship Id="rId37" Type="http://schemas.openxmlformats.org/officeDocument/2006/relationships/slideLayout" Target="../slideLayouts/slideLayout82.xml"/><Relationship Id="rId40" Type="http://schemas.openxmlformats.org/officeDocument/2006/relationships/slideLayout" Target="../slideLayouts/slideLayout85.xml"/><Relationship Id="rId45" Type="http://schemas.openxmlformats.org/officeDocument/2006/relationships/slideLayout" Target="../slideLayouts/slideLayout90.xml"/><Relationship Id="rId53" Type="http://schemas.openxmlformats.org/officeDocument/2006/relationships/slideLayout" Target="../slideLayouts/slideLayout98.xml"/><Relationship Id="rId58" Type="http://schemas.openxmlformats.org/officeDocument/2006/relationships/tags" Target="../tags/tag2.xml"/><Relationship Id="rId5" Type="http://schemas.openxmlformats.org/officeDocument/2006/relationships/slideLayout" Target="../slideLayouts/slideLayout50.xml"/><Relationship Id="rId61" Type="http://schemas.openxmlformats.org/officeDocument/2006/relationships/tags" Target="../tags/tag5.xml"/><Relationship Id="rId19" Type="http://schemas.openxmlformats.org/officeDocument/2006/relationships/slideLayout" Target="../slideLayouts/slideLayout64.xml"/><Relationship Id="rId14" Type="http://schemas.openxmlformats.org/officeDocument/2006/relationships/slideLayout" Target="../slideLayouts/slideLayout59.xml"/><Relationship Id="rId22" Type="http://schemas.openxmlformats.org/officeDocument/2006/relationships/slideLayout" Target="../slideLayouts/slideLayout67.xml"/><Relationship Id="rId27" Type="http://schemas.openxmlformats.org/officeDocument/2006/relationships/slideLayout" Target="../slideLayouts/slideLayout72.xml"/><Relationship Id="rId30" Type="http://schemas.openxmlformats.org/officeDocument/2006/relationships/slideLayout" Target="../slideLayouts/slideLayout75.xml"/><Relationship Id="rId35" Type="http://schemas.openxmlformats.org/officeDocument/2006/relationships/slideLayout" Target="../slideLayouts/slideLayout80.xml"/><Relationship Id="rId43" Type="http://schemas.openxmlformats.org/officeDocument/2006/relationships/slideLayout" Target="../slideLayouts/slideLayout88.xml"/><Relationship Id="rId48" Type="http://schemas.openxmlformats.org/officeDocument/2006/relationships/slideLayout" Target="../slideLayouts/slideLayout93.xml"/><Relationship Id="rId56" Type="http://schemas.openxmlformats.org/officeDocument/2006/relationships/theme" Target="../theme/theme5.xml"/><Relationship Id="rId8" Type="http://schemas.openxmlformats.org/officeDocument/2006/relationships/slideLayout" Target="../slideLayouts/slideLayout53.xml"/><Relationship Id="rId51" Type="http://schemas.openxmlformats.org/officeDocument/2006/relationships/slideLayout" Target="../slideLayouts/slideLayout96.xml"/><Relationship Id="rId3" Type="http://schemas.openxmlformats.org/officeDocument/2006/relationships/slideLayout" Target="../slideLayouts/slideLayout48.xml"/><Relationship Id="rId12" Type="http://schemas.openxmlformats.org/officeDocument/2006/relationships/slideLayout" Target="../slideLayouts/slideLayout57.xml"/><Relationship Id="rId17" Type="http://schemas.openxmlformats.org/officeDocument/2006/relationships/slideLayout" Target="../slideLayouts/slideLayout62.xml"/><Relationship Id="rId25" Type="http://schemas.openxmlformats.org/officeDocument/2006/relationships/slideLayout" Target="../slideLayouts/slideLayout70.xml"/><Relationship Id="rId33" Type="http://schemas.openxmlformats.org/officeDocument/2006/relationships/slideLayout" Target="../slideLayouts/slideLayout78.xml"/><Relationship Id="rId38" Type="http://schemas.openxmlformats.org/officeDocument/2006/relationships/slideLayout" Target="../slideLayouts/slideLayout83.xml"/><Relationship Id="rId46" Type="http://schemas.openxmlformats.org/officeDocument/2006/relationships/slideLayout" Target="../slideLayouts/slideLayout91.xml"/><Relationship Id="rId59" Type="http://schemas.openxmlformats.org/officeDocument/2006/relationships/tags" Target="../tags/tag3.xml"/><Relationship Id="rId20" Type="http://schemas.openxmlformats.org/officeDocument/2006/relationships/slideLayout" Target="../slideLayouts/slideLayout65.xml"/><Relationship Id="rId41" Type="http://schemas.openxmlformats.org/officeDocument/2006/relationships/slideLayout" Target="../slideLayouts/slideLayout86.xml"/><Relationship Id="rId54" Type="http://schemas.openxmlformats.org/officeDocument/2006/relationships/slideLayout" Target="../slideLayouts/slideLayout99.xml"/><Relationship Id="rId62" Type="http://schemas.openxmlformats.org/officeDocument/2006/relationships/oleObject" Target="../embeddings/oleObject1.bin"/><Relationship Id="rId1" Type="http://schemas.openxmlformats.org/officeDocument/2006/relationships/slideLayout" Target="../slideLayouts/slideLayout46.xml"/><Relationship Id="rId6" Type="http://schemas.openxmlformats.org/officeDocument/2006/relationships/slideLayout" Target="../slideLayouts/slideLayout51.xml"/><Relationship Id="rId15" Type="http://schemas.openxmlformats.org/officeDocument/2006/relationships/slideLayout" Target="../slideLayouts/slideLayout60.xml"/><Relationship Id="rId23" Type="http://schemas.openxmlformats.org/officeDocument/2006/relationships/slideLayout" Target="../slideLayouts/slideLayout68.xml"/><Relationship Id="rId28" Type="http://schemas.openxmlformats.org/officeDocument/2006/relationships/slideLayout" Target="../slideLayouts/slideLayout73.xml"/><Relationship Id="rId36" Type="http://schemas.openxmlformats.org/officeDocument/2006/relationships/slideLayout" Target="../slideLayouts/slideLayout81.xml"/><Relationship Id="rId49" Type="http://schemas.openxmlformats.org/officeDocument/2006/relationships/slideLayout" Target="../slideLayouts/slideLayout94.xml"/><Relationship Id="rId57" Type="http://schemas.openxmlformats.org/officeDocument/2006/relationships/tags" Target="../tags/tag1.xml"/><Relationship Id="rId10" Type="http://schemas.openxmlformats.org/officeDocument/2006/relationships/slideLayout" Target="../slideLayouts/slideLayout55.xml"/><Relationship Id="rId31" Type="http://schemas.openxmlformats.org/officeDocument/2006/relationships/slideLayout" Target="../slideLayouts/slideLayout76.xml"/><Relationship Id="rId44" Type="http://schemas.openxmlformats.org/officeDocument/2006/relationships/slideLayout" Target="../slideLayouts/slideLayout89.xml"/><Relationship Id="rId52" Type="http://schemas.openxmlformats.org/officeDocument/2006/relationships/slideLayout" Target="../slideLayouts/slideLayout97.xml"/><Relationship Id="rId60" Type="http://schemas.openxmlformats.org/officeDocument/2006/relationships/tags" Target="../tags/tag4.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08.xml"/><Relationship Id="rId13" Type="http://schemas.openxmlformats.org/officeDocument/2006/relationships/theme" Target="../theme/theme6.xml"/><Relationship Id="rId3" Type="http://schemas.openxmlformats.org/officeDocument/2006/relationships/slideLayout" Target="../slideLayouts/slideLayout103.xml"/><Relationship Id="rId7" Type="http://schemas.openxmlformats.org/officeDocument/2006/relationships/slideLayout" Target="../slideLayouts/slideLayout107.xml"/><Relationship Id="rId12" Type="http://schemas.openxmlformats.org/officeDocument/2006/relationships/slideLayout" Target="../slideLayouts/slideLayout112.xml"/><Relationship Id="rId2" Type="http://schemas.openxmlformats.org/officeDocument/2006/relationships/slideLayout" Target="../slideLayouts/slideLayout102.xml"/><Relationship Id="rId1" Type="http://schemas.openxmlformats.org/officeDocument/2006/relationships/slideLayout" Target="../slideLayouts/slideLayout101.xml"/><Relationship Id="rId6" Type="http://schemas.openxmlformats.org/officeDocument/2006/relationships/slideLayout" Target="../slideLayouts/slideLayout106.xml"/><Relationship Id="rId11" Type="http://schemas.openxmlformats.org/officeDocument/2006/relationships/slideLayout" Target="../slideLayouts/slideLayout111.xml"/><Relationship Id="rId5" Type="http://schemas.openxmlformats.org/officeDocument/2006/relationships/slideLayout" Target="../slideLayouts/slideLayout105.xml"/><Relationship Id="rId10" Type="http://schemas.openxmlformats.org/officeDocument/2006/relationships/slideLayout" Target="../slideLayouts/slideLayout110.xml"/><Relationship Id="rId4" Type="http://schemas.openxmlformats.org/officeDocument/2006/relationships/slideLayout" Target="../slideLayouts/slideLayout104.xml"/><Relationship Id="rId9" Type="http://schemas.openxmlformats.org/officeDocument/2006/relationships/slideLayout" Target="../slideLayouts/slideLayout10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81" r:id="rId2"/>
    <p:sldLayoutId id="2147483682"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50A5546-2913-4299-818B-820D64FCE77B}"/>
              </a:ext>
            </a:extLst>
          </p:cNvPr>
          <p:cNvSpPr>
            <a:spLocks noGrp="1"/>
          </p:cNvSpPr>
          <p:nvPr>
            <p:ph type="title"/>
          </p:nvPr>
        </p:nvSpPr>
        <p:spPr>
          <a:xfrm>
            <a:off x="924971" y="497766"/>
            <a:ext cx="10909300" cy="783083"/>
          </a:xfrm>
          <a:prstGeom prst="rect">
            <a:avLst/>
          </a:prstGeom>
        </p:spPr>
        <p:txBody>
          <a:bodyPr vert="horz" lIns="0" tIns="0" rIns="0" bIns="0" rtlCol="0" anchor="t" anchorCtr="0">
            <a:normAutofit/>
          </a:bodyPr>
          <a:lstStyle/>
          <a:p>
            <a:r>
              <a:rPr lang="ru-RU" dirty="0"/>
              <a:t>Образец заголовка</a:t>
            </a:r>
          </a:p>
        </p:txBody>
      </p:sp>
      <p:sp>
        <p:nvSpPr>
          <p:cNvPr id="3" name="Текст 2">
            <a:extLst>
              <a:ext uri="{FF2B5EF4-FFF2-40B4-BE49-F238E27FC236}">
                <a16:creationId xmlns:a16="http://schemas.microsoft.com/office/drawing/2014/main" id="{EDC09AF9-FC8A-44A0-887E-4DEC222555F0}"/>
              </a:ext>
            </a:extLst>
          </p:cNvPr>
          <p:cNvSpPr>
            <a:spLocks noGrp="1"/>
          </p:cNvSpPr>
          <p:nvPr>
            <p:ph type="body" idx="1"/>
          </p:nvPr>
        </p:nvSpPr>
        <p:spPr>
          <a:xfrm>
            <a:off x="924971" y="1682496"/>
            <a:ext cx="10909300" cy="4351338"/>
          </a:xfrm>
          <a:prstGeom prst="rect">
            <a:avLst/>
          </a:prstGeom>
        </p:spPr>
        <p:txBody>
          <a:bodyPr vert="horz" lIns="0" tIns="0" rIns="0" bIns="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6" name="Номер слайда 5">
            <a:extLst>
              <a:ext uri="{FF2B5EF4-FFF2-40B4-BE49-F238E27FC236}">
                <a16:creationId xmlns:a16="http://schemas.microsoft.com/office/drawing/2014/main" id="{B9915375-5669-4F4D-8050-DBA0BD8DA7DB}"/>
              </a:ext>
            </a:extLst>
          </p:cNvPr>
          <p:cNvSpPr>
            <a:spLocks noGrp="1"/>
          </p:cNvSpPr>
          <p:nvPr>
            <p:ph type="sldNum" sz="quarter" idx="4"/>
          </p:nvPr>
        </p:nvSpPr>
        <p:spPr>
          <a:xfrm>
            <a:off x="117230" y="6435481"/>
            <a:ext cx="807741" cy="365125"/>
          </a:xfrm>
          <a:prstGeom prst="rect">
            <a:avLst/>
          </a:prstGeom>
        </p:spPr>
        <p:txBody>
          <a:bodyPr vert="horz" lIns="91440" tIns="45720" rIns="91440" bIns="45720" rtlCol="0" anchor="ctr"/>
          <a:lstStyle>
            <a:lvl1pPr algn="l">
              <a:defRPr sz="800">
                <a:solidFill>
                  <a:schemeClr val="tx1">
                    <a:tint val="75000"/>
                  </a:schemeClr>
                </a:solidFill>
              </a:defRPr>
            </a:lvl1pPr>
          </a:lstStyle>
          <a:p>
            <a:fld id="{E05DA353-F16A-46E9-BF3A-5C7883ED105A}" type="slidenum">
              <a:rPr lang="ru-RU" smtClean="0"/>
              <a:pPr/>
              <a:t>‹#›</a:t>
            </a:fld>
            <a:endParaRPr lang="ru-RU" dirty="0"/>
          </a:p>
        </p:txBody>
      </p:sp>
    </p:spTree>
    <p:extLst>
      <p:ext uri="{BB962C8B-B14F-4D97-AF65-F5344CB8AC3E}">
        <p14:creationId xmlns:p14="http://schemas.microsoft.com/office/powerpoint/2010/main" val="1242786024"/>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80" r:id="rId15"/>
    <p:sldLayoutId id="2147483683" r:id="rId16"/>
    <p:sldLayoutId id="2147483684"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p:titleStyle>
    <p:bodyStyle>
      <a:lvl1pPr marL="228600" indent="-228600" algn="l" defTabSz="914400" rtl="0" eaLnBrk="1" latinLnBrk="0" hangingPunct="1">
        <a:lnSpc>
          <a:spcPct val="110000"/>
        </a:lnSpc>
        <a:spcBef>
          <a:spcPts val="800"/>
        </a:spcBef>
        <a:buFont typeface="Arial" panose="020B0604020202020204" pitchFamily="34" charset="0"/>
        <a:buChar char="•"/>
        <a:defRPr sz="1600" kern="1200">
          <a:solidFill>
            <a:srgbClr val="265374"/>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110000"/>
        </a:lnSpc>
        <a:spcBef>
          <a:spcPts val="800"/>
        </a:spcBef>
        <a:buFont typeface="Arial" panose="020B0604020202020204" pitchFamily="34" charset="0"/>
        <a:buChar char="•"/>
        <a:defRPr sz="1600" kern="1200">
          <a:solidFill>
            <a:srgbClr val="265374"/>
          </a:solidFill>
          <a:latin typeface="+mn-lt"/>
          <a:ea typeface="+mn-ea"/>
          <a:cs typeface="+mn-cs"/>
        </a:defRPr>
      </a:lvl2pPr>
      <a:lvl3pPr marL="1143000" indent="-228600" algn="l" defTabSz="914400" rtl="0" eaLnBrk="1" latinLnBrk="0" hangingPunct="1">
        <a:lnSpc>
          <a:spcPct val="110000"/>
        </a:lnSpc>
        <a:spcBef>
          <a:spcPts val="800"/>
        </a:spcBef>
        <a:buFont typeface="Arial" panose="020B0604020202020204" pitchFamily="34" charset="0"/>
        <a:buChar char="•"/>
        <a:defRPr sz="1400" kern="1200">
          <a:solidFill>
            <a:srgbClr val="265374"/>
          </a:solidFill>
          <a:latin typeface="+mn-lt"/>
          <a:ea typeface="+mn-ea"/>
          <a:cs typeface="+mn-cs"/>
        </a:defRPr>
      </a:lvl3pPr>
      <a:lvl4pPr marL="1600200" indent="-228600" algn="l" defTabSz="914400" rtl="0" eaLnBrk="1" latinLnBrk="0" hangingPunct="1">
        <a:lnSpc>
          <a:spcPct val="110000"/>
        </a:lnSpc>
        <a:spcBef>
          <a:spcPts val="800"/>
        </a:spcBef>
        <a:buFont typeface="Arial" panose="020B0604020202020204" pitchFamily="34" charset="0"/>
        <a:buChar char="•"/>
        <a:defRPr sz="1200" kern="1200">
          <a:solidFill>
            <a:srgbClr val="265374"/>
          </a:solidFill>
          <a:latin typeface="+mn-lt"/>
          <a:ea typeface="+mn-ea"/>
          <a:cs typeface="+mn-cs"/>
        </a:defRPr>
      </a:lvl4pPr>
      <a:lvl5pPr marL="2057400" indent="-228600" algn="l" defTabSz="914400" rtl="0" eaLnBrk="1" latinLnBrk="0" hangingPunct="1">
        <a:lnSpc>
          <a:spcPct val="110000"/>
        </a:lnSpc>
        <a:spcBef>
          <a:spcPts val="800"/>
        </a:spcBef>
        <a:buFont typeface="Arial" panose="020B0604020202020204" pitchFamily="34" charset="0"/>
        <a:buChar char="•"/>
        <a:defRPr sz="1200" kern="1200">
          <a:solidFill>
            <a:srgbClr val="26537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8">
          <p15:clr>
            <a:srgbClr val="F26B43"/>
          </p15:clr>
        </p15:guide>
        <p15:guide id="2" orient="horz" pos="2260">
          <p15:clr>
            <a:srgbClr val="F26B43"/>
          </p15:clr>
        </p15:guide>
        <p15:guide id="3" orient="horz" pos="4133">
          <p15:clr>
            <a:srgbClr val="F26B43"/>
          </p15:clr>
        </p15:guide>
        <p15:guide id="4" pos="574">
          <p15:clr>
            <a:srgbClr val="F26B43"/>
          </p15:clr>
        </p15:guide>
        <p15:guide id="5" pos="7287">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FF4264-A34F-8A16-5712-1411C528B9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6A9FC4C-6C66-9F34-375A-A42A193B3C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714F78-9C13-BD57-C911-A6EE8CF8C5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654D76E-BC91-4C30-BD87-DDEF40A030B9}" type="datetimeFigureOut">
              <a:rPr lang="en-US" smtClean="0"/>
              <a:t>5/14/2026</a:t>
            </a:fld>
            <a:endParaRPr lang="en-US"/>
          </a:p>
        </p:txBody>
      </p:sp>
      <p:sp>
        <p:nvSpPr>
          <p:cNvPr id="5" name="Footer Placeholder 4">
            <a:extLst>
              <a:ext uri="{FF2B5EF4-FFF2-40B4-BE49-F238E27FC236}">
                <a16:creationId xmlns:a16="http://schemas.microsoft.com/office/drawing/2014/main" id="{F5B2B08E-6A71-6402-DF9D-DB998FED21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9F57A03-F8A3-FB68-351F-6287A888D1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3D8F547-B9A0-4BD7-ADD7-907807ED13A7}" type="slidenum">
              <a:rPr lang="en-US" smtClean="0"/>
              <a:t>‹#›</a:t>
            </a:fld>
            <a:endParaRPr lang="en-US"/>
          </a:p>
        </p:txBody>
      </p:sp>
    </p:spTree>
    <p:extLst>
      <p:ext uri="{BB962C8B-B14F-4D97-AF65-F5344CB8AC3E}">
        <p14:creationId xmlns:p14="http://schemas.microsoft.com/office/powerpoint/2010/main" val="1693104298"/>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637ED5-8033-61B7-B432-274107D093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ru-RU"/>
          </a:p>
        </p:txBody>
      </p:sp>
      <p:sp>
        <p:nvSpPr>
          <p:cNvPr id="3" name="Text Placeholder 2">
            <a:extLst>
              <a:ext uri="{FF2B5EF4-FFF2-40B4-BE49-F238E27FC236}">
                <a16:creationId xmlns:a16="http://schemas.microsoft.com/office/drawing/2014/main" id="{855A2478-C890-8E41-55D7-7442F685D6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5800A943-8001-5429-71F2-A184210546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8396F77-D49E-467F-B134-58B7604C1329}" type="datetimeFigureOut">
              <a:rPr lang="ru-RU" smtClean="0"/>
              <a:t>14.05.2026</a:t>
            </a:fld>
            <a:endParaRPr lang="ru-RU"/>
          </a:p>
        </p:txBody>
      </p:sp>
      <p:sp>
        <p:nvSpPr>
          <p:cNvPr id="5" name="Footer Placeholder 4">
            <a:extLst>
              <a:ext uri="{FF2B5EF4-FFF2-40B4-BE49-F238E27FC236}">
                <a16:creationId xmlns:a16="http://schemas.microsoft.com/office/drawing/2014/main" id="{B2EF0446-05E0-62CB-7168-7B071A98DD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ru-RU"/>
          </a:p>
        </p:txBody>
      </p:sp>
      <p:sp>
        <p:nvSpPr>
          <p:cNvPr id="6" name="Slide Number Placeholder 5">
            <a:extLst>
              <a:ext uri="{FF2B5EF4-FFF2-40B4-BE49-F238E27FC236}">
                <a16:creationId xmlns:a16="http://schemas.microsoft.com/office/drawing/2014/main" id="{7BA5ECBF-383E-670B-9A03-E0109EE4AD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8BD98C1-5E4A-4FB0-BE45-8ACE47EAF06E}" type="slidenum">
              <a:rPr lang="ru-RU" smtClean="0"/>
              <a:t>‹#›</a:t>
            </a:fld>
            <a:endParaRPr lang="ru-RU"/>
          </a:p>
        </p:txBody>
      </p:sp>
    </p:spTree>
    <p:extLst>
      <p:ext uri="{BB962C8B-B14F-4D97-AF65-F5344CB8AC3E}">
        <p14:creationId xmlns:p14="http://schemas.microsoft.com/office/powerpoint/2010/main" val="3615535750"/>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57"/>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62" imgW="353" imgH="353" progId="TCLayout.ActiveDocument.1">
                  <p:embed/>
                </p:oleObj>
              </mc:Choice>
              <mc:Fallback>
                <p:oleObj name="think-cell Slide" r:id="rId62" imgW="353" imgH="353" progId="TCLayout.ActiveDocument.1">
                  <p:embed/>
                  <p:pic>
                    <p:nvPicPr>
                      <p:cNvPr id="2" name="Object 1" hidden="1"/>
                      <p:cNvPicPr/>
                      <p:nvPr/>
                    </p:nvPicPr>
                    <p:blipFill>
                      <a:blip r:embed="rId63"/>
                      <a:stretch>
                        <a:fillRect/>
                      </a:stretch>
                    </p:blipFill>
                    <p:spPr>
                      <a:xfrm>
                        <a:off x="1588" y="1588"/>
                        <a:ext cx="1587" cy="1587"/>
                      </a:xfrm>
                      <a:prstGeom prst="rect">
                        <a:avLst/>
                      </a:prstGeom>
                    </p:spPr>
                  </p:pic>
                </p:oleObj>
              </mc:Fallback>
            </mc:AlternateContent>
          </a:graphicData>
        </a:graphic>
      </p:graphicFrame>
      <p:cxnSp>
        <p:nvCxnSpPr>
          <p:cNvPr id="14" name="Gerade Verbindung 36"/>
          <p:cNvCxnSpPr/>
          <p:nvPr userDrawn="1"/>
        </p:nvCxnSpPr>
        <p:spPr bwMode="gray">
          <a:xfrm flipV="1">
            <a:off x="624000" y="-1710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15" name="Gerade Verbindung 37"/>
          <p:cNvCxnSpPr/>
          <p:nvPr userDrawn="1"/>
        </p:nvCxnSpPr>
        <p:spPr bwMode="gray">
          <a:xfrm flipV="1">
            <a:off x="1272000" y="-1714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16" name="Gerade Verbindung 36"/>
          <p:cNvCxnSpPr/>
          <p:nvPr userDrawn="1"/>
        </p:nvCxnSpPr>
        <p:spPr bwMode="gray">
          <a:xfrm flipV="1">
            <a:off x="1560000" y="-1706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17" name="Gerade Verbindung 37"/>
          <p:cNvCxnSpPr/>
          <p:nvPr userDrawn="1"/>
        </p:nvCxnSpPr>
        <p:spPr bwMode="gray">
          <a:xfrm flipV="1">
            <a:off x="2208000" y="-1710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18" name="Gerade Verbindung 36"/>
          <p:cNvCxnSpPr/>
          <p:nvPr userDrawn="1"/>
        </p:nvCxnSpPr>
        <p:spPr bwMode="gray">
          <a:xfrm flipV="1">
            <a:off x="2496000" y="-1702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19" name="Gerade Verbindung 37"/>
          <p:cNvCxnSpPr/>
          <p:nvPr userDrawn="1"/>
        </p:nvCxnSpPr>
        <p:spPr bwMode="gray">
          <a:xfrm flipV="1">
            <a:off x="3144000" y="-1706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20" name="Gerade Verbindung 36"/>
          <p:cNvCxnSpPr/>
          <p:nvPr userDrawn="1"/>
        </p:nvCxnSpPr>
        <p:spPr bwMode="gray">
          <a:xfrm flipV="1">
            <a:off x="3432000" y="-1698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21" name="Gerade Verbindung 37"/>
          <p:cNvCxnSpPr/>
          <p:nvPr userDrawn="1"/>
        </p:nvCxnSpPr>
        <p:spPr bwMode="gray">
          <a:xfrm flipV="1">
            <a:off x="4080000" y="-1702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22" name="Gerade Verbindung 36"/>
          <p:cNvCxnSpPr/>
          <p:nvPr userDrawn="1"/>
        </p:nvCxnSpPr>
        <p:spPr bwMode="gray">
          <a:xfrm flipV="1">
            <a:off x="4368000" y="-1694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23" name="Gerade Verbindung 37"/>
          <p:cNvCxnSpPr/>
          <p:nvPr userDrawn="1"/>
        </p:nvCxnSpPr>
        <p:spPr bwMode="gray">
          <a:xfrm flipV="1">
            <a:off x="5016000" y="-1698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24" name="Gerade Verbindung 36"/>
          <p:cNvCxnSpPr/>
          <p:nvPr userDrawn="1"/>
        </p:nvCxnSpPr>
        <p:spPr bwMode="gray">
          <a:xfrm flipV="1">
            <a:off x="5304000" y="-1690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25" name="Gerade Verbindung 37"/>
          <p:cNvCxnSpPr/>
          <p:nvPr userDrawn="1"/>
        </p:nvCxnSpPr>
        <p:spPr bwMode="gray">
          <a:xfrm flipV="1">
            <a:off x="5952000" y="-1694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26" name="Gerade Verbindung 36"/>
          <p:cNvCxnSpPr/>
          <p:nvPr userDrawn="1"/>
        </p:nvCxnSpPr>
        <p:spPr bwMode="gray">
          <a:xfrm flipV="1">
            <a:off x="6240000" y="-1686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27" name="Gerade Verbindung 37"/>
          <p:cNvCxnSpPr/>
          <p:nvPr userDrawn="1"/>
        </p:nvCxnSpPr>
        <p:spPr bwMode="gray">
          <a:xfrm flipV="1">
            <a:off x="6888000" y="-1690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28" name="Gerade Verbindung 36"/>
          <p:cNvCxnSpPr/>
          <p:nvPr userDrawn="1"/>
        </p:nvCxnSpPr>
        <p:spPr bwMode="gray">
          <a:xfrm flipV="1">
            <a:off x="7176000" y="-1682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29" name="Gerade Verbindung 37"/>
          <p:cNvCxnSpPr/>
          <p:nvPr userDrawn="1"/>
        </p:nvCxnSpPr>
        <p:spPr bwMode="gray">
          <a:xfrm flipV="1">
            <a:off x="7824000" y="-1686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30" name="Gerade Verbindung 36"/>
          <p:cNvCxnSpPr/>
          <p:nvPr userDrawn="1"/>
        </p:nvCxnSpPr>
        <p:spPr bwMode="gray">
          <a:xfrm flipV="1">
            <a:off x="8112000" y="-1678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31" name="Gerade Verbindung 37"/>
          <p:cNvCxnSpPr/>
          <p:nvPr userDrawn="1"/>
        </p:nvCxnSpPr>
        <p:spPr bwMode="gray">
          <a:xfrm flipV="1">
            <a:off x="8760000" y="-1682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32" name="Gerade Verbindung 36"/>
          <p:cNvCxnSpPr/>
          <p:nvPr userDrawn="1"/>
        </p:nvCxnSpPr>
        <p:spPr bwMode="gray">
          <a:xfrm flipV="1">
            <a:off x="9048000" y="-1674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33" name="Gerade Verbindung 37"/>
          <p:cNvCxnSpPr/>
          <p:nvPr userDrawn="1"/>
        </p:nvCxnSpPr>
        <p:spPr bwMode="gray">
          <a:xfrm flipV="1">
            <a:off x="9696000" y="-1678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34" name="Gerade Verbindung 36"/>
          <p:cNvCxnSpPr/>
          <p:nvPr userDrawn="1"/>
        </p:nvCxnSpPr>
        <p:spPr bwMode="gray">
          <a:xfrm flipV="1">
            <a:off x="9984000" y="-1670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35" name="Gerade Verbindung 37"/>
          <p:cNvCxnSpPr/>
          <p:nvPr userDrawn="1"/>
        </p:nvCxnSpPr>
        <p:spPr bwMode="gray">
          <a:xfrm flipV="1">
            <a:off x="10632000" y="-1674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36" name="Gerade Verbindung 36"/>
          <p:cNvCxnSpPr/>
          <p:nvPr userDrawn="1"/>
        </p:nvCxnSpPr>
        <p:spPr bwMode="gray">
          <a:xfrm flipV="1">
            <a:off x="10920000" y="-1666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37" name="Gerade Verbindung 37"/>
          <p:cNvCxnSpPr/>
          <p:nvPr userDrawn="1"/>
        </p:nvCxnSpPr>
        <p:spPr bwMode="gray">
          <a:xfrm flipV="1">
            <a:off x="11568000" y="-1670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38" name="Gerade Verbindung 36"/>
          <p:cNvCxnSpPr/>
          <p:nvPr userDrawn="1"/>
        </p:nvCxnSpPr>
        <p:spPr bwMode="gray">
          <a:xfrm flipV="1">
            <a:off x="624000" y="69526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39" name="Gerade Verbindung 37"/>
          <p:cNvCxnSpPr/>
          <p:nvPr userDrawn="1"/>
        </p:nvCxnSpPr>
        <p:spPr bwMode="gray">
          <a:xfrm flipV="1">
            <a:off x="1272000" y="69522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40" name="Gerade Verbindung 36"/>
          <p:cNvCxnSpPr/>
          <p:nvPr userDrawn="1"/>
        </p:nvCxnSpPr>
        <p:spPr bwMode="gray">
          <a:xfrm flipV="1">
            <a:off x="1560000" y="69530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41" name="Gerade Verbindung 37"/>
          <p:cNvCxnSpPr/>
          <p:nvPr userDrawn="1"/>
        </p:nvCxnSpPr>
        <p:spPr bwMode="gray">
          <a:xfrm flipV="1">
            <a:off x="2208000" y="69526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42" name="Gerade Verbindung 36"/>
          <p:cNvCxnSpPr/>
          <p:nvPr userDrawn="1"/>
        </p:nvCxnSpPr>
        <p:spPr bwMode="gray">
          <a:xfrm flipV="1">
            <a:off x="2496000" y="69534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43" name="Gerade Verbindung 37"/>
          <p:cNvCxnSpPr/>
          <p:nvPr userDrawn="1"/>
        </p:nvCxnSpPr>
        <p:spPr bwMode="gray">
          <a:xfrm flipV="1">
            <a:off x="3144000" y="69530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44" name="Gerade Verbindung 36"/>
          <p:cNvCxnSpPr/>
          <p:nvPr userDrawn="1"/>
        </p:nvCxnSpPr>
        <p:spPr bwMode="gray">
          <a:xfrm flipV="1">
            <a:off x="3432000" y="69538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45" name="Gerade Verbindung 37"/>
          <p:cNvCxnSpPr/>
          <p:nvPr userDrawn="1"/>
        </p:nvCxnSpPr>
        <p:spPr bwMode="gray">
          <a:xfrm flipV="1">
            <a:off x="4080000" y="69534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46" name="Gerade Verbindung 36"/>
          <p:cNvCxnSpPr/>
          <p:nvPr userDrawn="1"/>
        </p:nvCxnSpPr>
        <p:spPr bwMode="gray">
          <a:xfrm flipV="1">
            <a:off x="4368000" y="69542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47" name="Gerade Verbindung 37"/>
          <p:cNvCxnSpPr/>
          <p:nvPr userDrawn="1"/>
        </p:nvCxnSpPr>
        <p:spPr bwMode="gray">
          <a:xfrm flipV="1">
            <a:off x="5016000" y="69538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48" name="Gerade Verbindung 36"/>
          <p:cNvCxnSpPr/>
          <p:nvPr userDrawn="1"/>
        </p:nvCxnSpPr>
        <p:spPr bwMode="gray">
          <a:xfrm flipV="1">
            <a:off x="5304000" y="69546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49" name="Gerade Verbindung 37"/>
          <p:cNvCxnSpPr/>
          <p:nvPr userDrawn="1"/>
        </p:nvCxnSpPr>
        <p:spPr bwMode="gray">
          <a:xfrm flipV="1">
            <a:off x="5952000" y="69542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50" name="Gerade Verbindung 36"/>
          <p:cNvCxnSpPr/>
          <p:nvPr userDrawn="1"/>
        </p:nvCxnSpPr>
        <p:spPr bwMode="gray">
          <a:xfrm flipV="1">
            <a:off x="6240000" y="69550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51" name="Gerade Verbindung 37"/>
          <p:cNvCxnSpPr/>
          <p:nvPr userDrawn="1"/>
        </p:nvCxnSpPr>
        <p:spPr bwMode="gray">
          <a:xfrm flipV="1">
            <a:off x="6888000" y="69546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52" name="Gerade Verbindung 36"/>
          <p:cNvCxnSpPr/>
          <p:nvPr userDrawn="1"/>
        </p:nvCxnSpPr>
        <p:spPr bwMode="gray">
          <a:xfrm flipV="1">
            <a:off x="7176000" y="69554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53" name="Gerade Verbindung 37"/>
          <p:cNvCxnSpPr/>
          <p:nvPr userDrawn="1"/>
        </p:nvCxnSpPr>
        <p:spPr bwMode="gray">
          <a:xfrm flipV="1">
            <a:off x="7824000" y="69550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54" name="Gerade Verbindung 36"/>
          <p:cNvCxnSpPr/>
          <p:nvPr userDrawn="1"/>
        </p:nvCxnSpPr>
        <p:spPr bwMode="gray">
          <a:xfrm flipV="1">
            <a:off x="8112000" y="69558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55" name="Gerade Verbindung 37"/>
          <p:cNvCxnSpPr/>
          <p:nvPr userDrawn="1"/>
        </p:nvCxnSpPr>
        <p:spPr bwMode="gray">
          <a:xfrm flipV="1">
            <a:off x="8760000" y="69554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56" name="Gerade Verbindung 36"/>
          <p:cNvCxnSpPr/>
          <p:nvPr userDrawn="1"/>
        </p:nvCxnSpPr>
        <p:spPr bwMode="gray">
          <a:xfrm flipV="1">
            <a:off x="9048000" y="69562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57" name="Gerade Verbindung 37"/>
          <p:cNvCxnSpPr/>
          <p:nvPr userDrawn="1"/>
        </p:nvCxnSpPr>
        <p:spPr bwMode="gray">
          <a:xfrm flipV="1">
            <a:off x="9696000" y="69558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58" name="Gerade Verbindung 36"/>
          <p:cNvCxnSpPr/>
          <p:nvPr userDrawn="1"/>
        </p:nvCxnSpPr>
        <p:spPr bwMode="gray">
          <a:xfrm flipV="1">
            <a:off x="9984000" y="69566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59" name="Gerade Verbindung 37"/>
          <p:cNvCxnSpPr/>
          <p:nvPr userDrawn="1"/>
        </p:nvCxnSpPr>
        <p:spPr bwMode="gray">
          <a:xfrm flipV="1">
            <a:off x="10632000" y="69562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60" name="Gerade Verbindung 36"/>
          <p:cNvCxnSpPr/>
          <p:nvPr userDrawn="1"/>
        </p:nvCxnSpPr>
        <p:spPr bwMode="gray">
          <a:xfrm flipV="1">
            <a:off x="10920000" y="69570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61" name="Gerade Verbindung 37"/>
          <p:cNvCxnSpPr/>
          <p:nvPr userDrawn="1"/>
        </p:nvCxnSpPr>
        <p:spPr bwMode="gray">
          <a:xfrm flipV="1">
            <a:off x="11568000" y="69566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62" name="Gerade Verbindung 61"/>
          <p:cNvCxnSpPr/>
          <p:nvPr userDrawn="1"/>
        </p:nvCxnSpPr>
        <p:spPr bwMode="gray">
          <a:xfrm rot="5400000" flipV="1">
            <a:off x="-192704" y="1437000"/>
            <a:ext cx="0" cy="96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63" name="Gerade Verbindung 62"/>
          <p:cNvCxnSpPr/>
          <p:nvPr userDrawn="1"/>
        </p:nvCxnSpPr>
        <p:spPr bwMode="gray">
          <a:xfrm rot="5400000" flipV="1">
            <a:off x="-192704" y="6045296"/>
            <a:ext cx="0" cy="96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64" name="Gerade Verbindung 64"/>
          <p:cNvCxnSpPr/>
          <p:nvPr userDrawn="1"/>
        </p:nvCxnSpPr>
        <p:spPr bwMode="gray">
          <a:xfrm rot="5400000" flipV="1">
            <a:off x="-192704" y="356664"/>
            <a:ext cx="0" cy="96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sp>
        <p:nvSpPr>
          <p:cNvPr id="65" name="empower - DO NOT DELETE!!!"/>
          <p:cNvSpPr/>
          <p:nvPr userDrawn="1">
            <p:custDataLst>
              <p:tags r:id="rId58"/>
            </p:custDataLst>
          </p:nvPr>
        </p:nvSpPr>
        <p:spPr bwMode="gray">
          <a:xfrm>
            <a:off x="-1270000" y="-1270000"/>
            <a:ext cx="0" cy="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400"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6" name="Slide Number Placeholder 65"/>
          <p:cNvSpPr>
            <a:spLocks noGrp="1"/>
          </p:cNvSpPr>
          <p:nvPr>
            <p:ph type="sldNum" sz="quarter" idx="4"/>
          </p:nvPr>
        </p:nvSpPr>
        <p:spPr bwMode="gray">
          <a:xfrm>
            <a:off x="624001" y="6380999"/>
            <a:ext cx="648000" cy="216172"/>
          </a:xfrm>
          <a:prstGeom prst="rect">
            <a:avLst/>
          </a:prstGeom>
        </p:spPr>
        <p:txBody>
          <a:bodyPr vert="horz" lIns="0" tIns="0" rIns="0" bIns="36000" rtlCol="0" anchor="b" anchorCtr="0"/>
          <a:lstStyle>
            <a:lvl1pPr>
              <a:defRPr lang="de-DE" sz="800" smtClean="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FD5E7EB4-4CDF-47BB-AF16-07782904B863}" type="slidenum">
              <a:rPr lang="en-US" smtClean="0"/>
              <a:pPr/>
              <a:t>‹#›</a:t>
            </a:fld>
            <a:endParaRPr lang="en-US" dirty="0"/>
          </a:p>
        </p:txBody>
      </p:sp>
      <p:sp>
        <p:nvSpPr>
          <p:cNvPr id="67" name="Footer Placeholder 66"/>
          <p:cNvSpPr>
            <a:spLocks noGrp="1"/>
          </p:cNvSpPr>
          <p:nvPr>
            <p:ph type="ftr" sz="quarter" idx="3"/>
          </p:nvPr>
        </p:nvSpPr>
        <p:spPr bwMode="gray">
          <a:xfrm>
            <a:off x="1272000" y="6380999"/>
            <a:ext cx="8718972" cy="216172"/>
          </a:xfrm>
          <a:prstGeom prst="rect">
            <a:avLst/>
          </a:prstGeom>
        </p:spPr>
        <p:txBody>
          <a:bodyPr vert="horz" lIns="0" tIns="0" rIns="0" bIns="36000" rtlCol="0" anchor="b" anchorCtr="0"/>
          <a:lstStyle>
            <a:lvl1pPr>
              <a:defRPr lang="de-DE" sz="8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dirty="0"/>
              <a:t>Title of Presentation | DD.MM.YYYY</a:t>
            </a:r>
          </a:p>
        </p:txBody>
      </p:sp>
      <p:sp>
        <p:nvSpPr>
          <p:cNvPr id="13" name="Text Placeholder 12"/>
          <p:cNvSpPr>
            <a:spLocks noGrp="1"/>
          </p:cNvSpPr>
          <p:nvPr>
            <p:ph type="body" idx="1"/>
          </p:nvPr>
        </p:nvSpPr>
        <p:spPr bwMode="gray">
          <a:xfrm>
            <a:off x="623888" y="1485000"/>
            <a:ext cx="10944227" cy="4607824"/>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p>
          <a:p>
            <a:pPr lvl="4"/>
            <a:endParaRPr lang="en-US" dirty="0"/>
          </a:p>
        </p:txBody>
      </p:sp>
      <p:sp>
        <p:nvSpPr>
          <p:cNvPr id="4" name="Title Placeholder 3"/>
          <p:cNvSpPr>
            <a:spLocks noGrp="1"/>
          </p:cNvSpPr>
          <p:nvPr>
            <p:ph type="title"/>
          </p:nvPr>
        </p:nvSpPr>
        <p:spPr bwMode="gray">
          <a:xfrm>
            <a:off x="623888" y="404813"/>
            <a:ext cx="10944225" cy="651939"/>
          </a:xfrm>
          <a:prstGeom prst="rect">
            <a:avLst/>
          </a:prstGeom>
          <a:noFill/>
        </p:spPr>
        <p:txBody>
          <a:bodyPr vert="horz" lIns="0" tIns="0" rIns="0" bIns="18000" rtlCol="0" anchor="b" anchorCtr="0">
            <a:noAutofit/>
          </a:bodyPr>
          <a:lstStyle/>
          <a:p>
            <a:pPr lvl="0">
              <a:lnSpc>
                <a:spcPct val="100000"/>
              </a:lnSpc>
            </a:pPr>
            <a:r>
              <a:rPr lang="en-US" noProof="0" dirty="0"/>
              <a:t>Insert slide title here (max. 2 lines | max. 1 line with Action Title)</a:t>
            </a:r>
          </a:p>
        </p:txBody>
      </p:sp>
      <p:grpSp>
        <p:nvGrpSpPr>
          <p:cNvPr id="7" name="Logo Merck"/>
          <p:cNvGrpSpPr>
            <a:grpSpLocks noChangeAspect="1"/>
          </p:cNvGrpSpPr>
          <p:nvPr userDrawn="1">
            <p:custDataLst>
              <p:tags r:id="rId59"/>
            </p:custDataLst>
          </p:nvPr>
        </p:nvGrpSpPr>
        <p:grpSpPr bwMode="gray">
          <a:xfrm>
            <a:off x="10539522" y="6440320"/>
            <a:ext cx="1028592" cy="162000"/>
            <a:chOff x="-4548188" y="3063875"/>
            <a:chExt cx="2741613" cy="431800"/>
          </a:xfrm>
          <a:solidFill>
            <a:schemeClr val="bg2"/>
          </a:solidFill>
        </p:grpSpPr>
        <p:sp>
          <p:nvSpPr>
            <p:cNvPr id="8" name="Logo K"/>
            <p:cNvSpPr>
              <a:spLocks/>
            </p:cNvSpPr>
            <p:nvPr/>
          </p:nvSpPr>
          <p:spPr bwMode="gray">
            <a:xfrm>
              <a:off x="-2230438" y="3063875"/>
              <a:ext cx="423863" cy="423862"/>
            </a:xfrm>
            <a:custGeom>
              <a:avLst/>
              <a:gdLst>
                <a:gd name="T0" fmla="*/ 8 w 113"/>
                <a:gd name="T1" fmla="*/ 113 h 113"/>
                <a:gd name="T2" fmla="*/ 27 w 113"/>
                <a:gd name="T3" fmla="*/ 105 h 113"/>
                <a:gd name="T4" fmla="*/ 34 w 113"/>
                <a:gd name="T5" fmla="*/ 98 h 113"/>
                <a:gd name="T6" fmla="*/ 43 w 113"/>
                <a:gd name="T7" fmla="*/ 93 h 113"/>
                <a:gd name="T8" fmla="*/ 46 w 113"/>
                <a:gd name="T9" fmla="*/ 93 h 113"/>
                <a:gd name="T10" fmla="*/ 49 w 113"/>
                <a:gd name="T11" fmla="*/ 93 h 113"/>
                <a:gd name="T12" fmla="*/ 60 w 113"/>
                <a:gd name="T13" fmla="*/ 96 h 113"/>
                <a:gd name="T14" fmla="*/ 92 w 113"/>
                <a:gd name="T15" fmla="*/ 109 h 113"/>
                <a:gd name="T16" fmla="*/ 106 w 113"/>
                <a:gd name="T17" fmla="*/ 113 h 113"/>
                <a:gd name="T18" fmla="*/ 111 w 113"/>
                <a:gd name="T19" fmla="*/ 113 h 113"/>
                <a:gd name="T20" fmla="*/ 113 w 113"/>
                <a:gd name="T21" fmla="*/ 110 h 113"/>
                <a:gd name="T22" fmla="*/ 113 w 113"/>
                <a:gd name="T23" fmla="*/ 99 h 113"/>
                <a:gd name="T24" fmla="*/ 100 w 113"/>
                <a:gd name="T25" fmla="*/ 80 h 113"/>
                <a:gd name="T26" fmla="*/ 94 w 113"/>
                <a:gd name="T27" fmla="*/ 77 h 113"/>
                <a:gd name="T28" fmla="*/ 78 w 113"/>
                <a:gd name="T29" fmla="*/ 67 h 113"/>
                <a:gd name="T30" fmla="*/ 79 w 113"/>
                <a:gd name="T31" fmla="*/ 52 h 113"/>
                <a:gd name="T32" fmla="*/ 107 w 113"/>
                <a:gd name="T33" fmla="*/ 24 h 113"/>
                <a:gd name="T34" fmla="*/ 113 w 113"/>
                <a:gd name="T35" fmla="*/ 10 h 113"/>
                <a:gd name="T36" fmla="*/ 113 w 113"/>
                <a:gd name="T37" fmla="*/ 6 h 113"/>
                <a:gd name="T38" fmla="*/ 110 w 113"/>
                <a:gd name="T39" fmla="*/ 2 h 113"/>
                <a:gd name="T40" fmla="*/ 103 w 113"/>
                <a:gd name="T41" fmla="*/ 0 h 113"/>
                <a:gd name="T42" fmla="*/ 99 w 113"/>
                <a:gd name="T43" fmla="*/ 0 h 113"/>
                <a:gd name="T44" fmla="*/ 80 w 113"/>
                <a:gd name="T45" fmla="*/ 8 h 113"/>
                <a:gd name="T46" fmla="*/ 57 w 113"/>
                <a:gd name="T47" fmla="*/ 31 h 113"/>
                <a:gd name="T48" fmla="*/ 31 w 113"/>
                <a:gd name="T49" fmla="*/ 57 h 113"/>
                <a:gd name="T50" fmla="*/ 31 w 113"/>
                <a:gd name="T51" fmla="*/ 16 h 113"/>
                <a:gd name="T52" fmla="*/ 14 w 113"/>
                <a:gd name="T53" fmla="*/ 0 h 113"/>
                <a:gd name="T54" fmla="*/ 7 w 113"/>
                <a:gd name="T55" fmla="*/ 0 h 113"/>
                <a:gd name="T56" fmla="*/ 1 w 113"/>
                <a:gd name="T57" fmla="*/ 0 h 113"/>
                <a:gd name="T58" fmla="*/ 0 w 113"/>
                <a:gd name="T59" fmla="*/ 3 h 113"/>
                <a:gd name="T60" fmla="*/ 0 w 113"/>
                <a:gd name="T61" fmla="*/ 111 h 113"/>
                <a:gd name="T62" fmla="*/ 2 w 113"/>
                <a:gd name="T63" fmla="*/ 113 h 113"/>
                <a:gd name="T64" fmla="*/ 8 w 113"/>
                <a:gd name="T65"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3" h="113">
                  <a:moveTo>
                    <a:pt x="8" y="113"/>
                  </a:moveTo>
                  <a:cubicBezTo>
                    <a:pt x="16" y="113"/>
                    <a:pt x="22" y="110"/>
                    <a:pt x="27" y="105"/>
                  </a:cubicBezTo>
                  <a:cubicBezTo>
                    <a:pt x="27" y="105"/>
                    <a:pt x="30" y="102"/>
                    <a:pt x="34" y="98"/>
                  </a:cubicBezTo>
                  <a:cubicBezTo>
                    <a:pt x="36" y="95"/>
                    <a:pt x="40" y="94"/>
                    <a:pt x="43" y="93"/>
                  </a:cubicBezTo>
                  <a:cubicBezTo>
                    <a:pt x="44" y="93"/>
                    <a:pt x="45" y="93"/>
                    <a:pt x="46" y="93"/>
                  </a:cubicBezTo>
                  <a:cubicBezTo>
                    <a:pt x="47" y="93"/>
                    <a:pt x="48" y="93"/>
                    <a:pt x="49" y="93"/>
                  </a:cubicBezTo>
                  <a:cubicBezTo>
                    <a:pt x="53" y="94"/>
                    <a:pt x="57" y="95"/>
                    <a:pt x="60" y="96"/>
                  </a:cubicBezTo>
                  <a:cubicBezTo>
                    <a:pt x="92" y="109"/>
                    <a:pt x="92" y="109"/>
                    <a:pt x="92" y="109"/>
                  </a:cubicBezTo>
                  <a:cubicBezTo>
                    <a:pt x="92" y="109"/>
                    <a:pt x="100" y="113"/>
                    <a:pt x="106" y="113"/>
                  </a:cubicBezTo>
                  <a:cubicBezTo>
                    <a:pt x="111" y="113"/>
                    <a:pt x="111" y="113"/>
                    <a:pt x="111" y="113"/>
                  </a:cubicBezTo>
                  <a:cubicBezTo>
                    <a:pt x="112" y="113"/>
                    <a:pt x="113" y="112"/>
                    <a:pt x="113" y="110"/>
                  </a:cubicBezTo>
                  <a:cubicBezTo>
                    <a:pt x="113" y="99"/>
                    <a:pt x="113" y="99"/>
                    <a:pt x="113" y="99"/>
                  </a:cubicBezTo>
                  <a:cubicBezTo>
                    <a:pt x="113" y="91"/>
                    <a:pt x="108" y="83"/>
                    <a:pt x="100" y="80"/>
                  </a:cubicBezTo>
                  <a:cubicBezTo>
                    <a:pt x="94" y="77"/>
                    <a:pt x="94" y="77"/>
                    <a:pt x="94" y="77"/>
                  </a:cubicBezTo>
                  <a:cubicBezTo>
                    <a:pt x="88" y="75"/>
                    <a:pt x="82" y="70"/>
                    <a:pt x="78" y="67"/>
                  </a:cubicBezTo>
                  <a:cubicBezTo>
                    <a:pt x="78" y="67"/>
                    <a:pt x="72" y="60"/>
                    <a:pt x="79" y="52"/>
                  </a:cubicBezTo>
                  <a:cubicBezTo>
                    <a:pt x="107" y="24"/>
                    <a:pt x="107" y="24"/>
                    <a:pt x="107" y="24"/>
                  </a:cubicBezTo>
                  <a:cubicBezTo>
                    <a:pt x="111" y="20"/>
                    <a:pt x="113" y="15"/>
                    <a:pt x="113" y="10"/>
                  </a:cubicBezTo>
                  <a:cubicBezTo>
                    <a:pt x="113" y="10"/>
                    <a:pt x="113" y="8"/>
                    <a:pt x="113" y="6"/>
                  </a:cubicBezTo>
                  <a:cubicBezTo>
                    <a:pt x="112" y="5"/>
                    <a:pt x="111" y="3"/>
                    <a:pt x="110" y="2"/>
                  </a:cubicBezTo>
                  <a:cubicBezTo>
                    <a:pt x="109" y="1"/>
                    <a:pt x="106" y="0"/>
                    <a:pt x="103" y="0"/>
                  </a:cubicBezTo>
                  <a:cubicBezTo>
                    <a:pt x="103" y="0"/>
                    <a:pt x="99" y="0"/>
                    <a:pt x="99" y="0"/>
                  </a:cubicBezTo>
                  <a:cubicBezTo>
                    <a:pt x="91" y="0"/>
                    <a:pt x="85" y="3"/>
                    <a:pt x="80" y="8"/>
                  </a:cubicBezTo>
                  <a:cubicBezTo>
                    <a:pt x="80" y="8"/>
                    <a:pt x="61" y="26"/>
                    <a:pt x="57" y="31"/>
                  </a:cubicBezTo>
                  <a:cubicBezTo>
                    <a:pt x="31" y="57"/>
                    <a:pt x="31" y="57"/>
                    <a:pt x="31" y="57"/>
                  </a:cubicBezTo>
                  <a:cubicBezTo>
                    <a:pt x="31" y="57"/>
                    <a:pt x="31" y="16"/>
                    <a:pt x="31" y="16"/>
                  </a:cubicBezTo>
                  <a:cubicBezTo>
                    <a:pt x="31" y="7"/>
                    <a:pt x="23" y="0"/>
                    <a:pt x="14" y="0"/>
                  </a:cubicBezTo>
                  <a:cubicBezTo>
                    <a:pt x="14" y="0"/>
                    <a:pt x="7" y="0"/>
                    <a:pt x="7" y="0"/>
                  </a:cubicBezTo>
                  <a:cubicBezTo>
                    <a:pt x="5" y="0"/>
                    <a:pt x="2" y="0"/>
                    <a:pt x="1" y="0"/>
                  </a:cubicBezTo>
                  <a:cubicBezTo>
                    <a:pt x="0" y="1"/>
                    <a:pt x="0" y="2"/>
                    <a:pt x="0" y="3"/>
                  </a:cubicBezTo>
                  <a:cubicBezTo>
                    <a:pt x="0" y="3"/>
                    <a:pt x="0" y="111"/>
                    <a:pt x="0" y="111"/>
                  </a:cubicBezTo>
                  <a:cubicBezTo>
                    <a:pt x="0" y="112"/>
                    <a:pt x="1" y="113"/>
                    <a:pt x="2" y="113"/>
                  </a:cubicBezTo>
                  <a:lnTo>
                    <a:pt x="8"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Logo C"/>
            <p:cNvSpPr>
              <a:spLocks/>
            </p:cNvSpPr>
            <p:nvPr/>
          </p:nvSpPr>
          <p:spPr bwMode="gray">
            <a:xfrm>
              <a:off x="-2695575" y="3063875"/>
              <a:ext cx="427038" cy="431800"/>
            </a:xfrm>
            <a:custGeom>
              <a:avLst/>
              <a:gdLst>
                <a:gd name="T0" fmla="*/ 111 w 114"/>
                <a:gd name="T1" fmla="*/ 66 h 115"/>
                <a:gd name="T2" fmla="*/ 94 w 114"/>
                <a:gd name="T3" fmla="*/ 66 h 115"/>
                <a:gd name="T4" fmla="*/ 82 w 114"/>
                <a:gd name="T5" fmla="*/ 74 h 115"/>
                <a:gd name="T6" fmla="*/ 76 w 114"/>
                <a:gd name="T7" fmla="*/ 82 h 115"/>
                <a:gd name="T8" fmla="*/ 65 w 114"/>
                <a:gd name="T9" fmla="*/ 86 h 115"/>
                <a:gd name="T10" fmla="*/ 53 w 114"/>
                <a:gd name="T11" fmla="*/ 82 h 115"/>
                <a:gd name="T12" fmla="*/ 42 w 114"/>
                <a:gd name="T13" fmla="*/ 73 h 115"/>
                <a:gd name="T14" fmla="*/ 34 w 114"/>
                <a:gd name="T15" fmla="*/ 61 h 115"/>
                <a:gd name="T16" fmla="*/ 31 w 114"/>
                <a:gd name="T17" fmla="*/ 48 h 115"/>
                <a:gd name="T18" fmla="*/ 36 w 114"/>
                <a:gd name="T19" fmla="*/ 34 h 115"/>
                <a:gd name="T20" fmla="*/ 49 w 114"/>
                <a:gd name="T21" fmla="*/ 29 h 115"/>
                <a:gd name="T22" fmla="*/ 66 w 114"/>
                <a:gd name="T23" fmla="*/ 35 h 115"/>
                <a:gd name="T24" fmla="*/ 74 w 114"/>
                <a:gd name="T25" fmla="*/ 38 h 115"/>
                <a:gd name="T26" fmla="*/ 82 w 114"/>
                <a:gd name="T27" fmla="*/ 34 h 115"/>
                <a:gd name="T28" fmla="*/ 94 w 114"/>
                <a:gd name="T29" fmla="*/ 22 h 115"/>
                <a:gd name="T30" fmla="*/ 95 w 114"/>
                <a:gd name="T31" fmla="*/ 20 h 115"/>
                <a:gd name="T32" fmla="*/ 93 w 114"/>
                <a:gd name="T33" fmla="*/ 18 h 115"/>
                <a:gd name="T34" fmla="*/ 73 w 114"/>
                <a:gd name="T35" fmla="*/ 5 h 115"/>
                <a:gd name="T36" fmla="*/ 49 w 114"/>
                <a:gd name="T37" fmla="*/ 0 h 115"/>
                <a:gd name="T38" fmla="*/ 3 w 114"/>
                <a:gd name="T39" fmla="*/ 0 h 115"/>
                <a:gd name="T40" fmla="*/ 0 w 114"/>
                <a:gd name="T41" fmla="*/ 3 h 115"/>
                <a:gd name="T42" fmla="*/ 0 w 114"/>
                <a:gd name="T43" fmla="*/ 49 h 115"/>
                <a:gd name="T44" fmla="*/ 6 w 114"/>
                <a:gd name="T45" fmla="*/ 74 h 115"/>
                <a:gd name="T46" fmla="*/ 20 w 114"/>
                <a:gd name="T47" fmla="*/ 95 h 115"/>
                <a:gd name="T48" fmla="*/ 41 w 114"/>
                <a:gd name="T49" fmla="*/ 109 h 115"/>
                <a:gd name="T50" fmla="*/ 65 w 114"/>
                <a:gd name="T51" fmla="*/ 115 h 115"/>
                <a:gd name="T52" fmla="*/ 84 w 114"/>
                <a:gd name="T53" fmla="*/ 111 h 115"/>
                <a:gd name="T54" fmla="*/ 99 w 114"/>
                <a:gd name="T55" fmla="*/ 102 h 115"/>
                <a:gd name="T56" fmla="*/ 109 w 114"/>
                <a:gd name="T57" fmla="*/ 87 h 115"/>
                <a:gd name="T58" fmla="*/ 114 w 114"/>
                <a:gd name="T59" fmla="*/ 69 h 115"/>
                <a:gd name="T60" fmla="*/ 111 w 114"/>
                <a:gd name="T61" fmla="*/ 66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14" h="115">
                  <a:moveTo>
                    <a:pt x="111" y="66"/>
                  </a:moveTo>
                  <a:cubicBezTo>
                    <a:pt x="94" y="66"/>
                    <a:pt x="94" y="66"/>
                    <a:pt x="94" y="66"/>
                  </a:cubicBezTo>
                  <a:cubicBezTo>
                    <a:pt x="88" y="66"/>
                    <a:pt x="84" y="68"/>
                    <a:pt x="82" y="74"/>
                  </a:cubicBezTo>
                  <a:cubicBezTo>
                    <a:pt x="81" y="77"/>
                    <a:pt x="79" y="80"/>
                    <a:pt x="76" y="82"/>
                  </a:cubicBezTo>
                  <a:cubicBezTo>
                    <a:pt x="73" y="84"/>
                    <a:pt x="70" y="86"/>
                    <a:pt x="65" y="86"/>
                  </a:cubicBezTo>
                  <a:cubicBezTo>
                    <a:pt x="62" y="86"/>
                    <a:pt x="57" y="84"/>
                    <a:pt x="53" y="82"/>
                  </a:cubicBezTo>
                  <a:cubicBezTo>
                    <a:pt x="49" y="80"/>
                    <a:pt x="46" y="77"/>
                    <a:pt x="42" y="73"/>
                  </a:cubicBezTo>
                  <a:cubicBezTo>
                    <a:pt x="39" y="70"/>
                    <a:pt x="36" y="66"/>
                    <a:pt x="34" y="61"/>
                  </a:cubicBezTo>
                  <a:cubicBezTo>
                    <a:pt x="32" y="57"/>
                    <a:pt x="31" y="52"/>
                    <a:pt x="31" y="48"/>
                  </a:cubicBezTo>
                  <a:cubicBezTo>
                    <a:pt x="31" y="42"/>
                    <a:pt x="33" y="38"/>
                    <a:pt x="36" y="34"/>
                  </a:cubicBezTo>
                  <a:cubicBezTo>
                    <a:pt x="40" y="31"/>
                    <a:pt x="44" y="29"/>
                    <a:pt x="49" y="29"/>
                  </a:cubicBezTo>
                  <a:cubicBezTo>
                    <a:pt x="55" y="29"/>
                    <a:pt x="61" y="31"/>
                    <a:pt x="66" y="35"/>
                  </a:cubicBezTo>
                  <a:cubicBezTo>
                    <a:pt x="69" y="37"/>
                    <a:pt x="71" y="38"/>
                    <a:pt x="74" y="38"/>
                  </a:cubicBezTo>
                  <a:cubicBezTo>
                    <a:pt x="76" y="38"/>
                    <a:pt x="79" y="36"/>
                    <a:pt x="82" y="34"/>
                  </a:cubicBezTo>
                  <a:cubicBezTo>
                    <a:pt x="94" y="22"/>
                    <a:pt x="94" y="22"/>
                    <a:pt x="94" y="22"/>
                  </a:cubicBezTo>
                  <a:cubicBezTo>
                    <a:pt x="95" y="21"/>
                    <a:pt x="95" y="21"/>
                    <a:pt x="95" y="20"/>
                  </a:cubicBezTo>
                  <a:cubicBezTo>
                    <a:pt x="94" y="19"/>
                    <a:pt x="94" y="19"/>
                    <a:pt x="93" y="18"/>
                  </a:cubicBezTo>
                  <a:cubicBezTo>
                    <a:pt x="87" y="12"/>
                    <a:pt x="80" y="8"/>
                    <a:pt x="73" y="5"/>
                  </a:cubicBezTo>
                  <a:cubicBezTo>
                    <a:pt x="65" y="1"/>
                    <a:pt x="57" y="0"/>
                    <a:pt x="49" y="0"/>
                  </a:cubicBezTo>
                  <a:cubicBezTo>
                    <a:pt x="3" y="0"/>
                    <a:pt x="3" y="0"/>
                    <a:pt x="3" y="0"/>
                  </a:cubicBezTo>
                  <a:cubicBezTo>
                    <a:pt x="1" y="0"/>
                    <a:pt x="0" y="1"/>
                    <a:pt x="0" y="3"/>
                  </a:cubicBezTo>
                  <a:cubicBezTo>
                    <a:pt x="0" y="49"/>
                    <a:pt x="0" y="49"/>
                    <a:pt x="0" y="49"/>
                  </a:cubicBezTo>
                  <a:cubicBezTo>
                    <a:pt x="0" y="57"/>
                    <a:pt x="2" y="66"/>
                    <a:pt x="6" y="74"/>
                  </a:cubicBezTo>
                  <a:cubicBezTo>
                    <a:pt x="9" y="82"/>
                    <a:pt x="14" y="89"/>
                    <a:pt x="20" y="95"/>
                  </a:cubicBezTo>
                  <a:cubicBezTo>
                    <a:pt x="26" y="101"/>
                    <a:pt x="33" y="106"/>
                    <a:pt x="41" y="109"/>
                  </a:cubicBezTo>
                  <a:cubicBezTo>
                    <a:pt x="49" y="113"/>
                    <a:pt x="57" y="115"/>
                    <a:pt x="65" y="115"/>
                  </a:cubicBezTo>
                  <a:cubicBezTo>
                    <a:pt x="72" y="115"/>
                    <a:pt x="78" y="114"/>
                    <a:pt x="84" y="111"/>
                  </a:cubicBezTo>
                  <a:cubicBezTo>
                    <a:pt x="90" y="109"/>
                    <a:pt x="95" y="106"/>
                    <a:pt x="99" y="102"/>
                  </a:cubicBezTo>
                  <a:cubicBezTo>
                    <a:pt x="103" y="98"/>
                    <a:pt x="107" y="93"/>
                    <a:pt x="109" y="87"/>
                  </a:cubicBezTo>
                  <a:cubicBezTo>
                    <a:pt x="112" y="81"/>
                    <a:pt x="113" y="75"/>
                    <a:pt x="114" y="69"/>
                  </a:cubicBezTo>
                  <a:cubicBezTo>
                    <a:pt x="114" y="67"/>
                    <a:pt x="113" y="66"/>
                    <a:pt x="111"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Logo R"/>
            <p:cNvSpPr>
              <a:spLocks/>
            </p:cNvSpPr>
            <p:nvPr/>
          </p:nvSpPr>
          <p:spPr bwMode="gray">
            <a:xfrm>
              <a:off x="-3157538" y="3063875"/>
              <a:ext cx="461963" cy="423862"/>
            </a:xfrm>
            <a:custGeom>
              <a:avLst/>
              <a:gdLst>
                <a:gd name="T0" fmla="*/ 121 w 123"/>
                <a:gd name="T1" fmla="*/ 99 h 113"/>
                <a:gd name="T2" fmla="*/ 104 w 123"/>
                <a:gd name="T3" fmla="*/ 88 h 113"/>
                <a:gd name="T4" fmla="*/ 91 w 123"/>
                <a:gd name="T5" fmla="*/ 78 h 113"/>
                <a:gd name="T6" fmla="*/ 107 w 123"/>
                <a:gd name="T7" fmla="*/ 67 h 113"/>
                <a:gd name="T8" fmla="*/ 113 w 123"/>
                <a:gd name="T9" fmla="*/ 49 h 113"/>
                <a:gd name="T10" fmla="*/ 107 w 123"/>
                <a:gd name="T11" fmla="*/ 30 h 113"/>
                <a:gd name="T12" fmla="*/ 92 w 123"/>
                <a:gd name="T13" fmla="*/ 14 h 113"/>
                <a:gd name="T14" fmla="*/ 71 w 123"/>
                <a:gd name="T15" fmla="*/ 4 h 113"/>
                <a:gd name="T16" fmla="*/ 48 w 123"/>
                <a:gd name="T17" fmla="*/ 0 h 113"/>
                <a:gd name="T18" fmla="*/ 2 w 123"/>
                <a:gd name="T19" fmla="*/ 0 h 113"/>
                <a:gd name="T20" fmla="*/ 0 w 123"/>
                <a:gd name="T21" fmla="*/ 2 h 113"/>
                <a:gd name="T22" fmla="*/ 0 w 123"/>
                <a:gd name="T23" fmla="*/ 79 h 113"/>
                <a:gd name="T24" fmla="*/ 0 w 123"/>
                <a:gd name="T25" fmla="*/ 96 h 113"/>
                <a:gd name="T26" fmla="*/ 0 w 123"/>
                <a:gd name="T27" fmla="*/ 102 h 113"/>
                <a:gd name="T28" fmla="*/ 0 w 123"/>
                <a:gd name="T29" fmla="*/ 109 h 113"/>
                <a:gd name="T30" fmla="*/ 1 w 123"/>
                <a:gd name="T31" fmla="*/ 112 h 113"/>
                <a:gd name="T32" fmla="*/ 7 w 123"/>
                <a:gd name="T33" fmla="*/ 113 h 113"/>
                <a:gd name="T34" fmla="*/ 15 w 123"/>
                <a:gd name="T35" fmla="*/ 112 h 113"/>
                <a:gd name="T36" fmla="*/ 25 w 123"/>
                <a:gd name="T37" fmla="*/ 105 h 113"/>
                <a:gd name="T38" fmla="*/ 30 w 123"/>
                <a:gd name="T39" fmla="*/ 86 h 113"/>
                <a:gd name="T40" fmla="*/ 30 w 123"/>
                <a:gd name="T41" fmla="*/ 39 h 113"/>
                <a:gd name="T42" fmla="*/ 31 w 123"/>
                <a:gd name="T43" fmla="*/ 36 h 113"/>
                <a:gd name="T44" fmla="*/ 32 w 123"/>
                <a:gd name="T45" fmla="*/ 34 h 113"/>
                <a:gd name="T46" fmla="*/ 60 w 123"/>
                <a:gd name="T47" fmla="*/ 28 h 113"/>
                <a:gd name="T48" fmla="*/ 80 w 123"/>
                <a:gd name="T49" fmla="*/ 50 h 113"/>
                <a:gd name="T50" fmla="*/ 64 w 123"/>
                <a:gd name="T51" fmla="*/ 58 h 113"/>
                <a:gd name="T52" fmla="*/ 53 w 123"/>
                <a:gd name="T53" fmla="*/ 57 h 113"/>
                <a:gd name="T54" fmla="*/ 48 w 123"/>
                <a:gd name="T55" fmla="*/ 55 h 113"/>
                <a:gd name="T56" fmla="*/ 44 w 123"/>
                <a:gd name="T57" fmla="*/ 54 h 113"/>
                <a:gd name="T58" fmla="*/ 43 w 123"/>
                <a:gd name="T59" fmla="*/ 57 h 113"/>
                <a:gd name="T60" fmla="*/ 43 w 123"/>
                <a:gd name="T61" fmla="*/ 69 h 113"/>
                <a:gd name="T62" fmla="*/ 47 w 123"/>
                <a:gd name="T63" fmla="*/ 79 h 113"/>
                <a:gd name="T64" fmla="*/ 84 w 123"/>
                <a:gd name="T65" fmla="*/ 109 h 113"/>
                <a:gd name="T66" fmla="*/ 96 w 123"/>
                <a:gd name="T67" fmla="*/ 113 h 113"/>
                <a:gd name="T68" fmla="*/ 121 w 123"/>
                <a:gd name="T69" fmla="*/ 113 h 113"/>
                <a:gd name="T70" fmla="*/ 123 w 123"/>
                <a:gd name="T71" fmla="*/ 110 h 113"/>
                <a:gd name="T72" fmla="*/ 123 w 123"/>
                <a:gd name="T73" fmla="*/ 102 h 113"/>
                <a:gd name="T74" fmla="*/ 121 w 123"/>
                <a:gd name="T75" fmla="*/ 99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13">
                  <a:moveTo>
                    <a:pt x="121" y="99"/>
                  </a:moveTo>
                  <a:cubicBezTo>
                    <a:pt x="121" y="99"/>
                    <a:pt x="115" y="98"/>
                    <a:pt x="104" y="88"/>
                  </a:cubicBezTo>
                  <a:cubicBezTo>
                    <a:pt x="98" y="83"/>
                    <a:pt x="93" y="80"/>
                    <a:pt x="91" y="78"/>
                  </a:cubicBezTo>
                  <a:cubicBezTo>
                    <a:pt x="93" y="77"/>
                    <a:pt x="100" y="74"/>
                    <a:pt x="107" y="67"/>
                  </a:cubicBezTo>
                  <a:cubicBezTo>
                    <a:pt x="111" y="62"/>
                    <a:pt x="113" y="56"/>
                    <a:pt x="113" y="49"/>
                  </a:cubicBezTo>
                  <a:cubicBezTo>
                    <a:pt x="113" y="42"/>
                    <a:pt x="111" y="36"/>
                    <a:pt x="107" y="30"/>
                  </a:cubicBezTo>
                  <a:cubicBezTo>
                    <a:pt x="103" y="24"/>
                    <a:pt x="98" y="18"/>
                    <a:pt x="92" y="14"/>
                  </a:cubicBezTo>
                  <a:cubicBezTo>
                    <a:pt x="86" y="10"/>
                    <a:pt x="79" y="6"/>
                    <a:pt x="71" y="4"/>
                  </a:cubicBezTo>
                  <a:cubicBezTo>
                    <a:pt x="63" y="1"/>
                    <a:pt x="56" y="0"/>
                    <a:pt x="48" y="0"/>
                  </a:cubicBezTo>
                  <a:cubicBezTo>
                    <a:pt x="48" y="0"/>
                    <a:pt x="2" y="0"/>
                    <a:pt x="2" y="0"/>
                  </a:cubicBezTo>
                  <a:cubicBezTo>
                    <a:pt x="1" y="0"/>
                    <a:pt x="0" y="1"/>
                    <a:pt x="0" y="2"/>
                  </a:cubicBezTo>
                  <a:cubicBezTo>
                    <a:pt x="0" y="2"/>
                    <a:pt x="0" y="79"/>
                    <a:pt x="0" y="79"/>
                  </a:cubicBezTo>
                  <a:cubicBezTo>
                    <a:pt x="0" y="96"/>
                    <a:pt x="0" y="96"/>
                    <a:pt x="0" y="96"/>
                  </a:cubicBezTo>
                  <a:cubicBezTo>
                    <a:pt x="0" y="102"/>
                    <a:pt x="0" y="102"/>
                    <a:pt x="0" y="102"/>
                  </a:cubicBezTo>
                  <a:cubicBezTo>
                    <a:pt x="0" y="109"/>
                    <a:pt x="0" y="109"/>
                    <a:pt x="0" y="109"/>
                  </a:cubicBezTo>
                  <a:cubicBezTo>
                    <a:pt x="0" y="110"/>
                    <a:pt x="0" y="112"/>
                    <a:pt x="1" y="112"/>
                  </a:cubicBezTo>
                  <a:cubicBezTo>
                    <a:pt x="2" y="113"/>
                    <a:pt x="6" y="113"/>
                    <a:pt x="7" y="113"/>
                  </a:cubicBezTo>
                  <a:cubicBezTo>
                    <a:pt x="10" y="113"/>
                    <a:pt x="13" y="113"/>
                    <a:pt x="15" y="112"/>
                  </a:cubicBezTo>
                  <a:cubicBezTo>
                    <a:pt x="19" y="111"/>
                    <a:pt x="22" y="108"/>
                    <a:pt x="25" y="105"/>
                  </a:cubicBezTo>
                  <a:cubicBezTo>
                    <a:pt x="29" y="99"/>
                    <a:pt x="30" y="93"/>
                    <a:pt x="30" y="86"/>
                  </a:cubicBezTo>
                  <a:cubicBezTo>
                    <a:pt x="30" y="85"/>
                    <a:pt x="30" y="39"/>
                    <a:pt x="30" y="39"/>
                  </a:cubicBezTo>
                  <a:cubicBezTo>
                    <a:pt x="30" y="39"/>
                    <a:pt x="30" y="37"/>
                    <a:pt x="31" y="36"/>
                  </a:cubicBezTo>
                  <a:cubicBezTo>
                    <a:pt x="31" y="35"/>
                    <a:pt x="32" y="34"/>
                    <a:pt x="32" y="34"/>
                  </a:cubicBezTo>
                  <a:cubicBezTo>
                    <a:pt x="35" y="28"/>
                    <a:pt x="47" y="25"/>
                    <a:pt x="60" y="28"/>
                  </a:cubicBezTo>
                  <a:cubicBezTo>
                    <a:pt x="77" y="33"/>
                    <a:pt x="82" y="44"/>
                    <a:pt x="80" y="50"/>
                  </a:cubicBezTo>
                  <a:cubicBezTo>
                    <a:pt x="78" y="55"/>
                    <a:pt x="72" y="58"/>
                    <a:pt x="64" y="58"/>
                  </a:cubicBezTo>
                  <a:cubicBezTo>
                    <a:pt x="61" y="58"/>
                    <a:pt x="57" y="58"/>
                    <a:pt x="53" y="57"/>
                  </a:cubicBezTo>
                  <a:cubicBezTo>
                    <a:pt x="53" y="57"/>
                    <a:pt x="50" y="56"/>
                    <a:pt x="48" y="55"/>
                  </a:cubicBezTo>
                  <a:cubicBezTo>
                    <a:pt x="48" y="55"/>
                    <a:pt x="46" y="54"/>
                    <a:pt x="44" y="54"/>
                  </a:cubicBezTo>
                  <a:cubicBezTo>
                    <a:pt x="43" y="54"/>
                    <a:pt x="43" y="55"/>
                    <a:pt x="43" y="57"/>
                  </a:cubicBezTo>
                  <a:cubicBezTo>
                    <a:pt x="43" y="57"/>
                    <a:pt x="43" y="69"/>
                    <a:pt x="43" y="69"/>
                  </a:cubicBezTo>
                  <a:cubicBezTo>
                    <a:pt x="43" y="73"/>
                    <a:pt x="44" y="77"/>
                    <a:pt x="47" y="79"/>
                  </a:cubicBezTo>
                  <a:cubicBezTo>
                    <a:pt x="47" y="79"/>
                    <a:pt x="84" y="109"/>
                    <a:pt x="84" y="109"/>
                  </a:cubicBezTo>
                  <a:cubicBezTo>
                    <a:pt x="88" y="112"/>
                    <a:pt x="92" y="113"/>
                    <a:pt x="96" y="113"/>
                  </a:cubicBezTo>
                  <a:cubicBezTo>
                    <a:pt x="121" y="113"/>
                    <a:pt x="121" y="113"/>
                    <a:pt x="121" y="113"/>
                  </a:cubicBezTo>
                  <a:cubicBezTo>
                    <a:pt x="122" y="113"/>
                    <a:pt x="123" y="112"/>
                    <a:pt x="123" y="110"/>
                  </a:cubicBezTo>
                  <a:cubicBezTo>
                    <a:pt x="123" y="102"/>
                    <a:pt x="123" y="102"/>
                    <a:pt x="123" y="102"/>
                  </a:cubicBezTo>
                  <a:cubicBezTo>
                    <a:pt x="123" y="101"/>
                    <a:pt x="122" y="99"/>
                    <a:pt x="121" y="9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Logo E"/>
            <p:cNvSpPr>
              <a:spLocks/>
            </p:cNvSpPr>
            <p:nvPr/>
          </p:nvSpPr>
          <p:spPr bwMode="gray">
            <a:xfrm>
              <a:off x="-3622675" y="3063875"/>
              <a:ext cx="428625" cy="423862"/>
            </a:xfrm>
            <a:custGeom>
              <a:avLst/>
              <a:gdLst>
                <a:gd name="T0" fmla="*/ 96 w 114"/>
                <a:gd name="T1" fmla="*/ 84 h 113"/>
                <a:gd name="T2" fmla="*/ 63 w 114"/>
                <a:gd name="T3" fmla="*/ 84 h 113"/>
                <a:gd name="T4" fmla="*/ 50 w 114"/>
                <a:gd name="T5" fmla="*/ 81 h 113"/>
                <a:gd name="T6" fmla="*/ 40 w 114"/>
                <a:gd name="T7" fmla="*/ 73 h 113"/>
                <a:gd name="T8" fmla="*/ 33 w 114"/>
                <a:gd name="T9" fmla="*/ 61 h 113"/>
                <a:gd name="T10" fmla="*/ 30 w 114"/>
                <a:gd name="T11" fmla="*/ 48 h 113"/>
                <a:gd name="T12" fmla="*/ 35 w 114"/>
                <a:gd name="T13" fmla="*/ 34 h 113"/>
                <a:gd name="T14" fmla="*/ 39 w 114"/>
                <a:gd name="T15" fmla="*/ 31 h 113"/>
                <a:gd name="T16" fmla="*/ 43 w 114"/>
                <a:gd name="T17" fmla="*/ 30 h 113"/>
                <a:gd name="T18" fmla="*/ 50 w 114"/>
                <a:gd name="T19" fmla="*/ 29 h 113"/>
                <a:gd name="T20" fmla="*/ 56 w 114"/>
                <a:gd name="T21" fmla="*/ 30 h 113"/>
                <a:gd name="T22" fmla="*/ 67 w 114"/>
                <a:gd name="T23" fmla="*/ 34 h 113"/>
                <a:gd name="T24" fmla="*/ 81 w 114"/>
                <a:gd name="T25" fmla="*/ 47 h 113"/>
                <a:gd name="T26" fmla="*/ 47 w 114"/>
                <a:gd name="T27" fmla="*/ 47 h 113"/>
                <a:gd name="T28" fmla="*/ 44 w 114"/>
                <a:gd name="T29" fmla="*/ 50 h 113"/>
                <a:gd name="T30" fmla="*/ 46 w 114"/>
                <a:gd name="T31" fmla="*/ 58 h 113"/>
                <a:gd name="T32" fmla="*/ 67 w 114"/>
                <a:gd name="T33" fmla="*/ 71 h 113"/>
                <a:gd name="T34" fmla="*/ 99 w 114"/>
                <a:gd name="T35" fmla="*/ 71 h 113"/>
                <a:gd name="T36" fmla="*/ 111 w 114"/>
                <a:gd name="T37" fmla="*/ 67 h 113"/>
                <a:gd name="T38" fmla="*/ 114 w 114"/>
                <a:gd name="T39" fmla="*/ 57 h 113"/>
                <a:gd name="T40" fmla="*/ 108 w 114"/>
                <a:gd name="T41" fmla="*/ 38 h 113"/>
                <a:gd name="T42" fmla="*/ 94 w 114"/>
                <a:gd name="T43" fmla="*/ 19 h 113"/>
                <a:gd name="T44" fmla="*/ 74 w 114"/>
                <a:gd name="T45" fmla="*/ 5 h 113"/>
                <a:gd name="T46" fmla="*/ 50 w 114"/>
                <a:gd name="T47" fmla="*/ 0 h 113"/>
                <a:gd name="T48" fmla="*/ 3 w 114"/>
                <a:gd name="T49" fmla="*/ 0 h 113"/>
                <a:gd name="T50" fmla="*/ 0 w 114"/>
                <a:gd name="T51" fmla="*/ 2 h 113"/>
                <a:gd name="T52" fmla="*/ 0 w 114"/>
                <a:gd name="T53" fmla="*/ 49 h 113"/>
                <a:gd name="T54" fmla="*/ 5 w 114"/>
                <a:gd name="T55" fmla="*/ 73 h 113"/>
                <a:gd name="T56" fmla="*/ 19 w 114"/>
                <a:gd name="T57" fmla="*/ 94 h 113"/>
                <a:gd name="T58" fmla="*/ 39 w 114"/>
                <a:gd name="T59" fmla="*/ 108 h 113"/>
                <a:gd name="T60" fmla="*/ 64 w 114"/>
                <a:gd name="T61" fmla="*/ 113 h 113"/>
                <a:gd name="T62" fmla="*/ 111 w 114"/>
                <a:gd name="T63" fmla="*/ 113 h 113"/>
                <a:gd name="T64" fmla="*/ 114 w 114"/>
                <a:gd name="T65" fmla="*/ 111 h 113"/>
                <a:gd name="T66" fmla="*/ 114 w 114"/>
                <a:gd name="T67" fmla="*/ 101 h 113"/>
                <a:gd name="T68" fmla="*/ 109 w 114"/>
                <a:gd name="T69" fmla="*/ 88 h 113"/>
                <a:gd name="T70" fmla="*/ 96 w 114"/>
                <a:gd name="T71" fmla="*/ 84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14" h="113">
                  <a:moveTo>
                    <a:pt x="96" y="84"/>
                  </a:moveTo>
                  <a:cubicBezTo>
                    <a:pt x="63" y="84"/>
                    <a:pt x="63" y="84"/>
                    <a:pt x="63" y="84"/>
                  </a:cubicBezTo>
                  <a:cubicBezTo>
                    <a:pt x="59" y="84"/>
                    <a:pt x="54" y="82"/>
                    <a:pt x="50" y="81"/>
                  </a:cubicBezTo>
                  <a:cubicBezTo>
                    <a:pt x="47" y="79"/>
                    <a:pt x="41" y="74"/>
                    <a:pt x="40" y="73"/>
                  </a:cubicBezTo>
                  <a:cubicBezTo>
                    <a:pt x="37" y="69"/>
                    <a:pt x="34" y="65"/>
                    <a:pt x="33" y="61"/>
                  </a:cubicBezTo>
                  <a:cubicBezTo>
                    <a:pt x="31" y="57"/>
                    <a:pt x="30" y="52"/>
                    <a:pt x="30" y="48"/>
                  </a:cubicBezTo>
                  <a:cubicBezTo>
                    <a:pt x="30" y="42"/>
                    <a:pt x="32" y="37"/>
                    <a:pt x="35" y="34"/>
                  </a:cubicBezTo>
                  <a:cubicBezTo>
                    <a:pt x="36" y="33"/>
                    <a:pt x="37" y="32"/>
                    <a:pt x="39" y="31"/>
                  </a:cubicBezTo>
                  <a:cubicBezTo>
                    <a:pt x="40" y="30"/>
                    <a:pt x="42" y="30"/>
                    <a:pt x="43" y="30"/>
                  </a:cubicBezTo>
                  <a:cubicBezTo>
                    <a:pt x="45" y="29"/>
                    <a:pt x="48" y="29"/>
                    <a:pt x="50" y="29"/>
                  </a:cubicBezTo>
                  <a:cubicBezTo>
                    <a:pt x="52" y="29"/>
                    <a:pt x="54" y="29"/>
                    <a:pt x="56" y="30"/>
                  </a:cubicBezTo>
                  <a:cubicBezTo>
                    <a:pt x="60" y="30"/>
                    <a:pt x="64" y="32"/>
                    <a:pt x="67" y="34"/>
                  </a:cubicBezTo>
                  <a:cubicBezTo>
                    <a:pt x="72" y="37"/>
                    <a:pt x="78" y="42"/>
                    <a:pt x="81" y="47"/>
                  </a:cubicBezTo>
                  <a:cubicBezTo>
                    <a:pt x="47" y="47"/>
                    <a:pt x="47" y="47"/>
                    <a:pt x="47" y="47"/>
                  </a:cubicBezTo>
                  <a:cubicBezTo>
                    <a:pt x="45" y="47"/>
                    <a:pt x="44" y="48"/>
                    <a:pt x="44" y="50"/>
                  </a:cubicBezTo>
                  <a:cubicBezTo>
                    <a:pt x="44" y="53"/>
                    <a:pt x="45" y="55"/>
                    <a:pt x="46" y="58"/>
                  </a:cubicBezTo>
                  <a:cubicBezTo>
                    <a:pt x="47" y="61"/>
                    <a:pt x="54" y="71"/>
                    <a:pt x="67" y="71"/>
                  </a:cubicBezTo>
                  <a:cubicBezTo>
                    <a:pt x="99" y="71"/>
                    <a:pt x="99" y="71"/>
                    <a:pt x="99" y="71"/>
                  </a:cubicBezTo>
                  <a:cubicBezTo>
                    <a:pt x="105" y="71"/>
                    <a:pt x="109" y="70"/>
                    <a:pt x="111" y="67"/>
                  </a:cubicBezTo>
                  <a:cubicBezTo>
                    <a:pt x="113" y="64"/>
                    <a:pt x="114" y="61"/>
                    <a:pt x="114" y="57"/>
                  </a:cubicBezTo>
                  <a:cubicBezTo>
                    <a:pt x="114" y="51"/>
                    <a:pt x="112" y="44"/>
                    <a:pt x="108" y="38"/>
                  </a:cubicBezTo>
                  <a:cubicBezTo>
                    <a:pt x="105" y="31"/>
                    <a:pt x="100" y="24"/>
                    <a:pt x="94" y="19"/>
                  </a:cubicBezTo>
                  <a:cubicBezTo>
                    <a:pt x="89" y="13"/>
                    <a:pt x="82" y="9"/>
                    <a:pt x="74" y="5"/>
                  </a:cubicBezTo>
                  <a:cubicBezTo>
                    <a:pt x="66" y="1"/>
                    <a:pt x="58" y="0"/>
                    <a:pt x="50" y="0"/>
                  </a:cubicBezTo>
                  <a:cubicBezTo>
                    <a:pt x="50" y="0"/>
                    <a:pt x="3" y="0"/>
                    <a:pt x="3" y="0"/>
                  </a:cubicBezTo>
                  <a:cubicBezTo>
                    <a:pt x="1" y="0"/>
                    <a:pt x="0" y="1"/>
                    <a:pt x="0" y="2"/>
                  </a:cubicBezTo>
                  <a:cubicBezTo>
                    <a:pt x="0" y="2"/>
                    <a:pt x="0" y="49"/>
                    <a:pt x="0" y="49"/>
                  </a:cubicBezTo>
                  <a:cubicBezTo>
                    <a:pt x="0" y="57"/>
                    <a:pt x="2" y="66"/>
                    <a:pt x="5" y="73"/>
                  </a:cubicBezTo>
                  <a:cubicBezTo>
                    <a:pt x="9" y="81"/>
                    <a:pt x="13" y="88"/>
                    <a:pt x="19" y="94"/>
                  </a:cubicBezTo>
                  <a:cubicBezTo>
                    <a:pt x="25" y="100"/>
                    <a:pt x="32" y="104"/>
                    <a:pt x="39" y="108"/>
                  </a:cubicBezTo>
                  <a:cubicBezTo>
                    <a:pt x="47" y="111"/>
                    <a:pt x="55" y="113"/>
                    <a:pt x="64" y="113"/>
                  </a:cubicBezTo>
                  <a:cubicBezTo>
                    <a:pt x="111" y="113"/>
                    <a:pt x="111" y="113"/>
                    <a:pt x="111" y="113"/>
                  </a:cubicBezTo>
                  <a:cubicBezTo>
                    <a:pt x="112" y="113"/>
                    <a:pt x="114" y="112"/>
                    <a:pt x="114" y="111"/>
                  </a:cubicBezTo>
                  <a:cubicBezTo>
                    <a:pt x="114" y="101"/>
                    <a:pt x="114" y="101"/>
                    <a:pt x="114" y="101"/>
                  </a:cubicBezTo>
                  <a:cubicBezTo>
                    <a:pt x="114" y="96"/>
                    <a:pt x="112" y="91"/>
                    <a:pt x="109" y="88"/>
                  </a:cubicBezTo>
                  <a:cubicBezTo>
                    <a:pt x="106" y="85"/>
                    <a:pt x="102" y="84"/>
                    <a:pt x="96"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Logo M"/>
            <p:cNvSpPr>
              <a:spLocks/>
            </p:cNvSpPr>
            <p:nvPr/>
          </p:nvSpPr>
          <p:spPr bwMode="gray">
            <a:xfrm>
              <a:off x="-4548188" y="3063875"/>
              <a:ext cx="889000" cy="423862"/>
            </a:xfrm>
            <a:custGeom>
              <a:avLst/>
              <a:gdLst>
                <a:gd name="T0" fmla="*/ 237 w 237"/>
                <a:gd name="T1" fmla="*/ 16 h 113"/>
                <a:gd name="T2" fmla="*/ 220 w 237"/>
                <a:gd name="T3" fmla="*/ 0 h 113"/>
                <a:gd name="T4" fmla="*/ 203 w 237"/>
                <a:gd name="T5" fmla="*/ 0 h 113"/>
                <a:gd name="T6" fmla="*/ 200 w 237"/>
                <a:gd name="T7" fmla="*/ 1 h 113"/>
                <a:gd name="T8" fmla="*/ 165 w 237"/>
                <a:gd name="T9" fmla="*/ 34 h 113"/>
                <a:gd name="T10" fmla="*/ 119 w 237"/>
                <a:gd name="T11" fmla="*/ 52 h 113"/>
                <a:gd name="T12" fmla="*/ 71 w 237"/>
                <a:gd name="T13" fmla="*/ 32 h 113"/>
                <a:gd name="T14" fmla="*/ 44 w 237"/>
                <a:gd name="T15" fmla="*/ 8 h 113"/>
                <a:gd name="T16" fmla="*/ 25 w 237"/>
                <a:gd name="T17" fmla="*/ 0 h 113"/>
                <a:gd name="T18" fmla="*/ 4 w 237"/>
                <a:gd name="T19" fmla="*/ 0 h 113"/>
                <a:gd name="T20" fmla="*/ 0 w 237"/>
                <a:gd name="T21" fmla="*/ 3 h 113"/>
                <a:gd name="T22" fmla="*/ 0 w 237"/>
                <a:gd name="T23" fmla="*/ 96 h 113"/>
                <a:gd name="T24" fmla="*/ 17 w 237"/>
                <a:gd name="T25" fmla="*/ 113 h 113"/>
                <a:gd name="T26" fmla="*/ 23 w 237"/>
                <a:gd name="T27" fmla="*/ 113 h 113"/>
                <a:gd name="T28" fmla="*/ 28 w 237"/>
                <a:gd name="T29" fmla="*/ 113 h 113"/>
                <a:gd name="T30" fmla="*/ 31 w 237"/>
                <a:gd name="T31" fmla="*/ 110 h 113"/>
                <a:gd name="T32" fmla="*/ 31 w 237"/>
                <a:gd name="T33" fmla="*/ 76 h 113"/>
                <a:gd name="T34" fmla="*/ 47 w 237"/>
                <a:gd name="T35" fmla="*/ 61 h 113"/>
                <a:gd name="T36" fmla="*/ 84 w 237"/>
                <a:gd name="T37" fmla="*/ 83 h 113"/>
                <a:gd name="T38" fmla="*/ 119 w 237"/>
                <a:gd name="T39" fmla="*/ 105 h 113"/>
                <a:gd name="T40" fmla="*/ 153 w 237"/>
                <a:gd name="T41" fmla="*/ 83 h 113"/>
                <a:gd name="T42" fmla="*/ 190 w 237"/>
                <a:gd name="T43" fmla="*/ 61 h 113"/>
                <a:gd name="T44" fmla="*/ 206 w 237"/>
                <a:gd name="T45" fmla="*/ 76 h 113"/>
                <a:gd name="T46" fmla="*/ 206 w 237"/>
                <a:gd name="T47" fmla="*/ 96 h 113"/>
                <a:gd name="T48" fmla="*/ 223 w 237"/>
                <a:gd name="T49" fmla="*/ 113 h 113"/>
                <a:gd name="T50" fmla="*/ 230 w 237"/>
                <a:gd name="T51" fmla="*/ 113 h 113"/>
                <a:gd name="T52" fmla="*/ 234 w 237"/>
                <a:gd name="T53" fmla="*/ 113 h 113"/>
                <a:gd name="T54" fmla="*/ 234 w 237"/>
                <a:gd name="T55" fmla="*/ 113 h 113"/>
                <a:gd name="T56" fmla="*/ 237 w 237"/>
                <a:gd name="T57" fmla="*/ 110 h 113"/>
                <a:gd name="T58" fmla="*/ 237 w 237"/>
                <a:gd name="T59" fmla="*/ 1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37" h="113">
                  <a:moveTo>
                    <a:pt x="237" y="16"/>
                  </a:moveTo>
                  <a:cubicBezTo>
                    <a:pt x="237" y="7"/>
                    <a:pt x="229" y="0"/>
                    <a:pt x="220" y="0"/>
                  </a:cubicBezTo>
                  <a:cubicBezTo>
                    <a:pt x="203" y="0"/>
                    <a:pt x="203" y="0"/>
                    <a:pt x="203" y="0"/>
                  </a:cubicBezTo>
                  <a:cubicBezTo>
                    <a:pt x="202" y="0"/>
                    <a:pt x="201" y="0"/>
                    <a:pt x="200" y="1"/>
                  </a:cubicBezTo>
                  <a:cubicBezTo>
                    <a:pt x="165" y="34"/>
                    <a:pt x="165" y="34"/>
                    <a:pt x="165" y="34"/>
                  </a:cubicBezTo>
                  <a:cubicBezTo>
                    <a:pt x="153" y="45"/>
                    <a:pt x="137" y="52"/>
                    <a:pt x="119" y="52"/>
                  </a:cubicBezTo>
                  <a:cubicBezTo>
                    <a:pt x="100" y="52"/>
                    <a:pt x="83" y="45"/>
                    <a:pt x="71" y="32"/>
                  </a:cubicBezTo>
                  <a:cubicBezTo>
                    <a:pt x="71" y="32"/>
                    <a:pt x="45" y="8"/>
                    <a:pt x="44" y="8"/>
                  </a:cubicBezTo>
                  <a:cubicBezTo>
                    <a:pt x="39" y="3"/>
                    <a:pt x="33" y="0"/>
                    <a:pt x="25" y="0"/>
                  </a:cubicBezTo>
                  <a:cubicBezTo>
                    <a:pt x="4" y="0"/>
                    <a:pt x="4" y="0"/>
                    <a:pt x="4" y="0"/>
                  </a:cubicBezTo>
                  <a:cubicBezTo>
                    <a:pt x="2" y="0"/>
                    <a:pt x="0" y="1"/>
                    <a:pt x="0" y="3"/>
                  </a:cubicBezTo>
                  <a:cubicBezTo>
                    <a:pt x="0" y="96"/>
                    <a:pt x="0" y="96"/>
                    <a:pt x="0" y="96"/>
                  </a:cubicBezTo>
                  <a:cubicBezTo>
                    <a:pt x="0" y="106"/>
                    <a:pt x="8" y="113"/>
                    <a:pt x="17" y="113"/>
                  </a:cubicBezTo>
                  <a:cubicBezTo>
                    <a:pt x="23" y="113"/>
                    <a:pt x="23" y="113"/>
                    <a:pt x="23" y="113"/>
                  </a:cubicBezTo>
                  <a:cubicBezTo>
                    <a:pt x="28" y="113"/>
                    <a:pt x="28" y="113"/>
                    <a:pt x="28" y="113"/>
                  </a:cubicBezTo>
                  <a:cubicBezTo>
                    <a:pt x="30" y="113"/>
                    <a:pt x="31" y="112"/>
                    <a:pt x="31" y="110"/>
                  </a:cubicBezTo>
                  <a:cubicBezTo>
                    <a:pt x="31" y="76"/>
                    <a:pt x="31" y="76"/>
                    <a:pt x="31" y="76"/>
                  </a:cubicBezTo>
                  <a:cubicBezTo>
                    <a:pt x="31" y="68"/>
                    <a:pt x="38" y="61"/>
                    <a:pt x="47" y="61"/>
                  </a:cubicBezTo>
                  <a:cubicBezTo>
                    <a:pt x="63" y="61"/>
                    <a:pt x="74" y="74"/>
                    <a:pt x="84" y="83"/>
                  </a:cubicBezTo>
                  <a:cubicBezTo>
                    <a:pt x="97" y="94"/>
                    <a:pt x="107" y="105"/>
                    <a:pt x="119" y="105"/>
                  </a:cubicBezTo>
                  <a:cubicBezTo>
                    <a:pt x="131" y="105"/>
                    <a:pt x="140" y="94"/>
                    <a:pt x="153" y="83"/>
                  </a:cubicBezTo>
                  <a:cubicBezTo>
                    <a:pt x="163" y="74"/>
                    <a:pt x="175" y="61"/>
                    <a:pt x="190" y="61"/>
                  </a:cubicBezTo>
                  <a:cubicBezTo>
                    <a:pt x="199" y="61"/>
                    <a:pt x="206" y="68"/>
                    <a:pt x="206" y="76"/>
                  </a:cubicBezTo>
                  <a:cubicBezTo>
                    <a:pt x="206" y="76"/>
                    <a:pt x="206" y="96"/>
                    <a:pt x="206" y="96"/>
                  </a:cubicBezTo>
                  <a:cubicBezTo>
                    <a:pt x="206" y="106"/>
                    <a:pt x="214" y="113"/>
                    <a:pt x="223" y="113"/>
                  </a:cubicBezTo>
                  <a:cubicBezTo>
                    <a:pt x="223" y="113"/>
                    <a:pt x="230" y="113"/>
                    <a:pt x="230" y="113"/>
                  </a:cubicBezTo>
                  <a:cubicBezTo>
                    <a:pt x="232" y="113"/>
                    <a:pt x="234" y="113"/>
                    <a:pt x="234" y="113"/>
                  </a:cubicBezTo>
                  <a:cubicBezTo>
                    <a:pt x="234" y="113"/>
                    <a:pt x="234" y="113"/>
                    <a:pt x="234" y="113"/>
                  </a:cubicBezTo>
                  <a:cubicBezTo>
                    <a:pt x="235" y="113"/>
                    <a:pt x="237" y="112"/>
                    <a:pt x="237" y="110"/>
                  </a:cubicBezTo>
                  <a:cubicBezTo>
                    <a:pt x="237" y="110"/>
                    <a:pt x="237" y="17"/>
                    <a:pt x="237"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 name="empower - DO NOT DELETE!!!"/>
          <p:cNvSpPr/>
          <p:nvPr userDrawn="1">
            <p:custDataLst>
              <p:tags r:id="rId60"/>
            </p:custDataLst>
          </p:nvPr>
        </p:nvSpPr>
        <p:spPr bwMode="gray">
          <a:xfrm>
            <a:off x="-63500" y="-63500"/>
            <a:ext cx="0" cy="0"/>
          </a:xfrm>
          <a:prstGeom prst="ellipse">
            <a:avLst/>
          </a:prstGeom>
          <a:solidFill>
            <a:schemeClr val="accent1"/>
          </a:solidFill>
          <a:ln w="9525" cap="flat" cmpd="sng" algn="ctr">
            <a:noFill/>
            <a:prstDash val="solid"/>
          </a:ln>
          <a:effectLst/>
        </p:spPr>
        <p:txBody>
          <a:bodyPr rtlCol="0" anchor="ctr" anchorCtr="0"/>
          <a:lstStyle/>
          <a:p>
            <a:pPr marL="0" lv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
        <p:nvSpPr>
          <p:cNvPr id="5" name="empower - DO NOT DELETE!!!" hidden="1"/>
          <p:cNvSpPr/>
          <p:nvPr userDrawn="1">
            <p:custDataLst>
              <p:tags r:id="rId61"/>
            </p:custDataLst>
          </p:nvPr>
        </p:nvSpPr>
        <p:spPr bwMode="gray">
          <a:xfrm>
            <a:off x="0" y="0"/>
            <a:ext cx="0" cy="0"/>
          </a:xfrm>
          <a:prstGeom prst="ellipse">
            <a:avLst/>
          </a:prstGeom>
          <a:solidFill>
            <a:schemeClr val="accent1"/>
          </a:solidFill>
          <a:ln w="9525" cap="flat" cmpd="sng" algn="ctr">
            <a:noFill/>
            <a:prstDash val="solid"/>
          </a:ln>
          <a:effectLst/>
        </p:spPr>
        <p:txBody>
          <a:bodyPr rtlCol="0" anchor="ctr" anchorCtr="0"/>
          <a:lstStyle/>
          <a:p>
            <a:pPr marL="0" lv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Tree>
    <p:extLst>
      <p:ext uri="{BB962C8B-B14F-4D97-AF65-F5344CB8AC3E}">
        <p14:creationId xmlns:p14="http://schemas.microsoft.com/office/powerpoint/2010/main" val="3847745019"/>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0" r:id="rId13"/>
    <p:sldLayoutId id="2147483711" r:id="rId14"/>
    <p:sldLayoutId id="2147483712" r:id="rId15"/>
    <p:sldLayoutId id="2147483713" r:id="rId16"/>
    <p:sldLayoutId id="2147483714" r:id="rId17"/>
    <p:sldLayoutId id="2147483715" r:id="rId18"/>
    <p:sldLayoutId id="2147483716" r:id="rId19"/>
    <p:sldLayoutId id="2147483717" r:id="rId20"/>
    <p:sldLayoutId id="2147483718" r:id="rId21"/>
    <p:sldLayoutId id="2147483719" r:id="rId22"/>
    <p:sldLayoutId id="2147483720" r:id="rId23"/>
    <p:sldLayoutId id="2147483721" r:id="rId24"/>
    <p:sldLayoutId id="2147483722" r:id="rId25"/>
    <p:sldLayoutId id="2147483723" r:id="rId26"/>
    <p:sldLayoutId id="2147483724" r:id="rId27"/>
    <p:sldLayoutId id="2147483725" r:id="rId28"/>
    <p:sldLayoutId id="2147483726" r:id="rId29"/>
    <p:sldLayoutId id="2147483727" r:id="rId30"/>
    <p:sldLayoutId id="2147483728" r:id="rId31"/>
    <p:sldLayoutId id="2147483729" r:id="rId32"/>
    <p:sldLayoutId id="2147483730" r:id="rId33"/>
    <p:sldLayoutId id="2147483731" r:id="rId34"/>
    <p:sldLayoutId id="2147483732" r:id="rId35"/>
    <p:sldLayoutId id="2147483733" r:id="rId36"/>
    <p:sldLayoutId id="2147483734" r:id="rId37"/>
    <p:sldLayoutId id="2147483735" r:id="rId38"/>
    <p:sldLayoutId id="2147483736" r:id="rId39"/>
    <p:sldLayoutId id="2147483737" r:id="rId40"/>
    <p:sldLayoutId id="2147483738" r:id="rId41"/>
    <p:sldLayoutId id="2147483739" r:id="rId42"/>
    <p:sldLayoutId id="2147483740" r:id="rId43"/>
    <p:sldLayoutId id="2147483741" r:id="rId44"/>
    <p:sldLayoutId id="2147483742" r:id="rId45"/>
    <p:sldLayoutId id="2147483743" r:id="rId46"/>
    <p:sldLayoutId id="2147483744" r:id="rId47"/>
    <p:sldLayoutId id="2147483745" r:id="rId48"/>
    <p:sldLayoutId id="2147483746" r:id="rId49"/>
    <p:sldLayoutId id="2147483747" r:id="rId50"/>
    <p:sldLayoutId id="2147483748" r:id="rId51"/>
    <p:sldLayoutId id="2147483749" r:id="rId52"/>
    <p:sldLayoutId id="2147483750" r:id="rId53"/>
    <p:sldLayoutId id="2147483751" r:id="rId54"/>
    <p:sldLayoutId id="2147483752" r:id="rId55"/>
  </p:sldLayoutIdLst>
  <p:hf hdr="0" dt="0"/>
  <p:txStyles>
    <p:titleStyle>
      <a:lvl1pPr algn="l" defTabSz="914400" rtl="0" eaLnBrk="1" latinLnBrk="0" hangingPunct="1">
        <a:lnSpc>
          <a:spcPts val="2400"/>
        </a:lnSpc>
        <a:spcBef>
          <a:spcPct val="0"/>
        </a:spcBef>
        <a:buNone/>
        <a:defRPr lang="de-DE" sz="2200" b="1" kern="1200" baseline="0" dirty="0" smtClean="0">
          <a:solidFill>
            <a:schemeClr val="accent1"/>
          </a:solidFill>
          <a:latin typeface="Verdana" panose="020B0604030504040204" pitchFamily="34" charset="0"/>
          <a:ea typeface="Verdana" panose="020B0604030504040204" pitchFamily="34" charset="0"/>
          <a:cs typeface="Verdana" panose="020B0604030504040204" pitchFamily="34" charset="0"/>
        </a:defRPr>
      </a:lvl1pPr>
    </p:titleStyle>
    <p:bodyStyle>
      <a:lvl1pPr marL="0" indent="0" algn="l" defTabSz="914400" rtl="0" eaLnBrk="1" latinLnBrk="0" hangingPunct="1">
        <a:lnSpc>
          <a:spcPct val="105000"/>
        </a:lnSpc>
        <a:spcBef>
          <a:spcPts val="600"/>
        </a:spcBef>
        <a:spcAft>
          <a:spcPts val="300"/>
        </a:spcAft>
        <a:buFont typeface="Arial" panose="020B0604020202020204" pitchFamily="34" charset="0"/>
        <a:buNone/>
        <a:defRPr lang="en-US" sz="1600" kern="1200" smtClean="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180000" indent="-180000" algn="l" defTabSz="914400" rtl="0" eaLnBrk="1" latinLnBrk="0" hangingPunct="1">
        <a:lnSpc>
          <a:spcPct val="105000"/>
        </a:lnSpc>
        <a:spcBef>
          <a:spcPts val="300"/>
        </a:spcBef>
        <a:spcAft>
          <a:spcPts val="300"/>
        </a:spcAft>
        <a:buClr>
          <a:schemeClr val="accent1"/>
        </a:buClr>
        <a:buFont typeface="Wingdings" panose="05000000000000000000" pitchFamily="2" charset="2"/>
        <a:buChar char=""/>
        <a:defRPr lang="en-US" sz="1600" kern="1200" smtClean="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360000" indent="-180000" algn="l" defTabSz="914400" rtl="0" eaLnBrk="1" latinLnBrk="0" hangingPunct="1">
        <a:lnSpc>
          <a:spcPct val="105000"/>
        </a:lnSpc>
        <a:spcBef>
          <a:spcPts val="300"/>
        </a:spcBef>
        <a:spcAft>
          <a:spcPts val="300"/>
        </a:spcAft>
        <a:buClr>
          <a:schemeClr val="accent1"/>
        </a:buClr>
        <a:buFont typeface="Symbol" panose="05050102010706020507" pitchFamily="18" charset="2"/>
        <a:buChar char="-"/>
        <a:defRPr lang="en-US" sz="1600" kern="1200" smtClean="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538163" indent="-180000" algn="l" defTabSz="914400" rtl="0" eaLnBrk="1" latinLnBrk="0" hangingPunct="1">
        <a:lnSpc>
          <a:spcPct val="105000"/>
        </a:lnSpc>
        <a:spcBef>
          <a:spcPts val="300"/>
        </a:spcBef>
        <a:spcAft>
          <a:spcPts val="300"/>
        </a:spcAft>
        <a:buClr>
          <a:schemeClr val="bg2"/>
        </a:buClr>
        <a:buFont typeface="Symbol" panose="05050102010706020507" pitchFamily="18" charset="2"/>
        <a:buChar char="-"/>
        <a:defRPr lang="en-US" sz="1600" kern="1200" smtClean="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720725" indent="-180000" algn="l" defTabSz="914400" rtl="0" eaLnBrk="1" latinLnBrk="0" hangingPunct="1">
        <a:lnSpc>
          <a:spcPct val="105000"/>
        </a:lnSpc>
        <a:spcBef>
          <a:spcPts val="300"/>
        </a:spcBef>
        <a:spcAft>
          <a:spcPts val="300"/>
        </a:spcAft>
        <a:buClr>
          <a:schemeClr val="bg2"/>
        </a:buClr>
        <a:buFont typeface="Symbol" panose="05050102010706020507" pitchFamily="18" charset="2"/>
        <a:buChar char="-"/>
        <a:defRPr lang="de-DE" sz="1600" kern="1200" smtClean="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720000" indent="-180000" algn="l" defTabSz="914400" rtl="0" eaLnBrk="1" latinLnBrk="0" hangingPunct="1">
        <a:lnSpc>
          <a:spcPct val="105000"/>
        </a:lnSpc>
        <a:spcBef>
          <a:spcPts val="300"/>
        </a:spcBef>
        <a:spcAft>
          <a:spcPts val="300"/>
        </a:spcAft>
        <a:buClr>
          <a:schemeClr val="bg2"/>
        </a:buClr>
        <a:buFont typeface="Symbol" panose="05050102010706020507" pitchFamily="18" charset="2"/>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6pPr>
      <a:lvl7pPr marL="720000" indent="-180000" algn="l" defTabSz="914400" rtl="0" eaLnBrk="1" latinLnBrk="0" hangingPunct="1">
        <a:lnSpc>
          <a:spcPct val="105000"/>
        </a:lnSpc>
        <a:spcBef>
          <a:spcPts val="300"/>
        </a:spcBef>
        <a:spcAft>
          <a:spcPts val="300"/>
        </a:spcAft>
        <a:buClr>
          <a:schemeClr val="bg2"/>
        </a:buClr>
        <a:buFont typeface="Symbol" panose="05050102010706020507" pitchFamily="18" charset="2"/>
        <a:buChar char="-"/>
        <a:defRPr sz="1600" kern="1200" baseline="0">
          <a:solidFill>
            <a:schemeClr val="tx1"/>
          </a:solidFill>
          <a:latin typeface="Verdana" panose="020B0604030504040204" pitchFamily="34" charset="0"/>
          <a:ea typeface="Verdana" panose="020B0604030504040204" pitchFamily="34" charset="0"/>
          <a:cs typeface="Verdana" panose="020B0604030504040204" pitchFamily="34" charset="0"/>
        </a:defRPr>
      </a:lvl7pPr>
      <a:lvl8pPr marL="720000" indent="-180000" algn="l" defTabSz="914400" rtl="0" eaLnBrk="1" latinLnBrk="0" hangingPunct="1">
        <a:lnSpc>
          <a:spcPct val="105000"/>
        </a:lnSpc>
        <a:spcBef>
          <a:spcPts val="300"/>
        </a:spcBef>
        <a:spcAft>
          <a:spcPts val="300"/>
        </a:spcAft>
        <a:buClr>
          <a:schemeClr val="bg2"/>
        </a:buClr>
        <a:buFont typeface="Symbol" panose="05050102010706020507" pitchFamily="18" charset="2"/>
        <a:buChar char="-"/>
        <a:defRPr sz="1600" kern="1200" baseline="0">
          <a:solidFill>
            <a:schemeClr val="tx1"/>
          </a:solidFill>
          <a:latin typeface="Verdana" panose="020B0604030504040204" pitchFamily="34" charset="0"/>
          <a:ea typeface="Verdana" panose="020B0604030504040204" pitchFamily="34" charset="0"/>
          <a:cs typeface="Verdana" panose="020B0604030504040204" pitchFamily="34" charset="0"/>
        </a:defRPr>
      </a:lvl8pPr>
      <a:lvl9pPr marL="720000" indent="-180000" algn="l" defTabSz="914400" rtl="0" eaLnBrk="1" latinLnBrk="0" hangingPunct="1">
        <a:lnSpc>
          <a:spcPct val="105000"/>
        </a:lnSpc>
        <a:spcBef>
          <a:spcPts val="300"/>
        </a:spcBef>
        <a:spcAft>
          <a:spcPts val="300"/>
        </a:spcAft>
        <a:buClr>
          <a:schemeClr val="bg2"/>
        </a:buClr>
        <a:buFont typeface="Symbol" panose="05050102010706020507" pitchFamily="18" charset="2"/>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9pPr>
    </p:bodyStyle>
    <p:otherStyle>
      <a:defPPr>
        <a:defRPr lang="fr-FR"/>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5">
          <p15:clr>
            <a:srgbClr val="F26B43"/>
          </p15:clr>
        </p15:guide>
        <p15:guide id="2" orient="horz" pos="935">
          <p15:clr>
            <a:srgbClr val="F26B43"/>
          </p15:clr>
        </p15:guide>
        <p15:guide id="3" orient="horz" pos="3838">
          <p15:clr>
            <a:srgbClr val="F26B43"/>
          </p15:clr>
        </p15:guide>
        <p15:guide id="4" pos="393">
          <p15:clr>
            <a:srgbClr val="F26B43"/>
          </p15:clr>
        </p15:guide>
        <p15:guide id="5" pos="7287">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A39EDC8-8701-7C70-C333-E452D0B072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a:p>
        </p:txBody>
      </p:sp>
      <p:sp>
        <p:nvSpPr>
          <p:cNvPr id="3" name="Текст 2">
            <a:extLst>
              <a:ext uri="{FF2B5EF4-FFF2-40B4-BE49-F238E27FC236}">
                <a16:creationId xmlns:a16="http://schemas.microsoft.com/office/drawing/2014/main" id="{3003D738-D434-D6C8-3F44-439FE4143B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56DA1D3C-761A-1E83-78B2-B895A0F208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4786128-E57D-406F-B5BA-732134840070}" type="datetimeFigureOut">
              <a:rPr lang="en-US" smtClean="0"/>
              <a:t>5/14/2026</a:t>
            </a:fld>
            <a:endParaRPr lang="en-US"/>
          </a:p>
        </p:txBody>
      </p:sp>
      <p:sp>
        <p:nvSpPr>
          <p:cNvPr id="5" name="Нижний колонтитул 4">
            <a:extLst>
              <a:ext uri="{FF2B5EF4-FFF2-40B4-BE49-F238E27FC236}">
                <a16:creationId xmlns:a16="http://schemas.microsoft.com/office/drawing/2014/main" id="{7B66019B-EDFE-4111-2791-79A4A13E57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Номер слайда 5">
            <a:extLst>
              <a:ext uri="{FF2B5EF4-FFF2-40B4-BE49-F238E27FC236}">
                <a16:creationId xmlns:a16="http://schemas.microsoft.com/office/drawing/2014/main" id="{DCB2A229-452A-5491-47BA-DE38FF9248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19BC130-30E4-4AF8-9557-E5BA45C53E45}" type="slidenum">
              <a:rPr lang="en-US" smtClean="0"/>
              <a:t>‹#›</a:t>
            </a:fld>
            <a:endParaRPr lang="en-US"/>
          </a:p>
        </p:txBody>
      </p:sp>
    </p:spTree>
    <p:extLst>
      <p:ext uri="{BB962C8B-B14F-4D97-AF65-F5344CB8AC3E}">
        <p14:creationId xmlns:p14="http://schemas.microsoft.com/office/powerpoint/2010/main" val="549772648"/>
      </p:ext>
    </p:extLst>
  </p:cSld>
  <p:clrMap bg1="lt1" tx1="dk1" bg2="lt2" tx2="dk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 id="2147483760" r:id="rId7"/>
    <p:sldLayoutId id="2147483761" r:id="rId8"/>
    <p:sldLayoutId id="2147483762" r:id="rId9"/>
    <p:sldLayoutId id="2147483763" r:id="rId10"/>
    <p:sldLayoutId id="2147483764" r:id="rId11"/>
    <p:sldLayoutId id="214748376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0.xml"/><Relationship Id="rId1" Type="http://schemas.openxmlformats.org/officeDocument/2006/relationships/tags" Target="../tags/tag7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8.xml"/><Relationship Id="rId1" Type="http://schemas.openxmlformats.org/officeDocument/2006/relationships/tags" Target="../tags/tag78.xml"/></Relationships>
</file>

<file path=ppt/slides/_rels/slide4.xml.rels><?xml version="1.0" encoding="UTF-8" standalone="yes"?>
<Relationships xmlns="http://schemas.openxmlformats.org/package/2006/relationships"><Relationship Id="rId3" Type="http://schemas.openxmlformats.org/officeDocument/2006/relationships/hyperlink" Target="https://www.who.int/ru/news-room/fact-sheets/detail/the-top-10-causes-of-death/"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32.xml"/></Relationships>
</file>

<file path=ppt/slides/_rels/slide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8.xml"/><Relationship Id="rId1" Type="http://schemas.openxmlformats.org/officeDocument/2006/relationships/tags" Target="../tags/tag79.xml"/></Relationships>
</file>

<file path=ppt/slides/_rels/slide14.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sv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8.xml"/><Relationship Id="rId1" Type="http://schemas.openxmlformats.org/officeDocument/2006/relationships/tags" Target="../tags/tag80.xml"/></Relationships>
</file>

<file path=ppt/slides/_rels/slide19.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9.jp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tags" Target="../tags/tag81.xml"/><Relationship Id="rId4" Type="http://schemas.openxmlformats.org/officeDocument/2006/relationships/chart" Target="../charts/char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8.xml"/><Relationship Id="rId1" Type="http://schemas.openxmlformats.org/officeDocument/2006/relationships/tags" Target="../tags/tag8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8.xml"/><Relationship Id="rId1" Type="http://schemas.openxmlformats.org/officeDocument/2006/relationships/tags" Target="../tags/tag8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3" Type="http://schemas.openxmlformats.org/officeDocument/2006/relationships/tags" Target="../tags/tag96.xml"/><Relationship Id="rId18" Type="http://schemas.openxmlformats.org/officeDocument/2006/relationships/tags" Target="../tags/tag101.xml"/><Relationship Id="rId26" Type="http://schemas.openxmlformats.org/officeDocument/2006/relationships/tags" Target="../tags/tag109.xml"/><Relationship Id="rId39" Type="http://schemas.openxmlformats.org/officeDocument/2006/relationships/notesSlide" Target="../notesSlides/notesSlide18.xml"/><Relationship Id="rId21" Type="http://schemas.openxmlformats.org/officeDocument/2006/relationships/tags" Target="../tags/tag104.xml"/><Relationship Id="rId34" Type="http://schemas.openxmlformats.org/officeDocument/2006/relationships/tags" Target="../tags/tag117.xml"/><Relationship Id="rId7" Type="http://schemas.openxmlformats.org/officeDocument/2006/relationships/tags" Target="../tags/tag90.xml"/><Relationship Id="rId12" Type="http://schemas.openxmlformats.org/officeDocument/2006/relationships/tags" Target="../tags/tag95.xml"/><Relationship Id="rId17" Type="http://schemas.openxmlformats.org/officeDocument/2006/relationships/tags" Target="../tags/tag100.xml"/><Relationship Id="rId25" Type="http://schemas.openxmlformats.org/officeDocument/2006/relationships/tags" Target="../tags/tag108.xml"/><Relationship Id="rId33" Type="http://schemas.openxmlformats.org/officeDocument/2006/relationships/tags" Target="../tags/tag116.xml"/><Relationship Id="rId38" Type="http://schemas.openxmlformats.org/officeDocument/2006/relationships/slideLayout" Target="../slideLayouts/slideLayout2.xml"/><Relationship Id="rId2" Type="http://schemas.openxmlformats.org/officeDocument/2006/relationships/tags" Target="../tags/tag85.xml"/><Relationship Id="rId16" Type="http://schemas.openxmlformats.org/officeDocument/2006/relationships/tags" Target="../tags/tag99.xml"/><Relationship Id="rId20" Type="http://schemas.openxmlformats.org/officeDocument/2006/relationships/tags" Target="../tags/tag103.xml"/><Relationship Id="rId29" Type="http://schemas.openxmlformats.org/officeDocument/2006/relationships/tags" Target="../tags/tag112.xml"/><Relationship Id="rId1" Type="http://schemas.openxmlformats.org/officeDocument/2006/relationships/tags" Target="../tags/tag84.xml"/><Relationship Id="rId6" Type="http://schemas.openxmlformats.org/officeDocument/2006/relationships/tags" Target="../tags/tag89.xml"/><Relationship Id="rId11" Type="http://schemas.openxmlformats.org/officeDocument/2006/relationships/tags" Target="../tags/tag94.xml"/><Relationship Id="rId24" Type="http://schemas.openxmlformats.org/officeDocument/2006/relationships/tags" Target="../tags/tag107.xml"/><Relationship Id="rId32" Type="http://schemas.openxmlformats.org/officeDocument/2006/relationships/tags" Target="../tags/tag115.xml"/><Relationship Id="rId37" Type="http://schemas.openxmlformats.org/officeDocument/2006/relationships/tags" Target="../tags/tag120.xml"/><Relationship Id="rId5" Type="http://schemas.openxmlformats.org/officeDocument/2006/relationships/tags" Target="../tags/tag88.xml"/><Relationship Id="rId15" Type="http://schemas.openxmlformats.org/officeDocument/2006/relationships/tags" Target="../tags/tag98.xml"/><Relationship Id="rId23" Type="http://schemas.openxmlformats.org/officeDocument/2006/relationships/tags" Target="../tags/tag106.xml"/><Relationship Id="rId28" Type="http://schemas.openxmlformats.org/officeDocument/2006/relationships/tags" Target="../tags/tag111.xml"/><Relationship Id="rId36" Type="http://schemas.openxmlformats.org/officeDocument/2006/relationships/tags" Target="../tags/tag119.xml"/><Relationship Id="rId10" Type="http://schemas.openxmlformats.org/officeDocument/2006/relationships/tags" Target="../tags/tag93.xml"/><Relationship Id="rId19" Type="http://schemas.openxmlformats.org/officeDocument/2006/relationships/tags" Target="../tags/tag102.xml"/><Relationship Id="rId31" Type="http://schemas.openxmlformats.org/officeDocument/2006/relationships/tags" Target="../tags/tag114.xml"/><Relationship Id="rId4" Type="http://schemas.openxmlformats.org/officeDocument/2006/relationships/tags" Target="../tags/tag87.xml"/><Relationship Id="rId9" Type="http://schemas.openxmlformats.org/officeDocument/2006/relationships/tags" Target="../tags/tag92.xml"/><Relationship Id="rId14" Type="http://schemas.openxmlformats.org/officeDocument/2006/relationships/tags" Target="../tags/tag97.xml"/><Relationship Id="rId22" Type="http://schemas.openxmlformats.org/officeDocument/2006/relationships/tags" Target="../tags/tag105.xml"/><Relationship Id="rId27" Type="http://schemas.openxmlformats.org/officeDocument/2006/relationships/tags" Target="../tags/tag110.xml"/><Relationship Id="rId30" Type="http://schemas.openxmlformats.org/officeDocument/2006/relationships/tags" Target="../tags/tag113.xml"/><Relationship Id="rId35" Type="http://schemas.openxmlformats.org/officeDocument/2006/relationships/tags" Target="../tags/tag118.xml"/><Relationship Id="rId8" Type="http://schemas.openxmlformats.org/officeDocument/2006/relationships/tags" Target="../tags/tag91.xml"/><Relationship Id="rId3" Type="http://schemas.openxmlformats.org/officeDocument/2006/relationships/tags" Target="../tags/tag86.xml"/></Relationships>
</file>

<file path=ppt/slides/_rels/slide33.xml.rels><?xml version="1.0" encoding="UTF-8" standalone="yes"?>
<Relationships xmlns="http://schemas.openxmlformats.org/package/2006/relationships"><Relationship Id="rId13" Type="http://schemas.openxmlformats.org/officeDocument/2006/relationships/tags" Target="../tags/tag133.xml"/><Relationship Id="rId18" Type="http://schemas.openxmlformats.org/officeDocument/2006/relationships/tags" Target="../tags/tag138.xml"/><Relationship Id="rId26" Type="http://schemas.openxmlformats.org/officeDocument/2006/relationships/tags" Target="../tags/tag146.xml"/><Relationship Id="rId39" Type="http://schemas.openxmlformats.org/officeDocument/2006/relationships/tags" Target="../tags/tag159.xml"/><Relationship Id="rId21" Type="http://schemas.openxmlformats.org/officeDocument/2006/relationships/tags" Target="../tags/tag141.xml"/><Relationship Id="rId34" Type="http://schemas.openxmlformats.org/officeDocument/2006/relationships/tags" Target="../tags/tag154.xml"/><Relationship Id="rId42" Type="http://schemas.openxmlformats.org/officeDocument/2006/relationships/tags" Target="../tags/tag162.xml"/><Relationship Id="rId47" Type="http://schemas.openxmlformats.org/officeDocument/2006/relationships/tags" Target="../tags/tag167.xml"/><Relationship Id="rId50" Type="http://schemas.openxmlformats.org/officeDocument/2006/relationships/tags" Target="../tags/tag170.xml"/><Relationship Id="rId55" Type="http://schemas.openxmlformats.org/officeDocument/2006/relationships/notesSlide" Target="../notesSlides/notesSlide19.xml"/><Relationship Id="rId7" Type="http://schemas.openxmlformats.org/officeDocument/2006/relationships/tags" Target="../tags/tag127.xml"/><Relationship Id="rId2" Type="http://schemas.openxmlformats.org/officeDocument/2006/relationships/tags" Target="../tags/tag122.xml"/><Relationship Id="rId16" Type="http://schemas.openxmlformats.org/officeDocument/2006/relationships/tags" Target="../tags/tag136.xml"/><Relationship Id="rId29" Type="http://schemas.openxmlformats.org/officeDocument/2006/relationships/tags" Target="../tags/tag149.xml"/><Relationship Id="rId11" Type="http://schemas.openxmlformats.org/officeDocument/2006/relationships/tags" Target="../tags/tag131.xml"/><Relationship Id="rId24" Type="http://schemas.openxmlformats.org/officeDocument/2006/relationships/tags" Target="../tags/tag144.xml"/><Relationship Id="rId32" Type="http://schemas.openxmlformats.org/officeDocument/2006/relationships/tags" Target="../tags/tag152.xml"/><Relationship Id="rId37" Type="http://schemas.openxmlformats.org/officeDocument/2006/relationships/tags" Target="../tags/tag157.xml"/><Relationship Id="rId40" Type="http://schemas.openxmlformats.org/officeDocument/2006/relationships/tags" Target="../tags/tag160.xml"/><Relationship Id="rId45" Type="http://schemas.openxmlformats.org/officeDocument/2006/relationships/tags" Target="../tags/tag165.xml"/><Relationship Id="rId53" Type="http://schemas.openxmlformats.org/officeDocument/2006/relationships/tags" Target="../tags/tag173.xml"/><Relationship Id="rId5" Type="http://schemas.openxmlformats.org/officeDocument/2006/relationships/tags" Target="../tags/tag125.xml"/><Relationship Id="rId10" Type="http://schemas.openxmlformats.org/officeDocument/2006/relationships/tags" Target="../tags/tag130.xml"/><Relationship Id="rId19" Type="http://schemas.openxmlformats.org/officeDocument/2006/relationships/tags" Target="../tags/tag139.xml"/><Relationship Id="rId31" Type="http://schemas.openxmlformats.org/officeDocument/2006/relationships/tags" Target="../tags/tag151.xml"/><Relationship Id="rId44" Type="http://schemas.openxmlformats.org/officeDocument/2006/relationships/tags" Target="../tags/tag164.xml"/><Relationship Id="rId52" Type="http://schemas.openxmlformats.org/officeDocument/2006/relationships/tags" Target="../tags/tag172.xml"/><Relationship Id="rId4" Type="http://schemas.openxmlformats.org/officeDocument/2006/relationships/tags" Target="../tags/tag124.xml"/><Relationship Id="rId9" Type="http://schemas.openxmlformats.org/officeDocument/2006/relationships/tags" Target="../tags/tag129.xml"/><Relationship Id="rId14" Type="http://schemas.openxmlformats.org/officeDocument/2006/relationships/tags" Target="../tags/tag134.xml"/><Relationship Id="rId22" Type="http://schemas.openxmlformats.org/officeDocument/2006/relationships/tags" Target="../tags/tag142.xml"/><Relationship Id="rId27" Type="http://schemas.openxmlformats.org/officeDocument/2006/relationships/tags" Target="../tags/tag147.xml"/><Relationship Id="rId30" Type="http://schemas.openxmlformats.org/officeDocument/2006/relationships/tags" Target="../tags/tag150.xml"/><Relationship Id="rId35" Type="http://schemas.openxmlformats.org/officeDocument/2006/relationships/tags" Target="../tags/tag155.xml"/><Relationship Id="rId43" Type="http://schemas.openxmlformats.org/officeDocument/2006/relationships/tags" Target="../tags/tag163.xml"/><Relationship Id="rId48" Type="http://schemas.openxmlformats.org/officeDocument/2006/relationships/tags" Target="../tags/tag168.xml"/><Relationship Id="rId8" Type="http://schemas.openxmlformats.org/officeDocument/2006/relationships/tags" Target="../tags/tag128.xml"/><Relationship Id="rId51" Type="http://schemas.openxmlformats.org/officeDocument/2006/relationships/tags" Target="../tags/tag171.xml"/><Relationship Id="rId3" Type="http://schemas.openxmlformats.org/officeDocument/2006/relationships/tags" Target="../tags/tag123.xml"/><Relationship Id="rId12" Type="http://schemas.openxmlformats.org/officeDocument/2006/relationships/tags" Target="../tags/tag132.xml"/><Relationship Id="rId17" Type="http://schemas.openxmlformats.org/officeDocument/2006/relationships/tags" Target="../tags/tag137.xml"/><Relationship Id="rId25" Type="http://schemas.openxmlformats.org/officeDocument/2006/relationships/tags" Target="../tags/tag145.xml"/><Relationship Id="rId33" Type="http://schemas.openxmlformats.org/officeDocument/2006/relationships/tags" Target="../tags/tag153.xml"/><Relationship Id="rId38" Type="http://schemas.openxmlformats.org/officeDocument/2006/relationships/tags" Target="../tags/tag158.xml"/><Relationship Id="rId46" Type="http://schemas.openxmlformats.org/officeDocument/2006/relationships/tags" Target="../tags/tag166.xml"/><Relationship Id="rId20" Type="http://schemas.openxmlformats.org/officeDocument/2006/relationships/tags" Target="../tags/tag140.xml"/><Relationship Id="rId41" Type="http://schemas.openxmlformats.org/officeDocument/2006/relationships/tags" Target="../tags/tag161.xml"/><Relationship Id="rId54" Type="http://schemas.openxmlformats.org/officeDocument/2006/relationships/slideLayout" Target="../slideLayouts/slideLayout7.xml"/><Relationship Id="rId1" Type="http://schemas.openxmlformats.org/officeDocument/2006/relationships/tags" Target="../tags/tag121.xml"/><Relationship Id="rId6" Type="http://schemas.openxmlformats.org/officeDocument/2006/relationships/tags" Target="../tags/tag126.xml"/><Relationship Id="rId15" Type="http://schemas.openxmlformats.org/officeDocument/2006/relationships/tags" Target="../tags/tag135.xml"/><Relationship Id="rId23" Type="http://schemas.openxmlformats.org/officeDocument/2006/relationships/tags" Target="../tags/tag143.xml"/><Relationship Id="rId28" Type="http://schemas.openxmlformats.org/officeDocument/2006/relationships/tags" Target="../tags/tag148.xml"/><Relationship Id="rId36" Type="http://schemas.openxmlformats.org/officeDocument/2006/relationships/tags" Target="../tags/tag156.xml"/><Relationship Id="rId49" Type="http://schemas.openxmlformats.org/officeDocument/2006/relationships/tags" Target="../tags/tag169.xml"/></Relationships>
</file>

<file path=ppt/slides/_rels/slide34.xml.rels><?xml version="1.0" encoding="UTF-8" standalone="yes"?>
<Relationships xmlns="http://schemas.openxmlformats.org/package/2006/relationships"><Relationship Id="rId2" Type="http://schemas.openxmlformats.org/officeDocument/2006/relationships/image" Target="../media/image32.sv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jpg"/><Relationship Id="rId1" Type="http://schemas.openxmlformats.org/officeDocument/2006/relationships/slideLayout" Target="../slideLayouts/slideLayout14.xml"/><Relationship Id="rId4" Type="http://schemas.openxmlformats.org/officeDocument/2006/relationships/image" Target="../media/image35.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6.emf"/><Relationship Id="rId7" Type="http://schemas.microsoft.com/office/2007/relationships/hdphoto" Target="../media/hdphoto1.wdp"/><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8.emf"/><Relationship Id="rId4" Type="http://schemas.openxmlformats.org/officeDocument/2006/relationships/image" Target="../media/image37.e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8.xml"/><Relationship Id="rId1" Type="http://schemas.openxmlformats.org/officeDocument/2006/relationships/tags" Target="../tags/tag17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58.xml"/><Relationship Id="rId1" Type="http://schemas.openxmlformats.org/officeDocument/2006/relationships/tags" Target="../tags/tag175.xml"/></Relationships>
</file>

<file path=ppt/slides/_rels/slide50.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chart" Target="../charts/chart3.xml"/></Relationships>
</file>

<file path=ppt/slides/_rels/slide5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40.sv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58.xml"/><Relationship Id="rId1" Type="http://schemas.openxmlformats.org/officeDocument/2006/relationships/tags" Target="../tags/tag176.xml"/></Relationships>
</file>

<file path=ppt/slides/_rels/slide5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chart" Target="../charts/char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6" Type="http://schemas.openxmlformats.org/officeDocument/2006/relationships/tags" Target="../tags/tag202.xml"/><Relationship Id="rId21" Type="http://schemas.openxmlformats.org/officeDocument/2006/relationships/tags" Target="../tags/tag197.xml"/><Relationship Id="rId42" Type="http://schemas.openxmlformats.org/officeDocument/2006/relationships/tags" Target="../tags/tag218.xml"/><Relationship Id="rId47" Type="http://schemas.openxmlformats.org/officeDocument/2006/relationships/tags" Target="../tags/tag223.xml"/><Relationship Id="rId63" Type="http://schemas.openxmlformats.org/officeDocument/2006/relationships/tags" Target="../tags/tag239.xml"/><Relationship Id="rId68" Type="http://schemas.openxmlformats.org/officeDocument/2006/relationships/tags" Target="../tags/tag244.xml"/><Relationship Id="rId2" Type="http://schemas.openxmlformats.org/officeDocument/2006/relationships/tags" Target="../tags/tag178.xml"/><Relationship Id="rId16" Type="http://schemas.openxmlformats.org/officeDocument/2006/relationships/tags" Target="../tags/tag192.xml"/><Relationship Id="rId29" Type="http://schemas.openxmlformats.org/officeDocument/2006/relationships/tags" Target="../tags/tag205.xml"/><Relationship Id="rId11" Type="http://schemas.openxmlformats.org/officeDocument/2006/relationships/tags" Target="../tags/tag187.xml"/><Relationship Id="rId24" Type="http://schemas.openxmlformats.org/officeDocument/2006/relationships/tags" Target="../tags/tag200.xml"/><Relationship Id="rId32" Type="http://schemas.openxmlformats.org/officeDocument/2006/relationships/tags" Target="../tags/tag208.xml"/><Relationship Id="rId37" Type="http://schemas.openxmlformats.org/officeDocument/2006/relationships/tags" Target="../tags/tag213.xml"/><Relationship Id="rId40" Type="http://schemas.openxmlformats.org/officeDocument/2006/relationships/tags" Target="../tags/tag216.xml"/><Relationship Id="rId45" Type="http://schemas.openxmlformats.org/officeDocument/2006/relationships/tags" Target="../tags/tag221.xml"/><Relationship Id="rId53" Type="http://schemas.openxmlformats.org/officeDocument/2006/relationships/tags" Target="../tags/tag229.xml"/><Relationship Id="rId58" Type="http://schemas.openxmlformats.org/officeDocument/2006/relationships/tags" Target="../tags/tag234.xml"/><Relationship Id="rId66" Type="http://schemas.openxmlformats.org/officeDocument/2006/relationships/tags" Target="../tags/tag242.xml"/><Relationship Id="rId74" Type="http://schemas.openxmlformats.org/officeDocument/2006/relationships/notesSlide" Target="../notesSlides/notesSlide37.xml"/><Relationship Id="rId5" Type="http://schemas.openxmlformats.org/officeDocument/2006/relationships/tags" Target="../tags/tag181.xml"/><Relationship Id="rId61" Type="http://schemas.openxmlformats.org/officeDocument/2006/relationships/tags" Target="../tags/tag237.xml"/><Relationship Id="rId19" Type="http://schemas.openxmlformats.org/officeDocument/2006/relationships/tags" Target="../tags/tag195.xml"/><Relationship Id="rId14" Type="http://schemas.openxmlformats.org/officeDocument/2006/relationships/tags" Target="../tags/tag190.xml"/><Relationship Id="rId22" Type="http://schemas.openxmlformats.org/officeDocument/2006/relationships/tags" Target="../tags/tag198.xml"/><Relationship Id="rId27" Type="http://schemas.openxmlformats.org/officeDocument/2006/relationships/tags" Target="../tags/tag203.xml"/><Relationship Id="rId30" Type="http://schemas.openxmlformats.org/officeDocument/2006/relationships/tags" Target="../tags/tag206.xml"/><Relationship Id="rId35" Type="http://schemas.openxmlformats.org/officeDocument/2006/relationships/tags" Target="../tags/tag211.xml"/><Relationship Id="rId43" Type="http://schemas.openxmlformats.org/officeDocument/2006/relationships/tags" Target="../tags/tag219.xml"/><Relationship Id="rId48" Type="http://schemas.openxmlformats.org/officeDocument/2006/relationships/tags" Target="../tags/tag224.xml"/><Relationship Id="rId56" Type="http://schemas.openxmlformats.org/officeDocument/2006/relationships/tags" Target="../tags/tag232.xml"/><Relationship Id="rId64" Type="http://schemas.openxmlformats.org/officeDocument/2006/relationships/tags" Target="../tags/tag240.xml"/><Relationship Id="rId69" Type="http://schemas.openxmlformats.org/officeDocument/2006/relationships/tags" Target="../tags/tag245.xml"/><Relationship Id="rId8" Type="http://schemas.openxmlformats.org/officeDocument/2006/relationships/tags" Target="../tags/tag184.xml"/><Relationship Id="rId51" Type="http://schemas.openxmlformats.org/officeDocument/2006/relationships/tags" Target="../tags/tag227.xml"/><Relationship Id="rId72" Type="http://schemas.openxmlformats.org/officeDocument/2006/relationships/tags" Target="../tags/tag248.xml"/><Relationship Id="rId3" Type="http://schemas.openxmlformats.org/officeDocument/2006/relationships/tags" Target="../tags/tag179.xml"/><Relationship Id="rId12" Type="http://schemas.openxmlformats.org/officeDocument/2006/relationships/tags" Target="../tags/tag188.xml"/><Relationship Id="rId17" Type="http://schemas.openxmlformats.org/officeDocument/2006/relationships/tags" Target="../tags/tag193.xml"/><Relationship Id="rId25" Type="http://schemas.openxmlformats.org/officeDocument/2006/relationships/tags" Target="../tags/tag201.xml"/><Relationship Id="rId33" Type="http://schemas.openxmlformats.org/officeDocument/2006/relationships/tags" Target="../tags/tag209.xml"/><Relationship Id="rId38" Type="http://schemas.openxmlformats.org/officeDocument/2006/relationships/tags" Target="../tags/tag214.xml"/><Relationship Id="rId46" Type="http://schemas.openxmlformats.org/officeDocument/2006/relationships/tags" Target="../tags/tag222.xml"/><Relationship Id="rId59" Type="http://schemas.openxmlformats.org/officeDocument/2006/relationships/tags" Target="../tags/tag235.xml"/><Relationship Id="rId67" Type="http://schemas.openxmlformats.org/officeDocument/2006/relationships/tags" Target="../tags/tag243.xml"/><Relationship Id="rId20" Type="http://schemas.openxmlformats.org/officeDocument/2006/relationships/tags" Target="../tags/tag196.xml"/><Relationship Id="rId41" Type="http://schemas.openxmlformats.org/officeDocument/2006/relationships/tags" Target="../tags/tag217.xml"/><Relationship Id="rId54" Type="http://schemas.openxmlformats.org/officeDocument/2006/relationships/tags" Target="../tags/tag230.xml"/><Relationship Id="rId62" Type="http://schemas.openxmlformats.org/officeDocument/2006/relationships/tags" Target="../tags/tag238.xml"/><Relationship Id="rId70" Type="http://schemas.openxmlformats.org/officeDocument/2006/relationships/tags" Target="../tags/tag246.xml"/><Relationship Id="rId1" Type="http://schemas.openxmlformats.org/officeDocument/2006/relationships/tags" Target="../tags/tag177.xml"/><Relationship Id="rId6" Type="http://schemas.openxmlformats.org/officeDocument/2006/relationships/tags" Target="../tags/tag182.xml"/><Relationship Id="rId15" Type="http://schemas.openxmlformats.org/officeDocument/2006/relationships/tags" Target="../tags/tag191.xml"/><Relationship Id="rId23" Type="http://schemas.openxmlformats.org/officeDocument/2006/relationships/tags" Target="../tags/tag199.xml"/><Relationship Id="rId28" Type="http://schemas.openxmlformats.org/officeDocument/2006/relationships/tags" Target="../tags/tag204.xml"/><Relationship Id="rId36" Type="http://schemas.openxmlformats.org/officeDocument/2006/relationships/tags" Target="../tags/tag212.xml"/><Relationship Id="rId49" Type="http://schemas.openxmlformats.org/officeDocument/2006/relationships/tags" Target="../tags/tag225.xml"/><Relationship Id="rId57" Type="http://schemas.openxmlformats.org/officeDocument/2006/relationships/tags" Target="../tags/tag233.xml"/><Relationship Id="rId10" Type="http://schemas.openxmlformats.org/officeDocument/2006/relationships/tags" Target="../tags/tag186.xml"/><Relationship Id="rId31" Type="http://schemas.openxmlformats.org/officeDocument/2006/relationships/tags" Target="../tags/tag207.xml"/><Relationship Id="rId44" Type="http://schemas.openxmlformats.org/officeDocument/2006/relationships/tags" Target="../tags/tag220.xml"/><Relationship Id="rId52" Type="http://schemas.openxmlformats.org/officeDocument/2006/relationships/tags" Target="../tags/tag228.xml"/><Relationship Id="rId60" Type="http://schemas.openxmlformats.org/officeDocument/2006/relationships/tags" Target="../tags/tag236.xml"/><Relationship Id="rId65" Type="http://schemas.openxmlformats.org/officeDocument/2006/relationships/tags" Target="../tags/tag241.xml"/><Relationship Id="rId73" Type="http://schemas.openxmlformats.org/officeDocument/2006/relationships/slideLayout" Target="../slideLayouts/slideLayout7.xml"/><Relationship Id="rId4" Type="http://schemas.openxmlformats.org/officeDocument/2006/relationships/tags" Target="../tags/tag180.xml"/><Relationship Id="rId9" Type="http://schemas.openxmlformats.org/officeDocument/2006/relationships/tags" Target="../tags/tag185.xml"/><Relationship Id="rId13" Type="http://schemas.openxmlformats.org/officeDocument/2006/relationships/tags" Target="../tags/tag189.xml"/><Relationship Id="rId18" Type="http://schemas.openxmlformats.org/officeDocument/2006/relationships/tags" Target="../tags/tag194.xml"/><Relationship Id="rId39" Type="http://schemas.openxmlformats.org/officeDocument/2006/relationships/tags" Target="../tags/tag215.xml"/><Relationship Id="rId34" Type="http://schemas.openxmlformats.org/officeDocument/2006/relationships/tags" Target="../tags/tag210.xml"/><Relationship Id="rId50" Type="http://schemas.openxmlformats.org/officeDocument/2006/relationships/tags" Target="../tags/tag226.xml"/><Relationship Id="rId55" Type="http://schemas.openxmlformats.org/officeDocument/2006/relationships/tags" Target="../tags/tag231.xml"/><Relationship Id="rId7" Type="http://schemas.openxmlformats.org/officeDocument/2006/relationships/tags" Target="../tags/tag183.xml"/><Relationship Id="rId71" Type="http://schemas.openxmlformats.org/officeDocument/2006/relationships/tags" Target="../tags/tag24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chart" Target="../charts/chart7.xml"/><Relationship Id="rId7" Type="http://schemas.openxmlformats.org/officeDocument/2006/relationships/image" Target="../media/image45.svg"/><Relationship Id="rId2" Type="http://schemas.openxmlformats.org/officeDocument/2006/relationships/chart" Target="../charts/chart6.xml"/><Relationship Id="rId1" Type="http://schemas.openxmlformats.org/officeDocument/2006/relationships/slideLayout" Target="../slideLayouts/slideLayout1.xml"/><Relationship Id="rId6" Type="http://schemas.openxmlformats.org/officeDocument/2006/relationships/image" Target="../media/image44.svg"/><Relationship Id="rId5" Type="http://schemas.openxmlformats.org/officeDocument/2006/relationships/image" Target="../media/image43.svg"/><Relationship Id="rId4" Type="http://schemas.openxmlformats.org/officeDocument/2006/relationships/chart" Target="../charts/chart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58.xml"/><Relationship Id="rId1" Type="http://schemas.openxmlformats.org/officeDocument/2006/relationships/tags" Target="../tags/tag249.xml"/></Relationships>
</file>

<file path=ppt/slides/_rels/slide66.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41.xml"/><Relationship Id="rId1" Type="http://schemas.openxmlformats.org/officeDocument/2006/relationships/slideLayout" Target="../slideLayouts/slideLayout7.xml"/><Relationship Id="rId5" Type="http://schemas.openxmlformats.org/officeDocument/2006/relationships/chart" Target="../charts/chart10.xml"/><Relationship Id="rId4" Type="http://schemas.openxmlformats.org/officeDocument/2006/relationships/chart" Target="../charts/chart9.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7.xml"/><Relationship Id="rId1" Type="http://schemas.openxmlformats.org/officeDocument/2006/relationships/tags" Target="../tags/tag250.xml"/><Relationship Id="rId4" Type="http://schemas.openxmlformats.org/officeDocument/2006/relationships/image" Target="../media/image47.jp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0.xml"/></Relationships>
</file>

<file path=ppt/slides/_rels/slide69.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notesSlide" Target="../notesSlides/notesSlide44.xml"/><Relationship Id="rId1" Type="http://schemas.openxmlformats.org/officeDocument/2006/relationships/slideLayout" Target="../slideLayouts/slideLayout7.xml"/><Relationship Id="rId4" Type="http://schemas.openxmlformats.org/officeDocument/2006/relationships/image" Target="../media/image48.svg"/></Relationships>
</file>

<file path=ppt/slides/_rels/slide71.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48.xml"/><Relationship Id="rId1" Type="http://schemas.openxmlformats.org/officeDocument/2006/relationships/slideLayout" Target="../slideLayouts/slideLayout7.xml"/><Relationship Id="rId4" Type="http://schemas.openxmlformats.org/officeDocument/2006/relationships/chart" Target="../charts/chart14.xml"/></Relationships>
</file>

<file path=ppt/slides/_rels/slide76.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58.xml"/><Relationship Id="rId1" Type="http://schemas.openxmlformats.org/officeDocument/2006/relationships/tags" Target="../tags/tag251.xml"/></Relationships>
</file>

<file path=ppt/slides/_rels/slide7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58.xml"/><Relationship Id="rId1" Type="http://schemas.openxmlformats.org/officeDocument/2006/relationships/tags" Target="../tags/tag252.xml"/></Relationships>
</file>

<file path=ppt/slides/_rels/slide8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0.jpg"/><Relationship Id="rId7" Type="http://schemas.openxmlformats.org/officeDocument/2006/relationships/image" Target="../media/image54.png"/><Relationship Id="rId2" Type="http://schemas.openxmlformats.org/officeDocument/2006/relationships/notesSlide" Target="../notesSlides/notesSlide53.xml"/><Relationship Id="rId1" Type="http://schemas.openxmlformats.org/officeDocument/2006/relationships/slideLayout" Target="../slideLayouts/slideLayout6.xml"/><Relationship Id="rId6" Type="http://schemas.openxmlformats.org/officeDocument/2006/relationships/image" Target="../media/image53.png"/><Relationship Id="rId5" Type="http://schemas.openxmlformats.org/officeDocument/2006/relationships/image" Target="../media/image52.png"/><Relationship Id="rId10" Type="http://schemas.openxmlformats.org/officeDocument/2006/relationships/image" Target="../media/image57.png"/><Relationship Id="rId4" Type="http://schemas.openxmlformats.org/officeDocument/2006/relationships/image" Target="../media/image51.png"/><Relationship Id="rId9" Type="http://schemas.openxmlformats.org/officeDocument/2006/relationships/image" Target="../media/image56.png"/></Relationships>
</file>

<file path=ppt/slides/_rels/slide83.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0.jpg"/><Relationship Id="rId7" Type="http://schemas.openxmlformats.org/officeDocument/2006/relationships/image" Target="../media/image57.png"/><Relationship Id="rId2" Type="http://schemas.openxmlformats.org/officeDocument/2006/relationships/notesSlide" Target="../notesSlides/notesSlide54.xml"/><Relationship Id="rId1" Type="http://schemas.openxmlformats.org/officeDocument/2006/relationships/slideLayout" Target="../slideLayouts/slideLayout6.xml"/><Relationship Id="rId6" Type="http://schemas.openxmlformats.org/officeDocument/2006/relationships/image" Target="../media/image53.png"/><Relationship Id="rId11" Type="http://schemas.openxmlformats.org/officeDocument/2006/relationships/image" Target="../media/image56.png"/><Relationship Id="rId5" Type="http://schemas.openxmlformats.org/officeDocument/2006/relationships/image" Target="../media/image58.png"/><Relationship Id="rId10" Type="http://schemas.openxmlformats.org/officeDocument/2006/relationships/image" Target="../media/image61.png"/><Relationship Id="rId4" Type="http://schemas.openxmlformats.org/officeDocument/2006/relationships/image" Target="../media/image51.png"/><Relationship Id="rId9" Type="http://schemas.openxmlformats.org/officeDocument/2006/relationships/image" Target="../media/image60.png"/></Relationships>
</file>

<file path=ppt/slides/_rels/slide8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3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86.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50.jpg"/><Relationship Id="rId7" Type="http://schemas.openxmlformats.org/officeDocument/2006/relationships/image" Target="../media/image65.png"/><Relationship Id="rId2" Type="http://schemas.openxmlformats.org/officeDocument/2006/relationships/notesSlide" Target="../notesSlides/notesSlide55.xml"/><Relationship Id="rId1" Type="http://schemas.openxmlformats.org/officeDocument/2006/relationships/slideLayout" Target="../slideLayouts/slideLayout6.xml"/><Relationship Id="rId6" Type="http://schemas.openxmlformats.org/officeDocument/2006/relationships/image" Target="../media/image64.png"/><Relationship Id="rId11" Type="http://schemas.openxmlformats.org/officeDocument/2006/relationships/image" Target="../media/image68.png"/><Relationship Id="rId5" Type="http://schemas.openxmlformats.org/officeDocument/2006/relationships/image" Target="../media/image63.png"/><Relationship Id="rId10" Type="http://schemas.openxmlformats.org/officeDocument/2006/relationships/image" Target="../media/image61.png"/><Relationship Id="rId4" Type="http://schemas.openxmlformats.org/officeDocument/2006/relationships/image" Target="../media/image51.png"/><Relationship Id="rId9" Type="http://schemas.openxmlformats.org/officeDocument/2006/relationships/image" Target="../media/image67.png"/></Relationships>
</file>

<file path=ppt/slides/_rels/slide87.xml.rels><?xml version="1.0" encoding="UTF-8" standalone="yes"?>
<Relationships xmlns="http://schemas.openxmlformats.org/package/2006/relationships"><Relationship Id="rId3" Type="http://schemas.openxmlformats.org/officeDocument/2006/relationships/image" Target="../media/image70.svg"/><Relationship Id="rId2" Type="http://schemas.openxmlformats.org/officeDocument/2006/relationships/image" Target="../media/image69.svg"/><Relationship Id="rId1" Type="http://schemas.openxmlformats.org/officeDocument/2006/relationships/slideLayout" Target="../slideLayouts/slideLayout10.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50.jpg"/><Relationship Id="rId7" Type="http://schemas.openxmlformats.org/officeDocument/2006/relationships/image" Target="../media/image61.png"/><Relationship Id="rId2" Type="http://schemas.openxmlformats.org/officeDocument/2006/relationships/notesSlide" Target="../notesSlides/notesSlide58.xml"/><Relationship Id="rId1" Type="http://schemas.openxmlformats.org/officeDocument/2006/relationships/slideLayout" Target="../slideLayouts/slideLayout6.xml"/><Relationship Id="rId6" Type="http://schemas.openxmlformats.org/officeDocument/2006/relationships/image" Target="../media/image71.png"/><Relationship Id="rId11" Type="http://schemas.openxmlformats.org/officeDocument/2006/relationships/image" Target="../media/image74.png"/><Relationship Id="rId5" Type="http://schemas.openxmlformats.org/officeDocument/2006/relationships/image" Target="../media/image57.png"/><Relationship Id="rId10" Type="http://schemas.openxmlformats.org/officeDocument/2006/relationships/image" Target="../media/image73.png"/><Relationship Id="rId4" Type="http://schemas.openxmlformats.org/officeDocument/2006/relationships/image" Target="../media/image51.png"/><Relationship Id="rId9" Type="http://schemas.openxmlformats.org/officeDocument/2006/relationships/image" Target="../media/image72.png"/></Relationships>
</file>

<file path=ppt/slides/_rels/slide92.xml.rels><?xml version="1.0" encoding="UTF-8" standalone="yes"?>
<Relationships xmlns="http://schemas.openxmlformats.org/package/2006/relationships"><Relationship Id="rId3" Type="http://schemas.openxmlformats.org/officeDocument/2006/relationships/hyperlink" Target="https://www.nature.com/ijir" TargetMode="External"/><Relationship Id="rId2" Type="http://schemas.openxmlformats.org/officeDocument/2006/relationships/image" Target="../media/image75.png"/><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60.xml"/><Relationship Id="rId1" Type="http://schemas.openxmlformats.org/officeDocument/2006/relationships/slideLayout" Target="../slideLayouts/slideLayout20.xml"/></Relationships>
</file>

<file path=ppt/slides/_rels/slide95.xml.rels><?xml version="1.0" encoding="UTF-8" standalone="yes"?>
<Relationships xmlns="http://schemas.openxmlformats.org/package/2006/relationships"><Relationship Id="rId3" Type="http://schemas.openxmlformats.org/officeDocument/2006/relationships/image" Target="../media/image78.emf"/><Relationship Id="rId2" Type="http://schemas.openxmlformats.org/officeDocument/2006/relationships/notesSlide" Target="../notesSlides/notesSlide61.xml"/><Relationship Id="rId1" Type="http://schemas.openxmlformats.org/officeDocument/2006/relationships/slideLayout" Target="../slideLayouts/slideLayout1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3" Type="http://schemas.openxmlformats.org/officeDocument/2006/relationships/image" Target="../media/image80.gif"/><Relationship Id="rId2" Type="http://schemas.openxmlformats.org/officeDocument/2006/relationships/image" Target="../media/image79.gif"/><Relationship Id="rId1" Type="http://schemas.openxmlformats.org/officeDocument/2006/relationships/slideLayout" Target="../slideLayouts/slideLayout112.xml"/><Relationship Id="rId5" Type="http://schemas.openxmlformats.org/officeDocument/2006/relationships/image" Target="../media/image82.gif"/><Relationship Id="rId4" Type="http://schemas.openxmlformats.org/officeDocument/2006/relationships/image" Target="../media/image81.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ntertitel 2">
            <a:extLst>
              <a:ext uri="{FF2B5EF4-FFF2-40B4-BE49-F238E27FC236}">
                <a16:creationId xmlns:a16="http://schemas.microsoft.com/office/drawing/2014/main" id="{E2DC7324-9696-406F-BF16-9F8D7198B3C7}"/>
              </a:ext>
            </a:extLst>
          </p:cNvPr>
          <p:cNvSpPr>
            <a:spLocks noGrp="1"/>
          </p:cNvSpPr>
          <p:nvPr>
            <p:ph type="subTitle" idx="1"/>
          </p:nvPr>
        </p:nvSpPr>
        <p:spPr bwMode="gray">
          <a:xfrm>
            <a:off x="5952081" y="3523966"/>
            <a:ext cx="5616521" cy="576000"/>
          </a:xfrm>
        </p:spPr>
        <p:txBody>
          <a:bodyPr/>
          <a:lstStyle/>
          <a:p>
            <a:r>
              <a:rPr lang="ru-RU" sz="1800" dirty="0"/>
              <a:t>Фиксированная комбинация </a:t>
            </a:r>
            <a:r>
              <a:rPr lang="ru-RU" sz="1800" dirty="0" err="1"/>
              <a:t>бисопролола</a:t>
            </a:r>
            <a:r>
              <a:rPr lang="ru-RU" sz="1800" dirty="0"/>
              <a:t> и амлодипина: приверженность, эффективность, безопасность</a:t>
            </a:r>
            <a:endParaRPr lang="en-US" sz="1800" dirty="0"/>
          </a:p>
        </p:txBody>
      </p:sp>
      <p:sp>
        <p:nvSpPr>
          <p:cNvPr id="4" name="Titel 3">
            <a:extLst>
              <a:ext uri="{FF2B5EF4-FFF2-40B4-BE49-F238E27FC236}">
                <a16:creationId xmlns:a16="http://schemas.microsoft.com/office/drawing/2014/main" id="{A1BBF781-2A46-4E61-9879-9417A1CB86B5}"/>
              </a:ext>
            </a:extLst>
          </p:cNvPr>
          <p:cNvSpPr>
            <a:spLocks noGrp="1"/>
          </p:cNvSpPr>
          <p:nvPr>
            <p:ph type="ctrTitle"/>
          </p:nvPr>
        </p:nvSpPr>
        <p:spPr bwMode="gray">
          <a:xfrm>
            <a:off x="5952081" y="2131553"/>
            <a:ext cx="5616521" cy="1249282"/>
          </a:xfrm>
        </p:spPr>
        <p:txBody>
          <a:bodyPr/>
          <a:lstStyle/>
          <a:p>
            <a:r>
              <a:rPr lang="ru-RU" b="1" dirty="0" err="1">
                <a:latin typeface="Arial (Headings)"/>
              </a:rPr>
              <a:t>Конкор</a:t>
            </a:r>
            <a:r>
              <a:rPr lang="ru-RU" b="1" dirty="0">
                <a:latin typeface="Arial (Headings)"/>
              </a:rPr>
              <a:t>® АМ в </a:t>
            </a:r>
            <a:r>
              <a:rPr lang="ru-RU" b="1" dirty="0">
                <a:latin typeface="Arial (Headings)"/>
                <a:cs typeface="Arial" panose="020B0604020202020204" pitchFamily="34" charset="0"/>
              </a:rPr>
              <a:t>современной</a:t>
            </a:r>
            <a:r>
              <a:rPr lang="ru-RU" b="1" dirty="0">
                <a:latin typeface="Arial (Headings)"/>
              </a:rPr>
              <a:t> кардиологии</a:t>
            </a:r>
            <a:endParaRPr lang="en-US" b="1" dirty="0">
              <a:latin typeface="Arial (Headings)"/>
            </a:endParaRPr>
          </a:p>
        </p:txBody>
      </p:sp>
      <p:grpSp>
        <p:nvGrpSpPr>
          <p:cNvPr id="34" name="Gruppieren 33" hidden="1">
            <a:extLst>
              <a:ext uri="{FF2B5EF4-FFF2-40B4-BE49-F238E27FC236}">
                <a16:creationId xmlns:a16="http://schemas.microsoft.com/office/drawing/2014/main" id="{3905F73A-1802-4EC2-BD89-20D98E5020C4}"/>
              </a:ext>
            </a:extLst>
          </p:cNvPr>
          <p:cNvGrpSpPr/>
          <p:nvPr/>
        </p:nvGrpSpPr>
        <p:grpSpPr>
          <a:xfrm>
            <a:off x="13080776" y="1212085"/>
            <a:ext cx="7401589" cy="5346501"/>
            <a:chOff x="1407269" y="410447"/>
            <a:chExt cx="7401589" cy="5346501"/>
          </a:xfrm>
        </p:grpSpPr>
        <p:sp>
          <p:nvSpPr>
            <p:cNvPr id="27" name="Freihandform: Form 26">
              <a:extLst>
                <a:ext uri="{FF2B5EF4-FFF2-40B4-BE49-F238E27FC236}">
                  <a16:creationId xmlns:a16="http://schemas.microsoft.com/office/drawing/2014/main" id="{1411AB61-2967-4979-8538-A5F382F1F032}"/>
                </a:ext>
              </a:extLst>
            </p:cNvPr>
            <p:cNvSpPr/>
            <p:nvPr/>
          </p:nvSpPr>
          <p:spPr>
            <a:xfrm rot="20417692">
              <a:off x="1407269" y="410447"/>
              <a:ext cx="6942525" cy="5346501"/>
            </a:xfrm>
            <a:custGeom>
              <a:avLst/>
              <a:gdLst>
                <a:gd name="connsiteX0" fmla="*/ 4388610 w 6942525"/>
                <a:gd name="connsiteY0" fmla="*/ 2797988 h 5346501"/>
                <a:gd name="connsiteX1" fmla="*/ 4845199 w 6942525"/>
                <a:gd name="connsiteY1" fmla="*/ 3071724 h 5346501"/>
                <a:gd name="connsiteX2" fmla="*/ 4849579 w 6942525"/>
                <a:gd name="connsiteY2" fmla="*/ 3076103 h 5346501"/>
                <a:gd name="connsiteX3" fmla="*/ 4864910 w 6942525"/>
                <a:gd name="connsiteY3" fmla="*/ 3091433 h 5346501"/>
                <a:gd name="connsiteX4" fmla="*/ 4870384 w 6942525"/>
                <a:gd name="connsiteY4" fmla="*/ 3096908 h 5346501"/>
                <a:gd name="connsiteX5" fmla="*/ 4897756 w 6942525"/>
                <a:gd name="connsiteY5" fmla="*/ 3127565 h 5346501"/>
                <a:gd name="connsiteX6" fmla="*/ 4902137 w 6942525"/>
                <a:gd name="connsiteY6" fmla="*/ 3133040 h 5346501"/>
                <a:gd name="connsiteX7" fmla="*/ 4914180 w 6942525"/>
                <a:gd name="connsiteY7" fmla="*/ 3147274 h 5346501"/>
                <a:gd name="connsiteX8" fmla="*/ 4921846 w 6942525"/>
                <a:gd name="connsiteY8" fmla="*/ 3156034 h 5346501"/>
                <a:gd name="connsiteX9" fmla="*/ 4933890 w 6942525"/>
                <a:gd name="connsiteY9" fmla="*/ 3171363 h 5346501"/>
                <a:gd name="connsiteX10" fmla="*/ 4939364 w 6942525"/>
                <a:gd name="connsiteY10" fmla="*/ 3179028 h 5346501"/>
                <a:gd name="connsiteX11" fmla="*/ 4979880 w 6942525"/>
                <a:gd name="connsiteY11" fmla="*/ 3234870 h 5346501"/>
                <a:gd name="connsiteX12" fmla="*/ 4982067 w 6942525"/>
                <a:gd name="connsiteY12" fmla="*/ 3238154 h 5346501"/>
                <a:gd name="connsiteX13" fmla="*/ 5062135 w 6942525"/>
                <a:gd name="connsiteY13" fmla="*/ 3381728 h 5346501"/>
                <a:gd name="connsiteX14" fmla="*/ 5080445 w 6942525"/>
                <a:gd name="connsiteY14" fmla="*/ 3430512 h 5346501"/>
                <a:gd name="connsiteX15" fmla="*/ 5045549 w 6942525"/>
                <a:gd name="connsiteY15" fmla="*/ 3435607 h 5346501"/>
                <a:gd name="connsiteX16" fmla="*/ 4879551 w 6942525"/>
                <a:gd name="connsiteY16" fmla="*/ 3478187 h 5346501"/>
                <a:gd name="connsiteX17" fmla="*/ 4586973 w 6942525"/>
                <a:gd name="connsiteY17" fmla="*/ 3589312 h 5346501"/>
                <a:gd name="connsiteX18" fmla="*/ 4561618 w 6942525"/>
                <a:gd name="connsiteY18" fmla="*/ 3601296 h 5346501"/>
                <a:gd name="connsiteX19" fmla="*/ 4330412 w 6942525"/>
                <a:gd name="connsiteY19" fmla="*/ 3702809 h 5346501"/>
                <a:gd name="connsiteX20" fmla="*/ 4268693 w 6942525"/>
                <a:gd name="connsiteY20" fmla="*/ 3728097 h 5346501"/>
                <a:gd name="connsiteX21" fmla="*/ 4175275 w 6942525"/>
                <a:gd name="connsiteY21" fmla="*/ 3768366 h 5346501"/>
                <a:gd name="connsiteX22" fmla="*/ 4039156 w 6942525"/>
                <a:gd name="connsiteY22" fmla="*/ 3824940 h 5346501"/>
                <a:gd name="connsiteX23" fmla="*/ 3947413 w 6942525"/>
                <a:gd name="connsiteY23" fmla="*/ 3860545 h 5346501"/>
                <a:gd name="connsiteX24" fmla="*/ 3643827 w 6942525"/>
                <a:gd name="connsiteY24" fmla="*/ 3972996 h 5346501"/>
                <a:gd name="connsiteX25" fmla="*/ 3476707 w 6942525"/>
                <a:gd name="connsiteY25" fmla="*/ 4013197 h 5346501"/>
                <a:gd name="connsiteX26" fmla="*/ 3355633 w 6942525"/>
                <a:gd name="connsiteY26" fmla="*/ 4027765 h 5346501"/>
                <a:gd name="connsiteX27" fmla="*/ 3089870 w 6942525"/>
                <a:gd name="connsiteY27" fmla="*/ 3990506 h 5346501"/>
                <a:gd name="connsiteX28" fmla="*/ 2992368 w 6942525"/>
                <a:gd name="connsiteY28" fmla="*/ 3945152 h 5346501"/>
                <a:gd name="connsiteX29" fmla="*/ 2985393 w 6942525"/>
                <a:gd name="connsiteY29" fmla="*/ 3848037 h 5346501"/>
                <a:gd name="connsiteX30" fmla="*/ 3056068 w 6942525"/>
                <a:gd name="connsiteY30" fmla="*/ 3453858 h 5346501"/>
                <a:gd name="connsiteX31" fmla="*/ 3061542 w 6942525"/>
                <a:gd name="connsiteY31" fmla="*/ 3440719 h 5346501"/>
                <a:gd name="connsiteX32" fmla="*/ 3067017 w 6942525"/>
                <a:gd name="connsiteY32" fmla="*/ 3427579 h 5346501"/>
                <a:gd name="connsiteX33" fmla="*/ 3079060 w 6942525"/>
                <a:gd name="connsiteY33" fmla="*/ 3400206 h 5346501"/>
                <a:gd name="connsiteX34" fmla="*/ 3079061 w 6942525"/>
                <a:gd name="connsiteY34" fmla="*/ 3399111 h 5346501"/>
                <a:gd name="connsiteX35" fmla="*/ 3172131 w 6942525"/>
                <a:gd name="connsiteY35" fmla="*/ 3230490 h 5346501"/>
                <a:gd name="connsiteX36" fmla="*/ 3553170 w 6942525"/>
                <a:gd name="connsiteY36" fmla="*/ 2884488 h 5346501"/>
                <a:gd name="connsiteX37" fmla="*/ 3558645 w 6942525"/>
                <a:gd name="connsiteY37" fmla="*/ 2881204 h 5346501"/>
                <a:gd name="connsiteX38" fmla="*/ 3572879 w 6942525"/>
                <a:gd name="connsiteY38" fmla="*/ 2873539 h 5346501"/>
                <a:gd name="connsiteX39" fmla="*/ 3583829 w 6942525"/>
                <a:gd name="connsiteY39" fmla="*/ 2868065 h 5346501"/>
                <a:gd name="connsiteX40" fmla="*/ 3592588 w 6942525"/>
                <a:gd name="connsiteY40" fmla="*/ 2863686 h 5346501"/>
                <a:gd name="connsiteX41" fmla="*/ 3609013 w 6942525"/>
                <a:gd name="connsiteY41" fmla="*/ 2856020 h 5346501"/>
                <a:gd name="connsiteX42" fmla="*/ 3612297 w 6942525"/>
                <a:gd name="connsiteY42" fmla="*/ 2854926 h 5346501"/>
                <a:gd name="connsiteX43" fmla="*/ 4171812 w 6942525"/>
                <a:gd name="connsiteY43" fmla="*/ 2756381 h 5346501"/>
                <a:gd name="connsiteX44" fmla="*/ 4307585 w 6942525"/>
                <a:gd name="connsiteY44" fmla="*/ 2777184 h 5346501"/>
                <a:gd name="connsiteX45" fmla="*/ 4309775 w 6942525"/>
                <a:gd name="connsiteY45" fmla="*/ 2778279 h 5346501"/>
                <a:gd name="connsiteX46" fmla="*/ 4332768 w 6942525"/>
                <a:gd name="connsiteY46" fmla="*/ 2783754 h 5346501"/>
                <a:gd name="connsiteX47" fmla="*/ 4334957 w 6942525"/>
                <a:gd name="connsiteY47" fmla="*/ 2783754 h 5346501"/>
                <a:gd name="connsiteX48" fmla="*/ 4341527 w 6942525"/>
                <a:gd name="connsiteY48" fmla="*/ 2785945 h 5346501"/>
                <a:gd name="connsiteX49" fmla="*/ 4363426 w 6942525"/>
                <a:gd name="connsiteY49" fmla="*/ 2791418 h 5346501"/>
                <a:gd name="connsiteX50" fmla="*/ 4380946 w 6942525"/>
                <a:gd name="connsiteY50" fmla="*/ 2795799 h 5346501"/>
                <a:gd name="connsiteX51" fmla="*/ 4388610 w 6942525"/>
                <a:gd name="connsiteY51" fmla="*/ 2797988 h 5346501"/>
                <a:gd name="connsiteX52" fmla="*/ 6771598 w 6942525"/>
                <a:gd name="connsiteY52" fmla="*/ 3546932 h 5346501"/>
                <a:gd name="connsiteX53" fmla="*/ 6929240 w 6942525"/>
                <a:gd name="connsiteY53" fmla="*/ 3620440 h 5346501"/>
                <a:gd name="connsiteX54" fmla="*/ 6942525 w 6942525"/>
                <a:gd name="connsiteY54" fmla="*/ 3629091 h 5346501"/>
                <a:gd name="connsiteX55" fmla="*/ 6341311 w 6942525"/>
                <a:gd name="connsiteY55" fmla="*/ 5307743 h 5346501"/>
                <a:gd name="connsiteX56" fmla="*/ 6322731 w 6942525"/>
                <a:gd name="connsiteY56" fmla="*/ 5345603 h 5346501"/>
                <a:gd name="connsiteX57" fmla="*/ 6321801 w 6942525"/>
                <a:gd name="connsiteY57" fmla="*/ 5346501 h 5346501"/>
                <a:gd name="connsiteX58" fmla="*/ 6233585 w 6942525"/>
                <a:gd name="connsiteY58" fmla="*/ 5329491 h 5346501"/>
                <a:gd name="connsiteX59" fmla="*/ 5624340 w 6942525"/>
                <a:gd name="connsiteY59" fmla="*/ 4843958 h 5346501"/>
                <a:gd name="connsiteX60" fmla="*/ 5586835 w 6942525"/>
                <a:gd name="connsiteY60" fmla="*/ 4756564 h 5346501"/>
                <a:gd name="connsiteX61" fmla="*/ 5593276 w 6942525"/>
                <a:gd name="connsiteY61" fmla="*/ 4698185 h 5346501"/>
                <a:gd name="connsiteX62" fmla="*/ 5621590 w 6942525"/>
                <a:gd name="connsiteY62" fmla="*/ 4597078 h 5346501"/>
                <a:gd name="connsiteX63" fmla="*/ 5807147 w 6942525"/>
                <a:gd name="connsiteY63" fmla="*/ 4078983 h 5346501"/>
                <a:gd name="connsiteX64" fmla="*/ 5831463 w 6942525"/>
                <a:gd name="connsiteY64" fmla="*/ 3787766 h 5346501"/>
                <a:gd name="connsiteX65" fmla="*/ 5818045 w 6942525"/>
                <a:gd name="connsiteY65" fmla="*/ 3747493 h 5346501"/>
                <a:gd name="connsiteX66" fmla="*/ 5827361 w 6942525"/>
                <a:gd name="connsiteY66" fmla="*/ 3737448 h 5346501"/>
                <a:gd name="connsiteX67" fmla="*/ 6680322 w 6942525"/>
                <a:gd name="connsiteY67" fmla="*/ 3519554 h 5346501"/>
                <a:gd name="connsiteX68" fmla="*/ 6771598 w 6942525"/>
                <a:gd name="connsiteY68" fmla="*/ 3546932 h 5346501"/>
                <a:gd name="connsiteX69" fmla="*/ 6517110 w 6942525"/>
                <a:gd name="connsiteY69" fmla="*/ 1905535 h 5346501"/>
                <a:gd name="connsiteX70" fmla="*/ 6865206 w 6942525"/>
                <a:gd name="connsiteY70" fmla="*/ 2030207 h 5346501"/>
                <a:gd name="connsiteX71" fmla="*/ 6880422 w 6942525"/>
                <a:gd name="connsiteY71" fmla="*/ 2061641 h 5346501"/>
                <a:gd name="connsiteX72" fmla="*/ 6937632 w 6942525"/>
                <a:gd name="connsiteY72" fmla="*/ 2415855 h 5346501"/>
                <a:gd name="connsiteX73" fmla="*/ 6937632 w 6942525"/>
                <a:gd name="connsiteY73" fmla="*/ 2427898 h 5346501"/>
                <a:gd name="connsiteX74" fmla="*/ 6935443 w 6942525"/>
                <a:gd name="connsiteY74" fmla="*/ 2457462 h 5346501"/>
                <a:gd name="connsiteX75" fmla="*/ 6928873 w 6942525"/>
                <a:gd name="connsiteY75" fmla="*/ 2515494 h 5346501"/>
                <a:gd name="connsiteX76" fmla="*/ 6927780 w 6942525"/>
                <a:gd name="connsiteY76" fmla="*/ 2522064 h 5346501"/>
                <a:gd name="connsiteX77" fmla="*/ 6921210 w 6942525"/>
                <a:gd name="connsiteY77" fmla="*/ 2560387 h 5346501"/>
                <a:gd name="connsiteX78" fmla="*/ 6914640 w 6942525"/>
                <a:gd name="connsiteY78" fmla="*/ 2588856 h 5346501"/>
                <a:gd name="connsiteX79" fmla="*/ 6911353 w 6942525"/>
                <a:gd name="connsiteY79" fmla="*/ 2604185 h 5346501"/>
                <a:gd name="connsiteX80" fmla="*/ 6779964 w 6942525"/>
                <a:gd name="connsiteY80" fmla="*/ 2904199 h 5346501"/>
                <a:gd name="connsiteX81" fmla="*/ 6770107 w 6942525"/>
                <a:gd name="connsiteY81" fmla="*/ 2918433 h 5346501"/>
                <a:gd name="connsiteX82" fmla="*/ 6754778 w 6942525"/>
                <a:gd name="connsiteY82" fmla="*/ 2940332 h 5346501"/>
                <a:gd name="connsiteX83" fmla="*/ 6730689 w 6942525"/>
                <a:gd name="connsiteY83" fmla="*/ 2972084 h 5346501"/>
                <a:gd name="connsiteX84" fmla="*/ 6728498 w 6942525"/>
                <a:gd name="connsiteY84" fmla="*/ 2974275 h 5346501"/>
                <a:gd name="connsiteX85" fmla="*/ 6496372 w 6942525"/>
                <a:gd name="connsiteY85" fmla="*/ 3179028 h 5346501"/>
                <a:gd name="connsiteX86" fmla="*/ 6494183 w 6942525"/>
                <a:gd name="connsiteY86" fmla="*/ 3180123 h 5346501"/>
                <a:gd name="connsiteX87" fmla="*/ 6461333 w 6942525"/>
                <a:gd name="connsiteY87" fmla="*/ 3199833 h 5346501"/>
                <a:gd name="connsiteX88" fmla="*/ 6453670 w 6942525"/>
                <a:gd name="connsiteY88" fmla="*/ 3204212 h 5346501"/>
                <a:gd name="connsiteX89" fmla="*/ 6425200 w 6942525"/>
                <a:gd name="connsiteY89" fmla="*/ 3219541 h 5346501"/>
                <a:gd name="connsiteX90" fmla="*/ 6413155 w 6942525"/>
                <a:gd name="connsiteY90" fmla="*/ 3226112 h 5346501"/>
                <a:gd name="connsiteX91" fmla="*/ 6387972 w 6942525"/>
                <a:gd name="connsiteY91" fmla="*/ 3238155 h 5346501"/>
                <a:gd name="connsiteX92" fmla="*/ 6370454 w 6942525"/>
                <a:gd name="connsiteY92" fmla="*/ 3245819 h 5346501"/>
                <a:gd name="connsiteX93" fmla="*/ 6348555 w 6942525"/>
                <a:gd name="connsiteY93" fmla="*/ 3254580 h 5346501"/>
                <a:gd name="connsiteX94" fmla="*/ 6327751 w 6942525"/>
                <a:gd name="connsiteY94" fmla="*/ 3262244 h 5346501"/>
                <a:gd name="connsiteX95" fmla="*/ 6306946 w 6942525"/>
                <a:gd name="connsiteY95" fmla="*/ 3268813 h 5346501"/>
                <a:gd name="connsiteX96" fmla="*/ 6285047 w 6942525"/>
                <a:gd name="connsiteY96" fmla="*/ 3276478 h 5346501"/>
                <a:gd name="connsiteX97" fmla="*/ 6264243 w 6942525"/>
                <a:gd name="connsiteY97" fmla="*/ 3283048 h 5346501"/>
                <a:gd name="connsiteX98" fmla="*/ 6242346 w 6942525"/>
                <a:gd name="connsiteY98" fmla="*/ 3289617 h 5346501"/>
                <a:gd name="connsiteX99" fmla="*/ 6216068 w 6942525"/>
                <a:gd name="connsiteY99" fmla="*/ 3296187 h 5346501"/>
                <a:gd name="connsiteX100" fmla="*/ 6199642 w 6942525"/>
                <a:gd name="connsiteY100" fmla="*/ 3300566 h 5346501"/>
                <a:gd name="connsiteX101" fmla="*/ 6162416 w 6942525"/>
                <a:gd name="connsiteY101" fmla="*/ 3307137 h 5346501"/>
                <a:gd name="connsiteX102" fmla="*/ 6155844 w 6942525"/>
                <a:gd name="connsiteY102" fmla="*/ 3308231 h 5346501"/>
                <a:gd name="connsiteX103" fmla="*/ 5609469 w 6942525"/>
                <a:gd name="connsiteY103" fmla="*/ 3232680 h 5346501"/>
                <a:gd name="connsiteX104" fmla="*/ 5149595 w 6942525"/>
                <a:gd name="connsiteY104" fmla="*/ 2758571 h 5346501"/>
                <a:gd name="connsiteX105" fmla="*/ 5149594 w 6942525"/>
                <a:gd name="connsiteY105" fmla="*/ 2757476 h 5346501"/>
                <a:gd name="connsiteX106" fmla="*/ 5118935 w 6942525"/>
                <a:gd name="connsiteY106" fmla="*/ 2677546 h 5346501"/>
                <a:gd name="connsiteX107" fmla="*/ 5116746 w 6942525"/>
                <a:gd name="connsiteY107" fmla="*/ 2669881 h 5346501"/>
                <a:gd name="connsiteX108" fmla="*/ 5105797 w 6942525"/>
                <a:gd name="connsiteY108" fmla="*/ 2632653 h 5346501"/>
                <a:gd name="connsiteX109" fmla="*/ 5103609 w 6942525"/>
                <a:gd name="connsiteY109" fmla="*/ 2624990 h 5346501"/>
                <a:gd name="connsiteX110" fmla="*/ 5094847 w 6942525"/>
                <a:gd name="connsiteY110" fmla="*/ 2587760 h 5346501"/>
                <a:gd name="connsiteX111" fmla="*/ 5093752 w 6942525"/>
                <a:gd name="connsiteY111" fmla="*/ 2584476 h 5346501"/>
                <a:gd name="connsiteX112" fmla="*/ 5086087 w 6942525"/>
                <a:gd name="connsiteY112" fmla="*/ 2541774 h 5346501"/>
                <a:gd name="connsiteX113" fmla="*/ 5084995 w 6942525"/>
                <a:gd name="connsiteY113" fmla="*/ 2538489 h 5346501"/>
                <a:gd name="connsiteX114" fmla="*/ 5082804 w 6942525"/>
                <a:gd name="connsiteY114" fmla="*/ 2526445 h 5346501"/>
                <a:gd name="connsiteX115" fmla="*/ 5078286 w 6942525"/>
                <a:gd name="connsiteY115" fmla="*/ 2461983 h 5346501"/>
                <a:gd name="connsiteX116" fmla="*/ 5159963 w 6942525"/>
                <a:gd name="connsiteY116" fmla="*/ 2430582 h 5346501"/>
                <a:gd name="connsiteX117" fmla="*/ 5859576 w 6942525"/>
                <a:gd name="connsiteY117" fmla="*/ 2138728 h 5346501"/>
                <a:gd name="connsiteX118" fmla="*/ 6339331 w 6942525"/>
                <a:gd name="connsiteY118" fmla="*/ 1931386 h 5346501"/>
                <a:gd name="connsiteX119" fmla="*/ 6431079 w 6942525"/>
                <a:gd name="connsiteY119" fmla="*/ 1895788 h 5346501"/>
                <a:gd name="connsiteX120" fmla="*/ 6442085 w 6942525"/>
                <a:gd name="connsiteY120" fmla="*/ 1894460 h 5346501"/>
                <a:gd name="connsiteX121" fmla="*/ 6517110 w 6942525"/>
                <a:gd name="connsiteY121" fmla="*/ 1905535 h 5346501"/>
                <a:gd name="connsiteX122" fmla="*/ 1211371 w 6942525"/>
                <a:gd name="connsiteY122" fmla="*/ 0 h 5346501"/>
                <a:gd name="connsiteX123" fmla="*/ 1323858 w 6942525"/>
                <a:gd name="connsiteY123" fmla="*/ 40288 h 5346501"/>
                <a:gd name="connsiteX124" fmla="*/ 1505887 w 6942525"/>
                <a:gd name="connsiteY124" fmla="*/ 105482 h 5346501"/>
                <a:gd name="connsiteX125" fmla="*/ 1989090 w 6942525"/>
                <a:gd name="connsiteY125" fmla="*/ 520789 h 5346501"/>
                <a:gd name="connsiteX126" fmla="*/ 2435576 w 6942525"/>
                <a:gd name="connsiteY126" fmla="*/ 1383611 h 5346501"/>
                <a:gd name="connsiteX127" fmla="*/ 2371730 w 6942525"/>
                <a:gd name="connsiteY127" fmla="*/ 1422742 h 5346501"/>
                <a:gd name="connsiteX128" fmla="*/ 2359686 w 6942525"/>
                <a:gd name="connsiteY128" fmla="*/ 1429313 h 5346501"/>
                <a:gd name="connsiteX129" fmla="*/ 2350925 w 6942525"/>
                <a:gd name="connsiteY129" fmla="*/ 1433692 h 5346501"/>
                <a:gd name="connsiteX130" fmla="*/ 2345451 w 6942525"/>
                <a:gd name="connsiteY130" fmla="*/ 1436976 h 5346501"/>
                <a:gd name="connsiteX131" fmla="*/ 2229389 w 6942525"/>
                <a:gd name="connsiteY131" fmla="*/ 1693194 h 5346501"/>
                <a:gd name="connsiteX132" fmla="*/ 2229388 w 6942525"/>
                <a:gd name="connsiteY132" fmla="*/ 1695383 h 5346501"/>
                <a:gd name="connsiteX133" fmla="*/ 2407863 w 6942525"/>
                <a:gd name="connsiteY133" fmla="*/ 1846485 h 5346501"/>
                <a:gd name="connsiteX134" fmla="*/ 2414433 w 6942525"/>
                <a:gd name="connsiteY134" fmla="*/ 1846484 h 5346501"/>
                <a:gd name="connsiteX135" fmla="*/ 2658605 w 6942525"/>
                <a:gd name="connsiteY135" fmla="*/ 1899042 h 5346501"/>
                <a:gd name="connsiteX136" fmla="*/ 2822470 w 6942525"/>
                <a:gd name="connsiteY136" fmla="*/ 1986791 h 5346501"/>
                <a:gd name="connsiteX137" fmla="*/ 2878775 w 6942525"/>
                <a:gd name="connsiteY137" fmla="*/ 2031380 h 5346501"/>
                <a:gd name="connsiteX138" fmla="*/ 2929827 w 6942525"/>
                <a:gd name="connsiteY138" fmla="*/ 2084748 h 5346501"/>
                <a:gd name="connsiteX139" fmla="*/ 2965120 w 6942525"/>
                <a:gd name="connsiteY139" fmla="*/ 2115980 h 5346501"/>
                <a:gd name="connsiteX140" fmla="*/ 3018673 w 6942525"/>
                <a:gd name="connsiteY140" fmla="*/ 2184978 h 5346501"/>
                <a:gd name="connsiteX141" fmla="*/ 3133809 w 6942525"/>
                <a:gd name="connsiteY141" fmla="*/ 2449798 h 5346501"/>
                <a:gd name="connsiteX142" fmla="*/ 2548016 w 6942525"/>
                <a:gd name="connsiteY142" fmla="*/ 3383781 h 5346501"/>
                <a:gd name="connsiteX143" fmla="*/ 2536880 w 6942525"/>
                <a:gd name="connsiteY143" fmla="*/ 3385712 h 5346501"/>
                <a:gd name="connsiteX144" fmla="*/ 2514488 w 6942525"/>
                <a:gd name="connsiteY144" fmla="*/ 3347339 h 5346501"/>
                <a:gd name="connsiteX145" fmla="*/ 2350348 w 6942525"/>
                <a:gd name="connsiteY145" fmla="*/ 3041037 h 5346501"/>
                <a:gd name="connsiteX146" fmla="*/ 2228498 w 6942525"/>
                <a:gd name="connsiteY146" fmla="*/ 2807812 h 5346501"/>
                <a:gd name="connsiteX147" fmla="*/ 2202859 w 6942525"/>
                <a:gd name="connsiteY147" fmla="*/ 2761768 h 5346501"/>
                <a:gd name="connsiteX148" fmla="*/ 2199862 w 6942525"/>
                <a:gd name="connsiteY148" fmla="*/ 2755426 h 5346501"/>
                <a:gd name="connsiteX149" fmla="*/ 2029384 w 6942525"/>
                <a:gd name="connsiteY149" fmla="*/ 2452123 h 5346501"/>
                <a:gd name="connsiteX150" fmla="*/ 1852495 w 6942525"/>
                <a:gd name="connsiteY150" fmla="*/ 2225519 h 5346501"/>
                <a:gd name="connsiteX151" fmla="*/ 1818850 w 6942525"/>
                <a:gd name="connsiteY151" fmla="*/ 2187136 h 5346501"/>
                <a:gd name="connsiteX152" fmla="*/ 1791189 w 6942525"/>
                <a:gd name="connsiteY152" fmla="*/ 2161433 h 5346501"/>
                <a:gd name="connsiteX153" fmla="*/ 1769205 w 6942525"/>
                <a:gd name="connsiteY153" fmla="*/ 2145235 h 5346501"/>
                <a:gd name="connsiteX154" fmla="*/ 1808930 w 6942525"/>
                <a:gd name="connsiteY154" fmla="*/ 2097226 h 5346501"/>
                <a:gd name="connsiteX155" fmla="*/ 2006020 w 6942525"/>
                <a:gd name="connsiteY155" fmla="*/ 1945030 h 5346501"/>
                <a:gd name="connsiteX156" fmla="*/ 2011495 w 6942525"/>
                <a:gd name="connsiteY156" fmla="*/ 1941744 h 5346501"/>
                <a:gd name="connsiteX157" fmla="*/ 2106755 w 6942525"/>
                <a:gd name="connsiteY157" fmla="*/ 1728230 h 5346501"/>
                <a:gd name="connsiteX158" fmla="*/ 2106755 w 6942525"/>
                <a:gd name="connsiteY158" fmla="*/ 1726042 h 5346501"/>
                <a:gd name="connsiteX159" fmla="*/ 1891051 w 6942525"/>
                <a:gd name="connsiteY159" fmla="*/ 1545376 h 5346501"/>
                <a:gd name="connsiteX160" fmla="*/ 1884482 w 6942525"/>
                <a:gd name="connsiteY160" fmla="*/ 1545377 h 5346501"/>
                <a:gd name="connsiteX161" fmla="*/ 1603082 w 6942525"/>
                <a:gd name="connsiteY161" fmla="*/ 1491724 h 5346501"/>
                <a:gd name="connsiteX162" fmla="*/ 1601987 w 6942525"/>
                <a:gd name="connsiteY162" fmla="*/ 1491724 h 5346501"/>
                <a:gd name="connsiteX163" fmla="*/ 1586657 w 6942525"/>
                <a:gd name="connsiteY163" fmla="*/ 1486249 h 5346501"/>
                <a:gd name="connsiteX164" fmla="*/ 1501252 w 6942525"/>
                <a:gd name="connsiteY164" fmla="*/ 1449021 h 5346501"/>
                <a:gd name="connsiteX165" fmla="*/ 1494683 w 6942525"/>
                <a:gd name="connsiteY165" fmla="*/ 1445737 h 5346501"/>
                <a:gd name="connsiteX166" fmla="*/ 1469499 w 6942525"/>
                <a:gd name="connsiteY166" fmla="*/ 1432597 h 5346501"/>
                <a:gd name="connsiteX167" fmla="*/ 1462930 w 6942525"/>
                <a:gd name="connsiteY167" fmla="*/ 1429312 h 5346501"/>
                <a:gd name="connsiteX168" fmla="*/ 1433366 w 6942525"/>
                <a:gd name="connsiteY168" fmla="*/ 1411794 h 5346501"/>
                <a:gd name="connsiteX169" fmla="*/ 1427891 w 6942525"/>
                <a:gd name="connsiteY169" fmla="*/ 1408508 h 5346501"/>
                <a:gd name="connsiteX170" fmla="*/ 1402707 w 6942525"/>
                <a:gd name="connsiteY170" fmla="*/ 1392085 h 5346501"/>
                <a:gd name="connsiteX171" fmla="*/ 1399423 w 6942525"/>
                <a:gd name="connsiteY171" fmla="*/ 1389894 h 5346501"/>
                <a:gd name="connsiteX172" fmla="*/ 1393948 w 6942525"/>
                <a:gd name="connsiteY172" fmla="*/ 1386610 h 5346501"/>
                <a:gd name="connsiteX173" fmla="*/ 1113643 w 6942525"/>
                <a:gd name="connsiteY173" fmla="*/ 1406319 h 5346501"/>
                <a:gd name="connsiteX174" fmla="*/ 1111453 w 6942525"/>
                <a:gd name="connsiteY174" fmla="*/ 1408508 h 5346501"/>
                <a:gd name="connsiteX175" fmla="*/ 1070940 w 6942525"/>
                <a:gd name="connsiteY175" fmla="*/ 1585889 h 5346501"/>
                <a:gd name="connsiteX176" fmla="*/ 1075321 w 6942525"/>
                <a:gd name="connsiteY176" fmla="*/ 1596838 h 5346501"/>
                <a:gd name="connsiteX177" fmla="*/ 1076415 w 6942525"/>
                <a:gd name="connsiteY177" fmla="*/ 1599028 h 5346501"/>
                <a:gd name="connsiteX178" fmla="*/ 1088459 w 6942525"/>
                <a:gd name="connsiteY178" fmla="*/ 1626401 h 5346501"/>
                <a:gd name="connsiteX179" fmla="*/ 1090649 w 6942525"/>
                <a:gd name="connsiteY179" fmla="*/ 1632971 h 5346501"/>
                <a:gd name="connsiteX180" fmla="*/ 1099409 w 6942525"/>
                <a:gd name="connsiteY180" fmla="*/ 1657060 h 5346501"/>
                <a:gd name="connsiteX181" fmla="*/ 1101599 w 6942525"/>
                <a:gd name="connsiteY181" fmla="*/ 1664724 h 5346501"/>
                <a:gd name="connsiteX182" fmla="*/ 1109262 w 6942525"/>
                <a:gd name="connsiteY182" fmla="*/ 1688814 h 5346501"/>
                <a:gd name="connsiteX183" fmla="*/ 1111453 w 6942525"/>
                <a:gd name="connsiteY183" fmla="*/ 1696478 h 5346501"/>
                <a:gd name="connsiteX184" fmla="*/ 1116928 w 6942525"/>
                <a:gd name="connsiteY184" fmla="*/ 1720566 h 5346501"/>
                <a:gd name="connsiteX185" fmla="*/ 1118023 w 6942525"/>
                <a:gd name="connsiteY185" fmla="*/ 1723851 h 5346501"/>
                <a:gd name="connsiteX186" fmla="*/ 1119118 w 6942525"/>
                <a:gd name="connsiteY186" fmla="*/ 1731516 h 5346501"/>
                <a:gd name="connsiteX187" fmla="*/ 1122403 w 6942525"/>
                <a:gd name="connsiteY187" fmla="*/ 1750130 h 5346501"/>
                <a:gd name="connsiteX188" fmla="*/ 1124593 w 6942525"/>
                <a:gd name="connsiteY188" fmla="*/ 1765460 h 5346501"/>
                <a:gd name="connsiteX189" fmla="*/ 1126782 w 6942525"/>
                <a:gd name="connsiteY189" fmla="*/ 1779693 h 5346501"/>
                <a:gd name="connsiteX190" fmla="*/ 1127878 w 6942525"/>
                <a:gd name="connsiteY190" fmla="*/ 1791738 h 5346501"/>
                <a:gd name="connsiteX191" fmla="*/ 1128972 w 6942525"/>
                <a:gd name="connsiteY191" fmla="*/ 1805972 h 5346501"/>
                <a:gd name="connsiteX192" fmla="*/ 1130067 w 6942525"/>
                <a:gd name="connsiteY192" fmla="*/ 1826775 h 5346501"/>
                <a:gd name="connsiteX193" fmla="*/ 1130067 w 6942525"/>
                <a:gd name="connsiteY193" fmla="*/ 1839915 h 5346501"/>
                <a:gd name="connsiteX194" fmla="*/ 1130067 w 6942525"/>
                <a:gd name="connsiteY194" fmla="*/ 1853055 h 5346501"/>
                <a:gd name="connsiteX195" fmla="*/ 1130067 w 6942525"/>
                <a:gd name="connsiteY195" fmla="*/ 1865098 h 5346501"/>
                <a:gd name="connsiteX196" fmla="*/ 1128972 w 6942525"/>
                <a:gd name="connsiteY196" fmla="*/ 1888092 h 5346501"/>
                <a:gd name="connsiteX197" fmla="*/ 1127878 w 6942525"/>
                <a:gd name="connsiteY197" fmla="*/ 1897946 h 5346501"/>
                <a:gd name="connsiteX198" fmla="*/ 1126783 w 6942525"/>
                <a:gd name="connsiteY198" fmla="*/ 1915467 h 5346501"/>
                <a:gd name="connsiteX199" fmla="*/ 1125687 w 6942525"/>
                <a:gd name="connsiteY199" fmla="*/ 1924226 h 5346501"/>
                <a:gd name="connsiteX200" fmla="*/ 1122403 w 6942525"/>
                <a:gd name="connsiteY200" fmla="*/ 1949409 h 5346501"/>
                <a:gd name="connsiteX201" fmla="*/ 1121308 w 6942525"/>
                <a:gd name="connsiteY201" fmla="*/ 1954885 h 5346501"/>
                <a:gd name="connsiteX202" fmla="*/ 1116928 w 6942525"/>
                <a:gd name="connsiteY202" fmla="*/ 1976782 h 5346501"/>
                <a:gd name="connsiteX203" fmla="*/ 1115833 w 6942525"/>
                <a:gd name="connsiteY203" fmla="*/ 1982257 h 5346501"/>
                <a:gd name="connsiteX204" fmla="*/ 1109263 w 6942525"/>
                <a:gd name="connsiteY204" fmla="*/ 2008535 h 5346501"/>
                <a:gd name="connsiteX205" fmla="*/ 1109263 w 6942525"/>
                <a:gd name="connsiteY205" fmla="*/ 2009630 h 5346501"/>
                <a:gd name="connsiteX206" fmla="*/ 1101599 w 6942525"/>
                <a:gd name="connsiteY206" fmla="*/ 2035909 h 5346501"/>
                <a:gd name="connsiteX207" fmla="*/ 1100503 w 6942525"/>
                <a:gd name="connsiteY207" fmla="*/ 2039194 h 5346501"/>
                <a:gd name="connsiteX208" fmla="*/ 1081889 w 6942525"/>
                <a:gd name="connsiteY208" fmla="*/ 2091751 h 5346501"/>
                <a:gd name="connsiteX209" fmla="*/ 1080794 w 6942525"/>
                <a:gd name="connsiteY209" fmla="*/ 2095037 h 5346501"/>
                <a:gd name="connsiteX210" fmla="*/ 1076077 w 6942525"/>
                <a:gd name="connsiteY210" fmla="*/ 2104902 h 5346501"/>
                <a:gd name="connsiteX211" fmla="*/ 1030906 w 6942525"/>
                <a:gd name="connsiteY211" fmla="*/ 2148496 h 5346501"/>
                <a:gd name="connsiteX212" fmla="*/ 975618 w 6942525"/>
                <a:gd name="connsiteY212" fmla="*/ 2228423 h 5346501"/>
                <a:gd name="connsiteX213" fmla="*/ 944652 w 6942525"/>
                <a:gd name="connsiteY213" fmla="*/ 2296876 h 5346501"/>
                <a:gd name="connsiteX214" fmla="*/ 941737 w 6942525"/>
                <a:gd name="connsiteY214" fmla="*/ 2299790 h 5346501"/>
                <a:gd name="connsiteX215" fmla="*/ 929693 w 6942525"/>
                <a:gd name="connsiteY215" fmla="*/ 2310739 h 5346501"/>
                <a:gd name="connsiteX216" fmla="*/ 922029 w 6942525"/>
                <a:gd name="connsiteY216" fmla="*/ 2318404 h 5346501"/>
                <a:gd name="connsiteX217" fmla="*/ 919839 w 6942525"/>
                <a:gd name="connsiteY217" fmla="*/ 2320594 h 5346501"/>
                <a:gd name="connsiteX218" fmla="*/ 912174 w 6942525"/>
                <a:gd name="connsiteY218" fmla="*/ 2327164 h 5346501"/>
                <a:gd name="connsiteX219" fmla="*/ 899035 w 6942525"/>
                <a:gd name="connsiteY219" fmla="*/ 2338113 h 5346501"/>
                <a:gd name="connsiteX220" fmla="*/ 884801 w 6942525"/>
                <a:gd name="connsiteY220" fmla="*/ 2349062 h 5346501"/>
                <a:gd name="connsiteX221" fmla="*/ 877136 w 6942525"/>
                <a:gd name="connsiteY221" fmla="*/ 2354537 h 5346501"/>
                <a:gd name="connsiteX222" fmla="*/ 874946 w 6942525"/>
                <a:gd name="connsiteY222" fmla="*/ 2355632 h 5346501"/>
                <a:gd name="connsiteX223" fmla="*/ 856332 w 6942525"/>
                <a:gd name="connsiteY223" fmla="*/ 2368771 h 5346501"/>
                <a:gd name="connsiteX224" fmla="*/ 849763 w 6942525"/>
                <a:gd name="connsiteY224" fmla="*/ 2373151 h 5346501"/>
                <a:gd name="connsiteX225" fmla="*/ 828959 w 6942525"/>
                <a:gd name="connsiteY225" fmla="*/ 2386291 h 5346501"/>
                <a:gd name="connsiteX226" fmla="*/ 823484 w 6942525"/>
                <a:gd name="connsiteY226" fmla="*/ 2389575 h 5346501"/>
                <a:gd name="connsiteX227" fmla="*/ 802680 w 6942525"/>
                <a:gd name="connsiteY227" fmla="*/ 2401620 h 5346501"/>
                <a:gd name="connsiteX228" fmla="*/ 796110 w 6942525"/>
                <a:gd name="connsiteY228" fmla="*/ 2404905 h 5346501"/>
                <a:gd name="connsiteX229" fmla="*/ 776401 w 6942525"/>
                <a:gd name="connsiteY229" fmla="*/ 2414759 h 5346501"/>
                <a:gd name="connsiteX230" fmla="*/ 768737 w 6942525"/>
                <a:gd name="connsiteY230" fmla="*/ 2418043 h 5346501"/>
                <a:gd name="connsiteX231" fmla="*/ 750123 w 6942525"/>
                <a:gd name="connsiteY231" fmla="*/ 2425709 h 5346501"/>
                <a:gd name="connsiteX232" fmla="*/ 740268 w 6942525"/>
                <a:gd name="connsiteY232" fmla="*/ 2430088 h 5346501"/>
                <a:gd name="connsiteX233" fmla="*/ 723844 w 6942525"/>
                <a:gd name="connsiteY233" fmla="*/ 2435562 h 5346501"/>
                <a:gd name="connsiteX234" fmla="*/ 710705 w 6942525"/>
                <a:gd name="connsiteY234" fmla="*/ 2439943 h 5346501"/>
                <a:gd name="connsiteX235" fmla="*/ 697565 w 6942525"/>
                <a:gd name="connsiteY235" fmla="*/ 2444323 h 5346501"/>
                <a:gd name="connsiteX236" fmla="*/ 681141 w 6942525"/>
                <a:gd name="connsiteY236" fmla="*/ 2449797 h 5346501"/>
                <a:gd name="connsiteX237" fmla="*/ 670192 w 6942525"/>
                <a:gd name="connsiteY237" fmla="*/ 2453082 h 5346501"/>
                <a:gd name="connsiteX238" fmla="*/ 651578 w 6942525"/>
                <a:gd name="connsiteY238" fmla="*/ 2457462 h 5346501"/>
                <a:gd name="connsiteX239" fmla="*/ 643915 w 6942525"/>
                <a:gd name="connsiteY239" fmla="*/ 2459652 h 5346501"/>
                <a:gd name="connsiteX240" fmla="*/ 622015 w 6942525"/>
                <a:gd name="connsiteY240" fmla="*/ 2464032 h 5346501"/>
                <a:gd name="connsiteX241" fmla="*/ 615445 w 6942525"/>
                <a:gd name="connsiteY241" fmla="*/ 2465126 h 5346501"/>
                <a:gd name="connsiteX242" fmla="*/ 592452 w 6942525"/>
                <a:gd name="connsiteY242" fmla="*/ 2468412 h 5346501"/>
                <a:gd name="connsiteX243" fmla="*/ 586975 w 6942525"/>
                <a:gd name="connsiteY243" fmla="*/ 2469505 h 5346501"/>
                <a:gd name="connsiteX244" fmla="*/ 562888 w 6942525"/>
                <a:gd name="connsiteY244" fmla="*/ 2471696 h 5346501"/>
                <a:gd name="connsiteX245" fmla="*/ 557413 w 6942525"/>
                <a:gd name="connsiteY245" fmla="*/ 2471696 h 5346501"/>
                <a:gd name="connsiteX246" fmla="*/ 533324 w 6942525"/>
                <a:gd name="connsiteY246" fmla="*/ 2472791 h 5346501"/>
                <a:gd name="connsiteX247" fmla="*/ 525660 w 6942525"/>
                <a:gd name="connsiteY247" fmla="*/ 2472791 h 5346501"/>
                <a:gd name="connsiteX248" fmla="*/ 503761 w 6942525"/>
                <a:gd name="connsiteY248" fmla="*/ 2472791 h 5346501"/>
                <a:gd name="connsiteX249" fmla="*/ 493906 w 6942525"/>
                <a:gd name="connsiteY249" fmla="*/ 2472791 h 5346501"/>
                <a:gd name="connsiteX250" fmla="*/ 474198 w 6942525"/>
                <a:gd name="connsiteY250" fmla="*/ 2471696 h 5346501"/>
                <a:gd name="connsiteX251" fmla="*/ 462153 w 6942525"/>
                <a:gd name="connsiteY251" fmla="*/ 2470600 h 5346501"/>
                <a:gd name="connsiteX252" fmla="*/ 445729 w 6942525"/>
                <a:gd name="connsiteY252" fmla="*/ 2469505 h 5346501"/>
                <a:gd name="connsiteX253" fmla="*/ 430400 w 6942525"/>
                <a:gd name="connsiteY253" fmla="*/ 2467316 h 5346501"/>
                <a:gd name="connsiteX254" fmla="*/ 417260 w 6942525"/>
                <a:gd name="connsiteY254" fmla="*/ 2465125 h 5346501"/>
                <a:gd name="connsiteX255" fmla="*/ 398647 w 6942525"/>
                <a:gd name="connsiteY255" fmla="*/ 2461841 h 5346501"/>
                <a:gd name="connsiteX256" fmla="*/ 388792 w 6942525"/>
                <a:gd name="connsiteY256" fmla="*/ 2459652 h 5346501"/>
                <a:gd name="connsiteX257" fmla="*/ 367988 w 6942525"/>
                <a:gd name="connsiteY257" fmla="*/ 2455272 h 5346501"/>
                <a:gd name="connsiteX258" fmla="*/ 360324 w 6942525"/>
                <a:gd name="connsiteY258" fmla="*/ 2453082 h 5346501"/>
                <a:gd name="connsiteX259" fmla="*/ 338425 w 6942525"/>
                <a:gd name="connsiteY259" fmla="*/ 2446512 h 5346501"/>
                <a:gd name="connsiteX260" fmla="*/ 331856 w 6942525"/>
                <a:gd name="connsiteY260" fmla="*/ 2444322 h 5346501"/>
                <a:gd name="connsiteX261" fmla="*/ 309957 w 6942525"/>
                <a:gd name="connsiteY261" fmla="*/ 2436658 h 5346501"/>
                <a:gd name="connsiteX262" fmla="*/ 303387 w 6942525"/>
                <a:gd name="connsiteY262" fmla="*/ 2434468 h 5346501"/>
                <a:gd name="connsiteX263" fmla="*/ 282583 w 6942525"/>
                <a:gd name="connsiteY263" fmla="*/ 2425709 h 5346501"/>
                <a:gd name="connsiteX264" fmla="*/ 276013 w 6942525"/>
                <a:gd name="connsiteY264" fmla="*/ 2423518 h 5346501"/>
                <a:gd name="connsiteX265" fmla="*/ 256304 w 6942525"/>
                <a:gd name="connsiteY265" fmla="*/ 2414759 h 5346501"/>
                <a:gd name="connsiteX266" fmla="*/ 247545 w 6942525"/>
                <a:gd name="connsiteY266" fmla="*/ 2411474 h 5346501"/>
                <a:gd name="connsiteX267" fmla="*/ 230026 w 6942525"/>
                <a:gd name="connsiteY267" fmla="*/ 2402714 h 5346501"/>
                <a:gd name="connsiteX268" fmla="*/ 220172 w 6942525"/>
                <a:gd name="connsiteY268" fmla="*/ 2397239 h 5346501"/>
                <a:gd name="connsiteX269" fmla="*/ 205937 w 6942525"/>
                <a:gd name="connsiteY269" fmla="*/ 2389575 h 5346501"/>
                <a:gd name="connsiteX270" fmla="*/ 193892 w 6942525"/>
                <a:gd name="connsiteY270" fmla="*/ 2381911 h 5346501"/>
                <a:gd name="connsiteX271" fmla="*/ 182944 w 6942525"/>
                <a:gd name="connsiteY271" fmla="*/ 2374246 h 5346501"/>
                <a:gd name="connsiteX272" fmla="*/ 168709 w 6942525"/>
                <a:gd name="connsiteY272" fmla="*/ 2364391 h 5346501"/>
                <a:gd name="connsiteX273" fmla="*/ 159950 w 6942525"/>
                <a:gd name="connsiteY273" fmla="*/ 2357823 h 5346501"/>
                <a:gd name="connsiteX274" fmla="*/ 143526 w 6942525"/>
                <a:gd name="connsiteY274" fmla="*/ 2345778 h 5346501"/>
                <a:gd name="connsiteX275" fmla="*/ 136956 w 6942525"/>
                <a:gd name="connsiteY275" fmla="*/ 2340303 h 5346501"/>
                <a:gd name="connsiteX276" fmla="*/ 119437 w 6942525"/>
                <a:gd name="connsiteY276" fmla="*/ 2326068 h 5346501"/>
                <a:gd name="connsiteX277" fmla="*/ 113962 w 6942525"/>
                <a:gd name="connsiteY277" fmla="*/ 2321689 h 5346501"/>
                <a:gd name="connsiteX278" fmla="*/ 95349 w 6942525"/>
                <a:gd name="connsiteY278" fmla="*/ 2305264 h 5346501"/>
                <a:gd name="connsiteX279" fmla="*/ 90968 w 6942525"/>
                <a:gd name="connsiteY279" fmla="*/ 2300885 h 5346501"/>
                <a:gd name="connsiteX280" fmla="*/ 73450 w 6942525"/>
                <a:gd name="connsiteY280" fmla="*/ 2283366 h 5346501"/>
                <a:gd name="connsiteX281" fmla="*/ 67975 w 6942525"/>
                <a:gd name="connsiteY281" fmla="*/ 2277891 h 5346501"/>
                <a:gd name="connsiteX282" fmla="*/ 52645 w 6942525"/>
                <a:gd name="connsiteY282" fmla="*/ 2260373 h 5346501"/>
                <a:gd name="connsiteX283" fmla="*/ 50455 w 6942525"/>
                <a:gd name="connsiteY283" fmla="*/ 2258182 h 5346501"/>
                <a:gd name="connsiteX284" fmla="*/ 44981 w 6942525"/>
                <a:gd name="connsiteY284" fmla="*/ 2251612 h 5346501"/>
                <a:gd name="connsiteX285" fmla="*/ 32936 w 6942525"/>
                <a:gd name="connsiteY285" fmla="*/ 2237379 h 5346501"/>
                <a:gd name="connsiteX286" fmla="*/ 21988 w 6942525"/>
                <a:gd name="connsiteY286" fmla="*/ 2223144 h 5346501"/>
                <a:gd name="connsiteX287" fmla="*/ 15417 w 6942525"/>
                <a:gd name="connsiteY287" fmla="*/ 2214385 h 5346501"/>
                <a:gd name="connsiteX288" fmla="*/ 13229 w 6942525"/>
                <a:gd name="connsiteY288" fmla="*/ 2211100 h 5346501"/>
                <a:gd name="connsiteX289" fmla="*/ 6658 w 6942525"/>
                <a:gd name="connsiteY289" fmla="*/ 2202341 h 5346501"/>
                <a:gd name="connsiteX290" fmla="*/ 0 w 6942525"/>
                <a:gd name="connsiteY290" fmla="*/ 2192724 h 5346501"/>
                <a:gd name="connsiteX291" fmla="*/ 338643 w 6942525"/>
                <a:gd name="connsiteY291" fmla="*/ 1247199 h 5346501"/>
                <a:gd name="connsiteX292" fmla="*/ 365799 w 6942525"/>
                <a:gd name="connsiteY292" fmla="*/ 1239888 h 5346501"/>
                <a:gd name="connsiteX293" fmla="*/ 372368 w 6942525"/>
                <a:gd name="connsiteY293" fmla="*/ 1238793 h 5346501"/>
                <a:gd name="connsiteX294" fmla="*/ 399742 w 6942525"/>
                <a:gd name="connsiteY294" fmla="*/ 1233317 h 5346501"/>
                <a:gd name="connsiteX295" fmla="*/ 407406 w 6942525"/>
                <a:gd name="connsiteY295" fmla="*/ 1232223 h 5346501"/>
                <a:gd name="connsiteX296" fmla="*/ 431494 w 6942525"/>
                <a:gd name="connsiteY296" fmla="*/ 1228938 h 5346501"/>
                <a:gd name="connsiteX297" fmla="*/ 435875 w 6942525"/>
                <a:gd name="connsiteY297" fmla="*/ 1227844 h 5346501"/>
                <a:gd name="connsiteX298" fmla="*/ 517995 w 6942525"/>
                <a:gd name="connsiteY298" fmla="*/ 1223464 h 5346501"/>
                <a:gd name="connsiteX299" fmla="*/ 519090 w 6942525"/>
                <a:gd name="connsiteY299" fmla="*/ 1223464 h 5346501"/>
                <a:gd name="connsiteX300" fmla="*/ 538799 w 6942525"/>
                <a:gd name="connsiteY300" fmla="*/ 1224558 h 5346501"/>
                <a:gd name="connsiteX301" fmla="*/ 543179 w 6942525"/>
                <a:gd name="connsiteY301" fmla="*/ 1224558 h 5346501"/>
                <a:gd name="connsiteX302" fmla="*/ 558508 w 6942525"/>
                <a:gd name="connsiteY302" fmla="*/ 1225654 h 5346501"/>
                <a:gd name="connsiteX303" fmla="*/ 567267 w 6942525"/>
                <a:gd name="connsiteY303" fmla="*/ 1226748 h 5346501"/>
                <a:gd name="connsiteX304" fmla="*/ 578217 w 6942525"/>
                <a:gd name="connsiteY304" fmla="*/ 1227844 h 5346501"/>
                <a:gd name="connsiteX305" fmla="*/ 591356 w 6942525"/>
                <a:gd name="connsiteY305" fmla="*/ 1230033 h 5346501"/>
                <a:gd name="connsiteX306" fmla="*/ 597926 w 6942525"/>
                <a:gd name="connsiteY306" fmla="*/ 1231128 h 5346501"/>
                <a:gd name="connsiteX307" fmla="*/ 615444 w 6942525"/>
                <a:gd name="connsiteY307" fmla="*/ 1234412 h 5346501"/>
                <a:gd name="connsiteX308" fmla="*/ 617635 w 6942525"/>
                <a:gd name="connsiteY308" fmla="*/ 1234413 h 5346501"/>
                <a:gd name="connsiteX309" fmla="*/ 717275 w 6942525"/>
                <a:gd name="connsiteY309" fmla="*/ 1260692 h 5346501"/>
                <a:gd name="connsiteX310" fmla="*/ 721654 w 6942525"/>
                <a:gd name="connsiteY310" fmla="*/ 1261787 h 5346501"/>
                <a:gd name="connsiteX311" fmla="*/ 744649 w 6942525"/>
                <a:gd name="connsiteY311" fmla="*/ 1270547 h 5346501"/>
                <a:gd name="connsiteX312" fmla="*/ 751217 w 6942525"/>
                <a:gd name="connsiteY312" fmla="*/ 1273830 h 5346501"/>
                <a:gd name="connsiteX313" fmla="*/ 776401 w 6942525"/>
                <a:gd name="connsiteY313" fmla="*/ 1284780 h 5346501"/>
                <a:gd name="connsiteX314" fmla="*/ 782971 w 6942525"/>
                <a:gd name="connsiteY314" fmla="*/ 1288065 h 5346501"/>
                <a:gd name="connsiteX315" fmla="*/ 809249 w 6942525"/>
                <a:gd name="connsiteY315" fmla="*/ 1301204 h 5346501"/>
                <a:gd name="connsiteX316" fmla="*/ 810345 w 6942525"/>
                <a:gd name="connsiteY316" fmla="*/ 1302299 h 5346501"/>
                <a:gd name="connsiteX317" fmla="*/ 836624 w 6942525"/>
                <a:gd name="connsiteY317" fmla="*/ 1317628 h 5346501"/>
                <a:gd name="connsiteX318" fmla="*/ 838813 w 6942525"/>
                <a:gd name="connsiteY318" fmla="*/ 1318723 h 5346501"/>
                <a:gd name="connsiteX319" fmla="*/ 841003 w 6942525"/>
                <a:gd name="connsiteY319" fmla="*/ 1319819 h 5346501"/>
                <a:gd name="connsiteX320" fmla="*/ 845383 w 6942525"/>
                <a:gd name="connsiteY320" fmla="*/ 1323103 h 5346501"/>
                <a:gd name="connsiteX321" fmla="*/ 847573 w 6942525"/>
                <a:gd name="connsiteY321" fmla="*/ 1324198 h 5346501"/>
                <a:gd name="connsiteX322" fmla="*/ 1028238 w 6942525"/>
                <a:gd name="connsiteY322" fmla="*/ 1306679 h 5346501"/>
                <a:gd name="connsiteX323" fmla="*/ 1030428 w 6942525"/>
                <a:gd name="connsiteY323" fmla="*/ 1304489 h 5346501"/>
                <a:gd name="connsiteX324" fmla="*/ 1087364 w 6942525"/>
                <a:gd name="connsiteY324" fmla="*/ 1030754 h 5346501"/>
                <a:gd name="connsiteX325" fmla="*/ 1039187 w 6942525"/>
                <a:gd name="connsiteY325" fmla="*/ 917975 h 5346501"/>
                <a:gd name="connsiteX326" fmla="*/ 1038092 w 6942525"/>
                <a:gd name="connsiteY326" fmla="*/ 915786 h 5346501"/>
                <a:gd name="connsiteX327" fmla="*/ 1027142 w 6942525"/>
                <a:gd name="connsiteY327" fmla="*/ 882937 h 5346501"/>
                <a:gd name="connsiteX328" fmla="*/ 1026048 w 6942525"/>
                <a:gd name="connsiteY328" fmla="*/ 879652 h 5346501"/>
                <a:gd name="connsiteX329" fmla="*/ 1008528 w 6942525"/>
                <a:gd name="connsiteY329" fmla="*/ 815051 h 5346501"/>
                <a:gd name="connsiteX330" fmla="*/ 1041377 w 6942525"/>
                <a:gd name="connsiteY330" fmla="*/ 289479 h 5346501"/>
                <a:gd name="connsiteX331" fmla="*/ 1042471 w 6942525"/>
                <a:gd name="connsiteY331" fmla="*/ 287290 h 5346501"/>
                <a:gd name="connsiteX332" fmla="*/ 1050137 w 6942525"/>
                <a:gd name="connsiteY332" fmla="*/ 267581 h 5346501"/>
                <a:gd name="connsiteX333" fmla="*/ 1054516 w 6942525"/>
                <a:gd name="connsiteY333" fmla="*/ 255536 h 5346501"/>
                <a:gd name="connsiteX334" fmla="*/ 1057801 w 6942525"/>
                <a:gd name="connsiteY334" fmla="*/ 246778 h 5346501"/>
                <a:gd name="connsiteX335" fmla="*/ 1205618 w 6942525"/>
                <a:gd name="connsiteY335" fmla="*/ 5890 h 5346501"/>
                <a:gd name="connsiteX336" fmla="*/ 1209998 w 6942525"/>
                <a:gd name="connsiteY336" fmla="*/ 1509 h 5346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942525" h="5346501">
                  <a:moveTo>
                    <a:pt x="4388610" y="2797988"/>
                  </a:moveTo>
                  <a:cubicBezTo>
                    <a:pt x="4567086" y="2851641"/>
                    <a:pt x="4721471" y="2946900"/>
                    <a:pt x="4845199" y="3071724"/>
                  </a:cubicBezTo>
                  <a:cubicBezTo>
                    <a:pt x="4846296" y="3072819"/>
                    <a:pt x="4848484" y="3075008"/>
                    <a:pt x="4849579" y="3076103"/>
                  </a:cubicBezTo>
                  <a:cubicBezTo>
                    <a:pt x="4855054" y="3080483"/>
                    <a:pt x="4859435" y="3085958"/>
                    <a:pt x="4864910" y="3091433"/>
                  </a:cubicBezTo>
                  <a:cubicBezTo>
                    <a:pt x="4867099" y="3093623"/>
                    <a:pt x="4868192" y="3094717"/>
                    <a:pt x="4870384" y="3096908"/>
                  </a:cubicBezTo>
                  <a:cubicBezTo>
                    <a:pt x="4880239" y="3106762"/>
                    <a:pt x="4888998" y="3117711"/>
                    <a:pt x="4897756" y="3127565"/>
                  </a:cubicBezTo>
                  <a:cubicBezTo>
                    <a:pt x="4898851" y="3129756"/>
                    <a:pt x="4901043" y="3130850"/>
                    <a:pt x="4902137" y="3133040"/>
                  </a:cubicBezTo>
                  <a:cubicBezTo>
                    <a:pt x="4906518" y="3137420"/>
                    <a:pt x="4909801" y="3142894"/>
                    <a:pt x="4914180" y="3147274"/>
                  </a:cubicBezTo>
                  <a:cubicBezTo>
                    <a:pt x="4917465" y="3150560"/>
                    <a:pt x="4919657" y="3152749"/>
                    <a:pt x="4921846" y="3156034"/>
                  </a:cubicBezTo>
                  <a:cubicBezTo>
                    <a:pt x="4926224" y="3161508"/>
                    <a:pt x="4929510" y="3165888"/>
                    <a:pt x="4933890" y="3171363"/>
                  </a:cubicBezTo>
                  <a:cubicBezTo>
                    <a:pt x="4936080" y="3173553"/>
                    <a:pt x="4937174" y="3176838"/>
                    <a:pt x="4939364" y="3179028"/>
                  </a:cubicBezTo>
                  <a:cubicBezTo>
                    <a:pt x="4953599" y="3196547"/>
                    <a:pt x="4966739" y="3216256"/>
                    <a:pt x="4979880" y="3234870"/>
                  </a:cubicBezTo>
                  <a:cubicBezTo>
                    <a:pt x="4979879" y="3235965"/>
                    <a:pt x="4980972" y="3237060"/>
                    <a:pt x="4982067" y="3238154"/>
                  </a:cubicBezTo>
                  <a:cubicBezTo>
                    <a:pt x="5012178" y="3284141"/>
                    <a:pt x="5039005" y="3332045"/>
                    <a:pt x="5062135" y="3381728"/>
                  </a:cubicBezTo>
                  <a:lnTo>
                    <a:pt x="5080445" y="3430512"/>
                  </a:lnTo>
                  <a:lnTo>
                    <a:pt x="5045549" y="3435607"/>
                  </a:lnTo>
                  <a:cubicBezTo>
                    <a:pt x="4990803" y="3446938"/>
                    <a:pt x="4935597" y="3461397"/>
                    <a:pt x="4879551" y="3478187"/>
                  </a:cubicBezTo>
                  <a:cubicBezTo>
                    <a:pt x="4783139" y="3512115"/>
                    <a:pt x="4682062" y="3544378"/>
                    <a:pt x="4586973" y="3589312"/>
                  </a:cubicBezTo>
                  <a:cubicBezTo>
                    <a:pt x="4580637" y="3592311"/>
                    <a:pt x="4567958" y="3598303"/>
                    <a:pt x="4561618" y="3601296"/>
                  </a:cubicBezTo>
                  <a:cubicBezTo>
                    <a:pt x="4479209" y="3640244"/>
                    <a:pt x="4404811" y="3671524"/>
                    <a:pt x="4330412" y="3702809"/>
                  </a:cubicBezTo>
                  <a:cubicBezTo>
                    <a:pt x="4311393" y="3711793"/>
                    <a:pt x="4287706" y="3719111"/>
                    <a:pt x="4268693" y="3728097"/>
                  </a:cubicBezTo>
                  <a:cubicBezTo>
                    <a:pt x="4236994" y="3743078"/>
                    <a:pt x="4206972" y="3753391"/>
                    <a:pt x="4175275" y="3768366"/>
                  </a:cubicBezTo>
                  <a:cubicBezTo>
                    <a:pt x="4130902" y="3789340"/>
                    <a:pt x="4083532" y="3803972"/>
                    <a:pt x="4039156" y="3824940"/>
                  </a:cubicBezTo>
                  <a:cubicBezTo>
                    <a:pt x="4009134" y="3835252"/>
                    <a:pt x="3977435" y="3850233"/>
                    <a:pt x="3947413" y="3860545"/>
                  </a:cubicBezTo>
                  <a:cubicBezTo>
                    <a:pt x="3847659" y="3903808"/>
                    <a:pt x="3744905" y="3940734"/>
                    <a:pt x="3643827" y="3972996"/>
                  </a:cubicBezTo>
                  <a:cubicBezTo>
                    <a:pt x="3585452" y="3988949"/>
                    <a:pt x="3528747" y="4000238"/>
                    <a:pt x="3476707" y="4013197"/>
                  </a:cubicBezTo>
                  <a:cubicBezTo>
                    <a:pt x="3437350" y="4020166"/>
                    <a:pt x="3393323" y="4025462"/>
                    <a:pt x="3355633" y="4027765"/>
                  </a:cubicBezTo>
                  <a:cubicBezTo>
                    <a:pt x="3264586" y="4032017"/>
                    <a:pt x="3178549" y="4022267"/>
                    <a:pt x="3089870" y="3990506"/>
                  </a:cubicBezTo>
                  <a:lnTo>
                    <a:pt x="2992368" y="3945152"/>
                  </a:lnTo>
                  <a:lnTo>
                    <a:pt x="2985393" y="3848037"/>
                  </a:lnTo>
                  <a:cubicBezTo>
                    <a:pt x="2984007" y="3716644"/>
                    <a:pt x="3006795" y="3582787"/>
                    <a:pt x="3056068" y="3453858"/>
                  </a:cubicBezTo>
                  <a:cubicBezTo>
                    <a:pt x="3058257" y="3449478"/>
                    <a:pt x="3059351" y="3445099"/>
                    <a:pt x="3061542" y="3440719"/>
                  </a:cubicBezTo>
                  <a:cubicBezTo>
                    <a:pt x="3063731" y="3436339"/>
                    <a:pt x="3064827" y="3431958"/>
                    <a:pt x="3067017" y="3427579"/>
                  </a:cubicBezTo>
                  <a:cubicBezTo>
                    <a:pt x="3071396" y="3418820"/>
                    <a:pt x="3074681" y="3408965"/>
                    <a:pt x="3079060" y="3400206"/>
                  </a:cubicBezTo>
                  <a:cubicBezTo>
                    <a:pt x="3079060" y="3400206"/>
                    <a:pt x="3079061" y="3399111"/>
                    <a:pt x="3079061" y="3399111"/>
                  </a:cubicBezTo>
                  <a:cubicBezTo>
                    <a:pt x="3105340" y="3338890"/>
                    <a:pt x="3137092" y="3283047"/>
                    <a:pt x="3172131" y="3230490"/>
                  </a:cubicBezTo>
                  <a:cubicBezTo>
                    <a:pt x="3271770" y="3082673"/>
                    <a:pt x="3403163" y="2966609"/>
                    <a:pt x="3553170" y="2884488"/>
                  </a:cubicBezTo>
                  <a:cubicBezTo>
                    <a:pt x="3555361" y="2883394"/>
                    <a:pt x="3556455" y="2882299"/>
                    <a:pt x="3558645" y="2881204"/>
                  </a:cubicBezTo>
                  <a:cubicBezTo>
                    <a:pt x="3563024" y="2877920"/>
                    <a:pt x="3568499" y="2875729"/>
                    <a:pt x="3572879" y="2873539"/>
                  </a:cubicBezTo>
                  <a:cubicBezTo>
                    <a:pt x="3576164" y="2871349"/>
                    <a:pt x="3580544" y="2870254"/>
                    <a:pt x="3583829" y="2868065"/>
                  </a:cubicBezTo>
                  <a:cubicBezTo>
                    <a:pt x="3587114" y="2866970"/>
                    <a:pt x="3589303" y="2864779"/>
                    <a:pt x="3592588" y="2863686"/>
                  </a:cubicBezTo>
                  <a:cubicBezTo>
                    <a:pt x="3598062" y="2861495"/>
                    <a:pt x="3603537" y="2858211"/>
                    <a:pt x="3609013" y="2856020"/>
                  </a:cubicBezTo>
                  <a:cubicBezTo>
                    <a:pt x="3610108" y="2856020"/>
                    <a:pt x="3611202" y="2854926"/>
                    <a:pt x="3612297" y="2854926"/>
                  </a:cubicBezTo>
                  <a:cubicBezTo>
                    <a:pt x="3783108" y="2774995"/>
                    <a:pt x="3975817" y="2738861"/>
                    <a:pt x="4171812" y="2756381"/>
                  </a:cubicBezTo>
                  <a:cubicBezTo>
                    <a:pt x="4217798" y="2760760"/>
                    <a:pt x="4262692" y="2767331"/>
                    <a:pt x="4307585" y="2777184"/>
                  </a:cubicBezTo>
                  <a:cubicBezTo>
                    <a:pt x="4307584" y="2778279"/>
                    <a:pt x="4308680" y="2778279"/>
                    <a:pt x="4309775" y="2778279"/>
                  </a:cubicBezTo>
                  <a:cubicBezTo>
                    <a:pt x="4317439" y="2780470"/>
                    <a:pt x="4325103" y="2781565"/>
                    <a:pt x="4332768" y="2783754"/>
                  </a:cubicBezTo>
                  <a:cubicBezTo>
                    <a:pt x="4333862" y="2783754"/>
                    <a:pt x="4333862" y="2783754"/>
                    <a:pt x="4334957" y="2783754"/>
                  </a:cubicBezTo>
                  <a:cubicBezTo>
                    <a:pt x="4337148" y="2784849"/>
                    <a:pt x="4339337" y="2785945"/>
                    <a:pt x="4341527" y="2785945"/>
                  </a:cubicBezTo>
                  <a:cubicBezTo>
                    <a:pt x="4348097" y="2787038"/>
                    <a:pt x="4355762" y="2789229"/>
                    <a:pt x="4363426" y="2791418"/>
                  </a:cubicBezTo>
                  <a:cubicBezTo>
                    <a:pt x="4368901" y="2792513"/>
                    <a:pt x="4375471" y="2793609"/>
                    <a:pt x="4380946" y="2795799"/>
                  </a:cubicBezTo>
                  <a:cubicBezTo>
                    <a:pt x="4383135" y="2795799"/>
                    <a:pt x="4386421" y="2796893"/>
                    <a:pt x="4388610" y="2797988"/>
                  </a:cubicBezTo>
                  <a:close/>
                  <a:moveTo>
                    <a:pt x="6771598" y="3546932"/>
                  </a:moveTo>
                  <a:cubicBezTo>
                    <a:pt x="6827147" y="3566724"/>
                    <a:pt x="6879820" y="3591434"/>
                    <a:pt x="6929240" y="3620440"/>
                  </a:cubicBezTo>
                  <a:lnTo>
                    <a:pt x="6942525" y="3629091"/>
                  </a:lnTo>
                  <a:lnTo>
                    <a:pt x="6341311" y="5307743"/>
                  </a:lnTo>
                  <a:cubicBezTo>
                    <a:pt x="6335878" y="5322911"/>
                    <a:pt x="6329717" y="5335516"/>
                    <a:pt x="6322731" y="5345603"/>
                  </a:cubicBezTo>
                  <a:lnTo>
                    <a:pt x="6321801" y="5346501"/>
                  </a:lnTo>
                  <a:lnTo>
                    <a:pt x="6233585" y="5329491"/>
                  </a:lnTo>
                  <a:cubicBezTo>
                    <a:pt x="5958619" y="5261468"/>
                    <a:pt x="5742334" y="5078596"/>
                    <a:pt x="5624340" y="4843958"/>
                  </a:cubicBezTo>
                  <a:lnTo>
                    <a:pt x="5586835" y="4756564"/>
                  </a:lnTo>
                  <a:lnTo>
                    <a:pt x="5593276" y="4698185"/>
                  </a:lnTo>
                  <a:cubicBezTo>
                    <a:pt x="5599684" y="4665591"/>
                    <a:pt x="5609053" y="4632083"/>
                    <a:pt x="5621590" y="4597078"/>
                  </a:cubicBezTo>
                  <a:lnTo>
                    <a:pt x="5807147" y="4078983"/>
                  </a:lnTo>
                  <a:cubicBezTo>
                    <a:pt x="5844760" y="3973964"/>
                    <a:pt x="5852158" y="3878861"/>
                    <a:pt x="5831463" y="3787766"/>
                  </a:cubicBezTo>
                  <a:lnTo>
                    <a:pt x="5818045" y="3747493"/>
                  </a:lnTo>
                  <a:lnTo>
                    <a:pt x="5827361" y="3737448"/>
                  </a:lnTo>
                  <a:cubicBezTo>
                    <a:pt x="6049633" y="3533789"/>
                    <a:pt x="6366072" y="3441814"/>
                    <a:pt x="6680322" y="3519554"/>
                  </a:cubicBezTo>
                  <a:cubicBezTo>
                    <a:pt x="6711527" y="3527219"/>
                    <a:pt x="6741972" y="3536376"/>
                    <a:pt x="6771598" y="3546932"/>
                  </a:cubicBezTo>
                  <a:close/>
                  <a:moveTo>
                    <a:pt x="6517110" y="1905535"/>
                  </a:moveTo>
                  <a:lnTo>
                    <a:pt x="6865206" y="2030207"/>
                  </a:lnTo>
                  <a:lnTo>
                    <a:pt x="6880422" y="2061641"/>
                  </a:lnTo>
                  <a:cubicBezTo>
                    <a:pt x="6921484" y="2171957"/>
                    <a:pt x="6942014" y="2291580"/>
                    <a:pt x="6937632" y="2415855"/>
                  </a:cubicBezTo>
                  <a:cubicBezTo>
                    <a:pt x="6937632" y="2420235"/>
                    <a:pt x="6937632" y="2423519"/>
                    <a:pt x="6937632" y="2427898"/>
                  </a:cubicBezTo>
                  <a:cubicBezTo>
                    <a:pt x="6936537" y="2437753"/>
                    <a:pt x="6936538" y="2447608"/>
                    <a:pt x="6935443" y="2457462"/>
                  </a:cubicBezTo>
                  <a:cubicBezTo>
                    <a:pt x="6933253" y="2477172"/>
                    <a:pt x="6931065" y="2495787"/>
                    <a:pt x="6928873" y="2515494"/>
                  </a:cubicBezTo>
                  <a:cubicBezTo>
                    <a:pt x="6928873" y="2517684"/>
                    <a:pt x="6927778" y="2519874"/>
                    <a:pt x="6927780" y="2522064"/>
                  </a:cubicBezTo>
                  <a:cubicBezTo>
                    <a:pt x="6925588" y="2535203"/>
                    <a:pt x="6923400" y="2547249"/>
                    <a:pt x="6921210" y="2560387"/>
                  </a:cubicBezTo>
                  <a:cubicBezTo>
                    <a:pt x="6919018" y="2570242"/>
                    <a:pt x="6916829" y="2579001"/>
                    <a:pt x="6914640" y="2588856"/>
                  </a:cubicBezTo>
                  <a:cubicBezTo>
                    <a:pt x="6913544" y="2594330"/>
                    <a:pt x="6912449" y="2598709"/>
                    <a:pt x="6911353" y="2604185"/>
                  </a:cubicBezTo>
                  <a:cubicBezTo>
                    <a:pt x="6885075" y="2713678"/>
                    <a:pt x="6840182" y="2814413"/>
                    <a:pt x="6779964" y="2904199"/>
                  </a:cubicBezTo>
                  <a:cubicBezTo>
                    <a:pt x="6776676" y="2909673"/>
                    <a:pt x="6773393" y="2914053"/>
                    <a:pt x="6770107" y="2918433"/>
                  </a:cubicBezTo>
                  <a:cubicBezTo>
                    <a:pt x="6764632" y="2926098"/>
                    <a:pt x="6760251" y="2933762"/>
                    <a:pt x="6754778" y="2940332"/>
                  </a:cubicBezTo>
                  <a:cubicBezTo>
                    <a:pt x="6747113" y="2951281"/>
                    <a:pt x="6739448" y="2962230"/>
                    <a:pt x="6730689" y="2972084"/>
                  </a:cubicBezTo>
                  <a:cubicBezTo>
                    <a:pt x="6729595" y="2972085"/>
                    <a:pt x="6729593" y="2973180"/>
                    <a:pt x="6728498" y="2974275"/>
                  </a:cubicBezTo>
                  <a:cubicBezTo>
                    <a:pt x="6662803" y="3056396"/>
                    <a:pt x="6583968" y="3125376"/>
                    <a:pt x="6496372" y="3179028"/>
                  </a:cubicBezTo>
                  <a:cubicBezTo>
                    <a:pt x="6495276" y="3179028"/>
                    <a:pt x="6495277" y="3180123"/>
                    <a:pt x="6494183" y="3180123"/>
                  </a:cubicBezTo>
                  <a:cubicBezTo>
                    <a:pt x="6483232" y="3186693"/>
                    <a:pt x="6472282" y="3193262"/>
                    <a:pt x="6461333" y="3199833"/>
                  </a:cubicBezTo>
                  <a:cubicBezTo>
                    <a:pt x="6458049" y="3202022"/>
                    <a:pt x="6455859" y="3203117"/>
                    <a:pt x="6453670" y="3204212"/>
                  </a:cubicBezTo>
                  <a:cubicBezTo>
                    <a:pt x="6444909" y="3209686"/>
                    <a:pt x="6435058" y="3215162"/>
                    <a:pt x="6425200" y="3219541"/>
                  </a:cubicBezTo>
                  <a:cubicBezTo>
                    <a:pt x="6421915" y="3221732"/>
                    <a:pt x="6417534" y="3223921"/>
                    <a:pt x="6413155" y="3226112"/>
                  </a:cubicBezTo>
                  <a:cubicBezTo>
                    <a:pt x="6404396" y="3230491"/>
                    <a:pt x="6396732" y="3234870"/>
                    <a:pt x="6387972" y="3238155"/>
                  </a:cubicBezTo>
                  <a:cubicBezTo>
                    <a:pt x="6381403" y="3240345"/>
                    <a:pt x="6375928" y="3243630"/>
                    <a:pt x="6370454" y="3245819"/>
                  </a:cubicBezTo>
                  <a:cubicBezTo>
                    <a:pt x="6362789" y="3249105"/>
                    <a:pt x="6356218" y="3251294"/>
                    <a:pt x="6348555" y="3254580"/>
                  </a:cubicBezTo>
                  <a:cubicBezTo>
                    <a:pt x="6341985" y="3256769"/>
                    <a:pt x="6334320" y="3260055"/>
                    <a:pt x="6327751" y="3262244"/>
                  </a:cubicBezTo>
                  <a:cubicBezTo>
                    <a:pt x="6320086" y="3264434"/>
                    <a:pt x="6313517" y="3266624"/>
                    <a:pt x="6306946" y="3268813"/>
                  </a:cubicBezTo>
                  <a:cubicBezTo>
                    <a:pt x="6300377" y="3271003"/>
                    <a:pt x="6292712" y="3274288"/>
                    <a:pt x="6285047" y="3276478"/>
                  </a:cubicBezTo>
                  <a:cubicBezTo>
                    <a:pt x="6278478" y="3278668"/>
                    <a:pt x="6270815" y="3280858"/>
                    <a:pt x="6264243" y="3283048"/>
                  </a:cubicBezTo>
                  <a:cubicBezTo>
                    <a:pt x="6256581" y="3285237"/>
                    <a:pt x="6250009" y="3287427"/>
                    <a:pt x="6242346" y="3289617"/>
                  </a:cubicBezTo>
                  <a:cubicBezTo>
                    <a:pt x="6233587" y="3291807"/>
                    <a:pt x="6224825" y="3293997"/>
                    <a:pt x="6216068" y="3296187"/>
                  </a:cubicBezTo>
                  <a:cubicBezTo>
                    <a:pt x="6210593" y="3298377"/>
                    <a:pt x="6205117" y="3299472"/>
                    <a:pt x="6199642" y="3300566"/>
                  </a:cubicBezTo>
                  <a:cubicBezTo>
                    <a:pt x="6187600" y="3302757"/>
                    <a:pt x="6174460" y="3304946"/>
                    <a:pt x="6162416" y="3307137"/>
                  </a:cubicBezTo>
                  <a:cubicBezTo>
                    <a:pt x="6160228" y="3307137"/>
                    <a:pt x="6158035" y="3308231"/>
                    <a:pt x="6155844" y="3308231"/>
                  </a:cubicBezTo>
                  <a:cubicBezTo>
                    <a:pt x="5976276" y="3337796"/>
                    <a:pt x="5786850" y="3315896"/>
                    <a:pt x="5609469" y="3232680"/>
                  </a:cubicBezTo>
                  <a:cubicBezTo>
                    <a:pt x="5394861" y="3131946"/>
                    <a:pt x="5237189" y="2960041"/>
                    <a:pt x="5149595" y="2758571"/>
                  </a:cubicBezTo>
                  <a:cubicBezTo>
                    <a:pt x="5149594" y="2757476"/>
                    <a:pt x="5149594" y="2757476"/>
                    <a:pt x="5149594" y="2757476"/>
                  </a:cubicBezTo>
                  <a:cubicBezTo>
                    <a:pt x="5137549" y="2731198"/>
                    <a:pt x="5127695" y="2704919"/>
                    <a:pt x="5118935" y="2677546"/>
                  </a:cubicBezTo>
                  <a:cubicBezTo>
                    <a:pt x="5118938" y="2675357"/>
                    <a:pt x="5117841" y="2672072"/>
                    <a:pt x="5116746" y="2669881"/>
                  </a:cubicBezTo>
                  <a:cubicBezTo>
                    <a:pt x="5113460" y="2657837"/>
                    <a:pt x="5109081" y="2645792"/>
                    <a:pt x="5105797" y="2632653"/>
                  </a:cubicBezTo>
                  <a:cubicBezTo>
                    <a:pt x="5104703" y="2630465"/>
                    <a:pt x="5104703" y="2627179"/>
                    <a:pt x="5103609" y="2624990"/>
                  </a:cubicBezTo>
                  <a:cubicBezTo>
                    <a:pt x="5100324" y="2612944"/>
                    <a:pt x="5097036" y="2599805"/>
                    <a:pt x="5094847" y="2587760"/>
                  </a:cubicBezTo>
                  <a:cubicBezTo>
                    <a:pt x="5093752" y="2586666"/>
                    <a:pt x="5093753" y="2585571"/>
                    <a:pt x="5093752" y="2584476"/>
                  </a:cubicBezTo>
                  <a:cubicBezTo>
                    <a:pt x="5091561" y="2570241"/>
                    <a:pt x="5088277" y="2556007"/>
                    <a:pt x="5086087" y="2541774"/>
                  </a:cubicBezTo>
                  <a:cubicBezTo>
                    <a:pt x="5084993" y="2540678"/>
                    <a:pt x="5084992" y="2539583"/>
                    <a:pt x="5084995" y="2538489"/>
                  </a:cubicBezTo>
                  <a:cubicBezTo>
                    <a:pt x="5083898" y="2534108"/>
                    <a:pt x="5083899" y="2530824"/>
                    <a:pt x="5082804" y="2526445"/>
                  </a:cubicBezTo>
                  <a:lnTo>
                    <a:pt x="5078286" y="2461983"/>
                  </a:lnTo>
                  <a:lnTo>
                    <a:pt x="5159963" y="2430582"/>
                  </a:lnTo>
                  <a:lnTo>
                    <a:pt x="5859576" y="2138728"/>
                  </a:lnTo>
                  <a:lnTo>
                    <a:pt x="6339331" y="1931386"/>
                  </a:lnTo>
                  <a:cubicBezTo>
                    <a:pt x="6377367" y="1913412"/>
                    <a:pt x="6409065" y="1898436"/>
                    <a:pt x="6431079" y="1895788"/>
                  </a:cubicBezTo>
                  <a:cubicBezTo>
                    <a:pt x="6435743" y="1897458"/>
                    <a:pt x="6437416" y="1892788"/>
                    <a:pt x="6442085" y="1894460"/>
                  </a:cubicBezTo>
                  <a:cubicBezTo>
                    <a:pt x="6468763" y="1893483"/>
                    <a:pt x="6493774" y="1897177"/>
                    <a:pt x="6517110" y="1905535"/>
                  </a:cubicBezTo>
                  <a:close/>
                  <a:moveTo>
                    <a:pt x="1211371" y="0"/>
                  </a:moveTo>
                  <a:lnTo>
                    <a:pt x="1323858" y="40288"/>
                  </a:lnTo>
                  <a:lnTo>
                    <a:pt x="1505887" y="105482"/>
                  </a:lnTo>
                  <a:cubicBezTo>
                    <a:pt x="1743932" y="190739"/>
                    <a:pt x="1900886" y="325948"/>
                    <a:pt x="1989090" y="520789"/>
                  </a:cubicBezTo>
                  <a:lnTo>
                    <a:pt x="2435576" y="1383611"/>
                  </a:lnTo>
                  <a:lnTo>
                    <a:pt x="2371730" y="1422742"/>
                  </a:lnTo>
                  <a:cubicBezTo>
                    <a:pt x="2367350" y="1424933"/>
                    <a:pt x="2364064" y="1427122"/>
                    <a:pt x="2359686" y="1429313"/>
                  </a:cubicBezTo>
                  <a:cubicBezTo>
                    <a:pt x="2356401" y="1430408"/>
                    <a:pt x="2354211" y="1432597"/>
                    <a:pt x="2350925" y="1433692"/>
                  </a:cubicBezTo>
                  <a:cubicBezTo>
                    <a:pt x="2348736" y="1434787"/>
                    <a:pt x="2347642" y="1435883"/>
                    <a:pt x="2345451" y="1436976"/>
                  </a:cubicBezTo>
                  <a:cubicBezTo>
                    <a:pt x="2255666" y="1485154"/>
                    <a:pt x="2205299" y="1589174"/>
                    <a:pt x="2229389" y="1693194"/>
                  </a:cubicBezTo>
                  <a:lnTo>
                    <a:pt x="2229388" y="1695383"/>
                  </a:lnTo>
                  <a:cubicBezTo>
                    <a:pt x="2249097" y="1781883"/>
                    <a:pt x="2323553" y="1842105"/>
                    <a:pt x="2407863" y="1846485"/>
                  </a:cubicBezTo>
                  <a:cubicBezTo>
                    <a:pt x="2410054" y="1846484"/>
                    <a:pt x="2412243" y="1846485"/>
                    <a:pt x="2414433" y="1846484"/>
                  </a:cubicBezTo>
                  <a:cubicBezTo>
                    <a:pt x="2499838" y="1850864"/>
                    <a:pt x="2581959" y="1869478"/>
                    <a:pt x="2658605" y="1899042"/>
                  </a:cubicBezTo>
                  <a:cubicBezTo>
                    <a:pt x="2716637" y="1921762"/>
                    <a:pt x="2771657" y="1951257"/>
                    <a:pt x="2822470" y="1986791"/>
                  </a:cubicBezTo>
                  <a:lnTo>
                    <a:pt x="2878775" y="2031380"/>
                  </a:lnTo>
                  <a:lnTo>
                    <a:pt x="2929827" y="2084748"/>
                  </a:lnTo>
                  <a:lnTo>
                    <a:pt x="2965120" y="2115980"/>
                  </a:lnTo>
                  <a:lnTo>
                    <a:pt x="3018673" y="2184978"/>
                  </a:lnTo>
                  <a:cubicBezTo>
                    <a:pt x="3071910" y="2262973"/>
                    <a:pt x="3111636" y="2352074"/>
                    <a:pt x="3133809" y="2449798"/>
                  </a:cubicBezTo>
                  <a:cubicBezTo>
                    <a:pt x="3227974" y="2868064"/>
                    <a:pt x="2967378" y="3284141"/>
                    <a:pt x="2548016" y="3383781"/>
                  </a:cubicBezTo>
                  <a:lnTo>
                    <a:pt x="2536880" y="3385712"/>
                  </a:lnTo>
                  <a:lnTo>
                    <a:pt x="2514488" y="3347339"/>
                  </a:lnTo>
                  <a:cubicBezTo>
                    <a:pt x="2460219" y="3248906"/>
                    <a:pt x="2407615" y="3145807"/>
                    <a:pt x="2350348" y="3041037"/>
                  </a:cubicBezTo>
                  <a:cubicBezTo>
                    <a:pt x="2312726" y="2969636"/>
                    <a:pt x="2272110" y="2891895"/>
                    <a:pt x="2228498" y="2807812"/>
                  </a:cubicBezTo>
                  <a:cubicBezTo>
                    <a:pt x="2217837" y="2793461"/>
                    <a:pt x="2211845" y="2780782"/>
                    <a:pt x="2202859" y="2761768"/>
                  </a:cubicBezTo>
                  <a:cubicBezTo>
                    <a:pt x="2199862" y="2755426"/>
                    <a:pt x="2199862" y="2755426"/>
                    <a:pt x="2199862" y="2755426"/>
                  </a:cubicBezTo>
                  <a:cubicBezTo>
                    <a:pt x="2148935" y="2647663"/>
                    <a:pt x="2094661" y="2549229"/>
                    <a:pt x="2029384" y="2452123"/>
                  </a:cubicBezTo>
                  <a:cubicBezTo>
                    <a:pt x="1974764" y="2369366"/>
                    <a:pt x="1918472" y="2291279"/>
                    <a:pt x="1852495" y="2225519"/>
                  </a:cubicBezTo>
                  <a:cubicBezTo>
                    <a:pt x="1841838" y="2211170"/>
                    <a:pt x="1831177" y="2196819"/>
                    <a:pt x="1818850" y="2187136"/>
                  </a:cubicBezTo>
                  <a:cubicBezTo>
                    <a:pt x="1811185" y="2179127"/>
                    <a:pt x="1798853" y="2169441"/>
                    <a:pt x="1791189" y="2161433"/>
                  </a:cubicBezTo>
                  <a:lnTo>
                    <a:pt x="1769205" y="2145235"/>
                  </a:lnTo>
                  <a:lnTo>
                    <a:pt x="1808930" y="2097226"/>
                  </a:lnTo>
                  <a:cubicBezTo>
                    <a:pt x="1864773" y="2037005"/>
                    <a:pt x="1931564" y="1985542"/>
                    <a:pt x="2006020" y="1945030"/>
                  </a:cubicBezTo>
                  <a:cubicBezTo>
                    <a:pt x="2007115" y="1943935"/>
                    <a:pt x="2009305" y="1942839"/>
                    <a:pt x="2011495" y="1941744"/>
                  </a:cubicBezTo>
                  <a:cubicBezTo>
                    <a:pt x="2084855" y="1901232"/>
                    <a:pt x="2126463" y="1814732"/>
                    <a:pt x="2106755" y="1728230"/>
                  </a:cubicBezTo>
                  <a:lnTo>
                    <a:pt x="2106755" y="1726042"/>
                  </a:lnTo>
                  <a:cubicBezTo>
                    <a:pt x="2082666" y="1622022"/>
                    <a:pt x="1992880" y="1549756"/>
                    <a:pt x="1891051" y="1545376"/>
                  </a:cubicBezTo>
                  <a:cubicBezTo>
                    <a:pt x="1888862" y="1545376"/>
                    <a:pt x="1886671" y="1545376"/>
                    <a:pt x="1884482" y="1545377"/>
                  </a:cubicBezTo>
                  <a:cubicBezTo>
                    <a:pt x="1787032" y="1542092"/>
                    <a:pt x="1692867" y="1523478"/>
                    <a:pt x="1603082" y="1491724"/>
                  </a:cubicBezTo>
                  <a:cubicBezTo>
                    <a:pt x="1601987" y="1491724"/>
                    <a:pt x="1601987" y="1491724"/>
                    <a:pt x="1601987" y="1491724"/>
                  </a:cubicBezTo>
                  <a:cubicBezTo>
                    <a:pt x="1597607" y="1489534"/>
                    <a:pt x="1592132" y="1488439"/>
                    <a:pt x="1586657" y="1486249"/>
                  </a:cubicBezTo>
                  <a:cubicBezTo>
                    <a:pt x="1558190" y="1475301"/>
                    <a:pt x="1528626" y="1463256"/>
                    <a:pt x="1501252" y="1449021"/>
                  </a:cubicBezTo>
                  <a:cubicBezTo>
                    <a:pt x="1499062" y="1447926"/>
                    <a:pt x="1496873" y="1446831"/>
                    <a:pt x="1494683" y="1445737"/>
                  </a:cubicBezTo>
                  <a:cubicBezTo>
                    <a:pt x="1485924" y="1441357"/>
                    <a:pt x="1478258" y="1436976"/>
                    <a:pt x="1469499" y="1432597"/>
                  </a:cubicBezTo>
                  <a:cubicBezTo>
                    <a:pt x="1467309" y="1431503"/>
                    <a:pt x="1465119" y="1430408"/>
                    <a:pt x="1462930" y="1429312"/>
                  </a:cubicBezTo>
                  <a:cubicBezTo>
                    <a:pt x="1453075" y="1423837"/>
                    <a:pt x="1443220" y="1417269"/>
                    <a:pt x="1433366" y="1411794"/>
                  </a:cubicBezTo>
                  <a:cubicBezTo>
                    <a:pt x="1431176" y="1410699"/>
                    <a:pt x="1430080" y="1409603"/>
                    <a:pt x="1427891" y="1408508"/>
                  </a:cubicBezTo>
                  <a:cubicBezTo>
                    <a:pt x="1419132" y="1403033"/>
                    <a:pt x="1411467" y="1397560"/>
                    <a:pt x="1402707" y="1392085"/>
                  </a:cubicBezTo>
                  <a:cubicBezTo>
                    <a:pt x="1401612" y="1390990"/>
                    <a:pt x="1400517" y="1390990"/>
                    <a:pt x="1399423" y="1389894"/>
                  </a:cubicBezTo>
                  <a:cubicBezTo>
                    <a:pt x="1397233" y="1388799"/>
                    <a:pt x="1396137" y="1387705"/>
                    <a:pt x="1393948" y="1386610"/>
                  </a:cubicBezTo>
                  <a:cubicBezTo>
                    <a:pt x="1308543" y="1330767"/>
                    <a:pt x="1193573" y="1336242"/>
                    <a:pt x="1113643" y="1406319"/>
                  </a:cubicBezTo>
                  <a:lnTo>
                    <a:pt x="1111453" y="1408508"/>
                  </a:lnTo>
                  <a:cubicBezTo>
                    <a:pt x="1059991" y="1454496"/>
                    <a:pt x="1045757" y="1525667"/>
                    <a:pt x="1070940" y="1585889"/>
                  </a:cubicBezTo>
                  <a:cubicBezTo>
                    <a:pt x="1072035" y="1590269"/>
                    <a:pt x="1073130" y="1593553"/>
                    <a:pt x="1075321" y="1596838"/>
                  </a:cubicBezTo>
                  <a:cubicBezTo>
                    <a:pt x="1075321" y="1597933"/>
                    <a:pt x="1076415" y="1597933"/>
                    <a:pt x="1076415" y="1599028"/>
                  </a:cubicBezTo>
                  <a:cubicBezTo>
                    <a:pt x="1080795" y="1607787"/>
                    <a:pt x="1085174" y="1616547"/>
                    <a:pt x="1088459" y="1626401"/>
                  </a:cubicBezTo>
                  <a:cubicBezTo>
                    <a:pt x="1088460" y="1628592"/>
                    <a:pt x="1089555" y="1630781"/>
                    <a:pt x="1090649" y="1632971"/>
                  </a:cubicBezTo>
                  <a:cubicBezTo>
                    <a:pt x="1093935" y="1640635"/>
                    <a:pt x="1097219" y="1649396"/>
                    <a:pt x="1099409" y="1657060"/>
                  </a:cubicBezTo>
                  <a:cubicBezTo>
                    <a:pt x="1100504" y="1659250"/>
                    <a:pt x="1100503" y="1662535"/>
                    <a:pt x="1101599" y="1664724"/>
                  </a:cubicBezTo>
                  <a:cubicBezTo>
                    <a:pt x="1104883" y="1672389"/>
                    <a:pt x="1107074" y="1681149"/>
                    <a:pt x="1109262" y="1688814"/>
                  </a:cubicBezTo>
                  <a:cubicBezTo>
                    <a:pt x="1110358" y="1691003"/>
                    <a:pt x="1110358" y="1694287"/>
                    <a:pt x="1111453" y="1696478"/>
                  </a:cubicBezTo>
                  <a:cubicBezTo>
                    <a:pt x="1113643" y="1704142"/>
                    <a:pt x="1114738" y="1712902"/>
                    <a:pt x="1116928" y="1720566"/>
                  </a:cubicBezTo>
                  <a:cubicBezTo>
                    <a:pt x="1116928" y="1721661"/>
                    <a:pt x="1118023" y="1722757"/>
                    <a:pt x="1118023" y="1723851"/>
                  </a:cubicBezTo>
                  <a:cubicBezTo>
                    <a:pt x="1118023" y="1726041"/>
                    <a:pt x="1119118" y="1729326"/>
                    <a:pt x="1119118" y="1731516"/>
                  </a:cubicBezTo>
                  <a:cubicBezTo>
                    <a:pt x="1120212" y="1738085"/>
                    <a:pt x="1121307" y="1743560"/>
                    <a:pt x="1122403" y="1750130"/>
                  </a:cubicBezTo>
                  <a:cubicBezTo>
                    <a:pt x="1123498" y="1755605"/>
                    <a:pt x="1123499" y="1759985"/>
                    <a:pt x="1124593" y="1765460"/>
                  </a:cubicBezTo>
                  <a:cubicBezTo>
                    <a:pt x="1125688" y="1770934"/>
                    <a:pt x="1125687" y="1775314"/>
                    <a:pt x="1126782" y="1779693"/>
                  </a:cubicBezTo>
                  <a:cubicBezTo>
                    <a:pt x="1126783" y="1784073"/>
                    <a:pt x="1127877" y="1787358"/>
                    <a:pt x="1127878" y="1791738"/>
                  </a:cubicBezTo>
                  <a:cubicBezTo>
                    <a:pt x="1127878" y="1796117"/>
                    <a:pt x="1128972" y="1801592"/>
                    <a:pt x="1128972" y="1805972"/>
                  </a:cubicBezTo>
                  <a:cubicBezTo>
                    <a:pt x="1128972" y="1812542"/>
                    <a:pt x="1130067" y="1820206"/>
                    <a:pt x="1130067" y="1826775"/>
                  </a:cubicBezTo>
                  <a:cubicBezTo>
                    <a:pt x="1130067" y="1831155"/>
                    <a:pt x="1130067" y="1835535"/>
                    <a:pt x="1130067" y="1839915"/>
                  </a:cubicBezTo>
                  <a:cubicBezTo>
                    <a:pt x="1130067" y="1844294"/>
                    <a:pt x="1130067" y="1848675"/>
                    <a:pt x="1130067" y="1853055"/>
                  </a:cubicBezTo>
                  <a:cubicBezTo>
                    <a:pt x="1130067" y="1857434"/>
                    <a:pt x="1130067" y="1860719"/>
                    <a:pt x="1130067" y="1865098"/>
                  </a:cubicBezTo>
                  <a:cubicBezTo>
                    <a:pt x="1130067" y="1872762"/>
                    <a:pt x="1128972" y="1880428"/>
                    <a:pt x="1128972" y="1888092"/>
                  </a:cubicBezTo>
                  <a:cubicBezTo>
                    <a:pt x="1127878" y="1891378"/>
                    <a:pt x="1127878" y="1894662"/>
                    <a:pt x="1127878" y="1897946"/>
                  </a:cubicBezTo>
                  <a:cubicBezTo>
                    <a:pt x="1127878" y="1903422"/>
                    <a:pt x="1127878" y="1909991"/>
                    <a:pt x="1126783" y="1915467"/>
                  </a:cubicBezTo>
                  <a:cubicBezTo>
                    <a:pt x="1126782" y="1918751"/>
                    <a:pt x="1125687" y="1920940"/>
                    <a:pt x="1125687" y="1924226"/>
                  </a:cubicBezTo>
                  <a:cubicBezTo>
                    <a:pt x="1124592" y="1932985"/>
                    <a:pt x="1123498" y="1940650"/>
                    <a:pt x="1122403" y="1949409"/>
                  </a:cubicBezTo>
                  <a:cubicBezTo>
                    <a:pt x="1122403" y="1951599"/>
                    <a:pt x="1121308" y="1952694"/>
                    <a:pt x="1121308" y="1954885"/>
                  </a:cubicBezTo>
                  <a:cubicBezTo>
                    <a:pt x="1120213" y="1962548"/>
                    <a:pt x="1118023" y="1969118"/>
                    <a:pt x="1116928" y="1976782"/>
                  </a:cubicBezTo>
                  <a:cubicBezTo>
                    <a:pt x="1116928" y="1978973"/>
                    <a:pt x="1115833" y="1980068"/>
                    <a:pt x="1115833" y="1982257"/>
                  </a:cubicBezTo>
                  <a:cubicBezTo>
                    <a:pt x="1113643" y="1991016"/>
                    <a:pt x="1111453" y="1999776"/>
                    <a:pt x="1109263" y="2008535"/>
                  </a:cubicBezTo>
                  <a:cubicBezTo>
                    <a:pt x="1109263" y="2008535"/>
                    <a:pt x="1109263" y="2009630"/>
                    <a:pt x="1109263" y="2009630"/>
                  </a:cubicBezTo>
                  <a:cubicBezTo>
                    <a:pt x="1107073" y="2018391"/>
                    <a:pt x="1103789" y="2027150"/>
                    <a:pt x="1101599" y="2035909"/>
                  </a:cubicBezTo>
                  <a:cubicBezTo>
                    <a:pt x="1101598" y="2037005"/>
                    <a:pt x="1100503" y="2038099"/>
                    <a:pt x="1100503" y="2039194"/>
                  </a:cubicBezTo>
                  <a:cubicBezTo>
                    <a:pt x="1095029" y="2056714"/>
                    <a:pt x="1089555" y="2074232"/>
                    <a:pt x="1081889" y="2091751"/>
                  </a:cubicBezTo>
                  <a:cubicBezTo>
                    <a:pt x="1081890" y="2092846"/>
                    <a:pt x="1080794" y="2093941"/>
                    <a:pt x="1080794" y="2095037"/>
                  </a:cubicBezTo>
                  <a:lnTo>
                    <a:pt x="1076077" y="2104902"/>
                  </a:lnTo>
                  <a:lnTo>
                    <a:pt x="1030906" y="2148496"/>
                  </a:lnTo>
                  <a:cubicBezTo>
                    <a:pt x="1010373" y="2172739"/>
                    <a:pt x="991944" y="2199382"/>
                    <a:pt x="975618" y="2228423"/>
                  </a:cubicBezTo>
                  <a:lnTo>
                    <a:pt x="944652" y="2296876"/>
                  </a:lnTo>
                  <a:lnTo>
                    <a:pt x="941737" y="2299790"/>
                  </a:lnTo>
                  <a:cubicBezTo>
                    <a:pt x="937358" y="2303075"/>
                    <a:pt x="934073" y="2307455"/>
                    <a:pt x="929693" y="2310739"/>
                  </a:cubicBezTo>
                  <a:cubicBezTo>
                    <a:pt x="927503" y="2314025"/>
                    <a:pt x="924219" y="2316214"/>
                    <a:pt x="922029" y="2318404"/>
                  </a:cubicBezTo>
                  <a:cubicBezTo>
                    <a:pt x="922029" y="2319499"/>
                    <a:pt x="920933" y="2319500"/>
                    <a:pt x="919839" y="2320594"/>
                  </a:cubicBezTo>
                  <a:cubicBezTo>
                    <a:pt x="917649" y="2322784"/>
                    <a:pt x="914364" y="2324973"/>
                    <a:pt x="912174" y="2327164"/>
                  </a:cubicBezTo>
                  <a:cubicBezTo>
                    <a:pt x="907794" y="2330448"/>
                    <a:pt x="903414" y="2334828"/>
                    <a:pt x="899035" y="2338113"/>
                  </a:cubicBezTo>
                  <a:cubicBezTo>
                    <a:pt x="894655" y="2341398"/>
                    <a:pt x="890276" y="2345777"/>
                    <a:pt x="884801" y="2349062"/>
                  </a:cubicBezTo>
                  <a:cubicBezTo>
                    <a:pt x="882610" y="2350157"/>
                    <a:pt x="879326" y="2352348"/>
                    <a:pt x="877136" y="2354537"/>
                  </a:cubicBezTo>
                  <a:cubicBezTo>
                    <a:pt x="876042" y="2354537"/>
                    <a:pt x="876041" y="2355632"/>
                    <a:pt x="874946" y="2355632"/>
                  </a:cubicBezTo>
                  <a:cubicBezTo>
                    <a:pt x="869471" y="2360011"/>
                    <a:pt x="862901" y="2364391"/>
                    <a:pt x="856332" y="2368771"/>
                  </a:cubicBezTo>
                  <a:cubicBezTo>
                    <a:pt x="854142" y="2369867"/>
                    <a:pt x="851953" y="2372057"/>
                    <a:pt x="849763" y="2373151"/>
                  </a:cubicBezTo>
                  <a:cubicBezTo>
                    <a:pt x="843193" y="2377531"/>
                    <a:pt x="835528" y="2381911"/>
                    <a:pt x="828959" y="2386291"/>
                  </a:cubicBezTo>
                  <a:cubicBezTo>
                    <a:pt x="827864" y="2387385"/>
                    <a:pt x="825674" y="2388480"/>
                    <a:pt x="823484" y="2389575"/>
                  </a:cubicBezTo>
                  <a:cubicBezTo>
                    <a:pt x="816914" y="2393955"/>
                    <a:pt x="809249" y="2398334"/>
                    <a:pt x="802680" y="2401620"/>
                  </a:cubicBezTo>
                  <a:cubicBezTo>
                    <a:pt x="800490" y="2402714"/>
                    <a:pt x="798301" y="2403809"/>
                    <a:pt x="796110" y="2404905"/>
                  </a:cubicBezTo>
                  <a:cubicBezTo>
                    <a:pt x="789540" y="2408189"/>
                    <a:pt x="782971" y="2411475"/>
                    <a:pt x="776401" y="2414759"/>
                  </a:cubicBezTo>
                  <a:cubicBezTo>
                    <a:pt x="774212" y="2415854"/>
                    <a:pt x="770926" y="2416948"/>
                    <a:pt x="768737" y="2418043"/>
                  </a:cubicBezTo>
                  <a:cubicBezTo>
                    <a:pt x="762167" y="2420234"/>
                    <a:pt x="756692" y="2423518"/>
                    <a:pt x="750123" y="2425709"/>
                  </a:cubicBezTo>
                  <a:cubicBezTo>
                    <a:pt x="746838" y="2426803"/>
                    <a:pt x="743553" y="2428993"/>
                    <a:pt x="740268" y="2430088"/>
                  </a:cubicBezTo>
                  <a:cubicBezTo>
                    <a:pt x="734794" y="2432277"/>
                    <a:pt x="729319" y="2433373"/>
                    <a:pt x="723844" y="2435562"/>
                  </a:cubicBezTo>
                  <a:cubicBezTo>
                    <a:pt x="719464" y="2436657"/>
                    <a:pt x="715085" y="2438848"/>
                    <a:pt x="710705" y="2439943"/>
                  </a:cubicBezTo>
                  <a:cubicBezTo>
                    <a:pt x="706326" y="2442132"/>
                    <a:pt x="701946" y="2443227"/>
                    <a:pt x="697565" y="2444323"/>
                  </a:cubicBezTo>
                  <a:cubicBezTo>
                    <a:pt x="692092" y="2446512"/>
                    <a:pt x="686616" y="2448702"/>
                    <a:pt x="681141" y="2449797"/>
                  </a:cubicBezTo>
                  <a:cubicBezTo>
                    <a:pt x="676762" y="2450891"/>
                    <a:pt x="673476" y="2451987"/>
                    <a:pt x="670192" y="2453082"/>
                  </a:cubicBezTo>
                  <a:cubicBezTo>
                    <a:pt x="664717" y="2454177"/>
                    <a:pt x="658148" y="2456366"/>
                    <a:pt x="651578" y="2457462"/>
                  </a:cubicBezTo>
                  <a:cubicBezTo>
                    <a:pt x="649388" y="2458557"/>
                    <a:pt x="646103" y="2458557"/>
                    <a:pt x="643915" y="2459652"/>
                  </a:cubicBezTo>
                  <a:cubicBezTo>
                    <a:pt x="636249" y="2460746"/>
                    <a:pt x="629679" y="2462936"/>
                    <a:pt x="622015" y="2464032"/>
                  </a:cubicBezTo>
                  <a:cubicBezTo>
                    <a:pt x="619824" y="2464032"/>
                    <a:pt x="617635" y="2465126"/>
                    <a:pt x="615445" y="2465126"/>
                  </a:cubicBezTo>
                  <a:cubicBezTo>
                    <a:pt x="607781" y="2466221"/>
                    <a:pt x="600117" y="2467316"/>
                    <a:pt x="592452" y="2468412"/>
                  </a:cubicBezTo>
                  <a:cubicBezTo>
                    <a:pt x="590262" y="2469505"/>
                    <a:pt x="589166" y="2469505"/>
                    <a:pt x="586975" y="2469505"/>
                  </a:cubicBezTo>
                  <a:cubicBezTo>
                    <a:pt x="579311" y="2470600"/>
                    <a:pt x="570553" y="2470601"/>
                    <a:pt x="562888" y="2471696"/>
                  </a:cubicBezTo>
                  <a:cubicBezTo>
                    <a:pt x="561793" y="2471696"/>
                    <a:pt x="559604" y="2471696"/>
                    <a:pt x="557413" y="2471696"/>
                  </a:cubicBezTo>
                  <a:cubicBezTo>
                    <a:pt x="548653" y="2471696"/>
                    <a:pt x="540989" y="2472791"/>
                    <a:pt x="533324" y="2472791"/>
                  </a:cubicBezTo>
                  <a:cubicBezTo>
                    <a:pt x="530040" y="2472791"/>
                    <a:pt x="527850" y="2472791"/>
                    <a:pt x="525660" y="2472791"/>
                  </a:cubicBezTo>
                  <a:cubicBezTo>
                    <a:pt x="519090" y="2472790"/>
                    <a:pt x="511426" y="2472791"/>
                    <a:pt x="503761" y="2472791"/>
                  </a:cubicBezTo>
                  <a:cubicBezTo>
                    <a:pt x="500476" y="2472791"/>
                    <a:pt x="497192" y="2472791"/>
                    <a:pt x="493906" y="2472791"/>
                  </a:cubicBezTo>
                  <a:cubicBezTo>
                    <a:pt x="487338" y="2472791"/>
                    <a:pt x="480767" y="2471696"/>
                    <a:pt x="474198" y="2471696"/>
                  </a:cubicBezTo>
                  <a:cubicBezTo>
                    <a:pt x="470913" y="2471696"/>
                    <a:pt x="466533" y="2470600"/>
                    <a:pt x="462153" y="2470600"/>
                  </a:cubicBezTo>
                  <a:cubicBezTo>
                    <a:pt x="456679" y="2470600"/>
                    <a:pt x="451204" y="2470600"/>
                    <a:pt x="445729" y="2469505"/>
                  </a:cubicBezTo>
                  <a:cubicBezTo>
                    <a:pt x="441349" y="2468411"/>
                    <a:pt x="435874" y="2468411"/>
                    <a:pt x="430400" y="2467316"/>
                  </a:cubicBezTo>
                  <a:cubicBezTo>
                    <a:pt x="426020" y="2466221"/>
                    <a:pt x="421641" y="2466221"/>
                    <a:pt x="417260" y="2465125"/>
                  </a:cubicBezTo>
                  <a:cubicBezTo>
                    <a:pt x="410692" y="2464031"/>
                    <a:pt x="405217" y="2462936"/>
                    <a:pt x="398647" y="2461841"/>
                  </a:cubicBezTo>
                  <a:cubicBezTo>
                    <a:pt x="395363" y="2460746"/>
                    <a:pt x="392076" y="2460746"/>
                    <a:pt x="388792" y="2459652"/>
                  </a:cubicBezTo>
                  <a:cubicBezTo>
                    <a:pt x="382222" y="2458557"/>
                    <a:pt x="374558" y="2457462"/>
                    <a:pt x="367988" y="2455272"/>
                  </a:cubicBezTo>
                  <a:cubicBezTo>
                    <a:pt x="365798" y="2454177"/>
                    <a:pt x="362513" y="2454177"/>
                    <a:pt x="360324" y="2453082"/>
                  </a:cubicBezTo>
                  <a:cubicBezTo>
                    <a:pt x="352660" y="2450892"/>
                    <a:pt x="346090" y="2448702"/>
                    <a:pt x="338425" y="2446512"/>
                  </a:cubicBezTo>
                  <a:cubicBezTo>
                    <a:pt x="336236" y="2445418"/>
                    <a:pt x="334045" y="2445418"/>
                    <a:pt x="331856" y="2444322"/>
                  </a:cubicBezTo>
                  <a:cubicBezTo>
                    <a:pt x="324189" y="2442132"/>
                    <a:pt x="317622" y="2438848"/>
                    <a:pt x="309957" y="2436658"/>
                  </a:cubicBezTo>
                  <a:cubicBezTo>
                    <a:pt x="307767" y="2435562"/>
                    <a:pt x="305576" y="2435562"/>
                    <a:pt x="303387" y="2434468"/>
                  </a:cubicBezTo>
                  <a:cubicBezTo>
                    <a:pt x="296817" y="2431183"/>
                    <a:pt x="289153" y="2428993"/>
                    <a:pt x="282583" y="2425709"/>
                  </a:cubicBezTo>
                  <a:cubicBezTo>
                    <a:pt x="280393" y="2425709"/>
                    <a:pt x="278204" y="2424613"/>
                    <a:pt x="276013" y="2423518"/>
                  </a:cubicBezTo>
                  <a:cubicBezTo>
                    <a:pt x="269444" y="2420234"/>
                    <a:pt x="262875" y="2418043"/>
                    <a:pt x="256304" y="2414759"/>
                  </a:cubicBezTo>
                  <a:cubicBezTo>
                    <a:pt x="253019" y="2413663"/>
                    <a:pt x="249735" y="2412568"/>
                    <a:pt x="247545" y="2411474"/>
                  </a:cubicBezTo>
                  <a:cubicBezTo>
                    <a:pt x="240976" y="2408189"/>
                    <a:pt x="235501" y="2406000"/>
                    <a:pt x="230026" y="2402714"/>
                  </a:cubicBezTo>
                  <a:cubicBezTo>
                    <a:pt x="226742" y="2400525"/>
                    <a:pt x="223456" y="2399430"/>
                    <a:pt x="220172" y="2397239"/>
                  </a:cubicBezTo>
                  <a:cubicBezTo>
                    <a:pt x="215792" y="2395050"/>
                    <a:pt x="210318" y="2391765"/>
                    <a:pt x="205937" y="2389575"/>
                  </a:cubicBezTo>
                  <a:cubicBezTo>
                    <a:pt x="202652" y="2386291"/>
                    <a:pt x="198273" y="2384100"/>
                    <a:pt x="193892" y="2381911"/>
                  </a:cubicBezTo>
                  <a:cubicBezTo>
                    <a:pt x="190608" y="2378625"/>
                    <a:pt x="186228" y="2376436"/>
                    <a:pt x="182944" y="2374246"/>
                  </a:cubicBezTo>
                  <a:cubicBezTo>
                    <a:pt x="178564" y="2370961"/>
                    <a:pt x="173090" y="2367677"/>
                    <a:pt x="168709" y="2364391"/>
                  </a:cubicBezTo>
                  <a:cubicBezTo>
                    <a:pt x="165425" y="2362202"/>
                    <a:pt x="163235" y="2360012"/>
                    <a:pt x="159950" y="2357823"/>
                  </a:cubicBezTo>
                  <a:cubicBezTo>
                    <a:pt x="154474" y="2353441"/>
                    <a:pt x="149000" y="2350157"/>
                    <a:pt x="143526" y="2345778"/>
                  </a:cubicBezTo>
                  <a:cubicBezTo>
                    <a:pt x="141336" y="2343587"/>
                    <a:pt x="139146" y="2342493"/>
                    <a:pt x="136956" y="2340303"/>
                  </a:cubicBezTo>
                  <a:cubicBezTo>
                    <a:pt x="131482" y="2335923"/>
                    <a:pt x="124911" y="2330448"/>
                    <a:pt x="119437" y="2326068"/>
                  </a:cubicBezTo>
                  <a:cubicBezTo>
                    <a:pt x="117247" y="2324973"/>
                    <a:pt x="116152" y="2322784"/>
                    <a:pt x="113962" y="2321689"/>
                  </a:cubicBezTo>
                  <a:cubicBezTo>
                    <a:pt x="107393" y="2316214"/>
                    <a:pt x="101918" y="2310739"/>
                    <a:pt x="95349" y="2305264"/>
                  </a:cubicBezTo>
                  <a:cubicBezTo>
                    <a:pt x="94254" y="2304171"/>
                    <a:pt x="92063" y="2301980"/>
                    <a:pt x="90968" y="2300885"/>
                  </a:cubicBezTo>
                  <a:cubicBezTo>
                    <a:pt x="85494" y="2295410"/>
                    <a:pt x="78924" y="2288841"/>
                    <a:pt x="73450" y="2283366"/>
                  </a:cubicBezTo>
                  <a:cubicBezTo>
                    <a:pt x="71260" y="2281176"/>
                    <a:pt x="70165" y="2280082"/>
                    <a:pt x="67975" y="2277891"/>
                  </a:cubicBezTo>
                  <a:cubicBezTo>
                    <a:pt x="63594" y="2272416"/>
                    <a:pt x="58120" y="2265846"/>
                    <a:pt x="52645" y="2260373"/>
                  </a:cubicBezTo>
                  <a:cubicBezTo>
                    <a:pt x="51551" y="2259278"/>
                    <a:pt x="51551" y="2259278"/>
                    <a:pt x="50455" y="2258182"/>
                  </a:cubicBezTo>
                  <a:cubicBezTo>
                    <a:pt x="48265" y="2255993"/>
                    <a:pt x="47172" y="2253802"/>
                    <a:pt x="44981" y="2251612"/>
                  </a:cubicBezTo>
                  <a:cubicBezTo>
                    <a:pt x="40601" y="2247232"/>
                    <a:pt x="37317" y="2242853"/>
                    <a:pt x="32936" y="2237379"/>
                  </a:cubicBezTo>
                  <a:cubicBezTo>
                    <a:pt x="28556" y="2231904"/>
                    <a:pt x="25272" y="2227523"/>
                    <a:pt x="21988" y="2223144"/>
                  </a:cubicBezTo>
                  <a:cubicBezTo>
                    <a:pt x="19797" y="2219859"/>
                    <a:pt x="17608" y="2217669"/>
                    <a:pt x="15417" y="2214385"/>
                  </a:cubicBezTo>
                  <a:cubicBezTo>
                    <a:pt x="14322" y="2213289"/>
                    <a:pt x="14322" y="2212195"/>
                    <a:pt x="13229" y="2211100"/>
                  </a:cubicBezTo>
                  <a:cubicBezTo>
                    <a:pt x="11038" y="2207816"/>
                    <a:pt x="8847" y="2205625"/>
                    <a:pt x="6658" y="2202341"/>
                  </a:cubicBezTo>
                  <a:lnTo>
                    <a:pt x="0" y="2192724"/>
                  </a:lnTo>
                  <a:lnTo>
                    <a:pt x="338643" y="1247199"/>
                  </a:lnTo>
                  <a:lnTo>
                    <a:pt x="365799" y="1239888"/>
                  </a:lnTo>
                  <a:cubicBezTo>
                    <a:pt x="367988" y="1239887"/>
                    <a:pt x="370179" y="1238792"/>
                    <a:pt x="372368" y="1238793"/>
                  </a:cubicBezTo>
                  <a:cubicBezTo>
                    <a:pt x="381128" y="1236603"/>
                    <a:pt x="390983" y="1235508"/>
                    <a:pt x="399742" y="1233317"/>
                  </a:cubicBezTo>
                  <a:cubicBezTo>
                    <a:pt x="403026" y="1233317"/>
                    <a:pt x="405217" y="1232223"/>
                    <a:pt x="407406" y="1232223"/>
                  </a:cubicBezTo>
                  <a:cubicBezTo>
                    <a:pt x="415071" y="1231128"/>
                    <a:pt x="423830" y="1230033"/>
                    <a:pt x="431494" y="1228938"/>
                  </a:cubicBezTo>
                  <a:cubicBezTo>
                    <a:pt x="432590" y="1227844"/>
                    <a:pt x="434780" y="1227844"/>
                    <a:pt x="435875" y="1227844"/>
                  </a:cubicBezTo>
                  <a:cubicBezTo>
                    <a:pt x="463249" y="1224558"/>
                    <a:pt x="490621" y="1223464"/>
                    <a:pt x="517995" y="1223464"/>
                  </a:cubicBezTo>
                  <a:cubicBezTo>
                    <a:pt x="519090" y="1223464"/>
                    <a:pt x="519090" y="1223464"/>
                    <a:pt x="519090" y="1223464"/>
                  </a:cubicBezTo>
                  <a:cubicBezTo>
                    <a:pt x="525660" y="1224558"/>
                    <a:pt x="532229" y="1224558"/>
                    <a:pt x="538799" y="1224558"/>
                  </a:cubicBezTo>
                  <a:cubicBezTo>
                    <a:pt x="539895" y="1224558"/>
                    <a:pt x="542083" y="1224558"/>
                    <a:pt x="543179" y="1224558"/>
                  </a:cubicBezTo>
                  <a:cubicBezTo>
                    <a:pt x="547559" y="1224558"/>
                    <a:pt x="553033" y="1225653"/>
                    <a:pt x="558508" y="1225654"/>
                  </a:cubicBezTo>
                  <a:cubicBezTo>
                    <a:pt x="561793" y="1225654"/>
                    <a:pt x="563983" y="1226748"/>
                    <a:pt x="567267" y="1226748"/>
                  </a:cubicBezTo>
                  <a:cubicBezTo>
                    <a:pt x="570553" y="1226749"/>
                    <a:pt x="574933" y="1227844"/>
                    <a:pt x="578217" y="1227844"/>
                  </a:cubicBezTo>
                  <a:cubicBezTo>
                    <a:pt x="582597" y="1228938"/>
                    <a:pt x="586976" y="1228937"/>
                    <a:pt x="591356" y="1230033"/>
                  </a:cubicBezTo>
                  <a:cubicBezTo>
                    <a:pt x="593546" y="1231128"/>
                    <a:pt x="595736" y="1231128"/>
                    <a:pt x="597926" y="1231128"/>
                  </a:cubicBezTo>
                  <a:cubicBezTo>
                    <a:pt x="603401" y="1232224"/>
                    <a:pt x="609971" y="1233318"/>
                    <a:pt x="615444" y="1234412"/>
                  </a:cubicBezTo>
                  <a:cubicBezTo>
                    <a:pt x="616539" y="1234413"/>
                    <a:pt x="616539" y="1234413"/>
                    <a:pt x="617635" y="1234413"/>
                  </a:cubicBezTo>
                  <a:cubicBezTo>
                    <a:pt x="651578" y="1240982"/>
                    <a:pt x="684426" y="1249742"/>
                    <a:pt x="717275" y="1260692"/>
                  </a:cubicBezTo>
                  <a:cubicBezTo>
                    <a:pt x="718370" y="1260692"/>
                    <a:pt x="720560" y="1261787"/>
                    <a:pt x="721654" y="1261787"/>
                  </a:cubicBezTo>
                  <a:cubicBezTo>
                    <a:pt x="729319" y="1265071"/>
                    <a:pt x="736983" y="1267260"/>
                    <a:pt x="744649" y="1270547"/>
                  </a:cubicBezTo>
                  <a:cubicBezTo>
                    <a:pt x="746838" y="1271642"/>
                    <a:pt x="749028" y="1272735"/>
                    <a:pt x="751217" y="1273830"/>
                  </a:cubicBezTo>
                  <a:cubicBezTo>
                    <a:pt x="759978" y="1277115"/>
                    <a:pt x="767642" y="1280401"/>
                    <a:pt x="776401" y="1284780"/>
                  </a:cubicBezTo>
                  <a:cubicBezTo>
                    <a:pt x="778592" y="1285876"/>
                    <a:pt x="780781" y="1286970"/>
                    <a:pt x="782971" y="1288065"/>
                  </a:cubicBezTo>
                  <a:cubicBezTo>
                    <a:pt x="791730" y="1292444"/>
                    <a:pt x="800490" y="1296824"/>
                    <a:pt x="809249" y="1301204"/>
                  </a:cubicBezTo>
                  <a:cubicBezTo>
                    <a:pt x="809249" y="1302299"/>
                    <a:pt x="810345" y="1302299"/>
                    <a:pt x="810345" y="1302299"/>
                  </a:cubicBezTo>
                  <a:cubicBezTo>
                    <a:pt x="819104" y="1306679"/>
                    <a:pt x="827864" y="1312153"/>
                    <a:pt x="836624" y="1317628"/>
                  </a:cubicBezTo>
                  <a:cubicBezTo>
                    <a:pt x="837719" y="1317628"/>
                    <a:pt x="837719" y="1318723"/>
                    <a:pt x="838813" y="1318723"/>
                  </a:cubicBezTo>
                  <a:cubicBezTo>
                    <a:pt x="839908" y="1318723"/>
                    <a:pt x="839908" y="1319818"/>
                    <a:pt x="841003" y="1319819"/>
                  </a:cubicBezTo>
                  <a:cubicBezTo>
                    <a:pt x="842098" y="1320913"/>
                    <a:pt x="844288" y="1322008"/>
                    <a:pt x="845383" y="1323103"/>
                  </a:cubicBezTo>
                  <a:cubicBezTo>
                    <a:pt x="845383" y="1323103"/>
                    <a:pt x="846478" y="1324198"/>
                    <a:pt x="847573" y="1324198"/>
                  </a:cubicBezTo>
                  <a:cubicBezTo>
                    <a:pt x="903415" y="1357046"/>
                    <a:pt x="976776" y="1351572"/>
                    <a:pt x="1028238" y="1306679"/>
                  </a:cubicBezTo>
                  <a:lnTo>
                    <a:pt x="1030428" y="1304489"/>
                  </a:lnTo>
                  <a:cubicBezTo>
                    <a:pt x="1110358" y="1234413"/>
                    <a:pt x="1130067" y="1121633"/>
                    <a:pt x="1087364" y="1030754"/>
                  </a:cubicBezTo>
                  <a:cubicBezTo>
                    <a:pt x="1068750" y="994621"/>
                    <a:pt x="1053421" y="957393"/>
                    <a:pt x="1039187" y="917975"/>
                  </a:cubicBezTo>
                  <a:cubicBezTo>
                    <a:pt x="1038092" y="916880"/>
                    <a:pt x="1038092" y="916880"/>
                    <a:pt x="1038092" y="915786"/>
                  </a:cubicBezTo>
                  <a:cubicBezTo>
                    <a:pt x="1033712" y="904836"/>
                    <a:pt x="1030427" y="893886"/>
                    <a:pt x="1027142" y="882937"/>
                  </a:cubicBezTo>
                  <a:cubicBezTo>
                    <a:pt x="1027143" y="881842"/>
                    <a:pt x="1026048" y="880747"/>
                    <a:pt x="1026048" y="879652"/>
                  </a:cubicBezTo>
                  <a:cubicBezTo>
                    <a:pt x="1019478" y="858849"/>
                    <a:pt x="1014003" y="836949"/>
                    <a:pt x="1008528" y="815051"/>
                  </a:cubicBezTo>
                  <a:cubicBezTo>
                    <a:pt x="966921" y="633290"/>
                    <a:pt x="982250" y="452625"/>
                    <a:pt x="1041377" y="289479"/>
                  </a:cubicBezTo>
                  <a:cubicBezTo>
                    <a:pt x="1041377" y="288384"/>
                    <a:pt x="1042471" y="288384"/>
                    <a:pt x="1042471" y="287290"/>
                  </a:cubicBezTo>
                  <a:cubicBezTo>
                    <a:pt x="1044662" y="280720"/>
                    <a:pt x="1047946" y="274150"/>
                    <a:pt x="1050137" y="267581"/>
                  </a:cubicBezTo>
                  <a:cubicBezTo>
                    <a:pt x="1051232" y="263200"/>
                    <a:pt x="1053422" y="259915"/>
                    <a:pt x="1054516" y="255536"/>
                  </a:cubicBezTo>
                  <a:cubicBezTo>
                    <a:pt x="1055612" y="252252"/>
                    <a:pt x="1056706" y="248966"/>
                    <a:pt x="1057801" y="246778"/>
                  </a:cubicBezTo>
                  <a:cubicBezTo>
                    <a:pt x="1093934" y="160276"/>
                    <a:pt x="1143207" y="79250"/>
                    <a:pt x="1205618" y="5890"/>
                  </a:cubicBezTo>
                  <a:cubicBezTo>
                    <a:pt x="1206713" y="4795"/>
                    <a:pt x="1208903" y="2604"/>
                    <a:pt x="1209998" y="1509"/>
                  </a:cubicBezTo>
                  <a:close/>
                </a:path>
              </a:pathLst>
            </a:custGeom>
            <a:solidFill>
              <a:srgbClr val="29B8CE"/>
            </a:solidFill>
            <a:ln w="921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Verdana"/>
                <a:ea typeface="+mn-ea"/>
                <a:cs typeface="+mn-cs"/>
              </a:endParaRPr>
            </a:p>
          </p:txBody>
        </p:sp>
        <p:sp>
          <p:nvSpPr>
            <p:cNvPr id="31" name="Grafik 29">
              <a:extLst>
                <a:ext uri="{FF2B5EF4-FFF2-40B4-BE49-F238E27FC236}">
                  <a16:creationId xmlns:a16="http://schemas.microsoft.com/office/drawing/2014/main" id="{B25CA1CA-777E-4727-AB19-96851FD9AB3F}"/>
                </a:ext>
              </a:extLst>
            </p:cNvPr>
            <p:cNvSpPr/>
            <p:nvPr/>
          </p:nvSpPr>
          <p:spPr>
            <a:xfrm rot="12078484" flipH="1">
              <a:off x="3793710" y="2591968"/>
              <a:ext cx="2215394" cy="1433935"/>
            </a:xfrm>
            <a:custGeom>
              <a:avLst/>
              <a:gdLst>
                <a:gd name="connsiteX0" fmla="*/ 3093720 w 3333429"/>
                <a:gd name="connsiteY0" fmla="*/ 963930 h 2157594"/>
                <a:gd name="connsiteX1" fmla="*/ 2475548 w 3333429"/>
                <a:gd name="connsiteY1" fmla="*/ 831533 h 2157594"/>
                <a:gd name="connsiteX2" fmla="*/ 2279333 w 3333429"/>
                <a:gd name="connsiteY2" fmla="*/ 923925 h 2157594"/>
                <a:gd name="connsiteX3" fmla="*/ 2274570 w 3333429"/>
                <a:gd name="connsiteY3" fmla="*/ 926783 h 2157594"/>
                <a:gd name="connsiteX4" fmla="*/ 2071688 w 3333429"/>
                <a:gd name="connsiteY4" fmla="*/ 916305 h 2157594"/>
                <a:gd name="connsiteX5" fmla="*/ 2070735 w 3333429"/>
                <a:gd name="connsiteY5" fmla="*/ 915353 h 2157594"/>
                <a:gd name="connsiteX6" fmla="*/ 2031683 w 3333429"/>
                <a:gd name="connsiteY6" fmla="*/ 762000 h 2157594"/>
                <a:gd name="connsiteX7" fmla="*/ 2035493 w 3333429"/>
                <a:gd name="connsiteY7" fmla="*/ 752475 h 2157594"/>
                <a:gd name="connsiteX8" fmla="*/ 2035493 w 3333429"/>
                <a:gd name="connsiteY8" fmla="*/ 751523 h 2157594"/>
                <a:gd name="connsiteX9" fmla="*/ 2055495 w 3333429"/>
                <a:gd name="connsiteY9" fmla="*/ 698183 h 2157594"/>
                <a:gd name="connsiteX10" fmla="*/ 2057400 w 3333429"/>
                <a:gd name="connsiteY10" fmla="*/ 692468 h 2157594"/>
                <a:gd name="connsiteX11" fmla="*/ 2063115 w 3333429"/>
                <a:gd name="connsiteY11" fmla="*/ 671513 h 2157594"/>
                <a:gd name="connsiteX12" fmla="*/ 2065020 w 3333429"/>
                <a:gd name="connsiteY12" fmla="*/ 662940 h 2157594"/>
                <a:gd name="connsiteX13" fmla="*/ 2068830 w 3333429"/>
                <a:gd name="connsiteY13" fmla="*/ 643890 h 2157594"/>
                <a:gd name="connsiteX14" fmla="*/ 2069783 w 3333429"/>
                <a:gd name="connsiteY14" fmla="*/ 641033 h 2157594"/>
                <a:gd name="connsiteX15" fmla="*/ 2072640 w 3333429"/>
                <a:gd name="connsiteY15" fmla="*/ 623888 h 2157594"/>
                <a:gd name="connsiteX16" fmla="*/ 2073593 w 3333429"/>
                <a:gd name="connsiteY16" fmla="*/ 620078 h 2157594"/>
                <a:gd name="connsiteX17" fmla="*/ 2076450 w 3333429"/>
                <a:gd name="connsiteY17" fmla="*/ 600075 h 2157594"/>
                <a:gd name="connsiteX18" fmla="*/ 2077403 w 3333429"/>
                <a:gd name="connsiteY18" fmla="*/ 593408 h 2157594"/>
                <a:gd name="connsiteX19" fmla="*/ 2079308 w 3333429"/>
                <a:gd name="connsiteY19" fmla="*/ 569595 h 2157594"/>
                <a:gd name="connsiteX20" fmla="*/ 2079308 w 3333429"/>
                <a:gd name="connsiteY20" fmla="*/ 564833 h 2157594"/>
                <a:gd name="connsiteX21" fmla="*/ 2080260 w 3333429"/>
                <a:gd name="connsiteY21" fmla="*/ 543878 h 2157594"/>
                <a:gd name="connsiteX22" fmla="*/ 2080260 w 3333429"/>
                <a:gd name="connsiteY22" fmla="*/ 540068 h 2157594"/>
                <a:gd name="connsiteX23" fmla="*/ 2080260 w 3333429"/>
                <a:gd name="connsiteY23" fmla="*/ 538163 h 2157594"/>
                <a:gd name="connsiteX24" fmla="*/ 2079308 w 3333429"/>
                <a:gd name="connsiteY24" fmla="*/ 515303 h 2157594"/>
                <a:gd name="connsiteX25" fmla="*/ 2079308 w 3333429"/>
                <a:gd name="connsiteY25" fmla="*/ 507683 h 2157594"/>
                <a:gd name="connsiteX26" fmla="*/ 2078355 w 3333429"/>
                <a:gd name="connsiteY26" fmla="*/ 491490 h 2157594"/>
                <a:gd name="connsiteX27" fmla="*/ 2077403 w 3333429"/>
                <a:gd name="connsiteY27" fmla="*/ 479108 h 2157594"/>
                <a:gd name="connsiteX28" fmla="*/ 2075498 w 3333429"/>
                <a:gd name="connsiteY28" fmla="*/ 462915 h 2157594"/>
                <a:gd name="connsiteX29" fmla="*/ 2073593 w 3333429"/>
                <a:gd name="connsiteY29" fmla="*/ 450533 h 2157594"/>
                <a:gd name="connsiteX30" fmla="*/ 2071688 w 3333429"/>
                <a:gd name="connsiteY30" fmla="*/ 441008 h 2157594"/>
                <a:gd name="connsiteX31" fmla="*/ 2066925 w 3333429"/>
                <a:gd name="connsiteY31" fmla="*/ 418148 h 2157594"/>
                <a:gd name="connsiteX32" fmla="*/ 2065020 w 3333429"/>
                <a:gd name="connsiteY32" fmla="*/ 410528 h 2157594"/>
                <a:gd name="connsiteX33" fmla="*/ 2061210 w 3333429"/>
                <a:gd name="connsiteY33" fmla="*/ 397193 h 2157594"/>
                <a:gd name="connsiteX34" fmla="*/ 2059305 w 3333429"/>
                <a:gd name="connsiteY34" fmla="*/ 389573 h 2157594"/>
                <a:gd name="connsiteX35" fmla="*/ 2052638 w 3333429"/>
                <a:gd name="connsiteY35" fmla="*/ 369570 h 2157594"/>
                <a:gd name="connsiteX36" fmla="*/ 2048828 w 3333429"/>
                <a:gd name="connsiteY36" fmla="*/ 359093 h 2157594"/>
                <a:gd name="connsiteX37" fmla="*/ 2045018 w 3333429"/>
                <a:gd name="connsiteY37" fmla="*/ 348615 h 2157594"/>
                <a:gd name="connsiteX38" fmla="*/ 2039303 w 3333429"/>
                <a:gd name="connsiteY38" fmla="*/ 333375 h 2157594"/>
                <a:gd name="connsiteX39" fmla="*/ 2036445 w 3333429"/>
                <a:gd name="connsiteY39" fmla="*/ 325755 h 2157594"/>
                <a:gd name="connsiteX40" fmla="*/ 2027873 w 3333429"/>
                <a:gd name="connsiteY40" fmla="*/ 307658 h 2157594"/>
                <a:gd name="connsiteX41" fmla="*/ 2025015 w 3333429"/>
                <a:gd name="connsiteY41" fmla="*/ 302895 h 2157594"/>
                <a:gd name="connsiteX42" fmla="*/ 2001203 w 3333429"/>
                <a:gd name="connsiteY42" fmla="*/ 260033 h 2157594"/>
                <a:gd name="connsiteX43" fmla="*/ 2001203 w 3333429"/>
                <a:gd name="connsiteY43" fmla="*/ 260033 h 2157594"/>
                <a:gd name="connsiteX44" fmla="*/ 1923098 w 3333429"/>
                <a:gd name="connsiteY44" fmla="*/ 160020 h 2157594"/>
                <a:gd name="connsiteX45" fmla="*/ 1920240 w 3333429"/>
                <a:gd name="connsiteY45" fmla="*/ 157163 h 2157594"/>
                <a:gd name="connsiteX46" fmla="*/ 1905000 w 3333429"/>
                <a:gd name="connsiteY46" fmla="*/ 142875 h 2157594"/>
                <a:gd name="connsiteX47" fmla="*/ 1902143 w 3333429"/>
                <a:gd name="connsiteY47" fmla="*/ 140970 h 2157594"/>
                <a:gd name="connsiteX48" fmla="*/ 1886903 w 3333429"/>
                <a:gd name="connsiteY48" fmla="*/ 127635 h 2157594"/>
                <a:gd name="connsiteX49" fmla="*/ 1884998 w 3333429"/>
                <a:gd name="connsiteY49" fmla="*/ 126683 h 2157594"/>
                <a:gd name="connsiteX50" fmla="*/ 1869758 w 3333429"/>
                <a:gd name="connsiteY50" fmla="*/ 114300 h 2157594"/>
                <a:gd name="connsiteX51" fmla="*/ 1864043 w 3333429"/>
                <a:gd name="connsiteY51" fmla="*/ 109538 h 2157594"/>
                <a:gd name="connsiteX52" fmla="*/ 1845945 w 3333429"/>
                <a:gd name="connsiteY52" fmla="*/ 96203 h 2157594"/>
                <a:gd name="connsiteX53" fmla="*/ 1842135 w 3333429"/>
                <a:gd name="connsiteY53" fmla="*/ 93345 h 2157594"/>
                <a:gd name="connsiteX54" fmla="*/ 1796415 w 3333429"/>
                <a:gd name="connsiteY54" fmla="*/ 65723 h 2157594"/>
                <a:gd name="connsiteX55" fmla="*/ 1788795 w 3333429"/>
                <a:gd name="connsiteY55" fmla="*/ 61913 h 2157594"/>
                <a:gd name="connsiteX56" fmla="*/ 1772603 w 3333429"/>
                <a:gd name="connsiteY56" fmla="*/ 53340 h 2157594"/>
                <a:gd name="connsiteX57" fmla="*/ 1763078 w 3333429"/>
                <a:gd name="connsiteY57" fmla="*/ 48578 h 2157594"/>
                <a:gd name="connsiteX58" fmla="*/ 1748790 w 3333429"/>
                <a:gd name="connsiteY58" fmla="*/ 41910 h 2157594"/>
                <a:gd name="connsiteX59" fmla="*/ 1738313 w 3333429"/>
                <a:gd name="connsiteY59" fmla="*/ 38100 h 2157594"/>
                <a:gd name="connsiteX60" fmla="*/ 1724025 w 3333429"/>
                <a:gd name="connsiteY60" fmla="*/ 32385 h 2157594"/>
                <a:gd name="connsiteX61" fmla="*/ 1713548 w 3333429"/>
                <a:gd name="connsiteY61" fmla="*/ 28575 h 2157594"/>
                <a:gd name="connsiteX62" fmla="*/ 1698308 w 3333429"/>
                <a:gd name="connsiteY62" fmla="*/ 23813 h 2157594"/>
                <a:gd name="connsiteX63" fmla="*/ 1688783 w 3333429"/>
                <a:gd name="connsiteY63" fmla="*/ 20955 h 2157594"/>
                <a:gd name="connsiteX64" fmla="*/ 1672590 w 3333429"/>
                <a:gd name="connsiteY64" fmla="*/ 16193 h 2157594"/>
                <a:gd name="connsiteX65" fmla="*/ 1663065 w 3333429"/>
                <a:gd name="connsiteY65" fmla="*/ 14288 h 2157594"/>
                <a:gd name="connsiteX66" fmla="*/ 1646873 w 3333429"/>
                <a:gd name="connsiteY66" fmla="*/ 10478 h 2157594"/>
                <a:gd name="connsiteX67" fmla="*/ 1629728 w 3333429"/>
                <a:gd name="connsiteY67" fmla="*/ 7620 h 2157594"/>
                <a:gd name="connsiteX68" fmla="*/ 1614488 w 3333429"/>
                <a:gd name="connsiteY68" fmla="*/ 4763 h 2157594"/>
                <a:gd name="connsiteX69" fmla="*/ 1595438 w 3333429"/>
                <a:gd name="connsiteY69" fmla="*/ 1905 h 2157594"/>
                <a:gd name="connsiteX70" fmla="*/ 1586865 w 3333429"/>
                <a:gd name="connsiteY70" fmla="*/ 953 h 2157594"/>
                <a:gd name="connsiteX71" fmla="*/ 1567815 w 3333429"/>
                <a:gd name="connsiteY71" fmla="*/ 0 h 2157594"/>
                <a:gd name="connsiteX72" fmla="*/ 1558290 w 3333429"/>
                <a:gd name="connsiteY72" fmla="*/ 0 h 2157594"/>
                <a:gd name="connsiteX73" fmla="*/ 1541145 w 3333429"/>
                <a:gd name="connsiteY73" fmla="*/ 0 h 2157594"/>
                <a:gd name="connsiteX74" fmla="*/ 1539240 w 3333429"/>
                <a:gd name="connsiteY74" fmla="*/ 0 h 2157594"/>
                <a:gd name="connsiteX75" fmla="*/ 1518285 w 3333429"/>
                <a:gd name="connsiteY75" fmla="*/ 0 h 2157594"/>
                <a:gd name="connsiteX76" fmla="*/ 1516380 w 3333429"/>
                <a:gd name="connsiteY76" fmla="*/ 0 h 2157594"/>
                <a:gd name="connsiteX77" fmla="*/ 1493520 w 3333429"/>
                <a:gd name="connsiteY77" fmla="*/ 1905 h 2157594"/>
                <a:gd name="connsiteX78" fmla="*/ 1490663 w 3333429"/>
                <a:gd name="connsiteY78" fmla="*/ 1905 h 2157594"/>
                <a:gd name="connsiteX79" fmla="*/ 1319213 w 3333429"/>
                <a:gd name="connsiteY79" fmla="*/ 46673 h 2157594"/>
                <a:gd name="connsiteX80" fmla="*/ 1314450 w 3333429"/>
                <a:gd name="connsiteY80" fmla="*/ 48578 h 2157594"/>
                <a:gd name="connsiteX81" fmla="*/ 1295400 w 3333429"/>
                <a:gd name="connsiteY81" fmla="*/ 58103 h 2157594"/>
                <a:gd name="connsiteX82" fmla="*/ 1290638 w 3333429"/>
                <a:gd name="connsiteY82" fmla="*/ 60960 h 2157594"/>
                <a:gd name="connsiteX83" fmla="*/ 1274445 w 3333429"/>
                <a:gd name="connsiteY83" fmla="*/ 69533 h 2157594"/>
                <a:gd name="connsiteX84" fmla="*/ 1265873 w 3333429"/>
                <a:gd name="connsiteY84" fmla="*/ 74295 h 2157594"/>
                <a:gd name="connsiteX85" fmla="*/ 1255395 w 3333429"/>
                <a:gd name="connsiteY85" fmla="*/ 80963 h 2157594"/>
                <a:gd name="connsiteX86" fmla="*/ 1239203 w 3333429"/>
                <a:gd name="connsiteY86" fmla="*/ 91440 h 2157594"/>
                <a:gd name="connsiteX87" fmla="*/ 1231583 w 3333429"/>
                <a:gd name="connsiteY87" fmla="*/ 97155 h 2157594"/>
                <a:gd name="connsiteX88" fmla="*/ 1221105 w 3333429"/>
                <a:gd name="connsiteY88" fmla="*/ 104775 h 2157594"/>
                <a:gd name="connsiteX89" fmla="*/ 1213485 w 3333429"/>
                <a:gd name="connsiteY89" fmla="*/ 110490 h 2157594"/>
                <a:gd name="connsiteX90" fmla="*/ 1197293 w 3333429"/>
                <a:gd name="connsiteY90" fmla="*/ 123825 h 2157594"/>
                <a:gd name="connsiteX91" fmla="*/ 1189673 w 3333429"/>
                <a:gd name="connsiteY91" fmla="*/ 130493 h 2157594"/>
                <a:gd name="connsiteX92" fmla="*/ 1181100 w 3333429"/>
                <a:gd name="connsiteY92" fmla="*/ 138113 h 2157594"/>
                <a:gd name="connsiteX93" fmla="*/ 1167765 w 3333429"/>
                <a:gd name="connsiteY93" fmla="*/ 150495 h 2157594"/>
                <a:gd name="connsiteX94" fmla="*/ 1160145 w 3333429"/>
                <a:gd name="connsiteY94" fmla="*/ 158115 h 2157594"/>
                <a:gd name="connsiteX95" fmla="*/ 1148715 w 3333429"/>
                <a:gd name="connsiteY95" fmla="*/ 170498 h 2157594"/>
                <a:gd name="connsiteX96" fmla="*/ 1143953 w 3333429"/>
                <a:gd name="connsiteY96" fmla="*/ 176213 h 2157594"/>
                <a:gd name="connsiteX97" fmla="*/ 1128713 w 3333429"/>
                <a:gd name="connsiteY97" fmla="*/ 193358 h 2157594"/>
                <a:gd name="connsiteX98" fmla="*/ 1127760 w 3333429"/>
                <a:gd name="connsiteY98" fmla="*/ 194310 h 2157594"/>
                <a:gd name="connsiteX99" fmla="*/ 1125855 w 3333429"/>
                <a:gd name="connsiteY99" fmla="*/ 197168 h 2157594"/>
                <a:gd name="connsiteX100" fmla="*/ 1112520 w 3333429"/>
                <a:gd name="connsiteY100" fmla="*/ 214313 h 2157594"/>
                <a:gd name="connsiteX101" fmla="*/ 1109663 w 3333429"/>
                <a:gd name="connsiteY101" fmla="*/ 217170 h 2157594"/>
                <a:gd name="connsiteX102" fmla="*/ 1095375 w 3333429"/>
                <a:gd name="connsiteY102" fmla="*/ 236220 h 2157594"/>
                <a:gd name="connsiteX103" fmla="*/ 1091565 w 3333429"/>
                <a:gd name="connsiteY103" fmla="*/ 240983 h 2157594"/>
                <a:gd name="connsiteX104" fmla="*/ 1080135 w 3333429"/>
                <a:gd name="connsiteY104" fmla="*/ 258128 h 2157594"/>
                <a:gd name="connsiteX105" fmla="*/ 1078230 w 3333429"/>
                <a:gd name="connsiteY105" fmla="*/ 260985 h 2157594"/>
                <a:gd name="connsiteX106" fmla="*/ 1069658 w 3333429"/>
                <a:gd name="connsiteY106" fmla="*/ 276225 h 2157594"/>
                <a:gd name="connsiteX107" fmla="*/ 1067753 w 3333429"/>
                <a:gd name="connsiteY107" fmla="*/ 279083 h 2157594"/>
                <a:gd name="connsiteX108" fmla="*/ 1059180 w 3333429"/>
                <a:gd name="connsiteY108" fmla="*/ 296228 h 2157594"/>
                <a:gd name="connsiteX109" fmla="*/ 1055370 w 3333429"/>
                <a:gd name="connsiteY109" fmla="*/ 303848 h 2157594"/>
                <a:gd name="connsiteX110" fmla="*/ 1045845 w 3333429"/>
                <a:gd name="connsiteY110" fmla="*/ 323850 h 2157594"/>
                <a:gd name="connsiteX111" fmla="*/ 1042988 w 3333429"/>
                <a:gd name="connsiteY111" fmla="*/ 329565 h 2157594"/>
                <a:gd name="connsiteX112" fmla="*/ 1023938 w 3333429"/>
                <a:gd name="connsiteY112" fmla="*/ 382905 h 2157594"/>
                <a:gd name="connsiteX113" fmla="*/ 1023938 w 3333429"/>
                <a:gd name="connsiteY113" fmla="*/ 383858 h 2157594"/>
                <a:gd name="connsiteX114" fmla="*/ 1021080 w 3333429"/>
                <a:gd name="connsiteY114" fmla="*/ 393383 h 2157594"/>
                <a:gd name="connsiteX115" fmla="*/ 890588 w 3333429"/>
                <a:gd name="connsiteY115" fmla="*/ 485775 h 2157594"/>
                <a:gd name="connsiteX116" fmla="*/ 886778 w 3333429"/>
                <a:gd name="connsiteY116" fmla="*/ 485775 h 2157594"/>
                <a:gd name="connsiteX117" fmla="*/ 791528 w 3333429"/>
                <a:gd name="connsiteY117" fmla="*/ 417195 h 2157594"/>
                <a:gd name="connsiteX118" fmla="*/ 790575 w 3333429"/>
                <a:gd name="connsiteY118" fmla="*/ 413385 h 2157594"/>
                <a:gd name="connsiteX119" fmla="*/ 681990 w 3333429"/>
                <a:gd name="connsiteY119" fmla="*/ 243840 h 2157594"/>
                <a:gd name="connsiteX120" fmla="*/ 405765 w 3333429"/>
                <a:gd name="connsiteY120" fmla="*/ 134303 h 2157594"/>
                <a:gd name="connsiteX121" fmla="*/ 0 w 3333429"/>
                <a:gd name="connsiteY121" fmla="*/ 540068 h 2157594"/>
                <a:gd name="connsiteX122" fmla="*/ 404813 w 3333429"/>
                <a:gd name="connsiteY122" fmla="*/ 944880 h 2157594"/>
                <a:gd name="connsiteX123" fmla="*/ 681038 w 3333429"/>
                <a:gd name="connsiteY123" fmla="*/ 835343 h 2157594"/>
                <a:gd name="connsiteX124" fmla="*/ 789623 w 3333429"/>
                <a:gd name="connsiteY124" fmla="*/ 665798 h 2157594"/>
                <a:gd name="connsiteX125" fmla="*/ 790575 w 3333429"/>
                <a:gd name="connsiteY125" fmla="*/ 661988 h 2157594"/>
                <a:gd name="connsiteX126" fmla="*/ 885825 w 3333429"/>
                <a:gd name="connsiteY126" fmla="*/ 593408 h 2157594"/>
                <a:gd name="connsiteX127" fmla="*/ 889635 w 3333429"/>
                <a:gd name="connsiteY127" fmla="*/ 593408 h 2157594"/>
                <a:gd name="connsiteX128" fmla="*/ 1017270 w 3333429"/>
                <a:gd name="connsiteY128" fmla="*/ 685800 h 2157594"/>
                <a:gd name="connsiteX129" fmla="*/ 1020128 w 3333429"/>
                <a:gd name="connsiteY129" fmla="*/ 695325 h 2157594"/>
                <a:gd name="connsiteX130" fmla="*/ 1022985 w 3333429"/>
                <a:gd name="connsiteY130" fmla="*/ 704850 h 2157594"/>
                <a:gd name="connsiteX131" fmla="*/ 1026795 w 3333429"/>
                <a:gd name="connsiteY131" fmla="*/ 718185 h 2157594"/>
                <a:gd name="connsiteX132" fmla="*/ 1031558 w 3333429"/>
                <a:gd name="connsiteY132" fmla="*/ 730568 h 2157594"/>
                <a:gd name="connsiteX133" fmla="*/ 1037273 w 3333429"/>
                <a:gd name="connsiteY133" fmla="*/ 744855 h 2157594"/>
                <a:gd name="connsiteX134" fmla="*/ 1042035 w 3333429"/>
                <a:gd name="connsiteY134" fmla="*/ 755333 h 2157594"/>
                <a:gd name="connsiteX135" fmla="*/ 1049655 w 3333429"/>
                <a:gd name="connsiteY135" fmla="*/ 772478 h 2157594"/>
                <a:gd name="connsiteX136" fmla="*/ 1053465 w 3333429"/>
                <a:gd name="connsiteY136" fmla="*/ 780098 h 2157594"/>
                <a:gd name="connsiteX137" fmla="*/ 1064895 w 3333429"/>
                <a:gd name="connsiteY137" fmla="*/ 802005 h 2157594"/>
                <a:gd name="connsiteX138" fmla="*/ 1065848 w 3333429"/>
                <a:gd name="connsiteY138" fmla="*/ 803910 h 2157594"/>
                <a:gd name="connsiteX139" fmla="*/ 1065848 w 3333429"/>
                <a:gd name="connsiteY139" fmla="*/ 804863 h 2157594"/>
                <a:gd name="connsiteX140" fmla="*/ 1072515 w 3333429"/>
                <a:gd name="connsiteY140" fmla="*/ 816293 h 2157594"/>
                <a:gd name="connsiteX141" fmla="*/ 1076325 w 3333429"/>
                <a:gd name="connsiteY141" fmla="*/ 822960 h 2157594"/>
                <a:gd name="connsiteX142" fmla="*/ 1102043 w 3333429"/>
                <a:gd name="connsiteY142" fmla="*/ 862013 h 2157594"/>
                <a:gd name="connsiteX143" fmla="*/ 1104900 w 3333429"/>
                <a:gd name="connsiteY143" fmla="*/ 865823 h 2157594"/>
                <a:gd name="connsiteX144" fmla="*/ 1122045 w 3333429"/>
                <a:gd name="connsiteY144" fmla="*/ 886778 h 2157594"/>
                <a:gd name="connsiteX145" fmla="*/ 1125855 w 3333429"/>
                <a:gd name="connsiteY145" fmla="*/ 890588 h 2157594"/>
                <a:gd name="connsiteX146" fmla="*/ 1134428 w 3333429"/>
                <a:gd name="connsiteY146" fmla="*/ 901065 h 2157594"/>
                <a:gd name="connsiteX147" fmla="*/ 1142048 w 3333429"/>
                <a:gd name="connsiteY147" fmla="*/ 908685 h 2157594"/>
                <a:gd name="connsiteX148" fmla="*/ 1153478 w 3333429"/>
                <a:gd name="connsiteY148" fmla="*/ 920115 h 2157594"/>
                <a:gd name="connsiteX149" fmla="*/ 1164908 w 3333429"/>
                <a:gd name="connsiteY149" fmla="*/ 931545 h 2157594"/>
                <a:gd name="connsiteX150" fmla="*/ 1171575 w 3333429"/>
                <a:gd name="connsiteY150" fmla="*/ 937260 h 2157594"/>
                <a:gd name="connsiteX151" fmla="*/ 1188720 w 3333429"/>
                <a:gd name="connsiteY151" fmla="*/ 952500 h 2157594"/>
                <a:gd name="connsiteX152" fmla="*/ 1189673 w 3333429"/>
                <a:gd name="connsiteY152" fmla="*/ 953453 h 2157594"/>
                <a:gd name="connsiteX153" fmla="*/ 1196340 w 3333429"/>
                <a:gd name="connsiteY153" fmla="*/ 959168 h 2157594"/>
                <a:gd name="connsiteX154" fmla="*/ 1203008 w 3333429"/>
                <a:gd name="connsiteY154" fmla="*/ 964883 h 2157594"/>
                <a:gd name="connsiteX155" fmla="*/ 1210628 w 3333429"/>
                <a:gd name="connsiteY155" fmla="*/ 970598 h 2157594"/>
                <a:gd name="connsiteX156" fmla="*/ 1217295 w 3333429"/>
                <a:gd name="connsiteY156" fmla="*/ 976313 h 2157594"/>
                <a:gd name="connsiteX157" fmla="*/ 1224915 w 3333429"/>
                <a:gd name="connsiteY157" fmla="*/ 982028 h 2157594"/>
                <a:gd name="connsiteX158" fmla="*/ 1231583 w 3333429"/>
                <a:gd name="connsiteY158" fmla="*/ 986790 h 2157594"/>
                <a:gd name="connsiteX159" fmla="*/ 1240155 w 3333429"/>
                <a:gd name="connsiteY159" fmla="*/ 992505 h 2157594"/>
                <a:gd name="connsiteX160" fmla="*/ 1246823 w 3333429"/>
                <a:gd name="connsiteY160" fmla="*/ 996315 h 2157594"/>
                <a:gd name="connsiteX161" fmla="*/ 1255395 w 3333429"/>
                <a:gd name="connsiteY161" fmla="*/ 1002030 h 2157594"/>
                <a:gd name="connsiteX162" fmla="*/ 1262063 w 3333429"/>
                <a:gd name="connsiteY162" fmla="*/ 1005840 h 2157594"/>
                <a:gd name="connsiteX163" fmla="*/ 1271588 w 3333429"/>
                <a:gd name="connsiteY163" fmla="*/ 1011555 h 2157594"/>
                <a:gd name="connsiteX164" fmla="*/ 1277303 w 3333429"/>
                <a:gd name="connsiteY164" fmla="*/ 1015365 h 2157594"/>
                <a:gd name="connsiteX165" fmla="*/ 1286828 w 3333429"/>
                <a:gd name="connsiteY165" fmla="*/ 1020128 h 2157594"/>
                <a:gd name="connsiteX166" fmla="*/ 1292543 w 3333429"/>
                <a:gd name="connsiteY166" fmla="*/ 1022985 h 2157594"/>
                <a:gd name="connsiteX167" fmla="*/ 1302068 w 3333429"/>
                <a:gd name="connsiteY167" fmla="*/ 1027748 h 2157594"/>
                <a:gd name="connsiteX168" fmla="*/ 1308735 w 3333429"/>
                <a:gd name="connsiteY168" fmla="*/ 1030605 h 2157594"/>
                <a:gd name="connsiteX169" fmla="*/ 1318260 w 3333429"/>
                <a:gd name="connsiteY169" fmla="*/ 1035368 h 2157594"/>
                <a:gd name="connsiteX170" fmla="*/ 1324928 w 3333429"/>
                <a:gd name="connsiteY170" fmla="*/ 1038225 h 2157594"/>
                <a:gd name="connsiteX171" fmla="*/ 1334453 w 3333429"/>
                <a:gd name="connsiteY171" fmla="*/ 1042035 h 2157594"/>
                <a:gd name="connsiteX172" fmla="*/ 1341120 w 3333429"/>
                <a:gd name="connsiteY172" fmla="*/ 1044893 h 2157594"/>
                <a:gd name="connsiteX173" fmla="*/ 1350645 w 3333429"/>
                <a:gd name="connsiteY173" fmla="*/ 1048703 h 2157594"/>
                <a:gd name="connsiteX174" fmla="*/ 1358265 w 3333429"/>
                <a:gd name="connsiteY174" fmla="*/ 1051560 h 2157594"/>
                <a:gd name="connsiteX175" fmla="*/ 1366838 w 3333429"/>
                <a:gd name="connsiteY175" fmla="*/ 1054418 h 2157594"/>
                <a:gd name="connsiteX176" fmla="*/ 1375410 w 3333429"/>
                <a:gd name="connsiteY176" fmla="*/ 1057275 h 2157594"/>
                <a:gd name="connsiteX177" fmla="*/ 1383983 w 3333429"/>
                <a:gd name="connsiteY177" fmla="*/ 1060133 h 2157594"/>
                <a:gd name="connsiteX178" fmla="*/ 1392555 w 3333429"/>
                <a:gd name="connsiteY178" fmla="*/ 1062990 h 2157594"/>
                <a:gd name="connsiteX179" fmla="*/ 1401128 w 3333429"/>
                <a:gd name="connsiteY179" fmla="*/ 1064895 h 2157594"/>
                <a:gd name="connsiteX180" fmla="*/ 1410653 w 3333429"/>
                <a:gd name="connsiteY180" fmla="*/ 1066800 h 2157594"/>
                <a:gd name="connsiteX181" fmla="*/ 1419225 w 3333429"/>
                <a:gd name="connsiteY181" fmla="*/ 1068705 h 2157594"/>
                <a:gd name="connsiteX182" fmla="*/ 1428750 w 3333429"/>
                <a:gd name="connsiteY182" fmla="*/ 1070610 h 2157594"/>
                <a:gd name="connsiteX183" fmla="*/ 1437323 w 3333429"/>
                <a:gd name="connsiteY183" fmla="*/ 1072515 h 2157594"/>
                <a:gd name="connsiteX184" fmla="*/ 1445895 w 3333429"/>
                <a:gd name="connsiteY184" fmla="*/ 1074420 h 2157594"/>
                <a:gd name="connsiteX185" fmla="*/ 1455420 w 3333429"/>
                <a:gd name="connsiteY185" fmla="*/ 1075373 h 2157594"/>
                <a:gd name="connsiteX186" fmla="*/ 1463993 w 3333429"/>
                <a:gd name="connsiteY186" fmla="*/ 1076325 h 2157594"/>
                <a:gd name="connsiteX187" fmla="*/ 1473518 w 3333429"/>
                <a:gd name="connsiteY187" fmla="*/ 1077278 h 2157594"/>
                <a:gd name="connsiteX188" fmla="*/ 1481138 w 3333429"/>
                <a:gd name="connsiteY188" fmla="*/ 1078230 h 2157594"/>
                <a:gd name="connsiteX189" fmla="*/ 1491615 w 3333429"/>
                <a:gd name="connsiteY189" fmla="*/ 1079183 h 2157594"/>
                <a:gd name="connsiteX190" fmla="*/ 1499235 w 3333429"/>
                <a:gd name="connsiteY190" fmla="*/ 1080135 h 2157594"/>
                <a:gd name="connsiteX191" fmla="*/ 1510665 w 3333429"/>
                <a:gd name="connsiteY191" fmla="*/ 1081088 h 2157594"/>
                <a:gd name="connsiteX192" fmla="*/ 1517333 w 3333429"/>
                <a:gd name="connsiteY192" fmla="*/ 1081088 h 2157594"/>
                <a:gd name="connsiteX193" fmla="*/ 1529715 w 3333429"/>
                <a:gd name="connsiteY193" fmla="*/ 1081088 h 2157594"/>
                <a:gd name="connsiteX194" fmla="*/ 1535430 w 3333429"/>
                <a:gd name="connsiteY194" fmla="*/ 1081088 h 2157594"/>
                <a:gd name="connsiteX195" fmla="*/ 1536383 w 3333429"/>
                <a:gd name="connsiteY195" fmla="*/ 1081088 h 2157594"/>
                <a:gd name="connsiteX196" fmla="*/ 1560195 w 3333429"/>
                <a:gd name="connsiteY196" fmla="*/ 1080135 h 2157594"/>
                <a:gd name="connsiteX197" fmla="*/ 1567815 w 3333429"/>
                <a:gd name="connsiteY197" fmla="*/ 1080135 h 2157594"/>
                <a:gd name="connsiteX198" fmla="*/ 1585913 w 3333429"/>
                <a:gd name="connsiteY198" fmla="*/ 1079183 h 2157594"/>
                <a:gd name="connsiteX199" fmla="*/ 1598295 w 3333429"/>
                <a:gd name="connsiteY199" fmla="*/ 1078230 h 2157594"/>
                <a:gd name="connsiteX200" fmla="*/ 1610678 w 3333429"/>
                <a:gd name="connsiteY200" fmla="*/ 1076325 h 2157594"/>
                <a:gd name="connsiteX201" fmla="*/ 1623060 w 3333429"/>
                <a:gd name="connsiteY201" fmla="*/ 1074420 h 2157594"/>
                <a:gd name="connsiteX202" fmla="*/ 1631633 w 3333429"/>
                <a:gd name="connsiteY202" fmla="*/ 1072515 h 2157594"/>
                <a:gd name="connsiteX203" fmla="*/ 1654493 w 3333429"/>
                <a:gd name="connsiteY203" fmla="*/ 1067753 h 2157594"/>
                <a:gd name="connsiteX204" fmla="*/ 1661160 w 3333429"/>
                <a:gd name="connsiteY204" fmla="*/ 1065848 h 2157594"/>
                <a:gd name="connsiteX205" fmla="*/ 1675448 w 3333429"/>
                <a:gd name="connsiteY205" fmla="*/ 1062038 h 2157594"/>
                <a:gd name="connsiteX206" fmla="*/ 1678305 w 3333429"/>
                <a:gd name="connsiteY206" fmla="*/ 1061085 h 2157594"/>
                <a:gd name="connsiteX207" fmla="*/ 1704975 w 3333429"/>
                <a:gd name="connsiteY207" fmla="*/ 1052513 h 2157594"/>
                <a:gd name="connsiteX208" fmla="*/ 1713548 w 3333429"/>
                <a:gd name="connsiteY208" fmla="*/ 1049655 h 2157594"/>
                <a:gd name="connsiteX209" fmla="*/ 1724978 w 3333429"/>
                <a:gd name="connsiteY209" fmla="*/ 1045845 h 2157594"/>
                <a:gd name="connsiteX210" fmla="*/ 1725930 w 3333429"/>
                <a:gd name="connsiteY210" fmla="*/ 1045845 h 2157594"/>
                <a:gd name="connsiteX211" fmla="*/ 1728788 w 3333429"/>
                <a:gd name="connsiteY211" fmla="*/ 1044893 h 2157594"/>
                <a:gd name="connsiteX212" fmla="*/ 1749743 w 3333429"/>
                <a:gd name="connsiteY212" fmla="*/ 1036320 h 2157594"/>
                <a:gd name="connsiteX213" fmla="*/ 1757363 w 3333429"/>
                <a:gd name="connsiteY213" fmla="*/ 1032510 h 2157594"/>
                <a:gd name="connsiteX214" fmla="*/ 1773555 w 3333429"/>
                <a:gd name="connsiteY214" fmla="*/ 1024890 h 2157594"/>
                <a:gd name="connsiteX215" fmla="*/ 1784033 w 3333429"/>
                <a:gd name="connsiteY215" fmla="*/ 1019175 h 2157594"/>
                <a:gd name="connsiteX216" fmla="*/ 1797368 w 3333429"/>
                <a:gd name="connsiteY216" fmla="*/ 1012508 h 2157594"/>
                <a:gd name="connsiteX217" fmla="*/ 1809750 w 3333429"/>
                <a:gd name="connsiteY217" fmla="*/ 1005840 h 2157594"/>
                <a:gd name="connsiteX218" fmla="*/ 1820228 w 3333429"/>
                <a:gd name="connsiteY218" fmla="*/ 999173 h 2157594"/>
                <a:gd name="connsiteX219" fmla="*/ 1828800 w 3333429"/>
                <a:gd name="connsiteY219" fmla="*/ 993458 h 2157594"/>
                <a:gd name="connsiteX220" fmla="*/ 1837373 w 3333429"/>
                <a:gd name="connsiteY220" fmla="*/ 987743 h 2157594"/>
                <a:gd name="connsiteX221" fmla="*/ 1994535 w 3333429"/>
                <a:gd name="connsiteY221" fmla="*/ 999173 h 2157594"/>
                <a:gd name="connsiteX222" fmla="*/ 1995488 w 3333429"/>
                <a:gd name="connsiteY222" fmla="*/ 1000125 h 2157594"/>
                <a:gd name="connsiteX223" fmla="*/ 2041208 w 3333429"/>
                <a:gd name="connsiteY223" fmla="*/ 1198245 h 2157594"/>
                <a:gd name="connsiteX224" fmla="*/ 2038350 w 3333429"/>
                <a:gd name="connsiteY224" fmla="*/ 1203960 h 2157594"/>
                <a:gd name="connsiteX225" fmla="*/ 1982153 w 3333429"/>
                <a:gd name="connsiteY225" fmla="*/ 1413510 h 2157594"/>
                <a:gd name="connsiteX226" fmla="*/ 2219325 w 3333429"/>
                <a:gd name="connsiteY226" fmla="*/ 1999298 h 2157594"/>
                <a:gd name="connsiteX227" fmla="*/ 3169920 w 3333429"/>
                <a:gd name="connsiteY227" fmla="*/ 1916430 h 2157594"/>
                <a:gd name="connsiteX228" fmla="*/ 3093720 w 3333429"/>
                <a:gd name="connsiteY228" fmla="*/ 963930 h 2157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Lst>
              <a:rect l="l" t="t" r="r" b="b"/>
              <a:pathLst>
                <a:path w="3333429" h="2157594">
                  <a:moveTo>
                    <a:pt x="3093720" y="963930"/>
                  </a:moveTo>
                  <a:cubicBezTo>
                    <a:pt x="2915603" y="814388"/>
                    <a:pt x="2683193" y="772478"/>
                    <a:pt x="2475548" y="831533"/>
                  </a:cubicBezTo>
                  <a:cubicBezTo>
                    <a:pt x="2406015" y="851535"/>
                    <a:pt x="2340293" y="882015"/>
                    <a:pt x="2279333" y="923925"/>
                  </a:cubicBezTo>
                  <a:cubicBezTo>
                    <a:pt x="2277428" y="924878"/>
                    <a:pt x="2276475" y="925830"/>
                    <a:pt x="2274570" y="926783"/>
                  </a:cubicBezTo>
                  <a:cubicBezTo>
                    <a:pt x="2213610" y="967740"/>
                    <a:pt x="2130743" y="965835"/>
                    <a:pt x="2071688" y="916305"/>
                  </a:cubicBezTo>
                  <a:lnTo>
                    <a:pt x="2070735" y="915353"/>
                  </a:lnTo>
                  <a:cubicBezTo>
                    <a:pt x="2025015" y="877253"/>
                    <a:pt x="2010728" y="814388"/>
                    <a:pt x="2031683" y="762000"/>
                  </a:cubicBezTo>
                  <a:cubicBezTo>
                    <a:pt x="2032635" y="759143"/>
                    <a:pt x="2034540" y="755333"/>
                    <a:pt x="2035493" y="752475"/>
                  </a:cubicBezTo>
                  <a:cubicBezTo>
                    <a:pt x="2035493" y="752475"/>
                    <a:pt x="2035493" y="751523"/>
                    <a:pt x="2035493" y="751523"/>
                  </a:cubicBezTo>
                  <a:cubicBezTo>
                    <a:pt x="2043113" y="734378"/>
                    <a:pt x="2049780" y="716280"/>
                    <a:pt x="2055495" y="698183"/>
                  </a:cubicBezTo>
                  <a:cubicBezTo>
                    <a:pt x="2056448" y="696278"/>
                    <a:pt x="2056448" y="694373"/>
                    <a:pt x="2057400" y="692468"/>
                  </a:cubicBezTo>
                  <a:cubicBezTo>
                    <a:pt x="2059305" y="685800"/>
                    <a:pt x="2061210" y="678180"/>
                    <a:pt x="2063115" y="671513"/>
                  </a:cubicBezTo>
                  <a:cubicBezTo>
                    <a:pt x="2064068" y="668655"/>
                    <a:pt x="2064068" y="665798"/>
                    <a:pt x="2065020" y="662940"/>
                  </a:cubicBezTo>
                  <a:cubicBezTo>
                    <a:pt x="2066925" y="656273"/>
                    <a:pt x="2067878" y="650558"/>
                    <a:pt x="2068830" y="643890"/>
                  </a:cubicBezTo>
                  <a:cubicBezTo>
                    <a:pt x="2068830" y="642938"/>
                    <a:pt x="2069783" y="641985"/>
                    <a:pt x="2069783" y="641033"/>
                  </a:cubicBezTo>
                  <a:cubicBezTo>
                    <a:pt x="2070735" y="635318"/>
                    <a:pt x="2071688" y="629603"/>
                    <a:pt x="2072640" y="623888"/>
                  </a:cubicBezTo>
                  <a:cubicBezTo>
                    <a:pt x="2072640" y="622935"/>
                    <a:pt x="2072640" y="621030"/>
                    <a:pt x="2073593" y="620078"/>
                  </a:cubicBezTo>
                  <a:cubicBezTo>
                    <a:pt x="2074545" y="613410"/>
                    <a:pt x="2075498" y="606743"/>
                    <a:pt x="2076450" y="600075"/>
                  </a:cubicBezTo>
                  <a:cubicBezTo>
                    <a:pt x="2076450" y="598170"/>
                    <a:pt x="2077403" y="595313"/>
                    <a:pt x="2077403" y="593408"/>
                  </a:cubicBezTo>
                  <a:cubicBezTo>
                    <a:pt x="2078355" y="585788"/>
                    <a:pt x="2078355" y="578168"/>
                    <a:pt x="2079308" y="569595"/>
                  </a:cubicBezTo>
                  <a:cubicBezTo>
                    <a:pt x="2079308" y="567690"/>
                    <a:pt x="2079308" y="566738"/>
                    <a:pt x="2079308" y="564833"/>
                  </a:cubicBezTo>
                  <a:cubicBezTo>
                    <a:pt x="2079308" y="558165"/>
                    <a:pt x="2080260" y="550545"/>
                    <a:pt x="2080260" y="543878"/>
                  </a:cubicBezTo>
                  <a:cubicBezTo>
                    <a:pt x="2080260" y="542925"/>
                    <a:pt x="2080260" y="541020"/>
                    <a:pt x="2080260" y="540068"/>
                  </a:cubicBezTo>
                  <a:cubicBezTo>
                    <a:pt x="2080260" y="539115"/>
                    <a:pt x="2080260" y="539115"/>
                    <a:pt x="2080260" y="538163"/>
                  </a:cubicBezTo>
                  <a:cubicBezTo>
                    <a:pt x="2080260" y="530543"/>
                    <a:pt x="2080260" y="522923"/>
                    <a:pt x="2079308" y="515303"/>
                  </a:cubicBezTo>
                  <a:cubicBezTo>
                    <a:pt x="2079308" y="512445"/>
                    <a:pt x="2079308" y="509588"/>
                    <a:pt x="2079308" y="507683"/>
                  </a:cubicBezTo>
                  <a:cubicBezTo>
                    <a:pt x="2079308" y="501968"/>
                    <a:pt x="2078355" y="497205"/>
                    <a:pt x="2078355" y="491490"/>
                  </a:cubicBezTo>
                  <a:cubicBezTo>
                    <a:pt x="2078355" y="487680"/>
                    <a:pt x="2077403" y="482918"/>
                    <a:pt x="2077403" y="479108"/>
                  </a:cubicBezTo>
                  <a:cubicBezTo>
                    <a:pt x="2076450" y="473393"/>
                    <a:pt x="2076450" y="468630"/>
                    <a:pt x="2075498" y="462915"/>
                  </a:cubicBezTo>
                  <a:cubicBezTo>
                    <a:pt x="2074545" y="459105"/>
                    <a:pt x="2074545" y="454343"/>
                    <a:pt x="2073593" y="450533"/>
                  </a:cubicBezTo>
                  <a:cubicBezTo>
                    <a:pt x="2072640" y="447675"/>
                    <a:pt x="2072640" y="444818"/>
                    <a:pt x="2071688" y="441008"/>
                  </a:cubicBezTo>
                  <a:cubicBezTo>
                    <a:pt x="2070735" y="433388"/>
                    <a:pt x="2068830" y="425768"/>
                    <a:pt x="2066925" y="418148"/>
                  </a:cubicBezTo>
                  <a:cubicBezTo>
                    <a:pt x="2065973" y="415290"/>
                    <a:pt x="2065973" y="413385"/>
                    <a:pt x="2065020" y="410528"/>
                  </a:cubicBezTo>
                  <a:cubicBezTo>
                    <a:pt x="2064068" y="405765"/>
                    <a:pt x="2063115" y="401955"/>
                    <a:pt x="2061210" y="397193"/>
                  </a:cubicBezTo>
                  <a:cubicBezTo>
                    <a:pt x="2060258" y="394335"/>
                    <a:pt x="2059305" y="391478"/>
                    <a:pt x="2059305" y="389573"/>
                  </a:cubicBezTo>
                  <a:cubicBezTo>
                    <a:pt x="2057400" y="382905"/>
                    <a:pt x="2055495" y="376238"/>
                    <a:pt x="2052638" y="369570"/>
                  </a:cubicBezTo>
                  <a:cubicBezTo>
                    <a:pt x="2051685" y="365760"/>
                    <a:pt x="2050733" y="362903"/>
                    <a:pt x="2048828" y="359093"/>
                  </a:cubicBezTo>
                  <a:cubicBezTo>
                    <a:pt x="2047875" y="355283"/>
                    <a:pt x="2045970" y="352425"/>
                    <a:pt x="2045018" y="348615"/>
                  </a:cubicBezTo>
                  <a:cubicBezTo>
                    <a:pt x="2043113" y="343853"/>
                    <a:pt x="2041208" y="339090"/>
                    <a:pt x="2039303" y="333375"/>
                  </a:cubicBezTo>
                  <a:cubicBezTo>
                    <a:pt x="2038350" y="330518"/>
                    <a:pt x="2037398" y="328613"/>
                    <a:pt x="2036445" y="325755"/>
                  </a:cubicBezTo>
                  <a:cubicBezTo>
                    <a:pt x="2033588" y="320040"/>
                    <a:pt x="2030730" y="313373"/>
                    <a:pt x="2027873" y="307658"/>
                  </a:cubicBezTo>
                  <a:cubicBezTo>
                    <a:pt x="2026920" y="305753"/>
                    <a:pt x="2025968" y="303848"/>
                    <a:pt x="2025015" y="302895"/>
                  </a:cubicBezTo>
                  <a:cubicBezTo>
                    <a:pt x="2018348" y="288608"/>
                    <a:pt x="2009775" y="273368"/>
                    <a:pt x="2001203" y="260033"/>
                  </a:cubicBezTo>
                  <a:cubicBezTo>
                    <a:pt x="2001203" y="260033"/>
                    <a:pt x="2001203" y="260033"/>
                    <a:pt x="2001203" y="260033"/>
                  </a:cubicBezTo>
                  <a:cubicBezTo>
                    <a:pt x="1979295" y="223838"/>
                    <a:pt x="1953578" y="190500"/>
                    <a:pt x="1923098" y="160020"/>
                  </a:cubicBezTo>
                  <a:cubicBezTo>
                    <a:pt x="1922145" y="159068"/>
                    <a:pt x="1921193" y="158115"/>
                    <a:pt x="1920240" y="157163"/>
                  </a:cubicBezTo>
                  <a:cubicBezTo>
                    <a:pt x="1915478" y="152400"/>
                    <a:pt x="1909763" y="147638"/>
                    <a:pt x="1905000" y="142875"/>
                  </a:cubicBezTo>
                  <a:cubicBezTo>
                    <a:pt x="1904048" y="141923"/>
                    <a:pt x="1903095" y="140970"/>
                    <a:pt x="1902143" y="140970"/>
                  </a:cubicBezTo>
                  <a:cubicBezTo>
                    <a:pt x="1897380" y="136208"/>
                    <a:pt x="1891665" y="132398"/>
                    <a:pt x="1886903" y="127635"/>
                  </a:cubicBezTo>
                  <a:cubicBezTo>
                    <a:pt x="1885950" y="127635"/>
                    <a:pt x="1885950" y="126683"/>
                    <a:pt x="1884998" y="126683"/>
                  </a:cubicBezTo>
                  <a:cubicBezTo>
                    <a:pt x="1880235" y="122873"/>
                    <a:pt x="1874520" y="118110"/>
                    <a:pt x="1869758" y="114300"/>
                  </a:cubicBezTo>
                  <a:cubicBezTo>
                    <a:pt x="1867853" y="112395"/>
                    <a:pt x="1865948" y="111443"/>
                    <a:pt x="1864043" y="109538"/>
                  </a:cubicBezTo>
                  <a:cubicBezTo>
                    <a:pt x="1858328" y="104775"/>
                    <a:pt x="1851660" y="100965"/>
                    <a:pt x="1845945" y="96203"/>
                  </a:cubicBezTo>
                  <a:cubicBezTo>
                    <a:pt x="1844993" y="95250"/>
                    <a:pt x="1843088" y="94298"/>
                    <a:pt x="1842135" y="93345"/>
                  </a:cubicBezTo>
                  <a:cubicBezTo>
                    <a:pt x="1827848" y="82868"/>
                    <a:pt x="1811655" y="74295"/>
                    <a:pt x="1796415" y="65723"/>
                  </a:cubicBezTo>
                  <a:cubicBezTo>
                    <a:pt x="1793558" y="64770"/>
                    <a:pt x="1791653" y="62865"/>
                    <a:pt x="1788795" y="61913"/>
                  </a:cubicBezTo>
                  <a:cubicBezTo>
                    <a:pt x="1783080" y="59055"/>
                    <a:pt x="1778318" y="56198"/>
                    <a:pt x="1772603" y="53340"/>
                  </a:cubicBezTo>
                  <a:cubicBezTo>
                    <a:pt x="1769745" y="51435"/>
                    <a:pt x="1765935" y="50483"/>
                    <a:pt x="1763078" y="48578"/>
                  </a:cubicBezTo>
                  <a:cubicBezTo>
                    <a:pt x="1758315" y="46673"/>
                    <a:pt x="1753553" y="43815"/>
                    <a:pt x="1748790" y="41910"/>
                  </a:cubicBezTo>
                  <a:cubicBezTo>
                    <a:pt x="1744980" y="40005"/>
                    <a:pt x="1742123" y="39053"/>
                    <a:pt x="1738313" y="38100"/>
                  </a:cubicBezTo>
                  <a:cubicBezTo>
                    <a:pt x="1733550" y="36195"/>
                    <a:pt x="1728788" y="34290"/>
                    <a:pt x="1724025" y="32385"/>
                  </a:cubicBezTo>
                  <a:cubicBezTo>
                    <a:pt x="1720215" y="31433"/>
                    <a:pt x="1717358" y="30480"/>
                    <a:pt x="1713548" y="28575"/>
                  </a:cubicBezTo>
                  <a:cubicBezTo>
                    <a:pt x="1708785" y="26670"/>
                    <a:pt x="1704023" y="24765"/>
                    <a:pt x="1698308" y="23813"/>
                  </a:cubicBezTo>
                  <a:cubicBezTo>
                    <a:pt x="1695450" y="22860"/>
                    <a:pt x="1691640" y="21908"/>
                    <a:pt x="1688783" y="20955"/>
                  </a:cubicBezTo>
                  <a:cubicBezTo>
                    <a:pt x="1684020" y="19050"/>
                    <a:pt x="1678305" y="18098"/>
                    <a:pt x="1672590" y="16193"/>
                  </a:cubicBezTo>
                  <a:cubicBezTo>
                    <a:pt x="1669733" y="15240"/>
                    <a:pt x="1665923" y="14288"/>
                    <a:pt x="1663065" y="14288"/>
                  </a:cubicBezTo>
                  <a:cubicBezTo>
                    <a:pt x="1657350" y="13335"/>
                    <a:pt x="1652588" y="11430"/>
                    <a:pt x="1646873" y="10478"/>
                  </a:cubicBezTo>
                  <a:cubicBezTo>
                    <a:pt x="1641158" y="9525"/>
                    <a:pt x="1635443" y="8573"/>
                    <a:pt x="1629728" y="7620"/>
                  </a:cubicBezTo>
                  <a:cubicBezTo>
                    <a:pt x="1624965" y="6668"/>
                    <a:pt x="1619250" y="5715"/>
                    <a:pt x="1614488" y="4763"/>
                  </a:cubicBezTo>
                  <a:cubicBezTo>
                    <a:pt x="1607820" y="3810"/>
                    <a:pt x="1601153" y="2858"/>
                    <a:pt x="1595438" y="1905"/>
                  </a:cubicBezTo>
                  <a:cubicBezTo>
                    <a:pt x="1592580" y="1905"/>
                    <a:pt x="1589723" y="1905"/>
                    <a:pt x="1586865" y="953"/>
                  </a:cubicBezTo>
                  <a:cubicBezTo>
                    <a:pt x="1580198" y="0"/>
                    <a:pt x="1574483" y="0"/>
                    <a:pt x="1567815" y="0"/>
                  </a:cubicBezTo>
                  <a:cubicBezTo>
                    <a:pt x="1564958" y="0"/>
                    <a:pt x="1561148" y="0"/>
                    <a:pt x="1558290" y="0"/>
                  </a:cubicBezTo>
                  <a:cubicBezTo>
                    <a:pt x="1552575" y="0"/>
                    <a:pt x="1546860" y="0"/>
                    <a:pt x="1541145" y="0"/>
                  </a:cubicBezTo>
                  <a:cubicBezTo>
                    <a:pt x="1540193" y="0"/>
                    <a:pt x="1539240" y="0"/>
                    <a:pt x="1539240" y="0"/>
                  </a:cubicBezTo>
                  <a:cubicBezTo>
                    <a:pt x="1532573" y="0"/>
                    <a:pt x="1525905" y="0"/>
                    <a:pt x="1518285" y="0"/>
                  </a:cubicBezTo>
                  <a:cubicBezTo>
                    <a:pt x="1517333" y="0"/>
                    <a:pt x="1517333" y="0"/>
                    <a:pt x="1516380" y="0"/>
                  </a:cubicBezTo>
                  <a:cubicBezTo>
                    <a:pt x="1508760" y="0"/>
                    <a:pt x="1501140" y="953"/>
                    <a:pt x="1493520" y="1905"/>
                  </a:cubicBezTo>
                  <a:cubicBezTo>
                    <a:pt x="1492568" y="1905"/>
                    <a:pt x="1491615" y="1905"/>
                    <a:pt x="1490663" y="1905"/>
                  </a:cubicBezTo>
                  <a:cubicBezTo>
                    <a:pt x="1429703" y="7620"/>
                    <a:pt x="1372553" y="22860"/>
                    <a:pt x="1319213" y="46673"/>
                  </a:cubicBezTo>
                  <a:cubicBezTo>
                    <a:pt x="1317308" y="47625"/>
                    <a:pt x="1316355" y="47625"/>
                    <a:pt x="1314450" y="48578"/>
                  </a:cubicBezTo>
                  <a:cubicBezTo>
                    <a:pt x="1307783" y="51435"/>
                    <a:pt x="1301115" y="54293"/>
                    <a:pt x="1295400" y="58103"/>
                  </a:cubicBezTo>
                  <a:cubicBezTo>
                    <a:pt x="1293495" y="59055"/>
                    <a:pt x="1291590" y="60008"/>
                    <a:pt x="1290638" y="60960"/>
                  </a:cubicBezTo>
                  <a:cubicBezTo>
                    <a:pt x="1284923" y="63818"/>
                    <a:pt x="1280160" y="66675"/>
                    <a:pt x="1274445" y="69533"/>
                  </a:cubicBezTo>
                  <a:cubicBezTo>
                    <a:pt x="1271588" y="71438"/>
                    <a:pt x="1268730" y="73343"/>
                    <a:pt x="1265873" y="74295"/>
                  </a:cubicBezTo>
                  <a:cubicBezTo>
                    <a:pt x="1262063" y="76200"/>
                    <a:pt x="1259205" y="78105"/>
                    <a:pt x="1255395" y="80963"/>
                  </a:cubicBezTo>
                  <a:cubicBezTo>
                    <a:pt x="1249680" y="83820"/>
                    <a:pt x="1244918" y="87630"/>
                    <a:pt x="1239203" y="91440"/>
                  </a:cubicBezTo>
                  <a:cubicBezTo>
                    <a:pt x="1236345" y="93345"/>
                    <a:pt x="1233488" y="95250"/>
                    <a:pt x="1231583" y="97155"/>
                  </a:cubicBezTo>
                  <a:cubicBezTo>
                    <a:pt x="1227773" y="100013"/>
                    <a:pt x="1223963" y="101918"/>
                    <a:pt x="1221105" y="104775"/>
                  </a:cubicBezTo>
                  <a:cubicBezTo>
                    <a:pt x="1218248" y="106680"/>
                    <a:pt x="1216343" y="108585"/>
                    <a:pt x="1213485" y="110490"/>
                  </a:cubicBezTo>
                  <a:cubicBezTo>
                    <a:pt x="1207770" y="114300"/>
                    <a:pt x="1202055" y="119063"/>
                    <a:pt x="1197293" y="123825"/>
                  </a:cubicBezTo>
                  <a:cubicBezTo>
                    <a:pt x="1194435" y="125730"/>
                    <a:pt x="1191578" y="128588"/>
                    <a:pt x="1189673" y="130493"/>
                  </a:cubicBezTo>
                  <a:cubicBezTo>
                    <a:pt x="1186815" y="133350"/>
                    <a:pt x="1183958" y="135255"/>
                    <a:pt x="1181100" y="138113"/>
                  </a:cubicBezTo>
                  <a:cubicBezTo>
                    <a:pt x="1176338" y="141923"/>
                    <a:pt x="1172528" y="145733"/>
                    <a:pt x="1167765" y="150495"/>
                  </a:cubicBezTo>
                  <a:cubicBezTo>
                    <a:pt x="1164908" y="152400"/>
                    <a:pt x="1163003" y="155258"/>
                    <a:pt x="1160145" y="158115"/>
                  </a:cubicBezTo>
                  <a:cubicBezTo>
                    <a:pt x="1156335" y="161925"/>
                    <a:pt x="1152525" y="165735"/>
                    <a:pt x="1148715" y="170498"/>
                  </a:cubicBezTo>
                  <a:cubicBezTo>
                    <a:pt x="1146810" y="172403"/>
                    <a:pt x="1144905" y="174308"/>
                    <a:pt x="1143953" y="176213"/>
                  </a:cubicBezTo>
                  <a:cubicBezTo>
                    <a:pt x="1138238" y="181928"/>
                    <a:pt x="1133475" y="187643"/>
                    <a:pt x="1128713" y="193358"/>
                  </a:cubicBezTo>
                  <a:cubicBezTo>
                    <a:pt x="1128713" y="193358"/>
                    <a:pt x="1127760" y="194310"/>
                    <a:pt x="1127760" y="194310"/>
                  </a:cubicBezTo>
                  <a:cubicBezTo>
                    <a:pt x="1126808" y="195263"/>
                    <a:pt x="1126808" y="196215"/>
                    <a:pt x="1125855" y="197168"/>
                  </a:cubicBezTo>
                  <a:cubicBezTo>
                    <a:pt x="1121093" y="202883"/>
                    <a:pt x="1116330" y="208598"/>
                    <a:pt x="1112520" y="214313"/>
                  </a:cubicBezTo>
                  <a:cubicBezTo>
                    <a:pt x="1111568" y="215265"/>
                    <a:pt x="1110615" y="216218"/>
                    <a:pt x="1109663" y="217170"/>
                  </a:cubicBezTo>
                  <a:cubicBezTo>
                    <a:pt x="1104900" y="223838"/>
                    <a:pt x="1100138" y="229553"/>
                    <a:pt x="1095375" y="236220"/>
                  </a:cubicBezTo>
                  <a:cubicBezTo>
                    <a:pt x="1094423" y="238125"/>
                    <a:pt x="1093470" y="240030"/>
                    <a:pt x="1091565" y="240983"/>
                  </a:cubicBezTo>
                  <a:cubicBezTo>
                    <a:pt x="1087755" y="246698"/>
                    <a:pt x="1083945" y="252413"/>
                    <a:pt x="1080135" y="258128"/>
                  </a:cubicBezTo>
                  <a:cubicBezTo>
                    <a:pt x="1079183" y="259080"/>
                    <a:pt x="1079183" y="260033"/>
                    <a:pt x="1078230" y="260985"/>
                  </a:cubicBezTo>
                  <a:cubicBezTo>
                    <a:pt x="1075373" y="265748"/>
                    <a:pt x="1072515" y="271463"/>
                    <a:pt x="1069658" y="276225"/>
                  </a:cubicBezTo>
                  <a:cubicBezTo>
                    <a:pt x="1068705" y="277178"/>
                    <a:pt x="1068705" y="278130"/>
                    <a:pt x="1067753" y="279083"/>
                  </a:cubicBezTo>
                  <a:cubicBezTo>
                    <a:pt x="1064895" y="284798"/>
                    <a:pt x="1062038" y="290513"/>
                    <a:pt x="1059180" y="296228"/>
                  </a:cubicBezTo>
                  <a:cubicBezTo>
                    <a:pt x="1058228" y="299085"/>
                    <a:pt x="1056323" y="301943"/>
                    <a:pt x="1055370" y="303848"/>
                  </a:cubicBezTo>
                  <a:cubicBezTo>
                    <a:pt x="1052513" y="310515"/>
                    <a:pt x="1048703" y="317183"/>
                    <a:pt x="1045845" y="323850"/>
                  </a:cubicBezTo>
                  <a:cubicBezTo>
                    <a:pt x="1044893" y="325755"/>
                    <a:pt x="1043940" y="327660"/>
                    <a:pt x="1042988" y="329565"/>
                  </a:cubicBezTo>
                  <a:cubicBezTo>
                    <a:pt x="1035368" y="346710"/>
                    <a:pt x="1028700" y="364808"/>
                    <a:pt x="1023938" y="382905"/>
                  </a:cubicBezTo>
                  <a:cubicBezTo>
                    <a:pt x="1023938" y="382905"/>
                    <a:pt x="1023938" y="383858"/>
                    <a:pt x="1023938" y="383858"/>
                  </a:cubicBezTo>
                  <a:cubicBezTo>
                    <a:pt x="1022985" y="386715"/>
                    <a:pt x="1022033" y="390525"/>
                    <a:pt x="1021080" y="393383"/>
                  </a:cubicBezTo>
                  <a:cubicBezTo>
                    <a:pt x="1001078" y="447675"/>
                    <a:pt x="950595" y="485775"/>
                    <a:pt x="890588" y="485775"/>
                  </a:cubicBezTo>
                  <a:lnTo>
                    <a:pt x="886778" y="485775"/>
                  </a:lnTo>
                  <a:cubicBezTo>
                    <a:pt x="842010" y="485775"/>
                    <a:pt x="804863" y="457200"/>
                    <a:pt x="791528" y="417195"/>
                  </a:cubicBezTo>
                  <a:cubicBezTo>
                    <a:pt x="791528" y="416243"/>
                    <a:pt x="790575" y="414338"/>
                    <a:pt x="790575" y="413385"/>
                  </a:cubicBezTo>
                  <a:cubicBezTo>
                    <a:pt x="768668" y="347663"/>
                    <a:pt x="731520" y="289560"/>
                    <a:pt x="681990" y="243840"/>
                  </a:cubicBezTo>
                  <a:cubicBezTo>
                    <a:pt x="609600" y="176213"/>
                    <a:pt x="512445" y="134303"/>
                    <a:pt x="405765" y="134303"/>
                  </a:cubicBezTo>
                  <a:cubicBezTo>
                    <a:pt x="180975" y="135255"/>
                    <a:pt x="0" y="316230"/>
                    <a:pt x="0" y="540068"/>
                  </a:cubicBezTo>
                  <a:cubicBezTo>
                    <a:pt x="0" y="763905"/>
                    <a:pt x="180975" y="944880"/>
                    <a:pt x="404813" y="944880"/>
                  </a:cubicBezTo>
                  <a:cubicBezTo>
                    <a:pt x="511493" y="944880"/>
                    <a:pt x="608648" y="902970"/>
                    <a:pt x="681038" y="835343"/>
                  </a:cubicBezTo>
                  <a:cubicBezTo>
                    <a:pt x="730568" y="789623"/>
                    <a:pt x="767715" y="731520"/>
                    <a:pt x="789623" y="665798"/>
                  </a:cubicBezTo>
                  <a:cubicBezTo>
                    <a:pt x="789623" y="664845"/>
                    <a:pt x="790575" y="662940"/>
                    <a:pt x="790575" y="661988"/>
                  </a:cubicBezTo>
                  <a:cubicBezTo>
                    <a:pt x="803910" y="621983"/>
                    <a:pt x="842010" y="593408"/>
                    <a:pt x="885825" y="593408"/>
                  </a:cubicBezTo>
                  <a:lnTo>
                    <a:pt x="889635" y="593408"/>
                  </a:lnTo>
                  <a:cubicBezTo>
                    <a:pt x="949643" y="593408"/>
                    <a:pt x="1000125" y="632460"/>
                    <a:pt x="1017270" y="685800"/>
                  </a:cubicBezTo>
                  <a:cubicBezTo>
                    <a:pt x="1018223" y="688658"/>
                    <a:pt x="1019175" y="692468"/>
                    <a:pt x="1020128" y="695325"/>
                  </a:cubicBezTo>
                  <a:cubicBezTo>
                    <a:pt x="1021080" y="698183"/>
                    <a:pt x="1022033" y="701993"/>
                    <a:pt x="1022985" y="704850"/>
                  </a:cubicBezTo>
                  <a:cubicBezTo>
                    <a:pt x="1023938" y="709613"/>
                    <a:pt x="1025843" y="713423"/>
                    <a:pt x="1026795" y="718185"/>
                  </a:cubicBezTo>
                  <a:cubicBezTo>
                    <a:pt x="1028700" y="721995"/>
                    <a:pt x="1029653" y="726758"/>
                    <a:pt x="1031558" y="730568"/>
                  </a:cubicBezTo>
                  <a:cubicBezTo>
                    <a:pt x="1033463" y="735330"/>
                    <a:pt x="1035368" y="740093"/>
                    <a:pt x="1037273" y="744855"/>
                  </a:cubicBezTo>
                  <a:cubicBezTo>
                    <a:pt x="1038225" y="748665"/>
                    <a:pt x="1040130" y="751523"/>
                    <a:pt x="1042035" y="755333"/>
                  </a:cubicBezTo>
                  <a:cubicBezTo>
                    <a:pt x="1044893" y="761048"/>
                    <a:pt x="1046798" y="766763"/>
                    <a:pt x="1049655" y="772478"/>
                  </a:cubicBezTo>
                  <a:cubicBezTo>
                    <a:pt x="1050608" y="775335"/>
                    <a:pt x="1051560" y="777240"/>
                    <a:pt x="1053465" y="780098"/>
                  </a:cubicBezTo>
                  <a:cubicBezTo>
                    <a:pt x="1057275" y="787718"/>
                    <a:pt x="1061085" y="794385"/>
                    <a:pt x="1064895" y="802005"/>
                  </a:cubicBezTo>
                  <a:cubicBezTo>
                    <a:pt x="1064895" y="802958"/>
                    <a:pt x="1065848" y="802958"/>
                    <a:pt x="1065848" y="803910"/>
                  </a:cubicBezTo>
                  <a:cubicBezTo>
                    <a:pt x="1065848" y="803910"/>
                    <a:pt x="1065848" y="804863"/>
                    <a:pt x="1065848" y="804863"/>
                  </a:cubicBezTo>
                  <a:cubicBezTo>
                    <a:pt x="1067753" y="808673"/>
                    <a:pt x="1070610" y="812483"/>
                    <a:pt x="1072515" y="816293"/>
                  </a:cubicBezTo>
                  <a:cubicBezTo>
                    <a:pt x="1073468" y="818198"/>
                    <a:pt x="1075373" y="820103"/>
                    <a:pt x="1076325" y="822960"/>
                  </a:cubicBezTo>
                  <a:cubicBezTo>
                    <a:pt x="1084898" y="836295"/>
                    <a:pt x="1093470" y="848678"/>
                    <a:pt x="1102043" y="862013"/>
                  </a:cubicBezTo>
                  <a:cubicBezTo>
                    <a:pt x="1102995" y="862965"/>
                    <a:pt x="1103948" y="864870"/>
                    <a:pt x="1104900" y="865823"/>
                  </a:cubicBezTo>
                  <a:cubicBezTo>
                    <a:pt x="1110615" y="873443"/>
                    <a:pt x="1116330" y="880110"/>
                    <a:pt x="1122045" y="886778"/>
                  </a:cubicBezTo>
                  <a:cubicBezTo>
                    <a:pt x="1122998" y="887730"/>
                    <a:pt x="1123950" y="889635"/>
                    <a:pt x="1125855" y="890588"/>
                  </a:cubicBezTo>
                  <a:cubicBezTo>
                    <a:pt x="1128713" y="894398"/>
                    <a:pt x="1131570" y="897255"/>
                    <a:pt x="1134428" y="901065"/>
                  </a:cubicBezTo>
                  <a:cubicBezTo>
                    <a:pt x="1136333" y="903923"/>
                    <a:pt x="1139190" y="905828"/>
                    <a:pt x="1142048" y="908685"/>
                  </a:cubicBezTo>
                  <a:cubicBezTo>
                    <a:pt x="1145858" y="912495"/>
                    <a:pt x="1149668" y="916305"/>
                    <a:pt x="1153478" y="920115"/>
                  </a:cubicBezTo>
                  <a:cubicBezTo>
                    <a:pt x="1157288" y="923925"/>
                    <a:pt x="1161098" y="927735"/>
                    <a:pt x="1164908" y="931545"/>
                  </a:cubicBezTo>
                  <a:cubicBezTo>
                    <a:pt x="1166813" y="933450"/>
                    <a:pt x="1169670" y="935355"/>
                    <a:pt x="1171575" y="937260"/>
                  </a:cubicBezTo>
                  <a:cubicBezTo>
                    <a:pt x="1177290" y="942023"/>
                    <a:pt x="1183005" y="947738"/>
                    <a:pt x="1188720" y="952500"/>
                  </a:cubicBezTo>
                  <a:cubicBezTo>
                    <a:pt x="1188720" y="952500"/>
                    <a:pt x="1189673" y="952500"/>
                    <a:pt x="1189673" y="953453"/>
                  </a:cubicBezTo>
                  <a:cubicBezTo>
                    <a:pt x="1191578" y="955358"/>
                    <a:pt x="1194435" y="957263"/>
                    <a:pt x="1196340" y="959168"/>
                  </a:cubicBezTo>
                  <a:cubicBezTo>
                    <a:pt x="1198245" y="961073"/>
                    <a:pt x="1201103" y="962978"/>
                    <a:pt x="1203008" y="964883"/>
                  </a:cubicBezTo>
                  <a:cubicBezTo>
                    <a:pt x="1205865" y="966788"/>
                    <a:pt x="1207770" y="968693"/>
                    <a:pt x="1210628" y="970598"/>
                  </a:cubicBezTo>
                  <a:cubicBezTo>
                    <a:pt x="1212533" y="972503"/>
                    <a:pt x="1215390" y="974408"/>
                    <a:pt x="1217295" y="976313"/>
                  </a:cubicBezTo>
                  <a:cubicBezTo>
                    <a:pt x="1220153" y="978218"/>
                    <a:pt x="1222058" y="980123"/>
                    <a:pt x="1224915" y="982028"/>
                  </a:cubicBezTo>
                  <a:cubicBezTo>
                    <a:pt x="1226820" y="983933"/>
                    <a:pt x="1229678" y="984885"/>
                    <a:pt x="1231583" y="986790"/>
                  </a:cubicBezTo>
                  <a:cubicBezTo>
                    <a:pt x="1234440" y="988695"/>
                    <a:pt x="1237298" y="990600"/>
                    <a:pt x="1240155" y="992505"/>
                  </a:cubicBezTo>
                  <a:cubicBezTo>
                    <a:pt x="1242060" y="994410"/>
                    <a:pt x="1244918" y="995363"/>
                    <a:pt x="1246823" y="996315"/>
                  </a:cubicBezTo>
                  <a:cubicBezTo>
                    <a:pt x="1249680" y="998220"/>
                    <a:pt x="1252538" y="1000125"/>
                    <a:pt x="1255395" y="1002030"/>
                  </a:cubicBezTo>
                  <a:cubicBezTo>
                    <a:pt x="1257300" y="1002983"/>
                    <a:pt x="1259205" y="1004888"/>
                    <a:pt x="1262063" y="1005840"/>
                  </a:cubicBezTo>
                  <a:cubicBezTo>
                    <a:pt x="1264920" y="1007745"/>
                    <a:pt x="1268730" y="1009650"/>
                    <a:pt x="1271588" y="1011555"/>
                  </a:cubicBezTo>
                  <a:cubicBezTo>
                    <a:pt x="1273493" y="1012508"/>
                    <a:pt x="1275398" y="1013460"/>
                    <a:pt x="1277303" y="1015365"/>
                  </a:cubicBezTo>
                  <a:cubicBezTo>
                    <a:pt x="1280160" y="1017270"/>
                    <a:pt x="1283970" y="1019175"/>
                    <a:pt x="1286828" y="1020128"/>
                  </a:cubicBezTo>
                  <a:cubicBezTo>
                    <a:pt x="1288733" y="1021080"/>
                    <a:pt x="1290638" y="1022033"/>
                    <a:pt x="1292543" y="1022985"/>
                  </a:cubicBezTo>
                  <a:cubicBezTo>
                    <a:pt x="1295400" y="1024890"/>
                    <a:pt x="1299210" y="1025843"/>
                    <a:pt x="1302068" y="1027748"/>
                  </a:cubicBezTo>
                  <a:cubicBezTo>
                    <a:pt x="1303973" y="1028700"/>
                    <a:pt x="1305878" y="1029653"/>
                    <a:pt x="1308735" y="1030605"/>
                  </a:cubicBezTo>
                  <a:cubicBezTo>
                    <a:pt x="1311593" y="1032510"/>
                    <a:pt x="1315403" y="1033463"/>
                    <a:pt x="1318260" y="1035368"/>
                  </a:cubicBezTo>
                  <a:cubicBezTo>
                    <a:pt x="1320165" y="1036320"/>
                    <a:pt x="1323023" y="1037273"/>
                    <a:pt x="1324928" y="1038225"/>
                  </a:cubicBezTo>
                  <a:cubicBezTo>
                    <a:pt x="1327785" y="1039178"/>
                    <a:pt x="1331595" y="1041083"/>
                    <a:pt x="1334453" y="1042035"/>
                  </a:cubicBezTo>
                  <a:cubicBezTo>
                    <a:pt x="1336358" y="1042988"/>
                    <a:pt x="1339215" y="1043940"/>
                    <a:pt x="1341120" y="1044893"/>
                  </a:cubicBezTo>
                  <a:cubicBezTo>
                    <a:pt x="1343978" y="1045845"/>
                    <a:pt x="1347788" y="1046798"/>
                    <a:pt x="1350645" y="1048703"/>
                  </a:cubicBezTo>
                  <a:cubicBezTo>
                    <a:pt x="1353503" y="1049655"/>
                    <a:pt x="1355408" y="1050608"/>
                    <a:pt x="1358265" y="1051560"/>
                  </a:cubicBezTo>
                  <a:cubicBezTo>
                    <a:pt x="1361123" y="1052513"/>
                    <a:pt x="1363980" y="1053465"/>
                    <a:pt x="1366838" y="1054418"/>
                  </a:cubicBezTo>
                  <a:cubicBezTo>
                    <a:pt x="1369695" y="1055370"/>
                    <a:pt x="1372553" y="1056323"/>
                    <a:pt x="1375410" y="1057275"/>
                  </a:cubicBezTo>
                  <a:cubicBezTo>
                    <a:pt x="1378268" y="1058228"/>
                    <a:pt x="1381125" y="1059180"/>
                    <a:pt x="1383983" y="1060133"/>
                  </a:cubicBezTo>
                  <a:cubicBezTo>
                    <a:pt x="1386840" y="1061085"/>
                    <a:pt x="1389698" y="1062038"/>
                    <a:pt x="1392555" y="1062990"/>
                  </a:cubicBezTo>
                  <a:cubicBezTo>
                    <a:pt x="1395413" y="1063943"/>
                    <a:pt x="1398270" y="1064895"/>
                    <a:pt x="1401128" y="1064895"/>
                  </a:cubicBezTo>
                  <a:cubicBezTo>
                    <a:pt x="1403985" y="1065848"/>
                    <a:pt x="1406843" y="1066800"/>
                    <a:pt x="1410653" y="1066800"/>
                  </a:cubicBezTo>
                  <a:cubicBezTo>
                    <a:pt x="1413510" y="1067753"/>
                    <a:pt x="1416368" y="1067753"/>
                    <a:pt x="1419225" y="1068705"/>
                  </a:cubicBezTo>
                  <a:cubicBezTo>
                    <a:pt x="1422083" y="1069658"/>
                    <a:pt x="1424940" y="1069658"/>
                    <a:pt x="1428750" y="1070610"/>
                  </a:cubicBezTo>
                  <a:cubicBezTo>
                    <a:pt x="1431608" y="1071563"/>
                    <a:pt x="1434465" y="1071563"/>
                    <a:pt x="1437323" y="1072515"/>
                  </a:cubicBezTo>
                  <a:cubicBezTo>
                    <a:pt x="1440180" y="1073468"/>
                    <a:pt x="1443038" y="1073468"/>
                    <a:pt x="1445895" y="1074420"/>
                  </a:cubicBezTo>
                  <a:cubicBezTo>
                    <a:pt x="1448753" y="1075373"/>
                    <a:pt x="1451610" y="1075373"/>
                    <a:pt x="1455420" y="1075373"/>
                  </a:cubicBezTo>
                  <a:cubicBezTo>
                    <a:pt x="1458278" y="1075373"/>
                    <a:pt x="1461135" y="1076325"/>
                    <a:pt x="1463993" y="1076325"/>
                  </a:cubicBezTo>
                  <a:cubicBezTo>
                    <a:pt x="1466850" y="1076325"/>
                    <a:pt x="1470660" y="1077278"/>
                    <a:pt x="1473518" y="1077278"/>
                  </a:cubicBezTo>
                  <a:cubicBezTo>
                    <a:pt x="1476375" y="1077278"/>
                    <a:pt x="1479233" y="1078230"/>
                    <a:pt x="1481138" y="1078230"/>
                  </a:cubicBezTo>
                  <a:cubicBezTo>
                    <a:pt x="1484948" y="1078230"/>
                    <a:pt x="1487805" y="1079183"/>
                    <a:pt x="1491615" y="1079183"/>
                  </a:cubicBezTo>
                  <a:cubicBezTo>
                    <a:pt x="1494473" y="1079183"/>
                    <a:pt x="1496378" y="1079183"/>
                    <a:pt x="1499235" y="1080135"/>
                  </a:cubicBezTo>
                  <a:cubicBezTo>
                    <a:pt x="1503045" y="1080135"/>
                    <a:pt x="1506855" y="1080135"/>
                    <a:pt x="1510665" y="1081088"/>
                  </a:cubicBezTo>
                  <a:cubicBezTo>
                    <a:pt x="1512570" y="1081088"/>
                    <a:pt x="1515428" y="1081088"/>
                    <a:pt x="1517333" y="1081088"/>
                  </a:cubicBezTo>
                  <a:cubicBezTo>
                    <a:pt x="1521143" y="1081088"/>
                    <a:pt x="1524953" y="1081088"/>
                    <a:pt x="1529715" y="1081088"/>
                  </a:cubicBezTo>
                  <a:cubicBezTo>
                    <a:pt x="1531620" y="1081088"/>
                    <a:pt x="1533525" y="1081088"/>
                    <a:pt x="1535430" y="1081088"/>
                  </a:cubicBezTo>
                  <a:cubicBezTo>
                    <a:pt x="1535430" y="1081088"/>
                    <a:pt x="1535430" y="1081088"/>
                    <a:pt x="1536383" y="1081088"/>
                  </a:cubicBezTo>
                  <a:cubicBezTo>
                    <a:pt x="1544003" y="1081088"/>
                    <a:pt x="1551623" y="1081088"/>
                    <a:pt x="1560195" y="1080135"/>
                  </a:cubicBezTo>
                  <a:cubicBezTo>
                    <a:pt x="1563053" y="1080135"/>
                    <a:pt x="1564958" y="1080135"/>
                    <a:pt x="1567815" y="1080135"/>
                  </a:cubicBezTo>
                  <a:cubicBezTo>
                    <a:pt x="1573530" y="1080135"/>
                    <a:pt x="1580198" y="1079183"/>
                    <a:pt x="1585913" y="1079183"/>
                  </a:cubicBezTo>
                  <a:cubicBezTo>
                    <a:pt x="1589723" y="1079183"/>
                    <a:pt x="1594485" y="1078230"/>
                    <a:pt x="1598295" y="1078230"/>
                  </a:cubicBezTo>
                  <a:cubicBezTo>
                    <a:pt x="1602105" y="1077278"/>
                    <a:pt x="1606868" y="1077278"/>
                    <a:pt x="1610678" y="1076325"/>
                  </a:cubicBezTo>
                  <a:cubicBezTo>
                    <a:pt x="1614488" y="1075373"/>
                    <a:pt x="1619250" y="1075373"/>
                    <a:pt x="1623060" y="1074420"/>
                  </a:cubicBezTo>
                  <a:cubicBezTo>
                    <a:pt x="1625918" y="1074420"/>
                    <a:pt x="1628775" y="1073468"/>
                    <a:pt x="1631633" y="1072515"/>
                  </a:cubicBezTo>
                  <a:cubicBezTo>
                    <a:pt x="1639253" y="1071563"/>
                    <a:pt x="1646873" y="1069658"/>
                    <a:pt x="1654493" y="1067753"/>
                  </a:cubicBezTo>
                  <a:cubicBezTo>
                    <a:pt x="1656398" y="1066800"/>
                    <a:pt x="1659255" y="1066800"/>
                    <a:pt x="1661160" y="1065848"/>
                  </a:cubicBezTo>
                  <a:cubicBezTo>
                    <a:pt x="1665923" y="1064895"/>
                    <a:pt x="1670685" y="1063943"/>
                    <a:pt x="1675448" y="1062038"/>
                  </a:cubicBezTo>
                  <a:cubicBezTo>
                    <a:pt x="1676400" y="1062038"/>
                    <a:pt x="1677353" y="1062038"/>
                    <a:pt x="1678305" y="1061085"/>
                  </a:cubicBezTo>
                  <a:cubicBezTo>
                    <a:pt x="1686878" y="1058228"/>
                    <a:pt x="1696403" y="1056323"/>
                    <a:pt x="1704975" y="1052513"/>
                  </a:cubicBezTo>
                  <a:cubicBezTo>
                    <a:pt x="1707833" y="1051560"/>
                    <a:pt x="1710690" y="1050608"/>
                    <a:pt x="1713548" y="1049655"/>
                  </a:cubicBezTo>
                  <a:cubicBezTo>
                    <a:pt x="1717358" y="1048703"/>
                    <a:pt x="1721168" y="1046798"/>
                    <a:pt x="1724978" y="1045845"/>
                  </a:cubicBezTo>
                  <a:cubicBezTo>
                    <a:pt x="1724978" y="1045845"/>
                    <a:pt x="1725930" y="1045845"/>
                    <a:pt x="1725930" y="1045845"/>
                  </a:cubicBezTo>
                  <a:cubicBezTo>
                    <a:pt x="1726883" y="1045845"/>
                    <a:pt x="1727835" y="1044893"/>
                    <a:pt x="1728788" y="1044893"/>
                  </a:cubicBezTo>
                  <a:cubicBezTo>
                    <a:pt x="1736408" y="1042035"/>
                    <a:pt x="1743075" y="1039178"/>
                    <a:pt x="1749743" y="1036320"/>
                  </a:cubicBezTo>
                  <a:cubicBezTo>
                    <a:pt x="1752600" y="1035368"/>
                    <a:pt x="1755458" y="1033463"/>
                    <a:pt x="1757363" y="1032510"/>
                  </a:cubicBezTo>
                  <a:cubicBezTo>
                    <a:pt x="1763078" y="1029653"/>
                    <a:pt x="1768793" y="1027748"/>
                    <a:pt x="1773555" y="1024890"/>
                  </a:cubicBezTo>
                  <a:cubicBezTo>
                    <a:pt x="1777365" y="1022985"/>
                    <a:pt x="1780223" y="1021080"/>
                    <a:pt x="1784033" y="1019175"/>
                  </a:cubicBezTo>
                  <a:cubicBezTo>
                    <a:pt x="1788795" y="1017270"/>
                    <a:pt x="1792605" y="1014413"/>
                    <a:pt x="1797368" y="1012508"/>
                  </a:cubicBezTo>
                  <a:cubicBezTo>
                    <a:pt x="1801178" y="1010603"/>
                    <a:pt x="1805940" y="1007745"/>
                    <a:pt x="1809750" y="1005840"/>
                  </a:cubicBezTo>
                  <a:cubicBezTo>
                    <a:pt x="1813560" y="1003935"/>
                    <a:pt x="1817370" y="1001078"/>
                    <a:pt x="1820228" y="999173"/>
                  </a:cubicBezTo>
                  <a:cubicBezTo>
                    <a:pt x="1823085" y="997268"/>
                    <a:pt x="1825943" y="995363"/>
                    <a:pt x="1828800" y="993458"/>
                  </a:cubicBezTo>
                  <a:cubicBezTo>
                    <a:pt x="1831658" y="991553"/>
                    <a:pt x="1834515" y="989648"/>
                    <a:pt x="1837373" y="987743"/>
                  </a:cubicBezTo>
                  <a:cubicBezTo>
                    <a:pt x="1885950" y="958215"/>
                    <a:pt x="1948815" y="961073"/>
                    <a:pt x="1994535" y="999173"/>
                  </a:cubicBezTo>
                  <a:lnTo>
                    <a:pt x="1995488" y="1000125"/>
                  </a:lnTo>
                  <a:cubicBezTo>
                    <a:pt x="2054543" y="1049655"/>
                    <a:pt x="2070735" y="1131570"/>
                    <a:pt x="2041208" y="1198245"/>
                  </a:cubicBezTo>
                  <a:cubicBezTo>
                    <a:pt x="2040255" y="1200150"/>
                    <a:pt x="2039303" y="1202055"/>
                    <a:pt x="2038350" y="1203960"/>
                  </a:cubicBezTo>
                  <a:cubicBezTo>
                    <a:pt x="2007870" y="1270635"/>
                    <a:pt x="1988820" y="1342073"/>
                    <a:pt x="1982153" y="1413510"/>
                  </a:cubicBezTo>
                  <a:cubicBezTo>
                    <a:pt x="1960245" y="1628775"/>
                    <a:pt x="2041208" y="1850708"/>
                    <a:pt x="2219325" y="1999298"/>
                  </a:cubicBezTo>
                  <a:cubicBezTo>
                    <a:pt x="2505075" y="2239328"/>
                    <a:pt x="2930843" y="2202180"/>
                    <a:pt x="3169920" y="1916430"/>
                  </a:cubicBezTo>
                  <a:cubicBezTo>
                    <a:pt x="3416618" y="1629728"/>
                    <a:pt x="3378518" y="1203960"/>
                    <a:pt x="3093720" y="963930"/>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Verdana"/>
                <a:ea typeface="+mn-ea"/>
                <a:cs typeface="+mn-cs"/>
              </a:endParaRPr>
            </a:p>
          </p:txBody>
        </p:sp>
        <p:sp>
          <p:nvSpPr>
            <p:cNvPr id="21" name="Grafik 19">
              <a:extLst>
                <a:ext uri="{FF2B5EF4-FFF2-40B4-BE49-F238E27FC236}">
                  <a16:creationId xmlns:a16="http://schemas.microsoft.com/office/drawing/2014/main" id="{5B4309B9-49EE-481B-B23E-0639B473573A}"/>
                </a:ext>
              </a:extLst>
            </p:cNvPr>
            <p:cNvSpPr/>
            <p:nvPr/>
          </p:nvSpPr>
          <p:spPr>
            <a:xfrm rot="18807008">
              <a:off x="7035915" y="1813421"/>
              <a:ext cx="1438550" cy="2107336"/>
            </a:xfrm>
            <a:custGeom>
              <a:avLst/>
              <a:gdLst>
                <a:gd name="connsiteX0" fmla="*/ 2701168 w 3617914"/>
                <a:gd name="connsiteY0" fmla="*/ 113654 h 5299894"/>
                <a:gd name="connsiteX1" fmla="*/ 760925 w 3617914"/>
                <a:gd name="connsiteY1" fmla="*/ 917564 h 5299894"/>
                <a:gd name="connsiteX2" fmla="*/ 1133353 w 3617914"/>
                <a:gd name="connsiteY2" fmla="*/ 2584439 h 5299894"/>
                <a:gd name="connsiteX3" fmla="*/ 1267655 w 3617914"/>
                <a:gd name="connsiteY3" fmla="*/ 2693024 h 5299894"/>
                <a:gd name="connsiteX4" fmla="*/ 1271465 w 3617914"/>
                <a:gd name="connsiteY4" fmla="*/ 2695882 h 5299894"/>
                <a:gd name="connsiteX5" fmla="*/ 1391480 w 3617914"/>
                <a:gd name="connsiteY5" fmla="*/ 3134984 h 5299894"/>
                <a:gd name="connsiteX6" fmla="*/ 1333378 w 3617914"/>
                <a:gd name="connsiteY6" fmla="*/ 3275954 h 5299894"/>
                <a:gd name="connsiteX7" fmla="*/ 1083823 w 3617914"/>
                <a:gd name="connsiteY7" fmla="*/ 3419782 h 5299894"/>
                <a:gd name="connsiteX8" fmla="*/ 1077155 w 3617914"/>
                <a:gd name="connsiteY8" fmla="*/ 3418829 h 5299894"/>
                <a:gd name="connsiteX9" fmla="*/ 822838 w 3617914"/>
                <a:gd name="connsiteY9" fmla="*/ 3417877 h 5299894"/>
                <a:gd name="connsiteX10" fmla="*/ 72268 w 3617914"/>
                <a:gd name="connsiteY10" fmla="*/ 3993187 h 5299894"/>
                <a:gd name="connsiteX11" fmla="*/ 583760 w 3617914"/>
                <a:gd name="connsiteY11" fmla="*/ 5227627 h 5299894"/>
                <a:gd name="connsiteX12" fmla="*/ 1818200 w 3617914"/>
                <a:gd name="connsiteY12" fmla="*/ 4716134 h 5299894"/>
                <a:gd name="connsiteX13" fmla="*/ 1694375 w 3617914"/>
                <a:gd name="connsiteY13" fmla="*/ 3778874 h 5299894"/>
                <a:gd name="connsiteX14" fmla="*/ 1513400 w 3617914"/>
                <a:gd name="connsiteY14" fmla="*/ 3599804 h 5299894"/>
                <a:gd name="connsiteX15" fmla="*/ 1507685 w 3617914"/>
                <a:gd name="connsiteY15" fmla="*/ 3595994 h 5299894"/>
                <a:gd name="connsiteX16" fmla="*/ 1432438 w 3617914"/>
                <a:gd name="connsiteY16" fmla="*/ 3317864 h 5299894"/>
                <a:gd name="connsiteX17" fmla="*/ 1490540 w 3617914"/>
                <a:gd name="connsiteY17" fmla="*/ 3176894 h 5299894"/>
                <a:gd name="connsiteX18" fmla="*/ 1885828 w 3617914"/>
                <a:gd name="connsiteY18" fmla="*/ 2951152 h 5299894"/>
                <a:gd name="connsiteX19" fmla="*/ 1889638 w 3617914"/>
                <a:gd name="connsiteY19" fmla="*/ 2952104 h 5299894"/>
                <a:gd name="connsiteX20" fmla="*/ 2061088 w 3617914"/>
                <a:gd name="connsiteY20" fmla="*/ 2970202 h 5299894"/>
                <a:gd name="connsiteX21" fmla="*/ 3503173 w 3617914"/>
                <a:gd name="connsiteY21" fmla="*/ 2054849 h 5299894"/>
                <a:gd name="connsiteX22" fmla="*/ 2701168 w 3617914"/>
                <a:gd name="connsiteY22" fmla="*/ 113654 h 5299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7914" h="5299894">
                  <a:moveTo>
                    <a:pt x="2701168" y="113654"/>
                  </a:moveTo>
                  <a:cubicBezTo>
                    <a:pt x="1943930" y="-200671"/>
                    <a:pt x="1075250" y="159374"/>
                    <a:pt x="760925" y="917564"/>
                  </a:cubicBezTo>
                  <a:cubicBezTo>
                    <a:pt x="514228" y="1511924"/>
                    <a:pt x="682820" y="2174864"/>
                    <a:pt x="1133353" y="2584439"/>
                  </a:cubicBezTo>
                  <a:cubicBezTo>
                    <a:pt x="1175263" y="2622539"/>
                    <a:pt x="1220030" y="2658734"/>
                    <a:pt x="1267655" y="2693024"/>
                  </a:cubicBezTo>
                  <a:cubicBezTo>
                    <a:pt x="1268608" y="2693977"/>
                    <a:pt x="1269560" y="2694929"/>
                    <a:pt x="1271465" y="2695882"/>
                  </a:cubicBezTo>
                  <a:cubicBezTo>
                    <a:pt x="1403863" y="2794942"/>
                    <a:pt x="1458155" y="2974964"/>
                    <a:pt x="1391480" y="3134984"/>
                  </a:cubicBezTo>
                  <a:lnTo>
                    <a:pt x="1333378" y="3275954"/>
                  </a:lnTo>
                  <a:cubicBezTo>
                    <a:pt x="1291468" y="3376919"/>
                    <a:pt x="1187645" y="3434069"/>
                    <a:pt x="1083823" y="3419782"/>
                  </a:cubicBezTo>
                  <a:cubicBezTo>
                    <a:pt x="1081918" y="3419782"/>
                    <a:pt x="1079060" y="3418829"/>
                    <a:pt x="1077155" y="3418829"/>
                  </a:cubicBezTo>
                  <a:cubicBezTo>
                    <a:pt x="991430" y="3406447"/>
                    <a:pt x="905705" y="3406447"/>
                    <a:pt x="822838" y="3417877"/>
                  </a:cubicBezTo>
                  <a:cubicBezTo>
                    <a:pt x="498988" y="3460739"/>
                    <a:pt x="206570" y="3670289"/>
                    <a:pt x="72268" y="3993187"/>
                  </a:cubicBezTo>
                  <a:cubicBezTo>
                    <a:pt x="-127757" y="4475152"/>
                    <a:pt x="101795" y="5028555"/>
                    <a:pt x="583760" y="5227627"/>
                  </a:cubicBezTo>
                  <a:cubicBezTo>
                    <a:pt x="1065725" y="5427652"/>
                    <a:pt x="1619128" y="5198100"/>
                    <a:pt x="1818200" y="4716134"/>
                  </a:cubicBezTo>
                  <a:cubicBezTo>
                    <a:pt x="1952503" y="4392284"/>
                    <a:pt x="1893448" y="4037954"/>
                    <a:pt x="1694375" y="3778874"/>
                  </a:cubicBezTo>
                  <a:cubicBezTo>
                    <a:pt x="1642940" y="3712199"/>
                    <a:pt x="1582933" y="3651239"/>
                    <a:pt x="1513400" y="3599804"/>
                  </a:cubicBezTo>
                  <a:cubicBezTo>
                    <a:pt x="1511495" y="3598852"/>
                    <a:pt x="1509590" y="3596947"/>
                    <a:pt x="1507685" y="3595994"/>
                  </a:cubicBezTo>
                  <a:cubicBezTo>
                    <a:pt x="1424818" y="3532177"/>
                    <a:pt x="1391480" y="3418829"/>
                    <a:pt x="1432438" y="3317864"/>
                  </a:cubicBezTo>
                  <a:lnTo>
                    <a:pt x="1490540" y="3176894"/>
                  </a:lnTo>
                  <a:cubicBezTo>
                    <a:pt x="1557215" y="3016874"/>
                    <a:pt x="1721998" y="2927339"/>
                    <a:pt x="1885828" y="2951152"/>
                  </a:cubicBezTo>
                  <a:cubicBezTo>
                    <a:pt x="1886780" y="2951152"/>
                    <a:pt x="1888685" y="2952104"/>
                    <a:pt x="1889638" y="2952104"/>
                  </a:cubicBezTo>
                  <a:cubicBezTo>
                    <a:pt x="1946788" y="2961629"/>
                    <a:pt x="2003938" y="2967344"/>
                    <a:pt x="2061088" y="2970202"/>
                  </a:cubicBezTo>
                  <a:cubicBezTo>
                    <a:pt x="2668783" y="2998777"/>
                    <a:pt x="3257428" y="2649209"/>
                    <a:pt x="3503173" y="2054849"/>
                  </a:cubicBezTo>
                  <a:cubicBezTo>
                    <a:pt x="3819403" y="1296659"/>
                    <a:pt x="3459358" y="427979"/>
                    <a:pt x="2701168" y="113654"/>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Verdana"/>
                <a:ea typeface="+mn-ea"/>
                <a:cs typeface="+mn-cs"/>
              </a:endParaRPr>
            </a:p>
          </p:txBody>
        </p:sp>
        <p:sp>
          <p:nvSpPr>
            <p:cNvPr id="25" name="Freihandform: Form 24">
              <a:extLst>
                <a:ext uri="{FF2B5EF4-FFF2-40B4-BE49-F238E27FC236}">
                  <a16:creationId xmlns:a16="http://schemas.microsoft.com/office/drawing/2014/main" id="{6ECE866B-98C5-47CF-8B2D-440395C4B932}"/>
                </a:ext>
              </a:extLst>
            </p:cNvPr>
            <p:cNvSpPr/>
            <p:nvPr/>
          </p:nvSpPr>
          <p:spPr>
            <a:xfrm>
              <a:off x="1448521" y="1328981"/>
              <a:ext cx="7020657" cy="3361408"/>
            </a:xfrm>
            <a:custGeom>
              <a:avLst/>
              <a:gdLst>
                <a:gd name="connsiteX0" fmla="*/ 3648463 w 7020657"/>
                <a:gd name="connsiteY0" fmla="*/ 3109363 h 3361408"/>
                <a:gd name="connsiteX1" fmla="*/ 3515103 w 7020657"/>
                <a:gd name="connsiteY1" fmla="*/ 3123432 h 3361408"/>
                <a:gd name="connsiteX2" fmla="*/ 3461505 w 7020657"/>
                <a:gd name="connsiteY2" fmla="*/ 3118516 h 3361408"/>
                <a:gd name="connsiteX3" fmla="*/ 3515104 w 7020657"/>
                <a:gd name="connsiteY3" fmla="*/ 3123432 h 3361408"/>
                <a:gd name="connsiteX4" fmla="*/ 6124147 w 7020657"/>
                <a:gd name="connsiteY4" fmla="*/ 3002705 h 3361408"/>
                <a:gd name="connsiteX5" fmla="*/ 6188923 w 7020657"/>
                <a:gd name="connsiteY5" fmla="*/ 3072335 h 3361408"/>
                <a:gd name="connsiteX6" fmla="*/ 6926203 w 7020657"/>
                <a:gd name="connsiteY6" fmla="*/ 3324010 h 3361408"/>
                <a:gd name="connsiteX7" fmla="*/ 7014988 w 7020657"/>
                <a:gd name="connsiteY7" fmla="*/ 3310279 h 3361408"/>
                <a:gd name="connsiteX8" fmla="*/ 7001075 w 7020657"/>
                <a:gd name="connsiteY8" fmla="*/ 3338479 h 3361408"/>
                <a:gd name="connsiteX9" fmla="*/ 6940960 w 7020657"/>
                <a:gd name="connsiteY9" fmla="*/ 3361408 h 3361408"/>
                <a:gd name="connsiteX10" fmla="*/ 6618704 w 7020657"/>
                <a:gd name="connsiteY10" fmla="*/ 3361408 h 3361408"/>
                <a:gd name="connsiteX11" fmla="*/ 6395599 w 7020657"/>
                <a:gd name="connsiteY11" fmla="*/ 3321745 h 3361408"/>
                <a:gd name="connsiteX12" fmla="*/ 6246864 w 7020657"/>
                <a:gd name="connsiteY12" fmla="*/ 3227549 h 3361408"/>
                <a:gd name="connsiteX13" fmla="*/ 6241909 w 7020657"/>
                <a:gd name="connsiteY13" fmla="*/ 3222589 h 3361408"/>
                <a:gd name="connsiteX14" fmla="*/ 6207202 w 7020657"/>
                <a:gd name="connsiteY14" fmla="*/ 3182926 h 3361408"/>
                <a:gd name="connsiteX15" fmla="*/ 6202247 w 7020657"/>
                <a:gd name="connsiteY15" fmla="*/ 3177971 h 3361408"/>
                <a:gd name="connsiteX16" fmla="*/ 6177455 w 7020657"/>
                <a:gd name="connsiteY16" fmla="*/ 3138308 h 3361408"/>
                <a:gd name="connsiteX17" fmla="*/ 6177455 w 7020657"/>
                <a:gd name="connsiteY17" fmla="*/ 3133348 h 3361408"/>
                <a:gd name="connsiteX18" fmla="*/ 6152668 w 7020657"/>
                <a:gd name="connsiteY18" fmla="*/ 3088730 h 3361408"/>
                <a:gd name="connsiteX19" fmla="*/ 6132837 w 7020657"/>
                <a:gd name="connsiteY19" fmla="*/ 3039152 h 3361408"/>
                <a:gd name="connsiteX20" fmla="*/ 2420514 w 7020657"/>
                <a:gd name="connsiteY20" fmla="*/ 2406699 h 3361408"/>
                <a:gd name="connsiteX21" fmla="*/ 2498747 w 7020657"/>
                <a:gd name="connsiteY21" fmla="*/ 2478915 h 3361408"/>
                <a:gd name="connsiteX22" fmla="*/ 2718247 w 7020657"/>
                <a:gd name="connsiteY22" fmla="*/ 2677312 h 3361408"/>
                <a:gd name="connsiteX23" fmla="*/ 2498746 w 7020657"/>
                <a:gd name="connsiteY23" fmla="*/ 2478915 h 3361408"/>
                <a:gd name="connsiteX24" fmla="*/ 6103088 w 7020657"/>
                <a:gd name="connsiteY24" fmla="*/ 2290496 h 3361408"/>
                <a:gd name="connsiteX25" fmla="*/ 6103091 w 7020657"/>
                <a:gd name="connsiteY25" fmla="*/ 2290517 h 3361408"/>
                <a:gd name="connsiteX26" fmla="*/ 6103091 w 7020657"/>
                <a:gd name="connsiteY26" fmla="*/ 2840839 h 3361408"/>
                <a:gd name="connsiteX27" fmla="*/ 6108825 w 7020657"/>
                <a:gd name="connsiteY27" fmla="*/ 2921614 h 3361408"/>
                <a:gd name="connsiteX28" fmla="*/ 6103090 w 7020657"/>
                <a:gd name="connsiteY28" fmla="*/ 2840839 h 3361408"/>
                <a:gd name="connsiteX29" fmla="*/ 6103090 w 7020657"/>
                <a:gd name="connsiteY29" fmla="*/ 2290517 h 3361408"/>
                <a:gd name="connsiteX30" fmla="*/ 6077936 w 7020657"/>
                <a:gd name="connsiteY30" fmla="*/ 2122601 h 3361408"/>
                <a:gd name="connsiteX31" fmla="*/ 6084265 w 7020657"/>
                <a:gd name="connsiteY31" fmla="*/ 2137048 h 3361408"/>
                <a:gd name="connsiteX32" fmla="*/ 6086340 w 7020657"/>
                <a:gd name="connsiteY32" fmla="*/ 2153961 h 3361408"/>
                <a:gd name="connsiteX33" fmla="*/ 5051393 w 7020657"/>
                <a:gd name="connsiteY33" fmla="*/ 2021321 h 3361408"/>
                <a:gd name="connsiteX34" fmla="*/ 5027239 w 7020657"/>
                <a:gd name="connsiteY34" fmla="*/ 2037670 h 3361408"/>
                <a:gd name="connsiteX35" fmla="*/ 4906392 w 7020657"/>
                <a:gd name="connsiteY35" fmla="*/ 2135586 h 3361408"/>
                <a:gd name="connsiteX36" fmla="*/ 4877518 w 7020657"/>
                <a:gd name="connsiteY36" fmla="*/ 2161557 h 3361408"/>
                <a:gd name="connsiteX37" fmla="*/ 4906392 w 7020657"/>
                <a:gd name="connsiteY37" fmla="*/ 2135586 h 3361408"/>
                <a:gd name="connsiteX38" fmla="*/ 5027239 w 7020657"/>
                <a:gd name="connsiteY38" fmla="*/ 2037670 h 3361408"/>
                <a:gd name="connsiteX39" fmla="*/ 1696129 w 7020657"/>
                <a:gd name="connsiteY39" fmla="*/ 1848090 h 3361408"/>
                <a:gd name="connsiteX40" fmla="*/ 1710455 w 7020657"/>
                <a:gd name="connsiteY40" fmla="*/ 1854229 h 3361408"/>
                <a:gd name="connsiteX41" fmla="*/ 1755072 w 7020657"/>
                <a:gd name="connsiteY41" fmla="*/ 1879020 h 3361408"/>
                <a:gd name="connsiteX42" fmla="*/ 1998008 w 7020657"/>
                <a:gd name="connsiteY42" fmla="*/ 2032710 h 3361408"/>
                <a:gd name="connsiteX43" fmla="*/ 2260771 w 7020657"/>
                <a:gd name="connsiteY43" fmla="*/ 2260770 h 3361408"/>
                <a:gd name="connsiteX44" fmla="*/ 2265731 w 7020657"/>
                <a:gd name="connsiteY44" fmla="*/ 2265730 h 3361408"/>
                <a:gd name="connsiteX45" fmla="*/ 2290250 w 7020657"/>
                <a:gd name="connsiteY45" fmla="*/ 2287183 h 3361408"/>
                <a:gd name="connsiteX46" fmla="*/ 2265731 w 7020657"/>
                <a:gd name="connsiteY46" fmla="*/ 2265731 h 3361408"/>
                <a:gd name="connsiteX47" fmla="*/ 2260770 w 7020657"/>
                <a:gd name="connsiteY47" fmla="*/ 2260770 h 3361408"/>
                <a:gd name="connsiteX48" fmla="*/ 1998008 w 7020657"/>
                <a:gd name="connsiteY48" fmla="*/ 2032710 h 3361408"/>
                <a:gd name="connsiteX49" fmla="*/ 1755072 w 7020657"/>
                <a:gd name="connsiteY49" fmla="*/ 1879020 h 3361408"/>
                <a:gd name="connsiteX50" fmla="*/ 1710454 w 7020657"/>
                <a:gd name="connsiteY50" fmla="*/ 1854228 h 3361408"/>
                <a:gd name="connsiteX51" fmla="*/ 1636233 w 7020657"/>
                <a:gd name="connsiteY51" fmla="*/ 1215543 h 3361408"/>
                <a:gd name="connsiteX52" fmla="*/ 1826029 w 7020657"/>
                <a:gd name="connsiteY52" fmla="*/ 1323060 h 3361408"/>
                <a:gd name="connsiteX53" fmla="*/ 1826767 w 7020657"/>
                <a:gd name="connsiteY53" fmla="*/ 1325120 h 3361408"/>
                <a:gd name="connsiteX54" fmla="*/ 1809078 w 7020657"/>
                <a:gd name="connsiteY54" fmla="*/ 1558251 h 3361408"/>
                <a:gd name="connsiteX55" fmla="*/ 1805031 w 7020657"/>
                <a:gd name="connsiteY55" fmla="*/ 1563190 h 3361408"/>
                <a:gd name="connsiteX56" fmla="*/ 1670800 w 7020657"/>
                <a:gd name="connsiteY56" fmla="*/ 1772929 h 3361408"/>
                <a:gd name="connsiteX57" fmla="*/ 1649589 w 7020657"/>
                <a:gd name="connsiteY57" fmla="*/ 1831521 h 3361408"/>
                <a:gd name="connsiteX58" fmla="*/ 1671500 w 7020657"/>
                <a:gd name="connsiteY58" fmla="*/ 1838085 h 3361408"/>
                <a:gd name="connsiteX59" fmla="*/ 1541265 w 7020657"/>
                <a:gd name="connsiteY59" fmla="*/ 1799073 h 3361408"/>
                <a:gd name="connsiteX60" fmla="*/ 1403068 w 7020657"/>
                <a:gd name="connsiteY60" fmla="*/ 1784819 h 3361408"/>
                <a:gd name="connsiteX61" fmla="*/ 1056020 w 7020657"/>
                <a:gd name="connsiteY61" fmla="*/ 1923638 h 3361408"/>
                <a:gd name="connsiteX62" fmla="*/ 997456 w 7020657"/>
                <a:gd name="connsiteY62" fmla="*/ 1998936 h 3361408"/>
                <a:gd name="connsiteX63" fmla="*/ 983451 w 7020657"/>
                <a:gd name="connsiteY63" fmla="*/ 2027256 h 3361408"/>
                <a:gd name="connsiteX64" fmla="*/ 984565 w 7020657"/>
                <a:gd name="connsiteY64" fmla="*/ 2016380 h 3361408"/>
                <a:gd name="connsiteX65" fmla="*/ 984488 w 7020657"/>
                <a:gd name="connsiteY65" fmla="*/ 2012918 h 3361408"/>
                <a:gd name="connsiteX66" fmla="*/ 984291 w 7020657"/>
                <a:gd name="connsiteY66" fmla="*/ 1957162 h 3361408"/>
                <a:gd name="connsiteX67" fmla="*/ 984216 w 7020657"/>
                <a:gd name="connsiteY67" fmla="*/ 1953700 h 3361408"/>
                <a:gd name="connsiteX68" fmla="*/ 982570 w 7020657"/>
                <a:gd name="connsiteY68" fmla="*/ 1926376 h 3361408"/>
                <a:gd name="connsiteX69" fmla="*/ 982201 w 7020657"/>
                <a:gd name="connsiteY69" fmla="*/ 1925345 h 3361408"/>
                <a:gd name="connsiteX70" fmla="*/ 979525 w 7020657"/>
                <a:gd name="connsiteY70" fmla="*/ 1898390 h 3361408"/>
                <a:gd name="connsiteX71" fmla="*/ 978710 w 7020657"/>
                <a:gd name="connsiteY71" fmla="*/ 1892867 h 3361408"/>
                <a:gd name="connsiteX72" fmla="*/ 975450 w 7020657"/>
                <a:gd name="connsiteY72" fmla="*/ 1870775 h 3361408"/>
                <a:gd name="connsiteX73" fmla="*/ 974635 w 7020657"/>
                <a:gd name="connsiteY73" fmla="*/ 1865251 h 3361408"/>
                <a:gd name="connsiteX74" fmla="*/ 969235 w 7020657"/>
                <a:gd name="connsiteY74" fmla="*/ 1840435 h 3361408"/>
                <a:gd name="connsiteX75" fmla="*/ 967314 w 7020657"/>
                <a:gd name="connsiteY75" fmla="*/ 1831819 h 3361408"/>
                <a:gd name="connsiteX76" fmla="*/ 962437 w 7020657"/>
                <a:gd name="connsiteY76" fmla="*/ 1814955 h 3361408"/>
                <a:gd name="connsiteX77" fmla="*/ 960145 w 7020657"/>
                <a:gd name="connsiteY77" fmla="*/ 1805309 h 3361408"/>
                <a:gd name="connsiteX78" fmla="*/ 953422 w 7020657"/>
                <a:gd name="connsiteY78" fmla="*/ 1783293 h 3361408"/>
                <a:gd name="connsiteX79" fmla="*/ 949362 w 7020657"/>
                <a:gd name="connsiteY79" fmla="*/ 1771955 h 3361408"/>
                <a:gd name="connsiteX80" fmla="*/ 944931 w 7020657"/>
                <a:gd name="connsiteY80" fmla="*/ 1759584 h 3361408"/>
                <a:gd name="connsiteX81" fmla="*/ 940500 w 7020657"/>
                <a:gd name="connsiteY81" fmla="*/ 1747214 h 3361408"/>
                <a:gd name="connsiteX82" fmla="*/ 932455 w 7020657"/>
                <a:gd name="connsiteY82" fmla="*/ 1727998 h 3361408"/>
                <a:gd name="connsiteX83" fmla="*/ 926626 w 7020657"/>
                <a:gd name="connsiteY83" fmla="*/ 1714967 h 3361408"/>
                <a:gd name="connsiteX84" fmla="*/ 921533 w 7020657"/>
                <a:gd name="connsiteY84" fmla="*/ 1703997 h 3361408"/>
                <a:gd name="connsiteX85" fmla="*/ 914673 w 7020657"/>
                <a:gd name="connsiteY85" fmla="*/ 1691335 h 3361408"/>
                <a:gd name="connsiteX86" fmla="*/ 907442 w 7020657"/>
                <a:gd name="connsiteY86" fmla="*/ 1677641 h 3361408"/>
                <a:gd name="connsiteX87" fmla="*/ 898073 w 7020657"/>
                <a:gd name="connsiteY87" fmla="*/ 1661225 h 3361408"/>
                <a:gd name="connsiteX88" fmla="*/ 894458 w 7020657"/>
                <a:gd name="connsiteY88" fmla="*/ 1654378 h 3361408"/>
                <a:gd name="connsiteX89" fmla="*/ 892319 w 7020657"/>
                <a:gd name="connsiteY89" fmla="*/ 1651655 h 3361408"/>
                <a:gd name="connsiteX90" fmla="*/ 879043 w 7020657"/>
                <a:gd name="connsiteY90" fmla="*/ 1630823 h 3361408"/>
                <a:gd name="connsiteX91" fmla="*/ 874396 w 7020657"/>
                <a:gd name="connsiteY91" fmla="*/ 1624347 h 3361408"/>
                <a:gd name="connsiteX92" fmla="*/ 859059 w 7020657"/>
                <a:gd name="connsiteY92" fmla="*/ 1604251 h 3361408"/>
                <a:gd name="connsiteX93" fmla="*/ 854413 w 7020657"/>
                <a:gd name="connsiteY93" fmla="*/ 1597775 h 3361408"/>
                <a:gd name="connsiteX94" fmla="*/ 838044 w 7020657"/>
                <a:gd name="connsiteY94" fmla="*/ 1578050 h 3361408"/>
                <a:gd name="connsiteX95" fmla="*/ 833767 w 7020657"/>
                <a:gd name="connsiteY95" fmla="*/ 1572603 h 3361408"/>
                <a:gd name="connsiteX96" fmla="*/ 813199 w 7020657"/>
                <a:gd name="connsiteY96" fmla="*/ 1550894 h 3361408"/>
                <a:gd name="connsiteX97" fmla="*/ 811430 w 7020657"/>
                <a:gd name="connsiteY97" fmla="*/ 1549201 h 3361408"/>
                <a:gd name="connsiteX98" fmla="*/ 803614 w 7020657"/>
                <a:gd name="connsiteY98" fmla="*/ 1540370 h 3361408"/>
                <a:gd name="connsiteX99" fmla="*/ 781945 w 7020657"/>
                <a:gd name="connsiteY99" fmla="*/ 1359717 h 3361408"/>
                <a:gd name="connsiteX100" fmla="*/ 783269 w 7020657"/>
                <a:gd name="connsiteY100" fmla="*/ 1356917 h 3361408"/>
                <a:gd name="connsiteX101" fmla="*/ 1040514 w 7020657"/>
                <a:gd name="connsiteY101" fmla="*/ 1243849 h 3361408"/>
                <a:gd name="connsiteX102" fmla="*/ 1046776 w 7020657"/>
                <a:gd name="connsiteY102" fmla="*/ 1245095 h 3361408"/>
                <a:gd name="connsiteX103" fmla="*/ 1050606 w 7020657"/>
                <a:gd name="connsiteY103" fmla="*/ 1246050 h 3361408"/>
                <a:gd name="connsiteX104" fmla="*/ 1079853 w 7020657"/>
                <a:gd name="connsiteY104" fmla="*/ 1253020 h 3361408"/>
                <a:gd name="connsiteX105" fmla="*/ 1086115 w 7020657"/>
                <a:gd name="connsiteY105" fmla="*/ 1254268 h 3361408"/>
                <a:gd name="connsiteX106" fmla="*/ 1119855 w 7020657"/>
                <a:gd name="connsiteY106" fmla="*/ 1260792 h 3361408"/>
                <a:gd name="connsiteX107" fmla="*/ 1127147 w 7020657"/>
                <a:gd name="connsiteY107" fmla="*/ 1261669 h 3361408"/>
                <a:gd name="connsiteX108" fmla="*/ 1155286 w 7020657"/>
                <a:gd name="connsiteY108" fmla="*/ 1265548 h 3361408"/>
                <a:gd name="connsiteX109" fmla="*/ 1162578 w 7020657"/>
                <a:gd name="connsiteY109" fmla="*/ 1266425 h 3361408"/>
                <a:gd name="connsiteX110" fmla="*/ 1255534 w 7020657"/>
                <a:gd name="connsiteY110" fmla="*/ 1272676 h 3361408"/>
                <a:gd name="connsiteX111" fmla="*/ 1271813 w 7020657"/>
                <a:gd name="connsiteY111" fmla="*/ 1272661 h 3361408"/>
                <a:gd name="connsiteX112" fmla="*/ 1272844 w 7020657"/>
                <a:gd name="connsiteY112" fmla="*/ 1272292 h 3361408"/>
                <a:gd name="connsiteX113" fmla="*/ 1555856 w 7020657"/>
                <a:gd name="connsiteY113" fmla="*/ 1227921 h 3361408"/>
                <a:gd name="connsiteX114" fmla="*/ 1562039 w 7020657"/>
                <a:gd name="connsiteY114" fmla="*/ 1225705 h 3361408"/>
                <a:gd name="connsiteX115" fmla="*/ 1636233 w 7020657"/>
                <a:gd name="connsiteY115" fmla="*/ 1215543 h 3361408"/>
                <a:gd name="connsiteX116" fmla="*/ 1247143 w 7020657"/>
                <a:gd name="connsiteY116" fmla="*/ 176445 h 3361408"/>
                <a:gd name="connsiteX117" fmla="*/ 1308867 w 7020657"/>
                <a:gd name="connsiteY117" fmla="*/ 228060 h 3361408"/>
                <a:gd name="connsiteX118" fmla="*/ 1308867 w 7020657"/>
                <a:gd name="connsiteY118" fmla="*/ 228061 h 3361408"/>
                <a:gd name="connsiteX119" fmla="*/ 5961847 w 7020657"/>
                <a:gd name="connsiteY119" fmla="*/ 21044 h 3361408"/>
                <a:gd name="connsiteX120" fmla="*/ 5954357 w 7020657"/>
                <a:gd name="connsiteY120" fmla="*/ 24792 h 3361408"/>
                <a:gd name="connsiteX121" fmla="*/ 5920889 w 7020657"/>
                <a:gd name="connsiteY121" fmla="*/ 49580 h 3361408"/>
                <a:gd name="connsiteX122" fmla="*/ 5887672 w 7020657"/>
                <a:gd name="connsiteY122" fmla="*/ 81788 h 3361408"/>
                <a:gd name="connsiteX123" fmla="*/ 5920889 w 7020657"/>
                <a:gd name="connsiteY123" fmla="*/ 49580 h 3361408"/>
                <a:gd name="connsiteX124" fmla="*/ 5954355 w 7020657"/>
                <a:gd name="connsiteY124" fmla="*/ 24792 h 3361408"/>
                <a:gd name="connsiteX125" fmla="*/ 6038636 w 7020657"/>
                <a:gd name="connsiteY125" fmla="*/ 4960 h 3361408"/>
                <a:gd name="connsiteX126" fmla="*/ 6509632 w 7020657"/>
                <a:gd name="connsiteY126" fmla="*/ 4960 h 3361408"/>
                <a:gd name="connsiteX127" fmla="*/ 6539379 w 7020657"/>
                <a:gd name="connsiteY127" fmla="*/ 4960 h 3361408"/>
                <a:gd name="connsiteX128" fmla="*/ 6569126 w 7020657"/>
                <a:gd name="connsiteY128" fmla="*/ 4960 h 3361408"/>
                <a:gd name="connsiteX129" fmla="*/ 6608789 w 7020657"/>
                <a:gd name="connsiteY129" fmla="*/ 9916 h 3361408"/>
                <a:gd name="connsiteX130" fmla="*/ 6623659 w 7020657"/>
                <a:gd name="connsiteY130" fmla="*/ 9916 h 3361408"/>
                <a:gd name="connsiteX131" fmla="*/ 6668282 w 7020657"/>
                <a:gd name="connsiteY131" fmla="*/ 19831 h 3361408"/>
                <a:gd name="connsiteX132" fmla="*/ 6673238 w 7020657"/>
                <a:gd name="connsiteY132" fmla="*/ 19831 h 3361408"/>
                <a:gd name="connsiteX133" fmla="*/ 6722816 w 7020657"/>
                <a:gd name="connsiteY133" fmla="*/ 34707 h 3361408"/>
                <a:gd name="connsiteX134" fmla="*/ 6886427 w 7020657"/>
                <a:gd name="connsiteY134" fmla="*/ 133864 h 3361408"/>
                <a:gd name="connsiteX135" fmla="*/ 6891382 w 7020657"/>
                <a:gd name="connsiteY135" fmla="*/ 138819 h 3361408"/>
                <a:gd name="connsiteX136" fmla="*/ 7020285 w 7020657"/>
                <a:gd name="connsiteY136" fmla="*/ 520575 h 3361408"/>
                <a:gd name="connsiteX137" fmla="*/ 7020285 w 7020657"/>
                <a:gd name="connsiteY137" fmla="*/ 1298951 h 3361408"/>
                <a:gd name="connsiteX138" fmla="*/ 7020285 w 7020657"/>
                <a:gd name="connsiteY138" fmla="*/ 1484144 h 3361408"/>
                <a:gd name="connsiteX139" fmla="*/ 7004863 w 7020657"/>
                <a:gd name="connsiteY139" fmla="*/ 1480480 h 3361408"/>
                <a:gd name="connsiteX140" fmla="*/ 6831667 w 7020657"/>
                <a:gd name="connsiteY140" fmla="*/ 1464430 h 3361408"/>
                <a:gd name="connsiteX141" fmla="*/ 6736505 w 7020657"/>
                <a:gd name="connsiteY141" fmla="*/ 1469431 h 3361408"/>
                <a:gd name="connsiteX142" fmla="*/ 6006963 w 7020657"/>
                <a:gd name="connsiteY142" fmla="*/ 1962167 h 3361408"/>
                <a:gd name="connsiteX143" fmla="*/ 6001579 w 7020657"/>
                <a:gd name="connsiteY143" fmla="*/ 1974765 h 3361408"/>
                <a:gd name="connsiteX144" fmla="*/ 6016471 w 7020657"/>
                <a:gd name="connsiteY144" fmla="*/ 1993735 h 3361408"/>
                <a:gd name="connsiteX145" fmla="*/ 5969226 w 7020657"/>
                <a:gd name="connsiteY145" fmla="*/ 1933553 h 3361408"/>
                <a:gd name="connsiteX146" fmla="*/ 5622178 w 7020657"/>
                <a:gd name="connsiteY146" fmla="*/ 1794734 h 3361408"/>
                <a:gd name="connsiteX147" fmla="*/ 5314793 w 7020657"/>
                <a:gd name="connsiteY147" fmla="*/ 1864144 h 3361408"/>
                <a:gd name="connsiteX148" fmla="*/ 5194518 w 7020657"/>
                <a:gd name="connsiteY148" fmla="*/ 1928122 h 3361408"/>
                <a:gd name="connsiteX149" fmla="*/ 5200293 w 7020657"/>
                <a:gd name="connsiteY149" fmla="*/ 1925050 h 3361408"/>
                <a:gd name="connsiteX150" fmla="*/ 5166606 w 7020657"/>
                <a:gd name="connsiteY150" fmla="*/ 1885296 h 3361408"/>
                <a:gd name="connsiteX151" fmla="*/ 5042817 w 7020657"/>
                <a:gd name="connsiteY151" fmla="*/ 1777127 h 3361408"/>
                <a:gd name="connsiteX152" fmla="*/ 5039651 w 7020657"/>
                <a:gd name="connsiteY152" fmla="*/ 1774773 h 3361408"/>
                <a:gd name="connsiteX153" fmla="*/ 4982679 w 7020657"/>
                <a:gd name="connsiteY153" fmla="*/ 1735862 h 3361408"/>
                <a:gd name="connsiteX154" fmla="*/ 4974941 w 7020657"/>
                <a:gd name="connsiteY154" fmla="*/ 1730492 h 3361408"/>
                <a:gd name="connsiteX155" fmla="*/ 4958433 w 7020657"/>
                <a:gd name="connsiteY155" fmla="*/ 1720121 h 3361408"/>
                <a:gd name="connsiteX156" fmla="*/ 4948263 w 7020657"/>
                <a:gd name="connsiteY156" fmla="*/ 1714459 h 3361408"/>
                <a:gd name="connsiteX157" fmla="*/ 4932125 w 7020657"/>
                <a:gd name="connsiteY157" fmla="*/ 1705119 h 3361408"/>
                <a:gd name="connsiteX158" fmla="*/ 4926155 w 7020657"/>
                <a:gd name="connsiteY158" fmla="*/ 1701442 h 3361408"/>
                <a:gd name="connsiteX159" fmla="*/ 4890049 w 7020657"/>
                <a:gd name="connsiteY159" fmla="*/ 1681810 h 3361408"/>
                <a:gd name="connsiteX160" fmla="*/ 4883049 w 7020657"/>
                <a:gd name="connsiteY160" fmla="*/ 1678501 h 3361408"/>
                <a:gd name="connsiteX161" fmla="*/ 4863447 w 7020657"/>
                <a:gd name="connsiteY161" fmla="*/ 1669238 h 3361408"/>
                <a:gd name="connsiteX162" fmla="*/ 4857847 w 7020657"/>
                <a:gd name="connsiteY162" fmla="*/ 1666592 h 3361408"/>
                <a:gd name="connsiteX163" fmla="*/ 4335698 w 7020657"/>
                <a:gd name="connsiteY163" fmla="*/ 1562839 h 3361408"/>
                <a:gd name="connsiteX164" fmla="*/ 4327744 w 7020657"/>
                <a:gd name="connsiteY164" fmla="*/ 1563362 h 3361408"/>
                <a:gd name="connsiteX165" fmla="*/ 4309773 w 7020657"/>
                <a:gd name="connsiteY165" fmla="*/ 1565145 h 3361408"/>
                <a:gd name="connsiteX166" fmla="*/ 4287311 w 7020657"/>
                <a:gd name="connsiteY166" fmla="*/ 1567376 h 3361408"/>
                <a:gd name="connsiteX167" fmla="*/ 4280387 w 7020657"/>
                <a:gd name="connsiteY167" fmla="*/ 1567529 h 3361408"/>
                <a:gd name="connsiteX168" fmla="*/ 4278326 w 7020657"/>
                <a:gd name="connsiteY168" fmla="*/ 1568267 h 3361408"/>
                <a:gd name="connsiteX169" fmla="*/ 4254834 w 7020657"/>
                <a:gd name="connsiteY169" fmla="*/ 1570865 h 3361408"/>
                <a:gd name="connsiteX170" fmla="*/ 4252403 w 7020657"/>
                <a:gd name="connsiteY170" fmla="*/ 1570573 h 3361408"/>
                <a:gd name="connsiteX171" fmla="*/ 4117566 w 7020657"/>
                <a:gd name="connsiteY171" fmla="*/ 1596768 h 3361408"/>
                <a:gd name="connsiteX172" fmla="*/ 3624044 w 7020657"/>
                <a:gd name="connsiteY172" fmla="*/ 1878199 h 3361408"/>
                <a:gd name="connsiteX173" fmla="*/ 3621321 w 7020657"/>
                <a:gd name="connsiteY173" fmla="*/ 1880337 h 3361408"/>
                <a:gd name="connsiteX174" fmla="*/ 3608442 w 7020657"/>
                <a:gd name="connsiteY174" fmla="*/ 1893092 h 3361408"/>
                <a:gd name="connsiteX175" fmla="*/ 3601673 w 7020657"/>
                <a:gd name="connsiteY175" fmla="*/ 1900168 h 3361408"/>
                <a:gd name="connsiteX176" fmla="*/ 3593210 w 7020657"/>
                <a:gd name="connsiteY176" fmla="*/ 1909013 h 3361408"/>
                <a:gd name="connsiteX177" fmla="*/ 3582394 w 7020657"/>
                <a:gd name="connsiteY177" fmla="*/ 1921029 h 3361408"/>
                <a:gd name="connsiteX178" fmla="*/ 3578347 w 7020657"/>
                <a:gd name="connsiteY178" fmla="*/ 1925967 h 3361408"/>
                <a:gd name="connsiteX179" fmla="*/ 3336286 w 7020657"/>
                <a:gd name="connsiteY179" fmla="*/ 2380185 h 3361408"/>
                <a:gd name="connsiteX180" fmla="*/ 3305522 w 7020657"/>
                <a:gd name="connsiteY180" fmla="*/ 2570313 h 3361408"/>
                <a:gd name="connsiteX181" fmla="*/ 3305890 w 7020657"/>
                <a:gd name="connsiteY181" fmla="*/ 2571345 h 3361408"/>
                <a:gd name="connsiteX182" fmla="*/ 3303782 w 7020657"/>
                <a:gd name="connsiteY182" fmla="*/ 2601175 h 3361408"/>
                <a:gd name="connsiteX183" fmla="*/ 3303058 w 7020657"/>
                <a:gd name="connsiteY183" fmla="*/ 2615392 h 3361408"/>
                <a:gd name="connsiteX184" fmla="*/ 3302335 w 7020657"/>
                <a:gd name="connsiteY184" fmla="*/ 2629607 h 3361408"/>
                <a:gd name="connsiteX185" fmla="*/ 3368708 w 7020657"/>
                <a:gd name="connsiteY185" fmla="*/ 3024533 h 3361408"/>
                <a:gd name="connsiteX186" fmla="*/ 3408019 w 7020657"/>
                <a:gd name="connsiteY186" fmla="*/ 3113609 h 3361408"/>
                <a:gd name="connsiteX187" fmla="*/ 3380001 w 7020657"/>
                <a:gd name="connsiteY187" fmla="*/ 3111039 h 3361408"/>
                <a:gd name="connsiteX188" fmla="*/ 3252336 w 7020657"/>
                <a:gd name="connsiteY188" fmla="*/ 3068899 h 3361408"/>
                <a:gd name="connsiteX189" fmla="*/ 3128393 w 7020657"/>
                <a:gd name="connsiteY189" fmla="*/ 3004444 h 3361408"/>
                <a:gd name="connsiteX190" fmla="*/ 3004444 w 7020657"/>
                <a:gd name="connsiteY190" fmla="*/ 2920164 h 3361408"/>
                <a:gd name="connsiteX191" fmla="*/ 2763870 w 7020657"/>
                <a:gd name="connsiteY191" fmla="*/ 2718081 h 3361408"/>
                <a:gd name="connsiteX192" fmla="*/ 2790573 w 7020657"/>
                <a:gd name="connsiteY192" fmla="*/ 2740511 h 3361408"/>
                <a:gd name="connsiteX193" fmla="*/ 2800406 w 7020657"/>
                <a:gd name="connsiteY193" fmla="*/ 2734939 h 3361408"/>
                <a:gd name="connsiteX194" fmla="*/ 3036975 w 7020657"/>
                <a:gd name="connsiteY194" fmla="*/ 1658132 h 3361408"/>
                <a:gd name="connsiteX195" fmla="*/ 2839289 w 7020657"/>
                <a:gd name="connsiteY195" fmla="*/ 1447641 h 3361408"/>
                <a:gd name="connsiteX196" fmla="*/ 2765608 w 7020657"/>
                <a:gd name="connsiteY196" fmla="*/ 1400741 h 3361408"/>
                <a:gd name="connsiteX197" fmla="*/ 2721850 w 7020657"/>
                <a:gd name="connsiteY197" fmla="*/ 1383238 h 3361408"/>
                <a:gd name="connsiteX198" fmla="*/ 2655794 w 7020657"/>
                <a:gd name="connsiteY198" fmla="*/ 1350209 h 3361408"/>
                <a:gd name="connsiteX199" fmla="*/ 2587751 w 7020657"/>
                <a:gd name="connsiteY199" fmla="*/ 1327216 h 3361408"/>
                <a:gd name="connsiteX200" fmla="*/ 2403895 w 7020657"/>
                <a:gd name="connsiteY200" fmla="*/ 1299857 h 3361408"/>
                <a:gd name="connsiteX201" fmla="*/ 2156300 w 7020657"/>
                <a:gd name="connsiteY201" fmla="*/ 1332707 h 3361408"/>
                <a:gd name="connsiteX202" fmla="*/ 2150115 w 7020657"/>
                <a:gd name="connsiteY202" fmla="*/ 1334923 h 3361408"/>
                <a:gd name="connsiteX203" fmla="*/ 1931143 w 7020657"/>
                <a:gd name="connsiteY203" fmla="*/ 1252847 h 3361408"/>
                <a:gd name="connsiteX204" fmla="*/ 1930406 w 7020657"/>
                <a:gd name="connsiteY204" fmla="*/ 1250786 h 3361408"/>
                <a:gd name="connsiteX205" fmla="*/ 1953280 w 7020657"/>
                <a:gd name="connsiteY205" fmla="*/ 970439 h 3361408"/>
                <a:gd name="connsiteX206" fmla="*/ 1957326 w 7020657"/>
                <a:gd name="connsiteY206" fmla="*/ 965501 h 3361408"/>
                <a:gd name="connsiteX207" fmla="*/ 1964098 w 7020657"/>
                <a:gd name="connsiteY207" fmla="*/ 958425 h 3361408"/>
                <a:gd name="connsiteX208" fmla="*/ 1973220 w 7020657"/>
                <a:gd name="connsiteY208" fmla="*/ 948177 h 3361408"/>
                <a:gd name="connsiteX209" fmla="*/ 2020133 w 7020657"/>
                <a:gd name="connsiteY209" fmla="*/ 889810 h 3361408"/>
                <a:gd name="connsiteX210" fmla="*/ 2092204 w 7020657"/>
                <a:gd name="connsiteY210" fmla="*/ 956864 h 3361408"/>
                <a:gd name="connsiteX211" fmla="*/ 2136827 w 7020657"/>
                <a:gd name="connsiteY211" fmla="*/ 996526 h 3361408"/>
                <a:gd name="connsiteX212" fmla="*/ 2201276 w 7020657"/>
                <a:gd name="connsiteY212" fmla="*/ 1051060 h 3361408"/>
                <a:gd name="connsiteX213" fmla="*/ 2206236 w 7020657"/>
                <a:gd name="connsiteY213" fmla="*/ 1056020 h 3361408"/>
                <a:gd name="connsiteX214" fmla="*/ 2270686 w 7020657"/>
                <a:gd name="connsiteY214" fmla="*/ 1105599 h 3361408"/>
                <a:gd name="connsiteX215" fmla="*/ 2280601 w 7020657"/>
                <a:gd name="connsiteY215" fmla="*/ 1110554 h 3361408"/>
                <a:gd name="connsiteX216" fmla="*/ 2340096 w 7020657"/>
                <a:gd name="connsiteY216" fmla="*/ 1155177 h 3361408"/>
                <a:gd name="connsiteX217" fmla="*/ 2354971 w 7020657"/>
                <a:gd name="connsiteY217" fmla="*/ 1165093 h 3361408"/>
                <a:gd name="connsiteX218" fmla="*/ 2414466 w 7020657"/>
                <a:gd name="connsiteY218" fmla="*/ 1204755 h 3361408"/>
                <a:gd name="connsiteX219" fmla="*/ 2434297 w 7020657"/>
                <a:gd name="connsiteY219" fmla="*/ 1219626 h 3361408"/>
                <a:gd name="connsiteX220" fmla="*/ 2488830 w 7020657"/>
                <a:gd name="connsiteY220" fmla="*/ 1254334 h 3361408"/>
                <a:gd name="connsiteX221" fmla="*/ 2518577 w 7020657"/>
                <a:gd name="connsiteY221" fmla="*/ 1274165 h 3361408"/>
                <a:gd name="connsiteX222" fmla="*/ 2563200 w 7020657"/>
                <a:gd name="connsiteY222" fmla="*/ 1298951 h 3361408"/>
                <a:gd name="connsiteX223" fmla="*/ 2607818 w 7020657"/>
                <a:gd name="connsiteY223" fmla="*/ 1323743 h 3361408"/>
                <a:gd name="connsiteX224" fmla="*/ 2642525 w 7020657"/>
                <a:gd name="connsiteY224" fmla="*/ 1343574 h 3361408"/>
                <a:gd name="connsiteX225" fmla="*/ 2721851 w 7020657"/>
                <a:gd name="connsiteY225" fmla="*/ 1383237 h 3361408"/>
                <a:gd name="connsiteX226" fmla="*/ 2796216 w 7020657"/>
                <a:gd name="connsiteY226" fmla="*/ 1412984 h 3361408"/>
                <a:gd name="connsiteX227" fmla="*/ 2825962 w 7020657"/>
                <a:gd name="connsiteY227" fmla="*/ 1427855 h 3361408"/>
                <a:gd name="connsiteX228" fmla="*/ 2865625 w 7020657"/>
                <a:gd name="connsiteY228" fmla="*/ 1442731 h 3361408"/>
                <a:gd name="connsiteX229" fmla="*/ 2969742 w 7020657"/>
                <a:gd name="connsiteY229" fmla="*/ 1477433 h 3361408"/>
                <a:gd name="connsiteX230" fmla="*/ 3515103 w 7020657"/>
                <a:gd name="connsiteY230" fmla="*/ 1546843 h 3361408"/>
                <a:gd name="connsiteX231" fmla="*/ 4268693 w 7020657"/>
                <a:gd name="connsiteY231" fmla="*/ 1403068 h 3361408"/>
                <a:gd name="connsiteX232" fmla="*/ 4273649 w 7020657"/>
                <a:gd name="connsiteY232" fmla="*/ 1403068 h 3361408"/>
                <a:gd name="connsiteX233" fmla="*/ 4308356 w 7020657"/>
                <a:gd name="connsiteY233" fmla="*/ 1388192 h 3361408"/>
                <a:gd name="connsiteX234" fmla="*/ 4937998 w 7020657"/>
                <a:gd name="connsiteY234" fmla="*/ 956864 h 3361408"/>
                <a:gd name="connsiteX235" fmla="*/ 5498235 w 7020657"/>
                <a:gd name="connsiteY235" fmla="*/ 446205 h 3361408"/>
                <a:gd name="connsiteX236" fmla="*/ 5786844 w 7020657"/>
                <a:gd name="connsiteY236" fmla="*/ 176334 h 3361408"/>
                <a:gd name="connsiteX237" fmla="*/ 5498235 w 7020657"/>
                <a:gd name="connsiteY237" fmla="*/ 446205 h 3361408"/>
                <a:gd name="connsiteX238" fmla="*/ 4937999 w 7020657"/>
                <a:gd name="connsiteY238" fmla="*/ 956863 h 3361408"/>
                <a:gd name="connsiteX239" fmla="*/ 4871692 w 7020657"/>
                <a:gd name="connsiteY239" fmla="*/ 1013965 h 3361408"/>
                <a:gd name="connsiteX240" fmla="*/ 4897681 w 7020657"/>
                <a:gd name="connsiteY240" fmla="*/ 1073129 h 3361408"/>
                <a:gd name="connsiteX241" fmla="*/ 4903805 w 7020657"/>
                <a:gd name="connsiteY241" fmla="*/ 1083729 h 3361408"/>
                <a:gd name="connsiteX242" fmla="*/ 4905940 w 7020657"/>
                <a:gd name="connsiteY242" fmla="*/ 1086453 h 3361408"/>
                <a:gd name="connsiteX243" fmla="*/ 4927555 w 7020657"/>
                <a:gd name="connsiteY243" fmla="*/ 1124070 h 3361408"/>
                <a:gd name="connsiteX244" fmla="*/ 4929693 w 7020657"/>
                <a:gd name="connsiteY244" fmla="*/ 1126793 h 3361408"/>
                <a:gd name="connsiteX245" fmla="*/ 4950495 w 7020657"/>
                <a:gd name="connsiteY245" fmla="*/ 1158888 h 3361408"/>
                <a:gd name="connsiteX246" fmla="*/ 4955139 w 7020657"/>
                <a:gd name="connsiteY246" fmla="*/ 1165365 h 3361408"/>
                <a:gd name="connsiteX247" fmla="*/ 4977999 w 7020657"/>
                <a:gd name="connsiteY247" fmla="*/ 1196721 h 3361408"/>
                <a:gd name="connsiteX248" fmla="*/ 4982644 w 7020657"/>
                <a:gd name="connsiteY248" fmla="*/ 1203199 h 3361408"/>
                <a:gd name="connsiteX249" fmla="*/ 5038459 w 7020657"/>
                <a:gd name="connsiteY249" fmla="*/ 1268111 h 3361408"/>
                <a:gd name="connsiteX250" fmla="*/ 5038829 w 7020657"/>
                <a:gd name="connsiteY250" fmla="*/ 1269141 h 3361408"/>
                <a:gd name="connsiteX251" fmla="*/ 5631633 w 7020657"/>
                <a:gd name="connsiteY251" fmla="*/ 1560426 h 3361408"/>
                <a:gd name="connsiteX252" fmla="*/ 6171487 w 7020657"/>
                <a:gd name="connsiteY252" fmla="*/ 1447327 h 3361408"/>
                <a:gd name="connsiteX253" fmla="*/ 6177305 w 7020657"/>
                <a:gd name="connsiteY253" fmla="*/ 1444081 h 3361408"/>
                <a:gd name="connsiteX254" fmla="*/ 6210135 w 7020657"/>
                <a:gd name="connsiteY254" fmla="*/ 1425343 h 3361408"/>
                <a:gd name="connsiteX255" fmla="*/ 6224123 w 7020657"/>
                <a:gd name="connsiteY255" fmla="*/ 1415682 h 3361408"/>
                <a:gd name="connsiteX256" fmla="*/ 6246647 w 7020657"/>
                <a:gd name="connsiteY256" fmla="*/ 1400636 h 3361408"/>
                <a:gd name="connsiteX257" fmla="*/ 6265047 w 7020657"/>
                <a:gd name="connsiteY257" fmla="*/ 1387069 h 3361408"/>
                <a:gd name="connsiteX258" fmla="*/ 6282417 w 7020657"/>
                <a:gd name="connsiteY258" fmla="*/ 1373869 h 3361408"/>
                <a:gd name="connsiteX259" fmla="*/ 6300449 w 7020657"/>
                <a:gd name="connsiteY259" fmla="*/ 1359269 h 3361408"/>
                <a:gd name="connsiteX260" fmla="*/ 6317821 w 7020657"/>
                <a:gd name="connsiteY260" fmla="*/ 1346069 h 3361408"/>
                <a:gd name="connsiteX261" fmla="*/ 6334822 w 7020657"/>
                <a:gd name="connsiteY261" fmla="*/ 1331839 h 3361408"/>
                <a:gd name="connsiteX262" fmla="*/ 6352485 w 7020657"/>
                <a:gd name="connsiteY262" fmla="*/ 1316207 h 3361408"/>
                <a:gd name="connsiteX263" fmla="*/ 6366393 w 7020657"/>
                <a:gd name="connsiteY263" fmla="*/ 1303086 h 3361408"/>
                <a:gd name="connsiteX264" fmla="*/ 6386041 w 7020657"/>
                <a:gd name="connsiteY264" fmla="*/ 1283257 h 3361408"/>
                <a:gd name="connsiteX265" fmla="*/ 6395165 w 7020657"/>
                <a:gd name="connsiteY265" fmla="*/ 1273009 h 3361408"/>
                <a:gd name="connsiteX266" fmla="*/ 6416799 w 7020657"/>
                <a:gd name="connsiteY266" fmla="*/ 1248978 h 3361408"/>
                <a:gd name="connsiteX267" fmla="*/ 6422537 w 7020657"/>
                <a:gd name="connsiteY267" fmla="*/ 1242272 h 3361408"/>
                <a:gd name="connsiteX268" fmla="*/ 6446817 w 7020657"/>
                <a:gd name="connsiteY268" fmla="*/ 1212640 h 3361408"/>
                <a:gd name="connsiteX269" fmla="*/ 6448509 w 7020657"/>
                <a:gd name="connsiteY269" fmla="*/ 1210871 h 3361408"/>
                <a:gd name="connsiteX270" fmla="*/ 6598003 w 7020657"/>
                <a:gd name="connsiteY270" fmla="*/ 939840 h 3361408"/>
                <a:gd name="connsiteX271" fmla="*/ 6599327 w 7020657"/>
                <a:gd name="connsiteY271" fmla="*/ 937038 h 3361408"/>
                <a:gd name="connsiteX272" fmla="*/ 6611299 w 7020657"/>
                <a:gd name="connsiteY272" fmla="*/ 899023 h 3361408"/>
                <a:gd name="connsiteX273" fmla="*/ 6618347 w 7020657"/>
                <a:gd name="connsiteY273" fmla="*/ 873238 h 3361408"/>
                <a:gd name="connsiteX274" fmla="*/ 6622827 w 7020657"/>
                <a:gd name="connsiteY274" fmla="*/ 856514 h 3361408"/>
                <a:gd name="connsiteX275" fmla="*/ 6645363 w 7020657"/>
                <a:gd name="connsiteY275" fmla="*/ 529767 h 3361408"/>
                <a:gd name="connsiteX276" fmla="*/ 6643289 w 7020657"/>
                <a:gd name="connsiteY276" fmla="*/ 514228 h 3361408"/>
                <a:gd name="connsiteX277" fmla="*/ 6639875 w 7020657"/>
                <a:gd name="connsiteY277" fmla="*/ 485210 h 3361408"/>
                <a:gd name="connsiteX278" fmla="*/ 6633139 w 7020657"/>
                <a:gd name="connsiteY278" fmla="*/ 446916 h 3361408"/>
                <a:gd name="connsiteX279" fmla="*/ 6631952 w 7020657"/>
                <a:gd name="connsiteY279" fmla="*/ 440363 h 3361408"/>
                <a:gd name="connsiteX280" fmla="*/ 6618571 w 7020657"/>
                <a:gd name="connsiteY280" fmla="*/ 383514 h 3361408"/>
                <a:gd name="connsiteX281" fmla="*/ 6610663 w 7020657"/>
                <a:gd name="connsiteY281" fmla="*/ 354943 h 3361408"/>
                <a:gd name="connsiteX282" fmla="*/ 6606602 w 7020657"/>
                <a:gd name="connsiteY282" fmla="*/ 343605 h 3361408"/>
                <a:gd name="connsiteX283" fmla="*/ 6433309 w 7020657"/>
                <a:gd name="connsiteY283" fmla="*/ 29424 h 3361408"/>
                <a:gd name="connsiteX284" fmla="*/ 6408385 w 7020657"/>
                <a:gd name="connsiteY284" fmla="*/ 4961 h 3361408"/>
                <a:gd name="connsiteX285" fmla="*/ 6038636 w 7020657"/>
                <a:gd name="connsiteY285" fmla="*/ 4961 h 3361408"/>
                <a:gd name="connsiteX286" fmla="*/ 6008875 w 7020657"/>
                <a:gd name="connsiteY286" fmla="*/ 10912 h 3361408"/>
                <a:gd name="connsiteX287" fmla="*/ 401092 w 7020657"/>
                <a:gd name="connsiteY287" fmla="*/ 0 h 3361408"/>
                <a:gd name="connsiteX288" fmla="*/ 520575 w 7020657"/>
                <a:gd name="connsiteY288" fmla="*/ 0 h 3361408"/>
                <a:gd name="connsiteX289" fmla="*/ 713928 w 7020657"/>
                <a:gd name="connsiteY289" fmla="*/ 0 h 3361408"/>
                <a:gd name="connsiteX290" fmla="*/ 1188718 w 7020657"/>
                <a:gd name="connsiteY290" fmla="*/ 127588 h 3361408"/>
                <a:gd name="connsiteX291" fmla="*/ 1188718 w 7020657"/>
                <a:gd name="connsiteY291" fmla="*/ 127588 h 3361408"/>
                <a:gd name="connsiteX292" fmla="*/ 1050442 w 7020657"/>
                <a:gd name="connsiteY292" fmla="*/ 56397 h 3361408"/>
                <a:gd name="connsiteX293" fmla="*/ 713928 w 7020657"/>
                <a:gd name="connsiteY293" fmla="*/ 0 h 3361408"/>
                <a:gd name="connsiteX294" fmla="*/ 520576 w 7020657"/>
                <a:gd name="connsiteY294" fmla="*/ 0 h 3361408"/>
                <a:gd name="connsiteX295" fmla="*/ 74370 w 7020657"/>
                <a:gd name="connsiteY295" fmla="*/ 0 h 3361408"/>
                <a:gd name="connsiteX296" fmla="*/ 401092 w 7020657"/>
                <a:gd name="connsiteY296" fmla="*/ 0 h 3361408"/>
                <a:gd name="connsiteX297" fmla="*/ 400308 w 7020657"/>
                <a:gd name="connsiteY297" fmla="*/ 1884 h 3361408"/>
                <a:gd name="connsiteX298" fmla="*/ 397662 w 7020657"/>
                <a:gd name="connsiteY298" fmla="*/ 7485 h 3361408"/>
                <a:gd name="connsiteX299" fmla="*/ 339724 w 7020657"/>
                <a:gd name="connsiteY299" fmla="*/ 284107 h 3361408"/>
                <a:gd name="connsiteX300" fmla="*/ 339584 w 7020657"/>
                <a:gd name="connsiteY300" fmla="*/ 293460 h 3361408"/>
                <a:gd name="connsiteX301" fmla="*/ 339523 w 7020657"/>
                <a:gd name="connsiteY301" fmla="*/ 306276 h 3361408"/>
                <a:gd name="connsiteX302" fmla="*/ 338951 w 7020657"/>
                <a:gd name="connsiteY302" fmla="*/ 327416 h 3361408"/>
                <a:gd name="connsiteX303" fmla="*/ 338659 w 7020657"/>
                <a:gd name="connsiteY303" fmla="*/ 329846 h 3361408"/>
                <a:gd name="connsiteX304" fmla="*/ 484946 w 7020657"/>
                <a:gd name="connsiteY304" fmla="*/ 835717 h 3361408"/>
                <a:gd name="connsiteX305" fmla="*/ 523222 w 7020657"/>
                <a:gd name="connsiteY305" fmla="*/ 890627 h 3361408"/>
                <a:gd name="connsiteX306" fmla="*/ 525360 w 7020657"/>
                <a:gd name="connsiteY306" fmla="*/ 893351 h 3361408"/>
                <a:gd name="connsiteX307" fmla="*/ 546745 w 7020657"/>
                <a:gd name="connsiteY307" fmla="*/ 920584 h 3361408"/>
                <a:gd name="connsiteX308" fmla="*/ 548514 w 7020657"/>
                <a:gd name="connsiteY308" fmla="*/ 922276 h 3361408"/>
                <a:gd name="connsiteX309" fmla="*/ 631896 w 7020657"/>
                <a:gd name="connsiteY309" fmla="*/ 1012206 h 3361408"/>
                <a:gd name="connsiteX310" fmla="*/ 670592 w 7020657"/>
                <a:gd name="connsiteY310" fmla="*/ 1289109 h 3361408"/>
                <a:gd name="connsiteX311" fmla="*/ 669269 w 7020657"/>
                <a:gd name="connsiteY311" fmla="*/ 1291909 h 3361408"/>
                <a:gd name="connsiteX312" fmla="*/ 505091 w 7020657"/>
                <a:gd name="connsiteY312" fmla="*/ 1369319 h 3361408"/>
                <a:gd name="connsiteX313" fmla="*/ 502660 w 7020657"/>
                <a:gd name="connsiteY313" fmla="*/ 1369026 h 3361408"/>
                <a:gd name="connsiteX314" fmla="*/ 497429 w 7020657"/>
                <a:gd name="connsiteY314" fmla="*/ 1367411 h 3361408"/>
                <a:gd name="connsiteX315" fmla="*/ 494997 w 7020657"/>
                <a:gd name="connsiteY315" fmla="*/ 1367118 h 3361408"/>
                <a:gd name="connsiteX316" fmla="*/ 492567 w 7020657"/>
                <a:gd name="connsiteY316" fmla="*/ 1366825 h 3361408"/>
                <a:gd name="connsiteX317" fmla="*/ 462659 w 7020657"/>
                <a:gd name="connsiteY317" fmla="*/ 1361255 h 3361408"/>
                <a:gd name="connsiteX318" fmla="*/ 461258 w 7020657"/>
                <a:gd name="connsiteY318" fmla="*/ 1360593 h 3361408"/>
                <a:gd name="connsiteX319" fmla="*/ 432088 w 7020657"/>
                <a:gd name="connsiteY319" fmla="*/ 1357084 h 3361408"/>
                <a:gd name="connsiteX320" fmla="*/ 424795 w 7020657"/>
                <a:gd name="connsiteY320" fmla="*/ 1356207 h 3361408"/>
                <a:gd name="connsiteX321" fmla="*/ 397394 w 7020657"/>
                <a:gd name="connsiteY321" fmla="*/ 1354390 h 3361408"/>
                <a:gd name="connsiteX322" fmla="*/ 390104 w 7020657"/>
                <a:gd name="connsiteY322" fmla="*/ 1353513 h 3361408"/>
                <a:gd name="connsiteX323" fmla="*/ 365502 w 7020657"/>
                <a:gd name="connsiteY323" fmla="*/ 1353020 h 3361408"/>
                <a:gd name="connsiteX324" fmla="*/ 361010 w 7020657"/>
                <a:gd name="connsiteY324" fmla="*/ 1353465 h 3361408"/>
                <a:gd name="connsiteX325" fmla="*/ 258344 w 7020657"/>
                <a:gd name="connsiteY325" fmla="*/ 1362322 h 3361408"/>
                <a:gd name="connsiteX326" fmla="*/ 256281 w 7020657"/>
                <a:gd name="connsiteY326" fmla="*/ 1363060 h 3361408"/>
                <a:gd name="connsiteX327" fmla="*/ 238682 w 7020657"/>
                <a:gd name="connsiteY327" fmla="*/ 1365875 h 3361408"/>
                <a:gd name="connsiteX328" fmla="*/ 232127 w 7020657"/>
                <a:gd name="connsiteY328" fmla="*/ 1367059 h 3361408"/>
                <a:gd name="connsiteX329" fmla="*/ 219019 w 7020657"/>
                <a:gd name="connsiteY329" fmla="*/ 1369429 h 3361408"/>
                <a:gd name="connsiteX330" fmla="*/ 208341 w 7020657"/>
                <a:gd name="connsiteY330" fmla="*/ 1372089 h 3361408"/>
                <a:gd name="connsiteX331" fmla="*/ 199726 w 7020657"/>
                <a:gd name="connsiteY331" fmla="*/ 1374012 h 3361408"/>
                <a:gd name="connsiteX332" fmla="*/ 184925 w 7020657"/>
                <a:gd name="connsiteY332" fmla="*/ 1378149 h 3361408"/>
                <a:gd name="connsiteX333" fmla="*/ 180802 w 7020657"/>
                <a:gd name="connsiteY333" fmla="*/ 1379626 h 3361408"/>
                <a:gd name="connsiteX334" fmla="*/ 161878 w 7020657"/>
                <a:gd name="connsiteY334" fmla="*/ 1385241 h 3361408"/>
                <a:gd name="connsiteX335" fmla="*/ 160847 w 7020657"/>
                <a:gd name="connsiteY335" fmla="*/ 1385611 h 3361408"/>
                <a:gd name="connsiteX336" fmla="*/ 85013 w 7020657"/>
                <a:gd name="connsiteY336" fmla="*/ 1417423 h 3361408"/>
                <a:gd name="connsiteX337" fmla="*/ 81257 w 7020657"/>
                <a:gd name="connsiteY337" fmla="*/ 1419931 h 3361408"/>
                <a:gd name="connsiteX338" fmla="*/ 59687 w 7020657"/>
                <a:gd name="connsiteY338" fmla="*/ 1431145 h 3361408"/>
                <a:gd name="connsiteX339" fmla="*/ 52841 w 7020657"/>
                <a:gd name="connsiteY339" fmla="*/ 1434759 h 3361408"/>
                <a:gd name="connsiteX340" fmla="*/ 28917 w 7020657"/>
                <a:gd name="connsiteY340" fmla="*/ 1449144 h 3361408"/>
                <a:gd name="connsiteX341" fmla="*/ 23101 w 7020657"/>
                <a:gd name="connsiteY341" fmla="*/ 1452390 h 3361408"/>
                <a:gd name="connsiteX342" fmla="*/ 1 w 7020657"/>
                <a:gd name="connsiteY342" fmla="*/ 1468430 h 3361408"/>
                <a:gd name="connsiteX343" fmla="*/ 0 w 7020657"/>
                <a:gd name="connsiteY343" fmla="*/ 2472769 h 3361408"/>
                <a:gd name="connsiteX344" fmla="*/ 9511 w 7020657"/>
                <a:gd name="connsiteY344" fmla="*/ 2479577 h 3361408"/>
                <a:gd name="connsiteX345" fmla="*/ 18651 w 7020657"/>
                <a:gd name="connsiteY345" fmla="*/ 2485608 h 3361408"/>
                <a:gd name="connsiteX346" fmla="*/ 21818 w 7020657"/>
                <a:gd name="connsiteY346" fmla="*/ 2487963 h 3361408"/>
                <a:gd name="connsiteX347" fmla="*/ 30958 w 7020657"/>
                <a:gd name="connsiteY347" fmla="*/ 2493993 h 3361408"/>
                <a:gd name="connsiteX348" fmla="*/ 46064 w 7020657"/>
                <a:gd name="connsiteY348" fmla="*/ 2503703 h 3361408"/>
                <a:gd name="connsiteX349" fmla="*/ 62203 w 7020657"/>
                <a:gd name="connsiteY349" fmla="*/ 2513041 h 3361408"/>
                <a:gd name="connsiteX350" fmla="*/ 69572 w 7020657"/>
                <a:gd name="connsiteY350" fmla="*/ 2517381 h 3361408"/>
                <a:gd name="connsiteX351" fmla="*/ 72372 w 7020657"/>
                <a:gd name="connsiteY351" fmla="*/ 2518705 h 3361408"/>
                <a:gd name="connsiteX352" fmla="*/ 92711 w 7020657"/>
                <a:gd name="connsiteY352" fmla="*/ 2530028 h 3361408"/>
                <a:gd name="connsiteX353" fmla="*/ 99712 w 7020657"/>
                <a:gd name="connsiteY353" fmla="*/ 2533337 h 3361408"/>
                <a:gd name="connsiteX354" fmla="*/ 122111 w 7020657"/>
                <a:gd name="connsiteY354" fmla="*/ 2543923 h 3361408"/>
                <a:gd name="connsiteX355" fmla="*/ 127712 w 7020657"/>
                <a:gd name="connsiteY355" fmla="*/ 2546568 h 3361408"/>
                <a:gd name="connsiteX356" fmla="*/ 150773 w 7020657"/>
                <a:gd name="connsiteY356" fmla="*/ 2555756 h 3361408"/>
                <a:gd name="connsiteX357" fmla="*/ 157404 w 7020657"/>
                <a:gd name="connsiteY357" fmla="*/ 2558032 h 3361408"/>
                <a:gd name="connsiteX358" fmla="*/ 178697 w 7020657"/>
                <a:gd name="connsiteY358" fmla="*/ 2565527 h 3361408"/>
                <a:gd name="connsiteX359" fmla="*/ 186728 w 7020657"/>
                <a:gd name="connsiteY359" fmla="*/ 2568466 h 3361408"/>
                <a:gd name="connsiteX360" fmla="*/ 206252 w 7020657"/>
                <a:gd name="connsiteY360" fmla="*/ 2574267 h 3361408"/>
                <a:gd name="connsiteX361" fmla="*/ 216712 w 7020657"/>
                <a:gd name="connsiteY361" fmla="*/ 2577498 h 3361408"/>
                <a:gd name="connsiteX362" fmla="*/ 233437 w 7020657"/>
                <a:gd name="connsiteY362" fmla="*/ 2581976 h 3361408"/>
                <a:gd name="connsiteX363" fmla="*/ 246328 w 7020657"/>
                <a:gd name="connsiteY363" fmla="*/ 2585500 h 3361408"/>
                <a:gd name="connsiteX364" fmla="*/ 260252 w 7020657"/>
                <a:gd name="connsiteY364" fmla="*/ 2588654 h 3361408"/>
                <a:gd name="connsiteX365" fmla="*/ 276237 w 7020657"/>
                <a:gd name="connsiteY365" fmla="*/ 2591070 h 3361408"/>
                <a:gd name="connsiteX366" fmla="*/ 287361 w 7020657"/>
                <a:gd name="connsiteY366" fmla="*/ 2592901 h 3361408"/>
                <a:gd name="connsiteX367" fmla="*/ 306807 w 7020657"/>
                <a:gd name="connsiteY367" fmla="*/ 2595241 h 3361408"/>
                <a:gd name="connsiteX368" fmla="*/ 316161 w 7020657"/>
                <a:gd name="connsiteY368" fmla="*/ 2595381 h 3361408"/>
                <a:gd name="connsiteX369" fmla="*/ 337669 w 7020657"/>
                <a:gd name="connsiteY369" fmla="*/ 2596981 h 3361408"/>
                <a:gd name="connsiteX370" fmla="*/ 344593 w 7020657"/>
                <a:gd name="connsiteY370" fmla="*/ 2596829 h 3361408"/>
                <a:gd name="connsiteX371" fmla="*/ 367132 w 7020657"/>
                <a:gd name="connsiteY371" fmla="*/ 2598060 h 3361408"/>
                <a:gd name="connsiteX372" fmla="*/ 374056 w 7020657"/>
                <a:gd name="connsiteY372" fmla="*/ 2597907 h 3361408"/>
                <a:gd name="connsiteX373" fmla="*/ 397257 w 7020657"/>
                <a:gd name="connsiteY373" fmla="*/ 2597738 h 3361408"/>
                <a:gd name="connsiteX374" fmla="*/ 404179 w 7020657"/>
                <a:gd name="connsiteY374" fmla="*/ 2597585 h 3361408"/>
                <a:gd name="connsiteX375" fmla="*/ 427011 w 7020657"/>
                <a:gd name="connsiteY375" fmla="*/ 2596386 h 3361408"/>
                <a:gd name="connsiteX376" fmla="*/ 434965 w 7020657"/>
                <a:gd name="connsiteY376" fmla="*/ 2595864 h 3361408"/>
                <a:gd name="connsiteX377" fmla="*/ 456028 w 7020657"/>
                <a:gd name="connsiteY377" fmla="*/ 2592973 h 3361408"/>
                <a:gd name="connsiteX378" fmla="*/ 466044 w 7020657"/>
                <a:gd name="connsiteY378" fmla="*/ 2591710 h 3361408"/>
                <a:gd name="connsiteX379" fmla="*/ 484674 w 7020657"/>
                <a:gd name="connsiteY379" fmla="*/ 2588526 h 3361408"/>
                <a:gd name="connsiteX380" fmla="*/ 497783 w 7020657"/>
                <a:gd name="connsiteY380" fmla="*/ 2586158 h 3361408"/>
                <a:gd name="connsiteX381" fmla="*/ 512953 w 7020657"/>
                <a:gd name="connsiteY381" fmla="*/ 2583051 h 3361408"/>
                <a:gd name="connsiteX382" fmla="*/ 528784 w 7020657"/>
                <a:gd name="connsiteY382" fmla="*/ 2578544 h 3361408"/>
                <a:gd name="connsiteX383" fmla="*/ 540493 w 7020657"/>
                <a:gd name="connsiteY383" fmla="*/ 2575514 h 3361408"/>
                <a:gd name="connsiteX384" fmla="*/ 559416 w 7020657"/>
                <a:gd name="connsiteY384" fmla="*/ 2569900 h 3361408"/>
                <a:gd name="connsiteX385" fmla="*/ 568694 w 7020657"/>
                <a:gd name="connsiteY385" fmla="*/ 2566577 h 3361408"/>
                <a:gd name="connsiteX386" fmla="*/ 589311 w 7020657"/>
                <a:gd name="connsiteY386" fmla="*/ 2559193 h 3361408"/>
                <a:gd name="connsiteX387" fmla="*/ 596526 w 7020657"/>
                <a:gd name="connsiteY387" fmla="*/ 2556609 h 3361408"/>
                <a:gd name="connsiteX388" fmla="*/ 618835 w 7020657"/>
                <a:gd name="connsiteY388" fmla="*/ 2547456 h 3361408"/>
                <a:gd name="connsiteX389" fmla="*/ 623990 w 7020657"/>
                <a:gd name="connsiteY389" fmla="*/ 2545610 h 3361408"/>
                <a:gd name="connsiteX390" fmla="*/ 645927 w 7020657"/>
                <a:gd name="connsiteY390" fmla="*/ 2535425 h 3361408"/>
                <a:gd name="connsiteX391" fmla="*/ 650715 w 7020657"/>
                <a:gd name="connsiteY391" fmla="*/ 2532550 h 3361408"/>
                <a:gd name="connsiteX392" fmla="*/ 671254 w 7020657"/>
                <a:gd name="connsiteY392" fmla="*/ 2521703 h 3361408"/>
                <a:gd name="connsiteX393" fmla="*/ 677070 w 7020657"/>
                <a:gd name="connsiteY393" fmla="*/ 2518458 h 3361408"/>
                <a:gd name="connsiteX394" fmla="*/ 696211 w 7020657"/>
                <a:gd name="connsiteY394" fmla="*/ 2506950 h 3361408"/>
                <a:gd name="connsiteX395" fmla="*/ 702686 w 7020657"/>
                <a:gd name="connsiteY395" fmla="*/ 2502305 h 3361408"/>
                <a:gd name="connsiteX396" fmla="*/ 718734 w 7020657"/>
                <a:gd name="connsiteY396" fmla="*/ 2491905 h 3361408"/>
                <a:gd name="connsiteX397" fmla="*/ 727934 w 7020657"/>
                <a:gd name="connsiteY397" fmla="*/ 2485121 h 3361408"/>
                <a:gd name="connsiteX398" fmla="*/ 741550 w 7020657"/>
                <a:gd name="connsiteY398" fmla="*/ 2474429 h 3361408"/>
                <a:gd name="connsiteX399" fmla="*/ 752444 w 7020657"/>
                <a:gd name="connsiteY399" fmla="*/ 2465875 h 3361408"/>
                <a:gd name="connsiteX400" fmla="*/ 763336 w 7020657"/>
                <a:gd name="connsiteY400" fmla="*/ 2457321 h 3361408"/>
                <a:gd name="connsiteX401" fmla="*/ 776953 w 7020657"/>
                <a:gd name="connsiteY401" fmla="*/ 2446629 h 3361408"/>
                <a:gd name="connsiteX402" fmla="*/ 784754 w 7020657"/>
                <a:gd name="connsiteY402" fmla="*/ 2439184 h 3361408"/>
                <a:gd name="connsiteX403" fmla="*/ 799693 w 7020657"/>
                <a:gd name="connsiteY403" fmla="*/ 2425690 h 3361408"/>
                <a:gd name="connsiteX404" fmla="*/ 805801 w 7020657"/>
                <a:gd name="connsiteY404" fmla="*/ 2420015 h 3361408"/>
                <a:gd name="connsiteX405" fmla="*/ 821034 w 7020657"/>
                <a:gd name="connsiteY405" fmla="*/ 2404092 h 3361408"/>
                <a:gd name="connsiteX406" fmla="*/ 826111 w 7020657"/>
                <a:gd name="connsiteY406" fmla="*/ 2398784 h 3361408"/>
                <a:gd name="connsiteX407" fmla="*/ 841636 w 7020657"/>
                <a:gd name="connsiteY407" fmla="*/ 2380430 h 3361408"/>
                <a:gd name="connsiteX408" fmla="*/ 845683 w 7020657"/>
                <a:gd name="connsiteY408" fmla="*/ 2375492 h 3361408"/>
                <a:gd name="connsiteX409" fmla="*/ 860838 w 7020657"/>
                <a:gd name="connsiteY409" fmla="*/ 2356107 h 3361408"/>
                <a:gd name="connsiteX410" fmla="*/ 865545 w 7020657"/>
                <a:gd name="connsiteY410" fmla="*/ 2349769 h 3361408"/>
                <a:gd name="connsiteX411" fmla="*/ 878639 w 7020657"/>
                <a:gd name="connsiteY411" fmla="*/ 2331123 h 3361408"/>
                <a:gd name="connsiteX412" fmla="*/ 880332 w 7020657"/>
                <a:gd name="connsiteY412" fmla="*/ 2329353 h 3361408"/>
                <a:gd name="connsiteX413" fmla="*/ 885702 w 7020657"/>
                <a:gd name="connsiteY413" fmla="*/ 2321615 h 3361408"/>
                <a:gd name="connsiteX414" fmla="*/ 895410 w 7020657"/>
                <a:gd name="connsiteY414" fmla="*/ 2306507 h 3361408"/>
                <a:gd name="connsiteX415" fmla="*/ 904088 w 7020657"/>
                <a:gd name="connsiteY415" fmla="*/ 2291769 h 3361408"/>
                <a:gd name="connsiteX416" fmla="*/ 909089 w 7020657"/>
                <a:gd name="connsiteY416" fmla="*/ 2283000 h 3361408"/>
                <a:gd name="connsiteX417" fmla="*/ 910413 w 7020657"/>
                <a:gd name="connsiteY417" fmla="*/ 2280199 h 3361408"/>
                <a:gd name="connsiteX418" fmla="*/ 915043 w 7020657"/>
                <a:gd name="connsiteY418" fmla="*/ 2270399 h 3361408"/>
                <a:gd name="connsiteX419" fmla="*/ 922690 w 7020657"/>
                <a:gd name="connsiteY419" fmla="*/ 2256030 h 3361408"/>
                <a:gd name="connsiteX420" fmla="*/ 924451 w 7020657"/>
                <a:gd name="connsiteY420" fmla="*/ 2252307 h 3361408"/>
                <a:gd name="connsiteX421" fmla="*/ 922156 w 7020657"/>
                <a:gd name="connsiteY421" fmla="*/ 2280601 h 3361408"/>
                <a:gd name="connsiteX422" fmla="*/ 922156 w 7020657"/>
                <a:gd name="connsiteY422" fmla="*/ 3257296 h 3361408"/>
                <a:gd name="connsiteX423" fmla="*/ 842831 w 7020657"/>
                <a:gd name="connsiteY423" fmla="*/ 3351492 h 3361408"/>
                <a:gd name="connsiteX424" fmla="*/ 520575 w 7020657"/>
                <a:gd name="connsiteY424" fmla="*/ 3351492 h 3361408"/>
                <a:gd name="connsiteX425" fmla="*/ 352009 w 7020657"/>
                <a:gd name="connsiteY425" fmla="*/ 3331661 h 3361408"/>
                <a:gd name="connsiteX426" fmla="*/ 143780 w 7020657"/>
                <a:gd name="connsiteY426" fmla="*/ 3217634 h 3361408"/>
                <a:gd name="connsiteX427" fmla="*/ 138819 w 7020657"/>
                <a:gd name="connsiteY427" fmla="*/ 3212673 h 3361408"/>
                <a:gd name="connsiteX428" fmla="*/ 109072 w 7020657"/>
                <a:gd name="connsiteY428" fmla="*/ 3177971 h 3361408"/>
                <a:gd name="connsiteX429" fmla="*/ 94202 w 7020657"/>
                <a:gd name="connsiteY429" fmla="*/ 3168055 h 3361408"/>
                <a:gd name="connsiteX430" fmla="*/ 79325 w 7020657"/>
                <a:gd name="connsiteY430" fmla="*/ 3148224 h 3361408"/>
                <a:gd name="connsiteX431" fmla="*/ 69410 w 7020657"/>
                <a:gd name="connsiteY431" fmla="*/ 3128393 h 3361408"/>
                <a:gd name="connsiteX432" fmla="*/ 59494 w 7020657"/>
                <a:gd name="connsiteY432" fmla="*/ 3108561 h 3361408"/>
                <a:gd name="connsiteX433" fmla="*/ 49578 w 7020657"/>
                <a:gd name="connsiteY433" fmla="*/ 3083770 h 3361408"/>
                <a:gd name="connsiteX434" fmla="*/ 44623 w 7020657"/>
                <a:gd name="connsiteY434" fmla="*/ 3068899 h 3361408"/>
                <a:gd name="connsiteX435" fmla="*/ 4961 w 7020657"/>
                <a:gd name="connsiteY435" fmla="*/ 2910248 h 3361408"/>
                <a:gd name="connsiteX436" fmla="*/ 0 w 7020657"/>
                <a:gd name="connsiteY436" fmla="*/ 2835878 h 3361408"/>
                <a:gd name="connsiteX437" fmla="*/ 0 w 7020657"/>
                <a:gd name="connsiteY437" fmla="*/ 1412984 h 3361408"/>
                <a:gd name="connsiteX438" fmla="*/ 0 w 7020657"/>
                <a:gd name="connsiteY438" fmla="*/ 94201 h 3361408"/>
                <a:gd name="connsiteX439" fmla="*/ 14876 w 7020657"/>
                <a:gd name="connsiteY439" fmla="*/ 34707 h 3361408"/>
                <a:gd name="connsiteX440" fmla="*/ 74370 w 7020657"/>
                <a:gd name="connsiteY440" fmla="*/ 0 h 3361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Lst>
              <a:rect l="l" t="t" r="r" b="b"/>
              <a:pathLst>
                <a:path w="7020657" h="3361408">
                  <a:moveTo>
                    <a:pt x="3648463" y="3109363"/>
                  </a:moveTo>
                  <a:lnTo>
                    <a:pt x="3515103" y="3123432"/>
                  </a:lnTo>
                  <a:lnTo>
                    <a:pt x="3461505" y="3118516"/>
                  </a:lnTo>
                  <a:lnTo>
                    <a:pt x="3515104" y="3123432"/>
                  </a:lnTo>
                  <a:close/>
                  <a:moveTo>
                    <a:pt x="6124147" y="3002705"/>
                  </a:moveTo>
                  <a:lnTo>
                    <a:pt x="6188923" y="3072335"/>
                  </a:lnTo>
                  <a:cubicBezTo>
                    <a:pt x="6379123" y="3253447"/>
                    <a:pt x="6644403" y="3352683"/>
                    <a:pt x="6926203" y="3324010"/>
                  </a:cubicBezTo>
                  <a:lnTo>
                    <a:pt x="7014988" y="3310279"/>
                  </a:lnTo>
                  <a:lnTo>
                    <a:pt x="7001075" y="3338479"/>
                  </a:lnTo>
                  <a:cubicBezTo>
                    <a:pt x="6988061" y="3353972"/>
                    <a:pt x="6968229" y="3361408"/>
                    <a:pt x="6940960" y="3361408"/>
                  </a:cubicBezTo>
                  <a:lnTo>
                    <a:pt x="6618704" y="3361408"/>
                  </a:lnTo>
                  <a:cubicBezTo>
                    <a:pt x="6534418" y="3361408"/>
                    <a:pt x="6460054" y="3346537"/>
                    <a:pt x="6395599" y="3321745"/>
                  </a:cubicBezTo>
                  <a:cubicBezTo>
                    <a:pt x="6341066" y="3301914"/>
                    <a:pt x="6291487" y="3267212"/>
                    <a:pt x="6246864" y="3227549"/>
                  </a:cubicBezTo>
                  <a:cubicBezTo>
                    <a:pt x="6246864" y="3227549"/>
                    <a:pt x="6241909" y="3222589"/>
                    <a:pt x="6241909" y="3222589"/>
                  </a:cubicBezTo>
                  <a:cubicBezTo>
                    <a:pt x="6227033" y="3207718"/>
                    <a:pt x="6217117" y="3197802"/>
                    <a:pt x="6207202" y="3182926"/>
                  </a:cubicBezTo>
                  <a:cubicBezTo>
                    <a:pt x="6207202" y="3182926"/>
                    <a:pt x="6202247" y="3177971"/>
                    <a:pt x="6202247" y="3177971"/>
                  </a:cubicBezTo>
                  <a:cubicBezTo>
                    <a:pt x="6192331" y="3163095"/>
                    <a:pt x="6187370" y="3153179"/>
                    <a:pt x="6177455" y="3138308"/>
                  </a:cubicBezTo>
                  <a:cubicBezTo>
                    <a:pt x="6177455" y="3138308"/>
                    <a:pt x="6177455" y="3133348"/>
                    <a:pt x="6177455" y="3133348"/>
                  </a:cubicBezTo>
                  <a:cubicBezTo>
                    <a:pt x="6167539" y="3118477"/>
                    <a:pt x="6157623" y="3103601"/>
                    <a:pt x="6152668" y="3088730"/>
                  </a:cubicBezTo>
                  <a:cubicBezTo>
                    <a:pt x="6142753" y="3073854"/>
                    <a:pt x="6137792" y="3058983"/>
                    <a:pt x="6132837" y="3039152"/>
                  </a:cubicBezTo>
                  <a:close/>
                  <a:moveTo>
                    <a:pt x="2420514" y="2406699"/>
                  </a:moveTo>
                  <a:lnTo>
                    <a:pt x="2498747" y="2478915"/>
                  </a:lnTo>
                  <a:lnTo>
                    <a:pt x="2718247" y="2677312"/>
                  </a:lnTo>
                  <a:lnTo>
                    <a:pt x="2498746" y="2478915"/>
                  </a:lnTo>
                  <a:close/>
                  <a:moveTo>
                    <a:pt x="6103088" y="2290496"/>
                  </a:moveTo>
                  <a:lnTo>
                    <a:pt x="6103091" y="2290517"/>
                  </a:lnTo>
                  <a:lnTo>
                    <a:pt x="6103091" y="2840839"/>
                  </a:lnTo>
                  <a:lnTo>
                    <a:pt x="6108825" y="2921614"/>
                  </a:lnTo>
                  <a:lnTo>
                    <a:pt x="6103090" y="2840839"/>
                  </a:lnTo>
                  <a:lnTo>
                    <a:pt x="6103090" y="2290517"/>
                  </a:lnTo>
                  <a:close/>
                  <a:moveTo>
                    <a:pt x="6077936" y="2122601"/>
                  </a:moveTo>
                  <a:lnTo>
                    <a:pt x="6084265" y="2137048"/>
                  </a:lnTo>
                  <a:lnTo>
                    <a:pt x="6086340" y="2153961"/>
                  </a:lnTo>
                  <a:close/>
                  <a:moveTo>
                    <a:pt x="5051393" y="2021321"/>
                  </a:moveTo>
                  <a:lnTo>
                    <a:pt x="5027239" y="2037670"/>
                  </a:lnTo>
                  <a:cubicBezTo>
                    <a:pt x="4987576" y="2069895"/>
                    <a:pt x="4946674" y="2102121"/>
                    <a:pt x="4906392" y="2135586"/>
                  </a:cubicBezTo>
                  <a:lnTo>
                    <a:pt x="4877518" y="2161557"/>
                  </a:lnTo>
                  <a:lnTo>
                    <a:pt x="4906392" y="2135586"/>
                  </a:lnTo>
                  <a:cubicBezTo>
                    <a:pt x="4946674" y="2102121"/>
                    <a:pt x="4987576" y="2069895"/>
                    <a:pt x="5027239" y="2037670"/>
                  </a:cubicBezTo>
                  <a:close/>
                  <a:moveTo>
                    <a:pt x="1696129" y="1848090"/>
                  </a:moveTo>
                  <a:lnTo>
                    <a:pt x="1710455" y="1854229"/>
                  </a:lnTo>
                  <a:cubicBezTo>
                    <a:pt x="1725325" y="1859188"/>
                    <a:pt x="1740201" y="1869104"/>
                    <a:pt x="1755072" y="1879020"/>
                  </a:cubicBezTo>
                  <a:cubicBezTo>
                    <a:pt x="1839358" y="1918683"/>
                    <a:pt x="1918683" y="1973216"/>
                    <a:pt x="1998008" y="2032710"/>
                  </a:cubicBezTo>
                  <a:cubicBezTo>
                    <a:pt x="2092205" y="2102120"/>
                    <a:pt x="2176491" y="2176489"/>
                    <a:pt x="2260771" y="2260770"/>
                  </a:cubicBezTo>
                  <a:cubicBezTo>
                    <a:pt x="2260771" y="2260770"/>
                    <a:pt x="2260771" y="2260770"/>
                    <a:pt x="2265731" y="2265730"/>
                  </a:cubicBezTo>
                  <a:lnTo>
                    <a:pt x="2290250" y="2287183"/>
                  </a:lnTo>
                  <a:lnTo>
                    <a:pt x="2265731" y="2265731"/>
                  </a:lnTo>
                  <a:cubicBezTo>
                    <a:pt x="2260770" y="2260770"/>
                    <a:pt x="2260770" y="2260770"/>
                    <a:pt x="2260770" y="2260770"/>
                  </a:cubicBezTo>
                  <a:cubicBezTo>
                    <a:pt x="2176490" y="2176490"/>
                    <a:pt x="2092204" y="2102120"/>
                    <a:pt x="1998008" y="2032710"/>
                  </a:cubicBezTo>
                  <a:cubicBezTo>
                    <a:pt x="1918682" y="1973216"/>
                    <a:pt x="1839357" y="1918683"/>
                    <a:pt x="1755072" y="1879020"/>
                  </a:cubicBezTo>
                  <a:cubicBezTo>
                    <a:pt x="1740201" y="1869104"/>
                    <a:pt x="1725325" y="1859189"/>
                    <a:pt x="1710454" y="1854228"/>
                  </a:cubicBezTo>
                  <a:close/>
                  <a:moveTo>
                    <a:pt x="1636233" y="1215543"/>
                  </a:moveTo>
                  <a:cubicBezTo>
                    <a:pt x="1710633" y="1217627"/>
                    <a:pt x="1782715" y="1255706"/>
                    <a:pt x="1826029" y="1323060"/>
                  </a:cubicBezTo>
                  <a:lnTo>
                    <a:pt x="1826767" y="1325120"/>
                  </a:lnTo>
                  <a:cubicBezTo>
                    <a:pt x="1874487" y="1399912"/>
                    <a:pt x="1864482" y="1495376"/>
                    <a:pt x="1809078" y="1558251"/>
                  </a:cubicBezTo>
                  <a:cubicBezTo>
                    <a:pt x="1807385" y="1560020"/>
                    <a:pt x="1805693" y="1561790"/>
                    <a:pt x="1805031" y="1563190"/>
                  </a:cubicBezTo>
                  <a:cubicBezTo>
                    <a:pt x="1748595" y="1626435"/>
                    <a:pt x="1703068" y="1697405"/>
                    <a:pt x="1670800" y="1772929"/>
                  </a:cubicBezTo>
                  <a:lnTo>
                    <a:pt x="1649589" y="1831521"/>
                  </a:lnTo>
                  <a:lnTo>
                    <a:pt x="1671500" y="1838085"/>
                  </a:lnTo>
                  <a:lnTo>
                    <a:pt x="1541265" y="1799073"/>
                  </a:lnTo>
                  <a:cubicBezTo>
                    <a:pt x="1496026" y="1789776"/>
                    <a:pt x="1450166" y="1784819"/>
                    <a:pt x="1403068" y="1784819"/>
                  </a:cubicBezTo>
                  <a:cubicBezTo>
                    <a:pt x="1259289" y="1784819"/>
                    <a:pt x="1145261" y="1829442"/>
                    <a:pt x="1056020" y="1923638"/>
                  </a:cubicBezTo>
                  <a:cubicBezTo>
                    <a:pt x="1033710" y="1947188"/>
                    <a:pt x="1014188" y="1972288"/>
                    <a:pt x="997456" y="1998936"/>
                  </a:cubicBezTo>
                  <a:lnTo>
                    <a:pt x="983451" y="2027256"/>
                  </a:lnTo>
                  <a:lnTo>
                    <a:pt x="984565" y="2016380"/>
                  </a:lnTo>
                  <a:cubicBezTo>
                    <a:pt x="984196" y="2015349"/>
                    <a:pt x="984858" y="2013948"/>
                    <a:pt x="984488" y="2012918"/>
                  </a:cubicBezTo>
                  <a:cubicBezTo>
                    <a:pt x="985798" y="1993840"/>
                    <a:pt x="985045" y="1975502"/>
                    <a:pt x="984291" y="1957162"/>
                  </a:cubicBezTo>
                  <a:cubicBezTo>
                    <a:pt x="983922" y="1956131"/>
                    <a:pt x="984584" y="1954732"/>
                    <a:pt x="984216" y="1953700"/>
                  </a:cubicBezTo>
                  <a:cubicBezTo>
                    <a:pt x="983324" y="1944715"/>
                    <a:pt x="983462" y="1935362"/>
                    <a:pt x="982570" y="1926376"/>
                  </a:cubicBezTo>
                  <a:cubicBezTo>
                    <a:pt x="982570" y="1926376"/>
                    <a:pt x="982201" y="1925345"/>
                    <a:pt x="982201" y="1925345"/>
                  </a:cubicBezTo>
                  <a:cubicBezTo>
                    <a:pt x="981309" y="1916360"/>
                    <a:pt x="980417" y="1907375"/>
                    <a:pt x="979525" y="1898390"/>
                  </a:cubicBezTo>
                  <a:cubicBezTo>
                    <a:pt x="978788" y="1896329"/>
                    <a:pt x="979449" y="1894929"/>
                    <a:pt x="978710" y="1892867"/>
                  </a:cubicBezTo>
                  <a:cubicBezTo>
                    <a:pt x="977157" y="1885282"/>
                    <a:pt x="977003" y="1878359"/>
                    <a:pt x="975450" y="1870775"/>
                  </a:cubicBezTo>
                  <a:cubicBezTo>
                    <a:pt x="974712" y="1868712"/>
                    <a:pt x="975373" y="1867312"/>
                    <a:pt x="974635" y="1865251"/>
                  </a:cubicBezTo>
                  <a:cubicBezTo>
                    <a:pt x="972712" y="1856635"/>
                    <a:pt x="971158" y="1849050"/>
                    <a:pt x="969235" y="1840435"/>
                  </a:cubicBezTo>
                  <a:cubicBezTo>
                    <a:pt x="968127" y="1837341"/>
                    <a:pt x="968420" y="1834911"/>
                    <a:pt x="967314" y="1831819"/>
                  </a:cubicBezTo>
                  <a:cubicBezTo>
                    <a:pt x="966498" y="1826295"/>
                    <a:pt x="964283" y="1820110"/>
                    <a:pt x="962437" y="1814955"/>
                  </a:cubicBezTo>
                  <a:cubicBezTo>
                    <a:pt x="961330" y="1811863"/>
                    <a:pt x="960222" y="1808772"/>
                    <a:pt x="960145" y="1805309"/>
                  </a:cubicBezTo>
                  <a:cubicBezTo>
                    <a:pt x="957561" y="1798094"/>
                    <a:pt x="956006" y="1790508"/>
                    <a:pt x="953422" y="1783293"/>
                  </a:cubicBezTo>
                  <a:cubicBezTo>
                    <a:pt x="951946" y="1779170"/>
                    <a:pt x="950838" y="1776077"/>
                    <a:pt x="949362" y="1771955"/>
                  </a:cubicBezTo>
                  <a:cubicBezTo>
                    <a:pt x="947885" y="1767831"/>
                    <a:pt x="946408" y="1763707"/>
                    <a:pt x="944931" y="1759584"/>
                  </a:cubicBezTo>
                  <a:cubicBezTo>
                    <a:pt x="943454" y="1755461"/>
                    <a:pt x="941977" y="1751337"/>
                    <a:pt x="940500" y="1747214"/>
                  </a:cubicBezTo>
                  <a:cubicBezTo>
                    <a:pt x="938286" y="1741029"/>
                    <a:pt x="934671" y="1734184"/>
                    <a:pt x="932455" y="1727998"/>
                  </a:cubicBezTo>
                  <a:cubicBezTo>
                    <a:pt x="930978" y="1723875"/>
                    <a:pt x="928102" y="1719089"/>
                    <a:pt x="926626" y="1714967"/>
                  </a:cubicBezTo>
                  <a:cubicBezTo>
                    <a:pt x="925148" y="1710843"/>
                    <a:pt x="923011" y="1708120"/>
                    <a:pt x="921533" y="1703997"/>
                  </a:cubicBezTo>
                  <a:cubicBezTo>
                    <a:pt x="919025" y="1700243"/>
                    <a:pt x="917550" y="1696119"/>
                    <a:pt x="914673" y="1691335"/>
                  </a:cubicBezTo>
                  <a:cubicBezTo>
                    <a:pt x="911797" y="1686550"/>
                    <a:pt x="910319" y="1682426"/>
                    <a:pt x="907442" y="1677641"/>
                  </a:cubicBezTo>
                  <a:cubicBezTo>
                    <a:pt x="904195" y="1671826"/>
                    <a:pt x="901318" y="1667040"/>
                    <a:pt x="898073" y="1661225"/>
                  </a:cubicBezTo>
                  <a:cubicBezTo>
                    <a:pt x="897335" y="1659163"/>
                    <a:pt x="895196" y="1656440"/>
                    <a:pt x="894458" y="1654378"/>
                  </a:cubicBezTo>
                  <a:cubicBezTo>
                    <a:pt x="894089" y="1653348"/>
                    <a:pt x="892689" y="1652685"/>
                    <a:pt x="892319" y="1651655"/>
                  </a:cubicBezTo>
                  <a:cubicBezTo>
                    <a:pt x="887673" y="1645178"/>
                    <a:pt x="883689" y="1637300"/>
                    <a:pt x="879043" y="1630823"/>
                  </a:cubicBezTo>
                  <a:cubicBezTo>
                    <a:pt x="877274" y="1629130"/>
                    <a:pt x="876166" y="1626038"/>
                    <a:pt x="874396" y="1624347"/>
                  </a:cubicBezTo>
                  <a:cubicBezTo>
                    <a:pt x="869752" y="1617868"/>
                    <a:pt x="864736" y="1610360"/>
                    <a:pt x="859059" y="1604251"/>
                  </a:cubicBezTo>
                  <a:cubicBezTo>
                    <a:pt x="857289" y="1602560"/>
                    <a:pt x="856183" y="1599467"/>
                    <a:pt x="854413" y="1597775"/>
                  </a:cubicBezTo>
                  <a:cubicBezTo>
                    <a:pt x="849767" y="1591298"/>
                    <a:pt x="843722" y="1584157"/>
                    <a:pt x="838044" y="1578050"/>
                  </a:cubicBezTo>
                  <a:cubicBezTo>
                    <a:pt x="836276" y="1576357"/>
                    <a:pt x="834507" y="1574665"/>
                    <a:pt x="833767" y="1572603"/>
                  </a:cubicBezTo>
                  <a:cubicBezTo>
                    <a:pt x="827352" y="1564434"/>
                    <a:pt x="820276" y="1557663"/>
                    <a:pt x="813199" y="1550894"/>
                  </a:cubicBezTo>
                  <a:cubicBezTo>
                    <a:pt x="812829" y="1549863"/>
                    <a:pt x="811800" y="1550232"/>
                    <a:pt x="811430" y="1549201"/>
                  </a:cubicBezTo>
                  <a:cubicBezTo>
                    <a:pt x="808260" y="1546847"/>
                    <a:pt x="806122" y="1544125"/>
                    <a:pt x="803614" y="1540370"/>
                  </a:cubicBezTo>
                  <a:cubicBezTo>
                    <a:pt x="759600" y="1492166"/>
                    <a:pt x="749003" y="1420364"/>
                    <a:pt x="781945" y="1359717"/>
                  </a:cubicBezTo>
                  <a:lnTo>
                    <a:pt x="783269" y="1356917"/>
                  </a:lnTo>
                  <a:cubicBezTo>
                    <a:pt x="834890" y="1263993"/>
                    <a:pt x="941281" y="1220073"/>
                    <a:pt x="1040514" y="1243849"/>
                  </a:cubicBezTo>
                  <a:cubicBezTo>
                    <a:pt x="1042944" y="1244142"/>
                    <a:pt x="1044345" y="1244803"/>
                    <a:pt x="1046776" y="1245095"/>
                  </a:cubicBezTo>
                  <a:cubicBezTo>
                    <a:pt x="1048175" y="1245758"/>
                    <a:pt x="1049206" y="1245389"/>
                    <a:pt x="1050606" y="1246050"/>
                  </a:cubicBezTo>
                  <a:cubicBezTo>
                    <a:pt x="1060699" y="1248251"/>
                    <a:pt x="1069761" y="1250819"/>
                    <a:pt x="1079853" y="1253020"/>
                  </a:cubicBezTo>
                  <a:cubicBezTo>
                    <a:pt x="1082283" y="1253313"/>
                    <a:pt x="1083684" y="1253975"/>
                    <a:pt x="1086115" y="1254268"/>
                  </a:cubicBezTo>
                  <a:cubicBezTo>
                    <a:pt x="1097239" y="1256100"/>
                    <a:pt x="1108731" y="1258960"/>
                    <a:pt x="1119855" y="1260792"/>
                  </a:cubicBezTo>
                  <a:cubicBezTo>
                    <a:pt x="1122285" y="1261085"/>
                    <a:pt x="1124716" y="1261378"/>
                    <a:pt x="1127147" y="1261669"/>
                  </a:cubicBezTo>
                  <a:cubicBezTo>
                    <a:pt x="1136869" y="1262838"/>
                    <a:pt x="1145564" y="1264378"/>
                    <a:pt x="1155286" y="1265548"/>
                  </a:cubicBezTo>
                  <a:cubicBezTo>
                    <a:pt x="1157717" y="1265840"/>
                    <a:pt x="1160147" y="1266133"/>
                    <a:pt x="1162578" y="1266425"/>
                  </a:cubicBezTo>
                  <a:cubicBezTo>
                    <a:pt x="1193149" y="1270596"/>
                    <a:pt x="1225043" y="1271968"/>
                    <a:pt x="1255534" y="1272676"/>
                  </a:cubicBezTo>
                  <a:cubicBezTo>
                    <a:pt x="1261427" y="1272892"/>
                    <a:pt x="1266951" y="1272077"/>
                    <a:pt x="1271813" y="1272661"/>
                  </a:cubicBezTo>
                  <a:cubicBezTo>
                    <a:pt x="1271813" y="1272661"/>
                    <a:pt x="1271813" y="1272661"/>
                    <a:pt x="1272844" y="1272292"/>
                  </a:cubicBezTo>
                  <a:cubicBezTo>
                    <a:pt x="1368078" y="1271913"/>
                    <a:pt x="1463005" y="1257687"/>
                    <a:pt x="1555856" y="1227921"/>
                  </a:cubicBezTo>
                  <a:cubicBezTo>
                    <a:pt x="1557916" y="1227182"/>
                    <a:pt x="1559979" y="1226443"/>
                    <a:pt x="1562039" y="1225705"/>
                  </a:cubicBezTo>
                  <a:cubicBezTo>
                    <a:pt x="1586375" y="1218152"/>
                    <a:pt x="1611433" y="1214848"/>
                    <a:pt x="1636233" y="1215543"/>
                  </a:cubicBezTo>
                  <a:close/>
                  <a:moveTo>
                    <a:pt x="1247143" y="176445"/>
                  </a:moveTo>
                  <a:lnTo>
                    <a:pt x="1308867" y="228060"/>
                  </a:lnTo>
                  <a:lnTo>
                    <a:pt x="1308867" y="228061"/>
                  </a:lnTo>
                  <a:close/>
                  <a:moveTo>
                    <a:pt x="5961847" y="21044"/>
                  </a:moveTo>
                  <a:lnTo>
                    <a:pt x="5954357" y="24792"/>
                  </a:lnTo>
                  <a:cubicBezTo>
                    <a:pt x="5944441" y="29750"/>
                    <a:pt x="5933285" y="38426"/>
                    <a:pt x="5920889" y="49580"/>
                  </a:cubicBezTo>
                  <a:lnTo>
                    <a:pt x="5887672" y="81788"/>
                  </a:lnTo>
                  <a:lnTo>
                    <a:pt x="5920889" y="49580"/>
                  </a:lnTo>
                  <a:cubicBezTo>
                    <a:pt x="5933284" y="38425"/>
                    <a:pt x="5944440" y="29750"/>
                    <a:pt x="5954355" y="24792"/>
                  </a:cubicBezTo>
                  <a:close/>
                  <a:moveTo>
                    <a:pt x="6038636" y="4960"/>
                  </a:moveTo>
                  <a:lnTo>
                    <a:pt x="6509632" y="4960"/>
                  </a:lnTo>
                  <a:cubicBezTo>
                    <a:pt x="6519548" y="4960"/>
                    <a:pt x="6529463" y="4960"/>
                    <a:pt x="6539379" y="4960"/>
                  </a:cubicBezTo>
                  <a:cubicBezTo>
                    <a:pt x="6549295" y="4960"/>
                    <a:pt x="6559210" y="4960"/>
                    <a:pt x="6569126" y="4960"/>
                  </a:cubicBezTo>
                  <a:cubicBezTo>
                    <a:pt x="6579042" y="4960"/>
                    <a:pt x="6593912" y="9916"/>
                    <a:pt x="6608789" y="9916"/>
                  </a:cubicBezTo>
                  <a:cubicBezTo>
                    <a:pt x="6613744" y="9916"/>
                    <a:pt x="6618704" y="9916"/>
                    <a:pt x="6623659" y="9916"/>
                  </a:cubicBezTo>
                  <a:cubicBezTo>
                    <a:pt x="6638535" y="14876"/>
                    <a:pt x="6653406" y="14876"/>
                    <a:pt x="6668282" y="19831"/>
                  </a:cubicBezTo>
                  <a:cubicBezTo>
                    <a:pt x="6668282" y="19831"/>
                    <a:pt x="6673238" y="19831"/>
                    <a:pt x="6673238" y="19831"/>
                  </a:cubicBezTo>
                  <a:cubicBezTo>
                    <a:pt x="6693069" y="24792"/>
                    <a:pt x="6707945" y="29747"/>
                    <a:pt x="6722816" y="34707"/>
                  </a:cubicBezTo>
                  <a:cubicBezTo>
                    <a:pt x="6787270" y="54539"/>
                    <a:pt x="6841804" y="89241"/>
                    <a:pt x="6886427" y="133864"/>
                  </a:cubicBezTo>
                  <a:cubicBezTo>
                    <a:pt x="6886427" y="133864"/>
                    <a:pt x="6886427" y="133864"/>
                    <a:pt x="6891382" y="138819"/>
                  </a:cubicBezTo>
                  <a:cubicBezTo>
                    <a:pt x="6980623" y="228060"/>
                    <a:pt x="7025246" y="356964"/>
                    <a:pt x="7020285" y="520575"/>
                  </a:cubicBezTo>
                  <a:lnTo>
                    <a:pt x="7020285" y="1298951"/>
                  </a:lnTo>
                  <a:lnTo>
                    <a:pt x="7020285" y="1484144"/>
                  </a:lnTo>
                  <a:lnTo>
                    <a:pt x="7004863" y="1480480"/>
                  </a:lnTo>
                  <a:cubicBezTo>
                    <a:pt x="6948557" y="1469836"/>
                    <a:pt x="6890637" y="1464333"/>
                    <a:pt x="6831667" y="1464430"/>
                  </a:cubicBezTo>
                  <a:cubicBezTo>
                    <a:pt x="6800217" y="1464481"/>
                    <a:pt x="6768467" y="1466126"/>
                    <a:pt x="6736505" y="1469431"/>
                  </a:cubicBezTo>
                  <a:cubicBezTo>
                    <a:pt x="6414445" y="1502203"/>
                    <a:pt x="6147549" y="1695488"/>
                    <a:pt x="6006963" y="1962167"/>
                  </a:cubicBezTo>
                  <a:lnTo>
                    <a:pt x="6001579" y="1974765"/>
                  </a:lnTo>
                  <a:lnTo>
                    <a:pt x="6016471" y="1993735"/>
                  </a:lnTo>
                  <a:lnTo>
                    <a:pt x="5969226" y="1933553"/>
                  </a:lnTo>
                  <a:cubicBezTo>
                    <a:pt x="5875030" y="1839357"/>
                    <a:pt x="5760997" y="1794734"/>
                    <a:pt x="5622178" y="1794734"/>
                  </a:cubicBezTo>
                  <a:cubicBezTo>
                    <a:pt x="5518066" y="1794734"/>
                    <a:pt x="5413949" y="1819526"/>
                    <a:pt x="5314793" y="1864144"/>
                  </a:cubicBezTo>
                  <a:lnTo>
                    <a:pt x="5194518" y="1928122"/>
                  </a:lnTo>
                  <a:lnTo>
                    <a:pt x="5200293" y="1925050"/>
                  </a:lnTo>
                  <a:lnTo>
                    <a:pt x="5166606" y="1885296"/>
                  </a:lnTo>
                  <a:cubicBezTo>
                    <a:pt x="5128079" y="1846322"/>
                    <a:pt x="5086671" y="1810268"/>
                    <a:pt x="5042817" y="1777127"/>
                  </a:cubicBezTo>
                  <a:cubicBezTo>
                    <a:pt x="5041417" y="1776466"/>
                    <a:pt x="5040019" y="1775804"/>
                    <a:pt x="5039651" y="1774773"/>
                  </a:cubicBezTo>
                  <a:cubicBezTo>
                    <a:pt x="5021003" y="1761680"/>
                    <a:pt x="5001987" y="1747555"/>
                    <a:pt x="4982679" y="1735862"/>
                  </a:cubicBezTo>
                  <a:cubicBezTo>
                    <a:pt x="4979878" y="1734539"/>
                    <a:pt x="4977741" y="1731815"/>
                    <a:pt x="4974941" y="1730492"/>
                  </a:cubicBezTo>
                  <a:cubicBezTo>
                    <a:pt x="4968971" y="1726814"/>
                    <a:pt x="4964401" y="1723799"/>
                    <a:pt x="4958433" y="1720121"/>
                  </a:cubicBezTo>
                  <a:cubicBezTo>
                    <a:pt x="4955265" y="1717767"/>
                    <a:pt x="4952463" y="1716445"/>
                    <a:pt x="4948263" y="1714459"/>
                  </a:cubicBezTo>
                  <a:cubicBezTo>
                    <a:pt x="4942663" y="1711812"/>
                    <a:pt x="4937727" y="1707766"/>
                    <a:pt x="4932125" y="1705119"/>
                  </a:cubicBezTo>
                  <a:cubicBezTo>
                    <a:pt x="4930357" y="1703426"/>
                    <a:pt x="4927924" y="1703136"/>
                    <a:pt x="4926155" y="1701442"/>
                  </a:cubicBezTo>
                  <a:cubicBezTo>
                    <a:pt x="4914587" y="1695118"/>
                    <a:pt x="4902649" y="1687764"/>
                    <a:pt x="4890049" y="1681810"/>
                  </a:cubicBezTo>
                  <a:cubicBezTo>
                    <a:pt x="4887246" y="1680486"/>
                    <a:pt x="4885849" y="1679825"/>
                    <a:pt x="4883049" y="1678501"/>
                  </a:cubicBezTo>
                  <a:cubicBezTo>
                    <a:pt x="4876049" y="1675193"/>
                    <a:pt x="4870078" y="1671515"/>
                    <a:pt x="4863447" y="1669238"/>
                  </a:cubicBezTo>
                  <a:cubicBezTo>
                    <a:pt x="4862047" y="1668576"/>
                    <a:pt x="4859249" y="1667253"/>
                    <a:pt x="4857847" y="1666592"/>
                  </a:cubicBezTo>
                  <a:cubicBezTo>
                    <a:pt x="4699276" y="1590796"/>
                    <a:pt x="4521813" y="1553171"/>
                    <a:pt x="4335698" y="1562839"/>
                  </a:cubicBezTo>
                  <a:cubicBezTo>
                    <a:pt x="4333268" y="1562546"/>
                    <a:pt x="4329805" y="1562624"/>
                    <a:pt x="4327744" y="1563362"/>
                  </a:cubicBezTo>
                  <a:cubicBezTo>
                    <a:pt x="4321852" y="1563146"/>
                    <a:pt x="4315297" y="1564330"/>
                    <a:pt x="4309773" y="1565145"/>
                  </a:cubicBezTo>
                  <a:cubicBezTo>
                    <a:pt x="4301820" y="1565668"/>
                    <a:pt x="4293865" y="1566190"/>
                    <a:pt x="4287311" y="1567376"/>
                  </a:cubicBezTo>
                  <a:cubicBezTo>
                    <a:pt x="4285249" y="1568115"/>
                    <a:pt x="4282819" y="1567821"/>
                    <a:pt x="4280387" y="1567529"/>
                  </a:cubicBezTo>
                  <a:cubicBezTo>
                    <a:pt x="4279356" y="1567898"/>
                    <a:pt x="4279356" y="1567898"/>
                    <a:pt x="4278326" y="1568267"/>
                  </a:cubicBezTo>
                  <a:cubicBezTo>
                    <a:pt x="4270372" y="1568791"/>
                    <a:pt x="4262788" y="1570344"/>
                    <a:pt x="4254834" y="1570865"/>
                  </a:cubicBezTo>
                  <a:cubicBezTo>
                    <a:pt x="4253803" y="1571235"/>
                    <a:pt x="4252771" y="1571604"/>
                    <a:pt x="4252403" y="1570573"/>
                  </a:cubicBezTo>
                  <a:cubicBezTo>
                    <a:pt x="4206816" y="1576434"/>
                    <a:pt x="4162336" y="1585385"/>
                    <a:pt x="4117566" y="1596768"/>
                  </a:cubicBezTo>
                  <a:cubicBezTo>
                    <a:pt x="3927141" y="1646360"/>
                    <a:pt x="3757901" y="1745355"/>
                    <a:pt x="3624044" y="1878199"/>
                  </a:cubicBezTo>
                  <a:cubicBezTo>
                    <a:pt x="3623013" y="1878569"/>
                    <a:pt x="3622352" y="1879967"/>
                    <a:pt x="3621321" y="1880337"/>
                  </a:cubicBezTo>
                  <a:cubicBezTo>
                    <a:pt x="3616904" y="1884246"/>
                    <a:pt x="3612857" y="1889183"/>
                    <a:pt x="3608442" y="1893092"/>
                  </a:cubicBezTo>
                  <a:cubicBezTo>
                    <a:pt x="3605718" y="1895228"/>
                    <a:pt x="3604396" y="1898029"/>
                    <a:pt x="3601673" y="1900168"/>
                  </a:cubicBezTo>
                  <a:cubicBezTo>
                    <a:pt x="3599318" y="1903336"/>
                    <a:pt x="3595564" y="1905844"/>
                    <a:pt x="3593210" y="1909013"/>
                  </a:cubicBezTo>
                  <a:cubicBezTo>
                    <a:pt x="3589825" y="1912552"/>
                    <a:pt x="3585409" y="1916461"/>
                    <a:pt x="3582394" y="1921029"/>
                  </a:cubicBezTo>
                  <a:cubicBezTo>
                    <a:pt x="3580701" y="1922798"/>
                    <a:pt x="3580041" y="1924198"/>
                    <a:pt x="3578347" y="1925967"/>
                  </a:cubicBezTo>
                  <a:cubicBezTo>
                    <a:pt x="3464814" y="2053858"/>
                    <a:pt x="3380249" y="2207428"/>
                    <a:pt x="3336286" y="2380185"/>
                  </a:cubicBezTo>
                  <a:cubicBezTo>
                    <a:pt x="3321020" y="2441479"/>
                    <a:pt x="3309957" y="2504758"/>
                    <a:pt x="3305522" y="2570313"/>
                  </a:cubicBezTo>
                  <a:cubicBezTo>
                    <a:pt x="3305522" y="2570313"/>
                    <a:pt x="3305890" y="2571345"/>
                    <a:pt x="3305890" y="2571345"/>
                  </a:cubicBezTo>
                  <a:cubicBezTo>
                    <a:pt x="3304721" y="2581067"/>
                    <a:pt x="3304951" y="2591453"/>
                    <a:pt x="3303782" y="2601175"/>
                  </a:cubicBezTo>
                  <a:cubicBezTo>
                    <a:pt x="3303197" y="2606036"/>
                    <a:pt x="3303642" y="2610530"/>
                    <a:pt x="3303058" y="2615392"/>
                  </a:cubicBezTo>
                  <a:cubicBezTo>
                    <a:pt x="3302472" y="2620254"/>
                    <a:pt x="3302919" y="2624746"/>
                    <a:pt x="3302335" y="2629607"/>
                  </a:cubicBezTo>
                  <a:cubicBezTo>
                    <a:pt x="3299419" y="2767600"/>
                    <a:pt x="3323100" y="2901302"/>
                    <a:pt x="3368708" y="3024533"/>
                  </a:cubicBezTo>
                  <a:lnTo>
                    <a:pt x="3408019" y="3113609"/>
                  </a:lnTo>
                  <a:lnTo>
                    <a:pt x="3380001" y="3111039"/>
                  </a:lnTo>
                  <a:cubicBezTo>
                    <a:pt x="3336620" y="3102363"/>
                    <a:pt x="3294479" y="3088730"/>
                    <a:pt x="3252336" y="3068899"/>
                  </a:cubicBezTo>
                  <a:cubicBezTo>
                    <a:pt x="3212673" y="3054023"/>
                    <a:pt x="3168055" y="3029236"/>
                    <a:pt x="3128393" y="3004444"/>
                  </a:cubicBezTo>
                  <a:cubicBezTo>
                    <a:pt x="3088730" y="2979658"/>
                    <a:pt x="3044107" y="2949911"/>
                    <a:pt x="3004444" y="2920164"/>
                  </a:cubicBezTo>
                  <a:lnTo>
                    <a:pt x="2763870" y="2718081"/>
                  </a:lnTo>
                  <a:lnTo>
                    <a:pt x="2790573" y="2740511"/>
                  </a:lnTo>
                  <a:lnTo>
                    <a:pt x="2800406" y="2734939"/>
                  </a:lnTo>
                  <a:cubicBezTo>
                    <a:pt x="3161613" y="2499733"/>
                    <a:pt x="3266656" y="2020154"/>
                    <a:pt x="3036975" y="1658132"/>
                  </a:cubicBezTo>
                  <a:cubicBezTo>
                    <a:pt x="2983150" y="1573607"/>
                    <a:pt x="2915707" y="1503118"/>
                    <a:pt x="2839289" y="1447641"/>
                  </a:cubicBezTo>
                  <a:lnTo>
                    <a:pt x="2765608" y="1400741"/>
                  </a:lnTo>
                  <a:lnTo>
                    <a:pt x="2721850" y="1383238"/>
                  </a:lnTo>
                  <a:lnTo>
                    <a:pt x="2655794" y="1350209"/>
                  </a:lnTo>
                  <a:lnTo>
                    <a:pt x="2587751" y="1327216"/>
                  </a:lnTo>
                  <a:cubicBezTo>
                    <a:pt x="2527933" y="1310896"/>
                    <a:pt x="2466189" y="1301679"/>
                    <a:pt x="2403895" y="1299857"/>
                  </a:cubicBezTo>
                  <a:cubicBezTo>
                    <a:pt x="2321769" y="1297868"/>
                    <a:pt x="2238181" y="1308033"/>
                    <a:pt x="2156300" y="1332707"/>
                  </a:cubicBezTo>
                  <a:cubicBezTo>
                    <a:pt x="2154238" y="1333446"/>
                    <a:pt x="2152178" y="1334183"/>
                    <a:pt x="2150115" y="1334923"/>
                  </a:cubicBezTo>
                  <a:cubicBezTo>
                    <a:pt x="2069266" y="1359227"/>
                    <a:pt x="1978864" y="1327637"/>
                    <a:pt x="1931143" y="1252847"/>
                  </a:cubicBezTo>
                  <a:lnTo>
                    <a:pt x="1930406" y="1250786"/>
                  </a:lnTo>
                  <a:cubicBezTo>
                    <a:pt x="1872653" y="1160980"/>
                    <a:pt x="1884997" y="1046069"/>
                    <a:pt x="1953280" y="970439"/>
                  </a:cubicBezTo>
                  <a:cubicBezTo>
                    <a:pt x="1954974" y="968671"/>
                    <a:pt x="1955634" y="967270"/>
                    <a:pt x="1957326" y="965501"/>
                  </a:cubicBezTo>
                  <a:cubicBezTo>
                    <a:pt x="1960050" y="963362"/>
                    <a:pt x="1961374" y="960563"/>
                    <a:pt x="1964098" y="958425"/>
                  </a:cubicBezTo>
                  <a:cubicBezTo>
                    <a:pt x="1967480" y="954886"/>
                    <a:pt x="1969836" y="951717"/>
                    <a:pt x="1973220" y="948177"/>
                  </a:cubicBezTo>
                  <a:lnTo>
                    <a:pt x="2020133" y="889810"/>
                  </a:lnTo>
                  <a:lnTo>
                    <a:pt x="2092204" y="956864"/>
                  </a:lnTo>
                  <a:cubicBezTo>
                    <a:pt x="2107080" y="966779"/>
                    <a:pt x="2121951" y="981650"/>
                    <a:pt x="2136827" y="996526"/>
                  </a:cubicBezTo>
                  <a:cubicBezTo>
                    <a:pt x="2156658" y="1011397"/>
                    <a:pt x="2181445" y="1031229"/>
                    <a:pt x="2201276" y="1051060"/>
                  </a:cubicBezTo>
                  <a:cubicBezTo>
                    <a:pt x="2201276" y="1056020"/>
                    <a:pt x="2206236" y="1056020"/>
                    <a:pt x="2206236" y="1056020"/>
                  </a:cubicBezTo>
                  <a:cubicBezTo>
                    <a:pt x="2226068" y="1070891"/>
                    <a:pt x="2250854" y="1090723"/>
                    <a:pt x="2270686" y="1105599"/>
                  </a:cubicBezTo>
                  <a:cubicBezTo>
                    <a:pt x="2275646" y="1105599"/>
                    <a:pt x="2275646" y="1110554"/>
                    <a:pt x="2280601" y="1110554"/>
                  </a:cubicBezTo>
                  <a:cubicBezTo>
                    <a:pt x="2300433" y="1125430"/>
                    <a:pt x="2320264" y="1140301"/>
                    <a:pt x="2340096" y="1155177"/>
                  </a:cubicBezTo>
                  <a:cubicBezTo>
                    <a:pt x="2345056" y="1160132"/>
                    <a:pt x="2350011" y="1160132"/>
                    <a:pt x="2354971" y="1165093"/>
                  </a:cubicBezTo>
                  <a:cubicBezTo>
                    <a:pt x="2374803" y="1179963"/>
                    <a:pt x="2394634" y="1189879"/>
                    <a:pt x="2414466" y="1204755"/>
                  </a:cubicBezTo>
                  <a:cubicBezTo>
                    <a:pt x="2419421" y="1209710"/>
                    <a:pt x="2429336" y="1214671"/>
                    <a:pt x="2434297" y="1219626"/>
                  </a:cubicBezTo>
                  <a:cubicBezTo>
                    <a:pt x="2454128" y="1234502"/>
                    <a:pt x="2468999" y="1244418"/>
                    <a:pt x="2488830" y="1254334"/>
                  </a:cubicBezTo>
                  <a:cubicBezTo>
                    <a:pt x="2498746" y="1264249"/>
                    <a:pt x="2508662" y="1269204"/>
                    <a:pt x="2518577" y="1274165"/>
                  </a:cubicBezTo>
                  <a:cubicBezTo>
                    <a:pt x="2533453" y="1279120"/>
                    <a:pt x="2548324" y="1289036"/>
                    <a:pt x="2563200" y="1298951"/>
                  </a:cubicBezTo>
                  <a:cubicBezTo>
                    <a:pt x="2578071" y="1308867"/>
                    <a:pt x="2592947" y="1313827"/>
                    <a:pt x="2607818" y="1323743"/>
                  </a:cubicBezTo>
                  <a:cubicBezTo>
                    <a:pt x="2617734" y="1328698"/>
                    <a:pt x="2632610" y="1338614"/>
                    <a:pt x="2642525" y="1343574"/>
                  </a:cubicBezTo>
                  <a:cubicBezTo>
                    <a:pt x="2667312" y="1358445"/>
                    <a:pt x="2697059" y="1368361"/>
                    <a:pt x="2721851" y="1383237"/>
                  </a:cubicBezTo>
                  <a:cubicBezTo>
                    <a:pt x="2746637" y="1393153"/>
                    <a:pt x="2771429" y="1403068"/>
                    <a:pt x="2796216" y="1412984"/>
                  </a:cubicBezTo>
                  <a:cubicBezTo>
                    <a:pt x="2806131" y="1417939"/>
                    <a:pt x="2816047" y="1422900"/>
                    <a:pt x="2825962" y="1427855"/>
                  </a:cubicBezTo>
                  <a:cubicBezTo>
                    <a:pt x="2840839" y="1432815"/>
                    <a:pt x="2850754" y="1437771"/>
                    <a:pt x="2865625" y="1442731"/>
                  </a:cubicBezTo>
                  <a:cubicBezTo>
                    <a:pt x="2900333" y="1457602"/>
                    <a:pt x="2935035" y="1467518"/>
                    <a:pt x="2969742" y="1477433"/>
                  </a:cubicBezTo>
                  <a:cubicBezTo>
                    <a:pt x="3133348" y="1522056"/>
                    <a:pt x="3316790" y="1546843"/>
                    <a:pt x="3515103" y="1546843"/>
                  </a:cubicBezTo>
                  <a:cubicBezTo>
                    <a:pt x="3797697" y="1546843"/>
                    <a:pt x="4050549" y="1497265"/>
                    <a:pt x="4268693" y="1403068"/>
                  </a:cubicBezTo>
                  <a:cubicBezTo>
                    <a:pt x="4273649" y="1403068"/>
                    <a:pt x="4273649" y="1403068"/>
                    <a:pt x="4273649" y="1403068"/>
                  </a:cubicBezTo>
                  <a:cubicBezTo>
                    <a:pt x="4283564" y="1398108"/>
                    <a:pt x="4298440" y="1393153"/>
                    <a:pt x="4308356" y="1388192"/>
                  </a:cubicBezTo>
                  <a:cubicBezTo>
                    <a:pt x="4536416" y="1279120"/>
                    <a:pt x="4744645" y="1135346"/>
                    <a:pt x="4937998" y="956864"/>
                  </a:cubicBezTo>
                  <a:lnTo>
                    <a:pt x="5498235" y="446205"/>
                  </a:lnTo>
                  <a:lnTo>
                    <a:pt x="5786844" y="176334"/>
                  </a:lnTo>
                  <a:lnTo>
                    <a:pt x="5498235" y="446205"/>
                  </a:lnTo>
                  <a:lnTo>
                    <a:pt x="4937999" y="956863"/>
                  </a:lnTo>
                  <a:lnTo>
                    <a:pt x="4871692" y="1013965"/>
                  </a:lnTo>
                  <a:lnTo>
                    <a:pt x="4897681" y="1073129"/>
                  </a:lnTo>
                  <a:cubicBezTo>
                    <a:pt x="4900188" y="1076882"/>
                    <a:pt x="4901295" y="1079974"/>
                    <a:pt x="4903805" y="1083729"/>
                  </a:cubicBezTo>
                  <a:cubicBezTo>
                    <a:pt x="4904171" y="1084760"/>
                    <a:pt x="4904541" y="1085791"/>
                    <a:pt x="4905940" y="1086453"/>
                  </a:cubicBezTo>
                  <a:cubicBezTo>
                    <a:pt x="4912801" y="1099115"/>
                    <a:pt x="4920692" y="1111408"/>
                    <a:pt x="4927555" y="1124070"/>
                  </a:cubicBezTo>
                  <a:cubicBezTo>
                    <a:pt x="4927925" y="1125101"/>
                    <a:pt x="4928293" y="1126132"/>
                    <a:pt x="4929693" y="1126793"/>
                  </a:cubicBezTo>
                  <a:cubicBezTo>
                    <a:pt x="4935815" y="1137394"/>
                    <a:pt x="4943341" y="1148655"/>
                    <a:pt x="4950495" y="1158888"/>
                  </a:cubicBezTo>
                  <a:cubicBezTo>
                    <a:pt x="4952263" y="1160580"/>
                    <a:pt x="4953371" y="1163674"/>
                    <a:pt x="4955139" y="1165365"/>
                  </a:cubicBezTo>
                  <a:cubicBezTo>
                    <a:pt x="4962661" y="1176627"/>
                    <a:pt x="4970845" y="1186490"/>
                    <a:pt x="4977999" y="1196721"/>
                  </a:cubicBezTo>
                  <a:cubicBezTo>
                    <a:pt x="4979769" y="1198414"/>
                    <a:pt x="4981909" y="1201137"/>
                    <a:pt x="4982644" y="1203199"/>
                  </a:cubicBezTo>
                  <a:cubicBezTo>
                    <a:pt x="5000121" y="1226015"/>
                    <a:pt x="5018259" y="1247433"/>
                    <a:pt x="5038459" y="1268111"/>
                  </a:cubicBezTo>
                  <a:cubicBezTo>
                    <a:pt x="5038459" y="1268111"/>
                    <a:pt x="5038459" y="1268111"/>
                    <a:pt x="5038829" y="1269141"/>
                  </a:cubicBezTo>
                  <a:cubicBezTo>
                    <a:pt x="5189225" y="1429278"/>
                    <a:pt x="5395627" y="1537953"/>
                    <a:pt x="5631633" y="1560426"/>
                  </a:cubicBezTo>
                  <a:cubicBezTo>
                    <a:pt x="5826685" y="1578960"/>
                    <a:pt x="6012403" y="1535707"/>
                    <a:pt x="6171487" y="1447327"/>
                  </a:cubicBezTo>
                  <a:cubicBezTo>
                    <a:pt x="6173549" y="1446588"/>
                    <a:pt x="6175245" y="1444819"/>
                    <a:pt x="6177305" y="1444081"/>
                  </a:cubicBezTo>
                  <a:cubicBezTo>
                    <a:pt x="6187905" y="1437957"/>
                    <a:pt x="6199537" y="1431466"/>
                    <a:pt x="6210135" y="1425343"/>
                  </a:cubicBezTo>
                  <a:cubicBezTo>
                    <a:pt x="6214921" y="1422467"/>
                    <a:pt x="6219707" y="1419590"/>
                    <a:pt x="6224123" y="1415682"/>
                  </a:cubicBezTo>
                  <a:cubicBezTo>
                    <a:pt x="6231629" y="1410667"/>
                    <a:pt x="6239139" y="1405651"/>
                    <a:pt x="6246647" y="1400636"/>
                  </a:cubicBezTo>
                  <a:cubicBezTo>
                    <a:pt x="6253123" y="1395991"/>
                    <a:pt x="6258571" y="1391713"/>
                    <a:pt x="6265047" y="1387069"/>
                  </a:cubicBezTo>
                  <a:cubicBezTo>
                    <a:pt x="6270495" y="1382791"/>
                    <a:pt x="6276971" y="1378145"/>
                    <a:pt x="6282417" y="1373869"/>
                  </a:cubicBezTo>
                  <a:cubicBezTo>
                    <a:pt x="6288895" y="1369222"/>
                    <a:pt x="6295003" y="1363545"/>
                    <a:pt x="6300449" y="1359269"/>
                  </a:cubicBezTo>
                  <a:cubicBezTo>
                    <a:pt x="6305897" y="1354992"/>
                    <a:pt x="6311343" y="1350715"/>
                    <a:pt x="6317821" y="1346069"/>
                  </a:cubicBezTo>
                  <a:cubicBezTo>
                    <a:pt x="6323267" y="1341793"/>
                    <a:pt x="6329375" y="1336115"/>
                    <a:pt x="6334822" y="1331839"/>
                  </a:cubicBezTo>
                  <a:cubicBezTo>
                    <a:pt x="6340929" y="1326162"/>
                    <a:pt x="6346377" y="1321886"/>
                    <a:pt x="6352485" y="1316207"/>
                  </a:cubicBezTo>
                  <a:cubicBezTo>
                    <a:pt x="6356900" y="1312301"/>
                    <a:pt x="6360947" y="1307362"/>
                    <a:pt x="6366393" y="1303086"/>
                  </a:cubicBezTo>
                  <a:cubicBezTo>
                    <a:pt x="6373532" y="1297039"/>
                    <a:pt x="6379271" y="1290333"/>
                    <a:pt x="6386041" y="1283257"/>
                  </a:cubicBezTo>
                  <a:cubicBezTo>
                    <a:pt x="6389424" y="1279717"/>
                    <a:pt x="6392811" y="1276179"/>
                    <a:pt x="6395165" y="1273009"/>
                  </a:cubicBezTo>
                  <a:cubicBezTo>
                    <a:pt x="6402969" y="1265563"/>
                    <a:pt x="6410397" y="1257086"/>
                    <a:pt x="6416799" y="1248978"/>
                  </a:cubicBezTo>
                  <a:cubicBezTo>
                    <a:pt x="6418490" y="1247209"/>
                    <a:pt x="6420183" y="1245440"/>
                    <a:pt x="6422537" y="1242272"/>
                  </a:cubicBezTo>
                  <a:cubicBezTo>
                    <a:pt x="6430629" y="1232394"/>
                    <a:pt x="6438723" y="1222517"/>
                    <a:pt x="6446817" y="1212640"/>
                  </a:cubicBezTo>
                  <a:cubicBezTo>
                    <a:pt x="6447847" y="1212271"/>
                    <a:pt x="6447477" y="1211240"/>
                    <a:pt x="6448509" y="1210871"/>
                  </a:cubicBezTo>
                  <a:cubicBezTo>
                    <a:pt x="6512885" y="1130825"/>
                    <a:pt x="6563845" y="1039303"/>
                    <a:pt x="6598003" y="939840"/>
                  </a:cubicBezTo>
                  <a:cubicBezTo>
                    <a:pt x="6598665" y="938440"/>
                    <a:pt x="6598297" y="937408"/>
                    <a:pt x="6599327" y="937038"/>
                  </a:cubicBezTo>
                  <a:cubicBezTo>
                    <a:pt x="6604250" y="924808"/>
                    <a:pt x="6607775" y="911916"/>
                    <a:pt x="6611299" y="899023"/>
                  </a:cubicBezTo>
                  <a:cubicBezTo>
                    <a:pt x="6614236" y="890993"/>
                    <a:pt x="6615777" y="882300"/>
                    <a:pt x="6618347" y="873238"/>
                  </a:cubicBezTo>
                  <a:cubicBezTo>
                    <a:pt x="6619963" y="868007"/>
                    <a:pt x="6621577" y="862776"/>
                    <a:pt x="6622827" y="856514"/>
                  </a:cubicBezTo>
                  <a:cubicBezTo>
                    <a:pt x="6649245" y="751682"/>
                    <a:pt x="6657543" y="641709"/>
                    <a:pt x="6645363" y="529767"/>
                  </a:cubicBezTo>
                  <a:cubicBezTo>
                    <a:pt x="6644549" y="524242"/>
                    <a:pt x="6644103" y="519750"/>
                    <a:pt x="6643289" y="514228"/>
                  </a:cubicBezTo>
                  <a:cubicBezTo>
                    <a:pt x="6642027" y="504212"/>
                    <a:pt x="6641134" y="495227"/>
                    <a:pt x="6639875" y="485210"/>
                  </a:cubicBezTo>
                  <a:cubicBezTo>
                    <a:pt x="6637507" y="472103"/>
                    <a:pt x="6635505" y="460025"/>
                    <a:pt x="6633139" y="446916"/>
                  </a:cubicBezTo>
                  <a:cubicBezTo>
                    <a:pt x="6632398" y="444855"/>
                    <a:pt x="6632691" y="442424"/>
                    <a:pt x="6631952" y="440363"/>
                  </a:cubicBezTo>
                  <a:cubicBezTo>
                    <a:pt x="6627371" y="421070"/>
                    <a:pt x="6623155" y="402808"/>
                    <a:pt x="6618571" y="383514"/>
                  </a:cubicBezTo>
                  <a:cubicBezTo>
                    <a:pt x="6616279" y="373868"/>
                    <a:pt x="6612955" y="364590"/>
                    <a:pt x="6610663" y="354943"/>
                  </a:cubicBezTo>
                  <a:cubicBezTo>
                    <a:pt x="6609186" y="350820"/>
                    <a:pt x="6608079" y="347728"/>
                    <a:pt x="6606602" y="343605"/>
                  </a:cubicBezTo>
                  <a:cubicBezTo>
                    <a:pt x="6568825" y="225130"/>
                    <a:pt x="6509163" y="119434"/>
                    <a:pt x="6433309" y="29424"/>
                  </a:cubicBezTo>
                  <a:lnTo>
                    <a:pt x="6408385" y="4961"/>
                  </a:lnTo>
                  <a:lnTo>
                    <a:pt x="6038636" y="4961"/>
                  </a:lnTo>
                  <a:lnTo>
                    <a:pt x="6008875" y="10912"/>
                  </a:lnTo>
                  <a:close/>
                  <a:moveTo>
                    <a:pt x="401092" y="0"/>
                  </a:moveTo>
                  <a:lnTo>
                    <a:pt x="520575" y="0"/>
                  </a:lnTo>
                  <a:lnTo>
                    <a:pt x="713928" y="0"/>
                  </a:lnTo>
                  <a:cubicBezTo>
                    <a:pt x="903566" y="0"/>
                    <a:pt x="1059737" y="41833"/>
                    <a:pt x="1188718" y="127588"/>
                  </a:cubicBezTo>
                  <a:lnTo>
                    <a:pt x="1188718" y="127588"/>
                  </a:lnTo>
                  <a:lnTo>
                    <a:pt x="1050442" y="56397"/>
                  </a:lnTo>
                  <a:cubicBezTo>
                    <a:pt x="951905" y="18593"/>
                    <a:pt x="840354" y="1"/>
                    <a:pt x="713928" y="0"/>
                  </a:cubicBezTo>
                  <a:lnTo>
                    <a:pt x="520576" y="0"/>
                  </a:lnTo>
                  <a:close/>
                  <a:moveTo>
                    <a:pt x="74370" y="0"/>
                  </a:moveTo>
                  <a:lnTo>
                    <a:pt x="401092" y="0"/>
                  </a:lnTo>
                  <a:lnTo>
                    <a:pt x="400308" y="1884"/>
                  </a:lnTo>
                  <a:cubicBezTo>
                    <a:pt x="399647" y="3284"/>
                    <a:pt x="398324" y="6085"/>
                    <a:pt x="397662" y="7485"/>
                  </a:cubicBezTo>
                  <a:cubicBezTo>
                    <a:pt x="363641" y="97593"/>
                    <a:pt x="344574" y="190488"/>
                    <a:pt x="339724" y="284107"/>
                  </a:cubicBezTo>
                  <a:cubicBezTo>
                    <a:pt x="339430" y="286537"/>
                    <a:pt x="339509" y="289999"/>
                    <a:pt x="339584" y="293460"/>
                  </a:cubicBezTo>
                  <a:cubicBezTo>
                    <a:pt x="340031" y="297952"/>
                    <a:pt x="339076" y="301783"/>
                    <a:pt x="339523" y="306276"/>
                  </a:cubicBezTo>
                  <a:cubicBezTo>
                    <a:pt x="339675" y="313200"/>
                    <a:pt x="338799" y="320492"/>
                    <a:pt x="338951" y="327416"/>
                  </a:cubicBezTo>
                  <a:cubicBezTo>
                    <a:pt x="339320" y="328446"/>
                    <a:pt x="338290" y="328815"/>
                    <a:pt x="338659" y="329846"/>
                  </a:cubicBezTo>
                  <a:cubicBezTo>
                    <a:pt x="338004" y="503374"/>
                    <a:pt x="384489" y="678628"/>
                    <a:pt x="484946" y="835717"/>
                  </a:cubicBezTo>
                  <a:cubicBezTo>
                    <a:pt x="497484" y="854486"/>
                    <a:pt x="510023" y="873258"/>
                    <a:pt x="523222" y="890627"/>
                  </a:cubicBezTo>
                  <a:cubicBezTo>
                    <a:pt x="523591" y="891658"/>
                    <a:pt x="524992" y="892320"/>
                    <a:pt x="525360" y="893351"/>
                  </a:cubicBezTo>
                  <a:cubicBezTo>
                    <a:pt x="532144" y="902551"/>
                    <a:pt x="538929" y="911752"/>
                    <a:pt x="546745" y="920584"/>
                  </a:cubicBezTo>
                  <a:cubicBezTo>
                    <a:pt x="547114" y="921614"/>
                    <a:pt x="547114" y="921614"/>
                    <a:pt x="548514" y="922276"/>
                  </a:cubicBezTo>
                  <a:cubicBezTo>
                    <a:pt x="575205" y="954586"/>
                    <a:pt x="602189" y="984465"/>
                    <a:pt x="631896" y="1012206"/>
                  </a:cubicBezTo>
                  <a:cubicBezTo>
                    <a:pt x="702741" y="1083365"/>
                    <a:pt x="722213" y="1196186"/>
                    <a:pt x="670592" y="1289109"/>
                  </a:cubicBezTo>
                  <a:lnTo>
                    <a:pt x="669269" y="1291909"/>
                  </a:lnTo>
                  <a:cubicBezTo>
                    <a:pt x="635957" y="1351525"/>
                    <a:pt x="568738" y="1381414"/>
                    <a:pt x="505091" y="1369319"/>
                  </a:cubicBezTo>
                  <a:cubicBezTo>
                    <a:pt x="504060" y="1369688"/>
                    <a:pt x="502660" y="1369026"/>
                    <a:pt x="502660" y="1369026"/>
                  </a:cubicBezTo>
                  <a:cubicBezTo>
                    <a:pt x="501260" y="1368365"/>
                    <a:pt x="498829" y="1368072"/>
                    <a:pt x="497429" y="1367411"/>
                  </a:cubicBezTo>
                  <a:cubicBezTo>
                    <a:pt x="496398" y="1367780"/>
                    <a:pt x="496028" y="1366749"/>
                    <a:pt x="494997" y="1367118"/>
                  </a:cubicBezTo>
                  <a:cubicBezTo>
                    <a:pt x="493968" y="1367487"/>
                    <a:pt x="493598" y="1366456"/>
                    <a:pt x="492567" y="1366825"/>
                  </a:cubicBezTo>
                  <a:cubicBezTo>
                    <a:pt x="482474" y="1364625"/>
                    <a:pt x="472382" y="1362425"/>
                    <a:pt x="462659" y="1361255"/>
                  </a:cubicBezTo>
                  <a:cubicBezTo>
                    <a:pt x="462659" y="1361255"/>
                    <a:pt x="461627" y="1361624"/>
                    <a:pt x="461258" y="1360593"/>
                  </a:cubicBezTo>
                  <a:cubicBezTo>
                    <a:pt x="451535" y="1359423"/>
                    <a:pt x="441811" y="1358253"/>
                    <a:pt x="432088" y="1357084"/>
                  </a:cubicBezTo>
                  <a:cubicBezTo>
                    <a:pt x="429657" y="1356792"/>
                    <a:pt x="427228" y="1356500"/>
                    <a:pt x="424795" y="1356207"/>
                  </a:cubicBezTo>
                  <a:cubicBezTo>
                    <a:pt x="415073" y="1355038"/>
                    <a:pt x="406750" y="1354528"/>
                    <a:pt x="397394" y="1354390"/>
                  </a:cubicBezTo>
                  <a:cubicBezTo>
                    <a:pt x="394964" y="1354097"/>
                    <a:pt x="392534" y="1353806"/>
                    <a:pt x="390104" y="1353513"/>
                  </a:cubicBezTo>
                  <a:cubicBezTo>
                    <a:pt x="381778" y="1353004"/>
                    <a:pt x="373825" y="1353527"/>
                    <a:pt x="365502" y="1353020"/>
                  </a:cubicBezTo>
                  <a:cubicBezTo>
                    <a:pt x="364472" y="1353389"/>
                    <a:pt x="362041" y="1353096"/>
                    <a:pt x="361010" y="1353465"/>
                  </a:cubicBezTo>
                  <a:cubicBezTo>
                    <a:pt x="326392" y="1354233"/>
                    <a:pt x="292514" y="1357061"/>
                    <a:pt x="258344" y="1362322"/>
                  </a:cubicBezTo>
                  <a:cubicBezTo>
                    <a:pt x="257312" y="1362692"/>
                    <a:pt x="257312" y="1362692"/>
                    <a:pt x="256281" y="1363060"/>
                  </a:cubicBezTo>
                  <a:cubicBezTo>
                    <a:pt x="250760" y="1363875"/>
                    <a:pt x="244205" y="1365061"/>
                    <a:pt x="238682" y="1365875"/>
                  </a:cubicBezTo>
                  <a:cubicBezTo>
                    <a:pt x="236620" y="1366613"/>
                    <a:pt x="234558" y="1367352"/>
                    <a:pt x="232127" y="1367059"/>
                  </a:cubicBezTo>
                  <a:cubicBezTo>
                    <a:pt x="227634" y="1367504"/>
                    <a:pt x="223512" y="1368982"/>
                    <a:pt x="219019" y="1369429"/>
                  </a:cubicBezTo>
                  <a:cubicBezTo>
                    <a:pt x="215928" y="1370536"/>
                    <a:pt x="211435" y="1370982"/>
                    <a:pt x="208341" y="1372089"/>
                  </a:cubicBezTo>
                  <a:cubicBezTo>
                    <a:pt x="205249" y="1373196"/>
                    <a:pt x="202819" y="1372905"/>
                    <a:pt x="199726" y="1374012"/>
                  </a:cubicBezTo>
                  <a:cubicBezTo>
                    <a:pt x="194571" y="1375857"/>
                    <a:pt x="189049" y="1376672"/>
                    <a:pt x="184925" y="1378149"/>
                  </a:cubicBezTo>
                  <a:cubicBezTo>
                    <a:pt x="183893" y="1378519"/>
                    <a:pt x="181834" y="1379256"/>
                    <a:pt x="180802" y="1379626"/>
                  </a:cubicBezTo>
                  <a:cubicBezTo>
                    <a:pt x="174616" y="1381841"/>
                    <a:pt x="168432" y="1384056"/>
                    <a:pt x="161878" y="1385241"/>
                  </a:cubicBezTo>
                  <a:cubicBezTo>
                    <a:pt x="161878" y="1385241"/>
                    <a:pt x="161878" y="1385241"/>
                    <a:pt x="160847" y="1385611"/>
                  </a:cubicBezTo>
                  <a:cubicBezTo>
                    <a:pt x="135076" y="1394841"/>
                    <a:pt x="109676" y="1405100"/>
                    <a:pt x="85013" y="1417423"/>
                  </a:cubicBezTo>
                  <a:cubicBezTo>
                    <a:pt x="83982" y="1417793"/>
                    <a:pt x="81920" y="1418531"/>
                    <a:pt x="81257" y="1419931"/>
                  </a:cubicBezTo>
                  <a:cubicBezTo>
                    <a:pt x="74411" y="1423546"/>
                    <a:pt x="66534" y="1427530"/>
                    <a:pt x="59687" y="1431145"/>
                  </a:cubicBezTo>
                  <a:cubicBezTo>
                    <a:pt x="57627" y="1431883"/>
                    <a:pt x="55933" y="1433652"/>
                    <a:pt x="52841" y="1434759"/>
                  </a:cubicBezTo>
                  <a:cubicBezTo>
                    <a:pt x="45334" y="1439775"/>
                    <a:pt x="36425" y="1444129"/>
                    <a:pt x="28917" y="1449144"/>
                  </a:cubicBezTo>
                  <a:cubicBezTo>
                    <a:pt x="26855" y="1449882"/>
                    <a:pt x="25162" y="1451651"/>
                    <a:pt x="23101" y="1452390"/>
                  </a:cubicBezTo>
                  <a:lnTo>
                    <a:pt x="1" y="1468430"/>
                  </a:lnTo>
                  <a:lnTo>
                    <a:pt x="0" y="2472769"/>
                  </a:lnTo>
                  <a:lnTo>
                    <a:pt x="9511" y="2479577"/>
                  </a:lnTo>
                  <a:cubicBezTo>
                    <a:pt x="12679" y="2481931"/>
                    <a:pt x="15481" y="2483255"/>
                    <a:pt x="18651" y="2485608"/>
                  </a:cubicBezTo>
                  <a:cubicBezTo>
                    <a:pt x="20049" y="2486270"/>
                    <a:pt x="20418" y="2487300"/>
                    <a:pt x="21818" y="2487963"/>
                  </a:cubicBezTo>
                  <a:cubicBezTo>
                    <a:pt x="24988" y="2490316"/>
                    <a:pt x="27787" y="2491639"/>
                    <a:pt x="30958" y="2493993"/>
                  </a:cubicBezTo>
                  <a:cubicBezTo>
                    <a:pt x="35526" y="2497008"/>
                    <a:pt x="40095" y="2500026"/>
                    <a:pt x="46064" y="2503703"/>
                  </a:cubicBezTo>
                  <a:cubicBezTo>
                    <a:pt x="52035" y="2507379"/>
                    <a:pt x="56603" y="2510395"/>
                    <a:pt x="62203" y="2513041"/>
                  </a:cubicBezTo>
                  <a:cubicBezTo>
                    <a:pt x="65004" y="2514364"/>
                    <a:pt x="66772" y="2516059"/>
                    <a:pt x="69572" y="2517381"/>
                  </a:cubicBezTo>
                  <a:cubicBezTo>
                    <a:pt x="70973" y="2518043"/>
                    <a:pt x="70973" y="2518043"/>
                    <a:pt x="72372" y="2518705"/>
                  </a:cubicBezTo>
                  <a:cubicBezTo>
                    <a:pt x="79372" y="2522012"/>
                    <a:pt x="86741" y="2526351"/>
                    <a:pt x="92711" y="2530028"/>
                  </a:cubicBezTo>
                  <a:cubicBezTo>
                    <a:pt x="95512" y="2531353"/>
                    <a:pt x="96912" y="2532013"/>
                    <a:pt x="99712" y="2533337"/>
                  </a:cubicBezTo>
                  <a:cubicBezTo>
                    <a:pt x="106711" y="2536645"/>
                    <a:pt x="115111" y="2540614"/>
                    <a:pt x="122111" y="2543923"/>
                  </a:cubicBezTo>
                  <a:cubicBezTo>
                    <a:pt x="123511" y="2544585"/>
                    <a:pt x="126313" y="2545909"/>
                    <a:pt x="127712" y="2546568"/>
                  </a:cubicBezTo>
                  <a:cubicBezTo>
                    <a:pt x="135742" y="2549508"/>
                    <a:pt x="142743" y="2552816"/>
                    <a:pt x="150773" y="2555756"/>
                  </a:cubicBezTo>
                  <a:cubicBezTo>
                    <a:pt x="153204" y="2556048"/>
                    <a:pt x="154973" y="2557740"/>
                    <a:pt x="157404" y="2558032"/>
                  </a:cubicBezTo>
                  <a:cubicBezTo>
                    <a:pt x="164034" y="2560310"/>
                    <a:pt x="172067" y="2563249"/>
                    <a:pt x="178697" y="2565527"/>
                  </a:cubicBezTo>
                  <a:cubicBezTo>
                    <a:pt x="181497" y="2566850"/>
                    <a:pt x="183928" y="2567141"/>
                    <a:pt x="186728" y="2568466"/>
                  </a:cubicBezTo>
                  <a:cubicBezTo>
                    <a:pt x="193358" y="2570743"/>
                    <a:pt x="199619" y="2571989"/>
                    <a:pt x="206252" y="2574267"/>
                  </a:cubicBezTo>
                  <a:cubicBezTo>
                    <a:pt x="210083" y="2575221"/>
                    <a:pt x="212883" y="2576544"/>
                    <a:pt x="216712" y="2577498"/>
                  </a:cubicBezTo>
                  <a:cubicBezTo>
                    <a:pt x="221945" y="2579114"/>
                    <a:pt x="228206" y="2580360"/>
                    <a:pt x="233437" y="2581976"/>
                  </a:cubicBezTo>
                  <a:cubicBezTo>
                    <a:pt x="237267" y="2582930"/>
                    <a:pt x="242128" y="2583514"/>
                    <a:pt x="246328" y="2585500"/>
                  </a:cubicBezTo>
                  <a:cubicBezTo>
                    <a:pt x="251191" y="2586084"/>
                    <a:pt x="256052" y="2586670"/>
                    <a:pt x="260252" y="2588654"/>
                  </a:cubicBezTo>
                  <a:cubicBezTo>
                    <a:pt x="265115" y="2589239"/>
                    <a:pt x="271376" y="2590486"/>
                    <a:pt x="276237" y="2591070"/>
                  </a:cubicBezTo>
                  <a:cubicBezTo>
                    <a:pt x="280068" y="2592025"/>
                    <a:pt x="283531" y="2591948"/>
                    <a:pt x="287361" y="2592901"/>
                  </a:cubicBezTo>
                  <a:cubicBezTo>
                    <a:pt x="293623" y="2594149"/>
                    <a:pt x="299515" y="2594364"/>
                    <a:pt x="306807" y="2595241"/>
                  </a:cubicBezTo>
                  <a:cubicBezTo>
                    <a:pt x="309238" y="2595533"/>
                    <a:pt x="312699" y="2595457"/>
                    <a:pt x="316161" y="2595381"/>
                  </a:cubicBezTo>
                  <a:cubicBezTo>
                    <a:pt x="323455" y="2596257"/>
                    <a:pt x="330378" y="2596105"/>
                    <a:pt x="337669" y="2596981"/>
                  </a:cubicBezTo>
                  <a:cubicBezTo>
                    <a:pt x="340101" y="2597273"/>
                    <a:pt x="342531" y="2597567"/>
                    <a:pt x="344593" y="2596829"/>
                  </a:cubicBezTo>
                  <a:cubicBezTo>
                    <a:pt x="351886" y="2597705"/>
                    <a:pt x="359839" y="2597183"/>
                    <a:pt x="367132" y="2598060"/>
                  </a:cubicBezTo>
                  <a:cubicBezTo>
                    <a:pt x="369562" y="2598352"/>
                    <a:pt x="371625" y="2597613"/>
                    <a:pt x="374056" y="2597907"/>
                  </a:cubicBezTo>
                  <a:cubicBezTo>
                    <a:pt x="382011" y="2597384"/>
                    <a:pt x="389300" y="2598261"/>
                    <a:pt x="397257" y="2597738"/>
                  </a:cubicBezTo>
                  <a:cubicBezTo>
                    <a:pt x="399687" y="2598032"/>
                    <a:pt x="401750" y="2597293"/>
                    <a:pt x="404179" y="2597585"/>
                  </a:cubicBezTo>
                  <a:cubicBezTo>
                    <a:pt x="412134" y="2597062"/>
                    <a:pt x="419058" y="2596909"/>
                    <a:pt x="427011" y="2596386"/>
                  </a:cubicBezTo>
                  <a:cubicBezTo>
                    <a:pt x="429441" y="2596679"/>
                    <a:pt x="432534" y="2595571"/>
                    <a:pt x="434965" y="2595864"/>
                  </a:cubicBezTo>
                  <a:cubicBezTo>
                    <a:pt x="441889" y="2595710"/>
                    <a:pt x="449473" y="2594157"/>
                    <a:pt x="456028" y="2592973"/>
                  </a:cubicBezTo>
                  <a:cubicBezTo>
                    <a:pt x="459488" y="2592895"/>
                    <a:pt x="462583" y="2591787"/>
                    <a:pt x="466044" y="2591710"/>
                  </a:cubicBezTo>
                  <a:cubicBezTo>
                    <a:pt x="472598" y="2590526"/>
                    <a:pt x="478122" y="2589711"/>
                    <a:pt x="484674" y="2588526"/>
                  </a:cubicBezTo>
                  <a:cubicBezTo>
                    <a:pt x="489168" y="2588081"/>
                    <a:pt x="493290" y="2586604"/>
                    <a:pt x="497783" y="2586158"/>
                  </a:cubicBezTo>
                  <a:cubicBezTo>
                    <a:pt x="503306" y="2585344"/>
                    <a:pt x="508460" y="2583497"/>
                    <a:pt x="512953" y="2583051"/>
                  </a:cubicBezTo>
                  <a:cubicBezTo>
                    <a:pt x="518476" y="2582235"/>
                    <a:pt x="523631" y="2580389"/>
                    <a:pt x="528784" y="2578544"/>
                  </a:cubicBezTo>
                  <a:cubicBezTo>
                    <a:pt x="532908" y="2577067"/>
                    <a:pt x="537400" y="2576622"/>
                    <a:pt x="540493" y="2575514"/>
                  </a:cubicBezTo>
                  <a:cubicBezTo>
                    <a:pt x="546678" y="2573299"/>
                    <a:pt x="553233" y="2572114"/>
                    <a:pt x="559416" y="2569900"/>
                  </a:cubicBezTo>
                  <a:cubicBezTo>
                    <a:pt x="562510" y="2568792"/>
                    <a:pt x="565602" y="2567685"/>
                    <a:pt x="568694" y="2566577"/>
                  </a:cubicBezTo>
                  <a:cubicBezTo>
                    <a:pt x="575910" y="2563992"/>
                    <a:pt x="583125" y="2561407"/>
                    <a:pt x="589311" y="2559193"/>
                  </a:cubicBezTo>
                  <a:cubicBezTo>
                    <a:pt x="591372" y="2558455"/>
                    <a:pt x="593434" y="2557716"/>
                    <a:pt x="596526" y="2556609"/>
                  </a:cubicBezTo>
                  <a:cubicBezTo>
                    <a:pt x="603742" y="2554024"/>
                    <a:pt x="610588" y="2550409"/>
                    <a:pt x="618835" y="2547456"/>
                  </a:cubicBezTo>
                  <a:cubicBezTo>
                    <a:pt x="620898" y="2546717"/>
                    <a:pt x="622959" y="2545979"/>
                    <a:pt x="623990" y="2545610"/>
                  </a:cubicBezTo>
                  <a:cubicBezTo>
                    <a:pt x="630836" y="2541994"/>
                    <a:pt x="639081" y="2539040"/>
                    <a:pt x="645927" y="2535425"/>
                  </a:cubicBezTo>
                  <a:cubicBezTo>
                    <a:pt x="647990" y="2534687"/>
                    <a:pt x="649022" y="2534317"/>
                    <a:pt x="650715" y="2532550"/>
                  </a:cubicBezTo>
                  <a:cubicBezTo>
                    <a:pt x="657562" y="2528933"/>
                    <a:pt x="664408" y="2525318"/>
                    <a:pt x="671254" y="2521703"/>
                  </a:cubicBezTo>
                  <a:cubicBezTo>
                    <a:pt x="673315" y="2520965"/>
                    <a:pt x="675007" y="2519197"/>
                    <a:pt x="677070" y="2518458"/>
                  </a:cubicBezTo>
                  <a:cubicBezTo>
                    <a:pt x="683916" y="2514842"/>
                    <a:pt x="689362" y="2510565"/>
                    <a:pt x="696211" y="2506950"/>
                  </a:cubicBezTo>
                  <a:cubicBezTo>
                    <a:pt x="697901" y="2505182"/>
                    <a:pt x="700994" y="2504074"/>
                    <a:pt x="702686" y="2502305"/>
                  </a:cubicBezTo>
                  <a:cubicBezTo>
                    <a:pt x="708502" y="2499058"/>
                    <a:pt x="713948" y="2494782"/>
                    <a:pt x="718734" y="2491905"/>
                  </a:cubicBezTo>
                  <a:cubicBezTo>
                    <a:pt x="721456" y="2489767"/>
                    <a:pt x="724180" y="2487627"/>
                    <a:pt x="727934" y="2485121"/>
                  </a:cubicBezTo>
                  <a:cubicBezTo>
                    <a:pt x="732719" y="2482244"/>
                    <a:pt x="737136" y="2478335"/>
                    <a:pt x="741550" y="2474429"/>
                  </a:cubicBezTo>
                  <a:cubicBezTo>
                    <a:pt x="745305" y="2471920"/>
                    <a:pt x="749059" y="2469413"/>
                    <a:pt x="752444" y="2465875"/>
                  </a:cubicBezTo>
                  <a:cubicBezTo>
                    <a:pt x="756198" y="2463368"/>
                    <a:pt x="759582" y="2459828"/>
                    <a:pt x="763336" y="2457321"/>
                  </a:cubicBezTo>
                  <a:cubicBezTo>
                    <a:pt x="767753" y="2453414"/>
                    <a:pt x="772537" y="2450536"/>
                    <a:pt x="776953" y="2446629"/>
                  </a:cubicBezTo>
                  <a:cubicBezTo>
                    <a:pt x="779676" y="2444491"/>
                    <a:pt x="782031" y="2441321"/>
                    <a:pt x="784754" y="2439184"/>
                  </a:cubicBezTo>
                  <a:cubicBezTo>
                    <a:pt x="790200" y="2434906"/>
                    <a:pt x="794247" y="2429968"/>
                    <a:pt x="799693" y="2425690"/>
                  </a:cubicBezTo>
                  <a:cubicBezTo>
                    <a:pt x="801385" y="2423922"/>
                    <a:pt x="804110" y="2421784"/>
                    <a:pt x="805801" y="2420015"/>
                  </a:cubicBezTo>
                  <a:cubicBezTo>
                    <a:pt x="810879" y="2414708"/>
                    <a:pt x="815956" y="2409399"/>
                    <a:pt x="821034" y="2404092"/>
                  </a:cubicBezTo>
                  <a:cubicBezTo>
                    <a:pt x="822727" y="2402322"/>
                    <a:pt x="824419" y="2400553"/>
                    <a:pt x="826111" y="2398784"/>
                  </a:cubicBezTo>
                  <a:cubicBezTo>
                    <a:pt x="831187" y="2393476"/>
                    <a:pt x="836927" y="2386769"/>
                    <a:pt x="841636" y="2380430"/>
                  </a:cubicBezTo>
                  <a:cubicBezTo>
                    <a:pt x="843328" y="2378661"/>
                    <a:pt x="845021" y="2376891"/>
                    <a:pt x="845683" y="2375492"/>
                  </a:cubicBezTo>
                  <a:cubicBezTo>
                    <a:pt x="850390" y="2369154"/>
                    <a:pt x="856129" y="2362446"/>
                    <a:pt x="860838" y="2356107"/>
                  </a:cubicBezTo>
                  <a:cubicBezTo>
                    <a:pt x="862531" y="2354339"/>
                    <a:pt x="863853" y="2351539"/>
                    <a:pt x="865545" y="2349769"/>
                  </a:cubicBezTo>
                  <a:cubicBezTo>
                    <a:pt x="870253" y="2343430"/>
                    <a:pt x="874961" y="2337091"/>
                    <a:pt x="878639" y="2331123"/>
                  </a:cubicBezTo>
                  <a:cubicBezTo>
                    <a:pt x="879670" y="2330754"/>
                    <a:pt x="879302" y="2329722"/>
                    <a:pt x="880332" y="2329353"/>
                  </a:cubicBezTo>
                  <a:cubicBezTo>
                    <a:pt x="881655" y="2326554"/>
                    <a:pt x="884008" y="2323384"/>
                    <a:pt x="885702" y="2321615"/>
                  </a:cubicBezTo>
                  <a:cubicBezTo>
                    <a:pt x="889748" y="2316676"/>
                    <a:pt x="892395" y="2311077"/>
                    <a:pt x="895410" y="2306507"/>
                  </a:cubicBezTo>
                  <a:cubicBezTo>
                    <a:pt x="898426" y="2301938"/>
                    <a:pt x="901072" y="2296338"/>
                    <a:pt x="904088" y="2291769"/>
                  </a:cubicBezTo>
                  <a:cubicBezTo>
                    <a:pt x="905411" y="2288968"/>
                    <a:pt x="907766" y="2285800"/>
                    <a:pt x="909089" y="2283000"/>
                  </a:cubicBezTo>
                  <a:cubicBezTo>
                    <a:pt x="909750" y="2281601"/>
                    <a:pt x="910782" y="2281230"/>
                    <a:pt x="910413" y="2280199"/>
                  </a:cubicBezTo>
                  <a:cubicBezTo>
                    <a:pt x="911736" y="2277399"/>
                    <a:pt x="914089" y="2274231"/>
                    <a:pt x="915043" y="2270399"/>
                  </a:cubicBezTo>
                  <a:cubicBezTo>
                    <a:pt x="918060" y="2265831"/>
                    <a:pt x="919675" y="2260599"/>
                    <a:pt x="922690" y="2256030"/>
                  </a:cubicBezTo>
                  <a:lnTo>
                    <a:pt x="924451" y="2252307"/>
                  </a:lnTo>
                  <a:lnTo>
                    <a:pt x="922156" y="2280601"/>
                  </a:lnTo>
                  <a:lnTo>
                    <a:pt x="922156" y="3257296"/>
                  </a:lnTo>
                  <a:cubicBezTo>
                    <a:pt x="922156" y="3321745"/>
                    <a:pt x="897370" y="3351492"/>
                    <a:pt x="842831" y="3351492"/>
                  </a:cubicBezTo>
                  <a:lnTo>
                    <a:pt x="520575" y="3351492"/>
                  </a:lnTo>
                  <a:cubicBezTo>
                    <a:pt x="461081" y="3351492"/>
                    <a:pt x="401587" y="3346537"/>
                    <a:pt x="352009" y="3331661"/>
                  </a:cubicBezTo>
                  <a:cubicBezTo>
                    <a:pt x="267723" y="3306875"/>
                    <a:pt x="198313" y="3272167"/>
                    <a:pt x="143780" y="3217634"/>
                  </a:cubicBezTo>
                  <a:cubicBezTo>
                    <a:pt x="143780" y="3217634"/>
                    <a:pt x="138819" y="3212673"/>
                    <a:pt x="138819" y="3212673"/>
                  </a:cubicBezTo>
                  <a:cubicBezTo>
                    <a:pt x="128904" y="3202758"/>
                    <a:pt x="118988" y="3187887"/>
                    <a:pt x="109072" y="3177971"/>
                  </a:cubicBezTo>
                  <a:cubicBezTo>
                    <a:pt x="104117" y="3173011"/>
                    <a:pt x="99157" y="3168055"/>
                    <a:pt x="94202" y="3168055"/>
                  </a:cubicBezTo>
                  <a:cubicBezTo>
                    <a:pt x="89241" y="3163095"/>
                    <a:pt x="84286" y="3158140"/>
                    <a:pt x="79325" y="3148224"/>
                  </a:cubicBezTo>
                  <a:cubicBezTo>
                    <a:pt x="79325" y="3143264"/>
                    <a:pt x="74370" y="3133348"/>
                    <a:pt x="69410" y="3128393"/>
                  </a:cubicBezTo>
                  <a:cubicBezTo>
                    <a:pt x="64455" y="3123432"/>
                    <a:pt x="64455" y="3113517"/>
                    <a:pt x="59494" y="3108561"/>
                  </a:cubicBezTo>
                  <a:cubicBezTo>
                    <a:pt x="59494" y="3098646"/>
                    <a:pt x="54539" y="3093685"/>
                    <a:pt x="49578" y="3083770"/>
                  </a:cubicBezTo>
                  <a:cubicBezTo>
                    <a:pt x="49578" y="3078814"/>
                    <a:pt x="44623" y="3073854"/>
                    <a:pt x="44623" y="3068899"/>
                  </a:cubicBezTo>
                  <a:cubicBezTo>
                    <a:pt x="24792" y="3024276"/>
                    <a:pt x="9916" y="2969742"/>
                    <a:pt x="4961" y="2910248"/>
                  </a:cubicBezTo>
                  <a:cubicBezTo>
                    <a:pt x="0" y="2885457"/>
                    <a:pt x="0" y="2860670"/>
                    <a:pt x="0" y="2835878"/>
                  </a:cubicBezTo>
                  <a:lnTo>
                    <a:pt x="0" y="1412984"/>
                  </a:lnTo>
                  <a:lnTo>
                    <a:pt x="0" y="94201"/>
                  </a:lnTo>
                  <a:cubicBezTo>
                    <a:pt x="0" y="69410"/>
                    <a:pt x="4961" y="49578"/>
                    <a:pt x="14876" y="34707"/>
                  </a:cubicBezTo>
                  <a:cubicBezTo>
                    <a:pt x="24792" y="9916"/>
                    <a:pt x="44623" y="0"/>
                    <a:pt x="74370" y="0"/>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Verdana"/>
                <a:ea typeface="+mn-ea"/>
                <a:cs typeface="+mn-cs"/>
              </a:endParaRPr>
            </a:p>
          </p:txBody>
        </p:sp>
      </p:grpSp>
    </p:spTree>
    <p:custDataLst>
      <p:tags r:id="rId1"/>
    </p:custDataLst>
    <p:extLst>
      <p:ext uri="{BB962C8B-B14F-4D97-AF65-F5344CB8AC3E}">
        <p14:creationId xmlns:p14="http://schemas.microsoft.com/office/powerpoint/2010/main" val="1152746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F2E5F26-91B4-C73F-2DB5-AE886F49E217}"/>
              </a:ext>
            </a:extLst>
          </p:cNvPr>
          <p:cNvSpPr>
            <a:spLocks noGrp="1"/>
          </p:cNvSpPr>
          <p:nvPr>
            <p:ph type="sldNum" sz="quarter" idx="12"/>
          </p:nvPr>
        </p:nvSpPr>
        <p:spPr/>
        <p:txBody>
          <a:bodyPr/>
          <a:lstStyle/>
          <a:p>
            <a:fld id="{E05DA353-F16A-46E9-BF3A-5C7883ED105A}" type="slidenum">
              <a:rPr lang="ru-RU" smtClean="0"/>
              <a:pPr/>
              <a:t>2</a:t>
            </a:fld>
            <a:endParaRPr lang="ru-RU" dirty="0"/>
          </a:p>
        </p:txBody>
      </p:sp>
      <p:sp>
        <p:nvSpPr>
          <p:cNvPr id="3" name="Заголовок 1">
            <a:extLst>
              <a:ext uri="{FF2B5EF4-FFF2-40B4-BE49-F238E27FC236}">
                <a16:creationId xmlns:a16="http://schemas.microsoft.com/office/drawing/2014/main" id="{7F1CB001-21D0-ACFD-27FB-4880C01E14E5}"/>
              </a:ext>
            </a:extLst>
          </p:cNvPr>
          <p:cNvSpPr txBox="1">
            <a:spLocks/>
          </p:cNvSpPr>
          <p:nvPr/>
        </p:nvSpPr>
        <p:spPr>
          <a:xfrm>
            <a:off x="1750741" y="1467237"/>
            <a:ext cx="10083800" cy="388938"/>
          </a:xfrm>
          <a:prstGeom prst="rect">
            <a:avLst/>
          </a:prstGeom>
        </p:spPr>
        <p:txBody>
          <a:bodyPr vert="horz" lIns="0" tIns="0" rIns="0" bIns="0" rtlCol="0" anchor="t" anchorCtr="0">
            <a:normAutofit fontScale="52500" lnSpcReduction="20000"/>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r>
              <a:rPr lang="ru-RU" sz="3200">
                <a:solidFill>
                  <a:schemeClr val="accent2">
                    <a:lumMod val="75000"/>
                  </a:schemeClr>
                </a:solidFill>
              </a:rPr>
              <a:t>Раскрытие конфликта интересов</a:t>
            </a:r>
            <a:br>
              <a:rPr lang="ru-RU">
                <a:solidFill>
                  <a:schemeClr val="accent2">
                    <a:lumMod val="75000"/>
                  </a:schemeClr>
                </a:solidFill>
              </a:rPr>
            </a:br>
            <a:endParaRPr lang="en-US" dirty="0">
              <a:solidFill>
                <a:schemeClr val="accent2">
                  <a:lumMod val="75000"/>
                </a:schemeClr>
              </a:solidFill>
            </a:endParaRPr>
          </a:p>
        </p:txBody>
      </p:sp>
      <p:sp>
        <p:nvSpPr>
          <p:cNvPr id="4" name="Объект 2">
            <a:extLst>
              <a:ext uri="{FF2B5EF4-FFF2-40B4-BE49-F238E27FC236}">
                <a16:creationId xmlns:a16="http://schemas.microsoft.com/office/drawing/2014/main" id="{92DCFC96-4574-A9D3-FEB9-40ACC1B3DF17}"/>
              </a:ext>
            </a:extLst>
          </p:cNvPr>
          <p:cNvSpPr txBox="1">
            <a:spLocks/>
          </p:cNvSpPr>
          <p:nvPr/>
        </p:nvSpPr>
        <p:spPr>
          <a:xfrm>
            <a:off x="1639229" y="2331961"/>
            <a:ext cx="8069146" cy="1013405"/>
          </a:xfrm>
          <a:prstGeom prst="rect">
            <a:avLst/>
          </a:prstGeom>
        </p:spPr>
        <p:txBody>
          <a:bodyPr vert="horz" lIns="0" tIns="0" rIns="0" bIns="0" rtlCol="0">
            <a:noAutofit/>
          </a:bodyPr>
          <a:lstStyle>
            <a:lvl1pPr marL="228600" indent="-228600" algn="l" defTabSz="914400" rtl="0" eaLnBrk="1" latinLnBrk="0" hangingPunct="1">
              <a:lnSpc>
                <a:spcPct val="110000"/>
              </a:lnSpc>
              <a:spcBef>
                <a:spcPts val="800"/>
              </a:spcBef>
              <a:buFont typeface="Arial" panose="020B0604020202020204" pitchFamily="34" charset="0"/>
              <a:buChar char="•"/>
              <a:defRPr sz="1600" kern="1200">
                <a:solidFill>
                  <a:srgbClr val="265374"/>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110000"/>
              </a:lnSpc>
              <a:spcBef>
                <a:spcPts val="800"/>
              </a:spcBef>
              <a:buFont typeface="Arial" panose="020B0604020202020204" pitchFamily="34" charset="0"/>
              <a:buChar char="•"/>
              <a:defRPr sz="1600" kern="1200">
                <a:solidFill>
                  <a:srgbClr val="265374"/>
                </a:solidFill>
                <a:latin typeface="+mn-lt"/>
                <a:ea typeface="+mn-ea"/>
                <a:cs typeface="+mn-cs"/>
              </a:defRPr>
            </a:lvl2pPr>
            <a:lvl3pPr marL="1143000" indent="-228600" algn="l" defTabSz="914400" rtl="0" eaLnBrk="1" latinLnBrk="0" hangingPunct="1">
              <a:lnSpc>
                <a:spcPct val="110000"/>
              </a:lnSpc>
              <a:spcBef>
                <a:spcPts val="800"/>
              </a:spcBef>
              <a:buFont typeface="Arial" panose="020B0604020202020204" pitchFamily="34" charset="0"/>
              <a:buChar char="•"/>
              <a:defRPr sz="1400" kern="1200">
                <a:solidFill>
                  <a:srgbClr val="265374"/>
                </a:solidFill>
                <a:latin typeface="+mn-lt"/>
                <a:ea typeface="+mn-ea"/>
                <a:cs typeface="+mn-cs"/>
              </a:defRPr>
            </a:lvl3pPr>
            <a:lvl4pPr marL="1600200" indent="-228600" algn="l" defTabSz="914400" rtl="0" eaLnBrk="1" latinLnBrk="0" hangingPunct="1">
              <a:lnSpc>
                <a:spcPct val="110000"/>
              </a:lnSpc>
              <a:spcBef>
                <a:spcPts val="800"/>
              </a:spcBef>
              <a:buFont typeface="Arial" panose="020B0604020202020204" pitchFamily="34" charset="0"/>
              <a:buChar char="•"/>
              <a:defRPr sz="1200" kern="1200">
                <a:solidFill>
                  <a:srgbClr val="265374"/>
                </a:solidFill>
                <a:latin typeface="+mn-lt"/>
                <a:ea typeface="+mn-ea"/>
                <a:cs typeface="+mn-cs"/>
              </a:defRPr>
            </a:lvl4pPr>
            <a:lvl5pPr marL="2057400" indent="-228600" algn="l" defTabSz="914400" rtl="0" eaLnBrk="1" latinLnBrk="0" hangingPunct="1">
              <a:lnSpc>
                <a:spcPct val="110000"/>
              </a:lnSpc>
              <a:spcBef>
                <a:spcPts val="800"/>
              </a:spcBef>
              <a:buFont typeface="Arial" panose="020B0604020202020204" pitchFamily="34" charset="0"/>
              <a:buChar char="•"/>
              <a:defRPr sz="1200" kern="1200">
                <a:solidFill>
                  <a:srgbClr val="26537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altLang="ru-RU" sz="1800">
                <a:solidFill>
                  <a:schemeClr val="accent2">
                    <a:lumMod val="75000"/>
                  </a:schemeClr>
                </a:solidFill>
              </a:rPr>
              <a:t>Презентация проводится при поддержке компании</a:t>
            </a:r>
            <a:r>
              <a:rPr lang="en-US" altLang="ru-RU" sz="1800">
                <a:solidFill>
                  <a:schemeClr val="accent2">
                    <a:lumMod val="75000"/>
                  </a:schemeClr>
                </a:solidFill>
              </a:rPr>
              <a:t> Merck</a:t>
            </a:r>
            <a:endParaRPr lang="ru-RU" altLang="ru-RU" sz="1800">
              <a:solidFill>
                <a:schemeClr val="accent2">
                  <a:lumMod val="75000"/>
                </a:schemeClr>
              </a:solidFill>
            </a:endParaRPr>
          </a:p>
          <a:p>
            <a:r>
              <a:rPr lang="ru-RU" altLang="ru-RU" sz="1800">
                <a:solidFill>
                  <a:schemeClr val="accent2">
                    <a:lumMod val="75000"/>
                  </a:schemeClr>
                </a:solidFill>
              </a:rPr>
              <a:t>Информация, предоставляемая лектором, не обязательно отражает мнение, идеи и взгляды компании </a:t>
            </a:r>
            <a:r>
              <a:rPr lang="en-US" altLang="ru-RU" sz="1800">
                <a:solidFill>
                  <a:schemeClr val="accent2">
                    <a:lumMod val="75000"/>
                  </a:schemeClr>
                </a:solidFill>
              </a:rPr>
              <a:t>Merck </a:t>
            </a:r>
            <a:br>
              <a:rPr lang="ru-RU" sz="1800">
                <a:solidFill>
                  <a:schemeClr val="accent2">
                    <a:lumMod val="75000"/>
                  </a:schemeClr>
                </a:solidFill>
              </a:rPr>
            </a:br>
            <a:endParaRPr lang="en-US" sz="1800" dirty="0">
              <a:solidFill>
                <a:schemeClr val="accent2">
                  <a:lumMod val="75000"/>
                </a:schemeClr>
              </a:solidFill>
            </a:endParaRPr>
          </a:p>
        </p:txBody>
      </p:sp>
    </p:spTree>
    <p:extLst>
      <p:ext uri="{BB962C8B-B14F-4D97-AF65-F5344CB8AC3E}">
        <p14:creationId xmlns:p14="http://schemas.microsoft.com/office/powerpoint/2010/main" val="2121994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8ABE2867-B49C-43EB-BF7C-5FC65E408925}"/>
              </a:ext>
            </a:extLst>
          </p:cNvPr>
          <p:cNvSpPr>
            <a:spLocks noGrp="1"/>
          </p:cNvSpPr>
          <p:nvPr>
            <p:ph type="title"/>
          </p:nvPr>
        </p:nvSpPr>
        <p:spPr bwMode="gray">
          <a:xfrm>
            <a:off x="5951538" y="2240992"/>
            <a:ext cx="5617070" cy="2232000"/>
          </a:xfrm>
        </p:spPr>
        <p:txBody>
          <a:bodyPr/>
          <a:lstStyle/>
          <a:p>
            <a:r>
              <a:rPr lang="ru-RU" sz="4000" b="1" dirty="0">
                <a:latin typeface="Arial (Headings)"/>
              </a:rPr>
              <a:t>Ишемическая болезнь сердца: определение, формы, подходы к лечению</a:t>
            </a:r>
            <a:endParaRPr lang="en-US" sz="4000" b="1" dirty="0">
              <a:latin typeface="Arial (Headings)"/>
            </a:endParaRPr>
          </a:p>
        </p:txBody>
      </p:sp>
    </p:spTree>
    <p:custDataLst>
      <p:tags r:id="rId1"/>
    </p:custDataLst>
    <p:extLst>
      <p:ext uri="{BB962C8B-B14F-4D97-AF65-F5344CB8AC3E}">
        <p14:creationId xmlns:p14="http://schemas.microsoft.com/office/powerpoint/2010/main" val="1543876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5C476466-A39C-C694-9131-A83F4D6A3942}"/>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sp>
        <p:nvSpPr>
          <p:cNvPr id="141" name="Полилиния: фигура 140">
            <a:extLst>
              <a:ext uri="{FF2B5EF4-FFF2-40B4-BE49-F238E27FC236}">
                <a16:creationId xmlns:a16="http://schemas.microsoft.com/office/drawing/2014/main" id="{28F1AA9B-A7A7-5549-AAC3-475E7B50BAA5}"/>
              </a:ext>
            </a:extLst>
          </p:cNvPr>
          <p:cNvSpPr/>
          <p:nvPr/>
        </p:nvSpPr>
        <p:spPr>
          <a:xfrm>
            <a:off x="5175907" y="1855714"/>
            <a:ext cx="4881603" cy="140191"/>
          </a:xfrm>
          <a:custGeom>
            <a:avLst/>
            <a:gdLst>
              <a:gd name="connsiteX0" fmla="*/ 0 w 4881603"/>
              <a:gd name="connsiteY0" fmla="*/ 0 h 140191"/>
              <a:gd name="connsiteX1" fmla="*/ 4881604 w 4881603"/>
              <a:gd name="connsiteY1" fmla="*/ 0 h 140191"/>
              <a:gd name="connsiteX2" fmla="*/ 4881604 w 4881603"/>
              <a:gd name="connsiteY2" fmla="*/ 140192 h 140191"/>
              <a:gd name="connsiteX3" fmla="*/ 0 w 4881603"/>
              <a:gd name="connsiteY3" fmla="*/ 140192 h 140191"/>
            </a:gdLst>
            <a:ahLst/>
            <a:cxnLst>
              <a:cxn ang="0">
                <a:pos x="connsiteX0" y="connsiteY0"/>
              </a:cxn>
              <a:cxn ang="0">
                <a:pos x="connsiteX1" y="connsiteY1"/>
              </a:cxn>
              <a:cxn ang="0">
                <a:pos x="connsiteX2" y="connsiteY2"/>
              </a:cxn>
              <a:cxn ang="0">
                <a:pos x="connsiteX3" y="connsiteY3"/>
              </a:cxn>
            </a:cxnLst>
            <a:rect l="l" t="t" r="r" b="b"/>
            <a:pathLst>
              <a:path w="4881603" h="140191">
                <a:moveTo>
                  <a:pt x="0" y="0"/>
                </a:moveTo>
                <a:lnTo>
                  <a:pt x="4881604" y="0"/>
                </a:lnTo>
                <a:lnTo>
                  <a:pt x="4881604" y="140192"/>
                </a:lnTo>
                <a:lnTo>
                  <a:pt x="0" y="140192"/>
                </a:lnTo>
                <a:close/>
              </a:path>
            </a:pathLst>
          </a:custGeom>
          <a:solidFill>
            <a:srgbClr val="0174AA"/>
          </a:solidFill>
          <a:ln w="130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42" name="Полилиния: фигура 141">
            <a:extLst>
              <a:ext uri="{FF2B5EF4-FFF2-40B4-BE49-F238E27FC236}">
                <a16:creationId xmlns:a16="http://schemas.microsoft.com/office/drawing/2014/main" id="{0AF4FD41-0A9F-2BF9-2F48-AFC257759A7E}"/>
              </a:ext>
            </a:extLst>
          </p:cNvPr>
          <p:cNvSpPr/>
          <p:nvPr/>
        </p:nvSpPr>
        <p:spPr>
          <a:xfrm>
            <a:off x="5175907" y="2202140"/>
            <a:ext cx="2985091" cy="140191"/>
          </a:xfrm>
          <a:custGeom>
            <a:avLst/>
            <a:gdLst>
              <a:gd name="connsiteX0" fmla="*/ 0 w 2985091"/>
              <a:gd name="connsiteY0" fmla="*/ 0 h 140191"/>
              <a:gd name="connsiteX1" fmla="*/ 2985091 w 2985091"/>
              <a:gd name="connsiteY1" fmla="*/ 0 h 140191"/>
              <a:gd name="connsiteX2" fmla="*/ 2985091 w 2985091"/>
              <a:gd name="connsiteY2" fmla="*/ 140192 h 140191"/>
              <a:gd name="connsiteX3" fmla="*/ 0 w 2985091"/>
              <a:gd name="connsiteY3" fmla="*/ 140192 h 140191"/>
            </a:gdLst>
            <a:ahLst/>
            <a:cxnLst>
              <a:cxn ang="0">
                <a:pos x="connsiteX0" y="connsiteY0"/>
              </a:cxn>
              <a:cxn ang="0">
                <a:pos x="connsiteX1" y="connsiteY1"/>
              </a:cxn>
              <a:cxn ang="0">
                <a:pos x="connsiteX2" y="connsiteY2"/>
              </a:cxn>
              <a:cxn ang="0">
                <a:pos x="connsiteX3" y="connsiteY3"/>
              </a:cxn>
            </a:cxnLst>
            <a:rect l="l" t="t" r="r" b="b"/>
            <a:pathLst>
              <a:path w="2985091" h="140191">
                <a:moveTo>
                  <a:pt x="0" y="0"/>
                </a:moveTo>
                <a:lnTo>
                  <a:pt x="2985091" y="0"/>
                </a:lnTo>
                <a:lnTo>
                  <a:pt x="2985091" y="140192"/>
                </a:lnTo>
                <a:lnTo>
                  <a:pt x="0" y="140192"/>
                </a:lnTo>
                <a:close/>
              </a:path>
            </a:pathLst>
          </a:custGeom>
          <a:solidFill>
            <a:srgbClr val="0174AA"/>
          </a:solidFill>
          <a:ln w="130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43" name="Полилиния: фигура 142">
            <a:extLst>
              <a:ext uri="{FF2B5EF4-FFF2-40B4-BE49-F238E27FC236}">
                <a16:creationId xmlns:a16="http://schemas.microsoft.com/office/drawing/2014/main" id="{8C592706-0C23-2F11-8445-EEE32C081DB4}"/>
              </a:ext>
            </a:extLst>
          </p:cNvPr>
          <p:cNvSpPr/>
          <p:nvPr/>
        </p:nvSpPr>
        <p:spPr>
          <a:xfrm>
            <a:off x="5175907" y="2548566"/>
            <a:ext cx="1565910" cy="140191"/>
          </a:xfrm>
          <a:custGeom>
            <a:avLst/>
            <a:gdLst>
              <a:gd name="connsiteX0" fmla="*/ 0 w 1565910"/>
              <a:gd name="connsiteY0" fmla="*/ 0 h 140191"/>
              <a:gd name="connsiteX1" fmla="*/ 1565911 w 1565910"/>
              <a:gd name="connsiteY1" fmla="*/ 0 h 140191"/>
              <a:gd name="connsiteX2" fmla="*/ 1565911 w 1565910"/>
              <a:gd name="connsiteY2" fmla="*/ 140192 h 140191"/>
              <a:gd name="connsiteX3" fmla="*/ 0 w 1565910"/>
              <a:gd name="connsiteY3" fmla="*/ 140192 h 140191"/>
            </a:gdLst>
            <a:ahLst/>
            <a:cxnLst>
              <a:cxn ang="0">
                <a:pos x="connsiteX0" y="connsiteY0"/>
              </a:cxn>
              <a:cxn ang="0">
                <a:pos x="connsiteX1" y="connsiteY1"/>
              </a:cxn>
              <a:cxn ang="0">
                <a:pos x="connsiteX2" y="connsiteY2"/>
              </a:cxn>
              <a:cxn ang="0">
                <a:pos x="connsiteX3" y="connsiteY3"/>
              </a:cxn>
            </a:cxnLst>
            <a:rect l="l" t="t" r="r" b="b"/>
            <a:pathLst>
              <a:path w="1565910" h="140191">
                <a:moveTo>
                  <a:pt x="0" y="0"/>
                </a:moveTo>
                <a:lnTo>
                  <a:pt x="1565911" y="0"/>
                </a:lnTo>
                <a:lnTo>
                  <a:pt x="1565911" y="140192"/>
                </a:lnTo>
                <a:lnTo>
                  <a:pt x="0" y="140192"/>
                </a:lnTo>
                <a:close/>
              </a:path>
            </a:pathLst>
          </a:custGeom>
          <a:solidFill>
            <a:srgbClr val="0174AA"/>
          </a:solidFill>
          <a:ln w="130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44" name="Полилиния: фигура 143">
            <a:extLst>
              <a:ext uri="{FF2B5EF4-FFF2-40B4-BE49-F238E27FC236}">
                <a16:creationId xmlns:a16="http://schemas.microsoft.com/office/drawing/2014/main" id="{9132F2D1-3D2B-79C4-4B21-024685FC3B95}"/>
              </a:ext>
            </a:extLst>
          </p:cNvPr>
          <p:cNvSpPr/>
          <p:nvPr/>
        </p:nvSpPr>
        <p:spPr>
          <a:xfrm>
            <a:off x="5175907" y="2894861"/>
            <a:ext cx="1529293" cy="140191"/>
          </a:xfrm>
          <a:custGeom>
            <a:avLst/>
            <a:gdLst>
              <a:gd name="connsiteX0" fmla="*/ 0 w 1529293"/>
              <a:gd name="connsiteY0" fmla="*/ 0 h 140191"/>
              <a:gd name="connsiteX1" fmla="*/ 1529294 w 1529293"/>
              <a:gd name="connsiteY1" fmla="*/ 0 h 140191"/>
              <a:gd name="connsiteX2" fmla="*/ 1529294 w 1529293"/>
              <a:gd name="connsiteY2" fmla="*/ 140192 h 140191"/>
              <a:gd name="connsiteX3" fmla="*/ 0 w 1529293"/>
              <a:gd name="connsiteY3" fmla="*/ 140192 h 140191"/>
            </a:gdLst>
            <a:ahLst/>
            <a:cxnLst>
              <a:cxn ang="0">
                <a:pos x="connsiteX0" y="connsiteY0"/>
              </a:cxn>
              <a:cxn ang="0">
                <a:pos x="connsiteX1" y="connsiteY1"/>
              </a:cxn>
              <a:cxn ang="0">
                <a:pos x="connsiteX2" y="connsiteY2"/>
              </a:cxn>
              <a:cxn ang="0">
                <a:pos x="connsiteX3" y="connsiteY3"/>
              </a:cxn>
            </a:cxnLst>
            <a:rect l="l" t="t" r="r" b="b"/>
            <a:pathLst>
              <a:path w="1529293" h="140191">
                <a:moveTo>
                  <a:pt x="0" y="0"/>
                </a:moveTo>
                <a:lnTo>
                  <a:pt x="1529294" y="0"/>
                </a:lnTo>
                <a:lnTo>
                  <a:pt x="1529294" y="140192"/>
                </a:lnTo>
                <a:lnTo>
                  <a:pt x="0" y="140192"/>
                </a:lnTo>
                <a:close/>
              </a:path>
            </a:pathLst>
          </a:custGeom>
          <a:solidFill>
            <a:srgbClr val="C90118"/>
          </a:solidFill>
          <a:ln w="130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45" name="Полилиния: фигура 144">
            <a:extLst>
              <a:ext uri="{FF2B5EF4-FFF2-40B4-BE49-F238E27FC236}">
                <a16:creationId xmlns:a16="http://schemas.microsoft.com/office/drawing/2014/main" id="{545D74AF-317E-2DF6-2757-A72E1A73564D}"/>
              </a:ext>
            </a:extLst>
          </p:cNvPr>
          <p:cNvSpPr/>
          <p:nvPr/>
        </p:nvSpPr>
        <p:spPr>
          <a:xfrm>
            <a:off x="5175907" y="3241286"/>
            <a:ext cx="1028421" cy="140191"/>
          </a:xfrm>
          <a:custGeom>
            <a:avLst/>
            <a:gdLst>
              <a:gd name="connsiteX0" fmla="*/ 0 w 1028421"/>
              <a:gd name="connsiteY0" fmla="*/ 0 h 140191"/>
              <a:gd name="connsiteX1" fmla="*/ 1028422 w 1028421"/>
              <a:gd name="connsiteY1" fmla="*/ 0 h 140191"/>
              <a:gd name="connsiteX2" fmla="*/ 1028422 w 1028421"/>
              <a:gd name="connsiteY2" fmla="*/ 140192 h 140191"/>
              <a:gd name="connsiteX3" fmla="*/ 0 w 1028421"/>
              <a:gd name="connsiteY3" fmla="*/ 140192 h 140191"/>
            </a:gdLst>
            <a:ahLst/>
            <a:cxnLst>
              <a:cxn ang="0">
                <a:pos x="connsiteX0" y="connsiteY0"/>
              </a:cxn>
              <a:cxn ang="0">
                <a:pos x="connsiteX1" y="connsiteY1"/>
              </a:cxn>
              <a:cxn ang="0">
                <a:pos x="connsiteX2" y="connsiteY2"/>
              </a:cxn>
              <a:cxn ang="0">
                <a:pos x="connsiteX3" y="connsiteY3"/>
              </a:cxn>
            </a:cxnLst>
            <a:rect l="l" t="t" r="r" b="b"/>
            <a:pathLst>
              <a:path w="1028421" h="140191">
                <a:moveTo>
                  <a:pt x="0" y="0"/>
                </a:moveTo>
                <a:lnTo>
                  <a:pt x="1028422" y="0"/>
                </a:lnTo>
                <a:lnTo>
                  <a:pt x="1028422" y="140192"/>
                </a:lnTo>
                <a:lnTo>
                  <a:pt x="0" y="140192"/>
                </a:lnTo>
                <a:close/>
              </a:path>
            </a:pathLst>
          </a:custGeom>
          <a:solidFill>
            <a:srgbClr val="0174AA"/>
          </a:solidFill>
          <a:ln w="130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46" name="Полилиния: фигура 145">
            <a:extLst>
              <a:ext uri="{FF2B5EF4-FFF2-40B4-BE49-F238E27FC236}">
                <a16:creationId xmlns:a16="http://schemas.microsoft.com/office/drawing/2014/main" id="{F0201F67-B652-57D6-2821-7B7282FF9DED}"/>
              </a:ext>
            </a:extLst>
          </p:cNvPr>
          <p:cNvSpPr/>
          <p:nvPr/>
        </p:nvSpPr>
        <p:spPr>
          <a:xfrm>
            <a:off x="5175907" y="3587712"/>
            <a:ext cx="878944" cy="140191"/>
          </a:xfrm>
          <a:custGeom>
            <a:avLst/>
            <a:gdLst>
              <a:gd name="connsiteX0" fmla="*/ 0 w 878944"/>
              <a:gd name="connsiteY0" fmla="*/ 0 h 140191"/>
              <a:gd name="connsiteX1" fmla="*/ 878945 w 878944"/>
              <a:gd name="connsiteY1" fmla="*/ 0 h 140191"/>
              <a:gd name="connsiteX2" fmla="*/ 878945 w 878944"/>
              <a:gd name="connsiteY2" fmla="*/ 140192 h 140191"/>
              <a:gd name="connsiteX3" fmla="*/ 0 w 878944"/>
              <a:gd name="connsiteY3" fmla="*/ 140192 h 140191"/>
            </a:gdLst>
            <a:ahLst/>
            <a:cxnLst>
              <a:cxn ang="0">
                <a:pos x="connsiteX0" y="connsiteY0"/>
              </a:cxn>
              <a:cxn ang="0">
                <a:pos x="connsiteX1" y="connsiteY1"/>
              </a:cxn>
              <a:cxn ang="0">
                <a:pos x="connsiteX2" y="connsiteY2"/>
              </a:cxn>
              <a:cxn ang="0">
                <a:pos x="connsiteX3" y="connsiteY3"/>
              </a:cxn>
            </a:cxnLst>
            <a:rect l="l" t="t" r="r" b="b"/>
            <a:pathLst>
              <a:path w="878944" h="140191">
                <a:moveTo>
                  <a:pt x="0" y="0"/>
                </a:moveTo>
                <a:lnTo>
                  <a:pt x="878945" y="0"/>
                </a:lnTo>
                <a:lnTo>
                  <a:pt x="878945" y="140192"/>
                </a:lnTo>
                <a:lnTo>
                  <a:pt x="0" y="140192"/>
                </a:lnTo>
                <a:close/>
              </a:path>
            </a:pathLst>
          </a:custGeom>
          <a:solidFill>
            <a:srgbClr val="0174AA"/>
          </a:solidFill>
          <a:ln w="130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47" name="Полилиния: фигура 146">
            <a:extLst>
              <a:ext uri="{FF2B5EF4-FFF2-40B4-BE49-F238E27FC236}">
                <a16:creationId xmlns:a16="http://schemas.microsoft.com/office/drawing/2014/main" id="{071CC4A1-8C3B-4A27-4016-5612D0048A01}"/>
              </a:ext>
            </a:extLst>
          </p:cNvPr>
          <p:cNvSpPr/>
          <p:nvPr/>
        </p:nvSpPr>
        <p:spPr>
          <a:xfrm>
            <a:off x="5175907" y="3934007"/>
            <a:ext cx="818918" cy="140191"/>
          </a:xfrm>
          <a:custGeom>
            <a:avLst/>
            <a:gdLst>
              <a:gd name="connsiteX0" fmla="*/ 0 w 818918"/>
              <a:gd name="connsiteY0" fmla="*/ 0 h 140191"/>
              <a:gd name="connsiteX1" fmla="*/ 818919 w 818918"/>
              <a:gd name="connsiteY1" fmla="*/ 0 h 140191"/>
              <a:gd name="connsiteX2" fmla="*/ 818919 w 818918"/>
              <a:gd name="connsiteY2" fmla="*/ 140192 h 140191"/>
              <a:gd name="connsiteX3" fmla="*/ 0 w 818918"/>
              <a:gd name="connsiteY3" fmla="*/ 140192 h 140191"/>
            </a:gdLst>
            <a:ahLst/>
            <a:cxnLst>
              <a:cxn ang="0">
                <a:pos x="connsiteX0" y="connsiteY0"/>
              </a:cxn>
              <a:cxn ang="0">
                <a:pos x="connsiteX1" y="connsiteY1"/>
              </a:cxn>
              <a:cxn ang="0">
                <a:pos x="connsiteX2" y="connsiteY2"/>
              </a:cxn>
              <a:cxn ang="0">
                <a:pos x="connsiteX3" y="connsiteY3"/>
              </a:cxn>
            </a:cxnLst>
            <a:rect l="l" t="t" r="r" b="b"/>
            <a:pathLst>
              <a:path w="818918" h="140191">
                <a:moveTo>
                  <a:pt x="0" y="0"/>
                </a:moveTo>
                <a:lnTo>
                  <a:pt x="818919" y="0"/>
                </a:lnTo>
                <a:lnTo>
                  <a:pt x="818919" y="140192"/>
                </a:lnTo>
                <a:lnTo>
                  <a:pt x="0" y="140192"/>
                </a:lnTo>
                <a:close/>
              </a:path>
            </a:pathLst>
          </a:custGeom>
          <a:solidFill>
            <a:srgbClr val="0174AA"/>
          </a:solidFill>
          <a:ln w="130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48" name="Полилиния: фигура 147">
            <a:extLst>
              <a:ext uri="{FF2B5EF4-FFF2-40B4-BE49-F238E27FC236}">
                <a16:creationId xmlns:a16="http://schemas.microsoft.com/office/drawing/2014/main" id="{8876404F-93E8-E9AC-215A-8D0198C52F43}"/>
              </a:ext>
            </a:extLst>
          </p:cNvPr>
          <p:cNvSpPr/>
          <p:nvPr/>
        </p:nvSpPr>
        <p:spPr>
          <a:xfrm>
            <a:off x="5175907" y="4280432"/>
            <a:ext cx="724498" cy="140191"/>
          </a:xfrm>
          <a:custGeom>
            <a:avLst/>
            <a:gdLst>
              <a:gd name="connsiteX0" fmla="*/ 0 w 724498"/>
              <a:gd name="connsiteY0" fmla="*/ 0 h 140191"/>
              <a:gd name="connsiteX1" fmla="*/ 724499 w 724498"/>
              <a:gd name="connsiteY1" fmla="*/ 0 h 140191"/>
              <a:gd name="connsiteX2" fmla="*/ 724499 w 724498"/>
              <a:gd name="connsiteY2" fmla="*/ 140192 h 140191"/>
              <a:gd name="connsiteX3" fmla="*/ 0 w 724498"/>
              <a:gd name="connsiteY3" fmla="*/ 140192 h 140191"/>
            </a:gdLst>
            <a:ahLst/>
            <a:cxnLst>
              <a:cxn ang="0">
                <a:pos x="connsiteX0" y="connsiteY0"/>
              </a:cxn>
              <a:cxn ang="0">
                <a:pos x="connsiteX1" y="connsiteY1"/>
              </a:cxn>
              <a:cxn ang="0">
                <a:pos x="connsiteX2" y="connsiteY2"/>
              </a:cxn>
              <a:cxn ang="0">
                <a:pos x="connsiteX3" y="connsiteY3"/>
              </a:cxn>
            </a:cxnLst>
            <a:rect l="l" t="t" r="r" b="b"/>
            <a:pathLst>
              <a:path w="724498" h="140191">
                <a:moveTo>
                  <a:pt x="0" y="0"/>
                </a:moveTo>
                <a:lnTo>
                  <a:pt x="724499" y="0"/>
                </a:lnTo>
                <a:lnTo>
                  <a:pt x="724499" y="140192"/>
                </a:lnTo>
                <a:lnTo>
                  <a:pt x="0" y="140192"/>
                </a:lnTo>
                <a:close/>
              </a:path>
            </a:pathLst>
          </a:custGeom>
          <a:solidFill>
            <a:srgbClr val="898989"/>
          </a:solidFill>
          <a:ln w="130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49" name="Полилиния: фигура 148">
            <a:extLst>
              <a:ext uri="{FF2B5EF4-FFF2-40B4-BE49-F238E27FC236}">
                <a16:creationId xmlns:a16="http://schemas.microsoft.com/office/drawing/2014/main" id="{057DF282-867A-A4B3-22F7-6F157C290747}"/>
              </a:ext>
            </a:extLst>
          </p:cNvPr>
          <p:cNvSpPr/>
          <p:nvPr/>
        </p:nvSpPr>
        <p:spPr>
          <a:xfrm>
            <a:off x="5175907" y="4626858"/>
            <a:ext cx="711159" cy="140191"/>
          </a:xfrm>
          <a:custGeom>
            <a:avLst/>
            <a:gdLst>
              <a:gd name="connsiteX0" fmla="*/ 0 w 711159"/>
              <a:gd name="connsiteY0" fmla="*/ 0 h 140191"/>
              <a:gd name="connsiteX1" fmla="*/ 711160 w 711159"/>
              <a:gd name="connsiteY1" fmla="*/ 0 h 140191"/>
              <a:gd name="connsiteX2" fmla="*/ 711160 w 711159"/>
              <a:gd name="connsiteY2" fmla="*/ 140192 h 140191"/>
              <a:gd name="connsiteX3" fmla="*/ 0 w 711159"/>
              <a:gd name="connsiteY3" fmla="*/ 140192 h 140191"/>
            </a:gdLst>
            <a:ahLst/>
            <a:cxnLst>
              <a:cxn ang="0">
                <a:pos x="connsiteX0" y="connsiteY0"/>
              </a:cxn>
              <a:cxn ang="0">
                <a:pos x="connsiteX1" y="connsiteY1"/>
              </a:cxn>
              <a:cxn ang="0">
                <a:pos x="connsiteX2" y="connsiteY2"/>
              </a:cxn>
              <a:cxn ang="0">
                <a:pos x="connsiteX3" y="connsiteY3"/>
              </a:cxn>
            </a:cxnLst>
            <a:rect l="l" t="t" r="r" b="b"/>
            <a:pathLst>
              <a:path w="711159" h="140191">
                <a:moveTo>
                  <a:pt x="0" y="0"/>
                </a:moveTo>
                <a:lnTo>
                  <a:pt x="711160" y="0"/>
                </a:lnTo>
                <a:lnTo>
                  <a:pt x="711160" y="140192"/>
                </a:lnTo>
                <a:lnTo>
                  <a:pt x="0" y="140192"/>
                </a:lnTo>
                <a:close/>
              </a:path>
            </a:pathLst>
          </a:custGeom>
          <a:solidFill>
            <a:srgbClr val="C90118"/>
          </a:solidFill>
          <a:ln w="130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50" name="Полилиния: фигура 149">
            <a:extLst>
              <a:ext uri="{FF2B5EF4-FFF2-40B4-BE49-F238E27FC236}">
                <a16:creationId xmlns:a16="http://schemas.microsoft.com/office/drawing/2014/main" id="{1B367B4F-EF7E-1297-97DE-B9CC45C3B9AD}"/>
              </a:ext>
            </a:extLst>
          </p:cNvPr>
          <p:cNvSpPr/>
          <p:nvPr/>
        </p:nvSpPr>
        <p:spPr>
          <a:xfrm>
            <a:off x="5175907" y="4973284"/>
            <a:ext cx="665518" cy="140191"/>
          </a:xfrm>
          <a:custGeom>
            <a:avLst/>
            <a:gdLst>
              <a:gd name="connsiteX0" fmla="*/ 0 w 665518"/>
              <a:gd name="connsiteY0" fmla="*/ 0 h 140191"/>
              <a:gd name="connsiteX1" fmla="*/ 665519 w 665518"/>
              <a:gd name="connsiteY1" fmla="*/ 0 h 140191"/>
              <a:gd name="connsiteX2" fmla="*/ 665519 w 665518"/>
              <a:gd name="connsiteY2" fmla="*/ 140192 h 140191"/>
              <a:gd name="connsiteX3" fmla="*/ 0 w 665518"/>
              <a:gd name="connsiteY3" fmla="*/ 140192 h 140191"/>
            </a:gdLst>
            <a:ahLst/>
            <a:cxnLst>
              <a:cxn ang="0">
                <a:pos x="connsiteX0" y="connsiteY0"/>
              </a:cxn>
              <a:cxn ang="0">
                <a:pos x="connsiteX1" y="connsiteY1"/>
              </a:cxn>
              <a:cxn ang="0">
                <a:pos x="connsiteX2" y="connsiteY2"/>
              </a:cxn>
              <a:cxn ang="0">
                <a:pos x="connsiteX3" y="connsiteY3"/>
              </a:cxn>
            </a:cxnLst>
            <a:rect l="l" t="t" r="r" b="b"/>
            <a:pathLst>
              <a:path w="665518" h="140191">
                <a:moveTo>
                  <a:pt x="0" y="0"/>
                </a:moveTo>
                <a:lnTo>
                  <a:pt x="665519" y="0"/>
                </a:lnTo>
                <a:lnTo>
                  <a:pt x="665519" y="140192"/>
                </a:lnTo>
                <a:lnTo>
                  <a:pt x="0" y="140192"/>
                </a:lnTo>
                <a:close/>
              </a:path>
            </a:pathLst>
          </a:custGeom>
          <a:solidFill>
            <a:srgbClr val="C90118"/>
          </a:solidFill>
          <a:ln w="130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nvGrpSpPr>
          <p:cNvPr id="197" name="Группа 196">
            <a:extLst>
              <a:ext uri="{FF2B5EF4-FFF2-40B4-BE49-F238E27FC236}">
                <a16:creationId xmlns:a16="http://schemas.microsoft.com/office/drawing/2014/main" id="{A5AE62D0-6580-B3A0-3878-C99224827826}"/>
              </a:ext>
            </a:extLst>
          </p:cNvPr>
          <p:cNvGrpSpPr/>
          <p:nvPr/>
        </p:nvGrpSpPr>
        <p:grpSpPr>
          <a:xfrm>
            <a:off x="5133405" y="1708853"/>
            <a:ext cx="55579" cy="3523367"/>
            <a:chOff x="4832424" y="1708853"/>
            <a:chExt cx="55579" cy="3523367"/>
          </a:xfrm>
        </p:grpSpPr>
        <p:sp>
          <p:nvSpPr>
            <p:cNvPr id="127" name="Полилиния: фигура 126">
              <a:extLst>
                <a:ext uri="{FF2B5EF4-FFF2-40B4-BE49-F238E27FC236}">
                  <a16:creationId xmlns:a16="http://schemas.microsoft.com/office/drawing/2014/main" id="{4B5E1F55-A8BA-8661-B7AB-CC97D4699AA2}"/>
                </a:ext>
              </a:extLst>
            </p:cNvPr>
            <p:cNvSpPr/>
            <p:nvPr/>
          </p:nvSpPr>
          <p:spPr>
            <a:xfrm>
              <a:off x="4832424" y="2104450"/>
              <a:ext cx="42502" cy="13077"/>
            </a:xfrm>
            <a:custGeom>
              <a:avLst/>
              <a:gdLst>
                <a:gd name="connsiteX0" fmla="*/ 0 w 42502"/>
                <a:gd name="connsiteY0" fmla="*/ 0 h 13077"/>
                <a:gd name="connsiteX1" fmla="*/ 42502 w 42502"/>
                <a:gd name="connsiteY1" fmla="*/ 0 h 13077"/>
              </a:gdLst>
              <a:ahLst/>
              <a:cxnLst>
                <a:cxn ang="0">
                  <a:pos x="connsiteX0" y="connsiteY0"/>
                </a:cxn>
                <a:cxn ang="0">
                  <a:pos x="connsiteX1" y="connsiteY1"/>
                </a:cxn>
              </a:cxnLst>
              <a:rect l="l" t="t" r="r" b="b"/>
              <a:pathLst>
                <a:path w="42502" h="13077">
                  <a:moveTo>
                    <a:pt x="0" y="0"/>
                  </a:moveTo>
                  <a:lnTo>
                    <a:pt x="42502" y="0"/>
                  </a:lnTo>
                </a:path>
              </a:pathLst>
            </a:custGeom>
            <a:ln w="3921" cap="flat">
              <a:solidFill>
                <a:srgbClr val="9C9C9C"/>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28" name="Полилиния: фигура 127">
              <a:extLst>
                <a:ext uri="{FF2B5EF4-FFF2-40B4-BE49-F238E27FC236}">
                  <a16:creationId xmlns:a16="http://schemas.microsoft.com/office/drawing/2014/main" id="{8AEBFD5C-A28A-2607-9914-69329C491DB2}"/>
                </a:ext>
              </a:extLst>
            </p:cNvPr>
            <p:cNvSpPr/>
            <p:nvPr/>
          </p:nvSpPr>
          <p:spPr>
            <a:xfrm>
              <a:off x="4832424" y="2450614"/>
              <a:ext cx="42502" cy="13077"/>
            </a:xfrm>
            <a:custGeom>
              <a:avLst/>
              <a:gdLst>
                <a:gd name="connsiteX0" fmla="*/ 0 w 42502"/>
                <a:gd name="connsiteY0" fmla="*/ 0 h 13077"/>
                <a:gd name="connsiteX1" fmla="*/ 42502 w 42502"/>
                <a:gd name="connsiteY1" fmla="*/ 0 h 13077"/>
              </a:gdLst>
              <a:ahLst/>
              <a:cxnLst>
                <a:cxn ang="0">
                  <a:pos x="connsiteX0" y="connsiteY0"/>
                </a:cxn>
                <a:cxn ang="0">
                  <a:pos x="connsiteX1" y="connsiteY1"/>
                </a:cxn>
              </a:cxnLst>
              <a:rect l="l" t="t" r="r" b="b"/>
              <a:pathLst>
                <a:path w="42502" h="13077">
                  <a:moveTo>
                    <a:pt x="0" y="0"/>
                  </a:moveTo>
                  <a:lnTo>
                    <a:pt x="42502" y="0"/>
                  </a:lnTo>
                </a:path>
              </a:pathLst>
            </a:custGeom>
            <a:ln w="3921" cap="flat">
              <a:solidFill>
                <a:srgbClr val="9C9C9C"/>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29" name="Полилиния: фигура 128">
              <a:extLst>
                <a:ext uri="{FF2B5EF4-FFF2-40B4-BE49-F238E27FC236}">
                  <a16:creationId xmlns:a16="http://schemas.microsoft.com/office/drawing/2014/main" id="{D7914AD0-183B-C36E-FD92-18B3483D3BC1}"/>
                </a:ext>
              </a:extLst>
            </p:cNvPr>
            <p:cNvSpPr/>
            <p:nvPr/>
          </p:nvSpPr>
          <p:spPr>
            <a:xfrm>
              <a:off x="4832424" y="2796648"/>
              <a:ext cx="42502" cy="13077"/>
            </a:xfrm>
            <a:custGeom>
              <a:avLst/>
              <a:gdLst>
                <a:gd name="connsiteX0" fmla="*/ 0 w 42502"/>
                <a:gd name="connsiteY0" fmla="*/ 0 h 13077"/>
                <a:gd name="connsiteX1" fmla="*/ 42502 w 42502"/>
                <a:gd name="connsiteY1" fmla="*/ 0 h 13077"/>
              </a:gdLst>
              <a:ahLst/>
              <a:cxnLst>
                <a:cxn ang="0">
                  <a:pos x="connsiteX0" y="connsiteY0"/>
                </a:cxn>
                <a:cxn ang="0">
                  <a:pos x="connsiteX1" y="connsiteY1"/>
                </a:cxn>
              </a:cxnLst>
              <a:rect l="l" t="t" r="r" b="b"/>
              <a:pathLst>
                <a:path w="42502" h="13077">
                  <a:moveTo>
                    <a:pt x="0" y="0"/>
                  </a:moveTo>
                  <a:lnTo>
                    <a:pt x="42502" y="0"/>
                  </a:lnTo>
                </a:path>
              </a:pathLst>
            </a:custGeom>
            <a:ln w="3921" cap="flat">
              <a:solidFill>
                <a:srgbClr val="9C9C9C"/>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30" name="Полилиния: фигура 129">
              <a:extLst>
                <a:ext uri="{FF2B5EF4-FFF2-40B4-BE49-F238E27FC236}">
                  <a16:creationId xmlns:a16="http://schemas.microsoft.com/office/drawing/2014/main" id="{9D1FB356-78C6-416C-7F20-BDA6BE59B473}"/>
                </a:ext>
              </a:extLst>
            </p:cNvPr>
            <p:cNvSpPr/>
            <p:nvPr/>
          </p:nvSpPr>
          <p:spPr>
            <a:xfrm>
              <a:off x="4832424" y="3142681"/>
              <a:ext cx="42502" cy="13077"/>
            </a:xfrm>
            <a:custGeom>
              <a:avLst/>
              <a:gdLst>
                <a:gd name="connsiteX0" fmla="*/ 0 w 42502"/>
                <a:gd name="connsiteY0" fmla="*/ 0 h 13077"/>
                <a:gd name="connsiteX1" fmla="*/ 42502 w 42502"/>
                <a:gd name="connsiteY1" fmla="*/ 0 h 13077"/>
              </a:gdLst>
              <a:ahLst/>
              <a:cxnLst>
                <a:cxn ang="0">
                  <a:pos x="connsiteX0" y="connsiteY0"/>
                </a:cxn>
                <a:cxn ang="0">
                  <a:pos x="connsiteX1" y="connsiteY1"/>
                </a:cxn>
              </a:cxnLst>
              <a:rect l="l" t="t" r="r" b="b"/>
              <a:pathLst>
                <a:path w="42502" h="13077">
                  <a:moveTo>
                    <a:pt x="0" y="0"/>
                  </a:moveTo>
                  <a:lnTo>
                    <a:pt x="42502" y="0"/>
                  </a:lnTo>
                </a:path>
              </a:pathLst>
            </a:custGeom>
            <a:ln w="3921" cap="flat">
              <a:solidFill>
                <a:srgbClr val="9C9C9C"/>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31" name="Полилиния: фигура 130">
              <a:extLst>
                <a:ext uri="{FF2B5EF4-FFF2-40B4-BE49-F238E27FC236}">
                  <a16:creationId xmlns:a16="http://schemas.microsoft.com/office/drawing/2014/main" id="{1EB4CEA5-D4AC-8DAC-C288-ECBF50E4D404}"/>
                </a:ext>
              </a:extLst>
            </p:cNvPr>
            <p:cNvSpPr/>
            <p:nvPr/>
          </p:nvSpPr>
          <p:spPr>
            <a:xfrm>
              <a:off x="4832424" y="3488845"/>
              <a:ext cx="42502" cy="13077"/>
            </a:xfrm>
            <a:custGeom>
              <a:avLst/>
              <a:gdLst>
                <a:gd name="connsiteX0" fmla="*/ 0 w 42502"/>
                <a:gd name="connsiteY0" fmla="*/ 0 h 13077"/>
                <a:gd name="connsiteX1" fmla="*/ 42502 w 42502"/>
                <a:gd name="connsiteY1" fmla="*/ 0 h 13077"/>
              </a:gdLst>
              <a:ahLst/>
              <a:cxnLst>
                <a:cxn ang="0">
                  <a:pos x="connsiteX0" y="connsiteY0"/>
                </a:cxn>
                <a:cxn ang="0">
                  <a:pos x="connsiteX1" y="connsiteY1"/>
                </a:cxn>
              </a:cxnLst>
              <a:rect l="l" t="t" r="r" b="b"/>
              <a:pathLst>
                <a:path w="42502" h="13077">
                  <a:moveTo>
                    <a:pt x="0" y="0"/>
                  </a:moveTo>
                  <a:lnTo>
                    <a:pt x="42502" y="0"/>
                  </a:lnTo>
                </a:path>
              </a:pathLst>
            </a:custGeom>
            <a:ln w="3921" cap="flat">
              <a:solidFill>
                <a:srgbClr val="9C9C9C"/>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32" name="Полилиния: фигура 131">
              <a:extLst>
                <a:ext uri="{FF2B5EF4-FFF2-40B4-BE49-F238E27FC236}">
                  <a16:creationId xmlns:a16="http://schemas.microsoft.com/office/drawing/2014/main" id="{5841C8B3-0680-A282-B712-944AF58FBC5C}"/>
                </a:ext>
              </a:extLst>
            </p:cNvPr>
            <p:cNvSpPr/>
            <p:nvPr/>
          </p:nvSpPr>
          <p:spPr>
            <a:xfrm>
              <a:off x="4832424" y="3834879"/>
              <a:ext cx="42502" cy="13077"/>
            </a:xfrm>
            <a:custGeom>
              <a:avLst/>
              <a:gdLst>
                <a:gd name="connsiteX0" fmla="*/ 0 w 42502"/>
                <a:gd name="connsiteY0" fmla="*/ 0 h 13077"/>
                <a:gd name="connsiteX1" fmla="*/ 42502 w 42502"/>
                <a:gd name="connsiteY1" fmla="*/ 0 h 13077"/>
              </a:gdLst>
              <a:ahLst/>
              <a:cxnLst>
                <a:cxn ang="0">
                  <a:pos x="connsiteX0" y="connsiteY0"/>
                </a:cxn>
                <a:cxn ang="0">
                  <a:pos x="connsiteX1" y="connsiteY1"/>
                </a:cxn>
              </a:cxnLst>
              <a:rect l="l" t="t" r="r" b="b"/>
              <a:pathLst>
                <a:path w="42502" h="13077">
                  <a:moveTo>
                    <a:pt x="0" y="0"/>
                  </a:moveTo>
                  <a:lnTo>
                    <a:pt x="42502" y="0"/>
                  </a:lnTo>
                </a:path>
              </a:pathLst>
            </a:custGeom>
            <a:ln w="3921" cap="flat">
              <a:solidFill>
                <a:srgbClr val="9C9C9C"/>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33" name="Полилиния: фигура 132">
              <a:extLst>
                <a:ext uri="{FF2B5EF4-FFF2-40B4-BE49-F238E27FC236}">
                  <a16:creationId xmlns:a16="http://schemas.microsoft.com/office/drawing/2014/main" id="{AB0FAA8C-F729-81E1-D9C4-5AB21057C21F}"/>
                </a:ext>
              </a:extLst>
            </p:cNvPr>
            <p:cNvSpPr/>
            <p:nvPr/>
          </p:nvSpPr>
          <p:spPr>
            <a:xfrm>
              <a:off x="4832424" y="4180912"/>
              <a:ext cx="42502" cy="13077"/>
            </a:xfrm>
            <a:custGeom>
              <a:avLst/>
              <a:gdLst>
                <a:gd name="connsiteX0" fmla="*/ 0 w 42502"/>
                <a:gd name="connsiteY0" fmla="*/ 0 h 13077"/>
                <a:gd name="connsiteX1" fmla="*/ 42502 w 42502"/>
                <a:gd name="connsiteY1" fmla="*/ 0 h 13077"/>
              </a:gdLst>
              <a:ahLst/>
              <a:cxnLst>
                <a:cxn ang="0">
                  <a:pos x="connsiteX0" y="connsiteY0"/>
                </a:cxn>
                <a:cxn ang="0">
                  <a:pos x="connsiteX1" y="connsiteY1"/>
                </a:cxn>
              </a:cxnLst>
              <a:rect l="l" t="t" r="r" b="b"/>
              <a:pathLst>
                <a:path w="42502" h="13077">
                  <a:moveTo>
                    <a:pt x="0" y="0"/>
                  </a:moveTo>
                  <a:lnTo>
                    <a:pt x="42502" y="0"/>
                  </a:lnTo>
                </a:path>
              </a:pathLst>
            </a:custGeom>
            <a:ln w="3921" cap="flat">
              <a:solidFill>
                <a:srgbClr val="9C9C9C"/>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34" name="Полилиния: фигура 133">
              <a:extLst>
                <a:ext uri="{FF2B5EF4-FFF2-40B4-BE49-F238E27FC236}">
                  <a16:creationId xmlns:a16="http://schemas.microsoft.com/office/drawing/2014/main" id="{04DA79FC-8F5D-CE22-5627-37A14C40DAC8}"/>
                </a:ext>
              </a:extLst>
            </p:cNvPr>
            <p:cNvSpPr/>
            <p:nvPr/>
          </p:nvSpPr>
          <p:spPr>
            <a:xfrm>
              <a:off x="4832424" y="4526945"/>
              <a:ext cx="42502" cy="13077"/>
            </a:xfrm>
            <a:custGeom>
              <a:avLst/>
              <a:gdLst>
                <a:gd name="connsiteX0" fmla="*/ 0 w 42502"/>
                <a:gd name="connsiteY0" fmla="*/ 0 h 13077"/>
                <a:gd name="connsiteX1" fmla="*/ 42502 w 42502"/>
                <a:gd name="connsiteY1" fmla="*/ 0 h 13077"/>
              </a:gdLst>
              <a:ahLst/>
              <a:cxnLst>
                <a:cxn ang="0">
                  <a:pos x="connsiteX0" y="connsiteY0"/>
                </a:cxn>
                <a:cxn ang="0">
                  <a:pos x="connsiteX1" y="connsiteY1"/>
                </a:cxn>
              </a:cxnLst>
              <a:rect l="l" t="t" r="r" b="b"/>
              <a:pathLst>
                <a:path w="42502" h="13077">
                  <a:moveTo>
                    <a:pt x="0" y="0"/>
                  </a:moveTo>
                  <a:lnTo>
                    <a:pt x="42502" y="0"/>
                  </a:lnTo>
                </a:path>
              </a:pathLst>
            </a:custGeom>
            <a:ln w="3921" cap="flat">
              <a:solidFill>
                <a:srgbClr val="9C9C9C"/>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35" name="Полилиния: фигура 134">
              <a:extLst>
                <a:ext uri="{FF2B5EF4-FFF2-40B4-BE49-F238E27FC236}">
                  <a16:creationId xmlns:a16="http://schemas.microsoft.com/office/drawing/2014/main" id="{1034EACD-FFE5-6CEC-B069-36DC74CF89D4}"/>
                </a:ext>
              </a:extLst>
            </p:cNvPr>
            <p:cNvSpPr/>
            <p:nvPr/>
          </p:nvSpPr>
          <p:spPr>
            <a:xfrm>
              <a:off x="4832424" y="4873109"/>
              <a:ext cx="42502" cy="13077"/>
            </a:xfrm>
            <a:custGeom>
              <a:avLst/>
              <a:gdLst>
                <a:gd name="connsiteX0" fmla="*/ 0 w 42502"/>
                <a:gd name="connsiteY0" fmla="*/ 0 h 13077"/>
                <a:gd name="connsiteX1" fmla="*/ 42502 w 42502"/>
                <a:gd name="connsiteY1" fmla="*/ 0 h 13077"/>
              </a:gdLst>
              <a:ahLst/>
              <a:cxnLst>
                <a:cxn ang="0">
                  <a:pos x="connsiteX0" y="connsiteY0"/>
                </a:cxn>
                <a:cxn ang="0">
                  <a:pos x="connsiteX1" y="connsiteY1"/>
                </a:cxn>
              </a:cxnLst>
              <a:rect l="l" t="t" r="r" b="b"/>
              <a:pathLst>
                <a:path w="42502" h="13077">
                  <a:moveTo>
                    <a:pt x="0" y="0"/>
                  </a:moveTo>
                  <a:lnTo>
                    <a:pt x="42502" y="0"/>
                  </a:lnTo>
                </a:path>
              </a:pathLst>
            </a:custGeom>
            <a:ln w="3921" cap="flat">
              <a:solidFill>
                <a:srgbClr val="9C9C9C"/>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36" name="Полилиния: фигура 135">
              <a:extLst>
                <a:ext uri="{FF2B5EF4-FFF2-40B4-BE49-F238E27FC236}">
                  <a16:creationId xmlns:a16="http://schemas.microsoft.com/office/drawing/2014/main" id="{AF34CAB3-1CCD-799A-D36E-F3F0364B2A8E}"/>
                </a:ext>
              </a:extLst>
            </p:cNvPr>
            <p:cNvSpPr/>
            <p:nvPr/>
          </p:nvSpPr>
          <p:spPr>
            <a:xfrm>
              <a:off x="4832424" y="5219143"/>
              <a:ext cx="42502" cy="13077"/>
            </a:xfrm>
            <a:custGeom>
              <a:avLst/>
              <a:gdLst>
                <a:gd name="connsiteX0" fmla="*/ 0 w 42502"/>
                <a:gd name="connsiteY0" fmla="*/ 0 h 13077"/>
                <a:gd name="connsiteX1" fmla="*/ 42502 w 42502"/>
                <a:gd name="connsiteY1" fmla="*/ 0 h 13077"/>
              </a:gdLst>
              <a:ahLst/>
              <a:cxnLst>
                <a:cxn ang="0">
                  <a:pos x="connsiteX0" y="connsiteY0"/>
                </a:cxn>
                <a:cxn ang="0">
                  <a:pos x="connsiteX1" y="connsiteY1"/>
                </a:cxn>
              </a:cxnLst>
              <a:rect l="l" t="t" r="r" b="b"/>
              <a:pathLst>
                <a:path w="42502" h="13077">
                  <a:moveTo>
                    <a:pt x="0" y="0"/>
                  </a:moveTo>
                  <a:lnTo>
                    <a:pt x="42502" y="0"/>
                  </a:lnTo>
                </a:path>
              </a:pathLst>
            </a:custGeom>
            <a:ln w="3921" cap="flat">
              <a:solidFill>
                <a:srgbClr val="9C9C9C"/>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51" name="Полилиния: фигура 150">
              <a:extLst>
                <a:ext uri="{FF2B5EF4-FFF2-40B4-BE49-F238E27FC236}">
                  <a16:creationId xmlns:a16="http://schemas.microsoft.com/office/drawing/2014/main" id="{12F91188-22AC-94EA-D7DF-E566117EF835}"/>
                </a:ext>
              </a:extLst>
            </p:cNvPr>
            <p:cNvSpPr/>
            <p:nvPr/>
          </p:nvSpPr>
          <p:spPr>
            <a:xfrm>
              <a:off x="4874926" y="1708853"/>
              <a:ext cx="13077" cy="3516959"/>
            </a:xfrm>
            <a:custGeom>
              <a:avLst/>
              <a:gdLst>
                <a:gd name="connsiteX0" fmla="*/ 0 w 13077"/>
                <a:gd name="connsiteY0" fmla="*/ 0 h 3516959"/>
                <a:gd name="connsiteX1" fmla="*/ 0 w 13077"/>
                <a:gd name="connsiteY1" fmla="*/ 3516959 h 3516959"/>
              </a:gdLst>
              <a:ahLst/>
              <a:cxnLst>
                <a:cxn ang="0">
                  <a:pos x="connsiteX0" y="connsiteY0"/>
                </a:cxn>
                <a:cxn ang="0">
                  <a:pos x="connsiteX1" y="connsiteY1"/>
                </a:cxn>
              </a:cxnLst>
              <a:rect l="l" t="t" r="r" b="b"/>
              <a:pathLst>
                <a:path w="13077" h="3516959">
                  <a:moveTo>
                    <a:pt x="0" y="0"/>
                  </a:moveTo>
                  <a:lnTo>
                    <a:pt x="0" y="3516959"/>
                  </a:lnTo>
                </a:path>
              </a:pathLst>
            </a:custGeom>
            <a:ln w="3921" cap="flat">
              <a:solidFill>
                <a:srgbClr val="9C9C9C"/>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sp>
        <p:nvSpPr>
          <p:cNvPr id="153" name="TextBox 152">
            <a:extLst>
              <a:ext uri="{FF2B5EF4-FFF2-40B4-BE49-F238E27FC236}">
                <a16:creationId xmlns:a16="http://schemas.microsoft.com/office/drawing/2014/main" id="{3CC6FB57-9362-8389-AA69-0A168F1812B8}"/>
              </a:ext>
            </a:extLst>
          </p:cNvPr>
          <p:cNvSpPr txBox="1"/>
          <p:nvPr/>
        </p:nvSpPr>
        <p:spPr>
          <a:xfrm>
            <a:off x="2443065" y="1765007"/>
            <a:ext cx="2504532" cy="253916"/>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1050" b="1" i="0" u="none" strike="noStrike" kern="1200" cap="none" spc="-10" normalizeH="0" baseline="0" noProof="0" dirty="0">
                <a:ln/>
                <a:solidFill>
                  <a:srgbClr val="265374"/>
                </a:solidFill>
                <a:effectLst/>
                <a:uLnTx/>
                <a:uFillTx/>
                <a:latin typeface="Verdana" panose="020B0604030504040204" pitchFamily="34" charset="0"/>
                <a:ea typeface="Verdana" panose="020B0604030504040204" pitchFamily="34" charset="0"/>
                <a:cs typeface="+mn-cs"/>
                <a:sym typeface="Verdana"/>
                <a:rtl val="0"/>
              </a:rPr>
              <a:t>Ишемическая болезнь сердца</a:t>
            </a:r>
          </a:p>
        </p:txBody>
      </p:sp>
      <p:grpSp>
        <p:nvGrpSpPr>
          <p:cNvPr id="196" name="Группа 195">
            <a:extLst>
              <a:ext uri="{FF2B5EF4-FFF2-40B4-BE49-F238E27FC236}">
                <a16:creationId xmlns:a16="http://schemas.microsoft.com/office/drawing/2014/main" id="{C814815B-E257-0CF9-BDA3-37CEC2C4C6BF}"/>
              </a:ext>
            </a:extLst>
          </p:cNvPr>
          <p:cNvGrpSpPr/>
          <p:nvPr/>
        </p:nvGrpSpPr>
        <p:grpSpPr>
          <a:xfrm>
            <a:off x="5038173" y="1391119"/>
            <a:ext cx="5544335" cy="377498"/>
            <a:chOff x="4737192" y="1391119"/>
            <a:chExt cx="5544335" cy="377498"/>
          </a:xfrm>
        </p:grpSpPr>
        <p:sp>
          <p:nvSpPr>
            <p:cNvPr id="126" name="Полилиния: фигура 125">
              <a:extLst>
                <a:ext uri="{FF2B5EF4-FFF2-40B4-BE49-F238E27FC236}">
                  <a16:creationId xmlns:a16="http://schemas.microsoft.com/office/drawing/2014/main" id="{CC36C1B2-9F9A-2029-25F8-6DCFAB38BDA9}"/>
                </a:ext>
              </a:extLst>
            </p:cNvPr>
            <p:cNvSpPr/>
            <p:nvPr/>
          </p:nvSpPr>
          <p:spPr>
            <a:xfrm>
              <a:off x="5915118" y="1713038"/>
              <a:ext cx="13077" cy="42502"/>
            </a:xfrm>
            <a:custGeom>
              <a:avLst/>
              <a:gdLst>
                <a:gd name="connsiteX0" fmla="*/ 0 w 13077"/>
                <a:gd name="connsiteY0" fmla="*/ 0 h 42502"/>
                <a:gd name="connsiteX1" fmla="*/ 0 w 13077"/>
                <a:gd name="connsiteY1" fmla="*/ 42502 h 42502"/>
              </a:gdLst>
              <a:ahLst/>
              <a:cxnLst>
                <a:cxn ang="0">
                  <a:pos x="connsiteX0" y="connsiteY0"/>
                </a:cxn>
                <a:cxn ang="0">
                  <a:pos x="connsiteX1" y="connsiteY1"/>
                </a:cxn>
              </a:cxnLst>
              <a:rect l="l" t="t" r="r" b="b"/>
              <a:pathLst>
                <a:path w="13077" h="42502">
                  <a:moveTo>
                    <a:pt x="0" y="0"/>
                  </a:moveTo>
                  <a:lnTo>
                    <a:pt x="0" y="42502"/>
                  </a:lnTo>
                </a:path>
              </a:pathLst>
            </a:custGeom>
            <a:ln w="3921" cap="flat">
              <a:solidFill>
                <a:srgbClr val="9C9C9C"/>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37" name="Полилиния: фигура 136">
              <a:extLst>
                <a:ext uri="{FF2B5EF4-FFF2-40B4-BE49-F238E27FC236}">
                  <a16:creationId xmlns:a16="http://schemas.microsoft.com/office/drawing/2014/main" id="{0E513990-FC6C-99AD-861A-865AABD95F12}"/>
                </a:ext>
              </a:extLst>
            </p:cNvPr>
            <p:cNvSpPr/>
            <p:nvPr/>
          </p:nvSpPr>
          <p:spPr>
            <a:xfrm>
              <a:off x="6942363" y="1713038"/>
              <a:ext cx="13077" cy="42502"/>
            </a:xfrm>
            <a:custGeom>
              <a:avLst/>
              <a:gdLst>
                <a:gd name="connsiteX0" fmla="*/ 0 w 13077"/>
                <a:gd name="connsiteY0" fmla="*/ 0 h 42502"/>
                <a:gd name="connsiteX1" fmla="*/ 0 w 13077"/>
                <a:gd name="connsiteY1" fmla="*/ 42502 h 42502"/>
              </a:gdLst>
              <a:ahLst/>
              <a:cxnLst>
                <a:cxn ang="0">
                  <a:pos x="connsiteX0" y="connsiteY0"/>
                </a:cxn>
                <a:cxn ang="0">
                  <a:pos x="connsiteX1" y="connsiteY1"/>
                </a:cxn>
              </a:cxnLst>
              <a:rect l="l" t="t" r="r" b="b"/>
              <a:pathLst>
                <a:path w="13077" h="42502">
                  <a:moveTo>
                    <a:pt x="0" y="0"/>
                  </a:moveTo>
                  <a:lnTo>
                    <a:pt x="0" y="42502"/>
                  </a:lnTo>
                </a:path>
              </a:pathLst>
            </a:custGeom>
            <a:ln w="3921" cap="flat">
              <a:solidFill>
                <a:srgbClr val="9C9C9C"/>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38" name="Полилиния: фигура 137">
              <a:extLst>
                <a:ext uri="{FF2B5EF4-FFF2-40B4-BE49-F238E27FC236}">
                  <a16:creationId xmlns:a16="http://schemas.microsoft.com/office/drawing/2014/main" id="{C6477FBC-2D90-D9DD-001F-3ED53A498949}"/>
                </a:ext>
              </a:extLst>
            </p:cNvPr>
            <p:cNvSpPr/>
            <p:nvPr/>
          </p:nvSpPr>
          <p:spPr>
            <a:xfrm>
              <a:off x="7980985" y="1713038"/>
              <a:ext cx="13077" cy="42502"/>
            </a:xfrm>
            <a:custGeom>
              <a:avLst/>
              <a:gdLst>
                <a:gd name="connsiteX0" fmla="*/ 0 w 13077"/>
                <a:gd name="connsiteY0" fmla="*/ 0 h 42502"/>
                <a:gd name="connsiteX1" fmla="*/ 0 w 13077"/>
                <a:gd name="connsiteY1" fmla="*/ 42502 h 42502"/>
              </a:gdLst>
              <a:ahLst/>
              <a:cxnLst>
                <a:cxn ang="0">
                  <a:pos x="connsiteX0" y="connsiteY0"/>
                </a:cxn>
                <a:cxn ang="0">
                  <a:pos x="connsiteX1" y="connsiteY1"/>
                </a:cxn>
              </a:cxnLst>
              <a:rect l="l" t="t" r="r" b="b"/>
              <a:pathLst>
                <a:path w="13077" h="42502">
                  <a:moveTo>
                    <a:pt x="0" y="0"/>
                  </a:moveTo>
                  <a:lnTo>
                    <a:pt x="0" y="42502"/>
                  </a:lnTo>
                </a:path>
              </a:pathLst>
            </a:custGeom>
            <a:ln w="3921" cap="flat">
              <a:solidFill>
                <a:srgbClr val="9C9C9C"/>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39" name="Полилиния: фигура 138">
              <a:extLst>
                <a:ext uri="{FF2B5EF4-FFF2-40B4-BE49-F238E27FC236}">
                  <a16:creationId xmlns:a16="http://schemas.microsoft.com/office/drawing/2014/main" id="{0C404787-C50B-EA35-AFCD-6E34D841771A}"/>
                </a:ext>
              </a:extLst>
            </p:cNvPr>
            <p:cNvSpPr/>
            <p:nvPr/>
          </p:nvSpPr>
          <p:spPr>
            <a:xfrm>
              <a:off x="9013984" y="1713038"/>
              <a:ext cx="13077" cy="42502"/>
            </a:xfrm>
            <a:custGeom>
              <a:avLst/>
              <a:gdLst>
                <a:gd name="connsiteX0" fmla="*/ 0 w 13077"/>
                <a:gd name="connsiteY0" fmla="*/ 0 h 42502"/>
                <a:gd name="connsiteX1" fmla="*/ 0 w 13077"/>
                <a:gd name="connsiteY1" fmla="*/ 42502 h 42502"/>
              </a:gdLst>
              <a:ahLst/>
              <a:cxnLst>
                <a:cxn ang="0">
                  <a:pos x="connsiteX0" y="connsiteY0"/>
                </a:cxn>
                <a:cxn ang="0">
                  <a:pos x="connsiteX1" y="connsiteY1"/>
                </a:cxn>
              </a:cxnLst>
              <a:rect l="l" t="t" r="r" b="b"/>
              <a:pathLst>
                <a:path w="13077" h="42502">
                  <a:moveTo>
                    <a:pt x="0" y="0"/>
                  </a:moveTo>
                  <a:lnTo>
                    <a:pt x="0" y="42502"/>
                  </a:lnTo>
                </a:path>
              </a:pathLst>
            </a:custGeom>
            <a:ln w="3921" cap="flat">
              <a:solidFill>
                <a:srgbClr val="9C9C9C"/>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52" name="Полилиния: фигура 151">
              <a:extLst>
                <a:ext uri="{FF2B5EF4-FFF2-40B4-BE49-F238E27FC236}">
                  <a16:creationId xmlns:a16="http://schemas.microsoft.com/office/drawing/2014/main" id="{B81E14F0-4CED-6BD7-2EA0-44A7C7FEF809}"/>
                </a:ext>
              </a:extLst>
            </p:cNvPr>
            <p:cNvSpPr/>
            <p:nvPr/>
          </p:nvSpPr>
          <p:spPr>
            <a:xfrm>
              <a:off x="4828239" y="1755540"/>
              <a:ext cx="5218743" cy="13077"/>
            </a:xfrm>
            <a:custGeom>
              <a:avLst/>
              <a:gdLst>
                <a:gd name="connsiteX0" fmla="*/ 0 w 5218743"/>
                <a:gd name="connsiteY0" fmla="*/ 0 h 13077"/>
                <a:gd name="connsiteX1" fmla="*/ 5218744 w 5218743"/>
                <a:gd name="connsiteY1" fmla="*/ 0 h 13077"/>
              </a:gdLst>
              <a:ahLst/>
              <a:cxnLst>
                <a:cxn ang="0">
                  <a:pos x="connsiteX0" y="connsiteY0"/>
                </a:cxn>
                <a:cxn ang="0">
                  <a:pos x="connsiteX1" y="connsiteY1"/>
                </a:cxn>
              </a:cxnLst>
              <a:rect l="l" t="t" r="r" b="b"/>
              <a:pathLst>
                <a:path w="5218743" h="13077">
                  <a:moveTo>
                    <a:pt x="0" y="0"/>
                  </a:moveTo>
                  <a:lnTo>
                    <a:pt x="5218744" y="0"/>
                  </a:lnTo>
                </a:path>
              </a:pathLst>
            </a:custGeom>
            <a:ln w="3921" cap="flat">
              <a:solidFill>
                <a:srgbClr val="9C9C9C"/>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54" name="TextBox 153">
              <a:extLst>
                <a:ext uri="{FF2B5EF4-FFF2-40B4-BE49-F238E27FC236}">
                  <a16:creationId xmlns:a16="http://schemas.microsoft.com/office/drawing/2014/main" id="{F1E5E14C-9BB2-1294-B266-28EA4F637D39}"/>
                </a:ext>
              </a:extLst>
            </p:cNvPr>
            <p:cNvSpPr txBox="1"/>
            <p:nvPr/>
          </p:nvSpPr>
          <p:spPr>
            <a:xfrm>
              <a:off x="4737192" y="1391119"/>
              <a:ext cx="301686" cy="31425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442" b="0" i="0" u="none" strike="noStrike" kern="1200" cap="none" spc="0" normalizeH="0" baseline="0" noProof="0">
                  <a:ln/>
                  <a:solidFill>
                    <a:srgbClr val="265374"/>
                  </a:solidFill>
                  <a:effectLst/>
                  <a:uLnTx/>
                  <a:uFillTx/>
                  <a:latin typeface="Verdana" panose="020B0604030504040204" pitchFamily="34" charset="0"/>
                  <a:ea typeface="Verdana" panose="020B0604030504040204" pitchFamily="34" charset="0"/>
                  <a:cs typeface="Calibri"/>
                  <a:sym typeface="Calibri"/>
                  <a:rtl val="0"/>
                </a:rPr>
                <a:t>0</a:t>
              </a:r>
            </a:p>
          </p:txBody>
        </p:sp>
        <p:sp>
          <p:nvSpPr>
            <p:cNvPr id="155" name="TextBox 154">
              <a:extLst>
                <a:ext uri="{FF2B5EF4-FFF2-40B4-BE49-F238E27FC236}">
                  <a16:creationId xmlns:a16="http://schemas.microsoft.com/office/drawing/2014/main" id="{074EB464-39C9-6CAA-E30E-5CF39FAC63BA}"/>
                </a:ext>
              </a:extLst>
            </p:cNvPr>
            <p:cNvSpPr txBox="1"/>
            <p:nvPr/>
          </p:nvSpPr>
          <p:spPr>
            <a:xfrm>
              <a:off x="5777252" y="1391119"/>
              <a:ext cx="301686" cy="31425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442" b="0" i="0" u="none" strike="noStrike" kern="1200" cap="none" spc="0" normalizeH="0" baseline="0" noProof="0">
                  <a:ln/>
                  <a:solidFill>
                    <a:srgbClr val="265374"/>
                  </a:solidFill>
                  <a:effectLst/>
                  <a:uLnTx/>
                  <a:uFillTx/>
                  <a:latin typeface="Verdana" panose="020B0604030504040204" pitchFamily="34" charset="0"/>
                  <a:ea typeface="Verdana" panose="020B0604030504040204" pitchFamily="34" charset="0"/>
                  <a:cs typeface="Calibri"/>
                  <a:sym typeface="Calibri"/>
                  <a:rtl val="0"/>
                </a:rPr>
                <a:t>2</a:t>
              </a:r>
            </a:p>
          </p:txBody>
        </p:sp>
        <p:sp>
          <p:nvSpPr>
            <p:cNvPr id="156" name="TextBox 155">
              <a:extLst>
                <a:ext uri="{FF2B5EF4-FFF2-40B4-BE49-F238E27FC236}">
                  <a16:creationId xmlns:a16="http://schemas.microsoft.com/office/drawing/2014/main" id="{3A4F9A3E-66F0-A25E-B204-AFF8E0B5FB27}"/>
                </a:ext>
              </a:extLst>
            </p:cNvPr>
            <p:cNvSpPr txBox="1"/>
            <p:nvPr/>
          </p:nvSpPr>
          <p:spPr>
            <a:xfrm>
              <a:off x="6804628" y="1391119"/>
              <a:ext cx="301686" cy="31425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442" b="0" i="0" u="none" strike="noStrike" kern="1200" cap="none" spc="0" normalizeH="0" baseline="0" noProof="0">
                  <a:ln/>
                  <a:solidFill>
                    <a:srgbClr val="265374"/>
                  </a:solidFill>
                  <a:effectLst/>
                  <a:uLnTx/>
                  <a:uFillTx/>
                  <a:latin typeface="Verdana" panose="020B0604030504040204" pitchFamily="34" charset="0"/>
                  <a:ea typeface="Verdana" panose="020B0604030504040204" pitchFamily="34" charset="0"/>
                  <a:cs typeface="Calibri"/>
                  <a:sym typeface="Calibri"/>
                  <a:rtl val="0"/>
                </a:rPr>
                <a:t>4</a:t>
              </a:r>
            </a:p>
          </p:txBody>
        </p:sp>
        <p:sp>
          <p:nvSpPr>
            <p:cNvPr id="157" name="TextBox 156">
              <a:extLst>
                <a:ext uri="{FF2B5EF4-FFF2-40B4-BE49-F238E27FC236}">
                  <a16:creationId xmlns:a16="http://schemas.microsoft.com/office/drawing/2014/main" id="{19327A94-FA8C-0F0C-6096-9BF8FFA3269A}"/>
                </a:ext>
              </a:extLst>
            </p:cNvPr>
            <p:cNvSpPr txBox="1"/>
            <p:nvPr/>
          </p:nvSpPr>
          <p:spPr>
            <a:xfrm>
              <a:off x="7843250" y="1391119"/>
              <a:ext cx="301686" cy="31425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442" b="0" i="0" u="none" strike="noStrike" kern="1200" cap="none" spc="0" normalizeH="0" baseline="0" noProof="0">
                  <a:ln/>
                  <a:solidFill>
                    <a:srgbClr val="265374"/>
                  </a:solidFill>
                  <a:effectLst/>
                  <a:uLnTx/>
                  <a:uFillTx/>
                  <a:latin typeface="Verdana" panose="020B0604030504040204" pitchFamily="34" charset="0"/>
                  <a:ea typeface="Verdana" panose="020B0604030504040204" pitchFamily="34" charset="0"/>
                  <a:cs typeface="Calibri"/>
                  <a:sym typeface="Calibri"/>
                  <a:rtl val="0"/>
                </a:rPr>
                <a:t>6</a:t>
              </a:r>
            </a:p>
          </p:txBody>
        </p:sp>
        <p:sp>
          <p:nvSpPr>
            <p:cNvPr id="158" name="TextBox 157">
              <a:extLst>
                <a:ext uri="{FF2B5EF4-FFF2-40B4-BE49-F238E27FC236}">
                  <a16:creationId xmlns:a16="http://schemas.microsoft.com/office/drawing/2014/main" id="{A7AD0E78-9995-22B2-5B2A-C5DA83AD5F0F}"/>
                </a:ext>
              </a:extLst>
            </p:cNvPr>
            <p:cNvSpPr txBox="1"/>
            <p:nvPr/>
          </p:nvSpPr>
          <p:spPr>
            <a:xfrm>
              <a:off x="8876249" y="1391119"/>
              <a:ext cx="301686" cy="31425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442" b="0" i="0" u="none" strike="noStrike" kern="1200" cap="none" spc="0" normalizeH="0" baseline="0" noProof="0">
                  <a:ln/>
                  <a:solidFill>
                    <a:srgbClr val="265374"/>
                  </a:solidFill>
                  <a:effectLst/>
                  <a:uLnTx/>
                  <a:uFillTx/>
                  <a:latin typeface="Verdana" panose="020B0604030504040204" pitchFamily="34" charset="0"/>
                  <a:ea typeface="Verdana" panose="020B0604030504040204" pitchFamily="34" charset="0"/>
                  <a:cs typeface="Calibri"/>
                  <a:sym typeface="Calibri"/>
                  <a:rtl val="0"/>
                </a:rPr>
                <a:t>8</a:t>
              </a:r>
            </a:p>
          </p:txBody>
        </p:sp>
        <p:sp>
          <p:nvSpPr>
            <p:cNvPr id="159" name="TextBox 158">
              <a:extLst>
                <a:ext uri="{FF2B5EF4-FFF2-40B4-BE49-F238E27FC236}">
                  <a16:creationId xmlns:a16="http://schemas.microsoft.com/office/drawing/2014/main" id="{58A3730B-8941-C2C7-BE82-93366152D091}"/>
                </a:ext>
              </a:extLst>
            </p:cNvPr>
            <p:cNvSpPr txBox="1"/>
            <p:nvPr/>
          </p:nvSpPr>
          <p:spPr>
            <a:xfrm>
              <a:off x="9862823" y="1391119"/>
              <a:ext cx="418704" cy="31425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442" b="0" i="0" u="none" strike="noStrike" kern="1200" cap="none" spc="0" normalizeH="0" baseline="0" noProof="0">
                  <a:ln/>
                  <a:solidFill>
                    <a:srgbClr val="265374"/>
                  </a:solidFill>
                  <a:effectLst/>
                  <a:uLnTx/>
                  <a:uFillTx/>
                  <a:latin typeface="Verdana" panose="020B0604030504040204" pitchFamily="34" charset="0"/>
                  <a:ea typeface="Verdana" panose="020B0604030504040204" pitchFamily="34" charset="0"/>
                  <a:cs typeface="Calibri"/>
                  <a:sym typeface="Calibri"/>
                  <a:rtl val="0"/>
                </a:rPr>
                <a:t>10</a:t>
              </a:r>
            </a:p>
          </p:txBody>
        </p:sp>
      </p:grpSp>
      <p:sp>
        <p:nvSpPr>
          <p:cNvPr id="160" name="TextBox 159">
            <a:extLst>
              <a:ext uri="{FF2B5EF4-FFF2-40B4-BE49-F238E27FC236}">
                <a16:creationId xmlns:a16="http://schemas.microsoft.com/office/drawing/2014/main" id="{80899EAB-60A5-6CD1-F7EB-A58E448DD9D6}"/>
              </a:ext>
            </a:extLst>
          </p:cNvPr>
          <p:cNvSpPr txBox="1"/>
          <p:nvPr/>
        </p:nvSpPr>
        <p:spPr>
          <a:xfrm>
            <a:off x="4109867" y="2111302"/>
            <a:ext cx="837730" cy="261610"/>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1050" b="1" i="0" u="none" strike="noStrike" kern="1200" cap="none" spc="-10" normalizeH="0" baseline="0" noProof="0">
                <a:ln/>
                <a:solidFill>
                  <a:srgbClr val="265374"/>
                </a:solidFill>
                <a:effectLst/>
                <a:uLnTx/>
                <a:uFillTx/>
                <a:latin typeface="Verdana" panose="020B0604030504040204" pitchFamily="34" charset="0"/>
                <a:ea typeface="Verdana" panose="020B0604030504040204" pitchFamily="34" charset="0"/>
                <a:cs typeface="+mn-cs"/>
                <a:sym typeface="Verdana"/>
                <a:rtl val="0"/>
              </a:rPr>
              <a:t>Инсульт</a:t>
            </a:r>
          </a:p>
        </p:txBody>
      </p:sp>
      <p:sp>
        <p:nvSpPr>
          <p:cNvPr id="161" name="TextBox 160">
            <a:extLst>
              <a:ext uri="{FF2B5EF4-FFF2-40B4-BE49-F238E27FC236}">
                <a16:creationId xmlns:a16="http://schemas.microsoft.com/office/drawing/2014/main" id="{1163D259-0985-9672-C722-0ED1B7783B16}"/>
              </a:ext>
            </a:extLst>
          </p:cNvPr>
          <p:cNvSpPr txBox="1"/>
          <p:nvPr/>
        </p:nvSpPr>
        <p:spPr>
          <a:xfrm>
            <a:off x="1340520" y="2457728"/>
            <a:ext cx="3607077" cy="253916"/>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1050" b="1" i="0" u="none" strike="noStrike" kern="1200" cap="none" spc="-10" normalizeH="0" baseline="0" noProof="0" dirty="0">
                <a:ln/>
                <a:solidFill>
                  <a:srgbClr val="265374"/>
                </a:solidFill>
                <a:effectLst/>
                <a:uLnTx/>
                <a:uFillTx/>
                <a:latin typeface="Verdana" panose="020B0604030504040204" pitchFamily="34" charset="0"/>
                <a:ea typeface="Verdana" panose="020B0604030504040204" pitchFamily="34" charset="0"/>
                <a:cs typeface="+mn-cs"/>
                <a:sym typeface="Verdana"/>
                <a:rtl val="0"/>
              </a:rPr>
              <a:t>Хроническая обструктивная болезнь легких</a:t>
            </a:r>
          </a:p>
        </p:txBody>
      </p:sp>
      <p:sp>
        <p:nvSpPr>
          <p:cNvPr id="162" name="TextBox 161">
            <a:extLst>
              <a:ext uri="{FF2B5EF4-FFF2-40B4-BE49-F238E27FC236}">
                <a16:creationId xmlns:a16="http://schemas.microsoft.com/office/drawing/2014/main" id="{2F4FBD8C-1455-FF2E-1395-A722F048AB68}"/>
              </a:ext>
            </a:extLst>
          </p:cNvPr>
          <p:cNvSpPr txBox="1"/>
          <p:nvPr/>
        </p:nvSpPr>
        <p:spPr>
          <a:xfrm>
            <a:off x="517538" y="2804154"/>
            <a:ext cx="4430059" cy="253916"/>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1050" b="1" i="0" u="none" strike="noStrike" kern="1200" cap="none" spc="-10" normalizeH="0" baseline="0" noProof="0" dirty="0">
                <a:ln/>
                <a:solidFill>
                  <a:srgbClr val="265374"/>
                </a:solidFill>
                <a:effectLst/>
                <a:uLnTx/>
                <a:uFillTx/>
                <a:latin typeface="Verdana" panose="020B0604030504040204" pitchFamily="34" charset="0"/>
                <a:ea typeface="Verdana" panose="020B0604030504040204" pitchFamily="34" charset="0"/>
                <a:cs typeface="+mn-cs"/>
                <a:sym typeface="Verdana"/>
                <a:rtl val="0"/>
              </a:rPr>
              <a:t>Респираторные инфекции нижних дыхательных путей</a:t>
            </a:r>
          </a:p>
        </p:txBody>
      </p:sp>
      <p:sp>
        <p:nvSpPr>
          <p:cNvPr id="163" name="TextBox 162">
            <a:extLst>
              <a:ext uri="{FF2B5EF4-FFF2-40B4-BE49-F238E27FC236}">
                <a16:creationId xmlns:a16="http://schemas.microsoft.com/office/drawing/2014/main" id="{D27C8AEE-5B2C-4E05-C120-DDB4963C3770}"/>
              </a:ext>
            </a:extLst>
          </p:cNvPr>
          <p:cNvSpPr txBox="1"/>
          <p:nvPr/>
        </p:nvSpPr>
        <p:spPr>
          <a:xfrm>
            <a:off x="1178295" y="3150579"/>
            <a:ext cx="3769302" cy="253916"/>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1050" b="1" i="0" u="none" strike="noStrike" kern="1200" cap="none" spc="-10" normalizeH="0" baseline="0" noProof="0">
                <a:ln/>
                <a:solidFill>
                  <a:srgbClr val="265374"/>
                </a:solidFill>
                <a:effectLst/>
                <a:uLnTx/>
                <a:uFillTx/>
                <a:latin typeface="Verdana" panose="020B0604030504040204" pitchFamily="34" charset="0"/>
                <a:ea typeface="Verdana" panose="020B0604030504040204" pitchFamily="34" charset="0"/>
                <a:cs typeface="+mn-cs"/>
                <a:sym typeface="Verdana"/>
                <a:rtl val="0"/>
              </a:rPr>
              <a:t>Болезнь Альцгеймера и др. формы слабоумия</a:t>
            </a:r>
          </a:p>
        </p:txBody>
      </p:sp>
      <p:sp>
        <p:nvSpPr>
          <p:cNvPr id="164" name="TextBox 163">
            <a:extLst>
              <a:ext uri="{FF2B5EF4-FFF2-40B4-BE49-F238E27FC236}">
                <a16:creationId xmlns:a16="http://schemas.microsoft.com/office/drawing/2014/main" id="{2E7F4720-4A9B-24CF-08B4-43467FE16592}"/>
              </a:ext>
            </a:extLst>
          </p:cNvPr>
          <p:cNvSpPr txBox="1"/>
          <p:nvPr/>
        </p:nvSpPr>
        <p:spPr>
          <a:xfrm>
            <a:off x="2471278" y="3496874"/>
            <a:ext cx="2476319" cy="253916"/>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1050" b="1" i="0" u="none" strike="noStrike" kern="1200" cap="none" spc="-10" normalizeH="0" baseline="0" noProof="0" dirty="0">
                <a:ln/>
                <a:solidFill>
                  <a:srgbClr val="265374"/>
                </a:solidFill>
                <a:effectLst/>
                <a:uLnTx/>
                <a:uFillTx/>
                <a:latin typeface="Verdana" panose="020B0604030504040204" pitchFamily="34" charset="0"/>
                <a:ea typeface="Verdana" panose="020B0604030504040204" pitchFamily="34" charset="0"/>
                <a:cs typeface="+mn-cs"/>
                <a:sym typeface="Verdana"/>
                <a:rtl val="0"/>
              </a:rPr>
              <a:t>Рак легких, трахеи и бронхов</a:t>
            </a:r>
          </a:p>
        </p:txBody>
      </p:sp>
      <p:sp>
        <p:nvSpPr>
          <p:cNvPr id="165" name="TextBox 164">
            <a:extLst>
              <a:ext uri="{FF2B5EF4-FFF2-40B4-BE49-F238E27FC236}">
                <a16:creationId xmlns:a16="http://schemas.microsoft.com/office/drawing/2014/main" id="{8D6D9059-D508-F3E6-7181-2318EF2C60CC}"/>
              </a:ext>
            </a:extLst>
          </p:cNvPr>
          <p:cNvSpPr txBox="1"/>
          <p:nvPr/>
        </p:nvSpPr>
        <p:spPr>
          <a:xfrm>
            <a:off x="4190338" y="3843300"/>
            <a:ext cx="757259" cy="261610"/>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1050" b="1" i="0" u="none" strike="noStrike" kern="1200" cap="none" spc="-10" normalizeH="0" baseline="0" noProof="0">
                <a:ln/>
                <a:solidFill>
                  <a:srgbClr val="265374"/>
                </a:solidFill>
                <a:effectLst/>
                <a:uLnTx/>
                <a:uFillTx/>
                <a:latin typeface="Verdana" panose="020B0604030504040204" pitchFamily="34" charset="0"/>
                <a:ea typeface="Verdana" panose="020B0604030504040204" pitchFamily="34" charset="0"/>
                <a:cs typeface="+mn-cs"/>
                <a:sym typeface="Verdana"/>
                <a:rtl val="0"/>
              </a:rPr>
              <a:t>Диабет</a:t>
            </a:r>
          </a:p>
        </p:txBody>
      </p:sp>
      <p:sp>
        <p:nvSpPr>
          <p:cNvPr id="166" name="TextBox 165">
            <a:extLst>
              <a:ext uri="{FF2B5EF4-FFF2-40B4-BE49-F238E27FC236}">
                <a16:creationId xmlns:a16="http://schemas.microsoft.com/office/drawing/2014/main" id="{911EDB90-275B-E1F0-CA07-4F4821C8AE4F}"/>
              </a:ext>
            </a:extLst>
          </p:cNvPr>
          <p:cNvSpPr txBox="1"/>
          <p:nvPr/>
        </p:nvSpPr>
        <p:spPr>
          <a:xfrm>
            <a:off x="2280841" y="4189725"/>
            <a:ext cx="2666756" cy="253916"/>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1050" b="1" i="0" u="none" strike="noStrike" kern="1200" cap="none" spc="-10" normalizeH="0" baseline="0" noProof="0">
                <a:ln/>
                <a:solidFill>
                  <a:srgbClr val="265374"/>
                </a:solidFill>
                <a:effectLst/>
                <a:uLnTx/>
                <a:uFillTx/>
                <a:latin typeface="Verdana" panose="020B0604030504040204" pitchFamily="34" charset="0"/>
                <a:ea typeface="Verdana" panose="020B0604030504040204" pitchFamily="34" charset="0"/>
                <a:cs typeface="+mn-cs"/>
                <a:sym typeface="Verdana"/>
                <a:rtl val="0"/>
              </a:rPr>
              <a:t>Дорожно-транспортные травмы</a:t>
            </a:r>
          </a:p>
        </p:txBody>
      </p:sp>
      <p:sp>
        <p:nvSpPr>
          <p:cNvPr id="167" name="TextBox 166">
            <a:extLst>
              <a:ext uri="{FF2B5EF4-FFF2-40B4-BE49-F238E27FC236}">
                <a16:creationId xmlns:a16="http://schemas.microsoft.com/office/drawing/2014/main" id="{B2E71F06-F8A8-E473-D544-A652B2E46AD5}"/>
              </a:ext>
            </a:extLst>
          </p:cNvPr>
          <p:cNvSpPr txBox="1"/>
          <p:nvPr/>
        </p:nvSpPr>
        <p:spPr>
          <a:xfrm>
            <a:off x="4167896" y="4536020"/>
            <a:ext cx="779701" cy="261610"/>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1050" b="1" i="0" u="none" strike="noStrike" kern="1200" cap="none" spc="-10" normalizeH="0" baseline="0" noProof="0" dirty="0">
                <a:ln/>
                <a:solidFill>
                  <a:srgbClr val="265374"/>
                </a:solidFill>
                <a:effectLst/>
                <a:uLnTx/>
                <a:uFillTx/>
                <a:latin typeface="Verdana" panose="020B0604030504040204" pitchFamily="34" charset="0"/>
                <a:ea typeface="Verdana" panose="020B0604030504040204" pitchFamily="34" charset="0"/>
                <a:cs typeface="+mn-cs"/>
                <a:sym typeface="Verdana"/>
                <a:rtl val="0"/>
              </a:rPr>
              <a:t>Диарея</a:t>
            </a:r>
          </a:p>
        </p:txBody>
      </p:sp>
      <p:sp>
        <p:nvSpPr>
          <p:cNvPr id="168" name="TextBox 167">
            <a:extLst>
              <a:ext uri="{FF2B5EF4-FFF2-40B4-BE49-F238E27FC236}">
                <a16:creationId xmlns:a16="http://schemas.microsoft.com/office/drawing/2014/main" id="{5861507C-D328-DC51-E65D-D9599A8BFFA4}"/>
              </a:ext>
            </a:extLst>
          </p:cNvPr>
          <p:cNvSpPr txBox="1"/>
          <p:nvPr/>
        </p:nvSpPr>
        <p:spPr>
          <a:xfrm>
            <a:off x="3836395" y="4882446"/>
            <a:ext cx="1111202" cy="261610"/>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1050" b="1" i="0" u="none" strike="noStrike" kern="1200" cap="none" spc="-10" normalizeH="0" baseline="0" noProof="0" dirty="0">
                <a:ln/>
                <a:solidFill>
                  <a:srgbClr val="265374"/>
                </a:solidFill>
                <a:effectLst/>
                <a:uLnTx/>
                <a:uFillTx/>
                <a:latin typeface="Verdana" panose="020B0604030504040204" pitchFamily="34" charset="0"/>
                <a:ea typeface="Verdana" panose="020B0604030504040204" pitchFamily="34" charset="0"/>
                <a:cs typeface="+mn-cs"/>
                <a:sym typeface="Verdana"/>
                <a:rtl val="0"/>
              </a:rPr>
              <a:t>Туберкулез</a:t>
            </a:r>
          </a:p>
        </p:txBody>
      </p:sp>
      <p:grpSp>
        <p:nvGrpSpPr>
          <p:cNvPr id="195" name="Группа 194">
            <a:extLst>
              <a:ext uri="{FF2B5EF4-FFF2-40B4-BE49-F238E27FC236}">
                <a16:creationId xmlns:a16="http://schemas.microsoft.com/office/drawing/2014/main" id="{D52B950D-5D12-ABC7-0ECF-7452CDC50313}"/>
              </a:ext>
            </a:extLst>
          </p:cNvPr>
          <p:cNvGrpSpPr/>
          <p:nvPr/>
        </p:nvGrpSpPr>
        <p:grpSpPr>
          <a:xfrm>
            <a:off x="10347964" y="1592122"/>
            <a:ext cx="1239218" cy="559779"/>
            <a:chOff x="10046983" y="1592122"/>
            <a:chExt cx="1239218" cy="559779"/>
          </a:xfrm>
        </p:grpSpPr>
        <p:sp>
          <p:nvSpPr>
            <p:cNvPr id="140" name="Полилиния: фигура 139">
              <a:extLst>
                <a:ext uri="{FF2B5EF4-FFF2-40B4-BE49-F238E27FC236}">
                  <a16:creationId xmlns:a16="http://schemas.microsoft.com/office/drawing/2014/main" id="{E4930965-3AF5-5E38-5A68-B8BD9BCFEEFA}"/>
                </a:ext>
              </a:extLst>
            </p:cNvPr>
            <p:cNvSpPr/>
            <p:nvPr/>
          </p:nvSpPr>
          <p:spPr>
            <a:xfrm>
              <a:off x="10046983" y="1713038"/>
              <a:ext cx="13077" cy="48910"/>
            </a:xfrm>
            <a:custGeom>
              <a:avLst/>
              <a:gdLst>
                <a:gd name="connsiteX0" fmla="*/ 0 w 13077"/>
                <a:gd name="connsiteY0" fmla="*/ 0 h 48910"/>
                <a:gd name="connsiteX1" fmla="*/ 0 w 13077"/>
                <a:gd name="connsiteY1" fmla="*/ 48910 h 48910"/>
              </a:gdLst>
              <a:ahLst/>
              <a:cxnLst>
                <a:cxn ang="0">
                  <a:pos x="connsiteX0" y="connsiteY0"/>
                </a:cxn>
                <a:cxn ang="0">
                  <a:pos x="connsiteX1" y="connsiteY1"/>
                </a:cxn>
              </a:cxnLst>
              <a:rect l="l" t="t" r="r" b="b"/>
              <a:pathLst>
                <a:path w="13077" h="48910">
                  <a:moveTo>
                    <a:pt x="0" y="0"/>
                  </a:moveTo>
                  <a:lnTo>
                    <a:pt x="0" y="48910"/>
                  </a:lnTo>
                </a:path>
              </a:pathLst>
            </a:custGeom>
            <a:ln w="3921" cap="flat">
              <a:solidFill>
                <a:srgbClr val="9C9C9C"/>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1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72" name="TextBox 171">
              <a:extLst>
                <a:ext uri="{FF2B5EF4-FFF2-40B4-BE49-F238E27FC236}">
                  <a16:creationId xmlns:a16="http://schemas.microsoft.com/office/drawing/2014/main" id="{012755EF-5191-66EC-DBF7-FFE3CAC5A9F6}"/>
                </a:ext>
              </a:extLst>
            </p:cNvPr>
            <p:cNvSpPr txBox="1"/>
            <p:nvPr/>
          </p:nvSpPr>
          <p:spPr>
            <a:xfrm>
              <a:off x="10099658" y="1592122"/>
              <a:ext cx="1077539"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1200" cap="none" spc="0" normalizeH="0" baseline="0" noProof="0">
                  <a:ln/>
                  <a:solidFill>
                    <a:srgbClr val="265374"/>
                  </a:solidFill>
                  <a:effectLst/>
                  <a:uLnTx/>
                  <a:uFillTx/>
                  <a:latin typeface="Verdana" panose="020B0604030504040204" pitchFamily="34" charset="0"/>
                  <a:ea typeface="Verdana" panose="020B0604030504040204" pitchFamily="34" charset="0"/>
                  <a:cs typeface="+mn-cs"/>
                  <a:sym typeface="Verdana"/>
                  <a:rtl val="0"/>
                </a:rPr>
                <a:t>Количество </a:t>
              </a:r>
            </a:p>
          </p:txBody>
        </p:sp>
        <p:sp>
          <p:nvSpPr>
            <p:cNvPr id="173" name="TextBox 172">
              <a:extLst>
                <a:ext uri="{FF2B5EF4-FFF2-40B4-BE49-F238E27FC236}">
                  <a16:creationId xmlns:a16="http://schemas.microsoft.com/office/drawing/2014/main" id="{9BCE7526-3EFB-E789-DA6E-9B9D15DEBEC3}"/>
                </a:ext>
              </a:extLst>
            </p:cNvPr>
            <p:cNvSpPr txBox="1"/>
            <p:nvPr/>
          </p:nvSpPr>
          <p:spPr>
            <a:xfrm>
              <a:off x="10099658" y="1741206"/>
              <a:ext cx="1186543"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1200" cap="none" spc="0" normalizeH="0" baseline="0" noProof="0">
                  <a:ln/>
                  <a:solidFill>
                    <a:srgbClr val="265374"/>
                  </a:solidFill>
                  <a:effectLst/>
                  <a:uLnTx/>
                  <a:uFillTx/>
                  <a:latin typeface="Verdana" panose="020B0604030504040204" pitchFamily="34" charset="0"/>
                  <a:ea typeface="Verdana" panose="020B0604030504040204" pitchFamily="34" charset="0"/>
                  <a:cs typeface="+mn-cs"/>
                  <a:sym typeface="Verdana"/>
                  <a:rtl val="0"/>
                </a:rPr>
                <a:t>смертельных </a:t>
              </a:r>
            </a:p>
          </p:txBody>
        </p:sp>
        <p:sp>
          <p:nvSpPr>
            <p:cNvPr id="174" name="TextBox 173">
              <a:extLst>
                <a:ext uri="{FF2B5EF4-FFF2-40B4-BE49-F238E27FC236}">
                  <a16:creationId xmlns:a16="http://schemas.microsoft.com/office/drawing/2014/main" id="{D693E7EE-E3C4-AA24-9C77-7DAC33C13E1F}"/>
                </a:ext>
              </a:extLst>
            </p:cNvPr>
            <p:cNvSpPr txBox="1"/>
            <p:nvPr/>
          </p:nvSpPr>
          <p:spPr>
            <a:xfrm>
              <a:off x="10099658" y="1890291"/>
              <a:ext cx="1144865"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1200" cap="none" spc="0" normalizeH="0" baseline="0" noProof="0">
                  <a:ln/>
                  <a:solidFill>
                    <a:srgbClr val="265374"/>
                  </a:solidFill>
                  <a:effectLst/>
                  <a:uLnTx/>
                  <a:uFillTx/>
                  <a:latin typeface="Verdana" panose="020B0604030504040204" pitchFamily="34" charset="0"/>
                  <a:ea typeface="Verdana" panose="020B0604030504040204" pitchFamily="34" charset="0"/>
                  <a:cs typeface="+mn-cs"/>
                  <a:sym typeface="Verdana"/>
                  <a:rtl val="0"/>
                </a:rPr>
                <a:t>случаев, млн</a:t>
              </a:r>
            </a:p>
          </p:txBody>
        </p:sp>
      </p:grpSp>
      <p:grpSp>
        <p:nvGrpSpPr>
          <p:cNvPr id="194" name="Группа 193">
            <a:extLst>
              <a:ext uri="{FF2B5EF4-FFF2-40B4-BE49-F238E27FC236}">
                <a16:creationId xmlns:a16="http://schemas.microsoft.com/office/drawing/2014/main" id="{232A7347-BE38-C903-2164-6D418276867D}"/>
              </a:ext>
            </a:extLst>
          </p:cNvPr>
          <p:cNvGrpSpPr/>
          <p:nvPr/>
        </p:nvGrpSpPr>
        <p:grpSpPr>
          <a:xfrm>
            <a:off x="8476841" y="3150405"/>
            <a:ext cx="2730581" cy="1407886"/>
            <a:chOff x="7793790" y="3796671"/>
            <a:chExt cx="2730581" cy="1407886"/>
          </a:xfrm>
        </p:grpSpPr>
        <p:sp>
          <p:nvSpPr>
            <p:cNvPr id="169" name="Полилиния: фигура 168">
              <a:extLst>
                <a:ext uri="{FF2B5EF4-FFF2-40B4-BE49-F238E27FC236}">
                  <a16:creationId xmlns:a16="http://schemas.microsoft.com/office/drawing/2014/main" id="{8694B943-38F8-9FA5-080B-376667BB2717}"/>
                </a:ext>
              </a:extLst>
            </p:cNvPr>
            <p:cNvSpPr/>
            <p:nvPr/>
          </p:nvSpPr>
          <p:spPr>
            <a:xfrm>
              <a:off x="7892973" y="4756065"/>
              <a:ext cx="220749" cy="118483"/>
            </a:xfrm>
            <a:custGeom>
              <a:avLst/>
              <a:gdLst>
                <a:gd name="connsiteX0" fmla="*/ 0 w 220749"/>
                <a:gd name="connsiteY0" fmla="*/ 0 h 118483"/>
                <a:gd name="connsiteX1" fmla="*/ 220750 w 220749"/>
                <a:gd name="connsiteY1" fmla="*/ 0 h 118483"/>
                <a:gd name="connsiteX2" fmla="*/ 220750 w 220749"/>
                <a:gd name="connsiteY2" fmla="*/ 118483 h 118483"/>
                <a:gd name="connsiteX3" fmla="*/ 0 w 220749"/>
                <a:gd name="connsiteY3" fmla="*/ 118483 h 118483"/>
              </a:gdLst>
              <a:ahLst/>
              <a:cxnLst>
                <a:cxn ang="0">
                  <a:pos x="connsiteX0" y="connsiteY0"/>
                </a:cxn>
                <a:cxn ang="0">
                  <a:pos x="connsiteX1" y="connsiteY1"/>
                </a:cxn>
                <a:cxn ang="0">
                  <a:pos x="connsiteX2" y="connsiteY2"/>
                </a:cxn>
                <a:cxn ang="0">
                  <a:pos x="connsiteX3" y="connsiteY3"/>
                </a:cxn>
              </a:cxnLst>
              <a:rect l="l" t="t" r="r" b="b"/>
              <a:pathLst>
                <a:path w="220749" h="118483">
                  <a:moveTo>
                    <a:pt x="0" y="0"/>
                  </a:moveTo>
                  <a:lnTo>
                    <a:pt x="220750" y="0"/>
                  </a:lnTo>
                  <a:lnTo>
                    <a:pt x="220750" y="118483"/>
                  </a:lnTo>
                  <a:lnTo>
                    <a:pt x="0" y="118483"/>
                  </a:lnTo>
                  <a:close/>
                </a:path>
              </a:pathLst>
            </a:custGeom>
            <a:solidFill>
              <a:srgbClr val="3B89C9"/>
            </a:solidFill>
            <a:ln w="130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70" name="Полилиния: фигура 169">
              <a:extLst>
                <a:ext uri="{FF2B5EF4-FFF2-40B4-BE49-F238E27FC236}">
                  <a16:creationId xmlns:a16="http://schemas.microsoft.com/office/drawing/2014/main" id="{DEEC4952-39F5-425F-4577-578A40A51037}"/>
                </a:ext>
              </a:extLst>
            </p:cNvPr>
            <p:cNvSpPr/>
            <p:nvPr/>
          </p:nvSpPr>
          <p:spPr>
            <a:xfrm>
              <a:off x="7892973" y="4242115"/>
              <a:ext cx="220749" cy="118483"/>
            </a:xfrm>
            <a:custGeom>
              <a:avLst/>
              <a:gdLst>
                <a:gd name="connsiteX0" fmla="*/ 0 w 220749"/>
                <a:gd name="connsiteY0" fmla="*/ 0 h 118483"/>
                <a:gd name="connsiteX1" fmla="*/ 220750 w 220749"/>
                <a:gd name="connsiteY1" fmla="*/ 0 h 118483"/>
                <a:gd name="connsiteX2" fmla="*/ 220750 w 220749"/>
                <a:gd name="connsiteY2" fmla="*/ 118483 h 118483"/>
                <a:gd name="connsiteX3" fmla="*/ 0 w 220749"/>
                <a:gd name="connsiteY3" fmla="*/ 118483 h 118483"/>
              </a:gdLst>
              <a:ahLst/>
              <a:cxnLst>
                <a:cxn ang="0">
                  <a:pos x="connsiteX0" y="connsiteY0"/>
                </a:cxn>
                <a:cxn ang="0">
                  <a:pos x="connsiteX1" y="connsiteY1"/>
                </a:cxn>
                <a:cxn ang="0">
                  <a:pos x="connsiteX2" y="connsiteY2"/>
                </a:cxn>
                <a:cxn ang="0">
                  <a:pos x="connsiteX3" y="connsiteY3"/>
                </a:cxn>
              </a:cxnLst>
              <a:rect l="l" t="t" r="r" b="b"/>
              <a:pathLst>
                <a:path w="220749" h="118483">
                  <a:moveTo>
                    <a:pt x="0" y="0"/>
                  </a:moveTo>
                  <a:lnTo>
                    <a:pt x="220750" y="0"/>
                  </a:lnTo>
                  <a:lnTo>
                    <a:pt x="220750" y="118483"/>
                  </a:lnTo>
                  <a:lnTo>
                    <a:pt x="0" y="118483"/>
                  </a:lnTo>
                  <a:close/>
                </a:path>
              </a:pathLst>
            </a:custGeom>
            <a:solidFill>
              <a:srgbClr val="C90118"/>
            </a:solidFill>
            <a:ln w="130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71" name="Полилиния: фигура 170">
              <a:extLst>
                <a:ext uri="{FF2B5EF4-FFF2-40B4-BE49-F238E27FC236}">
                  <a16:creationId xmlns:a16="http://schemas.microsoft.com/office/drawing/2014/main" id="{66B66E7D-E43B-DB2A-E4B9-1CEB67022A99}"/>
                </a:ext>
              </a:extLst>
            </p:cNvPr>
            <p:cNvSpPr/>
            <p:nvPr/>
          </p:nvSpPr>
          <p:spPr>
            <a:xfrm>
              <a:off x="7892973" y="5035141"/>
              <a:ext cx="220749" cy="118483"/>
            </a:xfrm>
            <a:custGeom>
              <a:avLst/>
              <a:gdLst>
                <a:gd name="connsiteX0" fmla="*/ 0 w 220749"/>
                <a:gd name="connsiteY0" fmla="*/ 0 h 118483"/>
                <a:gd name="connsiteX1" fmla="*/ 220750 w 220749"/>
                <a:gd name="connsiteY1" fmla="*/ 0 h 118483"/>
                <a:gd name="connsiteX2" fmla="*/ 220750 w 220749"/>
                <a:gd name="connsiteY2" fmla="*/ 118483 h 118483"/>
                <a:gd name="connsiteX3" fmla="*/ 0 w 220749"/>
                <a:gd name="connsiteY3" fmla="*/ 118483 h 118483"/>
              </a:gdLst>
              <a:ahLst/>
              <a:cxnLst>
                <a:cxn ang="0">
                  <a:pos x="connsiteX0" y="connsiteY0"/>
                </a:cxn>
                <a:cxn ang="0">
                  <a:pos x="connsiteX1" y="connsiteY1"/>
                </a:cxn>
                <a:cxn ang="0">
                  <a:pos x="connsiteX2" y="connsiteY2"/>
                </a:cxn>
                <a:cxn ang="0">
                  <a:pos x="connsiteX3" y="connsiteY3"/>
                </a:cxn>
              </a:cxnLst>
              <a:rect l="l" t="t" r="r" b="b"/>
              <a:pathLst>
                <a:path w="220749" h="118483">
                  <a:moveTo>
                    <a:pt x="0" y="0"/>
                  </a:moveTo>
                  <a:lnTo>
                    <a:pt x="220750" y="0"/>
                  </a:lnTo>
                  <a:lnTo>
                    <a:pt x="220750" y="118483"/>
                  </a:lnTo>
                  <a:lnTo>
                    <a:pt x="0" y="118483"/>
                  </a:lnTo>
                  <a:close/>
                </a:path>
              </a:pathLst>
            </a:custGeom>
            <a:solidFill>
              <a:srgbClr val="898989"/>
            </a:solidFill>
            <a:ln w="130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75" name="TextBox 174">
              <a:extLst>
                <a:ext uri="{FF2B5EF4-FFF2-40B4-BE49-F238E27FC236}">
                  <a16:creationId xmlns:a16="http://schemas.microsoft.com/office/drawing/2014/main" id="{002BC042-6EDC-466A-2326-4CCEACFF8525}"/>
                </a:ext>
              </a:extLst>
            </p:cNvPr>
            <p:cNvSpPr txBox="1"/>
            <p:nvPr/>
          </p:nvSpPr>
          <p:spPr>
            <a:xfrm>
              <a:off x="7793790" y="3796671"/>
              <a:ext cx="1747594" cy="31425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442" b="0" i="0" u="none" strike="noStrike" kern="1200" cap="none" spc="0" normalizeH="0" baseline="0" noProof="0" dirty="0">
                  <a:ln/>
                  <a:solidFill>
                    <a:srgbClr val="265374"/>
                  </a:solidFill>
                  <a:effectLst/>
                  <a:uLnTx/>
                  <a:uFillTx/>
                  <a:latin typeface="Verdana" panose="020B0604030504040204" pitchFamily="34" charset="0"/>
                  <a:ea typeface="Verdana" panose="020B0604030504040204" pitchFamily="34" charset="0"/>
                  <a:cs typeface="+mn-cs"/>
                  <a:sym typeface="Verdana"/>
                  <a:rtl val="0"/>
                </a:rPr>
                <a:t>Причина смерти</a:t>
              </a:r>
            </a:p>
          </p:txBody>
        </p:sp>
        <p:sp>
          <p:nvSpPr>
            <p:cNvPr id="176" name="TextBox 175">
              <a:extLst>
                <a:ext uri="{FF2B5EF4-FFF2-40B4-BE49-F238E27FC236}">
                  <a16:creationId xmlns:a16="http://schemas.microsoft.com/office/drawing/2014/main" id="{BCAF0874-3C14-73AF-55F0-4B26B1A8187B}"/>
                </a:ext>
              </a:extLst>
            </p:cNvPr>
            <p:cNvSpPr txBox="1"/>
            <p:nvPr/>
          </p:nvSpPr>
          <p:spPr>
            <a:xfrm>
              <a:off x="8121149" y="4714530"/>
              <a:ext cx="2324675" cy="25083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30" b="0" i="0" u="none" strike="noStrike" kern="1200" cap="none" spc="0" normalizeH="0" baseline="0" noProof="0" dirty="0">
                  <a:ln/>
                  <a:solidFill>
                    <a:srgbClr val="265374"/>
                  </a:solidFill>
                  <a:effectLst/>
                  <a:uLnTx/>
                  <a:uFillTx/>
                  <a:latin typeface="Verdana" panose="020B0604030504040204" pitchFamily="34" charset="0"/>
                  <a:ea typeface="Verdana" panose="020B0604030504040204" pitchFamily="34" charset="0"/>
                  <a:cs typeface="+mn-cs"/>
                  <a:sym typeface="Verdana"/>
                  <a:rtl val="0"/>
                </a:rPr>
                <a:t>Неинфекционные заболевания</a:t>
              </a:r>
            </a:p>
          </p:txBody>
        </p:sp>
        <p:sp>
          <p:nvSpPr>
            <p:cNvPr id="177" name="TextBox 176">
              <a:extLst>
                <a:ext uri="{FF2B5EF4-FFF2-40B4-BE49-F238E27FC236}">
                  <a16:creationId xmlns:a16="http://schemas.microsoft.com/office/drawing/2014/main" id="{13FC74E0-51DD-78E3-E798-F1E9A1A9FD28}"/>
                </a:ext>
              </a:extLst>
            </p:cNvPr>
            <p:cNvSpPr txBox="1"/>
            <p:nvPr/>
          </p:nvSpPr>
          <p:spPr>
            <a:xfrm>
              <a:off x="8121149" y="4953719"/>
              <a:ext cx="700833" cy="25083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30" b="0" i="0" u="none" strike="noStrike" kern="1200" cap="none" spc="0" normalizeH="0" baseline="0" noProof="0" dirty="0">
                  <a:ln/>
                  <a:solidFill>
                    <a:srgbClr val="265374"/>
                  </a:solidFill>
                  <a:effectLst/>
                  <a:uLnTx/>
                  <a:uFillTx/>
                  <a:latin typeface="Verdana" panose="020B0604030504040204" pitchFamily="34" charset="0"/>
                  <a:ea typeface="Verdana" panose="020B0604030504040204" pitchFamily="34" charset="0"/>
                  <a:cs typeface="+mn-cs"/>
                  <a:sym typeface="Verdana"/>
                  <a:rtl val="0"/>
                </a:rPr>
                <a:t>Травмы</a:t>
              </a:r>
            </a:p>
          </p:txBody>
        </p:sp>
        <p:sp>
          <p:nvSpPr>
            <p:cNvPr id="178" name="TextBox 177">
              <a:extLst>
                <a:ext uri="{FF2B5EF4-FFF2-40B4-BE49-F238E27FC236}">
                  <a16:creationId xmlns:a16="http://schemas.microsoft.com/office/drawing/2014/main" id="{8C4775D7-2FF3-F785-13C5-D86EE19EDD37}"/>
                </a:ext>
              </a:extLst>
            </p:cNvPr>
            <p:cNvSpPr txBox="1"/>
            <p:nvPr/>
          </p:nvSpPr>
          <p:spPr>
            <a:xfrm>
              <a:off x="8121149" y="4145785"/>
              <a:ext cx="2260555" cy="25083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30" b="0" i="0" u="none" strike="noStrike" kern="1200" cap="none" spc="0" normalizeH="0" baseline="0" noProof="0" dirty="0">
                  <a:ln/>
                  <a:solidFill>
                    <a:srgbClr val="265374"/>
                  </a:solidFill>
                  <a:effectLst/>
                  <a:uLnTx/>
                  <a:uFillTx/>
                  <a:latin typeface="Verdana" panose="020B0604030504040204" pitchFamily="34" charset="0"/>
                  <a:ea typeface="Verdana" panose="020B0604030504040204" pitchFamily="34" charset="0"/>
                  <a:cs typeface="+mn-cs"/>
                  <a:sym typeface="Verdana"/>
                  <a:rtl val="0"/>
                </a:rPr>
                <a:t>Инфекционные, материнские,</a:t>
              </a:r>
            </a:p>
          </p:txBody>
        </p:sp>
        <p:sp>
          <p:nvSpPr>
            <p:cNvPr id="179" name="TextBox 178">
              <a:extLst>
                <a:ext uri="{FF2B5EF4-FFF2-40B4-BE49-F238E27FC236}">
                  <a16:creationId xmlns:a16="http://schemas.microsoft.com/office/drawing/2014/main" id="{5DF58612-9AED-CF29-07C4-B40DED4E1213}"/>
                </a:ext>
              </a:extLst>
            </p:cNvPr>
            <p:cNvSpPr txBox="1"/>
            <p:nvPr/>
          </p:nvSpPr>
          <p:spPr>
            <a:xfrm>
              <a:off x="8121149" y="4302716"/>
              <a:ext cx="2403222" cy="25083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30" b="0" i="0" u="none" strike="noStrike" kern="1200" cap="none" spc="0" normalizeH="0" baseline="0" noProof="0">
                  <a:ln/>
                  <a:solidFill>
                    <a:srgbClr val="265374"/>
                  </a:solidFill>
                  <a:effectLst/>
                  <a:uLnTx/>
                  <a:uFillTx/>
                  <a:latin typeface="Verdana" panose="020B0604030504040204" pitchFamily="34" charset="0"/>
                  <a:ea typeface="Verdana" panose="020B0604030504040204" pitchFamily="34" charset="0"/>
                  <a:cs typeface="+mn-cs"/>
                  <a:sym typeface="Verdana"/>
                  <a:rtl val="0"/>
                </a:rPr>
                <a:t>неонатальные и обусловленные</a:t>
              </a:r>
            </a:p>
          </p:txBody>
        </p:sp>
        <p:sp>
          <p:nvSpPr>
            <p:cNvPr id="180" name="TextBox 179">
              <a:extLst>
                <a:ext uri="{FF2B5EF4-FFF2-40B4-BE49-F238E27FC236}">
                  <a16:creationId xmlns:a16="http://schemas.microsoft.com/office/drawing/2014/main" id="{161D1E56-7259-D4DC-1057-1F419FD2B134}"/>
                </a:ext>
              </a:extLst>
            </p:cNvPr>
            <p:cNvSpPr txBox="1"/>
            <p:nvPr/>
          </p:nvSpPr>
          <p:spPr>
            <a:xfrm>
              <a:off x="8121149" y="4459647"/>
              <a:ext cx="2194832" cy="25083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30" b="0" i="0" u="none" strike="noStrike" kern="1200" cap="none" spc="0" normalizeH="0" baseline="0" noProof="0" dirty="0">
                  <a:ln/>
                  <a:solidFill>
                    <a:srgbClr val="265374"/>
                  </a:solidFill>
                  <a:effectLst/>
                  <a:uLnTx/>
                  <a:uFillTx/>
                  <a:latin typeface="Verdana" panose="020B0604030504040204" pitchFamily="34" charset="0"/>
                  <a:ea typeface="Verdana" panose="020B0604030504040204" pitchFamily="34" charset="0"/>
                  <a:cs typeface="+mn-cs"/>
                  <a:sym typeface="Verdana"/>
                  <a:rtl val="0"/>
                </a:rPr>
                <a:t>характером питания болезни</a:t>
              </a:r>
            </a:p>
          </p:txBody>
        </p:sp>
      </p:grpSp>
      <p:sp>
        <p:nvSpPr>
          <p:cNvPr id="181" name="Прямоугольник 180">
            <a:extLst>
              <a:ext uri="{FF2B5EF4-FFF2-40B4-BE49-F238E27FC236}">
                <a16:creationId xmlns:a16="http://schemas.microsoft.com/office/drawing/2014/main" id="{EEB5877C-1095-564C-AC7D-C3720D13844D}"/>
              </a:ext>
            </a:extLst>
          </p:cNvPr>
          <p:cNvSpPr/>
          <p:nvPr/>
        </p:nvSpPr>
        <p:spPr>
          <a:xfrm>
            <a:off x="5724211" y="5067400"/>
            <a:ext cx="4698537" cy="26161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Десять ведущих причин смерти в мире</a:t>
            </a:r>
            <a:r>
              <a:rPr kumimoji="0" lang="ru-RU" sz="1100" b="0" i="0" u="none" strike="noStrike" kern="1200" cap="none" spc="0" normalizeH="0" baseline="30000" noProof="0" dirty="0">
                <a:ln>
                  <a:noFill/>
                </a:ln>
                <a:solidFill>
                  <a:srgbClr val="265374"/>
                </a:solidFill>
                <a:effectLst/>
                <a:uLnTx/>
                <a:uFillTx/>
                <a:latin typeface="Verdana" panose="020B0604030504040204" pitchFamily="34" charset="0"/>
                <a:ea typeface="Verdana" panose="020B0604030504040204" pitchFamily="34" charset="0"/>
                <a:cs typeface="+mn-cs"/>
              </a:rPr>
              <a:t>2 </a:t>
            </a:r>
          </a:p>
        </p:txBody>
      </p:sp>
      <p:grpSp>
        <p:nvGrpSpPr>
          <p:cNvPr id="189" name="Группа 188">
            <a:extLst>
              <a:ext uri="{FF2B5EF4-FFF2-40B4-BE49-F238E27FC236}">
                <a16:creationId xmlns:a16="http://schemas.microsoft.com/office/drawing/2014/main" id="{AA867548-B7E5-3877-3E64-F4D308B90D59}"/>
              </a:ext>
            </a:extLst>
          </p:cNvPr>
          <p:cNvGrpSpPr/>
          <p:nvPr/>
        </p:nvGrpSpPr>
        <p:grpSpPr>
          <a:xfrm>
            <a:off x="1012872" y="5598780"/>
            <a:ext cx="10855927" cy="600555"/>
            <a:chOff x="8347150" y="2260486"/>
            <a:chExt cx="10855927" cy="600555"/>
          </a:xfrm>
        </p:grpSpPr>
        <p:sp>
          <p:nvSpPr>
            <p:cNvPr id="190" name="Rectangle 4">
              <a:extLst>
                <a:ext uri="{FF2B5EF4-FFF2-40B4-BE49-F238E27FC236}">
                  <a16:creationId xmlns:a16="http://schemas.microsoft.com/office/drawing/2014/main" id="{FDA92A96-AE38-ACFB-6AF7-0EC9DEACF5AC}"/>
                </a:ext>
              </a:extLst>
            </p:cNvPr>
            <p:cNvSpPr>
              <a:spLocks noChangeArrowheads="1"/>
            </p:cNvSpPr>
            <p:nvPr/>
          </p:nvSpPr>
          <p:spPr bwMode="auto">
            <a:xfrm>
              <a:off x="8534349" y="2260486"/>
              <a:ext cx="10668728" cy="600555"/>
            </a:xfrm>
            <a:prstGeom prst="rect">
              <a:avLst/>
            </a:prstGeom>
            <a:noFill/>
            <a:ln w="3175">
              <a:noFill/>
              <a:miter lim="800000"/>
              <a:headEnd/>
              <a:tailEnd/>
            </a:ln>
          </p:spPr>
          <p:txBody>
            <a:bodyPr wrap="square">
              <a:noAutofit/>
            </a:bodyPr>
            <a:lstStyle>
              <a:lvl1pPr>
                <a:spcBef>
                  <a:spcPts val="1200"/>
                </a:spcBef>
                <a:buFont typeface="Wingdings" panose="05000000000000000000" pitchFamily="2" charset="2"/>
                <a:buChar char="§"/>
                <a:defRPr>
                  <a:solidFill>
                    <a:schemeClr val="tx1"/>
                  </a:solidFill>
                  <a:latin typeface="Arial" panose="020B0604020202020204" pitchFamily="34" charset="0"/>
                  <a:ea typeface="ＭＳ Ｐゴシック" panose="020B0600070205080204" pitchFamily="34" charset="-128"/>
                </a:defRPr>
              </a:lvl1pPr>
              <a:lvl2pPr marL="742950" indent="-285750">
                <a:spcBef>
                  <a:spcPts val="800"/>
                </a:spcBef>
                <a:buFont typeface="Arial" panose="020B0604020202020204" pitchFamily="34" charset="0"/>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ts val="400"/>
                </a:spcBef>
                <a:buFont typeface="Arial" panose="020B0604020202020204" pitchFamily="34" charset="0"/>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ts val="400"/>
                </a:spcBef>
                <a:buFont typeface="Arial" panose="020B0604020202020204" pitchFamily="34" charset="0"/>
                <a:buChar char="•"/>
                <a:defRPr sz="1400">
                  <a:solidFill>
                    <a:schemeClr val="tx1"/>
                  </a:solidFill>
                  <a:latin typeface="Arial" panose="020B0604020202020204" pitchFamily="34" charset="0"/>
                  <a:ea typeface="ＭＳ Ｐゴシック" panose="020B0600070205080204" pitchFamily="34" charset="-128"/>
                </a:defRPr>
              </a:lvl4pPr>
              <a:lvl5pPr marL="2057400" indent="-228600">
                <a:spcBef>
                  <a:spcPts val="400"/>
                </a:spcBef>
                <a:buFont typeface="Arial" panose="020B0604020202020204" pitchFamily="34" charset="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ts val="400"/>
                </a:spcBef>
                <a:spcAft>
                  <a:spcPct val="0"/>
                </a:spcAft>
                <a:buFont typeface="Arial" panose="020B0604020202020204" pitchFamily="34" charset="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ts val="400"/>
                </a:spcBef>
                <a:spcAft>
                  <a:spcPct val="0"/>
                </a:spcAft>
                <a:buFont typeface="Arial" panose="020B0604020202020204" pitchFamily="34" charset="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ts val="400"/>
                </a:spcBef>
                <a:spcAft>
                  <a:spcPct val="0"/>
                </a:spcAft>
                <a:buFont typeface="Arial" panose="020B0604020202020204" pitchFamily="34" charset="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ts val="400"/>
                </a:spcBef>
                <a:spcAft>
                  <a:spcPct val="0"/>
                </a:spcAft>
                <a:buFont typeface="Arial" panose="020B0604020202020204" pitchFamily="34" charset="0"/>
                <a:buChar char="•"/>
                <a:defRPr sz="1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ru-RU" altLang="en-US" sz="1500" b="1" i="0" u="none" strike="noStrike" kern="1200" cap="none" spc="0" normalizeH="0" baseline="0" noProof="0" dirty="0">
                  <a:ln>
                    <a:noFill/>
                  </a:ln>
                  <a:solidFill>
                    <a:srgbClr val="EC736A"/>
                  </a:solidFill>
                  <a:effectLst/>
                  <a:uLnTx/>
                  <a:uFillTx/>
                  <a:latin typeface="Verdana" panose="020B0604030504040204" pitchFamily="34" charset="0"/>
                  <a:ea typeface="Verdana" panose="020B0604030504040204" pitchFamily="34" charset="0"/>
                  <a:cs typeface="+mn-cs"/>
                </a:rPr>
                <a:t>На долю ИБС приходится более </a:t>
              </a:r>
              <a:r>
                <a:rPr kumimoji="0" lang="ru-RU" altLang="en-US" sz="1500" b="1" i="0" u="none" strike="noStrike" kern="1200" cap="none" spc="0" normalizeH="0" baseline="0" noProof="0" dirty="0" err="1">
                  <a:ln>
                    <a:noFill/>
                  </a:ln>
                  <a:solidFill>
                    <a:srgbClr val="EC736A"/>
                  </a:solidFill>
                  <a:effectLst/>
                  <a:uLnTx/>
                  <a:uFillTx/>
                  <a:latin typeface="Verdana" panose="020B0604030504040204" pitchFamily="34" charset="0"/>
                  <a:ea typeface="Verdana" panose="020B0604030504040204" pitchFamily="34" charset="0"/>
                  <a:cs typeface="+mn-cs"/>
                </a:rPr>
                <a:t>более</a:t>
              </a:r>
              <a:r>
                <a:rPr kumimoji="0" lang="ru-RU" altLang="en-US" sz="1500" b="1" i="0" u="none" strike="noStrike" kern="1200" cap="none" spc="0" normalizeH="0" baseline="0" noProof="0" dirty="0">
                  <a:ln>
                    <a:noFill/>
                  </a:ln>
                  <a:solidFill>
                    <a:srgbClr val="EC736A"/>
                  </a:solidFill>
                  <a:effectLst/>
                  <a:uLnTx/>
                  <a:uFillTx/>
                  <a:latin typeface="Verdana" panose="020B0604030504040204" pitchFamily="34" charset="0"/>
                  <a:ea typeface="Verdana" panose="020B0604030504040204" pitchFamily="34" charset="0"/>
                  <a:cs typeface="+mn-cs"/>
                </a:rPr>
                <a:t> 9 млн. смертельных случаев в год. </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ru-RU" altLang="en-US" sz="1500" b="1" i="0" u="none" strike="noStrike" kern="1200" cap="none" spc="0" normalizeH="0" baseline="0" noProof="0" dirty="0">
                  <a:ln>
                    <a:noFill/>
                  </a:ln>
                  <a:solidFill>
                    <a:srgbClr val="EC736A"/>
                  </a:solidFill>
                  <a:effectLst/>
                  <a:uLnTx/>
                  <a:uFillTx/>
                  <a:latin typeface="Verdana" panose="020B0604030504040204" pitchFamily="34" charset="0"/>
                  <a:ea typeface="Verdana" panose="020B0604030504040204" pitchFamily="34" charset="0"/>
                  <a:cs typeface="+mn-cs"/>
                </a:rPr>
                <a:t>Доля в структуре общей смертности – около 45%</a:t>
              </a:r>
              <a:r>
                <a:rPr kumimoji="0" lang="ru-RU" altLang="en-US" sz="1500" b="0" i="0" u="none" strike="noStrike" kern="1200" cap="none" spc="0" normalizeH="0" baseline="30000" noProof="0" dirty="0">
                  <a:ln>
                    <a:noFill/>
                  </a:ln>
                  <a:solidFill>
                    <a:srgbClr val="EC736A"/>
                  </a:solidFill>
                  <a:effectLst/>
                  <a:uLnTx/>
                  <a:uFillTx/>
                  <a:latin typeface="Verdana" panose="020B0604030504040204" pitchFamily="34" charset="0"/>
                  <a:ea typeface="Verdana" panose="020B0604030504040204" pitchFamily="34" charset="0"/>
                  <a:cs typeface="+mn-cs"/>
                </a:rPr>
                <a:t>1</a:t>
              </a:r>
              <a:r>
                <a:rPr kumimoji="0" lang="ru-RU" altLang="en-US" sz="1500" b="1" i="0" u="none" strike="noStrike" kern="1200" cap="none" spc="0" normalizeH="0" baseline="0" noProof="0" dirty="0">
                  <a:ln>
                    <a:noFill/>
                  </a:ln>
                  <a:solidFill>
                    <a:srgbClr val="EC736A"/>
                  </a:solidFill>
                  <a:effectLst/>
                  <a:uLnTx/>
                  <a:uFillTx/>
                  <a:latin typeface="Verdana" panose="020B0604030504040204" pitchFamily="34" charset="0"/>
                  <a:ea typeface="Verdana" panose="020B0604030504040204" pitchFamily="34" charset="0"/>
                  <a:cs typeface="+mn-cs"/>
                </a:rPr>
                <a:t> </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kumimoji="0" lang="ru-RU" altLang="en-US" sz="1500" b="1" i="0" u="none" strike="noStrike" kern="1200" cap="none" spc="0" normalizeH="0" baseline="0" noProof="0" dirty="0">
                <a:ln>
                  <a:noFill/>
                </a:ln>
                <a:solidFill>
                  <a:srgbClr val="EC736A"/>
                </a:solidFill>
                <a:effectLst/>
                <a:uLnTx/>
                <a:uFillTx/>
                <a:latin typeface="Verdana" panose="020B0604030504040204" pitchFamily="34" charset="0"/>
                <a:ea typeface="Verdana" panose="020B0604030504040204" pitchFamily="34" charset="0"/>
                <a:cs typeface="+mn-cs"/>
              </a:endParaRPr>
            </a:p>
          </p:txBody>
        </p:sp>
        <p:grpSp>
          <p:nvGrpSpPr>
            <p:cNvPr id="191" name="Группа 190">
              <a:extLst>
                <a:ext uri="{FF2B5EF4-FFF2-40B4-BE49-F238E27FC236}">
                  <a16:creationId xmlns:a16="http://schemas.microsoft.com/office/drawing/2014/main" id="{919C9663-8002-0DA1-2A5F-E742300BAF50}"/>
                </a:ext>
              </a:extLst>
            </p:cNvPr>
            <p:cNvGrpSpPr/>
            <p:nvPr/>
          </p:nvGrpSpPr>
          <p:grpSpPr>
            <a:xfrm>
              <a:off x="8347150" y="2350796"/>
              <a:ext cx="187199" cy="234000"/>
              <a:chOff x="8971099" y="4004777"/>
              <a:chExt cx="187199" cy="234000"/>
            </a:xfrm>
          </p:grpSpPr>
          <p:sp>
            <p:nvSpPr>
              <p:cNvPr id="192" name="[T2O] TextBox 29">
                <a:extLst>
                  <a:ext uri="{FF2B5EF4-FFF2-40B4-BE49-F238E27FC236}">
                    <a16:creationId xmlns:a16="http://schemas.microsoft.com/office/drawing/2014/main" id="{22CD96AD-88AB-0E37-9729-B7D93546DA94}"/>
                  </a:ext>
                </a:extLst>
              </p:cNvPr>
              <p:cNvSpPr/>
              <p:nvPr/>
            </p:nvSpPr>
            <p:spPr>
              <a:xfrm>
                <a:off x="8971099" y="4004777"/>
                <a:ext cx="95982" cy="234000"/>
              </a:xfrm>
              <a:custGeom>
                <a:avLst/>
                <a:gdLst/>
                <a:ahLst/>
                <a:cxnLst/>
                <a:rect l="l" t="t" r="r" b="b"/>
                <a:pathLst>
                  <a:path w="128811" h="128364">
                    <a:moveTo>
                      <a:pt x="0" y="0"/>
                    </a:moveTo>
                    <a:lnTo>
                      <a:pt x="128811" y="57262"/>
                    </a:lnTo>
                    <a:lnTo>
                      <a:pt x="128811" y="71103"/>
                    </a:lnTo>
                    <a:lnTo>
                      <a:pt x="0" y="128364"/>
                    </a:lnTo>
                    <a:lnTo>
                      <a:pt x="0" y="108273"/>
                    </a:lnTo>
                    <a:lnTo>
                      <a:pt x="101576" y="64182"/>
                    </a:lnTo>
                    <a:lnTo>
                      <a:pt x="0" y="20092"/>
                    </a:lnTo>
                    <a:close/>
                  </a:path>
                </a:pathLst>
              </a:custGeom>
              <a:solidFill>
                <a:srgbClr val="EC736A"/>
              </a:solidFill>
              <a:ln w="9525" cap="flat" cmpd="sng" algn="ctr">
                <a:noFill/>
                <a:prstDash val="solid"/>
                <a:miter lim="800000"/>
              </a:ln>
              <a:effectLst/>
              <a:extLst>
                <a:ext uri="{91240B29-F687-4F45-9708-019B960494DF}">
                  <a14:hiddenLine xmlns:a14="http://schemas.microsoft.com/office/drawing/2010/main" w="9525" cap="flat" cmpd="sng" algn="ctr">
                    <a:solidFill>
                      <a:schemeClr val="accent5"/>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E61E50"/>
                  </a:solidFill>
                  <a:effectLst/>
                  <a:uLnTx/>
                  <a:uFillTx/>
                  <a:latin typeface="Verdana" panose="020B0604030504040204" pitchFamily="34" charset="0"/>
                  <a:ea typeface="Verdana" panose="020B0604030504040204" pitchFamily="34" charset="0"/>
                  <a:cs typeface="+mn-cs"/>
                </a:endParaRPr>
              </a:p>
            </p:txBody>
          </p:sp>
          <p:sp>
            <p:nvSpPr>
              <p:cNvPr id="193" name="[T2O] TextBox 29">
                <a:extLst>
                  <a:ext uri="{FF2B5EF4-FFF2-40B4-BE49-F238E27FC236}">
                    <a16:creationId xmlns:a16="http://schemas.microsoft.com/office/drawing/2014/main" id="{89F0DF98-7B6D-9392-2069-1B8196A2E8A9}"/>
                  </a:ext>
                </a:extLst>
              </p:cNvPr>
              <p:cNvSpPr/>
              <p:nvPr/>
            </p:nvSpPr>
            <p:spPr>
              <a:xfrm>
                <a:off x="9062316" y="4004777"/>
                <a:ext cx="95982" cy="234000"/>
              </a:xfrm>
              <a:custGeom>
                <a:avLst/>
                <a:gdLst/>
                <a:ahLst/>
                <a:cxnLst/>
                <a:rect l="l" t="t" r="r" b="b"/>
                <a:pathLst>
                  <a:path w="128811" h="128364">
                    <a:moveTo>
                      <a:pt x="0" y="0"/>
                    </a:moveTo>
                    <a:lnTo>
                      <a:pt x="128811" y="57262"/>
                    </a:lnTo>
                    <a:lnTo>
                      <a:pt x="128811" y="71103"/>
                    </a:lnTo>
                    <a:lnTo>
                      <a:pt x="0" y="128364"/>
                    </a:lnTo>
                    <a:lnTo>
                      <a:pt x="0" y="108273"/>
                    </a:lnTo>
                    <a:lnTo>
                      <a:pt x="101576" y="64182"/>
                    </a:lnTo>
                    <a:lnTo>
                      <a:pt x="0" y="20092"/>
                    </a:lnTo>
                    <a:close/>
                  </a:path>
                </a:pathLst>
              </a:custGeom>
              <a:solidFill>
                <a:srgbClr val="EC736A"/>
              </a:solidFill>
              <a:ln w="9525" cap="flat" cmpd="sng" algn="ctr">
                <a:noFill/>
                <a:prstDash val="solid"/>
                <a:miter lim="800000"/>
              </a:ln>
              <a:effectLst/>
              <a:extLst>
                <a:ext uri="{91240B29-F687-4F45-9708-019B960494DF}">
                  <a14:hiddenLine xmlns:a14="http://schemas.microsoft.com/office/drawing/2010/main" w="9525" cap="flat" cmpd="sng" algn="ctr">
                    <a:solidFill>
                      <a:schemeClr val="accent5"/>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grpSp>
      </p:grpSp>
      <p:sp>
        <p:nvSpPr>
          <p:cNvPr id="198" name="Rectangle: Rounded Corners 6">
            <a:extLst>
              <a:ext uri="{FF2B5EF4-FFF2-40B4-BE49-F238E27FC236}">
                <a16:creationId xmlns:a16="http://schemas.microsoft.com/office/drawing/2014/main" id="{3C13A1E9-0B3F-DE0A-C473-7C1BA70AAA10}"/>
              </a:ext>
            </a:extLst>
          </p:cNvPr>
          <p:cNvSpPr/>
          <p:nvPr/>
        </p:nvSpPr>
        <p:spPr>
          <a:xfrm>
            <a:off x="1060863" y="1759515"/>
            <a:ext cx="9326697" cy="649172"/>
          </a:xfrm>
          <a:prstGeom prst="roundRect">
            <a:avLst>
              <a:gd name="adj" fmla="val 50000"/>
            </a:avLst>
          </a:prstGeom>
          <a:solidFill>
            <a:schemeClr val="bg2">
              <a:alpha val="12000"/>
            </a:schemeClr>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199" name="Rectangle: Rounded Corners 6">
            <a:extLst>
              <a:ext uri="{FF2B5EF4-FFF2-40B4-BE49-F238E27FC236}">
                <a16:creationId xmlns:a16="http://schemas.microsoft.com/office/drawing/2014/main" id="{A424BAB3-14A0-DE56-5BEF-DC7BD51FEE18}"/>
              </a:ext>
            </a:extLst>
          </p:cNvPr>
          <p:cNvSpPr/>
          <p:nvPr/>
        </p:nvSpPr>
        <p:spPr>
          <a:xfrm>
            <a:off x="4041236" y="3799526"/>
            <a:ext cx="2213001" cy="367461"/>
          </a:xfrm>
          <a:prstGeom prst="roundRect">
            <a:avLst>
              <a:gd name="adj" fmla="val 50000"/>
            </a:avLst>
          </a:prstGeom>
          <a:solidFill>
            <a:schemeClr val="bg2">
              <a:alpha val="12000"/>
            </a:schemeClr>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50" b="1"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6" name="Объект 6">
            <a:extLst>
              <a:ext uri="{FF2B5EF4-FFF2-40B4-BE49-F238E27FC236}">
                <a16:creationId xmlns:a16="http://schemas.microsoft.com/office/drawing/2014/main" id="{0C618467-FAC9-08C9-9FEA-D9CE3702D59B}"/>
              </a:ext>
            </a:extLst>
          </p:cNvPr>
          <p:cNvSpPr>
            <a:spLocks noGrp="1"/>
          </p:cNvSpPr>
          <p:nvPr>
            <p:ph idx="4294967295"/>
          </p:nvPr>
        </p:nvSpPr>
        <p:spPr>
          <a:xfrm>
            <a:off x="924971" y="6468690"/>
            <a:ext cx="6817393" cy="231353"/>
          </a:xfrm>
        </p:spPr>
        <p:txBody>
          <a:bodyPr>
            <a:noAutofit/>
          </a:bodyPr>
          <a:lstStyle/>
          <a:p>
            <a:pPr marL="0" indent="0">
              <a:buNone/>
            </a:pPr>
            <a:r>
              <a:rPr lang="ru-RU" sz="800" b="1" dirty="0">
                <a:solidFill>
                  <a:srgbClr val="323F48"/>
                </a:solidFill>
                <a:latin typeface="Calibri" panose="020F0502020204030204" pitchFamily="34" charset="0"/>
                <a:cs typeface="Calibri" panose="020F0502020204030204" pitchFamily="34" charset="0"/>
              </a:rPr>
              <a:t>1. </a:t>
            </a:r>
            <a:r>
              <a:rPr lang="ru-RU" sz="800" dirty="0">
                <a:solidFill>
                  <a:srgbClr val="323F48"/>
                </a:solidFill>
                <a:latin typeface="Calibri" panose="020F0502020204030204" pitchFamily="34" charset="0"/>
                <a:cs typeface="Calibri" panose="020F0502020204030204" pitchFamily="34" charset="0"/>
              </a:rPr>
              <a:t>Официальный сайт ВОЗ, </a:t>
            </a:r>
            <a:r>
              <a:rPr lang="en-US" sz="800" dirty="0">
                <a:solidFill>
                  <a:srgbClr val="323F48"/>
                </a:solidFill>
                <a:latin typeface="Calibri" panose="020F0502020204030204" pitchFamily="34" charset="0"/>
                <a:cs typeface="Calibri" panose="020F0502020204030204" pitchFamily="34" charset="0"/>
                <a:hlinkClick r:id="rId3"/>
              </a:rPr>
              <a:t>https://www.who.int/ru/news-room/fact-sheets/detail/the-top-10-causes-of-death/</a:t>
            </a:r>
            <a:r>
              <a:rPr lang="en-US" sz="800" dirty="0">
                <a:solidFill>
                  <a:srgbClr val="323F48"/>
                </a:solidFill>
                <a:latin typeface="Calibri" panose="020F0502020204030204" pitchFamily="34" charset="0"/>
                <a:cs typeface="Calibri" panose="020F0502020204030204" pitchFamily="34" charset="0"/>
              </a:rPr>
              <a:t> 07.08.2024</a:t>
            </a:r>
            <a:r>
              <a:rPr lang="ru-RU" sz="800" dirty="0">
                <a:solidFill>
                  <a:srgbClr val="323F48"/>
                </a:solidFill>
                <a:latin typeface="Calibri" panose="020F0502020204030204" pitchFamily="34" charset="0"/>
                <a:cs typeface="Calibri" panose="020F0502020204030204" pitchFamily="34" charset="0"/>
              </a:rPr>
              <a:t> Дата доступа: </a:t>
            </a:r>
            <a:r>
              <a:rPr lang="en-US" sz="800" dirty="0">
                <a:solidFill>
                  <a:srgbClr val="323F48"/>
                </a:solidFill>
                <a:latin typeface="Calibri" panose="020F0502020204030204" pitchFamily="34" charset="0"/>
                <a:cs typeface="Calibri" panose="020F0502020204030204" pitchFamily="34" charset="0"/>
              </a:rPr>
              <a:t>05.05</a:t>
            </a:r>
            <a:r>
              <a:rPr lang="ru-RU" sz="800" dirty="0">
                <a:solidFill>
                  <a:srgbClr val="323F48"/>
                </a:solidFill>
                <a:latin typeface="Calibri" panose="020F0502020204030204" pitchFamily="34" charset="0"/>
                <a:cs typeface="Calibri" panose="020F0502020204030204" pitchFamily="34" charset="0"/>
              </a:rPr>
              <a:t>.202</a:t>
            </a:r>
            <a:r>
              <a:rPr lang="en-US" sz="800" dirty="0">
                <a:solidFill>
                  <a:srgbClr val="323F48"/>
                </a:solidFill>
                <a:latin typeface="Calibri" panose="020F0502020204030204" pitchFamily="34" charset="0"/>
                <a:cs typeface="Calibri" panose="020F0502020204030204" pitchFamily="34" charset="0"/>
              </a:rPr>
              <a:t>6</a:t>
            </a:r>
            <a:r>
              <a:rPr lang="ru-RU" sz="800" dirty="0">
                <a:solidFill>
                  <a:srgbClr val="323F48"/>
                </a:solidFill>
                <a:latin typeface="Calibri" panose="020F0502020204030204" pitchFamily="34" charset="0"/>
                <a:cs typeface="Calibri" panose="020F0502020204030204" pitchFamily="34" charset="0"/>
              </a:rPr>
              <a:t>.</a:t>
            </a:r>
          </a:p>
        </p:txBody>
      </p:sp>
      <p:sp>
        <p:nvSpPr>
          <p:cNvPr id="10" name="Заголовок 1">
            <a:extLst>
              <a:ext uri="{FF2B5EF4-FFF2-40B4-BE49-F238E27FC236}">
                <a16:creationId xmlns:a16="http://schemas.microsoft.com/office/drawing/2014/main" id="{F9FEC94C-A4C0-A61D-5E44-AE84B6A363C6}"/>
              </a:ext>
            </a:extLst>
          </p:cNvPr>
          <p:cNvSpPr txBox="1">
            <a:spLocks/>
          </p:cNvSpPr>
          <p:nvPr/>
        </p:nvSpPr>
        <p:spPr>
          <a:xfrm>
            <a:off x="884067" y="497766"/>
            <a:ext cx="10909300" cy="783083"/>
          </a:xfrm>
          <a:prstGeom prst="rect">
            <a:avLst/>
          </a:prstGeom>
        </p:spPr>
        <p:txBody>
          <a:bodyPr vert="horz" lIns="0" tIns="0" rIns="0" bIns="0" rtlCol="0" anchor="t" anchorCtr="0">
            <a:norm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ru-RU" sz="23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Ишемическая болезнь сердца стоит на первом месте </a:t>
            </a:r>
            <a:br>
              <a:rPr kumimoji="0" lang="ru-RU" sz="23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br>
            <a:r>
              <a:rPr kumimoji="0" lang="ru-RU" sz="23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среди 10 ведущих причин смерти в мире </a:t>
            </a:r>
          </a:p>
        </p:txBody>
      </p:sp>
    </p:spTree>
    <p:extLst>
      <p:ext uri="{BB962C8B-B14F-4D97-AF65-F5344CB8AC3E}">
        <p14:creationId xmlns:p14="http://schemas.microsoft.com/office/powerpoint/2010/main" val="1734512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98"/>
                                        </p:tgtEl>
                                        <p:attrNameLst>
                                          <p:attrName>style.visibility</p:attrName>
                                        </p:attrNameLst>
                                      </p:cBhvr>
                                      <p:to>
                                        <p:strVal val="visible"/>
                                      </p:to>
                                    </p:set>
                                    <p:animEffect transition="in" filter="wheel(1)">
                                      <p:cBhvr>
                                        <p:cTn id="7" dur="1000"/>
                                        <p:tgtEl>
                                          <p:spTgt spid="198"/>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199"/>
                                        </p:tgtEl>
                                        <p:attrNameLst>
                                          <p:attrName>style.visibility</p:attrName>
                                        </p:attrNameLst>
                                      </p:cBhvr>
                                      <p:to>
                                        <p:strVal val="visible"/>
                                      </p:to>
                                    </p:set>
                                    <p:animEffect transition="in" filter="wheel(1)">
                                      <p:cBhvr>
                                        <p:cTn id="12" dur="1000"/>
                                        <p:tgtEl>
                                          <p:spTgt spid="19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9"/>
                                        </p:tgtEl>
                                        <p:attrNameLst>
                                          <p:attrName>style.visibility</p:attrName>
                                        </p:attrNameLst>
                                      </p:cBhvr>
                                      <p:to>
                                        <p:strVal val="visible"/>
                                      </p:to>
                                    </p:set>
                                    <p:animEffect transition="in" filter="fade">
                                      <p:cBhvr>
                                        <p:cTn id="17" dur="500"/>
                                        <p:tgtEl>
                                          <p:spTgt spid="1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 grpId="0" animBg="1"/>
      <p:bldP spid="19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Прямоугольник 13">
            <a:extLst>
              <a:ext uri="{FF2B5EF4-FFF2-40B4-BE49-F238E27FC236}">
                <a16:creationId xmlns:a16="http://schemas.microsoft.com/office/drawing/2014/main" id="{E19DE17F-85EB-A3BA-B58B-CD49EF304FE5}"/>
              </a:ext>
            </a:extLst>
          </p:cNvPr>
          <p:cNvSpPr/>
          <p:nvPr/>
        </p:nvSpPr>
        <p:spPr>
          <a:xfrm>
            <a:off x="729900" y="1352817"/>
            <a:ext cx="10875756" cy="2493676"/>
          </a:xfrm>
          <a:prstGeom prst="rect">
            <a:avLst/>
          </a:prstGeom>
          <a:noFill/>
          <a:ln w="9525">
            <a:solidFill>
              <a:schemeClr val="accent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pic>
        <p:nvPicPr>
          <p:cNvPr id="13" name="Рисунок 12">
            <a:extLst>
              <a:ext uri="{FF2B5EF4-FFF2-40B4-BE49-F238E27FC236}">
                <a16:creationId xmlns:a16="http://schemas.microsoft.com/office/drawing/2014/main" id="{8B88AC24-F8C6-5D9B-FAB0-989464F03699}"/>
              </a:ext>
            </a:extLst>
          </p:cNvPr>
          <p:cNvPicPr>
            <a:picLocks noChangeAspect="1"/>
          </p:cNvPicPr>
          <p:nvPr/>
        </p:nvPicPr>
        <p:blipFill rotWithShape="1">
          <a:blip r:embed="rId3">
            <a:extLst>
              <a:ext uri="{28A0092B-C50C-407E-A947-70E740481C1C}">
                <a14:useLocalDpi xmlns:a14="http://schemas.microsoft.com/office/drawing/2010/main" val="0"/>
              </a:ext>
            </a:extLst>
          </a:blip>
          <a:srcRect l="2215" t="4419" r="-4795" b="2576"/>
          <a:stretch/>
        </p:blipFill>
        <p:spPr>
          <a:xfrm>
            <a:off x="870231" y="1573898"/>
            <a:ext cx="6494316" cy="4422715"/>
          </a:xfrm>
          <a:prstGeom prst="rect">
            <a:avLst/>
          </a:prstGeom>
          <a:solidFill>
            <a:schemeClr val="bg1"/>
          </a:solidFill>
        </p:spPr>
      </p:pic>
      <p:sp>
        <p:nvSpPr>
          <p:cNvPr id="9" name="Номер слайда 8">
            <a:extLst>
              <a:ext uri="{FF2B5EF4-FFF2-40B4-BE49-F238E27FC236}">
                <a16:creationId xmlns:a16="http://schemas.microsoft.com/office/drawing/2014/main" id="{0A20D8EA-04D0-684B-2C2A-E55BDE6D344B}"/>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sp>
        <p:nvSpPr>
          <p:cNvPr id="6" name="Заголовок 1">
            <a:extLst>
              <a:ext uri="{FF2B5EF4-FFF2-40B4-BE49-F238E27FC236}">
                <a16:creationId xmlns:a16="http://schemas.microsoft.com/office/drawing/2014/main" id="{7BB26A8E-3001-44D0-B6F3-0BCF6341DE5D}"/>
              </a:ext>
            </a:extLst>
          </p:cNvPr>
          <p:cNvSpPr txBox="1">
            <a:spLocks/>
          </p:cNvSpPr>
          <p:nvPr/>
        </p:nvSpPr>
        <p:spPr>
          <a:xfrm>
            <a:off x="2045830" y="415789"/>
            <a:ext cx="8191157" cy="57441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ru-RU" sz="2400" b="1" i="0" u="none" strike="noStrike" kern="1200" cap="none" spc="0" normalizeH="0" baseline="0" noProof="0" dirty="0">
              <a:ln>
                <a:noFill/>
              </a:ln>
              <a:solidFill>
                <a:srgbClr val="0070C0"/>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7" name="Заголовок 3">
            <a:extLst>
              <a:ext uri="{FF2B5EF4-FFF2-40B4-BE49-F238E27FC236}">
                <a16:creationId xmlns:a16="http://schemas.microsoft.com/office/drawing/2014/main" id="{DFC18C84-3AC6-EE48-FCA2-DC87FA7642FC}"/>
              </a:ext>
            </a:extLst>
          </p:cNvPr>
          <p:cNvSpPr txBox="1">
            <a:spLocks/>
          </p:cNvSpPr>
          <p:nvPr/>
        </p:nvSpPr>
        <p:spPr>
          <a:xfrm>
            <a:off x="1875220" y="2406341"/>
            <a:ext cx="2453246" cy="758292"/>
          </a:xfrm>
          <a:prstGeom prst="rect">
            <a:avLst/>
          </a:prstGeom>
        </p:spPr>
        <p:txBody>
          <a:bodyPr vert="horz" lIns="0" tIns="0" rIns="0" bIns="0" rtlCol="0" anchor="t" anchorCtr="0">
            <a:norm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tab pos="3409950" algn="l"/>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Риск острого инфаркта миокарда, связанного </a:t>
            </a:r>
            <a:br>
              <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b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с воздействием нескольких факторов риска</a:t>
            </a:r>
            <a:r>
              <a:rPr kumimoji="0" lang="ru-RU" sz="1200" b="0" i="0" u="none" strike="noStrike" kern="1200" cap="none" spc="0" normalizeH="0" baseline="30000" noProof="0" dirty="0">
                <a:ln>
                  <a:noFill/>
                </a:ln>
                <a:solidFill>
                  <a:srgbClr val="265374"/>
                </a:solidFill>
                <a:effectLst/>
                <a:uLnTx/>
                <a:uFillTx/>
                <a:latin typeface="Verdana" panose="020B0604030504040204" pitchFamily="34" charset="0"/>
                <a:ea typeface="Verdana" panose="020B0604030504040204" pitchFamily="34" charset="0"/>
                <a:cs typeface="+mj-cs"/>
              </a:rPr>
              <a:t>3</a:t>
            </a:r>
          </a:p>
        </p:txBody>
      </p:sp>
      <p:sp>
        <p:nvSpPr>
          <p:cNvPr id="19" name="TextBox 18">
            <a:extLst>
              <a:ext uri="{FF2B5EF4-FFF2-40B4-BE49-F238E27FC236}">
                <a16:creationId xmlns:a16="http://schemas.microsoft.com/office/drawing/2014/main" id="{610CFD5B-6554-794C-9F83-AB68F2DF0213}"/>
              </a:ext>
            </a:extLst>
          </p:cNvPr>
          <p:cNvSpPr txBox="1"/>
          <p:nvPr/>
        </p:nvSpPr>
        <p:spPr>
          <a:xfrm flipH="1">
            <a:off x="7419602" y="1522937"/>
            <a:ext cx="3634457" cy="524205"/>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Calibri" panose="020F0502020204030204" pitchFamily="34" charset="0"/>
              </a:rPr>
              <a:t>Исследование </a:t>
            </a:r>
            <a:r>
              <a:rPr kumimoji="0" lang="ru-RU" sz="18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Calibri" panose="020F0502020204030204" pitchFamily="34" charset="0"/>
              </a:rPr>
              <a:t>INTERHEART</a:t>
            </a:r>
            <a:r>
              <a:rPr kumimoji="0" lang="ru-RU" sz="1400" b="0" i="0" u="none" strike="noStrike" kern="1200" cap="none" spc="0" normalizeH="0" baseline="50000" noProof="0" dirty="0">
                <a:ln>
                  <a:noFill/>
                </a:ln>
                <a:solidFill>
                  <a:srgbClr val="398ACB"/>
                </a:solidFill>
                <a:effectLst/>
                <a:uLnTx/>
                <a:uFillTx/>
                <a:latin typeface="Verdana" panose="020B0604030504040204" pitchFamily="34" charset="0"/>
                <a:ea typeface="Verdana" panose="020B0604030504040204" pitchFamily="34" charset="0"/>
                <a:cs typeface="Calibri" panose="020F0502020204030204" pitchFamily="34" charset="0"/>
              </a:rPr>
              <a:t>1,3</a:t>
            </a:r>
            <a:endParaRPr kumimoji="0" lang="ru-RU" sz="1600" b="0" i="0" u="none" strike="noStrike" kern="1200" cap="none" spc="0" normalizeH="0" baseline="50000" noProof="0" dirty="0">
              <a:ln>
                <a:noFill/>
              </a:ln>
              <a:solidFill>
                <a:srgbClr val="398ACB"/>
              </a:solidFill>
              <a:effectLst/>
              <a:uLnTx/>
              <a:uFillTx/>
              <a:latin typeface="Verdana" panose="020B0604030504040204" pitchFamily="34" charset="0"/>
              <a:ea typeface="Verdana" panose="020B0604030504040204" pitchFamily="34" charset="0"/>
              <a:cs typeface="+mn-cs"/>
            </a:endParaRPr>
          </a:p>
        </p:txBody>
      </p:sp>
      <p:sp>
        <p:nvSpPr>
          <p:cNvPr id="20" name="TextBox 19">
            <a:extLst>
              <a:ext uri="{FF2B5EF4-FFF2-40B4-BE49-F238E27FC236}">
                <a16:creationId xmlns:a16="http://schemas.microsoft.com/office/drawing/2014/main" id="{66F5EF26-D851-9343-92E1-61E8DFD3F9F0}"/>
              </a:ext>
            </a:extLst>
          </p:cNvPr>
          <p:cNvSpPr txBox="1"/>
          <p:nvPr/>
        </p:nvSpPr>
        <p:spPr>
          <a:xfrm>
            <a:off x="7520910" y="2078658"/>
            <a:ext cx="3680490" cy="1553968"/>
          </a:xfrm>
          <a:prstGeom prst="rect">
            <a:avLst/>
          </a:prstGeom>
          <a:noFill/>
        </p:spPr>
        <p:txBody>
          <a:bodyPr wrap="square" rtlCol="0">
            <a:noAutofit/>
          </a:bodyPr>
          <a:lstStyle/>
          <a:p>
            <a:pPr marL="180975" marR="0" lvl="0" indent="-180975" algn="l" defTabSz="914400" rtl="0" eaLnBrk="1" fontAlgn="auto" latinLnBrk="0" hangingPunct="1">
              <a:lnSpc>
                <a:spcPct val="100000"/>
              </a:lnSpc>
              <a:spcBef>
                <a:spcPts val="300"/>
              </a:spcBef>
              <a:spcAft>
                <a:spcPts val="0"/>
              </a:spcAft>
              <a:buClrTx/>
              <a:buSzPct val="130000"/>
              <a:buFont typeface="Arial" panose="020B0604020202020204" pitchFamily="34" charset="0"/>
              <a:buChar char="•"/>
              <a:tabLst/>
              <a:defRPr/>
            </a:pP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в общей популяции примерно</a:t>
            </a: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 </a:t>
            </a:r>
            <a:r>
              <a:rPr kumimoji="0" lang="ru-RU" sz="18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20</a:t>
            </a: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 </a:t>
            </a: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риска инфаркта миокарда обусловлено артериальной гипертонией (</a:t>
            </a:r>
            <a:r>
              <a:rPr kumimoji="0" lang="en-US"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p&lt;0.0001</a:t>
            </a: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 </a:t>
            </a:r>
          </a:p>
          <a:p>
            <a:pPr marL="180975" marR="0" lvl="0" indent="-180975" algn="l" defTabSz="914400" rtl="0" eaLnBrk="1" fontAlgn="auto" latinLnBrk="0" hangingPunct="1">
              <a:lnSpc>
                <a:spcPct val="100000"/>
              </a:lnSpc>
              <a:spcBef>
                <a:spcPts val="300"/>
              </a:spcBef>
              <a:spcAft>
                <a:spcPts val="0"/>
              </a:spcAft>
              <a:buClrTx/>
              <a:buSzPct val="130000"/>
              <a:buFont typeface="Arial" panose="020B0604020202020204" pitchFamily="34" charset="0"/>
              <a:buChar char="•"/>
              <a:tabLst/>
              <a:defRPr/>
            </a:pP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это характерно для мужчин и женщин всех возрастов во всех регионах мира</a:t>
            </a:r>
            <a:endParaRPr kumimoji="0" lang="ru-RU" sz="1200" b="0" i="0" u="none" strike="noStrike" kern="1200" cap="none" spc="0" normalizeH="0" baseline="3000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40" name="TextBox 39">
            <a:extLst>
              <a:ext uri="{FF2B5EF4-FFF2-40B4-BE49-F238E27FC236}">
                <a16:creationId xmlns:a16="http://schemas.microsoft.com/office/drawing/2014/main" id="{9D2584B4-C21A-741B-EE96-7CC13BA0F0CA}"/>
              </a:ext>
            </a:extLst>
          </p:cNvPr>
          <p:cNvSpPr txBox="1"/>
          <p:nvPr/>
        </p:nvSpPr>
        <p:spPr>
          <a:xfrm>
            <a:off x="7377355" y="5175840"/>
            <a:ext cx="4084745" cy="738664"/>
          </a:xfrm>
          <a:prstGeom prst="rect">
            <a:avLst/>
          </a:prstGeom>
          <a:noFill/>
        </p:spPr>
        <p:txBody>
          <a:bodyPr wrap="square">
            <a:spAutoFit/>
          </a:bodyPr>
          <a:lstStyle/>
          <a:p>
            <a:pPr marL="0" marR="0" lvl="0" indent="0" algn="ctr" defTabSz="914400" rtl="0" eaLnBrk="1" fontAlgn="auto" latinLnBrk="0" hangingPunct="1">
              <a:lnSpc>
                <a:spcPct val="100000"/>
              </a:lnSpc>
              <a:spcBef>
                <a:spcPts val="1200"/>
              </a:spcBef>
              <a:spcAft>
                <a:spcPts val="0"/>
              </a:spcAft>
              <a:buClrTx/>
              <a:buSzTx/>
              <a:buFontTx/>
              <a:buNone/>
              <a:tabLst/>
              <a:defRPr/>
            </a:pPr>
            <a:r>
              <a:rPr kumimoji="0" lang="ru-RU" sz="1400" b="1" i="0" u="none" strike="noStrike" kern="1200" cap="none" spc="0" normalizeH="0" baseline="0" noProof="0" dirty="0">
                <a:ln>
                  <a:noFill/>
                </a:ln>
                <a:solidFill>
                  <a:srgbClr val="E22C1E"/>
                </a:solidFill>
                <a:effectLst/>
                <a:uLnTx/>
                <a:uFillTx/>
                <a:latin typeface="Verdana" panose="020B0604030504040204" pitchFamily="34" charset="0"/>
                <a:ea typeface="Verdana" panose="020B0604030504040204" pitchFamily="34" charset="0"/>
                <a:cs typeface="Calibri" panose="020F0502020204030204" pitchFamily="34" charset="0"/>
              </a:rPr>
              <a:t>Это составляет 53% от популяционного риска острого инфаркта миокарда</a:t>
            </a:r>
            <a:endParaRPr kumimoji="0" lang="ru-RU" sz="1400" b="0" i="0" u="none" strike="noStrike" kern="1200" cap="none" spc="0" normalizeH="0" baseline="0" noProof="0" dirty="0">
              <a:ln>
                <a:noFill/>
              </a:ln>
              <a:solidFill>
                <a:srgbClr val="E22C1E"/>
              </a:solidFill>
              <a:effectLst/>
              <a:uLnTx/>
              <a:uFillTx/>
              <a:latin typeface="Verdana" panose="020B0604030504040204" pitchFamily="34" charset="0"/>
              <a:ea typeface="Verdana" panose="020B0604030504040204" pitchFamily="34" charset="0"/>
              <a:cs typeface="+mn-cs"/>
            </a:endParaRPr>
          </a:p>
        </p:txBody>
      </p:sp>
      <p:sp>
        <p:nvSpPr>
          <p:cNvPr id="25" name="Полилиния: фигура 24">
            <a:extLst>
              <a:ext uri="{FF2B5EF4-FFF2-40B4-BE49-F238E27FC236}">
                <a16:creationId xmlns:a16="http://schemas.microsoft.com/office/drawing/2014/main" id="{DB9B4591-633A-B1A3-A250-CDEAC7CC27BC}"/>
              </a:ext>
            </a:extLst>
          </p:cNvPr>
          <p:cNvSpPr/>
          <p:nvPr/>
        </p:nvSpPr>
        <p:spPr>
          <a:xfrm flipH="1">
            <a:off x="6901541" y="3475021"/>
            <a:ext cx="5290457" cy="1553968"/>
          </a:xfrm>
          <a:custGeom>
            <a:avLst/>
            <a:gdLst>
              <a:gd name="connsiteX0" fmla="*/ 4936177 w 4987079"/>
              <a:gd name="connsiteY0" fmla="*/ 0 h 1137464"/>
              <a:gd name="connsiteX1" fmla="*/ 4113677 w 4987079"/>
              <a:gd name="connsiteY1" fmla="*/ 0 h 1137464"/>
              <a:gd name="connsiteX2" fmla="*/ 3024668 w 4987079"/>
              <a:gd name="connsiteY2" fmla="*/ 0 h 1137464"/>
              <a:gd name="connsiteX3" fmla="*/ 2228116 w 4987079"/>
              <a:gd name="connsiteY3" fmla="*/ 0 h 1137464"/>
              <a:gd name="connsiteX4" fmla="*/ 1405616 w 4987079"/>
              <a:gd name="connsiteY4" fmla="*/ 0 h 1137464"/>
              <a:gd name="connsiteX5" fmla="*/ 316607 w 4987079"/>
              <a:gd name="connsiteY5" fmla="*/ 0 h 1137464"/>
              <a:gd name="connsiteX6" fmla="*/ 239081 w 4987079"/>
              <a:gd name="connsiteY6" fmla="*/ 69404 h 1137464"/>
              <a:gd name="connsiteX7" fmla="*/ 121470 w 4987079"/>
              <a:gd name="connsiteY7" fmla="*/ 533609 h 1137464"/>
              <a:gd name="connsiteX8" fmla="*/ 0 w 4987079"/>
              <a:gd name="connsiteY8" fmla="*/ 590000 h 1137464"/>
              <a:gd name="connsiteX9" fmla="*/ 0 w 4987079"/>
              <a:gd name="connsiteY9" fmla="*/ 634478 h 1137464"/>
              <a:gd name="connsiteX10" fmla="*/ 153552 w 4987079"/>
              <a:gd name="connsiteY10" fmla="*/ 706277 h 1137464"/>
              <a:gd name="connsiteX11" fmla="*/ 348975 w 4987079"/>
              <a:gd name="connsiteY11" fmla="*/ 1075311 h 1137464"/>
              <a:gd name="connsiteX12" fmla="*/ 440292 w 4987079"/>
              <a:gd name="connsiteY12" fmla="*/ 1137464 h 1137464"/>
              <a:gd name="connsiteX13" fmla="*/ 1529301 w 4987079"/>
              <a:gd name="connsiteY13" fmla="*/ 1137464 h 1137464"/>
              <a:gd name="connsiteX14" fmla="*/ 2351801 w 4987079"/>
              <a:gd name="connsiteY14" fmla="*/ 1137464 h 1137464"/>
              <a:gd name="connsiteX15" fmla="*/ 2875618 w 4987079"/>
              <a:gd name="connsiteY15" fmla="*/ 1137464 h 1137464"/>
              <a:gd name="connsiteX16" fmla="*/ 3964627 w 4987079"/>
              <a:gd name="connsiteY16" fmla="*/ 1137464 h 1137464"/>
              <a:gd name="connsiteX17" fmla="*/ 4787127 w 4987079"/>
              <a:gd name="connsiteY17" fmla="*/ 1137464 h 1137464"/>
              <a:gd name="connsiteX18" fmla="*/ 4857579 w 4987079"/>
              <a:gd name="connsiteY18" fmla="*/ 1065923 h 1137464"/>
              <a:gd name="connsiteX19" fmla="*/ 4986194 w 4987079"/>
              <a:gd name="connsiteY19" fmla="*/ 71541 h 1137464"/>
              <a:gd name="connsiteX20" fmla="*/ 4936177 w 4987079"/>
              <a:gd name="connsiteY20" fmla="*/ 0 h 1137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987079" h="1137464">
                <a:moveTo>
                  <a:pt x="4936177" y="0"/>
                </a:moveTo>
                <a:lnTo>
                  <a:pt x="4113677" y="0"/>
                </a:lnTo>
                <a:lnTo>
                  <a:pt x="3024668" y="0"/>
                </a:lnTo>
                <a:lnTo>
                  <a:pt x="2228116" y="0"/>
                </a:lnTo>
                <a:lnTo>
                  <a:pt x="1405616" y="0"/>
                </a:lnTo>
                <a:lnTo>
                  <a:pt x="316607" y="0"/>
                </a:lnTo>
                <a:cubicBezTo>
                  <a:pt x="283453" y="0"/>
                  <a:pt x="248441" y="31206"/>
                  <a:pt x="239081" y="69404"/>
                </a:cubicBezTo>
                <a:lnTo>
                  <a:pt x="121470" y="533609"/>
                </a:lnTo>
                <a:cubicBezTo>
                  <a:pt x="113395" y="572649"/>
                  <a:pt x="47731" y="590453"/>
                  <a:pt x="0" y="590000"/>
                </a:cubicBezTo>
                <a:lnTo>
                  <a:pt x="0" y="634478"/>
                </a:lnTo>
                <a:cubicBezTo>
                  <a:pt x="36155" y="637974"/>
                  <a:pt x="117254" y="643930"/>
                  <a:pt x="153552" y="706277"/>
                </a:cubicBezTo>
                <a:lnTo>
                  <a:pt x="348975" y="1075311"/>
                </a:lnTo>
                <a:cubicBezTo>
                  <a:pt x="366053" y="1109495"/>
                  <a:pt x="407138" y="1137464"/>
                  <a:pt x="440292" y="1137464"/>
                </a:cubicBezTo>
                <a:lnTo>
                  <a:pt x="1529301" y="1137464"/>
                </a:lnTo>
                <a:lnTo>
                  <a:pt x="2351801" y="1137464"/>
                </a:lnTo>
                <a:lnTo>
                  <a:pt x="2875618" y="1137464"/>
                </a:lnTo>
                <a:lnTo>
                  <a:pt x="3964627" y="1137464"/>
                </a:lnTo>
                <a:lnTo>
                  <a:pt x="4787127" y="1137464"/>
                </a:lnTo>
                <a:cubicBezTo>
                  <a:pt x="4820281" y="1137464"/>
                  <a:pt x="4852006" y="1105286"/>
                  <a:pt x="4857579" y="1065923"/>
                </a:cubicBezTo>
                <a:lnTo>
                  <a:pt x="4986194" y="71541"/>
                </a:lnTo>
                <a:cubicBezTo>
                  <a:pt x="4991910" y="32371"/>
                  <a:pt x="4969331" y="0"/>
                  <a:pt x="4936177" y="0"/>
                </a:cubicBezTo>
                <a:close/>
              </a:path>
            </a:pathLst>
          </a:custGeom>
          <a:solidFill>
            <a:srgbClr val="398ACB"/>
          </a:solidFill>
          <a:ln w="13331"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B4CC26"/>
              </a:solidFill>
              <a:effectLst/>
              <a:uLnTx/>
              <a:uFillTx/>
              <a:latin typeface="Verdana" panose="020B0604030504040204" pitchFamily="34" charset="0"/>
              <a:ea typeface="Verdana" panose="020B0604030504040204" pitchFamily="34" charset="0"/>
              <a:cs typeface="+mn-cs"/>
            </a:endParaRPr>
          </a:p>
        </p:txBody>
      </p:sp>
      <p:sp>
        <p:nvSpPr>
          <p:cNvPr id="27" name="TextBox 26">
            <a:extLst>
              <a:ext uri="{FF2B5EF4-FFF2-40B4-BE49-F238E27FC236}">
                <a16:creationId xmlns:a16="http://schemas.microsoft.com/office/drawing/2014/main" id="{CF75CAC7-7202-FFC7-D468-A87821AB6662}"/>
              </a:ext>
            </a:extLst>
          </p:cNvPr>
          <p:cNvSpPr txBox="1"/>
          <p:nvPr/>
        </p:nvSpPr>
        <p:spPr>
          <a:xfrm>
            <a:off x="7455675" y="4243044"/>
            <a:ext cx="3856265"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1200"/>
              </a:spcBef>
              <a:spcAft>
                <a:spcPts val="0"/>
              </a:spcAft>
              <a:buClrTx/>
              <a:buSzTx/>
              <a:buFontTx/>
              <a:buNone/>
              <a:tabLst/>
              <a:defRPr/>
            </a:pPr>
            <a:r>
              <a:rPr kumimoji="0" lang="ru-RU" sz="12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Calibri" panose="020F0502020204030204" pitchFamily="34" charset="0"/>
              </a:rPr>
              <a:t>увеличивают отношение шансов для острого инфаркта миокарда до 13,</a:t>
            </a:r>
            <a:r>
              <a:rPr kumimoji="0" lang="en-US" sz="12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Calibri" panose="020F0502020204030204" pitchFamily="34" charset="0"/>
              </a:rPr>
              <a:t>01</a:t>
            </a:r>
            <a:r>
              <a:rPr kumimoji="0" lang="ru-RU" sz="12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Calibri" panose="020F0502020204030204" pitchFamily="34" charset="0"/>
              </a:rPr>
              <a:t> </a:t>
            </a:r>
            <a:br>
              <a:rPr kumimoji="0" lang="ru-RU" sz="12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Calibri" panose="020F0502020204030204" pitchFamily="34" charset="0"/>
              </a:rPr>
            </a:br>
            <a:r>
              <a:rPr kumimoji="0" lang="ru-RU" sz="12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Calibri" panose="020F0502020204030204" pitchFamily="34" charset="0"/>
              </a:rPr>
              <a:t>(ДИ 99%, 10,69–15,83)</a:t>
            </a:r>
            <a:endParaRPr kumimoji="0" lang="ru-RU" sz="1200" b="0" i="0" u="none" strike="noStrike" kern="1200" cap="none" spc="0" normalizeH="0" baseline="0" noProof="0" dirty="0">
              <a:ln>
                <a:noFill/>
              </a:ln>
              <a:solidFill>
                <a:srgbClr val="EC736A">
                  <a:lumMod val="75000"/>
                </a:srgbClr>
              </a:solidFill>
              <a:effectLst/>
              <a:uLnTx/>
              <a:uFillTx/>
              <a:latin typeface="Verdana" panose="020B0604030504040204" pitchFamily="34" charset="0"/>
              <a:ea typeface="Verdana" panose="020B0604030504040204" pitchFamily="34" charset="0"/>
              <a:cs typeface="+mn-cs"/>
            </a:endParaRPr>
          </a:p>
        </p:txBody>
      </p:sp>
      <p:grpSp>
        <p:nvGrpSpPr>
          <p:cNvPr id="37" name="Группа 36">
            <a:extLst>
              <a:ext uri="{FF2B5EF4-FFF2-40B4-BE49-F238E27FC236}">
                <a16:creationId xmlns:a16="http://schemas.microsoft.com/office/drawing/2014/main" id="{8972B673-0D5D-2CBA-C4B7-077671178632}"/>
              </a:ext>
            </a:extLst>
          </p:cNvPr>
          <p:cNvGrpSpPr/>
          <p:nvPr/>
        </p:nvGrpSpPr>
        <p:grpSpPr>
          <a:xfrm>
            <a:off x="7513993" y="3538716"/>
            <a:ext cx="3999286" cy="685869"/>
            <a:chOff x="7674754" y="3534914"/>
            <a:chExt cx="3999286" cy="685869"/>
          </a:xfrm>
        </p:grpSpPr>
        <p:sp>
          <p:nvSpPr>
            <p:cNvPr id="28" name="TextBox 27">
              <a:extLst>
                <a:ext uri="{FF2B5EF4-FFF2-40B4-BE49-F238E27FC236}">
                  <a16:creationId xmlns:a16="http://schemas.microsoft.com/office/drawing/2014/main" id="{B4BD48C9-796C-98A9-E1FE-C6D4264120EC}"/>
                </a:ext>
              </a:extLst>
            </p:cNvPr>
            <p:cNvSpPr txBox="1"/>
            <p:nvPr/>
          </p:nvSpPr>
          <p:spPr>
            <a:xfrm>
              <a:off x="9051171" y="3534914"/>
              <a:ext cx="105863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4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Calibri" panose="020F0502020204030204" pitchFamily="34" charset="0"/>
                </a:rPr>
                <a:t>Вместе</a:t>
              </a:r>
              <a:r>
                <a:rPr kumimoji="0" lang="ru-RU" sz="1400" b="0" i="0" u="none" strike="noStrike" kern="1200" cap="none" spc="0" normalizeH="0" baseline="30000" noProof="0" dirty="0">
                  <a:ln>
                    <a:noFill/>
                  </a:ln>
                  <a:solidFill>
                    <a:srgbClr val="FFFFFF"/>
                  </a:solidFill>
                  <a:effectLst/>
                  <a:uLnTx/>
                  <a:uFillTx/>
                  <a:latin typeface="Verdana" panose="020B0604030504040204" pitchFamily="34" charset="0"/>
                  <a:ea typeface="Verdana" panose="020B0604030504040204" pitchFamily="34" charset="0"/>
                  <a:cs typeface="Calibri" panose="020F0502020204030204" pitchFamily="34" charset="0"/>
                </a:rPr>
                <a:t>3</a:t>
              </a:r>
              <a:endParaRPr kumimoji="0" lang="ru-RU" sz="14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31" name="TextBox 30">
              <a:extLst>
                <a:ext uri="{FF2B5EF4-FFF2-40B4-BE49-F238E27FC236}">
                  <a16:creationId xmlns:a16="http://schemas.microsoft.com/office/drawing/2014/main" id="{57F51A9F-67FB-9BE7-D849-57BF07C6831B}"/>
                </a:ext>
              </a:extLst>
            </p:cNvPr>
            <p:cNvSpPr txBox="1"/>
            <p:nvPr/>
          </p:nvSpPr>
          <p:spPr>
            <a:xfrm>
              <a:off x="7817775" y="3913006"/>
              <a:ext cx="385626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4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Calibri" panose="020F0502020204030204" pitchFamily="34" charset="0"/>
                </a:rPr>
                <a:t>Гипертония  </a:t>
              </a:r>
              <a:r>
                <a:rPr kumimoji="0" lang="ru-RU" sz="14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Calibri" panose="020F0502020204030204" pitchFamily="34" charset="0"/>
                  <a:sym typeface="Wingdings" panose="05000000000000000000" pitchFamily="2" charset="2"/>
                </a:rPr>
                <a:t></a:t>
              </a:r>
              <a:r>
                <a:rPr kumimoji="0" lang="ru-RU" sz="14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Calibri" panose="020F0502020204030204" pitchFamily="34" charset="0"/>
                </a:rPr>
                <a:t>  Курение </a:t>
              </a:r>
              <a:r>
                <a:rPr kumimoji="0" lang="ru-RU" sz="14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Calibri" panose="020F0502020204030204" pitchFamily="34" charset="0"/>
                  <a:sym typeface="Wingdings" panose="05000000000000000000" pitchFamily="2" charset="2"/>
                </a:rPr>
                <a:t></a:t>
              </a:r>
              <a:r>
                <a:rPr kumimoji="0" lang="ru-RU" sz="14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Calibri" panose="020F0502020204030204" pitchFamily="34" charset="0"/>
                </a:rPr>
                <a:t>  Диабет</a:t>
              </a:r>
              <a:endParaRPr kumimoji="0" lang="ru-RU" sz="14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36" name="Левая фигурная скобка 35">
              <a:extLst>
                <a:ext uri="{FF2B5EF4-FFF2-40B4-BE49-F238E27FC236}">
                  <a16:creationId xmlns:a16="http://schemas.microsoft.com/office/drawing/2014/main" id="{A44BFFEA-08E2-8453-077D-BA7247DD0520}"/>
                </a:ext>
              </a:extLst>
            </p:cNvPr>
            <p:cNvSpPr/>
            <p:nvPr/>
          </p:nvSpPr>
          <p:spPr>
            <a:xfrm rot="16200000">
              <a:off x="9509918" y="1956566"/>
              <a:ext cx="141141" cy="3811469"/>
            </a:xfrm>
            <a:prstGeom prst="leftBrace">
              <a:avLst/>
            </a:prstGeom>
            <a:ln w="9525">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sp>
        <p:nvSpPr>
          <p:cNvPr id="44" name="Полилиния: фигура 43">
            <a:extLst>
              <a:ext uri="{FF2B5EF4-FFF2-40B4-BE49-F238E27FC236}">
                <a16:creationId xmlns:a16="http://schemas.microsoft.com/office/drawing/2014/main" id="{72920E5A-1F90-8650-1871-82D2A53B2C71}"/>
              </a:ext>
            </a:extLst>
          </p:cNvPr>
          <p:cNvSpPr/>
          <p:nvPr/>
        </p:nvSpPr>
        <p:spPr>
          <a:xfrm rot="10800000">
            <a:off x="9049852" y="5000903"/>
            <a:ext cx="667910" cy="213583"/>
          </a:xfrm>
          <a:custGeom>
            <a:avLst/>
            <a:gdLst>
              <a:gd name="connsiteX0" fmla="*/ 374529 w 383107"/>
              <a:gd name="connsiteY0" fmla="*/ 195941 h 230516"/>
              <a:gd name="connsiteX1" fmla="*/ 358527 w 383107"/>
              <a:gd name="connsiteY1" fmla="*/ 230516 h 230516"/>
              <a:gd name="connsiteX2" fmla="*/ 24581 w 383107"/>
              <a:gd name="connsiteY2" fmla="*/ 230516 h 230516"/>
              <a:gd name="connsiteX3" fmla="*/ 8579 w 383107"/>
              <a:gd name="connsiteY3" fmla="*/ 195941 h 230516"/>
              <a:gd name="connsiteX4" fmla="*/ 162312 w 383107"/>
              <a:gd name="connsiteY4" fmla="*/ 14299 h 230516"/>
              <a:gd name="connsiteX5" fmla="*/ 214309 w 383107"/>
              <a:gd name="connsiteY5" fmla="*/ 7812 h 230516"/>
              <a:gd name="connsiteX6" fmla="*/ 220796 w 383107"/>
              <a:gd name="connsiteY6" fmla="*/ 14299 h 230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3107" h="230516">
                <a:moveTo>
                  <a:pt x="374529" y="195941"/>
                </a:moveTo>
                <a:cubicBezTo>
                  <a:pt x="390626" y="214991"/>
                  <a:pt x="383387" y="230516"/>
                  <a:pt x="358527" y="230516"/>
                </a:cubicBezTo>
                <a:lnTo>
                  <a:pt x="24581" y="230516"/>
                </a:lnTo>
                <a:cubicBezTo>
                  <a:pt x="-280" y="230516"/>
                  <a:pt x="-7519" y="214991"/>
                  <a:pt x="8579" y="195941"/>
                </a:cubicBezTo>
                <a:lnTo>
                  <a:pt x="162312" y="14299"/>
                </a:lnTo>
                <a:cubicBezTo>
                  <a:pt x="174876" y="-1851"/>
                  <a:pt x="198155" y="-4755"/>
                  <a:pt x="214309" y="7812"/>
                </a:cubicBezTo>
                <a:cubicBezTo>
                  <a:pt x="216728" y="9697"/>
                  <a:pt x="218910" y="11876"/>
                  <a:pt x="220796" y="14299"/>
                </a:cubicBezTo>
                <a:close/>
              </a:path>
            </a:pathLst>
          </a:custGeom>
          <a:solidFill>
            <a:srgbClr val="398ACB"/>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5" name="Объект 10">
            <a:extLst>
              <a:ext uri="{FF2B5EF4-FFF2-40B4-BE49-F238E27FC236}">
                <a16:creationId xmlns:a16="http://schemas.microsoft.com/office/drawing/2014/main" id="{FBB01FB2-3A11-51D0-B090-E13EA1830958}"/>
              </a:ext>
            </a:extLst>
          </p:cNvPr>
          <p:cNvSpPr>
            <a:spLocks noGrp="1"/>
          </p:cNvSpPr>
          <p:nvPr>
            <p:ph idx="4294967295"/>
          </p:nvPr>
        </p:nvSpPr>
        <p:spPr>
          <a:xfrm>
            <a:off x="924971" y="6060308"/>
            <a:ext cx="9530757" cy="618658"/>
          </a:xfrm>
        </p:spPr>
        <p:txBody>
          <a:bodyPr>
            <a:noAutofit/>
          </a:bodyPr>
          <a:lstStyle/>
          <a:p>
            <a:pPr marL="0" indent="0">
              <a:lnSpc>
                <a:spcPct val="100000"/>
              </a:lnSpc>
              <a:spcBef>
                <a:spcPts val="300"/>
              </a:spcBef>
              <a:buNone/>
            </a:pPr>
            <a:r>
              <a:rPr lang="ru-RU" sz="800" b="1" dirty="0">
                <a:solidFill>
                  <a:srgbClr val="323F48"/>
                </a:solidFill>
                <a:latin typeface="Calibri" panose="020F0502020204030204" pitchFamily="34" charset="0"/>
                <a:cs typeface="Calibri" panose="020F0502020204030204" pitchFamily="34" charset="0"/>
              </a:rPr>
              <a:t>ДИ </a:t>
            </a:r>
            <a:r>
              <a:rPr lang="ru-RU" sz="800" dirty="0">
                <a:solidFill>
                  <a:srgbClr val="323F48"/>
                </a:solidFill>
                <a:latin typeface="Calibri" panose="020F0502020204030204" pitchFamily="34" charset="0"/>
                <a:cs typeface="Calibri" panose="020F0502020204030204" pitchFamily="34" charset="0"/>
              </a:rPr>
              <a:t>– доверительный интервал</a:t>
            </a:r>
          </a:p>
          <a:p>
            <a:pPr marL="0" indent="0">
              <a:lnSpc>
                <a:spcPct val="100000"/>
              </a:lnSpc>
              <a:spcBef>
                <a:spcPts val="300"/>
              </a:spcBef>
              <a:buNone/>
            </a:pPr>
            <a:r>
              <a:rPr lang="ru-RU" sz="800" b="1" dirty="0">
                <a:solidFill>
                  <a:srgbClr val="323F48"/>
                </a:solidFill>
                <a:latin typeface="Calibri" panose="020F0502020204030204" pitchFamily="34" charset="0"/>
                <a:cs typeface="Calibri" panose="020F0502020204030204" pitchFamily="34" charset="0"/>
              </a:rPr>
              <a:t>1. </a:t>
            </a:r>
            <a:r>
              <a:rPr lang="ru-RU" sz="800" dirty="0">
                <a:solidFill>
                  <a:srgbClr val="323F48"/>
                </a:solidFill>
                <a:latin typeface="Calibri" panose="020F0502020204030204" pitchFamily="34" charset="0"/>
                <a:cs typeface="Calibri" panose="020F0502020204030204" pitchFamily="34" charset="0"/>
              </a:rPr>
              <a:t>Остроумова О.Д., Дудаев В.А., Фомина В.М. Артериальная гипертония и ишемическая болезнь сердца: как правильно выбрать лекарственные препараты // Лечебное дело. – 2014. – №4. – С. 41-49. </a:t>
            </a:r>
            <a:r>
              <a:rPr lang="ru-RU" sz="800" b="1" dirty="0">
                <a:solidFill>
                  <a:srgbClr val="323F48"/>
                </a:solidFill>
                <a:latin typeface="Calibri" panose="020F0502020204030204" pitchFamily="34" charset="0"/>
                <a:cs typeface="Calibri" panose="020F0502020204030204" pitchFamily="34" charset="0"/>
              </a:rPr>
              <a:t>2. </a:t>
            </a:r>
            <a:r>
              <a:rPr lang="en-US" sz="800" dirty="0">
                <a:solidFill>
                  <a:srgbClr val="323F48"/>
                </a:solidFill>
                <a:latin typeface="Calibri" panose="020F0502020204030204" pitchFamily="34" charset="0"/>
                <a:cs typeface="Calibri" panose="020F0502020204030204" pitchFamily="34" charset="0"/>
              </a:rPr>
              <a:t>Bhatt D.L., Steg P.G., </a:t>
            </a:r>
            <a:r>
              <a:rPr lang="en-US" sz="800" dirty="0" err="1">
                <a:solidFill>
                  <a:srgbClr val="323F48"/>
                </a:solidFill>
                <a:latin typeface="Calibri" panose="020F0502020204030204" pitchFamily="34" charset="0"/>
                <a:cs typeface="Calibri" panose="020F0502020204030204" pitchFamily="34" charset="0"/>
              </a:rPr>
              <a:t>Ohman</a:t>
            </a:r>
            <a:r>
              <a:rPr lang="en-US" sz="800" dirty="0">
                <a:solidFill>
                  <a:srgbClr val="323F48"/>
                </a:solidFill>
                <a:latin typeface="Calibri" panose="020F0502020204030204" pitchFamily="34" charset="0"/>
                <a:cs typeface="Calibri" panose="020F0502020204030204" pitchFamily="34" charset="0"/>
              </a:rPr>
              <a:t> E.M. et al. REACH Registry Investigators. International prevalence, recognition, and treatment of cardiovascular risk factors in outpatients with atherothrombosis // JAMA. 2006. V. 295. P. 180–189.</a:t>
            </a:r>
            <a:r>
              <a:rPr lang="ru-RU" sz="800" dirty="0">
                <a:solidFill>
                  <a:srgbClr val="323F48"/>
                </a:solidFill>
                <a:latin typeface="Calibri" panose="020F0502020204030204" pitchFamily="34" charset="0"/>
                <a:cs typeface="Calibri" panose="020F0502020204030204" pitchFamily="34" charset="0"/>
              </a:rPr>
              <a:t> </a:t>
            </a:r>
            <a:r>
              <a:rPr lang="en-US" sz="800" b="1" dirty="0">
                <a:solidFill>
                  <a:srgbClr val="323F48"/>
                </a:solidFill>
                <a:latin typeface="Calibri" panose="020F0502020204030204" pitchFamily="34" charset="0"/>
                <a:cs typeface="Calibri" panose="020F0502020204030204" pitchFamily="34" charset="0"/>
              </a:rPr>
              <a:t>3. </a:t>
            </a:r>
            <a:r>
              <a:rPr lang="en-US" sz="800" dirty="0">
                <a:solidFill>
                  <a:srgbClr val="323F48"/>
                </a:solidFill>
                <a:latin typeface="Calibri" panose="020F0502020204030204" pitchFamily="34" charset="0"/>
                <a:cs typeface="Calibri" panose="020F0502020204030204" pitchFamily="34" charset="0"/>
              </a:rPr>
              <a:t>Yusuf S., Hawken S., </a:t>
            </a:r>
            <a:r>
              <a:rPr lang="en-US" sz="800" dirty="0" err="1">
                <a:solidFill>
                  <a:srgbClr val="323F48"/>
                </a:solidFill>
                <a:latin typeface="Calibri" panose="020F0502020204030204" pitchFamily="34" charset="0"/>
                <a:cs typeface="Calibri" panose="020F0502020204030204" pitchFamily="34" charset="0"/>
              </a:rPr>
              <a:t>Ounpuu</a:t>
            </a:r>
            <a:r>
              <a:rPr lang="en-US" sz="800" dirty="0">
                <a:solidFill>
                  <a:srgbClr val="323F48"/>
                </a:solidFill>
                <a:latin typeface="Calibri" panose="020F0502020204030204" pitchFamily="34" charset="0"/>
                <a:cs typeface="Calibri" panose="020F0502020204030204" pitchFamily="34" charset="0"/>
              </a:rPr>
              <a:t> S. et al., INTERHEART Study Investigators. Effect of potentially modifiable risk factors associated with myocardial infarction in 52 countries (the INTERHEART study): case-control study // Lancet. 2004. V. 364. P. 937–952.</a:t>
            </a:r>
          </a:p>
        </p:txBody>
      </p:sp>
      <p:sp>
        <p:nvSpPr>
          <p:cNvPr id="12" name="Заголовок 3">
            <a:extLst>
              <a:ext uri="{FF2B5EF4-FFF2-40B4-BE49-F238E27FC236}">
                <a16:creationId xmlns:a16="http://schemas.microsoft.com/office/drawing/2014/main" id="{80E1D613-9249-5923-77D1-8461C79D81CF}"/>
              </a:ext>
            </a:extLst>
          </p:cNvPr>
          <p:cNvSpPr txBox="1">
            <a:spLocks/>
          </p:cNvSpPr>
          <p:nvPr/>
        </p:nvSpPr>
        <p:spPr>
          <a:xfrm>
            <a:off x="895943" y="497766"/>
            <a:ext cx="10520054" cy="823535"/>
          </a:xfrm>
          <a:prstGeom prst="rect">
            <a:avLst/>
          </a:prstGeom>
        </p:spPr>
        <p:txBody>
          <a:bodyPr vert="horz" lIns="0" tIns="0" rIns="0" bIns="0" rtlCol="0" anchor="t" anchorCtr="0">
            <a:norm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ru-RU" sz="2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Артериальная гипертензия у пациентов с ишемической болезнью встречается более, чем в 80</a:t>
            </a:r>
            <a:r>
              <a:rPr kumimoji="0" lang="ru-RU" sz="16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a:t>
            </a:r>
            <a:r>
              <a:rPr kumimoji="0" lang="ru-RU" sz="2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случаев </a:t>
            </a: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(данные регистра REACH)</a:t>
            </a:r>
            <a:r>
              <a:rPr kumimoji="0" lang="ru-RU" sz="1000" b="0" i="0" u="none" strike="noStrike" kern="1200" cap="none" spc="0" normalizeH="0" baseline="30000" noProof="0" dirty="0">
                <a:ln>
                  <a:noFill/>
                </a:ln>
                <a:solidFill>
                  <a:srgbClr val="265374"/>
                </a:solidFill>
                <a:effectLst/>
                <a:uLnTx/>
                <a:uFillTx/>
                <a:latin typeface="Verdana" panose="020B0604030504040204" pitchFamily="34" charset="0"/>
                <a:ea typeface="Verdana" panose="020B0604030504040204" pitchFamily="34" charset="0"/>
                <a:cs typeface="+mj-cs"/>
              </a:rPr>
              <a:t>1,2</a:t>
            </a:r>
            <a:endParaRPr kumimoji="0" lang="ru-RU" sz="2300" b="0" i="0" u="none" strike="noStrike" kern="1200" cap="none" spc="0" normalizeH="0" baseline="30000" noProof="0" dirty="0">
              <a:ln>
                <a:noFill/>
              </a:ln>
              <a:solidFill>
                <a:srgbClr val="265374"/>
              </a:solidFill>
              <a:effectLst/>
              <a:uLnTx/>
              <a:uFillTx/>
              <a:latin typeface="Verdana" panose="020B0604030504040204" pitchFamily="34" charset="0"/>
              <a:ea typeface="Verdana" panose="020B0604030504040204" pitchFamily="34" charset="0"/>
              <a:cs typeface="+mj-cs"/>
            </a:endParaRPr>
          </a:p>
        </p:txBody>
      </p:sp>
    </p:spTree>
    <p:extLst>
      <p:ext uri="{BB962C8B-B14F-4D97-AF65-F5344CB8AC3E}">
        <p14:creationId xmlns:p14="http://schemas.microsoft.com/office/powerpoint/2010/main" val="2149800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2B582106-1C2B-A424-FF0F-69B7D8644CB3}"/>
              </a:ext>
            </a:extLst>
          </p:cNvPr>
          <p:cNvSpPr txBox="1"/>
          <p:nvPr/>
        </p:nvSpPr>
        <p:spPr>
          <a:xfrm>
            <a:off x="474998" y="709175"/>
            <a:ext cx="3493990" cy="4049351"/>
          </a:xfrm>
          <a:prstGeom prst="rect">
            <a:avLst/>
          </a:prstGeom>
          <a:gradFill flip="none" rotWithShape="1">
            <a:gsLst>
              <a:gs pos="80000">
                <a:srgbClr val="00A3E0"/>
              </a:gs>
              <a:gs pos="20000">
                <a:srgbClr val="005587"/>
              </a:gs>
            </a:gsLst>
            <a:lin ang="2700000" scaled="1"/>
            <a:tileRect/>
          </a:gradFill>
          <a:ln>
            <a:noFill/>
          </a:ln>
        </p:spPr>
        <p:txBody>
          <a:bodyPr wrap="square" lIns="252000" tIns="432000" rIns="182880" bIns="274320" rtlCol="0">
            <a:noAutofit/>
          </a:bodyPr>
          <a:lstStyle/>
          <a:p>
            <a:pPr marL="0" marR="0" lvl="0" indent="0" defTabSz="914400" eaLnBrk="1" fontAlgn="auto" latinLnBrk="0" hangingPunct="1">
              <a:lnSpc>
                <a:spcPct val="100000"/>
              </a:lnSpc>
              <a:spcBef>
                <a:spcPts val="0"/>
              </a:spcBef>
              <a:spcAft>
                <a:spcPts val="600"/>
              </a:spcAft>
              <a:buClrTx/>
              <a:buSzTx/>
              <a:buFontTx/>
              <a:buNone/>
              <a:tabLst/>
              <a:defRPr/>
            </a:pPr>
            <a:r>
              <a:rPr kumimoji="0" lang="ru-RU" sz="1300" b="1" i="0" u="sng" strike="noStrike" kern="0" cap="none" spc="0" normalizeH="0" baseline="0" noProof="0" dirty="0">
                <a:ln>
                  <a:noFill/>
                </a:ln>
                <a:solidFill>
                  <a:srgbClr val="FFFFFF"/>
                </a:solidFill>
                <a:effectLst/>
                <a:uLnTx/>
                <a:uFillTx/>
                <a:latin typeface="Arial" panose="020B0604020202020204"/>
              </a:rPr>
              <a:t>Ишемическая болезнь сердца (ИБС)</a:t>
            </a:r>
          </a:p>
          <a:p>
            <a:pPr marL="0" marR="0" lvl="0" indent="0" defTabSz="914400" eaLnBrk="1" fontAlgn="auto" latinLnBrk="0" hangingPunct="1">
              <a:lnSpc>
                <a:spcPct val="100000"/>
              </a:lnSpc>
              <a:spcBef>
                <a:spcPts val="0"/>
              </a:spcBef>
              <a:spcAft>
                <a:spcPts val="0"/>
              </a:spcAft>
              <a:buClrTx/>
              <a:buSzTx/>
              <a:buFontTx/>
              <a:buNone/>
              <a:tabLst/>
              <a:defRPr/>
            </a:pPr>
            <a:r>
              <a:rPr kumimoji="0" lang="ru-RU" sz="1300" b="1" i="0" u="none" strike="noStrike" kern="0" cap="none" spc="0" normalizeH="0" baseline="0" noProof="0" dirty="0">
                <a:ln>
                  <a:noFill/>
                </a:ln>
                <a:solidFill>
                  <a:srgbClr val="FFFFFF"/>
                </a:solidFill>
                <a:effectLst/>
                <a:uLnTx/>
                <a:uFillTx/>
                <a:latin typeface="Arial" panose="020B0604020202020204"/>
              </a:rPr>
              <a:t> </a:t>
            </a:r>
            <a:r>
              <a:rPr kumimoji="0" lang="ru-RU" sz="1300" b="0" i="0" u="none" strike="noStrike" kern="0" cap="none" spc="0" normalizeH="0" baseline="0" noProof="0" dirty="0">
                <a:ln>
                  <a:noFill/>
                </a:ln>
                <a:solidFill>
                  <a:srgbClr val="FFFFFF"/>
                </a:solidFill>
                <a:effectLst/>
                <a:uLnTx/>
                <a:uFillTx/>
                <a:latin typeface="Arial" panose="020B0604020202020204"/>
              </a:rPr>
              <a:t>— поражение миокарда, вызванное нарушением кровотока по КА.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srgbClr val="FFFFFF"/>
              </a:solidFill>
              <a:effectLst/>
              <a:uLnTx/>
              <a:uFillTx/>
              <a:latin typeface="Arial" panose="020B0604020202020204"/>
            </a:endParaRPr>
          </a:p>
          <a:p>
            <a:pPr marL="0" marR="0" lvl="0" indent="0" defTabSz="914400" eaLnBrk="1" fontAlgn="auto" latinLnBrk="0" hangingPunct="1">
              <a:lnSpc>
                <a:spcPct val="100000"/>
              </a:lnSpc>
              <a:spcBef>
                <a:spcPts val="0"/>
              </a:spcBef>
              <a:spcAft>
                <a:spcPts val="600"/>
              </a:spcAft>
              <a:buClrTx/>
              <a:buSzTx/>
              <a:buFontTx/>
              <a:buNone/>
              <a:tabLst/>
              <a:defRPr/>
            </a:pPr>
            <a:r>
              <a:rPr kumimoji="0" lang="ru-RU" sz="1300" b="0" i="0" u="none" strike="noStrike" kern="0" cap="none" spc="0" normalizeH="0" baseline="0" noProof="0" dirty="0">
                <a:ln>
                  <a:noFill/>
                </a:ln>
                <a:solidFill>
                  <a:srgbClr val="FFFFFF"/>
                </a:solidFill>
                <a:effectLst/>
                <a:uLnTx/>
                <a:uFillTx/>
                <a:latin typeface="Arial" panose="020B0604020202020204"/>
              </a:rPr>
              <a:t>Возникает в результате органических (необратимых) и функциональных (преходящих) изменений. </a:t>
            </a:r>
          </a:p>
          <a:p>
            <a:pPr marL="0" marR="0" lvl="0" indent="0" defTabSz="914400" eaLnBrk="1" fontAlgn="auto" latinLnBrk="0" hangingPunct="1">
              <a:lnSpc>
                <a:spcPct val="100000"/>
              </a:lnSpc>
              <a:spcBef>
                <a:spcPts val="0"/>
              </a:spcBef>
              <a:spcAft>
                <a:spcPts val="600"/>
              </a:spcAft>
              <a:buClrTx/>
              <a:buSzTx/>
              <a:buFontTx/>
              <a:buNone/>
              <a:tabLst/>
              <a:defRPr/>
            </a:pPr>
            <a:r>
              <a:rPr kumimoji="0" lang="ru-RU" sz="1300" b="0" i="0" u="none" strike="noStrike" kern="0" cap="none" spc="0" normalizeH="0" baseline="0" noProof="0" dirty="0">
                <a:ln>
                  <a:noFill/>
                </a:ln>
                <a:solidFill>
                  <a:srgbClr val="FFFFFF"/>
                </a:solidFill>
                <a:effectLst/>
                <a:uLnTx/>
                <a:uFillTx/>
                <a:latin typeface="Arial" panose="020B0604020202020204"/>
              </a:rPr>
              <a:t>Главная причина органического поражения — </a:t>
            </a:r>
            <a:r>
              <a:rPr kumimoji="0" lang="ru-RU" sz="1300" b="1" i="0" u="none" strike="noStrike" kern="0" cap="none" spc="0" normalizeH="0" baseline="0" noProof="0" dirty="0">
                <a:ln>
                  <a:noFill/>
                </a:ln>
                <a:solidFill>
                  <a:srgbClr val="FFFFFF"/>
                </a:solidFill>
                <a:effectLst/>
                <a:uLnTx/>
                <a:uFillTx/>
                <a:latin typeface="Arial" panose="020B0604020202020204"/>
              </a:rPr>
              <a:t>атеросклероз КА</a:t>
            </a:r>
            <a:r>
              <a:rPr kumimoji="0" lang="ru-RU" sz="1300" b="0" i="0" u="none" strike="noStrike" kern="0" cap="none" spc="0" normalizeH="0" baseline="0" noProof="0" dirty="0">
                <a:ln>
                  <a:noFill/>
                </a:ln>
                <a:solidFill>
                  <a:srgbClr val="FFFFFF"/>
                </a:solidFill>
                <a:effectLst/>
                <a:uLnTx/>
                <a:uFillTx/>
                <a:latin typeface="Arial" panose="020B0604020202020204"/>
              </a:rPr>
              <a:t>. К функциональным изменениям относят </a:t>
            </a:r>
            <a:r>
              <a:rPr kumimoji="0" lang="ru-RU" sz="1300" b="1" i="0" u="none" strike="noStrike" kern="0" cap="none" spc="0" normalizeH="0" baseline="0" noProof="0" dirty="0">
                <a:ln>
                  <a:noFill/>
                </a:ln>
                <a:solidFill>
                  <a:srgbClr val="FFFFFF"/>
                </a:solidFill>
                <a:effectLst/>
                <a:uLnTx/>
                <a:uFillTx/>
                <a:latin typeface="Arial" panose="020B0604020202020204"/>
              </a:rPr>
              <a:t>спазм</a:t>
            </a:r>
            <a:r>
              <a:rPr kumimoji="0" lang="ru-RU" sz="1300" b="0" i="0" u="none" strike="noStrike" kern="0" cap="none" spc="0" normalizeH="0" baseline="0" noProof="0" dirty="0">
                <a:ln>
                  <a:noFill/>
                </a:ln>
                <a:solidFill>
                  <a:srgbClr val="FFFFFF"/>
                </a:solidFill>
                <a:effectLst/>
                <a:uLnTx/>
                <a:uFillTx/>
                <a:latin typeface="Arial" panose="020B0604020202020204"/>
              </a:rPr>
              <a:t> и </a:t>
            </a:r>
            <a:r>
              <a:rPr kumimoji="0" lang="ru-RU" sz="1300" b="1" i="0" u="none" strike="noStrike" kern="0" cap="none" spc="0" normalizeH="0" baseline="0" noProof="0" dirty="0">
                <a:ln>
                  <a:noFill/>
                </a:ln>
                <a:solidFill>
                  <a:srgbClr val="FFFFFF"/>
                </a:solidFill>
                <a:effectLst/>
                <a:uLnTx/>
                <a:uFillTx/>
                <a:latin typeface="Arial" panose="020B0604020202020204"/>
              </a:rPr>
              <a:t>внутрисосудистый тромбоз</a:t>
            </a:r>
            <a:r>
              <a:rPr kumimoji="0" lang="ru-RU" sz="1300" b="0" i="0" u="none" strike="noStrike" kern="0" cap="none" spc="0" normalizeH="0" baseline="0" noProof="0" dirty="0">
                <a:ln>
                  <a:noFill/>
                </a:ln>
                <a:solidFill>
                  <a:srgbClr val="FFFFFF"/>
                </a:solidFill>
                <a:effectLst/>
                <a:uLnTx/>
                <a:uFillTx/>
                <a:latin typeface="Arial" panose="020B0604020202020204"/>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ru-RU" sz="1300" b="0" i="0" u="none" strike="noStrike" kern="0" cap="none" spc="0" normalizeH="0" baseline="0" noProof="0" dirty="0">
                <a:ln>
                  <a:noFill/>
                </a:ln>
                <a:solidFill>
                  <a:srgbClr val="FFFFFF"/>
                </a:solidFill>
                <a:effectLst/>
                <a:uLnTx/>
                <a:uFillTx/>
                <a:latin typeface="Arial" panose="020B0604020202020204"/>
              </a:rPr>
              <a:t>Понятие включает в себя острые преходящие (нестабильные) и хронические (стабильные) состояния.</a:t>
            </a:r>
          </a:p>
        </p:txBody>
      </p:sp>
      <p:sp>
        <p:nvSpPr>
          <p:cNvPr id="19" name="Isosceles Triangle 18">
            <a:extLst>
              <a:ext uri="{FF2B5EF4-FFF2-40B4-BE49-F238E27FC236}">
                <a16:creationId xmlns:a16="http://schemas.microsoft.com/office/drawing/2014/main" id="{C954EB72-CEE4-7DAF-104F-79B283E67970}"/>
              </a:ext>
            </a:extLst>
          </p:cNvPr>
          <p:cNvSpPr/>
          <p:nvPr/>
        </p:nvSpPr>
        <p:spPr>
          <a:xfrm rot="10800000">
            <a:off x="474995" y="4758526"/>
            <a:ext cx="1247229" cy="338086"/>
          </a:xfrm>
          <a:prstGeom prst="triangle">
            <a:avLst>
              <a:gd name="adj" fmla="val 0"/>
            </a:avLst>
          </a:prstGeom>
          <a:solidFill>
            <a:srgbClr val="005587"/>
          </a:solidFill>
          <a:ln w="12700" cap="flat" cmpd="sng" algn="ctr">
            <a:noFill/>
            <a:prstDash val="solid"/>
            <a:miter lim="800000"/>
          </a:ln>
          <a:effectLst/>
        </p:spPr>
        <p:txBody>
          <a:bodyPr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20" name="Title 1">
            <a:extLst>
              <a:ext uri="{FF2B5EF4-FFF2-40B4-BE49-F238E27FC236}">
                <a16:creationId xmlns:a16="http://schemas.microsoft.com/office/drawing/2014/main" id="{33DCB137-89F0-6AD2-A24C-DB34AC375754}"/>
              </a:ext>
            </a:extLst>
          </p:cNvPr>
          <p:cNvSpPr txBox="1">
            <a:spLocks/>
          </p:cNvSpPr>
          <p:nvPr/>
        </p:nvSpPr>
        <p:spPr>
          <a:xfrm>
            <a:off x="384694" y="-205262"/>
            <a:ext cx="11338560" cy="768263"/>
          </a:xfrm>
          <a:prstGeom prst="rect">
            <a:avLst/>
          </a:prstGeom>
        </p:spPr>
        <p:txBody>
          <a:bodyPr lIns="91440" tIns="45720" rIns="91440" bIns="45720" anchor="b" anchorCtr="0"/>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ru-RU" sz="2800" b="1" i="0" u="none" strike="noStrike" kern="1200" cap="none" spc="0" normalizeH="0" baseline="0" noProof="0" dirty="0">
                <a:ln>
                  <a:noFill/>
                </a:ln>
                <a:solidFill>
                  <a:srgbClr val="2B3A42"/>
                </a:solidFill>
                <a:effectLst/>
                <a:uLnTx/>
                <a:uFillTx/>
                <a:latin typeface="Arial" panose="020B0604020202020204"/>
                <a:ea typeface="+mj-ea"/>
                <a:cs typeface="+mj-cs"/>
              </a:rPr>
              <a:t>Одна болезнь, три определения: МЗ РФ, ESC, AHA/ACC</a:t>
            </a:r>
            <a:endParaRPr kumimoji="0" lang="en-US" sz="2800" b="1" i="0" u="none" strike="noStrike" kern="1200" cap="none" spc="0" normalizeH="0" baseline="0" noProof="0" dirty="0">
              <a:ln>
                <a:noFill/>
              </a:ln>
              <a:solidFill>
                <a:srgbClr val="2B3A42"/>
              </a:solidFill>
              <a:effectLst/>
              <a:uLnTx/>
              <a:uFillTx/>
              <a:latin typeface="Arial" panose="020B0604020202020204"/>
              <a:ea typeface="+mj-ea"/>
              <a:cs typeface="+mj-cs"/>
            </a:endParaRPr>
          </a:p>
        </p:txBody>
      </p:sp>
      <p:sp>
        <p:nvSpPr>
          <p:cNvPr id="23" name="TextBox 22">
            <a:extLst>
              <a:ext uri="{FF2B5EF4-FFF2-40B4-BE49-F238E27FC236}">
                <a16:creationId xmlns:a16="http://schemas.microsoft.com/office/drawing/2014/main" id="{51841B68-7622-E70E-5FFA-96F85D12CEA2}"/>
              </a:ext>
            </a:extLst>
          </p:cNvPr>
          <p:cNvSpPr txBox="1"/>
          <p:nvPr/>
        </p:nvSpPr>
        <p:spPr>
          <a:xfrm>
            <a:off x="4349002" y="709174"/>
            <a:ext cx="3493990" cy="4242474"/>
          </a:xfrm>
          <a:prstGeom prst="rect">
            <a:avLst/>
          </a:prstGeom>
          <a:gradFill flip="none" rotWithShape="1">
            <a:gsLst>
              <a:gs pos="80000">
                <a:srgbClr val="00A3E0"/>
              </a:gs>
              <a:gs pos="20000">
                <a:srgbClr val="005587"/>
              </a:gs>
            </a:gsLst>
            <a:lin ang="2700000" scaled="1"/>
            <a:tileRect/>
          </a:gradFill>
          <a:ln>
            <a:noFill/>
          </a:ln>
        </p:spPr>
        <p:txBody>
          <a:bodyPr wrap="square" lIns="252000" tIns="432000" rIns="72000" bIns="274320" rtlCol="0">
            <a:noAutofit/>
          </a:bodyPr>
          <a:lstStyle/>
          <a:p>
            <a:pPr lvl="0">
              <a:spcAft>
                <a:spcPts val="600"/>
              </a:spcAft>
              <a:defRPr/>
            </a:pPr>
            <a:r>
              <a:rPr lang="ru-RU" sz="1300" b="1" u="sng" kern="0" dirty="0">
                <a:solidFill>
                  <a:srgbClr val="FFFFFF"/>
                </a:solidFill>
                <a:latin typeface="Arial" panose="020B0604020202020204"/>
              </a:rPr>
              <a:t>Хронические коронарные синдромы</a:t>
            </a:r>
          </a:p>
          <a:p>
            <a:pPr lvl="0">
              <a:spcAft>
                <a:spcPts val="600"/>
              </a:spcAft>
              <a:defRPr/>
            </a:pPr>
            <a:r>
              <a:rPr lang="ru-RU" sz="1300" kern="0" dirty="0">
                <a:solidFill>
                  <a:srgbClr val="FFFFFF"/>
                </a:solidFill>
                <a:latin typeface="Arial" panose="020B0604020202020204"/>
              </a:rPr>
              <a:t>(ХКС) — это спектр клинических проявлений, вследствие </a:t>
            </a:r>
            <a:r>
              <a:rPr lang="ru-RU" sz="1300" b="1" kern="0" dirty="0">
                <a:solidFill>
                  <a:srgbClr val="FFFFFF"/>
                </a:solidFill>
                <a:latin typeface="Arial" panose="020B0604020202020204"/>
              </a:rPr>
              <a:t>структурных</a:t>
            </a:r>
            <a:r>
              <a:rPr lang="ru-RU" sz="1300" kern="0" dirty="0">
                <a:solidFill>
                  <a:srgbClr val="FFFFFF"/>
                </a:solidFill>
                <a:latin typeface="Arial" panose="020B0604020202020204"/>
              </a:rPr>
              <a:t> и/или </a:t>
            </a:r>
            <a:r>
              <a:rPr lang="ru-RU" sz="1300" b="1" kern="0" dirty="0">
                <a:solidFill>
                  <a:srgbClr val="FFFFFF"/>
                </a:solidFill>
                <a:latin typeface="Arial" panose="020B0604020202020204"/>
              </a:rPr>
              <a:t>функциональных</a:t>
            </a:r>
            <a:r>
              <a:rPr lang="ru-RU" sz="1300" kern="0" dirty="0">
                <a:solidFill>
                  <a:srgbClr val="FFFFFF"/>
                </a:solidFill>
                <a:latin typeface="Arial" panose="020B0604020202020204"/>
              </a:rPr>
              <a:t> </a:t>
            </a:r>
            <a:r>
              <a:rPr lang="ru-RU" sz="1300" b="1" kern="0" dirty="0">
                <a:solidFill>
                  <a:srgbClr val="FFFFFF"/>
                </a:solidFill>
                <a:latin typeface="Arial" panose="020B0604020202020204"/>
              </a:rPr>
              <a:t>изменений</a:t>
            </a:r>
            <a:r>
              <a:rPr lang="ru-RU" sz="1300" kern="0" dirty="0">
                <a:solidFill>
                  <a:srgbClr val="FFFFFF"/>
                </a:solidFill>
                <a:latin typeface="Arial" panose="020B0604020202020204"/>
              </a:rPr>
              <a:t>, </a:t>
            </a:r>
            <a:r>
              <a:rPr lang="ru-RU" sz="1300" kern="0" spc="-20" dirty="0">
                <a:solidFill>
                  <a:srgbClr val="FFFFFF"/>
                </a:solidFill>
                <a:latin typeface="Arial" panose="020B0604020202020204"/>
              </a:rPr>
              <a:t>связанных с </a:t>
            </a:r>
            <a:r>
              <a:rPr lang="ru-RU" sz="1300" b="1" kern="0" spc="-20" dirty="0">
                <a:solidFill>
                  <a:srgbClr val="FFFFFF"/>
                </a:solidFill>
                <a:latin typeface="Arial" panose="020B0604020202020204"/>
              </a:rPr>
              <a:t>хроническими заболеваниями КА и/или микроциркуляции</a:t>
            </a:r>
            <a:r>
              <a:rPr lang="ru-RU" sz="1300" kern="0" spc="-20" dirty="0">
                <a:solidFill>
                  <a:srgbClr val="FFFFFF"/>
                </a:solidFill>
                <a:latin typeface="Arial" panose="020B0604020202020204"/>
              </a:rPr>
              <a:t>.</a:t>
            </a:r>
            <a:r>
              <a:rPr lang="ru-RU" sz="1300" kern="0" dirty="0">
                <a:solidFill>
                  <a:srgbClr val="FFFFFF"/>
                </a:solidFill>
                <a:latin typeface="Arial" panose="020B0604020202020204"/>
              </a:rPr>
              <a:t> </a:t>
            </a:r>
          </a:p>
          <a:p>
            <a:pPr lvl="0">
              <a:spcAft>
                <a:spcPts val="600"/>
              </a:spcAft>
              <a:defRPr/>
            </a:pPr>
            <a:r>
              <a:rPr lang="ru-RU" sz="1300" kern="0" dirty="0">
                <a:solidFill>
                  <a:srgbClr val="FFFFFF"/>
                </a:solidFill>
                <a:latin typeface="Arial" panose="020B0604020202020204"/>
              </a:rPr>
              <a:t>Могут приводить к преходящему, обратимому несоответствию между потребностью миокарда в </a:t>
            </a:r>
            <a:r>
              <a:rPr lang="en-US" sz="1300" kern="0" dirty="0">
                <a:solidFill>
                  <a:srgbClr val="FFFFFF"/>
                </a:solidFill>
                <a:latin typeface="Arial" panose="020B0604020202020204"/>
              </a:rPr>
              <a:t>O2</a:t>
            </a:r>
            <a:r>
              <a:rPr lang="ru-RU" sz="1300" kern="0" dirty="0">
                <a:solidFill>
                  <a:srgbClr val="FFFFFF"/>
                </a:solidFill>
                <a:latin typeface="Arial" panose="020B0604020202020204"/>
              </a:rPr>
              <a:t> и его кровоснабжением, </a:t>
            </a:r>
            <a:r>
              <a:rPr lang="ru-RU" sz="1300" kern="0" spc="-20" dirty="0">
                <a:solidFill>
                  <a:srgbClr val="FFFFFF"/>
                </a:solidFill>
                <a:latin typeface="Arial" panose="020B0604020202020204"/>
              </a:rPr>
              <a:t>вызывающему </a:t>
            </a:r>
            <a:r>
              <a:rPr lang="ru-RU" sz="1300" kern="0" spc="-20" dirty="0" err="1">
                <a:solidFill>
                  <a:srgbClr val="FFFFFF"/>
                </a:solidFill>
                <a:latin typeface="Arial" panose="020B0604020202020204"/>
              </a:rPr>
              <a:t>гипоперфузию</a:t>
            </a:r>
            <a:r>
              <a:rPr lang="ru-RU" sz="1300" kern="0" spc="-20" dirty="0">
                <a:solidFill>
                  <a:srgbClr val="FFFFFF"/>
                </a:solidFill>
                <a:latin typeface="Arial" panose="020B0604020202020204"/>
              </a:rPr>
              <a:t> (ишемию), обычно, хотя и не всегда, провоцируемую</a:t>
            </a:r>
            <a:r>
              <a:rPr lang="ru-RU" sz="1300" kern="0" dirty="0">
                <a:solidFill>
                  <a:srgbClr val="FFFFFF"/>
                </a:solidFill>
                <a:latin typeface="Arial" panose="020B0604020202020204"/>
              </a:rPr>
              <a:t> физической нагрузкой, эмоциями или другим стрессом.</a:t>
            </a:r>
          </a:p>
          <a:p>
            <a:pPr lvl="0">
              <a:spcAft>
                <a:spcPts val="600"/>
              </a:spcAft>
              <a:defRPr/>
            </a:pPr>
            <a:r>
              <a:rPr lang="ru-RU" sz="1300" kern="0" dirty="0">
                <a:solidFill>
                  <a:srgbClr val="FFFFFF"/>
                </a:solidFill>
                <a:latin typeface="Arial" panose="020B0604020202020204"/>
              </a:rPr>
              <a:t>Проявляется стенокардией, иными болями/дискомфортом в грудной клетке, одышкой либо протекает бессимптомно.</a:t>
            </a:r>
          </a:p>
        </p:txBody>
      </p:sp>
      <p:sp>
        <p:nvSpPr>
          <p:cNvPr id="24" name="Isosceles Triangle 23">
            <a:extLst>
              <a:ext uri="{FF2B5EF4-FFF2-40B4-BE49-F238E27FC236}">
                <a16:creationId xmlns:a16="http://schemas.microsoft.com/office/drawing/2014/main" id="{38BB7935-AE84-6DCF-90F3-C2B237406CDD}"/>
              </a:ext>
            </a:extLst>
          </p:cNvPr>
          <p:cNvSpPr/>
          <p:nvPr/>
        </p:nvSpPr>
        <p:spPr>
          <a:xfrm rot="10800000">
            <a:off x="4348999" y="4951648"/>
            <a:ext cx="1247229" cy="338086"/>
          </a:xfrm>
          <a:prstGeom prst="triangle">
            <a:avLst>
              <a:gd name="adj" fmla="val 0"/>
            </a:avLst>
          </a:prstGeom>
          <a:solidFill>
            <a:srgbClr val="005587"/>
          </a:solidFill>
          <a:ln w="12700" cap="flat" cmpd="sng" algn="ctr">
            <a:noFill/>
            <a:prstDash val="solid"/>
            <a:miter lim="800000"/>
          </a:ln>
          <a:effectLst/>
        </p:spPr>
        <p:txBody>
          <a:bodyPr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26" name="TextBox 25">
            <a:extLst>
              <a:ext uri="{FF2B5EF4-FFF2-40B4-BE49-F238E27FC236}">
                <a16:creationId xmlns:a16="http://schemas.microsoft.com/office/drawing/2014/main" id="{8EDDCD4F-7D86-90DA-8CE3-250598CDDCCF}"/>
              </a:ext>
            </a:extLst>
          </p:cNvPr>
          <p:cNvSpPr txBox="1"/>
          <p:nvPr/>
        </p:nvSpPr>
        <p:spPr>
          <a:xfrm>
            <a:off x="8203862" y="709174"/>
            <a:ext cx="3493990" cy="4050000"/>
          </a:xfrm>
          <a:prstGeom prst="rect">
            <a:avLst/>
          </a:prstGeom>
          <a:gradFill flip="none" rotWithShape="1">
            <a:gsLst>
              <a:gs pos="80000">
                <a:srgbClr val="00A3E0"/>
              </a:gs>
              <a:gs pos="20000">
                <a:srgbClr val="005587"/>
              </a:gs>
            </a:gsLst>
            <a:lin ang="2700000" scaled="1"/>
            <a:tileRect/>
          </a:gradFill>
          <a:ln>
            <a:noFill/>
          </a:ln>
        </p:spPr>
        <p:txBody>
          <a:bodyPr wrap="square" lIns="252000" tIns="432000" rIns="182880" bIns="274320" rtlCol="0">
            <a:noAutofit/>
          </a:bodyPr>
          <a:lstStyle/>
          <a:p>
            <a:pPr marL="0" marR="0" lvl="0" indent="0" defTabSz="914400" eaLnBrk="1" fontAlgn="auto" latinLnBrk="0" hangingPunct="1">
              <a:lnSpc>
                <a:spcPct val="100000"/>
              </a:lnSpc>
              <a:spcBef>
                <a:spcPts val="0"/>
              </a:spcBef>
              <a:spcAft>
                <a:spcPts val="600"/>
              </a:spcAft>
              <a:buClrTx/>
              <a:buSzTx/>
              <a:buFontTx/>
              <a:buNone/>
              <a:tabLst/>
              <a:defRPr/>
            </a:pPr>
            <a:r>
              <a:rPr lang="ru-RU" sz="1300" b="1" u="sng" kern="0" dirty="0">
                <a:solidFill>
                  <a:srgbClr val="FFFFFF"/>
                </a:solidFill>
                <a:latin typeface="Arial" panose="020B0604020202020204"/>
              </a:rPr>
              <a:t>Хроническая коронарная болезнь</a:t>
            </a:r>
          </a:p>
          <a:p>
            <a:pPr marL="0" marR="0" lvl="0" indent="0" defTabSz="914400" eaLnBrk="1" fontAlgn="auto" latinLnBrk="0" hangingPunct="1">
              <a:lnSpc>
                <a:spcPct val="100000"/>
              </a:lnSpc>
              <a:spcBef>
                <a:spcPts val="0"/>
              </a:spcBef>
              <a:spcAft>
                <a:spcPts val="600"/>
              </a:spcAft>
              <a:buClrTx/>
              <a:buSzTx/>
              <a:buFontTx/>
              <a:buNone/>
              <a:tabLst/>
              <a:defRPr/>
            </a:pPr>
            <a:r>
              <a:rPr lang="ru-RU" sz="1300" b="1" kern="0" dirty="0">
                <a:solidFill>
                  <a:srgbClr val="FFFFFF"/>
                </a:solidFill>
                <a:latin typeface="Arial" panose="020B0604020202020204"/>
              </a:rPr>
              <a:t> </a:t>
            </a:r>
            <a:r>
              <a:rPr lang="ru-RU" sz="1300" kern="0" dirty="0">
                <a:solidFill>
                  <a:srgbClr val="FFFFFF"/>
                </a:solidFill>
                <a:latin typeface="Arial" panose="020B0604020202020204"/>
              </a:rPr>
              <a:t>(</a:t>
            </a:r>
            <a:r>
              <a:rPr lang="ru-RU" sz="1300" kern="0" dirty="0" err="1">
                <a:solidFill>
                  <a:srgbClr val="FFFFFF"/>
                </a:solidFill>
                <a:latin typeface="Arial" panose="020B0604020202020204"/>
              </a:rPr>
              <a:t>Chronic</a:t>
            </a:r>
            <a:r>
              <a:rPr lang="ru-RU" sz="1300" kern="0" dirty="0">
                <a:solidFill>
                  <a:srgbClr val="FFFFFF"/>
                </a:solidFill>
                <a:latin typeface="Arial" panose="020B0604020202020204"/>
              </a:rPr>
              <a:t> </a:t>
            </a:r>
            <a:r>
              <a:rPr lang="ru-RU" sz="1300" kern="0" dirty="0" err="1">
                <a:solidFill>
                  <a:srgbClr val="FFFFFF"/>
                </a:solidFill>
                <a:latin typeface="Arial" panose="020B0604020202020204"/>
              </a:rPr>
              <a:t>Coronary</a:t>
            </a:r>
            <a:r>
              <a:rPr lang="ru-RU" sz="1300" kern="0" dirty="0">
                <a:solidFill>
                  <a:srgbClr val="FFFFFF"/>
                </a:solidFill>
                <a:latin typeface="Arial" panose="020B0604020202020204"/>
              </a:rPr>
              <a:t> </a:t>
            </a:r>
            <a:r>
              <a:rPr lang="ru-RU" sz="1300" kern="0" dirty="0" err="1">
                <a:solidFill>
                  <a:srgbClr val="FFFFFF"/>
                </a:solidFill>
                <a:latin typeface="Arial" panose="020B0604020202020204"/>
              </a:rPr>
              <a:t>Disease</a:t>
            </a:r>
            <a:r>
              <a:rPr lang="ru-RU" sz="1300" kern="0" dirty="0">
                <a:solidFill>
                  <a:srgbClr val="FFFFFF"/>
                </a:solidFill>
                <a:latin typeface="Arial" panose="020B0604020202020204"/>
              </a:rPr>
              <a:t>, CCD) — это гетерогенная группа состояний, включающая </a:t>
            </a:r>
          </a:p>
          <a:p>
            <a:pPr marL="179388" marR="0" lvl="0" indent="-179388" defTabSz="914400" eaLnBrk="1" fontAlgn="auto" latinLnBrk="0" hangingPunct="1">
              <a:lnSpc>
                <a:spcPct val="100000"/>
              </a:lnSpc>
              <a:spcBef>
                <a:spcPts val="0"/>
              </a:spcBef>
              <a:spcAft>
                <a:spcPts val="600"/>
              </a:spcAft>
              <a:buClrTx/>
              <a:buSzTx/>
              <a:buFont typeface="Arial" panose="020B0604020202020204" pitchFamily="34" charset="0"/>
              <a:buChar char="•"/>
              <a:tabLst/>
              <a:defRPr/>
            </a:pPr>
            <a:r>
              <a:rPr lang="ru-RU" sz="1300" kern="0" dirty="0">
                <a:solidFill>
                  <a:srgbClr val="FFFFFF"/>
                </a:solidFill>
                <a:latin typeface="Arial" panose="020B0604020202020204"/>
              </a:rPr>
              <a:t>обструктивную и </a:t>
            </a:r>
            <a:r>
              <a:rPr lang="ru-RU" sz="1300" kern="0" dirty="0" err="1">
                <a:solidFill>
                  <a:srgbClr val="FFFFFF"/>
                </a:solidFill>
                <a:latin typeface="Arial" panose="020B0604020202020204"/>
              </a:rPr>
              <a:t>необструктивную</a:t>
            </a:r>
            <a:r>
              <a:rPr lang="ru-RU" sz="1300" kern="0" dirty="0">
                <a:solidFill>
                  <a:srgbClr val="FFFFFF"/>
                </a:solidFill>
                <a:latin typeface="Arial" panose="020B0604020202020204"/>
              </a:rPr>
              <a:t> ИБС, </a:t>
            </a:r>
          </a:p>
          <a:p>
            <a:pPr marL="179388" marR="0" lvl="0" indent="-179388" defTabSz="914400" eaLnBrk="1" fontAlgn="auto" latinLnBrk="0" hangingPunct="1">
              <a:lnSpc>
                <a:spcPct val="100000"/>
              </a:lnSpc>
              <a:spcBef>
                <a:spcPts val="0"/>
              </a:spcBef>
              <a:spcAft>
                <a:spcPts val="600"/>
              </a:spcAft>
              <a:buClrTx/>
              <a:buSzTx/>
              <a:buFont typeface="Arial" panose="020B0604020202020204" pitchFamily="34" charset="0"/>
              <a:buChar char="•"/>
              <a:tabLst/>
              <a:defRPr/>
            </a:pPr>
            <a:r>
              <a:rPr lang="ru-RU" sz="1300" kern="0" dirty="0">
                <a:solidFill>
                  <a:srgbClr val="FFFFFF"/>
                </a:solidFill>
                <a:latin typeface="Arial" panose="020B0604020202020204"/>
              </a:rPr>
              <a:t>с перенесённым или без перенесённого инфаркта миокарда</a:t>
            </a:r>
          </a:p>
          <a:p>
            <a:pPr marL="179388" marR="0" lvl="0" indent="-179388" defTabSz="914400" eaLnBrk="1" fontAlgn="auto" latinLnBrk="0" hangingPunct="1">
              <a:lnSpc>
                <a:spcPct val="100000"/>
              </a:lnSpc>
              <a:spcBef>
                <a:spcPts val="0"/>
              </a:spcBef>
              <a:spcAft>
                <a:spcPts val="600"/>
              </a:spcAft>
              <a:buClrTx/>
              <a:buSzTx/>
              <a:buFont typeface="Arial" panose="020B0604020202020204" pitchFamily="34" charset="0"/>
              <a:buChar char="•"/>
              <a:tabLst/>
              <a:defRPr/>
            </a:pPr>
            <a:r>
              <a:rPr lang="ru-RU" sz="1300" kern="0" dirty="0">
                <a:solidFill>
                  <a:srgbClr val="FFFFFF"/>
                </a:solidFill>
                <a:latin typeface="Arial" panose="020B0604020202020204"/>
              </a:rPr>
              <a:t>или </a:t>
            </a:r>
            <a:r>
              <a:rPr lang="ru-RU" sz="1300" kern="0" dirty="0" err="1">
                <a:solidFill>
                  <a:srgbClr val="FFFFFF"/>
                </a:solidFill>
                <a:latin typeface="Arial" panose="020B0604020202020204"/>
              </a:rPr>
              <a:t>реваскуляризации</a:t>
            </a:r>
            <a:r>
              <a:rPr lang="ru-RU" sz="1300" kern="0" dirty="0">
                <a:solidFill>
                  <a:srgbClr val="FFFFFF"/>
                </a:solidFill>
                <a:latin typeface="Arial" panose="020B0604020202020204"/>
              </a:rPr>
              <a:t>, </a:t>
            </a:r>
          </a:p>
          <a:p>
            <a:pPr marL="179388" marR="0" lvl="0" indent="-179388" defTabSz="914400" eaLnBrk="1" fontAlgn="auto" latinLnBrk="0" hangingPunct="1">
              <a:lnSpc>
                <a:spcPct val="100000"/>
              </a:lnSpc>
              <a:spcBef>
                <a:spcPts val="0"/>
              </a:spcBef>
              <a:spcAft>
                <a:spcPts val="600"/>
              </a:spcAft>
              <a:buClrTx/>
              <a:buSzTx/>
              <a:buFont typeface="Arial" panose="020B0604020202020204" pitchFamily="34" charset="0"/>
              <a:buChar char="•"/>
              <a:tabLst/>
              <a:defRPr/>
            </a:pPr>
            <a:r>
              <a:rPr lang="ru-RU" sz="1300" kern="0" dirty="0">
                <a:solidFill>
                  <a:srgbClr val="FFFFFF"/>
                </a:solidFill>
                <a:latin typeface="Arial" panose="020B0604020202020204"/>
              </a:rPr>
              <a:t>ишемическую болезнь сердца, диагностированную только с помощью неинвазивных тестов,</a:t>
            </a:r>
          </a:p>
          <a:p>
            <a:pPr marL="179388" marR="0" lvl="0" indent="-17938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1300" kern="0" dirty="0">
                <a:solidFill>
                  <a:srgbClr val="FFFFFF"/>
                </a:solidFill>
                <a:latin typeface="Arial" panose="020B0604020202020204"/>
              </a:rPr>
              <a:t>а также хронические ангинозные синдромы с различными причинами</a:t>
            </a:r>
            <a:endParaRPr lang="en-GB" sz="1300" kern="0" dirty="0">
              <a:solidFill>
                <a:srgbClr val="FFFFFF"/>
              </a:solidFill>
              <a:latin typeface="Arial" panose="020B0604020202020204"/>
            </a:endParaRPr>
          </a:p>
        </p:txBody>
      </p:sp>
      <p:sp>
        <p:nvSpPr>
          <p:cNvPr id="27" name="Isosceles Triangle 26">
            <a:extLst>
              <a:ext uri="{FF2B5EF4-FFF2-40B4-BE49-F238E27FC236}">
                <a16:creationId xmlns:a16="http://schemas.microsoft.com/office/drawing/2014/main" id="{0ECDCB06-02B3-70D7-B4F6-655783671408}"/>
              </a:ext>
            </a:extLst>
          </p:cNvPr>
          <p:cNvSpPr/>
          <p:nvPr/>
        </p:nvSpPr>
        <p:spPr>
          <a:xfrm rot="10800000">
            <a:off x="8203859" y="4758526"/>
            <a:ext cx="1247229" cy="338086"/>
          </a:xfrm>
          <a:prstGeom prst="triangle">
            <a:avLst>
              <a:gd name="adj" fmla="val 0"/>
            </a:avLst>
          </a:prstGeom>
          <a:solidFill>
            <a:srgbClr val="005587"/>
          </a:solidFill>
          <a:ln w="12700" cap="flat" cmpd="sng" algn="ctr">
            <a:noFill/>
            <a:prstDash val="solid"/>
            <a:miter lim="800000"/>
          </a:ln>
          <a:effectLst/>
        </p:spPr>
        <p:txBody>
          <a:bodyPr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pic>
        <p:nvPicPr>
          <p:cNvPr id="29" name="Graphic 28">
            <a:extLst>
              <a:ext uri="{FF2B5EF4-FFF2-40B4-BE49-F238E27FC236}">
                <a16:creationId xmlns:a16="http://schemas.microsoft.com/office/drawing/2014/main" id="{C6F5AC51-6342-1660-CEDF-29391885921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94149" y="694875"/>
            <a:ext cx="468000" cy="468000"/>
          </a:xfrm>
          <a:prstGeom prst="rect">
            <a:avLst/>
          </a:prstGeom>
        </p:spPr>
      </p:pic>
      <p:pic>
        <p:nvPicPr>
          <p:cNvPr id="30" name="Graphic 29">
            <a:extLst>
              <a:ext uri="{FF2B5EF4-FFF2-40B4-BE49-F238E27FC236}">
                <a16:creationId xmlns:a16="http://schemas.microsoft.com/office/drawing/2014/main" id="{29FAB5A0-87C3-5A01-553C-35185C4514D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424425" y="728363"/>
            <a:ext cx="468000" cy="468000"/>
          </a:xfrm>
          <a:prstGeom prst="rect">
            <a:avLst/>
          </a:prstGeom>
        </p:spPr>
      </p:pic>
      <p:pic>
        <p:nvPicPr>
          <p:cNvPr id="31" name="Graphic 30">
            <a:extLst>
              <a:ext uri="{FF2B5EF4-FFF2-40B4-BE49-F238E27FC236}">
                <a16:creationId xmlns:a16="http://schemas.microsoft.com/office/drawing/2014/main" id="{031EA9FA-91AD-0B37-E95B-F6EDC8C48EA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287475" y="728363"/>
            <a:ext cx="468000" cy="468000"/>
          </a:xfrm>
          <a:prstGeom prst="rect">
            <a:avLst/>
          </a:prstGeom>
        </p:spPr>
      </p:pic>
      <p:sp>
        <p:nvSpPr>
          <p:cNvPr id="34" name="Rectangle 33">
            <a:extLst>
              <a:ext uri="{FF2B5EF4-FFF2-40B4-BE49-F238E27FC236}">
                <a16:creationId xmlns:a16="http://schemas.microsoft.com/office/drawing/2014/main" id="{5EBE3651-3CC4-22AA-76E5-031972F126C9}"/>
              </a:ext>
            </a:extLst>
          </p:cNvPr>
          <p:cNvSpPr/>
          <p:nvPr/>
        </p:nvSpPr>
        <p:spPr>
          <a:xfrm>
            <a:off x="312214" y="5131711"/>
            <a:ext cx="3819558" cy="873658"/>
          </a:xfrm>
          <a:prstGeom prst="rect">
            <a:avLst/>
          </a:prstGeom>
        </p:spPr>
        <p:txBody>
          <a:bodyPr wrap="square">
            <a:noAutofit/>
          </a:bodyPr>
          <a:lstStyle/>
          <a:p>
            <a:pPr algn="ctr">
              <a:defRPr/>
            </a:pPr>
            <a:r>
              <a:rPr lang="ru-RU" sz="1600" b="1" dirty="0">
                <a:solidFill>
                  <a:srgbClr val="2B3A42"/>
                </a:solidFill>
                <a:latin typeface="Arial" panose="020B0604020202020204"/>
              </a:rPr>
              <a:t>Клинические рекомендации МЗ РФ 2024. Стабильная ишемическая болезнь сердца</a:t>
            </a:r>
            <a:r>
              <a:rPr lang="ru-RU" sz="1600" b="1" baseline="30000" dirty="0">
                <a:solidFill>
                  <a:srgbClr val="2B3A42"/>
                </a:solidFill>
                <a:latin typeface="Arial" panose="020B0604020202020204"/>
              </a:rPr>
              <a:t>1</a:t>
            </a:r>
            <a:r>
              <a:rPr lang="ru-RU" sz="1600" b="1" dirty="0">
                <a:solidFill>
                  <a:srgbClr val="2B3A42"/>
                </a:solidFill>
                <a:latin typeface="Arial" panose="020B0604020202020204"/>
              </a:rPr>
              <a:t> </a:t>
            </a:r>
          </a:p>
        </p:txBody>
      </p:sp>
      <p:sp>
        <p:nvSpPr>
          <p:cNvPr id="35" name="Rectangle 34">
            <a:extLst>
              <a:ext uri="{FF2B5EF4-FFF2-40B4-BE49-F238E27FC236}">
                <a16:creationId xmlns:a16="http://schemas.microsoft.com/office/drawing/2014/main" id="{B3290BD7-FEA9-99B5-EEC6-EAF91A4DF075}"/>
              </a:ext>
            </a:extLst>
          </p:cNvPr>
          <p:cNvSpPr/>
          <p:nvPr/>
        </p:nvSpPr>
        <p:spPr>
          <a:xfrm>
            <a:off x="4424426" y="5325681"/>
            <a:ext cx="3493990" cy="873658"/>
          </a:xfrm>
          <a:prstGeom prst="rect">
            <a:avLst/>
          </a:prstGeom>
        </p:spPr>
        <p:txBody>
          <a:bodyPr wrap="square">
            <a:noAutofit/>
          </a:bodyPr>
          <a:lstStyle/>
          <a:p>
            <a:pPr algn="ctr">
              <a:defRPr/>
            </a:pPr>
            <a:r>
              <a:rPr lang="en-US" sz="1600" b="1" dirty="0">
                <a:solidFill>
                  <a:srgbClr val="2B3A42"/>
                </a:solidFill>
                <a:latin typeface="Arial" panose="020B0604020202020204"/>
              </a:rPr>
              <a:t>2024 ESC Guidelines for the management</a:t>
            </a:r>
            <a:r>
              <a:rPr lang="ru-RU" sz="1600" b="1" dirty="0">
                <a:solidFill>
                  <a:srgbClr val="2B3A42"/>
                </a:solidFill>
                <a:latin typeface="Arial" panose="020B0604020202020204"/>
              </a:rPr>
              <a:t> </a:t>
            </a:r>
            <a:r>
              <a:rPr lang="en-US" sz="1600" b="1" dirty="0">
                <a:solidFill>
                  <a:srgbClr val="2B3A42"/>
                </a:solidFill>
                <a:latin typeface="Arial" panose="020B0604020202020204"/>
              </a:rPr>
              <a:t>of chronic</a:t>
            </a:r>
            <a:r>
              <a:rPr lang="ru-RU" sz="1600" b="1" dirty="0">
                <a:solidFill>
                  <a:srgbClr val="2B3A42"/>
                </a:solidFill>
                <a:latin typeface="Arial" panose="020B0604020202020204"/>
              </a:rPr>
              <a:t> </a:t>
            </a:r>
            <a:r>
              <a:rPr lang="en-US" sz="1600" b="1" dirty="0">
                <a:solidFill>
                  <a:srgbClr val="2B3A42"/>
                </a:solidFill>
                <a:latin typeface="Arial" panose="020B0604020202020204"/>
              </a:rPr>
              <a:t>coronary syndromes</a:t>
            </a:r>
            <a:r>
              <a:rPr lang="ru-RU" sz="1600" b="1" baseline="30000" dirty="0">
                <a:solidFill>
                  <a:srgbClr val="2B3A42"/>
                </a:solidFill>
                <a:latin typeface="Arial" panose="020B0604020202020204"/>
              </a:rPr>
              <a:t>2</a:t>
            </a:r>
            <a:endParaRPr lang="en-US" sz="1600" b="1" baseline="30000" dirty="0">
              <a:solidFill>
                <a:srgbClr val="2B3A42"/>
              </a:solidFill>
              <a:latin typeface="Arial" panose="020B0604020202020204"/>
            </a:endParaRPr>
          </a:p>
        </p:txBody>
      </p:sp>
      <p:sp>
        <p:nvSpPr>
          <p:cNvPr id="36" name="Rectangle 35">
            <a:extLst>
              <a:ext uri="{FF2B5EF4-FFF2-40B4-BE49-F238E27FC236}">
                <a16:creationId xmlns:a16="http://schemas.microsoft.com/office/drawing/2014/main" id="{CEC37F36-9775-1F9B-5918-A4E46E03CDDF}"/>
              </a:ext>
            </a:extLst>
          </p:cNvPr>
          <p:cNvSpPr/>
          <p:nvPr/>
        </p:nvSpPr>
        <p:spPr>
          <a:xfrm>
            <a:off x="7969297" y="5131711"/>
            <a:ext cx="4222704" cy="873658"/>
          </a:xfrm>
          <a:prstGeom prst="rect">
            <a:avLst/>
          </a:prstGeom>
        </p:spPr>
        <p:txBody>
          <a:bodyPr wrap="square">
            <a:noAutofit/>
          </a:bodyPr>
          <a:lstStyle/>
          <a:p>
            <a:pPr algn="ctr">
              <a:defRPr/>
            </a:pPr>
            <a:r>
              <a:rPr lang="en-US" sz="1600" b="1" dirty="0">
                <a:solidFill>
                  <a:srgbClr val="2B3A42"/>
                </a:solidFill>
                <a:latin typeface="Arial" panose="020B0604020202020204"/>
              </a:rPr>
              <a:t>2023</a:t>
            </a:r>
            <a:r>
              <a:rPr lang="ru-RU" sz="1600" b="1" dirty="0">
                <a:solidFill>
                  <a:srgbClr val="2B3A42"/>
                </a:solidFill>
                <a:latin typeface="Arial" panose="020B0604020202020204"/>
              </a:rPr>
              <a:t> </a:t>
            </a:r>
            <a:r>
              <a:rPr lang="en-US" sz="1600" b="1" dirty="0">
                <a:solidFill>
                  <a:srgbClr val="2B3A42"/>
                </a:solidFill>
                <a:latin typeface="Arial" panose="020B0604020202020204"/>
              </a:rPr>
              <a:t>AHA/ACC/ACCP/ASPC/NLA/PCNA</a:t>
            </a:r>
            <a:r>
              <a:rPr lang="ru-RU" sz="1600" b="1" dirty="0">
                <a:solidFill>
                  <a:srgbClr val="2B3A42"/>
                </a:solidFill>
                <a:latin typeface="Arial" panose="020B0604020202020204"/>
              </a:rPr>
              <a:t> </a:t>
            </a:r>
            <a:r>
              <a:rPr lang="en-US" sz="1600" b="1" dirty="0">
                <a:solidFill>
                  <a:srgbClr val="2B3A42"/>
                </a:solidFill>
                <a:latin typeface="Arial" panose="020B0604020202020204"/>
              </a:rPr>
              <a:t>Guideline for the Management</a:t>
            </a:r>
            <a:r>
              <a:rPr lang="ru-RU" sz="1600" b="1" dirty="0">
                <a:solidFill>
                  <a:srgbClr val="2B3A42"/>
                </a:solidFill>
                <a:latin typeface="Arial" panose="020B0604020202020204"/>
              </a:rPr>
              <a:t> </a:t>
            </a:r>
            <a:r>
              <a:rPr lang="en-US" sz="1600" b="1" dirty="0">
                <a:solidFill>
                  <a:srgbClr val="2B3A42"/>
                </a:solidFill>
                <a:latin typeface="Arial" panose="020B0604020202020204"/>
              </a:rPr>
              <a:t>of Patients</a:t>
            </a:r>
            <a:r>
              <a:rPr lang="ru-RU" sz="1600" b="1" dirty="0">
                <a:solidFill>
                  <a:srgbClr val="2B3A42"/>
                </a:solidFill>
                <a:latin typeface="Arial" panose="020B0604020202020204"/>
              </a:rPr>
              <a:t> </a:t>
            </a:r>
            <a:r>
              <a:rPr lang="en-US" sz="1600" b="1" dirty="0">
                <a:solidFill>
                  <a:srgbClr val="2B3A42"/>
                </a:solidFill>
                <a:latin typeface="Arial" panose="020B0604020202020204"/>
              </a:rPr>
              <a:t>With</a:t>
            </a:r>
            <a:r>
              <a:rPr lang="ru-RU" sz="1600" b="1" dirty="0">
                <a:solidFill>
                  <a:srgbClr val="2B3A42"/>
                </a:solidFill>
                <a:latin typeface="Arial" panose="020B0604020202020204"/>
              </a:rPr>
              <a:t> </a:t>
            </a:r>
            <a:r>
              <a:rPr lang="en-US" sz="1600" b="1" dirty="0">
                <a:solidFill>
                  <a:srgbClr val="2B3A42"/>
                </a:solidFill>
                <a:latin typeface="Arial" panose="020B0604020202020204"/>
              </a:rPr>
              <a:t>Chronic Coronary Disease</a:t>
            </a:r>
            <a:r>
              <a:rPr lang="ru-RU" sz="1600" b="1" baseline="30000" dirty="0">
                <a:solidFill>
                  <a:srgbClr val="2B3A42"/>
                </a:solidFill>
                <a:latin typeface="Arial" panose="020B0604020202020204"/>
              </a:rPr>
              <a:t>3</a:t>
            </a:r>
            <a:endParaRPr lang="en-US" sz="1600" b="1" baseline="30000" dirty="0">
              <a:solidFill>
                <a:srgbClr val="2B3A42"/>
              </a:solidFill>
              <a:latin typeface="Arial" panose="020B0604020202020204"/>
            </a:endParaRPr>
          </a:p>
        </p:txBody>
      </p:sp>
      <p:sp>
        <p:nvSpPr>
          <p:cNvPr id="2" name="TextBox 1">
            <a:extLst>
              <a:ext uri="{FF2B5EF4-FFF2-40B4-BE49-F238E27FC236}">
                <a16:creationId xmlns:a16="http://schemas.microsoft.com/office/drawing/2014/main" id="{C9CCF28A-BE20-F0A1-C644-4CBA45D75D61}"/>
              </a:ext>
            </a:extLst>
          </p:cNvPr>
          <p:cNvSpPr txBox="1"/>
          <p:nvPr/>
        </p:nvSpPr>
        <p:spPr>
          <a:xfrm>
            <a:off x="289856" y="6245572"/>
            <a:ext cx="11338559" cy="584775"/>
          </a:xfrm>
          <a:prstGeom prst="rect">
            <a:avLst/>
          </a:prstGeom>
          <a:noFill/>
        </p:spPr>
        <p:txBody>
          <a:bodyPr wrap="square">
            <a:spAutoFit/>
          </a:bodyPr>
          <a:lstStyle/>
          <a:p>
            <a:r>
              <a:rPr lang="ru-RU" sz="800" baseline="30000" dirty="0">
                <a:solidFill>
                  <a:prstClr val="black"/>
                </a:solidFill>
                <a:latin typeface="Arial" panose="020B0604020202020204" pitchFamily="34" charset="0"/>
                <a:cs typeface="Arial" panose="020B0604020202020204" pitchFamily="34" charset="0"/>
              </a:rPr>
              <a:t>1</a:t>
            </a:r>
            <a:r>
              <a:rPr lang="ru-RU" sz="800" dirty="0">
                <a:solidFill>
                  <a:prstClr val="black"/>
                </a:solidFill>
                <a:latin typeface="Arial" panose="020B0604020202020204" pitchFamily="34" charset="0"/>
                <a:cs typeface="Arial" panose="020B0604020202020204" pitchFamily="34" charset="0"/>
              </a:rPr>
              <a:t>Барбараш О. Л., и </a:t>
            </a:r>
            <a:r>
              <a:rPr lang="ru-RU" sz="800" dirty="0" err="1">
                <a:solidFill>
                  <a:prstClr val="black"/>
                </a:solidFill>
                <a:latin typeface="Arial" panose="020B0604020202020204" pitchFamily="34" charset="0"/>
                <a:cs typeface="Arial" panose="020B0604020202020204" pitchFamily="34" charset="0"/>
              </a:rPr>
              <a:t>соавт</a:t>
            </a:r>
            <a:r>
              <a:rPr lang="ru-RU" sz="800" dirty="0">
                <a:solidFill>
                  <a:prstClr val="black"/>
                </a:solidFill>
                <a:latin typeface="Arial" panose="020B0604020202020204" pitchFamily="34" charset="0"/>
                <a:cs typeface="Arial" panose="020B0604020202020204" pitchFamily="34" charset="0"/>
              </a:rPr>
              <a:t>. Стабильная ишемическая болезнь сердца.</a:t>
            </a:r>
            <a:r>
              <a:rPr lang="en-US" sz="800" dirty="0">
                <a:solidFill>
                  <a:prstClr val="black"/>
                </a:solidFill>
                <a:latin typeface="Arial" panose="020B0604020202020204" pitchFamily="34" charset="0"/>
                <a:cs typeface="Arial" panose="020B0604020202020204" pitchFamily="34" charset="0"/>
              </a:rPr>
              <a:t> </a:t>
            </a:r>
            <a:r>
              <a:rPr lang="ru-RU" sz="800" dirty="0">
                <a:solidFill>
                  <a:prstClr val="black"/>
                </a:solidFill>
                <a:latin typeface="Arial" panose="020B0604020202020204" pitchFamily="34" charset="0"/>
                <a:cs typeface="Arial" panose="020B0604020202020204" pitchFamily="34" charset="0"/>
              </a:rPr>
              <a:t>Клинические рекомендации 2024. Российский кардиологический журнал.</a:t>
            </a:r>
            <a:r>
              <a:rPr lang="en-US" sz="800" dirty="0">
                <a:solidFill>
                  <a:prstClr val="black"/>
                </a:solidFill>
                <a:latin typeface="Arial" panose="020B0604020202020204" pitchFamily="34" charset="0"/>
                <a:cs typeface="Arial" panose="020B0604020202020204" pitchFamily="34" charset="0"/>
              </a:rPr>
              <a:t> </a:t>
            </a:r>
            <a:r>
              <a:rPr lang="ru-RU" sz="800" dirty="0">
                <a:solidFill>
                  <a:prstClr val="black"/>
                </a:solidFill>
                <a:latin typeface="Arial" panose="020B0604020202020204" pitchFamily="34" charset="0"/>
                <a:cs typeface="Arial" panose="020B0604020202020204" pitchFamily="34" charset="0"/>
              </a:rPr>
              <a:t>2024;29(9):6110. </a:t>
            </a:r>
            <a:r>
              <a:rPr lang="ru-RU" sz="800" dirty="0" err="1">
                <a:solidFill>
                  <a:prstClr val="black"/>
                </a:solidFill>
                <a:latin typeface="Arial" panose="020B0604020202020204" pitchFamily="34" charset="0"/>
                <a:cs typeface="Arial" panose="020B0604020202020204" pitchFamily="34" charset="0"/>
              </a:rPr>
              <a:t>doi</a:t>
            </a:r>
            <a:r>
              <a:rPr lang="ru-RU" sz="800" dirty="0">
                <a:solidFill>
                  <a:prstClr val="black"/>
                </a:solidFill>
                <a:latin typeface="Arial" panose="020B0604020202020204" pitchFamily="34" charset="0"/>
                <a:cs typeface="Arial" panose="020B0604020202020204" pitchFamily="34" charset="0"/>
              </a:rPr>
              <a:t>: 10.15829/1560-4071-2024-6110. EDN HHJJUT</a:t>
            </a:r>
          </a:p>
          <a:p>
            <a:r>
              <a:rPr lang="ru-RU" sz="800" baseline="30000" dirty="0">
                <a:solidFill>
                  <a:prstClr val="black"/>
                </a:solidFill>
                <a:latin typeface="Arial" panose="020B0604020202020204" pitchFamily="34" charset="0"/>
                <a:cs typeface="Arial" panose="020B0604020202020204" pitchFamily="34" charset="0"/>
              </a:rPr>
              <a:t>2</a:t>
            </a:r>
            <a:r>
              <a:rPr lang="en-US" sz="800" dirty="0" err="1">
                <a:solidFill>
                  <a:prstClr val="black"/>
                </a:solidFill>
                <a:latin typeface="Arial" panose="020B0604020202020204" pitchFamily="34" charset="0"/>
                <a:cs typeface="Arial" panose="020B0604020202020204" pitchFamily="34" charset="0"/>
              </a:rPr>
              <a:t>Vrints</a:t>
            </a:r>
            <a:r>
              <a:rPr lang="en-US" sz="800" dirty="0">
                <a:solidFill>
                  <a:prstClr val="black"/>
                </a:solidFill>
                <a:latin typeface="Arial" panose="020B0604020202020204" pitchFamily="34" charset="0"/>
                <a:cs typeface="Arial" panose="020B0604020202020204" pitchFamily="34" charset="0"/>
              </a:rPr>
              <a:t> C. et al. 2024 ESC Guidelines for the management of chronic coronary syndromes. </a:t>
            </a:r>
            <a:r>
              <a:rPr lang="en-US" sz="800" dirty="0" err="1">
                <a:solidFill>
                  <a:prstClr val="black"/>
                </a:solidFill>
                <a:latin typeface="Arial" panose="020B0604020202020204" pitchFamily="34" charset="0"/>
                <a:cs typeface="Arial" panose="020B0604020202020204" pitchFamily="34" charset="0"/>
              </a:rPr>
              <a:t>Eur</a:t>
            </a:r>
            <a:r>
              <a:rPr lang="en-US" sz="800" dirty="0">
                <a:solidFill>
                  <a:prstClr val="black"/>
                </a:solidFill>
                <a:latin typeface="Arial" panose="020B0604020202020204" pitchFamily="34" charset="0"/>
                <a:cs typeface="Arial" panose="020B0604020202020204" pitchFamily="34" charset="0"/>
              </a:rPr>
              <a:t> Heart J. 2024 Aug 30: ehae177. </a:t>
            </a:r>
            <a:r>
              <a:rPr lang="en-US" sz="800" dirty="0" err="1">
                <a:solidFill>
                  <a:prstClr val="black"/>
                </a:solidFill>
                <a:latin typeface="Arial" panose="020B0604020202020204" pitchFamily="34" charset="0"/>
                <a:cs typeface="Arial" panose="020B0604020202020204" pitchFamily="34" charset="0"/>
              </a:rPr>
              <a:t>doi</a:t>
            </a:r>
            <a:r>
              <a:rPr lang="en-US" sz="800" dirty="0">
                <a:solidFill>
                  <a:prstClr val="black"/>
                </a:solidFill>
                <a:latin typeface="Arial" panose="020B0604020202020204" pitchFamily="34" charset="0"/>
                <a:cs typeface="Arial" panose="020B0604020202020204" pitchFamily="34" charset="0"/>
              </a:rPr>
              <a:t>: 10.1093/</a:t>
            </a:r>
            <a:r>
              <a:rPr lang="en-US" sz="800" dirty="0" err="1">
                <a:solidFill>
                  <a:prstClr val="black"/>
                </a:solidFill>
                <a:latin typeface="Arial" panose="020B0604020202020204" pitchFamily="34" charset="0"/>
                <a:cs typeface="Arial" panose="020B0604020202020204" pitchFamily="34" charset="0"/>
              </a:rPr>
              <a:t>eurheartj</a:t>
            </a:r>
            <a:r>
              <a:rPr lang="en-US" sz="800" dirty="0">
                <a:solidFill>
                  <a:prstClr val="black"/>
                </a:solidFill>
                <a:latin typeface="Arial" panose="020B0604020202020204" pitchFamily="34" charset="0"/>
                <a:cs typeface="Arial" panose="020B0604020202020204" pitchFamily="34" charset="0"/>
              </a:rPr>
              <a:t>/ehae177. PMID: 39210710</a:t>
            </a:r>
            <a:endParaRPr lang="ru-RU" sz="800" dirty="0">
              <a:solidFill>
                <a:prstClr val="black"/>
              </a:solidFill>
              <a:latin typeface="Arial" panose="020B0604020202020204" pitchFamily="34" charset="0"/>
              <a:cs typeface="Arial" panose="020B0604020202020204" pitchFamily="34" charset="0"/>
            </a:endParaRPr>
          </a:p>
          <a:p>
            <a:r>
              <a:rPr lang="ru-RU" sz="800" baseline="30000" dirty="0">
                <a:solidFill>
                  <a:prstClr val="black"/>
                </a:solidFill>
                <a:latin typeface="Arial" panose="020B0604020202020204" pitchFamily="34" charset="0"/>
                <a:cs typeface="Arial" panose="020B0604020202020204" pitchFamily="34" charset="0"/>
              </a:rPr>
              <a:t>3</a:t>
            </a:r>
            <a:r>
              <a:rPr lang="en-US" sz="800" dirty="0">
                <a:solidFill>
                  <a:prstClr val="black"/>
                </a:solidFill>
                <a:latin typeface="Arial" panose="020B0604020202020204" pitchFamily="34" charset="0"/>
                <a:cs typeface="Arial" panose="020B0604020202020204" pitchFamily="34" charset="0"/>
              </a:rPr>
              <a:t>Virani SS, et al. 2023 AHA/ACC/ACCP/ASPC/NLA/PCNA guideline for the management of patients with chronic coronary disease: a report of the American Heart Association/American College of Cardiology Joint Committee on Clinical Practice Guidelines. J Am Coll </a:t>
            </a:r>
            <a:r>
              <a:rPr lang="en-US" sz="800" dirty="0" err="1">
                <a:solidFill>
                  <a:prstClr val="black"/>
                </a:solidFill>
                <a:latin typeface="Arial" panose="020B0604020202020204" pitchFamily="34" charset="0"/>
                <a:cs typeface="Arial" panose="020B0604020202020204" pitchFamily="34" charset="0"/>
              </a:rPr>
              <a:t>Cardiol</a:t>
            </a:r>
            <a:r>
              <a:rPr lang="en-US" sz="800" dirty="0">
                <a:solidFill>
                  <a:prstClr val="black"/>
                </a:solidFill>
                <a:latin typeface="Arial" panose="020B0604020202020204" pitchFamily="34" charset="0"/>
                <a:cs typeface="Arial" panose="020B0604020202020204" pitchFamily="34" charset="0"/>
              </a:rPr>
              <a:t>. 2023;82:833-955</a:t>
            </a:r>
          </a:p>
        </p:txBody>
      </p:sp>
    </p:spTree>
    <p:extLst>
      <p:ext uri="{BB962C8B-B14F-4D97-AF65-F5344CB8AC3E}">
        <p14:creationId xmlns:p14="http://schemas.microsoft.com/office/powerpoint/2010/main" val="26792772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F1B6F-FE5F-77D8-A554-44D63345EF2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477DAA-3A0F-5C34-2A04-CBD3CADA588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5E7EB4-4CDF-47BB-AF16-07782904B863}" type="slidenum">
              <a:rPr kumimoji="0" lang="en-US" sz="1200" b="0" i="0" u="none" strike="noStrike" kern="1200" cap="none" spc="0" normalizeH="0" baseline="0" noProof="0" smtClean="0">
                <a:ln>
                  <a:noFill/>
                </a:ln>
                <a:solidFill>
                  <a:srgbClr val="FFC832"/>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srgbClr val="FFC832"/>
              </a:solidFill>
              <a:effectLst/>
              <a:uLnTx/>
              <a:uFillTx/>
              <a:latin typeface="Aptos" panose="02110004020202020204"/>
              <a:ea typeface="+mn-ea"/>
              <a:cs typeface="+mn-cs"/>
            </a:endParaRPr>
          </a:p>
        </p:txBody>
      </p:sp>
      <p:sp>
        <p:nvSpPr>
          <p:cNvPr id="3" name="Text Placeholder 2">
            <a:extLst>
              <a:ext uri="{FF2B5EF4-FFF2-40B4-BE49-F238E27FC236}">
                <a16:creationId xmlns:a16="http://schemas.microsoft.com/office/drawing/2014/main" id="{929AAB51-B58E-29F5-4192-CE3C6E45496D}"/>
              </a:ext>
            </a:extLst>
          </p:cNvPr>
          <p:cNvSpPr>
            <a:spLocks noGrp="1"/>
          </p:cNvSpPr>
          <p:nvPr>
            <p:ph type="body" sz="quarter" idx="4294967295"/>
          </p:nvPr>
        </p:nvSpPr>
        <p:spPr>
          <a:xfrm>
            <a:off x="338459" y="6571099"/>
            <a:ext cx="9747250" cy="225425"/>
          </a:xfrm>
        </p:spPr>
        <p:txBody>
          <a:bodyPr>
            <a:normAutofit fontScale="32500" lnSpcReduction="20000"/>
          </a:bodyPr>
          <a:lstStyle/>
          <a:p>
            <a:pPr marL="0" indent="0">
              <a:buNone/>
            </a:pPr>
            <a:r>
              <a:rPr lang="en-US" dirty="0" err="1"/>
              <a:t>Vrints</a:t>
            </a:r>
            <a:r>
              <a:rPr lang="en-US" dirty="0"/>
              <a:t> C. et al. 2024 ESC Guidelines for the management of chronic coronary syndromes. Eur Heart J. 2024 Aug 30:ehae177. </a:t>
            </a:r>
            <a:r>
              <a:rPr lang="en-US" dirty="0" err="1"/>
              <a:t>doi</a:t>
            </a:r>
            <a:r>
              <a:rPr lang="en-US" dirty="0"/>
              <a:t>: 10.1093/</a:t>
            </a:r>
            <a:r>
              <a:rPr lang="en-US" dirty="0" err="1"/>
              <a:t>eurheartj</a:t>
            </a:r>
            <a:r>
              <a:rPr lang="en-US" dirty="0"/>
              <a:t>/ehae177. PMID: 39210710.</a:t>
            </a:r>
          </a:p>
        </p:txBody>
      </p:sp>
      <p:sp>
        <p:nvSpPr>
          <p:cNvPr id="4" name="Title 3">
            <a:extLst>
              <a:ext uri="{FF2B5EF4-FFF2-40B4-BE49-F238E27FC236}">
                <a16:creationId xmlns:a16="http://schemas.microsoft.com/office/drawing/2014/main" id="{9AC7CF16-4458-6D0D-C85C-5E060757B191}"/>
              </a:ext>
            </a:extLst>
          </p:cNvPr>
          <p:cNvSpPr>
            <a:spLocks noGrp="1"/>
          </p:cNvSpPr>
          <p:nvPr>
            <p:ph type="title" idx="4294967295"/>
          </p:nvPr>
        </p:nvSpPr>
        <p:spPr>
          <a:xfrm>
            <a:off x="338459" y="351187"/>
            <a:ext cx="11659437" cy="390525"/>
          </a:xfrm>
        </p:spPr>
        <p:txBody>
          <a:bodyPr vert="horz" lIns="0" tIns="0" rIns="0" bIns="0" rtlCol="0" anchor="t">
            <a:noAutofit/>
          </a:bodyPr>
          <a:lstStyle/>
          <a:p>
            <a:r>
              <a:rPr lang="ru-RU" sz="2000" b="1" dirty="0">
                <a:latin typeface="Verdana" panose="020B0604030504040204" pitchFamily="34" charset="0"/>
                <a:ea typeface="Verdana" panose="020B0604030504040204" pitchFamily="34" charset="0"/>
              </a:rPr>
              <a:t>Разнообразие клинических форм хронического коронарного синдрома</a:t>
            </a:r>
            <a:r>
              <a:rPr lang="en-US" sz="2000" b="1" dirty="0">
                <a:latin typeface="Verdana" panose="020B0604030504040204" pitchFamily="34" charset="0"/>
                <a:ea typeface="Verdana" panose="020B0604030504040204" pitchFamily="34" charset="0"/>
              </a:rPr>
              <a:t> (</a:t>
            </a:r>
            <a:r>
              <a:rPr lang="ru-RU" sz="2000" b="1" dirty="0">
                <a:latin typeface="Verdana" panose="020B0604030504040204" pitchFamily="34" charset="0"/>
                <a:ea typeface="Verdana" panose="020B0604030504040204" pitchFamily="34" charset="0"/>
              </a:rPr>
              <a:t>ХКС)</a:t>
            </a:r>
            <a:r>
              <a:rPr lang="en-US" sz="2000" b="1" dirty="0">
                <a:latin typeface="Verdana" panose="020B0604030504040204" pitchFamily="34" charset="0"/>
                <a:ea typeface="Verdana" panose="020B0604030504040204" pitchFamily="34" charset="0"/>
              </a:rPr>
              <a:t> </a:t>
            </a:r>
            <a:br>
              <a:rPr lang="en-US" sz="2000" b="1" dirty="0">
                <a:latin typeface="Verdana" panose="020B0604030504040204" pitchFamily="34" charset="0"/>
                <a:ea typeface="Verdana" panose="020B0604030504040204" pitchFamily="34" charset="0"/>
              </a:rPr>
            </a:br>
            <a:r>
              <a:rPr lang="en-US" sz="2000" b="1" dirty="0">
                <a:latin typeface="Verdana" panose="020B0604030504040204" pitchFamily="34" charset="0"/>
                <a:ea typeface="Verdana" panose="020B0604030504040204" pitchFamily="34" charset="0"/>
              </a:rPr>
              <a:t>(ESC 2024)</a:t>
            </a:r>
          </a:p>
        </p:txBody>
      </p:sp>
      <p:sp>
        <p:nvSpPr>
          <p:cNvPr id="6" name="Title 3">
            <a:extLst>
              <a:ext uri="{FF2B5EF4-FFF2-40B4-BE49-F238E27FC236}">
                <a16:creationId xmlns:a16="http://schemas.microsoft.com/office/drawing/2014/main" id="{907BFA33-CD70-48CE-7AFB-47432304929D}"/>
              </a:ext>
            </a:extLst>
          </p:cNvPr>
          <p:cNvSpPr txBox="1">
            <a:spLocks/>
          </p:cNvSpPr>
          <p:nvPr/>
        </p:nvSpPr>
        <p:spPr bwMode="gray">
          <a:xfrm>
            <a:off x="902970" y="5854926"/>
            <a:ext cx="9384384" cy="467066"/>
          </a:xfrm>
          <a:prstGeom prst="rect">
            <a:avLst/>
          </a:prstGeom>
          <a:noFill/>
        </p:spPr>
        <p:txBody>
          <a:bodyPr vert="horz" lIns="0" tIns="0" rIns="0" bIns="18000" rtlCol="0" anchor="b" anchorCtr="0">
            <a:noAutofit/>
          </a:bodyPr>
          <a:lstStyle>
            <a:lvl1pPr algn="l" defTabSz="914400" rtl="0" eaLnBrk="1" latinLnBrk="0" hangingPunct="1">
              <a:lnSpc>
                <a:spcPts val="2400"/>
              </a:lnSpc>
              <a:spcBef>
                <a:spcPct val="0"/>
              </a:spcBef>
              <a:buNone/>
              <a:defRPr lang="de-DE" sz="2200" b="1" kern="1200" baseline="0">
                <a:solidFill>
                  <a:schemeClr val="accent1"/>
                </a:solidFill>
                <a:latin typeface="Verdana" panose="020B0604030504040204" pitchFamily="34" charset="0"/>
                <a:ea typeface="Verdana" panose="020B0604030504040204" pitchFamily="34" charset="0"/>
                <a:cs typeface="Verdana" panose="020B0604030504040204" pitchFamily="34" charset="0"/>
              </a:defRPr>
            </a:lvl1pPr>
          </a:lstStyle>
          <a:p>
            <a:pPr lvl="0">
              <a:lnSpc>
                <a:spcPct val="100000"/>
              </a:lnSpc>
              <a:defRPr/>
            </a:pPr>
            <a:r>
              <a:rPr kumimoji="0" lang="ru-RU" sz="900" b="1"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ишемия ОКС</a:t>
            </a:r>
            <a:r>
              <a:rPr kumimoji="0" lang="en-US" sz="900" b="0"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 </a:t>
            </a:r>
            <a:r>
              <a:rPr kumimoji="0" lang="ru-RU" sz="900" b="0"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острый коронарный синдром</a:t>
            </a:r>
            <a:r>
              <a:rPr kumimoji="0" lang="en-US" sz="900" b="0"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 </a:t>
            </a:r>
            <a:r>
              <a:rPr kumimoji="0" lang="en-US" sz="900" b="1"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ANOCA</a:t>
            </a:r>
            <a:r>
              <a:rPr kumimoji="0" lang="en-US" sz="900" b="0"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 </a:t>
            </a:r>
            <a:r>
              <a:rPr kumimoji="0" lang="ru-RU" sz="900" b="0"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стенокардия без обструктивного поражения коронарных артерий</a:t>
            </a:r>
            <a:r>
              <a:rPr kumimoji="0" lang="en-US" sz="900" b="0"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 </a:t>
            </a:r>
            <a:r>
              <a:rPr kumimoji="0" lang="ru-RU" sz="900" b="1"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КШ</a:t>
            </a:r>
            <a:r>
              <a:rPr kumimoji="0" lang="en-US" sz="900" b="0"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 </a:t>
            </a:r>
            <a:r>
              <a:rPr kumimoji="0" lang="ru-RU" sz="900" b="0"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коронарное </a:t>
            </a:r>
            <a:r>
              <a:rPr lang="ru-RU" sz="900" b="0" dirty="0">
                <a:solidFill>
                  <a:srgbClr val="156082"/>
                </a:solidFill>
              </a:rPr>
              <a:t>ш</a:t>
            </a:r>
            <a:r>
              <a:rPr kumimoji="0" lang="ru-RU" sz="900" b="0" i="0" u="none" strike="noStrike" kern="1200" cap="none" spc="0" normalizeH="0" baseline="0" noProof="0" dirty="0" err="1">
                <a:ln>
                  <a:noFill/>
                </a:ln>
                <a:solidFill>
                  <a:srgbClr val="156082"/>
                </a:solidFill>
                <a:effectLst/>
                <a:uLnTx/>
                <a:uFillTx/>
                <a:latin typeface="Verdana" panose="020B0604030504040204" pitchFamily="34" charset="0"/>
                <a:ea typeface="Verdana" panose="020B0604030504040204" pitchFamily="34" charset="0"/>
              </a:rPr>
              <a:t>унтировние</a:t>
            </a:r>
            <a:r>
              <a:rPr kumimoji="0" lang="en-US" sz="900" b="0"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 </a:t>
            </a:r>
            <a:r>
              <a:rPr kumimoji="0" lang="en-US" sz="900" b="1"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INOCA</a:t>
            </a:r>
            <a:r>
              <a:rPr kumimoji="0" lang="en-US" sz="900" b="0"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 </a:t>
            </a:r>
            <a:r>
              <a:rPr kumimoji="0" lang="en-US" sz="900" b="0" i="0" u="none" strike="noStrike" kern="1200" cap="none" spc="0" normalizeH="0" baseline="0" noProof="0" dirty="0" err="1">
                <a:ln>
                  <a:noFill/>
                </a:ln>
                <a:solidFill>
                  <a:srgbClr val="156082"/>
                </a:solidFill>
                <a:effectLst/>
                <a:uLnTx/>
                <a:uFillTx/>
                <a:latin typeface="Verdana" panose="020B0604030504040204" pitchFamily="34" charset="0"/>
                <a:ea typeface="Verdana" panose="020B0604030504040204" pitchFamily="34" charset="0"/>
              </a:rPr>
              <a:t>i</a:t>
            </a:r>
            <a:r>
              <a:rPr lang="ru-RU" sz="900" b="0" dirty="0">
                <a:solidFill>
                  <a:srgbClr val="156082"/>
                </a:solidFill>
              </a:rPr>
              <a:t>ишемия без обструктивного поражения коронарных артерий</a:t>
            </a:r>
            <a:r>
              <a:rPr kumimoji="0" lang="en-US" sz="900" b="0"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 </a:t>
            </a:r>
            <a:r>
              <a:rPr kumimoji="0" lang="ru-RU" sz="900" b="1"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ЛЖ</a:t>
            </a:r>
            <a:r>
              <a:rPr kumimoji="0" lang="en-US" sz="900" b="0"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 </a:t>
            </a:r>
            <a:r>
              <a:rPr kumimoji="0" lang="ru-RU" sz="900" b="0"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левый желудочек</a:t>
            </a:r>
            <a:r>
              <a:rPr kumimoji="0" lang="en-US" sz="900" b="0"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 </a:t>
            </a:r>
            <a:r>
              <a:rPr kumimoji="0" lang="ru-RU" sz="900" b="1"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ЧКВ</a:t>
            </a:r>
            <a:r>
              <a:rPr kumimoji="0" lang="en-US" sz="900" b="0"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 </a:t>
            </a:r>
            <a:r>
              <a:rPr kumimoji="0" lang="ru-RU" sz="900" b="0"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чрескожное коронарное вмешательство</a:t>
            </a:r>
            <a:endParaRPr kumimoji="0" lang="en-US" sz="900" b="0"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endParaRPr>
          </a:p>
        </p:txBody>
      </p:sp>
      <p:pic>
        <p:nvPicPr>
          <p:cNvPr id="8" name="Graphic 7">
            <a:extLst>
              <a:ext uri="{FF2B5EF4-FFF2-40B4-BE49-F238E27FC236}">
                <a16:creationId xmlns:a16="http://schemas.microsoft.com/office/drawing/2014/main" id="{1D12D54A-B507-4ED1-F3CF-481F9359691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212756" y="2087932"/>
            <a:ext cx="5375189" cy="3190851"/>
          </a:xfrm>
          <a:prstGeom prst="rect">
            <a:avLst/>
          </a:prstGeom>
        </p:spPr>
      </p:pic>
      <p:sp>
        <p:nvSpPr>
          <p:cNvPr id="9" name="Title 3">
            <a:extLst>
              <a:ext uri="{FF2B5EF4-FFF2-40B4-BE49-F238E27FC236}">
                <a16:creationId xmlns:a16="http://schemas.microsoft.com/office/drawing/2014/main" id="{5115D8E5-AC9F-8D70-30E4-39D9ED89CF3B}"/>
              </a:ext>
            </a:extLst>
          </p:cNvPr>
          <p:cNvSpPr txBox="1">
            <a:spLocks/>
          </p:cNvSpPr>
          <p:nvPr/>
        </p:nvSpPr>
        <p:spPr bwMode="gray">
          <a:xfrm>
            <a:off x="1673318" y="3071037"/>
            <a:ext cx="2147027" cy="390161"/>
          </a:xfrm>
          <a:prstGeom prst="rect">
            <a:avLst/>
          </a:prstGeom>
          <a:noFill/>
        </p:spPr>
        <p:txBody>
          <a:bodyPr vert="horz" lIns="0" tIns="0" rIns="0" bIns="18000" rtlCol="0" anchor="b" anchorCtr="0">
            <a:noAutofit/>
          </a:bodyPr>
          <a:lstStyle>
            <a:lvl1pPr algn="l" defTabSz="914400" rtl="0" eaLnBrk="1" latinLnBrk="0" hangingPunct="1">
              <a:lnSpc>
                <a:spcPts val="2400"/>
              </a:lnSpc>
              <a:spcBef>
                <a:spcPct val="0"/>
              </a:spcBef>
              <a:buNone/>
              <a:defRPr lang="de-DE" sz="2200" b="1" kern="1200" baseline="0">
                <a:solidFill>
                  <a:schemeClr val="accent1"/>
                </a:solidFill>
                <a:latin typeface="Verdana" panose="020B0604030504040204" pitchFamily="34" charset="0"/>
                <a:ea typeface="Verdana" panose="020B0604030504040204" pitchFamily="34" charset="0"/>
                <a:cs typeface="Verdana" panose="020B060403050404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1700" b="1"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Стенокардия или эквивалент без обструктивного поражения КА (ANOCA/INOCA)</a:t>
            </a:r>
            <a:endParaRPr kumimoji="0" lang="en-US" sz="1700" b="0"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endParaRPr>
          </a:p>
        </p:txBody>
      </p:sp>
      <p:sp>
        <p:nvSpPr>
          <p:cNvPr id="10" name="Title 3">
            <a:extLst>
              <a:ext uri="{FF2B5EF4-FFF2-40B4-BE49-F238E27FC236}">
                <a16:creationId xmlns:a16="http://schemas.microsoft.com/office/drawing/2014/main" id="{1CB5EDCE-989D-8B01-5C1E-54D514B29A64}"/>
              </a:ext>
            </a:extLst>
          </p:cNvPr>
          <p:cNvSpPr txBox="1">
            <a:spLocks/>
          </p:cNvSpPr>
          <p:nvPr/>
        </p:nvSpPr>
        <p:spPr bwMode="gray">
          <a:xfrm>
            <a:off x="3820345" y="1652588"/>
            <a:ext cx="3856013" cy="390161"/>
          </a:xfrm>
          <a:prstGeom prst="rect">
            <a:avLst/>
          </a:prstGeom>
          <a:noFill/>
        </p:spPr>
        <p:txBody>
          <a:bodyPr vert="horz" lIns="0" tIns="0" rIns="0" bIns="18000" rtlCol="0" anchor="b" anchorCtr="0">
            <a:noAutofit/>
          </a:bodyPr>
          <a:lstStyle>
            <a:lvl1pPr algn="l" defTabSz="914400" rtl="0" eaLnBrk="1" latinLnBrk="0" hangingPunct="1">
              <a:lnSpc>
                <a:spcPts val="2400"/>
              </a:lnSpc>
              <a:spcBef>
                <a:spcPct val="0"/>
              </a:spcBef>
              <a:buNone/>
              <a:defRPr lang="de-DE" sz="2200" b="1" kern="1200" baseline="0">
                <a:solidFill>
                  <a:schemeClr val="accent1"/>
                </a:solidFill>
                <a:latin typeface="Verdana" panose="020B0604030504040204" pitchFamily="34" charset="0"/>
                <a:ea typeface="Verdana" panose="020B0604030504040204" pitchFamily="34" charset="0"/>
                <a:cs typeface="Verdana" panose="020B060403050404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1700" b="1"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Стресс-индуцированная стенокардия (или эквивалент) при обструктивном поражении КА</a:t>
            </a:r>
            <a:endParaRPr kumimoji="0" lang="en-US" sz="1700" b="1"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endParaRPr>
          </a:p>
        </p:txBody>
      </p:sp>
      <p:sp>
        <p:nvSpPr>
          <p:cNvPr id="11" name="Title 3">
            <a:extLst>
              <a:ext uri="{FF2B5EF4-FFF2-40B4-BE49-F238E27FC236}">
                <a16:creationId xmlns:a16="http://schemas.microsoft.com/office/drawing/2014/main" id="{181EB1C6-FF86-1FC0-EDBC-0E15BBCDD1BD}"/>
              </a:ext>
            </a:extLst>
          </p:cNvPr>
          <p:cNvSpPr txBox="1">
            <a:spLocks/>
          </p:cNvSpPr>
          <p:nvPr/>
        </p:nvSpPr>
        <p:spPr bwMode="gray">
          <a:xfrm>
            <a:off x="7996491" y="2745279"/>
            <a:ext cx="2413600" cy="390161"/>
          </a:xfrm>
          <a:prstGeom prst="rect">
            <a:avLst/>
          </a:prstGeom>
          <a:noFill/>
        </p:spPr>
        <p:txBody>
          <a:bodyPr vert="horz" lIns="0" tIns="0" rIns="0" bIns="18000" rtlCol="0" anchor="b" anchorCtr="0">
            <a:noAutofit/>
          </a:bodyPr>
          <a:lstStyle>
            <a:lvl1pPr algn="l" defTabSz="914400" rtl="0" eaLnBrk="1" latinLnBrk="0" hangingPunct="1">
              <a:lnSpc>
                <a:spcPts val="2400"/>
              </a:lnSpc>
              <a:spcBef>
                <a:spcPct val="0"/>
              </a:spcBef>
              <a:buNone/>
              <a:defRPr lang="de-DE" sz="2200" b="1" kern="1200" baseline="0">
                <a:solidFill>
                  <a:schemeClr val="accent1"/>
                </a:solidFill>
                <a:latin typeface="Verdana" panose="020B0604030504040204" pitchFamily="34" charset="0"/>
                <a:ea typeface="Verdana" panose="020B0604030504040204" pitchFamily="34" charset="0"/>
                <a:cs typeface="Verdana" panose="020B060403050404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1700" b="1"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Стабильное состояние после ОКС, ЧКВ или КШ</a:t>
            </a:r>
            <a:endParaRPr kumimoji="0" lang="en-US" sz="1700" b="0"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endParaRPr>
          </a:p>
        </p:txBody>
      </p:sp>
      <p:sp>
        <p:nvSpPr>
          <p:cNvPr id="12" name="Title 3">
            <a:extLst>
              <a:ext uri="{FF2B5EF4-FFF2-40B4-BE49-F238E27FC236}">
                <a16:creationId xmlns:a16="http://schemas.microsoft.com/office/drawing/2014/main" id="{BE1BA76B-9546-7A8E-F823-2FB70DD57EBD}"/>
              </a:ext>
            </a:extLst>
          </p:cNvPr>
          <p:cNvSpPr txBox="1">
            <a:spLocks/>
          </p:cNvSpPr>
          <p:nvPr/>
        </p:nvSpPr>
        <p:spPr bwMode="gray">
          <a:xfrm>
            <a:off x="338459" y="5012090"/>
            <a:ext cx="2874297" cy="500556"/>
          </a:xfrm>
          <a:prstGeom prst="rect">
            <a:avLst/>
          </a:prstGeom>
          <a:noFill/>
        </p:spPr>
        <p:txBody>
          <a:bodyPr vert="horz" lIns="0" tIns="0" rIns="0" bIns="18000" rtlCol="0" anchor="b" anchorCtr="0">
            <a:noAutofit/>
          </a:bodyPr>
          <a:lstStyle>
            <a:lvl1pPr algn="l" defTabSz="914400" rtl="0" eaLnBrk="1" latinLnBrk="0" hangingPunct="1">
              <a:lnSpc>
                <a:spcPts val="2400"/>
              </a:lnSpc>
              <a:spcBef>
                <a:spcPct val="0"/>
              </a:spcBef>
              <a:buNone/>
              <a:defRPr lang="de-DE" sz="2200" b="1" kern="1200" baseline="0">
                <a:solidFill>
                  <a:schemeClr val="accent1"/>
                </a:solidFill>
                <a:latin typeface="Verdana" panose="020B0604030504040204" pitchFamily="34" charset="0"/>
                <a:ea typeface="Verdana" panose="020B0604030504040204" pitchFamily="34" charset="0"/>
                <a:cs typeface="Verdana" panose="020B060403050404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1700" b="1"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Бессимптомные пациенты с патологией КА по данным визуализации и/или функциональных тестов</a:t>
            </a:r>
            <a:endParaRPr kumimoji="0" lang="en-US" sz="1700" b="0"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endParaRPr>
          </a:p>
        </p:txBody>
      </p:sp>
      <p:sp>
        <p:nvSpPr>
          <p:cNvPr id="13" name="Title 3">
            <a:extLst>
              <a:ext uri="{FF2B5EF4-FFF2-40B4-BE49-F238E27FC236}">
                <a16:creationId xmlns:a16="http://schemas.microsoft.com/office/drawing/2014/main" id="{EA5B1CB1-D097-1297-8DC7-ADEA526CD292}"/>
              </a:ext>
            </a:extLst>
          </p:cNvPr>
          <p:cNvSpPr txBox="1">
            <a:spLocks/>
          </p:cNvSpPr>
          <p:nvPr/>
        </p:nvSpPr>
        <p:spPr bwMode="gray">
          <a:xfrm>
            <a:off x="4207750" y="3754348"/>
            <a:ext cx="3384000" cy="1993204"/>
          </a:xfrm>
          <a:prstGeom prst="ellipse">
            <a:avLst/>
          </a:prstGeom>
          <a:noFill/>
          <a:ln>
            <a:noFill/>
          </a:ln>
        </p:spPr>
        <p:txBody>
          <a:bodyPr vert="horz" lIns="0" tIns="0" rIns="0" bIns="18000" rtlCol="0" anchor="ctr" anchorCtr="0">
            <a:noAutofit/>
          </a:bodyPr>
          <a:lstStyle>
            <a:lvl1pPr algn="l" defTabSz="914400" rtl="0" eaLnBrk="1" latinLnBrk="0" hangingPunct="1">
              <a:lnSpc>
                <a:spcPts val="2400"/>
              </a:lnSpc>
              <a:spcBef>
                <a:spcPct val="0"/>
              </a:spcBef>
              <a:buNone/>
              <a:defRPr lang="de-DE" sz="2200" b="1" kern="1200" baseline="0">
                <a:solidFill>
                  <a:schemeClr val="accent1"/>
                </a:solidFill>
                <a:latin typeface="Verdana" panose="020B0604030504040204" pitchFamily="34" charset="0"/>
                <a:ea typeface="Verdana" panose="020B0604030504040204" pitchFamily="34" charset="0"/>
                <a:cs typeface="Verdana" panose="020B060403050404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1800" b="1" i="0" u="none" strike="noStrike" kern="1200" cap="none" spc="0" normalizeH="0" baseline="0" noProof="0" dirty="0">
                <a:ln>
                  <a:noFill/>
                </a:ln>
                <a:solidFill>
                  <a:srgbClr val="C00000"/>
                </a:solidFill>
                <a:effectLst/>
                <a:uLnTx/>
                <a:uFillTx/>
                <a:latin typeface="Verdana" panose="020B0604030504040204" pitchFamily="34" charset="0"/>
                <a:ea typeface="Verdana" panose="020B0604030504040204" pitchFamily="34" charset="0"/>
              </a:rPr>
              <a:t>Клинический спектр предполагаемого или подтверждённого ХКС</a:t>
            </a:r>
            <a:endParaRPr kumimoji="0" lang="en-US" sz="1800" b="1" i="0" u="none" strike="noStrike" kern="1200" cap="none" spc="0" normalizeH="0" baseline="0" noProof="0" dirty="0">
              <a:ln>
                <a:noFill/>
              </a:ln>
              <a:solidFill>
                <a:srgbClr val="C00000"/>
              </a:solidFill>
              <a:effectLst/>
              <a:uLnTx/>
              <a:uFillTx/>
              <a:latin typeface="Verdana" panose="020B0604030504040204" pitchFamily="34" charset="0"/>
              <a:ea typeface="Verdana" panose="020B0604030504040204" pitchFamily="34" charset="0"/>
            </a:endParaRPr>
          </a:p>
        </p:txBody>
      </p:sp>
      <p:sp>
        <p:nvSpPr>
          <p:cNvPr id="14" name="Title 3">
            <a:extLst>
              <a:ext uri="{FF2B5EF4-FFF2-40B4-BE49-F238E27FC236}">
                <a16:creationId xmlns:a16="http://schemas.microsoft.com/office/drawing/2014/main" id="{E1D6B3BC-9A46-2C97-82EF-76A5B65B124D}"/>
              </a:ext>
            </a:extLst>
          </p:cNvPr>
          <p:cNvSpPr txBox="1">
            <a:spLocks/>
          </p:cNvSpPr>
          <p:nvPr/>
        </p:nvSpPr>
        <p:spPr bwMode="gray">
          <a:xfrm>
            <a:off x="9133879" y="4759937"/>
            <a:ext cx="2552423" cy="500556"/>
          </a:xfrm>
          <a:prstGeom prst="rect">
            <a:avLst/>
          </a:prstGeom>
          <a:noFill/>
        </p:spPr>
        <p:txBody>
          <a:bodyPr vert="horz" lIns="0" tIns="0" rIns="0" bIns="18000" rtlCol="0" anchor="b" anchorCtr="0">
            <a:noAutofit/>
          </a:bodyPr>
          <a:lstStyle>
            <a:lvl1pPr algn="l" defTabSz="914400" rtl="0" eaLnBrk="1" latinLnBrk="0" hangingPunct="1">
              <a:lnSpc>
                <a:spcPts val="2400"/>
              </a:lnSpc>
              <a:spcBef>
                <a:spcPct val="0"/>
              </a:spcBef>
              <a:buNone/>
              <a:defRPr lang="de-DE" sz="2200" b="1" kern="1200" baseline="0">
                <a:solidFill>
                  <a:schemeClr val="accent1"/>
                </a:solidFill>
                <a:latin typeface="Verdana" panose="020B0604030504040204" pitchFamily="34" charset="0"/>
                <a:ea typeface="Verdana" panose="020B0604030504040204" pitchFamily="34" charset="0"/>
                <a:cs typeface="Verdana" panose="020B060403050404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1700" b="1"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Дисфункция ЛЖ или сердечная недостаточность ишемического генеза</a:t>
            </a:r>
            <a:endParaRPr kumimoji="0" lang="en-US" sz="1700" b="0"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4887151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CC46CA1-E56D-45F0-A292-37B3EC5ADFB5}"/>
              </a:ext>
            </a:extLst>
          </p:cNvPr>
          <p:cNvSpPr>
            <a:spLocks noGrp="1"/>
          </p:cNvSpPr>
          <p:nvPr>
            <p:ph type="title"/>
          </p:nvPr>
        </p:nvSpPr>
        <p:spPr>
          <a:xfrm>
            <a:off x="623887" y="323530"/>
            <a:ext cx="10944225" cy="364056"/>
          </a:xfrm>
        </p:spPr>
        <p:txBody>
          <a:bodyPr vert="horz" lIns="0" tIns="0" rIns="0" bIns="0" rtlCol="0" anchor="t">
            <a:noAutofit/>
          </a:bodyPr>
          <a:lstStyle/>
          <a:p>
            <a:r>
              <a:rPr lang="ru-RU" sz="2000" b="1" dirty="0">
                <a:latin typeface="Verdana" panose="020B0604030504040204" pitchFamily="34" charset="0"/>
                <a:ea typeface="Verdana" panose="020B0604030504040204" pitchFamily="34" charset="0"/>
              </a:rPr>
              <a:t>Различные механизмы развития ишемии миокарда</a:t>
            </a:r>
            <a:endParaRPr lang="en-PH" sz="2000" b="1" dirty="0">
              <a:latin typeface="Verdana" panose="020B0604030504040204" pitchFamily="34" charset="0"/>
              <a:ea typeface="Verdana" panose="020B0604030504040204" pitchFamily="34" charset="0"/>
            </a:endParaRPr>
          </a:p>
        </p:txBody>
      </p:sp>
      <p:grpSp>
        <p:nvGrpSpPr>
          <p:cNvPr id="37" name="Group 36">
            <a:extLst>
              <a:ext uri="{FF2B5EF4-FFF2-40B4-BE49-F238E27FC236}">
                <a16:creationId xmlns:a16="http://schemas.microsoft.com/office/drawing/2014/main" id="{690866EB-9CF9-C1E4-D14E-FFB57886F960}"/>
              </a:ext>
            </a:extLst>
          </p:cNvPr>
          <p:cNvGrpSpPr/>
          <p:nvPr/>
        </p:nvGrpSpPr>
        <p:grpSpPr>
          <a:xfrm>
            <a:off x="1512992" y="940018"/>
            <a:ext cx="8407731" cy="5342022"/>
            <a:chOff x="1512992" y="940018"/>
            <a:chExt cx="8407731" cy="5342022"/>
          </a:xfrm>
        </p:grpSpPr>
        <p:pic>
          <p:nvPicPr>
            <p:cNvPr id="23" name="Picture 22">
              <a:extLst>
                <a:ext uri="{FF2B5EF4-FFF2-40B4-BE49-F238E27FC236}">
                  <a16:creationId xmlns:a16="http://schemas.microsoft.com/office/drawing/2014/main" id="{0A32C5A8-7B54-C99C-31EA-C8F96CBD7886}"/>
                </a:ext>
              </a:extLst>
            </p:cNvPr>
            <p:cNvPicPr>
              <a:picLocks noChangeAspect="1"/>
            </p:cNvPicPr>
            <p:nvPr/>
          </p:nvPicPr>
          <p:blipFill>
            <a:blip r:embed="rId3"/>
            <a:srcRect b="4459"/>
            <a:stretch>
              <a:fillRect/>
            </a:stretch>
          </p:blipFill>
          <p:spPr>
            <a:xfrm>
              <a:off x="1512992" y="940018"/>
              <a:ext cx="8407731" cy="5342022"/>
            </a:xfrm>
            <a:prstGeom prst="rect">
              <a:avLst/>
            </a:prstGeom>
          </p:spPr>
        </p:pic>
        <p:sp>
          <p:nvSpPr>
            <p:cNvPr id="6" name="TextBox 5">
              <a:extLst>
                <a:ext uri="{FF2B5EF4-FFF2-40B4-BE49-F238E27FC236}">
                  <a16:creationId xmlns:a16="http://schemas.microsoft.com/office/drawing/2014/main" id="{A83E7B27-4F39-C05A-36BB-74F89C50F4CD}"/>
                </a:ext>
              </a:extLst>
            </p:cNvPr>
            <p:cNvSpPr txBox="1"/>
            <p:nvPr/>
          </p:nvSpPr>
          <p:spPr>
            <a:xfrm>
              <a:off x="3768435" y="1131522"/>
              <a:ext cx="3787791" cy="461665"/>
            </a:xfrm>
            <a:prstGeom prst="rect">
              <a:avLst/>
            </a:prstGeom>
            <a:solidFill>
              <a:srgbClr val="DEECF7"/>
            </a:solidFill>
          </p:spPr>
          <p:txBody>
            <a:bodyPr wrap="square">
              <a:spAutoFit/>
            </a:bodyPr>
            <a:lstStyle/>
            <a:p>
              <a:pPr algn="ctr"/>
              <a:r>
                <a:rPr lang="ru-RU" sz="1200" b="1" dirty="0">
                  <a:latin typeface="Arial" panose="020B0604020202020204" pitchFamily="34" charset="0"/>
                  <a:cs typeface="Arial" panose="020B0604020202020204" pitchFamily="34" charset="0"/>
                </a:rPr>
                <a:t>Основные механизмы ишемии миокарда при хронических коронарных синдромах</a:t>
              </a:r>
            </a:p>
          </p:txBody>
        </p:sp>
        <p:sp>
          <p:nvSpPr>
            <p:cNvPr id="7" name="TextBox 6">
              <a:extLst>
                <a:ext uri="{FF2B5EF4-FFF2-40B4-BE49-F238E27FC236}">
                  <a16:creationId xmlns:a16="http://schemas.microsoft.com/office/drawing/2014/main" id="{06F18C61-169D-4685-4EB8-5F57E81C8C6E}"/>
                </a:ext>
              </a:extLst>
            </p:cNvPr>
            <p:cNvSpPr txBox="1"/>
            <p:nvPr/>
          </p:nvSpPr>
          <p:spPr>
            <a:xfrm>
              <a:off x="7054735" y="2073366"/>
              <a:ext cx="1431283" cy="338554"/>
            </a:xfrm>
            <a:prstGeom prst="rect">
              <a:avLst/>
            </a:prstGeom>
            <a:solidFill>
              <a:srgbClr val="DEECF7"/>
            </a:solidFill>
          </p:spPr>
          <p:txBody>
            <a:bodyPr wrap="square" lIns="0" tIns="0" rIns="0" bIns="0">
              <a:spAutoFit/>
            </a:bodyPr>
            <a:lstStyle/>
            <a:p>
              <a:pPr algn="ctr"/>
              <a:r>
                <a:rPr lang="ru-RU" sz="1100" b="1" dirty="0">
                  <a:latin typeface="Arial" panose="020B0604020202020204" pitchFamily="34" charset="0"/>
                  <a:cs typeface="Arial" panose="020B0604020202020204" pitchFamily="34" charset="0"/>
                </a:rPr>
                <a:t>Микрососудистый уровень</a:t>
              </a:r>
            </a:p>
          </p:txBody>
        </p:sp>
        <p:sp>
          <p:nvSpPr>
            <p:cNvPr id="8" name="TextBox 7">
              <a:extLst>
                <a:ext uri="{FF2B5EF4-FFF2-40B4-BE49-F238E27FC236}">
                  <a16:creationId xmlns:a16="http://schemas.microsoft.com/office/drawing/2014/main" id="{DB9EB36F-64AF-0D79-D029-DCE1CD9D55CF}"/>
                </a:ext>
              </a:extLst>
            </p:cNvPr>
            <p:cNvSpPr txBox="1"/>
            <p:nvPr/>
          </p:nvSpPr>
          <p:spPr>
            <a:xfrm>
              <a:off x="2945477" y="2076863"/>
              <a:ext cx="1431283" cy="338554"/>
            </a:xfrm>
            <a:prstGeom prst="rect">
              <a:avLst/>
            </a:prstGeom>
            <a:solidFill>
              <a:srgbClr val="EDE4F0"/>
            </a:solidFill>
          </p:spPr>
          <p:txBody>
            <a:bodyPr wrap="square" lIns="0" tIns="0" rIns="0" bIns="0">
              <a:spAutoFit/>
            </a:bodyPr>
            <a:lstStyle/>
            <a:p>
              <a:pPr algn="ctr"/>
              <a:r>
                <a:rPr lang="ru-RU" sz="1100" b="1" dirty="0" err="1">
                  <a:latin typeface="Arial" panose="020B0604020202020204" pitchFamily="34" charset="0"/>
                  <a:cs typeface="Arial" panose="020B0604020202020204" pitchFamily="34" charset="0"/>
                </a:rPr>
                <a:t>Эпикардиальный</a:t>
              </a:r>
              <a:r>
                <a:rPr lang="ru-RU" sz="1100" b="1" dirty="0">
                  <a:latin typeface="Arial" panose="020B0604020202020204" pitchFamily="34" charset="0"/>
                  <a:cs typeface="Arial" panose="020B0604020202020204" pitchFamily="34" charset="0"/>
                </a:rPr>
                <a:t> уровень</a:t>
              </a:r>
            </a:p>
          </p:txBody>
        </p:sp>
        <p:sp>
          <p:nvSpPr>
            <p:cNvPr id="9" name="TextBox 8">
              <a:extLst>
                <a:ext uri="{FF2B5EF4-FFF2-40B4-BE49-F238E27FC236}">
                  <a16:creationId xmlns:a16="http://schemas.microsoft.com/office/drawing/2014/main" id="{EDB6E813-111E-EEF3-3B89-2950E2E162C6}"/>
                </a:ext>
              </a:extLst>
            </p:cNvPr>
            <p:cNvSpPr txBox="1"/>
            <p:nvPr/>
          </p:nvSpPr>
          <p:spPr>
            <a:xfrm>
              <a:off x="1905639" y="2954573"/>
              <a:ext cx="1431283" cy="338554"/>
            </a:xfrm>
            <a:prstGeom prst="rect">
              <a:avLst/>
            </a:prstGeom>
            <a:solidFill>
              <a:srgbClr val="EDE4F0"/>
            </a:solidFill>
          </p:spPr>
          <p:txBody>
            <a:bodyPr wrap="square" lIns="0" tIns="0" rIns="0" bIns="0">
              <a:spAutoFit/>
            </a:bodyPr>
            <a:lstStyle/>
            <a:p>
              <a:pPr algn="ctr"/>
              <a:r>
                <a:rPr lang="ru-RU" sz="1100" dirty="0">
                  <a:latin typeface="Arial" panose="020B0604020202020204" pitchFamily="34" charset="0"/>
                  <a:cs typeface="Arial" panose="020B0604020202020204" pitchFamily="34" charset="0"/>
                </a:rPr>
                <a:t>Структурные нарушения</a:t>
              </a:r>
            </a:p>
          </p:txBody>
        </p:sp>
        <p:sp>
          <p:nvSpPr>
            <p:cNvPr id="11" name="TextBox 10">
              <a:extLst>
                <a:ext uri="{FF2B5EF4-FFF2-40B4-BE49-F238E27FC236}">
                  <a16:creationId xmlns:a16="http://schemas.microsoft.com/office/drawing/2014/main" id="{DEE22957-D98F-0E14-4C5D-2B1C39667F8C}"/>
                </a:ext>
              </a:extLst>
            </p:cNvPr>
            <p:cNvSpPr txBox="1"/>
            <p:nvPr/>
          </p:nvSpPr>
          <p:spPr>
            <a:xfrm>
              <a:off x="3958884" y="2947293"/>
              <a:ext cx="1431283" cy="338554"/>
            </a:xfrm>
            <a:prstGeom prst="rect">
              <a:avLst/>
            </a:prstGeom>
            <a:solidFill>
              <a:srgbClr val="EDE4F0"/>
            </a:solidFill>
          </p:spPr>
          <p:txBody>
            <a:bodyPr wrap="square" lIns="0" tIns="0" rIns="0" bIns="0">
              <a:spAutoFit/>
            </a:bodyPr>
            <a:lstStyle/>
            <a:p>
              <a:pPr algn="ctr"/>
              <a:r>
                <a:rPr lang="ru-RU" sz="1100" dirty="0">
                  <a:latin typeface="Arial" panose="020B0604020202020204" pitchFamily="34" charset="0"/>
                  <a:cs typeface="Arial" panose="020B0604020202020204" pitchFamily="34" charset="0"/>
                </a:rPr>
                <a:t>Функциональные нарушения</a:t>
              </a:r>
            </a:p>
          </p:txBody>
        </p:sp>
        <p:sp>
          <p:nvSpPr>
            <p:cNvPr id="12" name="TextBox 11">
              <a:extLst>
                <a:ext uri="{FF2B5EF4-FFF2-40B4-BE49-F238E27FC236}">
                  <a16:creationId xmlns:a16="http://schemas.microsoft.com/office/drawing/2014/main" id="{7082CBF0-ECB6-D342-DFD0-801F4D72C060}"/>
                </a:ext>
              </a:extLst>
            </p:cNvPr>
            <p:cNvSpPr txBox="1"/>
            <p:nvPr/>
          </p:nvSpPr>
          <p:spPr>
            <a:xfrm>
              <a:off x="2461696" y="3456886"/>
              <a:ext cx="1080000" cy="507831"/>
            </a:xfrm>
            <a:prstGeom prst="rect">
              <a:avLst/>
            </a:prstGeom>
            <a:solidFill>
              <a:schemeClr val="bg1"/>
            </a:solidFill>
          </p:spPr>
          <p:txBody>
            <a:bodyPr wrap="square" lIns="0" tIns="0" rIns="0" bIns="0">
              <a:spAutoFit/>
            </a:bodyPr>
            <a:lstStyle/>
            <a:p>
              <a:r>
                <a:rPr lang="ru-RU" sz="1100" dirty="0">
                  <a:latin typeface="Arial" panose="020B0604020202020204" pitchFamily="34" charset="0"/>
                  <a:cs typeface="Arial" panose="020B0604020202020204" pitchFamily="34" charset="0"/>
                </a:rPr>
                <a:t>Атеросклероз (очаговый или диффузный)</a:t>
              </a:r>
            </a:p>
          </p:txBody>
        </p:sp>
        <p:sp>
          <p:nvSpPr>
            <p:cNvPr id="13" name="TextBox 12">
              <a:extLst>
                <a:ext uri="{FF2B5EF4-FFF2-40B4-BE49-F238E27FC236}">
                  <a16:creationId xmlns:a16="http://schemas.microsoft.com/office/drawing/2014/main" id="{4FF98FE0-54A9-C3AE-D0E0-629F31CADFB1}"/>
                </a:ext>
              </a:extLst>
            </p:cNvPr>
            <p:cNvSpPr txBox="1"/>
            <p:nvPr/>
          </p:nvSpPr>
          <p:spPr>
            <a:xfrm>
              <a:off x="2470635" y="4192039"/>
              <a:ext cx="1116000" cy="507831"/>
            </a:xfrm>
            <a:prstGeom prst="rect">
              <a:avLst/>
            </a:prstGeom>
            <a:solidFill>
              <a:schemeClr val="bg1"/>
            </a:solidFill>
          </p:spPr>
          <p:txBody>
            <a:bodyPr wrap="square" lIns="0" tIns="0" rIns="0" bIns="0">
              <a:spAutoFit/>
            </a:bodyPr>
            <a:lstStyle/>
            <a:p>
              <a:r>
                <a:rPr lang="ru-RU" sz="1100" dirty="0">
                  <a:latin typeface="Arial" panose="020B0604020202020204" pitchFamily="34" charset="0"/>
                  <a:cs typeface="Arial" panose="020B0604020202020204" pitchFamily="34" charset="0"/>
                </a:rPr>
                <a:t>Стабильная</a:t>
              </a:r>
            </a:p>
            <a:p>
              <a:r>
                <a:rPr lang="ru-RU" sz="1100" dirty="0" err="1">
                  <a:latin typeface="Arial" panose="020B0604020202020204" pitchFamily="34" charset="0"/>
                  <a:cs typeface="Arial" panose="020B0604020202020204" pitchFamily="34" charset="0"/>
                </a:rPr>
                <a:t>интрамуральная</a:t>
              </a:r>
              <a:r>
                <a:rPr lang="ru-RU" sz="1100" dirty="0">
                  <a:latin typeface="Arial" panose="020B0604020202020204" pitchFamily="34" charset="0"/>
                  <a:cs typeface="Arial" panose="020B0604020202020204" pitchFamily="34" charset="0"/>
                </a:rPr>
                <a:t> гематома</a:t>
              </a:r>
            </a:p>
          </p:txBody>
        </p:sp>
        <p:sp>
          <p:nvSpPr>
            <p:cNvPr id="14" name="TextBox 13">
              <a:extLst>
                <a:ext uri="{FF2B5EF4-FFF2-40B4-BE49-F238E27FC236}">
                  <a16:creationId xmlns:a16="http://schemas.microsoft.com/office/drawing/2014/main" id="{6EA44BB7-0108-AD27-AAD0-D7B6CA0AFA03}"/>
                </a:ext>
              </a:extLst>
            </p:cNvPr>
            <p:cNvSpPr txBox="1"/>
            <p:nvPr/>
          </p:nvSpPr>
          <p:spPr>
            <a:xfrm>
              <a:off x="2425290" y="4999063"/>
              <a:ext cx="1161345" cy="338554"/>
            </a:xfrm>
            <a:prstGeom prst="rect">
              <a:avLst/>
            </a:prstGeom>
            <a:solidFill>
              <a:schemeClr val="bg1"/>
            </a:solidFill>
          </p:spPr>
          <p:txBody>
            <a:bodyPr wrap="square" lIns="0" tIns="0" rIns="0" bIns="0">
              <a:spAutoFit/>
            </a:bodyPr>
            <a:lstStyle/>
            <a:p>
              <a:r>
                <a:rPr lang="ru-RU" sz="1100" dirty="0" err="1">
                  <a:latin typeface="Arial" panose="020B0604020202020204" pitchFamily="34" charset="0"/>
                  <a:cs typeface="Arial" panose="020B0604020202020204" pitchFamily="34" charset="0"/>
                </a:rPr>
                <a:t>Миокардиальный</a:t>
              </a:r>
              <a:r>
                <a:rPr lang="ru-RU" sz="1100" dirty="0">
                  <a:latin typeface="Arial" panose="020B0604020202020204" pitchFamily="34" charset="0"/>
                  <a:cs typeface="Arial" panose="020B0604020202020204" pitchFamily="34" charset="0"/>
                </a:rPr>
                <a:t> мостик</a:t>
              </a:r>
            </a:p>
          </p:txBody>
        </p:sp>
        <p:sp>
          <p:nvSpPr>
            <p:cNvPr id="15" name="TextBox 14">
              <a:extLst>
                <a:ext uri="{FF2B5EF4-FFF2-40B4-BE49-F238E27FC236}">
                  <a16:creationId xmlns:a16="http://schemas.microsoft.com/office/drawing/2014/main" id="{B034A4B8-2EDB-D226-6FF0-135B9A50242D}"/>
                </a:ext>
              </a:extLst>
            </p:cNvPr>
            <p:cNvSpPr txBox="1"/>
            <p:nvPr/>
          </p:nvSpPr>
          <p:spPr>
            <a:xfrm>
              <a:off x="2451239" y="5648946"/>
              <a:ext cx="1116000" cy="507831"/>
            </a:xfrm>
            <a:prstGeom prst="rect">
              <a:avLst/>
            </a:prstGeom>
            <a:solidFill>
              <a:schemeClr val="bg1"/>
            </a:solidFill>
          </p:spPr>
          <p:txBody>
            <a:bodyPr wrap="square" lIns="0" tIns="0" rIns="0" bIns="0">
              <a:spAutoFit/>
            </a:bodyPr>
            <a:lstStyle/>
            <a:p>
              <a:r>
                <a:rPr lang="ru-RU" sz="1100" dirty="0">
                  <a:latin typeface="Arial" panose="020B0604020202020204" pitchFamily="34" charset="0"/>
                  <a:cs typeface="Arial" panose="020B0604020202020204" pitchFamily="34" charset="0"/>
                </a:rPr>
                <a:t>Аневризма коронарной артерии</a:t>
              </a:r>
            </a:p>
          </p:txBody>
        </p:sp>
        <p:sp>
          <p:nvSpPr>
            <p:cNvPr id="16" name="TextBox 15">
              <a:extLst>
                <a:ext uri="{FF2B5EF4-FFF2-40B4-BE49-F238E27FC236}">
                  <a16:creationId xmlns:a16="http://schemas.microsoft.com/office/drawing/2014/main" id="{74B4F21F-C199-C203-E738-CE4414CBA49D}"/>
                </a:ext>
              </a:extLst>
            </p:cNvPr>
            <p:cNvSpPr txBox="1"/>
            <p:nvPr/>
          </p:nvSpPr>
          <p:spPr>
            <a:xfrm>
              <a:off x="4696685" y="3570125"/>
              <a:ext cx="936000" cy="360000"/>
            </a:xfrm>
            <a:prstGeom prst="rect">
              <a:avLst/>
            </a:prstGeom>
            <a:solidFill>
              <a:schemeClr val="bg1"/>
            </a:solidFill>
          </p:spPr>
          <p:txBody>
            <a:bodyPr wrap="square" lIns="0" tIns="0" rIns="0" bIns="0">
              <a:spAutoFit/>
            </a:bodyPr>
            <a:lstStyle/>
            <a:p>
              <a:pPr algn="ctr"/>
              <a:r>
                <a:rPr lang="ru-RU" sz="900" dirty="0" err="1">
                  <a:latin typeface="Arial" panose="020B0604020202020204" pitchFamily="34" charset="0"/>
                  <a:cs typeface="Arial" panose="020B0604020202020204" pitchFamily="34" charset="0"/>
                </a:rPr>
                <a:t>Эпикардиальный</a:t>
              </a:r>
              <a:r>
                <a:rPr lang="ru-RU" sz="900" dirty="0">
                  <a:latin typeface="Arial" panose="020B0604020202020204" pitchFamily="34" charset="0"/>
                  <a:cs typeface="Arial" panose="020B0604020202020204" pitchFamily="34" charset="0"/>
                </a:rPr>
                <a:t> </a:t>
              </a:r>
              <a:r>
                <a:rPr lang="ru-RU" sz="900" dirty="0" err="1">
                  <a:latin typeface="Arial" panose="020B0604020202020204" pitchFamily="34" charset="0"/>
                  <a:cs typeface="Arial" panose="020B0604020202020204" pitchFamily="34" charset="0"/>
                </a:rPr>
                <a:t>вазоспазм</a:t>
              </a:r>
              <a:endParaRPr lang="ru-RU" sz="900" dirty="0">
                <a:latin typeface="Arial" panose="020B0604020202020204" pitchFamily="34" charset="0"/>
                <a:cs typeface="Arial" panose="020B0604020202020204" pitchFamily="34" charset="0"/>
              </a:endParaRPr>
            </a:p>
          </p:txBody>
        </p:sp>
        <p:grpSp>
          <p:nvGrpSpPr>
            <p:cNvPr id="19" name="Group 18">
              <a:extLst>
                <a:ext uri="{FF2B5EF4-FFF2-40B4-BE49-F238E27FC236}">
                  <a16:creationId xmlns:a16="http://schemas.microsoft.com/office/drawing/2014/main" id="{957D9BD2-9924-E3BE-8BFA-601A34F5A933}"/>
                </a:ext>
              </a:extLst>
            </p:cNvPr>
            <p:cNvGrpSpPr/>
            <p:nvPr/>
          </p:nvGrpSpPr>
          <p:grpSpPr>
            <a:xfrm>
              <a:off x="3843051" y="4123289"/>
              <a:ext cx="1618323" cy="1620000"/>
              <a:chOff x="4993467" y="4350851"/>
              <a:chExt cx="1618323" cy="1620000"/>
            </a:xfrm>
          </p:grpSpPr>
          <p:sp>
            <p:nvSpPr>
              <p:cNvPr id="18" name="Oval 17">
                <a:extLst>
                  <a:ext uri="{FF2B5EF4-FFF2-40B4-BE49-F238E27FC236}">
                    <a16:creationId xmlns:a16="http://schemas.microsoft.com/office/drawing/2014/main" id="{F949927A-35B4-951D-5099-F7CCDE7BD539}"/>
                  </a:ext>
                </a:extLst>
              </p:cNvPr>
              <p:cNvSpPr>
                <a:spLocks noChangeAspect="1"/>
              </p:cNvSpPr>
              <p:nvPr/>
            </p:nvSpPr>
            <p:spPr>
              <a:xfrm>
                <a:off x="4993467" y="4350851"/>
                <a:ext cx="1618323" cy="1620000"/>
              </a:xfrm>
              <a:prstGeom prst="ellipse">
                <a:avLst/>
              </a:prstGeom>
              <a:solidFill>
                <a:srgbClr val="EDE4F0"/>
              </a:solidFill>
              <a:ln>
                <a:solidFill>
                  <a:srgbClr val="ED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TextBox 16">
                <a:extLst>
                  <a:ext uri="{FF2B5EF4-FFF2-40B4-BE49-F238E27FC236}">
                    <a16:creationId xmlns:a16="http://schemas.microsoft.com/office/drawing/2014/main" id="{AE25B5FF-0F76-BBF3-6C21-7AE7508A93E1}"/>
                  </a:ext>
                </a:extLst>
              </p:cNvPr>
              <p:cNvSpPr txBox="1"/>
              <p:nvPr/>
            </p:nvSpPr>
            <p:spPr>
              <a:xfrm>
                <a:off x="5164685" y="4573928"/>
                <a:ext cx="1260000" cy="1184940"/>
              </a:xfrm>
              <a:prstGeom prst="rect">
                <a:avLst/>
              </a:prstGeom>
              <a:solidFill>
                <a:srgbClr val="EDE4F0"/>
              </a:solidFill>
            </p:spPr>
            <p:txBody>
              <a:bodyPr wrap="square" lIns="0" tIns="0" rIns="0" bIns="0">
                <a:spAutoFit/>
              </a:bodyPr>
              <a:lstStyle/>
              <a:p>
                <a:pPr algn="ctr"/>
                <a:r>
                  <a:rPr lang="ru-RU" sz="1100" dirty="0">
                    <a:latin typeface="Arial" panose="020B0604020202020204" pitchFamily="34" charset="0"/>
                    <a:cs typeface="Arial" panose="020B0604020202020204" pitchFamily="34" charset="0"/>
                  </a:rPr>
                  <a:t>Эндотелиальная дисфункция и/или гиперреактивность ГМК сосудов</a:t>
                </a:r>
              </a:p>
              <a:p>
                <a:pPr algn="ctr"/>
                <a:endParaRPr lang="ru-RU" sz="1100" dirty="0">
                  <a:latin typeface="Arial" panose="020B0604020202020204" pitchFamily="34" charset="0"/>
                  <a:cs typeface="Arial" panose="020B0604020202020204" pitchFamily="34" charset="0"/>
                </a:endParaRPr>
              </a:p>
              <a:p>
                <a:pPr algn="ctr"/>
                <a:r>
                  <a:rPr lang="ru-RU" sz="1100" dirty="0">
                    <a:latin typeface="Arial" panose="020B0604020202020204" pitchFamily="34" charset="0"/>
                    <a:cs typeface="Arial" panose="020B0604020202020204" pitchFamily="34" charset="0"/>
                  </a:rPr>
                  <a:t>Вегетативная </a:t>
                </a:r>
                <a:r>
                  <a:rPr lang="ru-RU" sz="1100" dirty="0" err="1">
                    <a:latin typeface="Arial" panose="020B0604020202020204" pitchFamily="34" charset="0"/>
                    <a:cs typeface="Arial" panose="020B0604020202020204" pitchFamily="34" charset="0"/>
                  </a:rPr>
                  <a:t>дисрегуляция</a:t>
                </a:r>
                <a:r>
                  <a:rPr lang="ru-RU" sz="1100" dirty="0">
                    <a:latin typeface="Arial" panose="020B0604020202020204" pitchFamily="34" charset="0"/>
                    <a:cs typeface="Arial" panose="020B0604020202020204" pitchFamily="34" charset="0"/>
                  </a:rPr>
                  <a:t> </a:t>
                </a:r>
              </a:p>
            </p:txBody>
          </p:sp>
        </p:grpSp>
        <p:sp>
          <p:nvSpPr>
            <p:cNvPr id="20" name="TextBox 19">
              <a:extLst>
                <a:ext uri="{FF2B5EF4-FFF2-40B4-BE49-F238E27FC236}">
                  <a16:creationId xmlns:a16="http://schemas.microsoft.com/office/drawing/2014/main" id="{AD6048A9-04D7-AC6D-81EA-7D30DD5880FF}"/>
                </a:ext>
              </a:extLst>
            </p:cNvPr>
            <p:cNvSpPr txBox="1"/>
            <p:nvPr/>
          </p:nvSpPr>
          <p:spPr>
            <a:xfrm>
              <a:off x="6012129" y="2954573"/>
              <a:ext cx="1431283" cy="338554"/>
            </a:xfrm>
            <a:prstGeom prst="rect">
              <a:avLst/>
            </a:prstGeom>
            <a:solidFill>
              <a:srgbClr val="DCEDF8"/>
            </a:solidFill>
          </p:spPr>
          <p:txBody>
            <a:bodyPr wrap="square" lIns="0" tIns="0" rIns="0" bIns="0">
              <a:spAutoFit/>
            </a:bodyPr>
            <a:lstStyle/>
            <a:p>
              <a:pPr algn="ctr"/>
              <a:r>
                <a:rPr lang="ru-RU" sz="1100" dirty="0">
                  <a:latin typeface="Arial" panose="020B0604020202020204" pitchFamily="34" charset="0"/>
                  <a:cs typeface="Arial" panose="020B0604020202020204" pitchFamily="34" charset="0"/>
                </a:rPr>
                <a:t>Структурные нарушения</a:t>
              </a:r>
            </a:p>
          </p:txBody>
        </p:sp>
        <p:sp>
          <p:nvSpPr>
            <p:cNvPr id="21" name="TextBox 20">
              <a:extLst>
                <a:ext uri="{FF2B5EF4-FFF2-40B4-BE49-F238E27FC236}">
                  <a16:creationId xmlns:a16="http://schemas.microsoft.com/office/drawing/2014/main" id="{0C39469D-DAA9-91C1-2494-884D3833075A}"/>
                </a:ext>
              </a:extLst>
            </p:cNvPr>
            <p:cNvSpPr txBox="1"/>
            <p:nvPr/>
          </p:nvSpPr>
          <p:spPr>
            <a:xfrm>
              <a:off x="8065374" y="2961853"/>
              <a:ext cx="1431283" cy="338554"/>
            </a:xfrm>
            <a:prstGeom prst="rect">
              <a:avLst/>
            </a:prstGeom>
            <a:solidFill>
              <a:srgbClr val="DCEDF8"/>
            </a:solidFill>
          </p:spPr>
          <p:txBody>
            <a:bodyPr wrap="square" lIns="0" tIns="0" rIns="0" bIns="0">
              <a:spAutoFit/>
            </a:bodyPr>
            <a:lstStyle/>
            <a:p>
              <a:pPr algn="ctr"/>
              <a:r>
                <a:rPr lang="ru-RU" sz="1100" dirty="0">
                  <a:latin typeface="Arial" panose="020B0604020202020204" pitchFamily="34" charset="0"/>
                  <a:cs typeface="Arial" panose="020B0604020202020204" pitchFamily="34" charset="0"/>
                </a:rPr>
                <a:t>Функциональные нарушения</a:t>
              </a:r>
            </a:p>
          </p:txBody>
        </p:sp>
        <p:sp>
          <p:nvSpPr>
            <p:cNvPr id="22" name="TextBox 21">
              <a:extLst>
                <a:ext uri="{FF2B5EF4-FFF2-40B4-BE49-F238E27FC236}">
                  <a16:creationId xmlns:a16="http://schemas.microsoft.com/office/drawing/2014/main" id="{8FBB385C-816E-6316-F572-CE9A709DD665}"/>
                </a:ext>
              </a:extLst>
            </p:cNvPr>
            <p:cNvSpPr txBox="1"/>
            <p:nvPr/>
          </p:nvSpPr>
          <p:spPr>
            <a:xfrm>
              <a:off x="6001316" y="3429000"/>
              <a:ext cx="1634257" cy="507831"/>
            </a:xfrm>
            <a:prstGeom prst="rect">
              <a:avLst/>
            </a:prstGeom>
            <a:solidFill>
              <a:schemeClr val="bg1"/>
            </a:solidFill>
          </p:spPr>
          <p:txBody>
            <a:bodyPr wrap="square" lIns="0" tIns="0" rIns="0" bIns="0">
              <a:spAutoFit/>
            </a:bodyPr>
            <a:lstStyle/>
            <a:p>
              <a:r>
                <a:rPr lang="ru-RU" sz="1100" dirty="0">
                  <a:latin typeface="Arial" panose="020B0604020202020204" pitchFamily="34" charset="0"/>
                  <a:cs typeface="Arial" panose="020B0604020202020204" pitchFamily="34" charset="0"/>
                </a:rPr>
                <a:t>Внутрь направленное </a:t>
              </a:r>
              <a:r>
                <a:rPr lang="ru-RU" sz="1100" dirty="0" err="1">
                  <a:latin typeface="Arial" panose="020B0604020202020204" pitchFamily="34" charset="0"/>
                  <a:cs typeface="Arial" panose="020B0604020202020204" pitchFamily="34" charset="0"/>
                </a:rPr>
                <a:t>ремоделирование</a:t>
              </a:r>
              <a:r>
                <a:rPr lang="ru-RU" sz="1100" dirty="0">
                  <a:latin typeface="Arial" panose="020B0604020202020204" pitchFamily="34" charset="0"/>
                  <a:cs typeface="Arial" panose="020B0604020202020204" pitchFamily="34" charset="0"/>
                </a:rPr>
                <a:t> артериол</a:t>
              </a:r>
            </a:p>
          </p:txBody>
        </p:sp>
        <p:sp>
          <p:nvSpPr>
            <p:cNvPr id="24" name="TextBox 23">
              <a:extLst>
                <a:ext uri="{FF2B5EF4-FFF2-40B4-BE49-F238E27FC236}">
                  <a16:creationId xmlns:a16="http://schemas.microsoft.com/office/drawing/2014/main" id="{B3CF0D63-FF6B-F1D6-2B48-4349E6CB776D}"/>
                </a:ext>
              </a:extLst>
            </p:cNvPr>
            <p:cNvSpPr txBox="1"/>
            <p:nvPr/>
          </p:nvSpPr>
          <p:spPr>
            <a:xfrm>
              <a:off x="6012129" y="3988051"/>
              <a:ext cx="1634257" cy="338554"/>
            </a:xfrm>
            <a:prstGeom prst="rect">
              <a:avLst/>
            </a:prstGeom>
            <a:solidFill>
              <a:schemeClr val="bg1"/>
            </a:solidFill>
          </p:spPr>
          <p:txBody>
            <a:bodyPr wrap="square" lIns="0" tIns="0" rIns="0" bIns="0">
              <a:spAutoFit/>
            </a:bodyPr>
            <a:lstStyle/>
            <a:p>
              <a:r>
                <a:rPr lang="ru-RU" sz="1100" dirty="0">
                  <a:latin typeface="Arial" panose="020B0604020202020204" pitchFamily="34" charset="0"/>
                  <a:cs typeface="Arial" panose="020B0604020202020204" pitchFamily="34" charset="0"/>
                </a:rPr>
                <a:t>Разрежение капиллярной сети</a:t>
              </a:r>
            </a:p>
          </p:txBody>
        </p:sp>
        <p:sp>
          <p:nvSpPr>
            <p:cNvPr id="25" name="TextBox 24">
              <a:extLst>
                <a:ext uri="{FF2B5EF4-FFF2-40B4-BE49-F238E27FC236}">
                  <a16:creationId xmlns:a16="http://schemas.microsoft.com/office/drawing/2014/main" id="{FF1DA4C2-11A4-2108-118B-C5A486824F39}"/>
                </a:ext>
              </a:extLst>
            </p:cNvPr>
            <p:cNvSpPr txBox="1"/>
            <p:nvPr/>
          </p:nvSpPr>
          <p:spPr>
            <a:xfrm>
              <a:off x="6001315" y="4359672"/>
              <a:ext cx="1634257" cy="338554"/>
            </a:xfrm>
            <a:prstGeom prst="rect">
              <a:avLst/>
            </a:prstGeom>
            <a:solidFill>
              <a:schemeClr val="bg1"/>
            </a:solidFill>
          </p:spPr>
          <p:txBody>
            <a:bodyPr wrap="square" lIns="0" tIns="0" rIns="0" bIns="0">
              <a:spAutoFit/>
            </a:bodyPr>
            <a:lstStyle/>
            <a:p>
              <a:r>
                <a:rPr lang="ru-RU" sz="1100" dirty="0">
                  <a:latin typeface="Arial" panose="020B0604020202020204" pitchFamily="34" charset="0"/>
                  <a:cs typeface="Arial" panose="020B0604020202020204" pitchFamily="34" charset="0"/>
                </a:rPr>
                <a:t>Внутрисосудистая обструкция</a:t>
              </a:r>
            </a:p>
          </p:txBody>
        </p:sp>
        <p:sp>
          <p:nvSpPr>
            <p:cNvPr id="26" name="TextBox 25">
              <a:extLst>
                <a:ext uri="{FF2B5EF4-FFF2-40B4-BE49-F238E27FC236}">
                  <a16:creationId xmlns:a16="http://schemas.microsoft.com/office/drawing/2014/main" id="{A9ACD946-FD79-4C4C-17B0-FB2DEC016810}"/>
                </a:ext>
              </a:extLst>
            </p:cNvPr>
            <p:cNvSpPr txBox="1"/>
            <p:nvPr/>
          </p:nvSpPr>
          <p:spPr>
            <a:xfrm>
              <a:off x="6001313" y="4736266"/>
              <a:ext cx="1554913" cy="507831"/>
            </a:xfrm>
            <a:prstGeom prst="rect">
              <a:avLst/>
            </a:prstGeom>
            <a:solidFill>
              <a:schemeClr val="bg1"/>
            </a:solidFill>
          </p:spPr>
          <p:txBody>
            <a:bodyPr wrap="square" lIns="0" tIns="0" rIns="0" bIns="0">
              <a:spAutoFit/>
            </a:bodyPr>
            <a:lstStyle/>
            <a:p>
              <a:r>
                <a:rPr lang="ru-RU" sz="1100" dirty="0" err="1">
                  <a:latin typeface="Arial" panose="020B0604020202020204" pitchFamily="34" charset="0"/>
                  <a:cs typeface="Arial" panose="020B0604020202020204" pitchFamily="34" charset="0"/>
                </a:rPr>
                <a:t>Периваскулярный</a:t>
              </a:r>
              <a:r>
                <a:rPr lang="ru-RU" sz="1100" dirty="0">
                  <a:latin typeface="Arial" panose="020B0604020202020204" pitchFamily="34" charset="0"/>
                  <a:cs typeface="Arial" panose="020B0604020202020204" pitchFamily="34" charset="0"/>
                </a:rPr>
                <a:t> фиброз или инфильтрация</a:t>
              </a:r>
            </a:p>
          </p:txBody>
        </p:sp>
        <p:sp>
          <p:nvSpPr>
            <p:cNvPr id="27" name="TextBox 26">
              <a:extLst>
                <a:ext uri="{FF2B5EF4-FFF2-40B4-BE49-F238E27FC236}">
                  <a16:creationId xmlns:a16="http://schemas.microsoft.com/office/drawing/2014/main" id="{D3C840FE-3CD0-8BD7-47B9-98C2529677F4}"/>
                </a:ext>
              </a:extLst>
            </p:cNvPr>
            <p:cNvSpPr txBox="1"/>
            <p:nvPr/>
          </p:nvSpPr>
          <p:spPr>
            <a:xfrm>
              <a:off x="5998781" y="5290899"/>
              <a:ext cx="1554913" cy="846386"/>
            </a:xfrm>
            <a:prstGeom prst="rect">
              <a:avLst/>
            </a:prstGeom>
            <a:solidFill>
              <a:schemeClr val="bg1"/>
            </a:solidFill>
          </p:spPr>
          <p:txBody>
            <a:bodyPr wrap="square" lIns="0" tIns="0" rIns="0" bIns="0">
              <a:spAutoFit/>
            </a:bodyPr>
            <a:lstStyle/>
            <a:p>
              <a:r>
                <a:rPr lang="ru-RU" sz="1100" dirty="0" err="1">
                  <a:latin typeface="Arial" panose="020B0604020202020204" pitchFamily="34" charset="0"/>
                  <a:cs typeface="Arial" panose="020B0604020202020204" pitchFamily="34" charset="0"/>
                </a:rPr>
                <a:t>Экстрамуральная</a:t>
              </a:r>
              <a:r>
                <a:rPr lang="ru-RU" sz="1100" dirty="0">
                  <a:latin typeface="Arial" panose="020B0604020202020204" pitchFamily="34" charset="0"/>
                  <a:cs typeface="Arial" panose="020B0604020202020204" pitchFamily="34" charset="0"/>
                </a:rPr>
                <a:t> компрессия (гипертрофия миокарда, повышение КДДЛЖ)</a:t>
              </a:r>
            </a:p>
          </p:txBody>
        </p:sp>
        <p:sp>
          <p:nvSpPr>
            <p:cNvPr id="28" name="TextBox 27">
              <a:extLst>
                <a:ext uri="{FF2B5EF4-FFF2-40B4-BE49-F238E27FC236}">
                  <a16:creationId xmlns:a16="http://schemas.microsoft.com/office/drawing/2014/main" id="{D9834833-48BA-0FDC-68B0-4319B319A6B6}"/>
                </a:ext>
              </a:extLst>
            </p:cNvPr>
            <p:cNvSpPr txBox="1"/>
            <p:nvPr/>
          </p:nvSpPr>
          <p:spPr>
            <a:xfrm>
              <a:off x="8562907" y="5849679"/>
              <a:ext cx="1116000" cy="360000"/>
            </a:xfrm>
            <a:prstGeom prst="rect">
              <a:avLst/>
            </a:prstGeom>
            <a:solidFill>
              <a:schemeClr val="bg1"/>
            </a:solidFill>
          </p:spPr>
          <p:txBody>
            <a:bodyPr wrap="square" lIns="0" tIns="0" rIns="0" bIns="0">
              <a:spAutoFit/>
            </a:bodyPr>
            <a:lstStyle/>
            <a:p>
              <a:r>
                <a:rPr lang="ru-RU" sz="1100" dirty="0">
                  <a:latin typeface="Arial" panose="020B0604020202020204" pitchFamily="34" charset="0"/>
                  <a:cs typeface="Arial" panose="020B0604020202020204" pitchFamily="34" charset="0"/>
                </a:rPr>
                <a:t>Усиленная </a:t>
              </a:r>
              <a:r>
                <a:rPr lang="ru-RU" sz="1100" dirty="0" err="1">
                  <a:latin typeface="Arial" panose="020B0604020202020204" pitchFamily="34" charset="0"/>
                  <a:cs typeface="Arial" panose="020B0604020202020204" pitchFamily="34" charset="0"/>
                </a:rPr>
                <a:t>вазоконстрикция</a:t>
              </a:r>
              <a:endParaRPr lang="ru-RU" sz="1100" dirty="0">
                <a:latin typeface="Arial" panose="020B0604020202020204" pitchFamily="34" charset="0"/>
                <a:cs typeface="Arial" panose="020B0604020202020204" pitchFamily="34" charset="0"/>
              </a:endParaRPr>
            </a:p>
          </p:txBody>
        </p:sp>
        <p:grpSp>
          <p:nvGrpSpPr>
            <p:cNvPr id="29" name="Group 28">
              <a:extLst>
                <a:ext uri="{FF2B5EF4-FFF2-40B4-BE49-F238E27FC236}">
                  <a16:creationId xmlns:a16="http://schemas.microsoft.com/office/drawing/2014/main" id="{643E0EB3-DF17-FF47-778A-F56F11DC3E8B}"/>
                </a:ext>
              </a:extLst>
            </p:cNvPr>
            <p:cNvGrpSpPr>
              <a:grpSpLocks noChangeAspect="1"/>
            </p:cNvGrpSpPr>
            <p:nvPr/>
          </p:nvGrpSpPr>
          <p:grpSpPr>
            <a:xfrm>
              <a:off x="7980173" y="4047644"/>
              <a:ext cx="1548000" cy="1549604"/>
              <a:chOff x="4993467" y="4350851"/>
              <a:chExt cx="1618323" cy="1620000"/>
            </a:xfrm>
            <a:solidFill>
              <a:srgbClr val="DCEDF8"/>
            </a:solidFill>
          </p:grpSpPr>
          <p:sp>
            <p:nvSpPr>
              <p:cNvPr id="30" name="Oval 29">
                <a:extLst>
                  <a:ext uri="{FF2B5EF4-FFF2-40B4-BE49-F238E27FC236}">
                    <a16:creationId xmlns:a16="http://schemas.microsoft.com/office/drawing/2014/main" id="{9E4EEAD3-E938-A2FC-33B0-26CFE978758F}"/>
                  </a:ext>
                </a:extLst>
              </p:cNvPr>
              <p:cNvSpPr>
                <a:spLocks noChangeAspect="1"/>
              </p:cNvSpPr>
              <p:nvPr/>
            </p:nvSpPr>
            <p:spPr>
              <a:xfrm>
                <a:off x="4993467" y="4350851"/>
                <a:ext cx="1618323" cy="1620000"/>
              </a:xfrm>
              <a:prstGeom prst="ellipse">
                <a:avLst/>
              </a:prstGeom>
              <a:grpFill/>
              <a:ln>
                <a:solidFill>
                  <a:srgbClr val="DCE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1" name="TextBox 30">
                <a:extLst>
                  <a:ext uri="{FF2B5EF4-FFF2-40B4-BE49-F238E27FC236}">
                    <a16:creationId xmlns:a16="http://schemas.microsoft.com/office/drawing/2014/main" id="{5525FA77-9255-D6DF-5091-F1868EF95F3D}"/>
                  </a:ext>
                </a:extLst>
              </p:cNvPr>
              <p:cNvSpPr txBox="1"/>
              <p:nvPr/>
            </p:nvSpPr>
            <p:spPr>
              <a:xfrm>
                <a:off x="5164685" y="4573928"/>
                <a:ext cx="1260000" cy="1238770"/>
              </a:xfrm>
              <a:prstGeom prst="rect">
                <a:avLst/>
              </a:prstGeom>
              <a:grpFill/>
              <a:ln>
                <a:solidFill>
                  <a:srgbClr val="DCEDF8"/>
                </a:solidFill>
              </a:ln>
            </p:spPr>
            <p:txBody>
              <a:bodyPr wrap="square" lIns="0" tIns="0" rIns="0" bIns="0">
                <a:spAutoFit/>
              </a:bodyPr>
              <a:lstStyle/>
              <a:p>
                <a:pPr algn="ctr"/>
                <a:r>
                  <a:rPr lang="ru-RU" sz="1100" dirty="0">
                    <a:latin typeface="Arial" panose="020B0604020202020204" pitchFamily="34" charset="0"/>
                    <a:cs typeface="Arial" panose="020B0604020202020204" pitchFamily="34" charset="0"/>
                  </a:rPr>
                  <a:t>Эндотелиальная дисфункция и/или </a:t>
                </a:r>
                <a:r>
                  <a:rPr lang="ru-RU" sz="1100" spc="-40" dirty="0">
                    <a:latin typeface="Arial" panose="020B0604020202020204" pitchFamily="34" charset="0"/>
                    <a:cs typeface="Arial" panose="020B0604020202020204" pitchFamily="34" charset="0"/>
                  </a:rPr>
                  <a:t>гиперреактивность</a:t>
                </a:r>
                <a:r>
                  <a:rPr lang="ru-RU" sz="1100" dirty="0">
                    <a:latin typeface="Arial" panose="020B0604020202020204" pitchFamily="34" charset="0"/>
                    <a:cs typeface="Arial" panose="020B0604020202020204" pitchFamily="34" charset="0"/>
                  </a:rPr>
                  <a:t> ГМК сосудов</a:t>
                </a:r>
              </a:p>
              <a:p>
                <a:pPr algn="ctr"/>
                <a:endParaRPr lang="ru-RU" sz="1100" dirty="0">
                  <a:latin typeface="Arial" panose="020B0604020202020204" pitchFamily="34" charset="0"/>
                  <a:cs typeface="Arial" panose="020B0604020202020204" pitchFamily="34" charset="0"/>
                </a:endParaRPr>
              </a:p>
              <a:p>
                <a:pPr algn="ctr"/>
                <a:r>
                  <a:rPr lang="ru-RU" sz="1100" dirty="0">
                    <a:latin typeface="Arial" panose="020B0604020202020204" pitchFamily="34" charset="0"/>
                    <a:cs typeface="Arial" panose="020B0604020202020204" pitchFamily="34" charset="0"/>
                  </a:rPr>
                  <a:t>Вегетативная </a:t>
                </a:r>
                <a:r>
                  <a:rPr lang="ru-RU" sz="1100" dirty="0" err="1">
                    <a:latin typeface="Arial" panose="020B0604020202020204" pitchFamily="34" charset="0"/>
                    <a:cs typeface="Arial" panose="020B0604020202020204" pitchFamily="34" charset="0"/>
                  </a:rPr>
                  <a:t>дисрегуляция</a:t>
                </a:r>
                <a:r>
                  <a:rPr lang="ru-RU" sz="1100" dirty="0">
                    <a:latin typeface="Arial" panose="020B0604020202020204" pitchFamily="34" charset="0"/>
                    <a:cs typeface="Arial" panose="020B0604020202020204" pitchFamily="34" charset="0"/>
                  </a:rPr>
                  <a:t> </a:t>
                </a:r>
              </a:p>
            </p:txBody>
          </p:sp>
        </p:grpSp>
        <p:sp>
          <p:nvSpPr>
            <p:cNvPr id="33" name="TextBox 32">
              <a:extLst>
                <a:ext uri="{FF2B5EF4-FFF2-40B4-BE49-F238E27FC236}">
                  <a16:creationId xmlns:a16="http://schemas.microsoft.com/office/drawing/2014/main" id="{48BDF0FA-97A7-E999-CF08-C37D092D905F}"/>
                </a:ext>
              </a:extLst>
            </p:cNvPr>
            <p:cNvSpPr txBox="1"/>
            <p:nvPr/>
          </p:nvSpPr>
          <p:spPr>
            <a:xfrm>
              <a:off x="8611626" y="3547231"/>
              <a:ext cx="1068333" cy="338554"/>
            </a:xfrm>
            <a:prstGeom prst="rect">
              <a:avLst/>
            </a:prstGeom>
            <a:solidFill>
              <a:schemeClr val="bg1"/>
            </a:solidFill>
          </p:spPr>
          <p:txBody>
            <a:bodyPr wrap="square" lIns="0" tIns="0" rIns="0" bIns="0">
              <a:spAutoFit/>
            </a:bodyPr>
            <a:lstStyle/>
            <a:p>
              <a:r>
                <a:rPr lang="ru-RU" sz="1100" dirty="0">
                  <a:latin typeface="Arial" panose="020B0604020202020204" pitchFamily="34" charset="0"/>
                  <a:cs typeface="Arial" panose="020B0604020202020204" pitchFamily="34" charset="0"/>
                </a:rPr>
                <a:t>Нарушенная </a:t>
              </a:r>
              <a:r>
                <a:rPr lang="ru-RU" sz="1100" dirty="0" err="1">
                  <a:latin typeface="Arial" panose="020B0604020202020204" pitchFamily="34" charset="0"/>
                  <a:cs typeface="Arial" panose="020B0604020202020204" pitchFamily="34" charset="0"/>
                </a:rPr>
                <a:t>вазодилатация</a:t>
              </a:r>
              <a:endParaRPr lang="ru-RU" sz="1100" dirty="0">
                <a:latin typeface="Arial" panose="020B0604020202020204" pitchFamily="34" charset="0"/>
                <a:cs typeface="Arial" panose="020B0604020202020204" pitchFamily="34" charset="0"/>
              </a:endParaRPr>
            </a:p>
          </p:txBody>
        </p:sp>
      </p:grpSp>
      <p:sp>
        <p:nvSpPr>
          <p:cNvPr id="35" name="TextBox 34">
            <a:extLst>
              <a:ext uri="{FF2B5EF4-FFF2-40B4-BE49-F238E27FC236}">
                <a16:creationId xmlns:a16="http://schemas.microsoft.com/office/drawing/2014/main" id="{15916766-2483-DD2C-71F3-F097D2F38E79}"/>
              </a:ext>
            </a:extLst>
          </p:cNvPr>
          <p:cNvSpPr txBox="1"/>
          <p:nvPr/>
        </p:nvSpPr>
        <p:spPr>
          <a:xfrm>
            <a:off x="10130264" y="5906452"/>
            <a:ext cx="2061736" cy="461665"/>
          </a:xfrm>
          <a:prstGeom prst="rect">
            <a:avLst/>
          </a:prstGeom>
          <a:noFill/>
        </p:spPr>
        <p:txBody>
          <a:bodyPr wrap="square">
            <a:spAutoFit/>
          </a:bodyPr>
          <a:lstStyle/>
          <a:p>
            <a:r>
              <a:rPr lang="ru-RU" sz="800" dirty="0">
                <a:latin typeface="Arial" panose="020B0604020202020204" pitchFamily="34" charset="0"/>
                <a:cs typeface="Arial" panose="020B0604020202020204" pitchFamily="34" charset="0"/>
              </a:rPr>
              <a:t>ГМК – гладкомышечные клетки. КДДЛЖ – конечно-диастолический размер ЛЖ</a:t>
            </a:r>
          </a:p>
        </p:txBody>
      </p:sp>
      <p:sp>
        <p:nvSpPr>
          <p:cNvPr id="36" name="Text Placeholder 2">
            <a:extLst>
              <a:ext uri="{FF2B5EF4-FFF2-40B4-BE49-F238E27FC236}">
                <a16:creationId xmlns:a16="http://schemas.microsoft.com/office/drawing/2014/main" id="{A0426AA5-7246-754A-4F9A-8F05F175C04B}"/>
              </a:ext>
            </a:extLst>
          </p:cNvPr>
          <p:cNvSpPr txBox="1">
            <a:spLocks/>
          </p:cNvSpPr>
          <p:nvPr/>
        </p:nvSpPr>
        <p:spPr>
          <a:xfrm>
            <a:off x="1222374" y="6590603"/>
            <a:ext cx="9747250" cy="225425"/>
          </a:xfrm>
          <a:prstGeom prst="rect">
            <a:avLst/>
          </a:prstGeom>
        </p:spPr>
        <p:txBody>
          <a:bodyPr vert="horz" lIns="91440" tIns="45720" rIns="91440" bIns="45720" rtlCol="0">
            <a:normAutofit fontScale="3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err="1"/>
              <a:t>Vrints</a:t>
            </a:r>
            <a:r>
              <a:rPr lang="en-US" dirty="0"/>
              <a:t> C. et al. 2024 ESC Guidelines for the management of chronic coronary syndromes. </a:t>
            </a:r>
            <a:r>
              <a:rPr lang="en-US" dirty="0" err="1"/>
              <a:t>Eur</a:t>
            </a:r>
            <a:r>
              <a:rPr lang="en-US" dirty="0"/>
              <a:t> Heart J. 2024 Aug 30:ehae177. </a:t>
            </a:r>
            <a:r>
              <a:rPr lang="en-US" dirty="0" err="1"/>
              <a:t>doi</a:t>
            </a:r>
            <a:r>
              <a:rPr lang="en-US" dirty="0"/>
              <a:t>: 10.1093/</a:t>
            </a:r>
            <a:r>
              <a:rPr lang="en-US" dirty="0" err="1"/>
              <a:t>eurheartj</a:t>
            </a:r>
            <a:r>
              <a:rPr lang="en-US" dirty="0"/>
              <a:t>/ehae177. PMID: 39210710.</a:t>
            </a:r>
          </a:p>
        </p:txBody>
      </p:sp>
      <p:sp>
        <p:nvSpPr>
          <p:cNvPr id="3" name="TextBox 2">
            <a:extLst>
              <a:ext uri="{FF2B5EF4-FFF2-40B4-BE49-F238E27FC236}">
                <a16:creationId xmlns:a16="http://schemas.microsoft.com/office/drawing/2014/main" id="{BCF9D64A-E491-6141-C666-6587983DF760}"/>
              </a:ext>
            </a:extLst>
          </p:cNvPr>
          <p:cNvSpPr txBox="1"/>
          <p:nvPr/>
        </p:nvSpPr>
        <p:spPr>
          <a:xfrm>
            <a:off x="536939" y="575961"/>
            <a:ext cx="9746757" cy="497929"/>
          </a:xfrm>
          <a:prstGeom prst="rect">
            <a:avLst/>
          </a:prstGeom>
          <a:solidFill>
            <a:schemeClr val="bg1"/>
          </a:solidFill>
        </p:spPr>
        <p:txBody>
          <a:bodyPr/>
          <a:lstStyle>
            <a:lvl1pPr marR="0" lvl="0" indent="0" fontAlgn="auto">
              <a:lnSpc>
                <a:spcPct val="90000"/>
              </a:lnSpc>
              <a:spcBef>
                <a:spcPts val="0"/>
              </a:spcBef>
              <a:spcAft>
                <a:spcPts val="0"/>
              </a:spcAft>
              <a:buClrTx/>
              <a:buSzTx/>
              <a:buFont typeface="Arial" panose="020B0604020202020204" pitchFamily="34" charset="0"/>
              <a:buNone/>
              <a:tabLst/>
              <a:defRPr kumimoji="0" sz="2000" b="0" i="1" u="none" strike="noStrike" cap="none" spc="0" normalizeH="0" baseline="0">
                <a:ln>
                  <a:noFill/>
                </a:ln>
                <a:solidFill>
                  <a:srgbClr val="00A3E0"/>
                </a:solidFill>
                <a:effectLst/>
                <a:uLnTx/>
                <a:uFillTx/>
                <a:latin typeface="Arial" panose="020B060402020202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ru-RU" sz="1600" dirty="0"/>
              <a:t>Ишемия миокарда при ХКС развивается по разным механизмам</a:t>
            </a:r>
            <a:r>
              <a:rPr lang="en-US" sz="1600" dirty="0"/>
              <a:t>:</a:t>
            </a:r>
            <a:r>
              <a:rPr lang="ru-RU" sz="1600" dirty="0"/>
              <a:t> на </a:t>
            </a:r>
            <a:r>
              <a:rPr lang="ru-RU" sz="1600" dirty="0" err="1"/>
              <a:t>эпикардиальном</a:t>
            </a:r>
            <a:r>
              <a:rPr lang="ru-RU" sz="1600" dirty="0"/>
              <a:t> и микрососудистом уровнях</a:t>
            </a:r>
          </a:p>
        </p:txBody>
      </p:sp>
    </p:spTree>
    <p:extLst>
      <p:ext uri="{BB962C8B-B14F-4D97-AF65-F5344CB8AC3E}">
        <p14:creationId xmlns:p14="http://schemas.microsoft.com/office/powerpoint/2010/main" val="14931092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6902AEB-666B-818F-822D-DDAC6FBC3EB4}"/>
              </a:ext>
            </a:extLst>
          </p:cNvPr>
          <p:cNvSpPr txBox="1"/>
          <p:nvPr/>
        </p:nvSpPr>
        <p:spPr>
          <a:xfrm>
            <a:off x="285750" y="114804"/>
            <a:ext cx="11422546" cy="707886"/>
          </a:xfrm>
          <a:prstGeom prst="rect">
            <a:avLst/>
          </a:prstGeom>
          <a:noFill/>
        </p:spPr>
        <p:txBody>
          <a:bodyPr wrap="square">
            <a:spAutoFit/>
          </a:bodyPr>
          <a:lstStyle/>
          <a:p>
            <a:r>
              <a:rPr lang="ru-RU" sz="2000" b="1" dirty="0">
                <a:solidFill>
                  <a:srgbClr val="2B3A42"/>
                </a:solidFill>
                <a:latin typeface="Arial" panose="020B0604020202020204"/>
                <a:ea typeface="+mj-ea"/>
                <a:cs typeface="+mj-cs"/>
              </a:rPr>
              <a:t>ESC 2024: выбор антиишемического препарата определяется клиническим профилем пациента, а не самим фактом ишемии</a:t>
            </a:r>
          </a:p>
        </p:txBody>
      </p:sp>
      <p:sp>
        <p:nvSpPr>
          <p:cNvPr id="10" name="TextBox 9">
            <a:extLst>
              <a:ext uri="{FF2B5EF4-FFF2-40B4-BE49-F238E27FC236}">
                <a16:creationId xmlns:a16="http://schemas.microsoft.com/office/drawing/2014/main" id="{863317E9-80E5-D525-BA47-8F3DD225447C}"/>
              </a:ext>
            </a:extLst>
          </p:cNvPr>
          <p:cNvSpPr txBox="1"/>
          <p:nvPr/>
        </p:nvSpPr>
        <p:spPr>
          <a:xfrm>
            <a:off x="9871256" y="5670298"/>
            <a:ext cx="1924663" cy="615553"/>
          </a:xfrm>
          <a:prstGeom prst="rect">
            <a:avLst/>
          </a:prstGeom>
          <a:solidFill>
            <a:srgbClr val="FFFFFF"/>
          </a:solidFill>
        </p:spPr>
        <p:txBody>
          <a:bodyPr wrap="square" lIns="0" tIns="0" rIns="0" bIns="0" rtlCol="0">
            <a:spAutoFit/>
          </a:bodyPr>
          <a:lstStyle/>
          <a:p>
            <a:r>
              <a:rPr lang="ru-RU" sz="1000" dirty="0">
                <a:latin typeface="Calibri" panose="020F0502020204030204" pitchFamily="34" charset="0"/>
                <a:ea typeface="Calibri" panose="020F0502020204030204" pitchFamily="34" charset="0"/>
                <a:cs typeface="Calibri" panose="020F0502020204030204" pitchFamily="34" charset="0"/>
              </a:rPr>
              <a:t>ДГП-БКК - </a:t>
            </a:r>
            <a:r>
              <a:rPr lang="ru-RU" sz="1000" dirty="0" err="1">
                <a:latin typeface="Calibri" panose="020F0502020204030204" pitchFamily="34" charset="0"/>
                <a:ea typeface="Calibri" panose="020F0502020204030204" pitchFamily="34" charset="0"/>
                <a:cs typeface="Calibri" panose="020F0502020204030204" pitchFamily="34" charset="0"/>
              </a:rPr>
              <a:t>дигидропиридиновые</a:t>
            </a:r>
            <a:r>
              <a:rPr lang="ru-RU" sz="1000" dirty="0">
                <a:latin typeface="Calibri" panose="020F0502020204030204" pitchFamily="34" charset="0"/>
                <a:ea typeface="Calibri" panose="020F0502020204030204" pitchFamily="34" charset="0"/>
                <a:cs typeface="Calibri" panose="020F0502020204030204" pitchFamily="34" charset="0"/>
              </a:rPr>
              <a:t> блокаторы кальциевых каналов</a:t>
            </a:r>
          </a:p>
          <a:p>
            <a:r>
              <a:rPr lang="ru-RU" sz="1000" dirty="0">
                <a:latin typeface="Calibri" panose="020F0502020204030204" pitchFamily="34" charset="0"/>
                <a:ea typeface="Calibri" panose="020F0502020204030204" pitchFamily="34" charset="0"/>
                <a:cs typeface="Calibri" panose="020F0502020204030204" pitchFamily="34" charset="0"/>
              </a:rPr>
              <a:t>ГКМП (гипертрофическая кардиомиопатия)</a:t>
            </a:r>
          </a:p>
        </p:txBody>
      </p:sp>
      <p:grpSp>
        <p:nvGrpSpPr>
          <p:cNvPr id="36" name="Group 35">
            <a:extLst>
              <a:ext uri="{FF2B5EF4-FFF2-40B4-BE49-F238E27FC236}">
                <a16:creationId xmlns:a16="http://schemas.microsoft.com/office/drawing/2014/main" id="{31E6E460-E854-722E-5605-64998B00E6A4}"/>
              </a:ext>
            </a:extLst>
          </p:cNvPr>
          <p:cNvGrpSpPr/>
          <p:nvPr/>
        </p:nvGrpSpPr>
        <p:grpSpPr>
          <a:xfrm>
            <a:off x="2205085" y="822690"/>
            <a:ext cx="6934626" cy="5859915"/>
            <a:chOff x="2719738" y="888597"/>
            <a:chExt cx="6934626" cy="5859915"/>
          </a:xfrm>
        </p:grpSpPr>
        <p:pic>
          <p:nvPicPr>
            <p:cNvPr id="16" name="Picture 15">
              <a:extLst>
                <a:ext uri="{FF2B5EF4-FFF2-40B4-BE49-F238E27FC236}">
                  <a16:creationId xmlns:a16="http://schemas.microsoft.com/office/drawing/2014/main" id="{98CB3754-0A41-188A-85D6-F099BFDE3AB6}"/>
                </a:ext>
              </a:extLst>
            </p:cNvPr>
            <p:cNvPicPr>
              <a:picLocks noChangeAspect="1"/>
            </p:cNvPicPr>
            <p:nvPr/>
          </p:nvPicPr>
          <p:blipFill>
            <a:blip r:embed="rId2"/>
            <a:stretch>
              <a:fillRect/>
            </a:stretch>
          </p:blipFill>
          <p:spPr>
            <a:xfrm>
              <a:off x="2719738" y="888597"/>
              <a:ext cx="6934626" cy="5859915"/>
            </a:xfrm>
            <a:prstGeom prst="rect">
              <a:avLst/>
            </a:prstGeom>
          </p:spPr>
        </p:pic>
        <p:sp>
          <p:nvSpPr>
            <p:cNvPr id="2" name="TextBox 1">
              <a:extLst>
                <a:ext uri="{FF2B5EF4-FFF2-40B4-BE49-F238E27FC236}">
                  <a16:creationId xmlns:a16="http://schemas.microsoft.com/office/drawing/2014/main" id="{50891E7D-77E0-7E7F-6631-88E70BA52F0D}"/>
                </a:ext>
              </a:extLst>
            </p:cNvPr>
            <p:cNvSpPr txBox="1"/>
            <p:nvPr/>
          </p:nvSpPr>
          <p:spPr>
            <a:xfrm>
              <a:off x="5763449" y="2240913"/>
              <a:ext cx="1148005" cy="153888"/>
            </a:xfrm>
            <a:prstGeom prst="rect">
              <a:avLst/>
            </a:prstGeom>
            <a:solidFill>
              <a:srgbClr val="FFFFFF"/>
            </a:solidFill>
          </p:spPr>
          <p:txBody>
            <a:bodyPr wrap="square" lIns="0" tIns="0" rIns="0" bIns="0" rtlCol="0">
              <a:spAutoFit/>
            </a:bodyPr>
            <a:lstStyle/>
            <a:p>
              <a:r>
                <a:rPr lang="ru-RU" sz="1000" b="1" dirty="0">
                  <a:latin typeface="Calibri" panose="020F0502020204030204" pitchFamily="34" charset="0"/>
                  <a:ea typeface="Calibri" panose="020F0502020204030204" pitchFamily="34" charset="0"/>
                  <a:cs typeface="Calibri" panose="020F0502020204030204" pitchFamily="34" charset="0"/>
                </a:rPr>
                <a:t>Бета-блокаторы</a:t>
              </a:r>
            </a:p>
          </p:txBody>
        </p:sp>
        <p:sp>
          <p:nvSpPr>
            <p:cNvPr id="4" name="TextBox 3">
              <a:extLst>
                <a:ext uri="{FF2B5EF4-FFF2-40B4-BE49-F238E27FC236}">
                  <a16:creationId xmlns:a16="http://schemas.microsoft.com/office/drawing/2014/main" id="{7C7D95EB-DEA8-36A3-A6AF-133F3BDAD6F3}"/>
                </a:ext>
              </a:extLst>
            </p:cNvPr>
            <p:cNvSpPr txBox="1"/>
            <p:nvPr/>
          </p:nvSpPr>
          <p:spPr>
            <a:xfrm>
              <a:off x="4555687" y="2603649"/>
              <a:ext cx="944398" cy="153888"/>
            </a:xfrm>
            <a:prstGeom prst="rect">
              <a:avLst/>
            </a:prstGeom>
            <a:solidFill>
              <a:srgbClr val="FFFFFF"/>
            </a:solidFill>
          </p:spPr>
          <p:txBody>
            <a:bodyPr wrap="square" lIns="0" tIns="0" rIns="0" bIns="0" rtlCol="0">
              <a:spAutoFit/>
            </a:bodyPr>
            <a:lstStyle/>
            <a:p>
              <a:r>
                <a:rPr lang="ru-RU" sz="1000" b="1" dirty="0">
                  <a:latin typeface="Calibri" panose="020F0502020204030204" pitchFamily="34" charset="0"/>
                  <a:ea typeface="Calibri" panose="020F0502020204030204" pitchFamily="34" charset="0"/>
                  <a:cs typeface="Calibri" panose="020F0502020204030204" pitchFamily="34" charset="0"/>
                </a:rPr>
                <a:t>ДГП-БКК</a:t>
              </a:r>
            </a:p>
          </p:txBody>
        </p:sp>
        <p:sp>
          <p:nvSpPr>
            <p:cNvPr id="5" name="TextBox 4">
              <a:extLst>
                <a:ext uri="{FF2B5EF4-FFF2-40B4-BE49-F238E27FC236}">
                  <a16:creationId xmlns:a16="http://schemas.microsoft.com/office/drawing/2014/main" id="{60E97536-3EEF-B2D0-680B-2D3C618C37F0}"/>
                </a:ext>
              </a:extLst>
            </p:cNvPr>
            <p:cNvSpPr txBox="1"/>
            <p:nvPr/>
          </p:nvSpPr>
          <p:spPr>
            <a:xfrm>
              <a:off x="7145689" y="2603649"/>
              <a:ext cx="756000" cy="307777"/>
            </a:xfrm>
            <a:prstGeom prst="rect">
              <a:avLst/>
            </a:prstGeom>
            <a:solidFill>
              <a:srgbClr val="FFFFFF"/>
            </a:solidFill>
          </p:spPr>
          <p:txBody>
            <a:bodyPr wrap="square" lIns="0" tIns="0" rIns="0" bIns="0" rtlCol="0">
              <a:spAutoFit/>
            </a:bodyPr>
            <a:lstStyle/>
            <a:p>
              <a:pPr algn="ctr"/>
              <a:r>
                <a:rPr lang="ru-RU" sz="1000" b="1" dirty="0">
                  <a:latin typeface="Calibri" panose="020F0502020204030204" pitchFamily="34" charset="0"/>
                  <a:ea typeface="Calibri" panose="020F0502020204030204" pitchFamily="34" charset="0"/>
                  <a:cs typeface="Calibri" panose="020F0502020204030204" pitchFamily="34" charset="0"/>
                </a:rPr>
                <a:t>Нитраты</a:t>
              </a:r>
            </a:p>
            <a:p>
              <a:pPr algn="ctr"/>
              <a:r>
                <a:rPr lang="ru-RU" sz="1000" b="1" dirty="0" err="1">
                  <a:latin typeface="Calibri" panose="020F0502020204030204" pitchFamily="34" charset="0"/>
                  <a:ea typeface="Calibri" panose="020F0502020204030204" pitchFamily="34" charset="0"/>
                  <a:cs typeface="Calibri" panose="020F0502020204030204" pitchFamily="34" charset="0"/>
                </a:rPr>
                <a:t>Никорандил</a:t>
              </a:r>
              <a:endParaRPr lang="ru-RU" sz="1000" b="1" dirty="0">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E1AC644F-D6EC-890C-CB08-308A9078445F}"/>
                </a:ext>
              </a:extLst>
            </p:cNvPr>
            <p:cNvSpPr txBox="1"/>
            <p:nvPr/>
          </p:nvSpPr>
          <p:spPr>
            <a:xfrm>
              <a:off x="4597252" y="3822661"/>
              <a:ext cx="684000" cy="307777"/>
            </a:xfrm>
            <a:prstGeom prst="rect">
              <a:avLst/>
            </a:prstGeom>
            <a:solidFill>
              <a:srgbClr val="FFFFFF"/>
            </a:solidFill>
          </p:spPr>
          <p:txBody>
            <a:bodyPr wrap="square" lIns="0" tIns="0" rIns="0" bIns="0" rtlCol="0">
              <a:spAutoFit/>
            </a:bodyPr>
            <a:lstStyle/>
            <a:p>
              <a:r>
                <a:rPr lang="ru-RU" sz="1000" b="1" dirty="0">
                  <a:latin typeface="Calibri" panose="020F0502020204030204" pitchFamily="34" charset="0"/>
                  <a:ea typeface="Calibri" panose="020F0502020204030204" pitchFamily="34" charset="0"/>
                  <a:cs typeface="Calibri" panose="020F0502020204030204" pitchFamily="34" charset="0"/>
                </a:rPr>
                <a:t>Дилтиазем</a:t>
              </a:r>
            </a:p>
            <a:p>
              <a:r>
                <a:rPr lang="ru-RU" sz="1000" b="1" dirty="0">
                  <a:latin typeface="Calibri" panose="020F0502020204030204" pitchFamily="34" charset="0"/>
                  <a:ea typeface="Calibri" panose="020F0502020204030204" pitchFamily="34" charset="0"/>
                  <a:cs typeface="Calibri" panose="020F0502020204030204" pitchFamily="34" charset="0"/>
                </a:rPr>
                <a:t>Верапамил</a:t>
              </a:r>
            </a:p>
          </p:txBody>
        </p:sp>
        <p:sp>
          <p:nvSpPr>
            <p:cNvPr id="7" name="TextBox 6">
              <a:extLst>
                <a:ext uri="{FF2B5EF4-FFF2-40B4-BE49-F238E27FC236}">
                  <a16:creationId xmlns:a16="http://schemas.microsoft.com/office/drawing/2014/main" id="{327BEF3A-40D3-2918-1E81-2BBD03BF91FC}"/>
                </a:ext>
              </a:extLst>
            </p:cNvPr>
            <p:cNvSpPr txBox="1"/>
            <p:nvPr/>
          </p:nvSpPr>
          <p:spPr>
            <a:xfrm>
              <a:off x="7173399" y="3822661"/>
              <a:ext cx="648000" cy="153888"/>
            </a:xfrm>
            <a:prstGeom prst="rect">
              <a:avLst/>
            </a:prstGeom>
            <a:solidFill>
              <a:srgbClr val="FFFFFF"/>
            </a:solidFill>
          </p:spPr>
          <p:txBody>
            <a:bodyPr wrap="square" lIns="0" tIns="0" rIns="0" bIns="0" rtlCol="0">
              <a:spAutoFit/>
            </a:bodyPr>
            <a:lstStyle/>
            <a:p>
              <a:r>
                <a:rPr lang="ru-RU" sz="1000" b="1" dirty="0" err="1">
                  <a:latin typeface="Calibri" panose="020F0502020204030204" pitchFamily="34" charset="0"/>
                  <a:ea typeface="Calibri" panose="020F0502020204030204" pitchFamily="34" charset="0"/>
                  <a:cs typeface="Calibri" panose="020F0502020204030204" pitchFamily="34" charset="0"/>
                </a:rPr>
                <a:t>Ивабрадин</a:t>
              </a:r>
              <a:endParaRPr lang="ru-RU" sz="1000" b="1" dirty="0">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1F3132A1-BBA9-0A4F-5087-142E289ECA2F}"/>
                </a:ext>
              </a:extLst>
            </p:cNvPr>
            <p:cNvSpPr txBox="1"/>
            <p:nvPr/>
          </p:nvSpPr>
          <p:spPr>
            <a:xfrm>
              <a:off x="5253301" y="4450289"/>
              <a:ext cx="842699" cy="153888"/>
            </a:xfrm>
            <a:prstGeom prst="rect">
              <a:avLst/>
            </a:prstGeom>
            <a:solidFill>
              <a:srgbClr val="FFFFFF"/>
            </a:solidFill>
          </p:spPr>
          <p:txBody>
            <a:bodyPr wrap="square" lIns="0" tIns="0" rIns="0" bIns="0" rtlCol="0">
              <a:spAutoFit/>
            </a:bodyPr>
            <a:lstStyle/>
            <a:p>
              <a:r>
                <a:rPr lang="ru-RU" sz="1000" b="1" dirty="0">
                  <a:latin typeface="Calibri" panose="020F0502020204030204" pitchFamily="34" charset="0"/>
                  <a:ea typeface="Calibri" panose="020F0502020204030204" pitchFamily="34" charset="0"/>
                  <a:cs typeface="Calibri" panose="020F0502020204030204" pitchFamily="34" charset="0"/>
                </a:rPr>
                <a:t>Триметазидин</a:t>
              </a:r>
            </a:p>
          </p:txBody>
        </p:sp>
        <p:sp>
          <p:nvSpPr>
            <p:cNvPr id="9" name="TextBox 8">
              <a:extLst>
                <a:ext uri="{FF2B5EF4-FFF2-40B4-BE49-F238E27FC236}">
                  <a16:creationId xmlns:a16="http://schemas.microsoft.com/office/drawing/2014/main" id="{A1043245-0A11-CF12-0F8C-5137CA474D85}"/>
                </a:ext>
              </a:extLst>
            </p:cNvPr>
            <p:cNvSpPr txBox="1"/>
            <p:nvPr/>
          </p:nvSpPr>
          <p:spPr>
            <a:xfrm>
              <a:off x="6506731" y="4468710"/>
              <a:ext cx="842699" cy="153888"/>
            </a:xfrm>
            <a:prstGeom prst="rect">
              <a:avLst/>
            </a:prstGeom>
            <a:solidFill>
              <a:srgbClr val="FFFFFF"/>
            </a:solidFill>
          </p:spPr>
          <p:txBody>
            <a:bodyPr wrap="square" lIns="0" tIns="0" rIns="0" bIns="0" rtlCol="0">
              <a:spAutoFit/>
            </a:bodyPr>
            <a:lstStyle/>
            <a:p>
              <a:r>
                <a:rPr lang="ru-RU" sz="1000" b="1" dirty="0" err="1">
                  <a:latin typeface="Calibri" panose="020F0502020204030204" pitchFamily="34" charset="0"/>
                  <a:ea typeface="Calibri" panose="020F0502020204030204" pitchFamily="34" charset="0"/>
                  <a:cs typeface="Calibri" panose="020F0502020204030204" pitchFamily="34" charset="0"/>
                </a:rPr>
                <a:t>Ранолазин</a:t>
              </a:r>
              <a:endParaRPr lang="ru-RU" sz="1000" b="1" dirty="0">
                <a:latin typeface="Calibri" panose="020F0502020204030204" pitchFamily="34" charset="0"/>
                <a:ea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A7D221AF-6804-BF58-3D41-18DB2E9A8F2F}"/>
                </a:ext>
              </a:extLst>
            </p:cNvPr>
            <p:cNvSpPr txBox="1"/>
            <p:nvPr/>
          </p:nvSpPr>
          <p:spPr>
            <a:xfrm>
              <a:off x="4811715" y="2759669"/>
              <a:ext cx="469194" cy="153888"/>
            </a:xfrm>
            <a:prstGeom prst="rect">
              <a:avLst/>
            </a:prstGeom>
            <a:solidFill>
              <a:srgbClr val="FFFFFF"/>
            </a:solidFill>
          </p:spPr>
          <p:txBody>
            <a:bodyPr wrap="square" lIns="0" tIns="0" rIns="0" bIns="0" rtlCol="0">
              <a:spAutoFit/>
            </a:bodyPr>
            <a:lstStyle/>
            <a:p>
              <a:endParaRPr lang="ru-RU" sz="1000" b="1" dirty="0">
                <a:latin typeface="Calibri" panose="020F0502020204030204" pitchFamily="34" charset="0"/>
                <a:ea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692A9238-4400-4789-F135-0B48D2B96C31}"/>
                </a:ext>
              </a:extLst>
            </p:cNvPr>
            <p:cNvSpPr txBox="1"/>
            <p:nvPr/>
          </p:nvSpPr>
          <p:spPr>
            <a:xfrm>
              <a:off x="4795089" y="1202160"/>
              <a:ext cx="1406205" cy="830997"/>
            </a:xfrm>
            <a:prstGeom prst="rect">
              <a:avLst/>
            </a:prstGeom>
            <a:solidFill>
              <a:srgbClr val="DEEBF6"/>
            </a:solidFill>
          </p:spPr>
          <p:txBody>
            <a:bodyPr wrap="square" lIns="0" tIns="0" rIns="0" bIns="0" rtlCol="0">
              <a:spAutoFit/>
            </a:bodyPr>
            <a:lstStyle/>
            <a:p>
              <a:r>
                <a:rPr lang="ru-RU" sz="900" dirty="0">
                  <a:latin typeface="Calibri" panose="020F0502020204030204" pitchFamily="34" charset="0"/>
                  <a:ea typeface="Calibri" panose="020F0502020204030204" pitchFamily="34" charset="0"/>
                  <a:cs typeface="Calibri" panose="020F0502020204030204" pitchFamily="34" charset="0"/>
                </a:rPr>
                <a:t>Обструктивная ИБС</a:t>
              </a:r>
            </a:p>
            <a:p>
              <a:r>
                <a:rPr lang="ru-RU" sz="900" dirty="0">
                  <a:latin typeface="Calibri" panose="020F0502020204030204" pitchFamily="34" charset="0"/>
                  <a:ea typeface="Calibri" panose="020F0502020204030204" pitchFamily="34" charset="0"/>
                  <a:cs typeface="Calibri" panose="020F0502020204030204" pitchFamily="34" charset="0"/>
                </a:rPr>
                <a:t>Микрососудистая дисфункция</a:t>
              </a:r>
            </a:p>
            <a:p>
              <a:r>
                <a:rPr lang="ru-RU" sz="900" dirty="0">
                  <a:latin typeface="Calibri" panose="020F0502020204030204" pitchFamily="34" charset="0"/>
                  <a:ea typeface="Calibri" panose="020F0502020204030204" pitchFamily="34" charset="0"/>
                  <a:cs typeface="Calibri" panose="020F0502020204030204" pitchFamily="34" charset="0"/>
                </a:rPr>
                <a:t>Артериальная гипертензия</a:t>
              </a:r>
            </a:p>
            <a:p>
              <a:r>
                <a:rPr lang="ru-RU" sz="900" dirty="0">
                  <a:latin typeface="Calibri" panose="020F0502020204030204" pitchFamily="34" charset="0"/>
                  <a:ea typeface="Calibri" panose="020F0502020204030204" pitchFamily="34" charset="0"/>
                  <a:cs typeface="Calibri" panose="020F0502020204030204" pitchFamily="34" charset="0"/>
                </a:rPr>
                <a:t>Фибрилляция предсердий</a:t>
              </a:r>
            </a:p>
            <a:p>
              <a:r>
                <a:rPr lang="ru-RU" sz="900" dirty="0">
                  <a:latin typeface="Calibri" panose="020F0502020204030204" pitchFamily="34" charset="0"/>
                  <a:ea typeface="Calibri" panose="020F0502020204030204" pitchFamily="34" charset="0"/>
                  <a:cs typeface="Calibri" panose="020F0502020204030204" pitchFamily="34" charset="0"/>
                </a:rPr>
                <a:t>ХСН со сниженной ФВ</a:t>
              </a:r>
            </a:p>
          </p:txBody>
        </p:sp>
        <p:sp>
          <p:nvSpPr>
            <p:cNvPr id="14" name="Rectangle: Rounded Corners 13">
              <a:extLst>
                <a:ext uri="{FF2B5EF4-FFF2-40B4-BE49-F238E27FC236}">
                  <a16:creationId xmlns:a16="http://schemas.microsoft.com/office/drawing/2014/main" id="{B3E9F1CD-FB0C-B0EF-90E3-56A14C699968}"/>
                </a:ext>
              </a:extLst>
            </p:cNvPr>
            <p:cNvSpPr/>
            <p:nvPr/>
          </p:nvSpPr>
          <p:spPr>
            <a:xfrm>
              <a:off x="2902723" y="2193557"/>
              <a:ext cx="1512000" cy="720000"/>
            </a:xfrm>
            <a:prstGeom prst="roundRect">
              <a:avLst/>
            </a:prstGeom>
            <a:solidFill>
              <a:srgbClr val="DEEBF6"/>
            </a:solidFill>
            <a:ln>
              <a:solidFill>
                <a:srgbClr val="DCEDF8"/>
              </a:solid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r>
                <a:rPr lang="ru-RU" sz="900" dirty="0">
                  <a:solidFill>
                    <a:schemeClr val="tx1"/>
                  </a:solidFill>
                  <a:latin typeface="Calibri" panose="020F0502020204030204" pitchFamily="34" charset="0"/>
                  <a:ea typeface="Calibri" panose="020F0502020204030204" pitchFamily="34" charset="0"/>
                  <a:cs typeface="Calibri" panose="020F0502020204030204" pitchFamily="34" charset="0"/>
                </a:rPr>
                <a:t>Обструктивная ИБС</a:t>
              </a:r>
            </a:p>
            <a:p>
              <a:r>
                <a:rPr lang="ru-RU" sz="900" dirty="0">
                  <a:solidFill>
                    <a:schemeClr val="tx1"/>
                  </a:solidFill>
                  <a:latin typeface="Calibri" panose="020F0502020204030204" pitchFamily="34" charset="0"/>
                  <a:ea typeface="Calibri" panose="020F0502020204030204" pitchFamily="34" charset="0"/>
                  <a:cs typeface="Calibri" panose="020F0502020204030204" pitchFamily="34" charset="0"/>
                </a:rPr>
                <a:t>Вазоспастическая стенокардия</a:t>
              </a:r>
            </a:p>
            <a:p>
              <a:r>
                <a:rPr lang="ru-RU" sz="900" dirty="0">
                  <a:solidFill>
                    <a:schemeClr val="tx1"/>
                  </a:solidFill>
                  <a:latin typeface="Calibri" panose="020F0502020204030204" pitchFamily="34" charset="0"/>
                  <a:ea typeface="Calibri" panose="020F0502020204030204" pitchFamily="34" charset="0"/>
                  <a:cs typeface="Calibri" panose="020F0502020204030204" pitchFamily="34" charset="0"/>
                </a:rPr>
                <a:t>Артериальная гипертензия</a:t>
              </a:r>
            </a:p>
          </p:txBody>
        </p:sp>
        <p:sp>
          <p:nvSpPr>
            <p:cNvPr id="15" name="Rectangle: Rounded Corners 14">
              <a:extLst>
                <a:ext uri="{FF2B5EF4-FFF2-40B4-BE49-F238E27FC236}">
                  <a16:creationId xmlns:a16="http://schemas.microsoft.com/office/drawing/2014/main" id="{4FCFEA53-3DA6-21C9-19D3-0C593C40AB68}"/>
                </a:ext>
              </a:extLst>
            </p:cNvPr>
            <p:cNvSpPr/>
            <p:nvPr/>
          </p:nvSpPr>
          <p:spPr>
            <a:xfrm>
              <a:off x="2902723" y="3443690"/>
              <a:ext cx="1512000" cy="612000"/>
            </a:xfrm>
            <a:prstGeom prst="roundRect">
              <a:avLst/>
            </a:prstGeom>
            <a:solidFill>
              <a:srgbClr val="DEEBF6"/>
            </a:solidFill>
            <a:ln>
              <a:solidFill>
                <a:srgbClr val="DCEDF8"/>
              </a:solid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r>
                <a:rPr lang="ru-RU" sz="900" dirty="0">
                  <a:solidFill>
                    <a:schemeClr val="tx1"/>
                  </a:solidFill>
                  <a:latin typeface="Calibri" panose="020F0502020204030204" pitchFamily="34" charset="0"/>
                  <a:ea typeface="Calibri" panose="020F0502020204030204" pitchFamily="34" charset="0"/>
                  <a:cs typeface="Calibri" panose="020F0502020204030204" pitchFamily="34" charset="0"/>
                </a:rPr>
                <a:t>Обструктивная ИБС</a:t>
              </a:r>
            </a:p>
            <a:p>
              <a:r>
                <a:rPr lang="ru-RU" sz="900" dirty="0">
                  <a:solidFill>
                    <a:schemeClr val="tx1"/>
                  </a:solidFill>
                  <a:latin typeface="Calibri" panose="020F0502020204030204" pitchFamily="34" charset="0"/>
                  <a:ea typeface="Calibri" panose="020F0502020204030204" pitchFamily="34" charset="0"/>
                  <a:cs typeface="Calibri" panose="020F0502020204030204" pitchFamily="34" charset="0"/>
                </a:rPr>
                <a:t>Вазоспастическая стенокардия</a:t>
              </a:r>
            </a:p>
            <a:p>
              <a:r>
                <a:rPr lang="ru-RU" sz="900" dirty="0">
                  <a:solidFill>
                    <a:schemeClr val="tx1"/>
                  </a:solidFill>
                  <a:latin typeface="Calibri" panose="020F0502020204030204" pitchFamily="34" charset="0"/>
                  <a:ea typeface="Calibri" panose="020F0502020204030204" pitchFamily="34" charset="0"/>
                  <a:cs typeface="Calibri" panose="020F0502020204030204" pitchFamily="34" charset="0"/>
                </a:rPr>
                <a:t>Фибрилляция предсердий</a:t>
              </a:r>
            </a:p>
          </p:txBody>
        </p:sp>
        <p:sp>
          <p:nvSpPr>
            <p:cNvPr id="17" name="Rectangle: Rounded Corners 16">
              <a:extLst>
                <a:ext uri="{FF2B5EF4-FFF2-40B4-BE49-F238E27FC236}">
                  <a16:creationId xmlns:a16="http://schemas.microsoft.com/office/drawing/2014/main" id="{6535FD37-0651-B1A3-6C67-12EF56F1E5D2}"/>
                </a:ext>
              </a:extLst>
            </p:cNvPr>
            <p:cNvSpPr/>
            <p:nvPr/>
          </p:nvSpPr>
          <p:spPr>
            <a:xfrm>
              <a:off x="7966608" y="2281957"/>
              <a:ext cx="1548000" cy="360000"/>
            </a:xfrm>
            <a:prstGeom prst="roundRect">
              <a:avLst/>
            </a:prstGeom>
            <a:solidFill>
              <a:srgbClr val="DEEBF6"/>
            </a:solidFill>
            <a:ln>
              <a:solidFill>
                <a:srgbClr val="DCEDF8"/>
              </a:solid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r>
                <a:rPr lang="ru-RU" sz="900" dirty="0">
                  <a:solidFill>
                    <a:schemeClr val="tx1"/>
                  </a:solidFill>
                  <a:latin typeface="Calibri" panose="020F0502020204030204" pitchFamily="34" charset="0"/>
                  <a:ea typeface="Calibri" panose="020F0502020204030204" pitchFamily="34" charset="0"/>
                  <a:cs typeface="Calibri" panose="020F0502020204030204" pitchFamily="34" charset="0"/>
                </a:rPr>
                <a:t>Обструктивная ИБС</a:t>
              </a:r>
            </a:p>
            <a:p>
              <a:r>
                <a:rPr lang="ru-RU" sz="900" dirty="0">
                  <a:solidFill>
                    <a:schemeClr val="tx1"/>
                  </a:solidFill>
                  <a:latin typeface="Calibri" panose="020F0502020204030204" pitchFamily="34" charset="0"/>
                  <a:ea typeface="Calibri" panose="020F0502020204030204" pitchFamily="34" charset="0"/>
                  <a:cs typeface="Calibri" panose="020F0502020204030204" pitchFamily="34" charset="0"/>
                </a:rPr>
                <a:t>Вазоспастическая стенокардия</a:t>
              </a:r>
            </a:p>
          </p:txBody>
        </p:sp>
        <p:sp>
          <p:nvSpPr>
            <p:cNvPr id="18" name="Rectangle: Rounded Corners 17">
              <a:extLst>
                <a:ext uri="{FF2B5EF4-FFF2-40B4-BE49-F238E27FC236}">
                  <a16:creationId xmlns:a16="http://schemas.microsoft.com/office/drawing/2014/main" id="{9908551D-E7BB-719E-A3FE-9B59F0C7C1AE}"/>
                </a:ext>
              </a:extLst>
            </p:cNvPr>
            <p:cNvSpPr/>
            <p:nvPr/>
          </p:nvSpPr>
          <p:spPr>
            <a:xfrm>
              <a:off x="4548000" y="4765477"/>
              <a:ext cx="1548000" cy="360000"/>
            </a:xfrm>
            <a:prstGeom prst="roundRect">
              <a:avLst/>
            </a:prstGeom>
            <a:solidFill>
              <a:srgbClr val="DEEBF6"/>
            </a:solidFill>
            <a:ln>
              <a:solidFill>
                <a:srgbClr val="DCEDF8"/>
              </a:solid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r>
                <a:rPr lang="ru-RU" sz="900" dirty="0">
                  <a:solidFill>
                    <a:schemeClr val="tx1"/>
                  </a:solidFill>
                  <a:latin typeface="Calibri" panose="020F0502020204030204" pitchFamily="34" charset="0"/>
                  <a:ea typeface="Calibri" panose="020F0502020204030204" pitchFamily="34" charset="0"/>
                  <a:cs typeface="Calibri" panose="020F0502020204030204" pitchFamily="34" charset="0"/>
                </a:rPr>
                <a:t>Обструктивная ИБС</a:t>
              </a:r>
            </a:p>
            <a:p>
              <a:r>
                <a:rPr lang="ru-RU" sz="900" dirty="0">
                  <a:solidFill>
                    <a:schemeClr val="tx1"/>
                  </a:solidFill>
                  <a:latin typeface="Calibri" panose="020F0502020204030204" pitchFamily="34" charset="0"/>
                  <a:ea typeface="Calibri" panose="020F0502020204030204" pitchFamily="34" charset="0"/>
                  <a:cs typeface="Calibri" panose="020F0502020204030204" pitchFamily="34" charset="0"/>
                </a:rPr>
                <a:t>Микрососудистая дисфункция</a:t>
              </a:r>
            </a:p>
          </p:txBody>
        </p:sp>
        <p:sp>
          <p:nvSpPr>
            <p:cNvPr id="19" name="Rectangle: Rounded Corners 18">
              <a:extLst>
                <a:ext uri="{FF2B5EF4-FFF2-40B4-BE49-F238E27FC236}">
                  <a16:creationId xmlns:a16="http://schemas.microsoft.com/office/drawing/2014/main" id="{DC51D641-2C38-3B7C-7F27-C3F97685BE65}"/>
                </a:ext>
              </a:extLst>
            </p:cNvPr>
            <p:cNvSpPr/>
            <p:nvPr/>
          </p:nvSpPr>
          <p:spPr>
            <a:xfrm>
              <a:off x="6500057" y="4752672"/>
              <a:ext cx="1548000" cy="360000"/>
            </a:xfrm>
            <a:prstGeom prst="roundRect">
              <a:avLst/>
            </a:prstGeom>
            <a:solidFill>
              <a:srgbClr val="DEEBF6"/>
            </a:solidFill>
            <a:ln>
              <a:solidFill>
                <a:srgbClr val="DCEDF8"/>
              </a:solid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r>
                <a:rPr lang="ru-RU" sz="900" dirty="0">
                  <a:solidFill>
                    <a:schemeClr val="tx1"/>
                  </a:solidFill>
                  <a:latin typeface="Calibri" panose="020F0502020204030204" pitchFamily="34" charset="0"/>
                  <a:ea typeface="Calibri" panose="020F0502020204030204" pitchFamily="34" charset="0"/>
                  <a:cs typeface="Calibri" panose="020F0502020204030204" pitchFamily="34" charset="0"/>
                </a:rPr>
                <a:t>Обструктивная ИБС</a:t>
              </a:r>
            </a:p>
            <a:p>
              <a:r>
                <a:rPr lang="ru-RU" sz="900" dirty="0">
                  <a:solidFill>
                    <a:schemeClr val="tx1"/>
                  </a:solidFill>
                  <a:latin typeface="Calibri" panose="020F0502020204030204" pitchFamily="34" charset="0"/>
                  <a:ea typeface="Calibri" panose="020F0502020204030204" pitchFamily="34" charset="0"/>
                  <a:cs typeface="Calibri" panose="020F0502020204030204" pitchFamily="34" charset="0"/>
                </a:rPr>
                <a:t>Микрососудистая дисфункция</a:t>
              </a:r>
            </a:p>
          </p:txBody>
        </p:sp>
        <p:sp>
          <p:nvSpPr>
            <p:cNvPr id="20" name="Rectangle: Rounded Corners 19">
              <a:extLst>
                <a:ext uri="{FF2B5EF4-FFF2-40B4-BE49-F238E27FC236}">
                  <a16:creationId xmlns:a16="http://schemas.microsoft.com/office/drawing/2014/main" id="{0EFC6C8C-179A-99B4-549D-792ADF46F558}"/>
                </a:ext>
              </a:extLst>
            </p:cNvPr>
            <p:cNvSpPr/>
            <p:nvPr/>
          </p:nvSpPr>
          <p:spPr>
            <a:xfrm>
              <a:off x="3823252" y="5550037"/>
              <a:ext cx="1548000" cy="360000"/>
            </a:xfrm>
            <a:prstGeom prst="roundRect">
              <a:avLst/>
            </a:prstGeom>
            <a:solidFill>
              <a:srgbClr val="DEEBF6"/>
            </a:solidFill>
            <a:ln>
              <a:solidFill>
                <a:srgbClr val="DCEDF8"/>
              </a:solid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r>
                <a:rPr lang="ru-RU" sz="900" dirty="0">
                  <a:solidFill>
                    <a:schemeClr val="tx1"/>
                  </a:solidFill>
                  <a:latin typeface="Calibri" panose="020F0502020204030204" pitchFamily="34" charset="0"/>
                  <a:ea typeface="Calibri" panose="020F0502020204030204" pitchFamily="34" charset="0"/>
                  <a:cs typeface="Calibri" panose="020F0502020204030204" pitchFamily="34" charset="0"/>
                </a:rPr>
                <a:t>Показано при отсутствии специфических противопоказаний</a:t>
              </a:r>
            </a:p>
          </p:txBody>
        </p:sp>
        <p:sp>
          <p:nvSpPr>
            <p:cNvPr id="21" name="Rectangle: Rounded Corners 20">
              <a:extLst>
                <a:ext uri="{FF2B5EF4-FFF2-40B4-BE49-F238E27FC236}">
                  <a16:creationId xmlns:a16="http://schemas.microsoft.com/office/drawing/2014/main" id="{00932E5A-EF95-30E5-91FA-4F142775D28C}"/>
                </a:ext>
              </a:extLst>
            </p:cNvPr>
            <p:cNvSpPr/>
            <p:nvPr/>
          </p:nvSpPr>
          <p:spPr>
            <a:xfrm>
              <a:off x="6259104" y="1187310"/>
              <a:ext cx="1620000" cy="504000"/>
            </a:xfrm>
            <a:prstGeom prst="roundRect">
              <a:avLst/>
            </a:prstGeom>
            <a:solidFill>
              <a:srgbClr val="E9E9EA"/>
            </a:solidFill>
            <a:ln>
              <a:solidFill>
                <a:srgbClr val="DCEDF8"/>
              </a:solid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r>
                <a:rPr lang="ru-RU" sz="900" dirty="0">
                  <a:solidFill>
                    <a:schemeClr val="tx1"/>
                  </a:solidFill>
                  <a:latin typeface="Calibri" panose="020F0502020204030204" pitchFamily="34" charset="0"/>
                  <a:ea typeface="Calibri" panose="020F0502020204030204" pitchFamily="34" charset="0"/>
                  <a:cs typeface="Calibri" panose="020F0502020204030204" pitchFamily="34" charset="0"/>
                </a:rPr>
                <a:t>ХОБЛ</a:t>
              </a:r>
              <a:endParaRPr lang="en-US" sz="9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r>
                <a:rPr lang="ru-RU" sz="900" dirty="0">
                  <a:solidFill>
                    <a:schemeClr val="tx1"/>
                  </a:solidFill>
                  <a:latin typeface="Calibri" panose="020F0502020204030204" pitchFamily="34" charset="0"/>
                  <a:ea typeface="Calibri" panose="020F0502020204030204" pitchFamily="34" charset="0"/>
                  <a:cs typeface="Calibri" panose="020F0502020204030204" pitchFamily="34" charset="0"/>
                </a:rPr>
                <a:t>Периферический атеросклероз</a:t>
              </a:r>
              <a:endParaRPr lang="en-US" sz="9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r>
                <a:rPr lang="ru-RU" sz="900" dirty="0">
                  <a:solidFill>
                    <a:schemeClr val="tx1"/>
                  </a:solidFill>
                  <a:latin typeface="Calibri" panose="020F0502020204030204" pitchFamily="34" charset="0"/>
                  <a:ea typeface="Calibri" panose="020F0502020204030204" pitchFamily="34" charset="0"/>
                  <a:cs typeface="Calibri" panose="020F0502020204030204" pitchFamily="34" charset="0"/>
                </a:rPr>
                <a:t>Сахарный диабет 1 типа</a:t>
              </a:r>
            </a:p>
          </p:txBody>
        </p:sp>
        <p:sp>
          <p:nvSpPr>
            <p:cNvPr id="22" name="Rectangle: Rounded Corners 21">
              <a:extLst>
                <a:ext uri="{FF2B5EF4-FFF2-40B4-BE49-F238E27FC236}">
                  <a16:creationId xmlns:a16="http://schemas.microsoft.com/office/drawing/2014/main" id="{8B9497E8-193C-0C94-264E-FF71EED95413}"/>
                </a:ext>
              </a:extLst>
            </p:cNvPr>
            <p:cNvSpPr/>
            <p:nvPr/>
          </p:nvSpPr>
          <p:spPr>
            <a:xfrm>
              <a:off x="3000967" y="3008942"/>
              <a:ext cx="1224000" cy="216000"/>
            </a:xfrm>
            <a:prstGeom prst="roundRect">
              <a:avLst/>
            </a:prstGeom>
            <a:solidFill>
              <a:srgbClr val="E9E9EA"/>
            </a:solidFill>
            <a:ln>
              <a:solidFill>
                <a:srgbClr val="DCEDF8"/>
              </a:solid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r>
                <a:rPr lang="ru-RU" sz="900" dirty="0">
                  <a:solidFill>
                    <a:schemeClr val="tx1"/>
                  </a:solidFill>
                  <a:latin typeface="Calibri" panose="020F0502020204030204" pitchFamily="34" charset="0"/>
                  <a:ea typeface="Calibri" panose="020F0502020204030204" pitchFamily="34" charset="0"/>
                  <a:cs typeface="Calibri" panose="020F0502020204030204" pitchFamily="34" charset="0"/>
                </a:rPr>
                <a:t>ХСН со сниженной ФВ</a:t>
              </a:r>
            </a:p>
          </p:txBody>
        </p:sp>
        <p:sp>
          <p:nvSpPr>
            <p:cNvPr id="23" name="Rectangle: Rounded Corners 22">
              <a:extLst>
                <a:ext uri="{FF2B5EF4-FFF2-40B4-BE49-F238E27FC236}">
                  <a16:creationId xmlns:a16="http://schemas.microsoft.com/office/drawing/2014/main" id="{6405563A-28A1-7B93-0061-0BC24AEB05BD}"/>
                </a:ext>
              </a:extLst>
            </p:cNvPr>
            <p:cNvSpPr/>
            <p:nvPr/>
          </p:nvSpPr>
          <p:spPr>
            <a:xfrm>
              <a:off x="8065277" y="2760016"/>
              <a:ext cx="1224000" cy="216000"/>
            </a:xfrm>
            <a:prstGeom prst="roundRect">
              <a:avLst/>
            </a:prstGeom>
            <a:solidFill>
              <a:srgbClr val="E9E9EA"/>
            </a:solidFill>
            <a:ln>
              <a:solidFill>
                <a:srgbClr val="DCEDF8"/>
              </a:solid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r>
                <a:rPr lang="ru-RU" sz="900" dirty="0">
                  <a:solidFill>
                    <a:schemeClr val="tx1"/>
                  </a:solidFill>
                  <a:latin typeface="Calibri" panose="020F0502020204030204" pitchFamily="34" charset="0"/>
                  <a:ea typeface="Calibri" panose="020F0502020204030204" pitchFamily="34" charset="0"/>
                  <a:cs typeface="Calibri" panose="020F0502020204030204" pitchFamily="34" charset="0"/>
                </a:rPr>
                <a:t>ХСН со сниженной ФВ</a:t>
              </a:r>
            </a:p>
          </p:txBody>
        </p:sp>
        <p:sp>
          <p:nvSpPr>
            <p:cNvPr id="24" name="Rectangle: Rounded Corners 23">
              <a:extLst>
                <a:ext uri="{FF2B5EF4-FFF2-40B4-BE49-F238E27FC236}">
                  <a16:creationId xmlns:a16="http://schemas.microsoft.com/office/drawing/2014/main" id="{8EC76FC3-1148-E0DE-8A59-A1BD8193B6D1}"/>
                </a:ext>
              </a:extLst>
            </p:cNvPr>
            <p:cNvSpPr/>
            <p:nvPr/>
          </p:nvSpPr>
          <p:spPr>
            <a:xfrm>
              <a:off x="8064681" y="3623359"/>
              <a:ext cx="1224000" cy="216000"/>
            </a:xfrm>
            <a:prstGeom prst="roundRect">
              <a:avLst/>
            </a:prstGeom>
            <a:solidFill>
              <a:srgbClr val="E9E9EA"/>
            </a:solidFill>
            <a:ln>
              <a:solidFill>
                <a:srgbClr val="DCEDF8"/>
              </a:solid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r>
                <a:rPr lang="ru-RU" sz="900" dirty="0">
                  <a:solidFill>
                    <a:schemeClr val="tx1"/>
                  </a:solidFill>
                  <a:latin typeface="Calibri" panose="020F0502020204030204" pitchFamily="34" charset="0"/>
                  <a:ea typeface="Calibri" panose="020F0502020204030204" pitchFamily="34" charset="0"/>
                  <a:cs typeface="Calibri" panose="020F0502020204030204" pitchFamily="34" charset="0"/>
                </a:rPr>
                <a:t>ХСН со сниженной ФВ</a:t>
              </a:r>
            </a:p>
          </p:txBody>
        </p:sp>
        <p:sp>
          <p:nvSpPr>
            <p:cNvPr id="25" name="Rectangle: Rounded Corners 24">
              <a:extLst>
                <a:ext uri="{FF2B5EF4-FFF2-40B4-BE49-F238E27FC236}">
                  <a16:creationId xmlns:a16="http://schemas.microsoft.com/office/drawing/2014/main" id="{A6AC62F4-6C54-8FAA-D4E0-6DC18FA96B2C}"/>
                </a:ext>
              </a:extLst>
            </p:cNvPr>
            <p:cNvSpPr/>
            <p:nvPr/>
          </p:nvSpPr>
          <p:spPr>
            <a:xfrm>
              <a:off x="2903041" y="4151713"/>
              <a:ext cx="1512000" cy="396000"/>
            </a:xfrm>
            <a:prstGeom prst="roundRect">
              <a:avLst/>
            </a:prstGeom>
            <a:solidFill>
              <a:srgbClr val="EBC7C9"/>
            </a:solidFill>
            <a:ln>
              <a:solidFill>
                <a:srgbClr val="EBC7C9"/>
              </a:solid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r>
                <a:rPr lang="ru-RU" sz="900" dirty="0">
                  <a:solidFill>
                    <a:schemeClr val="tx1"/>
                  </a:solidFill>
                  <a:latin typeface="Calibri" panose="020F0502020204030204" pitchFamily="34" charset="0"/>
                  <a:ea typeface="Calibri" panose="020F0502020204030204" pitchFamily="34" charset="0"/>
                  <a:cs typeface="Calibri" panose="020F0502020204030204" pitchFamily="34" charset="0"/>
                </a:rPr>
                <a:t>Синдром слабости синусового узла</a:t>
              </a:r>
            </a:p>
            <a:p>
              <a:r>
                <a:rPr lang="ru-RU" sz="900" dirty="0">
                  <a:solidFill>
                    <a:schemeClr val="tx1"/>
                  </a:solidFill>
                  <a:latin typeface="Calibri" panose="020F0502020204030204" pitchFamily="34" charset="0"/>
                  <a:ea typeface="Calibri" panose="020F0502020204030204" pitchFamily="34" charset="0"/>
                  <a:cs typeface="Calibri" panose="020F0502020204030204" pitchFamily="34" charset="0"/>
                </a:rPr>
                <a:t>ХСН со сниженной ФВ</a:t>
              </a:r>
            </a:p>
          </p:txBody>
        </p:sp>
        <p:sp>
          <p:nvSpPr>
            <p:cNvPr id="26" name="Rectangle: Rounded Corners 25">
              <a:extLst>
                <a:ext uri="{FF2B5EF4-FFF2-40B4-BE49-F238E27FC236}">
                  <a16:creationId xmlns:a16="http://schemas.microsoft.com/office/drawing/2014/main" id="{6EF2CDE7-9E7C-44D8-1D71-224D81711581}"/>
                </a:ext>
              </a:extLst>
            </p:cNvPr>
            <p:cNvSpPr/>
            <p:nvPr/>
          </p:nvSpPr>
          <p:spPr>
            <a:xfrm>
              <a:off x="6259104" y="1752119"/>
              <a:ext cx="1620000" cy="288000"/>
            </a:xfrm>
            <a:prstGeom prst="roundRect">
              <a:avLst/>
            </a:prstGeom>
            <a:solidFill>
              <a:srgbClr val="EBC7C9"/>
            </a:solidFill>
            <a:ln>
              <a:solidFill>
                <a:srgbClr val="EBC7C9"/>
              </a:solid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r>
                <a:rPr lang="ru-RU" sz="900" dirty="0">
                  <a:solidFill>
                    <a:schemeClr val="tx1"/>
                  </a:solidFill>
                  <a:latin typeface="Calibri" panose="020F0502020204030204" pitchFamily="34" charset="0"/>
                  <a:ea typeface="Calibri" panose="020F0502020204030204" pitchFamily="34" charset="0"/>
                  <a:cs typeface="Calibri" panose="020F0502020204030204" pitchFamily="34" charset="0"/>
                </a:rPr>
                <a:t>Синдром слабости синусового узла</a:t>
              </a:r>
            </a:p>
          </p:txBody>
        </p:sp>
        <p:sp>
          <p:nvSpPr>
            <p:cNvPr id="27" name="Rectangle: Rounded Corners 26">
              <a:extLst>
                <a:ext uri="{FF2B5EF4-FFF2-40B4-BE49-F238E27FC236}">
                  <a16:creationId xmlns:a16="http://schemas.microsoft.com/office/drawing/2014/main" id="{0FAABAA2-EEF5-62E6-9520-D6D155277E78}"/>
                </a:ext>
              </a:extLst>
            </p:cNvPr>
            <p:cNvSpPr/>
            <p:nvPr/>
          </p:nvSpPr>
          <p:spPr>
            <a:xfrm>
              <a:off x="7986005" y="3928044"/>
              <a:ext cx="1512000" cy="288000"/>
            </a:xfrm>
            <a:prstGeom prst="roundRect">
              <a:avLst/>
            </a:prstGeom>
            <a:solidFill>
              <a:srgbClr val="EBC7C9"/>
            </a:solidFill>
            <a:ln>
              <a:solidFill>
                <a:srgbClr val="EBC7C9"/>
              </a:solid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r>
                <a:rPr lang="ru-RU" sz="900" dirty="0">
                  <a:solidFill>
                    <a:schemeClr val="tx1"/>
                  </a:solidFill>
                  <a:latin typeface="Calibri" panose="020F0502020204030204" pitchFamily="34" charset="0"/>
                  <a:ea typeface="Calibri" panose="020F0502020204030204" pitchFamily="34" charset="0"/>
                  <a:cs typeface="Calibri" panose="020F0502020204030204" pitchFamily="34" charset="0"/>
                </a:rPr>
                <a:t>Синдром слабости синусового узла</a:t>
              </a:r>
            </a:p>
          </p:txBody>
        </p:sp>
        <p:sp>
          <p:nvSpPr>
            <p:cNvPr id="28" name="Rectangle: Rounded Corners 27">
              <a:extLst>
                <a:ext uri="{FF2B5EF4-FFF2-40B4-BE49-F238E27FC236}">
                  <a16:creationId xmlns:a16="http://schemas.microsoft.com/office/drawing/2014/main" id="{B533135D-95AF-BFB3-0740-2484E2850D7C}"/>
                </a:ext>
              </a:extLst>
            </p:cNvPr>
            <p:cNvSpPr/>
            <p:nvPr/>
          </p:nvSpPr>
          <p:spPr>
            <a:xfrm>
              <a:off x="7984608" y="3067045"/>
              <a:ext cx="1512000" cy="288000"/>
            </a:xfrm>
            <a:prstGeom prst="roundRect">
              <a:avLst/>
            </a:prstGeom>
            <a:solidFill>
              <a:srgbClr val="EBC7C9"/>
            </a:solidFill>
            <a:ln>
              <a:solidFill>
                <a:srgbClr val="EBC7C9"/>
              </a:solid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r>
                <a:rPr lang="ru-RU" sz="900" dirty="0">
                  <a:solidFill>
                    <a:schemeClr val="tx1"/>
                  </a:solidFill>
                  <a:latin typeface="Calibri" panose="020F0502020204030204" pitchFamily="34" charset="0"/>
                  <a:ea typeface="Calibri" panose="020F0502020204030204" pitchFamily="34" charset="0"/>
                  <a:cs typeface="Calibri" panose="020F0502020204030204" pitchFamily="34" charset="0"/>
                </a:rPr>
                <a:t>ГКМП</a:t>
              </a:r>
            </a:p>
          </p:txBody>
        </p:sp>
        <p:sp>
          <p:nvSpPr>
            <p:cNvPr id="29" name="Rectangle: Rounded Corners 28">
              <a:extLst>
                <a:ext uri="{FF2B5EF4-FFF2-40B4-BE49-F238E27FC236}">
                  <a16:creationId xmlns:a16="http://schemas.microsoft.com/office/drawing/2014/main" id="{A9D7237D-D3FE-8D11-B9FC-FB33E75F3C6E}"/>
                </a:ext>
              </a:extLst>
            </p:cNvPr>
            <p:cNvSpPr/>
            <p:nvPr/>
          </p:nvSpPr>
          <p:spPr>
            <a:xfrm>
              <a:off x="5427294" y="5556999"/>
              <a:ext cx="1548000" cy="360000"/>
            </a:xfrm>
            <a:prstGeom prst="roundRect">
              <a:avLst/>
            </a:prstGeom>
            <a:solidFill>
              <a:srgbClr val="E9E9EA"/>
            </a:solidFill>
            <a:ln>
              <a:solidFill>
                <a:srgbClr val="E9E9EA"/>
              </a:solid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r>
                <a:rPr lang="ru-RU" sz="900" dirty="0">
                  <a:solidFill>
                    <a:schemeClr val="tx1"/>
                  </a:solidFill>
                  <a:latin typeface="Calibri" panose="020F0502020204030204" pitchFamily="34" charset="0"/>
                  <a:ea typeface="Calibri" panose="020F0502020204030204" pitchFamily="34" charset="0"/>
                  <a:cs typeface="Calibri" panose="020F0502020204030204" pitchFamily="34" charset="0"/>
                </a:rPr>
                <a:t>Может быть показано в определённых ситуациях</a:t>
              </a:r>
            </a:p>
          </p:txBody>
        </p:sp>
        <p:sp>
          <p:nvSpPr>
            <p:cNvPr id="30" name="Rectangle: Rounded Corners 29">
              <a:extLst>
                <a:ext uri="{FF2B5EF4-FFF2-40B4-BE49-F238E27FC236}">
                  <a16:creationId xmlns:a16="http://schemas.microsoft.com/office/drawing/2014/main" id="{03386402-740A-E045-FE88-8738195CD6C7}"/>
                </a:ext>
              </a:extLst>
            </p:cNvPr>
            <p:cNvSpPr/>
            <p:nvPr/>
          </p:nvSpPr>
          <p:spPr>
            <a:xfrm>
              <a:off x="7031336" y="5563961"/>
              <a:ext cx="1548000" cy="360000"/>
            </a:xfrm>
            <a:prstGeom prst="roundRect">
              <a:avLst/>
            </a:prstGeom>
            <a:solidFill>
              <a:srgbClr val="EBC7C9"/>
            </a:solidFill>
            <a:ln>
              <a:solidFill>
                <a:srgbClr val="EBC7C9"/>
              </a:solid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r>
                <a:rPr lang="ru-RU" sz="900" dirty="0">
                  <a:solidFill>
                    <a:schemeClr val="tx1"/>
                  </a:solidFill>
                  <a:latin typeface="Calibri" panose="020F0502020204030204" pitchFamily="34" charset="0"/>
                  <a:ea typeface="Calibri" panose="020F0502020204030204" pitchFamily="34" charset="0"/>
                  <a:cs typeface="Calibri" panose="020F0502020204030204" pitchFamily="34" charset="0"/>
                </a:rPr>
                <a:t>Противопоказано</a:t>
              </a:r>
            </a:p>
          </p:txBody>
        </p:sp>
        <p:sp>
          <p:nvSpPr>
            <p:cNvPr id="31" name="Rectangle: Rounded Corners 30">
              <a:extLst>
                <a:ext uri="{FF2B5EF4-FFF2-40B4-BE49-F238E27FC236}">
                  <a16:creationId xmlns:a16="http://schemas.microsoft.com/office/drawing/2014/main" id="{75D948F1-F982-3165-6758-5BCC652CE43E}"/>
                </a:ext>
              </a:extLst>
            </p:cNvPr>
            <p:cNvSpPr/>
            <p:nvPr/>
          </p:nvSpPr>
          <p:spPr>
            <a:xfrm>
              <a:off x="4540593" y="6235793"/>
              <a:ext cx="1264773" cy="180000"/>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r>
                <a:rPr lang="ru-RU" sz="900" dirty="0">
                  <a:solidFill>
                    <a:schemeClr val="tx1"/>
                  </a:solidFill>
                  <a:latin typeface="Calibri" panose="020F0502020204030204" pitchFamily="34" charset="0"/>
                  <a:ea typeface="Calibri" panose="020F0502020204030204" pitchFamily="34" charset="0"/>
                  <a:cs typeface="Calibri" panose="020F0502020204030204" pitchFamily="34" charset="0"/>
                </a:rPr>
                <a:t>Полезные комбинации</a:t>
              </a:r>
            </a:p>
          </p:txBody>
        </p:sp>
        <p:sp>
          <p:nvSpPr>
            <p:cNvPr id="32" name="Rectangle: Rounded Corners 31">
              <a:extLst>
                <a:ext uri="{FF2B5EF4-FFF2-40B4-BE49-F238E27FC236}">
                  <a16:creationId xmlns:a16="http://schemas.microsoft.com/office/drawing/2014/main" id="{7B3FF93E-7A44-1892-6FC8-EE3637A0AC88}"/>
                </a:ext>
              </a:extLst>
            </p:cNvPr>
            <p:cNvSpPr/>
            <p:nvPr/>
          </p:nvSpPr>
          <p:spPr>
            <a:xfrm>
              <a:off x="6849399" y="6399974"/>
              <a:ext cx="1645865" cy="200956"/>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r>
                <a:rPr lang="ru-RU" sz="900" dirty="0">
                  <a:solidFill>
                    <a:schemeClr val="tx1"/>
                  </a:solidFill>
                  <a:latin typeface="Calibri" panose="020F0502020204030204" pitchFamily="34" charset="0"/>
                  <a:ea typeface="Calibri" panose="020F0502020204030204" pitchFamily="34" charset="0"/>
                  <a:cs typeface="Calibri" panose="020F0502020204030204" pitchFamily="34" charset="0"/>
                </a:rPr>
                <a:t>Препараты со схожим эффектом</a:t>
              </a:r>
            </a:p>
          </p:txBody>
        </p:sp>
        <p:sp>
          <p:nvSpPr>
            <p:cNvPr id="33" name="Rectangle: Rounded Corners 32">
              <a:extLst>
                <a:ext uri="{FF2B5EF4-FFF2-40B4-BE49-F238E27FC236}">
                  <a16:creationId xmlns:a16="http://schemas.microsoft.com/office/drawing/2014/main" id="{A4CD05F5-AA6B-D669-6DCC-A0C7280C7187}"/>
                </a:ext>
              </a:extLst>
            </p:cNvPr>
            <p:cNvSpPr/>
            <p:nvPr/>
          </p:nvSpPr>
          <p:spPr>
            <a:xfrm>
              <a:off x="6849399" y="6225937"/>
              <a:ext cx="1296000" cy="180000"/>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r>
                <a:rPr lang="ru-RU" sz="900" dirty="0">
                  <a:solidFill>
                    <a:schemeClr val="tx1"/>
                  </a:solidFill>
                  <a:latin typeface="Calibri" panose="020F0502020204030204" pitchFamily="34" charset="0"/>
                  <a:ea typeface="Calibri" panose="020F0502020204030204" pitchFamily="34" charset="0"/>
                  <a:cs typeface="Calibri" panose="020F0502020204030204" pitchFamily="34" charset="0"/>
                </a:rPr>
                <a:t>Возможные комбинации</a:t>
              </a:r>
            </a:p>
          </p:txBody>
        </p:sp>
        <p:sp>
          <p:nvSpPr>
            <p:cNvPr id="34" name="Rectangle: Rounded Corners 33">
              <a:extLst>
                <a:ext uri="{FF2B5EF4-FFF2-40B4-BE49-F238E27FC236}">
                  <a16:creationId xmlns:a16="http://schemas.microsoft.com/office/drawing/2014/main" id="{1E44D871-5406-414A-5F62-1DCDCD36D76B}"/>
                </a:ext>
              </a:extLst>
            </p:cNvPr>
            <p:cNvSpPr/>
            <p:nvPr/>
          </p:nvSpPr>
          <p:spPr>
            <a:xfrm>
              <a:off x="4540593" y="6420930"/>
              <a:ext cx="1296000" cy="180000"/>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r>
                <a:rPr lang="ru-RU" sz="900" dirty="0">
                  <a:solidFill>
                    <a:schemeClr val="tx1"/>
                  </a:solidFill>
                  <a:latin typeface="Calibri" panose="020F0502020204030204" pitchFamily="34" charset="0"/>
                  <a:ea typeface="Calibri" panose="020F0502020204030204" pitchFamily="34" charset="0"/>
                  <a:cs typeface="Calibri" panose="020F0502020204030204" pitchFamily="34" charset="0"/>
                </a:rPr>
                <a:t>Не рекомендуется</a:t>
              </a:r>
            </a:p>
          </p:txBody>
        </p:sp>
      </p:grpSp>
      <p:sp>
        <p:nvSpPr>
          <p:cNvPr id="35" name="Text Placeholder 2">
            <a:extLst>
              <a:ext uri="{FF2B5EF4-FFF2-40B4-BE49-F238E27FC236}">
                <a16:creationId xmlns:a16="http://schemas.microsoft.com/office/drawing/2014/main" id="{CE069C16-A938-C247-2EEE-80AAFFCAC36D}"/>
              </a:ext>
            </a:extLst>
          </p:cNvPr>
          <p:cNvSpPr txBox="1">
            <a:spLocks/>
          </p:cNvSpPr>
          <p:nvPr/>
        </p:nvSpPr>
        <p:spPr>
          <a:xfrm>
            <a:off x="379676" y="6644148"/>
            <a:ext cx="9747250" cy="225425"/>
          </a:xfrm>
          <a:prstGeom prst="rect">
            <a:avLst/>
          </a:prstGeom>
        </p:spPr>
        <p:txBody>
          <a:bodyPr vert="horz" lIns="91440" tIns="45720" rIns="91440" bIns="45720" rtlCol="0">
            <a:normAutofit fontScale="3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err="1"/>
              <a:t>Vrints</a:t>
            </a:r>
            <a:r>
              <a:rPr lang="en-US" dirty="0"/>
              <a:t> C. et al. 2024 ESC Guidelines for the management of chronic coronary syndromes. </a:t>
            </a:r>
            <a:r>
              <a:rPr lang="en-US" dirty="0" err="1"/>
              <a:t>Eur</a:t>
            </a:r>
            <a:r>
              <a:rPr lang="en-US" dirty="0"/>
              <a:t> Heart J. 2024 Aug 30:ehae177. </a:t>
            </a:r>
            <a:r>
              <a:rPr lang="en-US" dirty="0" err="1"/>
              <a:t>doi</a:t>
            </a:r>
            <a:r>
              <a:rPr lang="en-US" dirty="0"/>
              <a:t>: 10.1093/</a:t>
            </a:r>
            <a:r>
              <a:rPr lang="en-US" dirty="0" err="1"/>
              <a:t>eurheartj</a:t>
            </a:r>
            <a:r>
              <a:rPr lang="en-US" dirty="0"/>
              <a:t>/ehae177. PMID: 39210710.</a:t>
            </a:r>
          </a:p>
        </p:txBody>
      </p:sp>
    </p:spTree>
    <p:extLst>
      <p:ext uri="{BB962C8B-B14F-4D97-AF65-F5344CB8AC3E}">
        <p14:creationId xmlns:p14="http://schemas.microsoft.com/office/powerpoint/2010/main" val="33554923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7642C23-DAA5-3649-368A-1D11013A03FE}"/>
              </a:ext>
            </a:extLst>
          </p:cNvPr>
          <p:cNvSpPr txBox="1">
            <a:spLocks/>
          </p:cNvSpPr>
          <p:nvPr/>
        </p:nvSpPr>
        <p:spPr>
          <a:xfrm>
            <a:off x="384694" y="1081826"/>
            <a:ext cx="11338560" cy="402336"/>
          </a:xfrm>
          <a:prstGeom prst="rect">
            <a:avLst/>
          </a:prstGeom>
        </p:spPr>
        <p:txBody>
          <a:bodyPr/>
          <a:lstStyle>
            <a:lvl1pPr marL="0" indent="0" algn="l" defTabSz="914400" rtl="0" eaLnBrk="1" latinLnBrk="0" hangingPunct="1">
              <a:lnSpc>
                <a:spcPct val="90000"/>
              </a:lnSpc>
              <a:spcBef>
                <a:spcPts val="0"/>
              </a:spcBef>
              <a:buFont typeface="Arial" panose="020B0604020202020204" pitchFamily="34" charset="0"/>
              <a:buNone/>
              <a:defRPr sz="2000" i="1" kern="1200" baseline="0">
                <a:solidFill>
                  <a:schemeClr val="accen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ru-RU" sz="2000" b="0" i="1" u="none" strike="noStrike" kern="1200" cap="none" spc="0" normalizeH="0" baseline="0" noProof="0" dirty="0">
                <a:ln>
                  <a:noFill/>
                </a:ln>
                <a:solidFill>
                  <a:srgbClr val="00A3E0"/>
                </a:solidFill>
                <a:effectLst/>
                <a:uLnTx/>
                <a:uFillTx/>
                <a:latin typeface="Arial" panose="020B0604020202020204"/>
                <a:ea typeface="+mn-ea"/>
                <a:cs typeface="+mn-cs"/>
              </a:rPr>
              <a:t>Решение принимается по анатомии, объёму ишемии и симптомам — не по факту наличия ИБС</a:t>
            </a:r>
            <a:endParaRPr kumimoji="0" lang="en-US" sz="2000" b="0" i="1" u="none" strike="noStrike" kern="1200" cap="none" spc="0" normalizeH="0" baseline="0" noProof="0" dirty="0">
              <a:ln>
                <a:noFill/>
              </a:ln>
              <a:solidFill>
                <a:srgbClr val="00A3E0"/>
              </a:solidFill>
              <a:effectLst/>
              <a:uLnTx/>
              <a:uFillTx/>
              <a:latin typeface="Arial" panose="020B0604020202020204"/>
              <a:ea typeface="+mn-ea"/>
              <a:cs typeface="+mn-cs"/>
            </a:endParaRPr>
          </a:p>
        </p:txBody>
      </p:sp>
      <p:sp>
        <p:nvSpPr>
          <p:cNvPr id="3" name="Title 2">
            <a:extLst>
              <a:ext uri="{FF2B5EF4-FFF2-40B4-BE49-F238E27FC236}">
                <a16:creationId xmlns:a16="http://schemas.microsoft.com/office/drawing/2014/main" id="{4AF95646-429F-8354-E7F3-578614B34433}"/>
              </a:ext>
            </a:extLst>
          </p:cNvPr>
          <p:cNvSpPr txBox="1">
            <a:spLocks/>
          </p:cNvSpPr>
          <p:nvPr/>
        </p:nvSpPr>
        <p:spPr>
          <a:xfrm>
            <a:off x="384694" y="294468"/>
            <a:ext cx="11338560" cy="768263"/>
          </a:xfrm>
          <a:prstGeom prst="rect">
            <a:avLst/>
          </a:prstGeom>
        </p:spPr>
        <p:txBody>
          <a:bodyPr anchor="b" anchorCtr="0"/>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ru-RU" sz="2800" b="1" i="0" u="none" strike="noStrike" kern="1200" cap="none" spc="0" normalizeH="0" baseline="0" noProof="0" dirty="0" err="1">
                <a:ln>
                  <a:noFill/>
                </a:ln>
                <a:solidFill>
                  <a:srgbClr val="2B3A42"/>
                </a:solidFill>
                <a:effectLst/>
                <a:uLnTx/>
                <a:uFillTx/>
                <a:latin typeface="Arial" panose="020B0604020202020204"/>
                <a:ea typeface="+mj-ea"/>
                <a:cs typeface="+mj-cs"/>
              </a:rPr>
              <a:t>Реваскуляризация</a:t>
            </a:r>
            <a:r>
              <a:rPr kumimoji="0" lang="ru-RU" sz="2800" b="1" i="0" u="none" strike="noStrike" kern="1200" cap="none" spc="0" normalizeH="0" baseline="0" noProof="0" dirty="0">
                <a:ln>
                  <a:noFill/>
                </a:ln>
                <a:solidFill>
                  <a:srgbClr val="2B3A42"/>
                </a:solidFill>
                <a:effectLst/>
                <a:uLnTx/>
                <a:uFillTx/>
                <a:latin typeface="Arial" panose="020B0604020202020204"/>
                <a:ea typeface="+mj-ea"/>
                <a:cs typeface="+mj-cs"/>
              </a:rPr>
              <a:t> у пациентов со стабильной</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ru-RU" sz="2800" b="1" i="0" u="none" strike="noStrike" kern="1200" cap="none" spc="0" normalizeH="0" baseline="0" noProof="0" dirty="0">
                <a:ln>
                  <a:noFill/>
                </a:ln>
                <a:solidFill>
                  <a:srgbClr val="2B3A42"/>
                </a:solidFill>
                <a:effectLst/>
                <a:uLnTx/>
                <a:uFillTx/>
                <a:latin typeface="Arial" panose="020B0604020202020204"/>
                <a:ea typeface="+mj-ea"/>
                <a:cs typeface="+mj-cs"/>
              </a:rPr>
              <a:t>стенокардией и безболевой ишемией миокарда</a:t>
            </a:r>
            <a:endParaRPr kumimoji="0" lang="en-US" sz="2800" b="1" i="0" u="none" strike="noStrike" kern="1200" cap="none" spc="0" normalizeH="0" baseline="0" noProof="0" dirty="0">
              <a:ln>
                <a:noFill/>
              </a:ln>
              <a:solidFill>
                <a:srgbClr val="2B3A42"/>
              </a:solidFill>
              <a:effectLst/>
              <a:uLnTx/>
              <a:uFillTx/>
              <a:latin typeface="Arial" panose="020B0604020202020204"/>
              <a:ea typeface="+mj-ea"/>
              <a:cs typeface="+mj-cs"/>
            </a:endParaRPr>
          </a:p>
        </p:txBody>
      </p:sp>
      <p:sp>
        <p:nvSpPr>
          <p:cNvPr id="4" name="Rectangle: Rounded Corners 3">
            <a:extLst>
              <a:ext uri="{FF2B5EF4-FFF2-40B4-BE49-F238E27FC236}">
                <a16:creationId xmlns:a16="http://schemas.microsoft.com/office/drawing/2014/main" id="{5E8589F4-5DE6-3067-398E-8A38C6750F28}"/>
              </a:ext>
            </a:extLst>
          </p:cNvPr>
          <p:cNvSpPr/>
          <p:nvPr/>
        </p:nvSpPr>
        <p:spPr>
          <a:xfrm>
            <a:off x="384694" y="1869428"/>
            <a:ext cx="5486400" cy="4572000"/>
          </a:xfrm>
          <a:prstGeom prst="roundRect">
            <a:avLst>
              <a:gd name="adj" fmla="val 6757"/>
            </a:avLst>
          </a:prstGeom>
          <a:solidFill>
            <a:srgbClr val="FFFFFF"/>
          </a:solidFill>
          <a:ln w="38100" cap="flat" cmpd="sng" algn="ctr">
            <a:solidFill>
              <a:srgbClr val="00A3E0"/>
            </a:solidFill>
            <a:prstDash val="solid"/>
            <a:miter lim="800000"/>
          </a:ln>
          <a:effectLst/>
        </p:spPr>
        <p:txBody>
          <a:bodyPr lIns="182880" tIns="91440" rtlCol="0" anchor="t" anchorCtr="0"/>
          <a:lstStyle/>
          <a:p>
            <a:pPr marL="0" marR="0" lvl="1" indent="0" algn="ctr" defTabSz="914400" eaLnBrk="1" fontAlgn="auto" latinLnBrk="0" hangingPunct="1">
              <a:lnSpc>
                <a:spcPct val="100000"/>
              </a:lnSpc>
              <a:spcBef>
                <a:spcPts val="0"/>
              </a:spcBef>
              <a:spcAft>
                <a:spcPts val="1200"/>
              </a:spcAft>
              <a:buClrTx/>
              <a:buSzTx/>
              <a:buFontTx/>
              <a:buNone/>
              <a:tabLst/>
              <a:defRPr/>
            </a:pPr>
            <a:r>
              <a:rPr kumimoji="0" lang="ru-RU" sz="2800" b="0" i="0" u="none" strike="noStrike" kern="0" cap="none" spc="0" normalizeH="0" baseline="0" noProof="0" dirty="0">
                <a:ln>
                  <a:noFill/>
                </a:ln>
                <a:solidFill>
                  <a:srgbClr val="00A3E0"/>
                </a:solidFill>
                <a:effectLst/>
                <a:uLnTx/>
                <a:uFillTx/>
                <a:latin typeface="Arial" panose="020B0604020202020204"/>
                <a:ea typeface="Calibri" panose="020F0502020204030204" pitchFamily="34" charset="0"/>
                <a:cs typeface="Calibri" panose="020F0502020204030204" pitchFamily="34" charset="0"/>
              </a:rPr>
              <a:t>Для улучшения прогноза</a:t>
            </a:r>
            <a:r>
              <a:rPr kumimoji="0" lang="en-US" sz="2800" b="0" i="0" u="none" strike="noStrike" kern="0" cap="none" spc="0" normalizeH="0" baseline="30000" noProof="0" dirty="0">
                <a:ln>
                  <a:noFill/>
                </a:ln>
                <a:solidFill>
                  <a:srgbClr val="00A3E0"/>
                </a:solidFill>
                <a:effectLst/>
                <a:uLnTx/>
                <a:uFillTx/>
                <a:latin typeface="Arial" panose="020B0604020202020204"/>
                <a:ea typeface="Calibri" panose="020F0502020204030204" pitchFamily="34" charset="0"/>
                <a:cs typeface="Calibri" panose="020F0502020204030204" pitchFamily="34" charset="0"/>
              </a:rPr>
              <a:t>1</a:t>
            </a:r>
          </a:p>
          <a:p>
            <a:pPr marL="0" marR="0" lvl="0" indent="0" defTabSz="914400" eaLnBrk="1" fontAlgn="auto" latinLnBrk="0" hangingPunct="1">
              <a:lnSpc>
                <a:spcPct val="100000"/>
              </a:lnSpc>
              <a:spcBef>
                <a:spcPts val="0"/>
              </a:spcBef>
              <a:spcAft>
                <a:spcPts val="600"/>
              </a:spcAft>
              <a:buClrTx/>
              <a:buSzTx/>
              <a:buFontTx/>
              <a:buNone/>
              <a:tabLst/>
              <a:defRPr/>
            </a:pPr>
            <a:r>
              <a:rPr kumimoji="0" lang="ru-RU" sz="1500" b="1" i="0" u="none" strike="noStrike" kern="0" cap="none" spc="0" normalizeH="0" baseline="0" noProof="0" dirty="0">
                <a:ln>
                  <a:noFill/>
                </a:ln>
                <a:solidFill>
                  <a:srgbClr val="000000"/>
                </a:solidFill>
                <a:effectLst/>
                <a:uLnTx/>
                <a:uFillTx/>
                <a:latin typeface="Arial" panose="020B0604020202020204"/>
                <a:ea typeface="+mn-ea"/>
                <a:cs typeface="+mn-cs"/>
              </a:rPr>
              <a:t>Поражение ствола ЛКА &gt;50% </a:t>
            </a:r>
            <a:r>
              <a:rPr kumimoji="0" lang="ru-RU" sz="1200" i="0" u="none" strike="noStrike" kern="0" cap="none" spc="0" normalizeH="0" baseline="0" noProof="0" dirty="0">
                <a:ln>
                  <a:noFill/>
                </a:ln>
                <a:solidFill>
                  <a:srgbClr val="000000"/>
                </a:solidFill>
                <a:effectLst/>
                <a:uLnTx/>
                <a:uFillTx/>
                <a:latin typeface="Arial" panose="020B0604020202020204"/>
                <a:ea typeface="+mn-ea"/>
                <a:cs typeface="+mn-cs"/>
              </a:rPr>
              <a:t>EOK I А (УУР B, УДД 1)</a:t>
            </a:r>
          </a:p>
          <a:p>
            <a:pPr marL="0" marR="0" lvl="0" indent="0" defTabSz="914400" eaLnBrk="1" fontAlgn="auto" latinLnBrk="0" hangingPunct="1">
              <a:lnSpc>
                <a:spcPct val="100000"/>
              </a:lnSpc>
              <a:spcBef>
                <a:spcPts val="0"/>
              </a:spcBef>
              <a:spcAft>
                <a:spcPts val="600"/>
              </a:spcAft>
              <a:buClrTx/>
              <a:buSzTx/>
              <a:buFontTx/>
              <a:buNone/>
              <a:tabLst/>
              <a:defRPr/>
            </a:pPr>
            <a:r>
              <a:rPr lang="ru-RU" sz="1500" b="1" kern="0" dirty="0">
                <a:solidFill>
                  <a:srgbClr val="000000"/>
                </a:solidFill>
                <a:latin typeface="Arial" panose="020B0604020202020204"/>
              </a:rPr>
              <a:t>Проксимальный стеноз ПНА &gt;50% </a:t>
            </a:r>
            <a:r>
              <a:rPr lang="ru-RU" sz="1200" kern="0" spc="-20" dirty="0">
                <a:solidFill>
                  <a:srgbClr val="000000"/>
                </a:solidFill>
                <a:latin typeface="Arial" panose="020B0604020202020204"/>
              </a:rPr>
              <a:t>EOK I А (УУР B, УДД 1)</a:t>
            </a:r>
          </a:p>
          <a:p>
            <a:pPr marL="0" marR="0" lvl="0" indent="0" defTabSz="914400" eaLnBrk="1" fontAlgn="auto" latinLnBrk="0" hangingPunct="1">
              <a:lnSpc>
                <a:spcPct val="100000"/>
              </a:lnSpc>
              <a:spcBef>
                <a:spcPts val="0"/>
              </a:spcBef>
              <a:spcAft>
                <a:spcPts val="600"/>
              </a:spcAft>
              <a:buClrTx/>
              <a:buSzTx/>
              <a:buFontTx/>
              <a:buNone/>
              <a:tabLst/>
              <a:defRPr/>
            </a:pPr>
            <a:r>
              <a:rPr lang="ru-RU" sz="1500" b="1" kern="0" dirty="0">
                <a:solidFill>
                  <a:srgbClr val="000000"/>
                </a:solidFill>
                <a:latin typeface="Arial" panose="020B0604020202020204"/>
              </a:rPr>
              <a:t>Двух и </a:t>
            </a:r>
            <a:r>
              <a:rPr lang="ru-RU" sz="1500" b="1" kern="0" dirty="0" err="1">
                <a:solidFill>
                  <a:srgbClr val="000000"/>
                </a:solidFill>
                <a:latin typeface="Arial" panose="020B0604020202020204"/>
              </a:rPr>
              <a:t>трехсосудистом</a:t>
            </a:r>
            <a:r>
              <a:rPr lang="ru-RU" sz="1500" b="1" kern="0" dirty="0">
                <a:solidFill>
                  <a:srgbClr val="000000"/>
                </a:solidFill>
                <a:latin typeface="Arial" panose="020B0604020202020204"/>
              </a:rPr>
              <a:t> поражении со стенозами &gt;50% и сниженной ФВ ЛЖ (≤35%) </a:t>
            </a:r>
            <a:r>
              <a:rPr lang="ru-RU" sz="1200" kern="0" dirty="0">
                <a:solidFill>
                  <a:srgbClr val="000000"/>
                </a:solidFill>
                <a:latin typeface="Arial" panose="020B0604020202020204"/>
              </a:rPr>
              <a:t>EOK I А (УУР B, УДД 1)</a:t>
            </a:r>
          </a:p>
          <a:p>
            <a:pPr marL="0" marR="0" lvl="0" indent="0" defTabSz="914400" eaLnBrk="1" fontAlgn="auto" latinLnBrk="0" hangingPunct="1">
              <a:lnSpc>
                <a:spcPct val="100000"/>
              </a:lnSpc>
              <a:spcBef>
                <a:spcPts val="0"/>
              </a:spcBef>
              <a:spcAft>
                <a:spcPts val="600"/>
              </a:spcAft>
              <a:buClrTx/>
              <a:buSzTx/>
              <a:buFontTx/>
              <a:buNone/>
              <a:tabLst/>
              <a:defRPr/>
            </a:pPr>
            <a:r>
              <a:rPr lang="ru-RU" sz="1500" b="1" kern="0" dirty="0">
                <a:solidFill>
                  <a:srgbClr val="000000"/>
                </a:solidFill>
                <a:latin typeface="Arial" panose="020B0604020202020204"/>
              </a:rPr>
              <a:t>Большая площадь спровоцированной функциональными тестами преходящей ишемии миокарда (&gt;10% площади ЛЖ) или значимом ФРК/МРК </a:t>
            </a:r>
            <a:r>
              <a:rPr lang="ru-RU" sz="1200" kern="0" dirty="0">
                <a:solidFill>
                  <a:srgbClr val="000000"/>
                </a:solidFill>
                <a:latin typeface="Arial" panose="020B0604020202020204"/>
              </a:rPr>
              <a:t>EOK I B УУР B, УДД 1)</a:t>
            </a:r>
          </a:p>
          <a:p>
            <a:pPr marL="0" marR="0" lvl="0" indent="0" defTabSz="914400" eaLnBrk="1" fontAlgn="auto" latinLnBrk="0" hangingPunct="1">
              <a:lnSpc>
                <a:spcPct val="100000"/>
              </a:lnSpc>
              <a:spcBef>
                <a:spcPts val="0"/>
              </a:spcBef>
              <a:spcAft>
                <a:spcPts val="600"/>
              </a:spcAft>
              <a:buClrTx/>
              <a:buSzTx/>
              <a:buFontTx/>
              <a:buNone/>
              <a:tabLst/>
              <a:defRPr/>
            </a:pPr>
            <a:r>
              <a:rPr lang="ru-RU" sz="1500" b="1" kern="0" dirty="0">
                <a:solidFill>
                  <a:srgbClr val="000000"/>
                </a:solidFill>
                <a:latin typeface="Arial" panose="020B0604020202020204"/>
              </a:rPr>
              <a:t>Стеноз &gt;50% в единственной функционирующей КА </a:t>
            </a:r>
            <a:r>
              <a:rPr lang="ru-RU" sz="1200" kern="0" dirty="0">
                <a:solidFill>
                  <a:srgbClr val="000000"/>
                </a:solidFill>
                <a:latin typeface="Arial" panose="020B0604020202020204"/>
              </a:rPr>
              <a:t>EOK I С (УУР B, УДД 1)</a:t>
            </a:r>
            <a:endParaRPr kumimoji="0" lang="en-US" sz="1600" b="0" i="0" u="none" strike="noStrike" kern="0" cap="none" spc="0" normalizeH="0" baseline="0" noProof="0" dirty="0">
              <a:ln>
                <a:noFill/>
              </a:ln>
              <a:solidFill>
                <a:srgbClr val="000000"/>
              </a:solidFill>
              <a:effectLst/>
              <a:uLnTx/>
              <a:uFillTx/>
              <a:latin typeface="Arial" panose="020B0604020202020204"/>
              <a:ea typeface="Calibri" panose="020F0502020204030204" pitchFamily="34" charset="0"/>
              <a:cs typeface="Calibri" panose="020F0502020204030204" pitchFamily="34" charset="0"/>
            </a:endParaRPr>
          </a:p>
        </p:txBody>
      </p:sp>
      <p:sp>
        <p:nvSpPr>
          <p:cNvPr id="5" name="Rectangle: Rounded Corners 4">
            <a:extLst>
              <a:ext uri="{FF2B5EF4-FFF2-40B4-BE49-F238E27FC236}">
                <a16:creationId xmlns:a16="http://schemas.microsoft.com/office/drawing/2014/main" id="{41C46174-2946-868E-C416-DAF4375630DB}"/>
              </a:ext>
            </a:extLst>
          </p:cNvPr>
          <p:cNvSpPr/>
          <p:nvPr/>
        </p:nvSpPr>
        <p:spPr>
          <a:xfrm>
            <a:off x="6204750" y="1869428"/>
            <a:ext cx="5486400" cy="4572000"/>
          </a:xfrm>
          <a:prstGeom prst="roundRect">
            <a:avLst>
              <a:gd name="adj" fmla="val 6757"/>
            </a:avLst>
          </a:prstGeom>
          <a:solidFill>
            <a:srgbClr val="FFFFFF"/>
          </a:solidFill>
          <a:ln w="38100" cap="flat" cmpd="sng" algn="ctr">
            <a:solidFill>
              <a:srgbClr val="00BFB3"/>
            </a:solidFill>
            <a:prstDash val="solid"/>
            <a:miter lim="800000"/>
          </a:ln>
          <a:effectLst/>
        </p:spPr>
        <p:txBody>
          <a:bodyPr lIns="182880" tIns="91440" rtlCol="0" anchor="t" anchorCtr="0"/>
          <a:lstStyle/>
          <a:p>
            <a:pPr marL="0" marR="0" lvl="1" indent="0" algn="ctr" defTabSz="914400" eaLnBrk="1" fontAlgn="auto" latinLnBrk="0" hangingPunct="1">
              <a:lnSpc>
                <a:spcPct val="100000"/>
              </a:lnSpc>
              <a:spcBef>
                <a:spcPts val="0"/>
              </a:spcBef>
              <a:spcAft>
                <a:spcPts val="1200"/>
              </a:spcAft>
              <a:buClrTx/>
              <a:buSzTx/>
              <a:buFontTx/>
              <a:buNone/>
              <a:tabLst/>
              <a:defRPr/>
            </a:pPr>
            <a:r>
              <a:rPr kumimoji="0" lang="ru-RU" sz="2800" b="0" i="0" u="none" strike="noStrike" kern="0" cap="none" spc="0" normalizeH="0" baseline="0" noProof="0" dirty="0">
                <a:ln>
                  <a:noFill/>
                </a:ln>
                <a:solidFill>
                  <a:srgbClr val="00BFB3"/>
                </a:solidFill>
                <a:effectLst/>
                <a:uLnTx/>
                <a:uFillTx/>
                <a:latin typeface="Arial" panose="020B0604020202020204"/>
                <a:ea typeface="Calibri" panose="020F0502020204030204" pitchFamily="34" charset="0"/>
                <a:cs typeface="Calibri" panose="020F0502020204030204" pitchFamily="34" charset="0"/>
              </a:rPr>
              <a:t>Для уменьшения симптомов</a:t>
            </a:r>
            <a:r>
              <a:rPr kumimoji="0" lang="en-US" sz="2800" b="0" i="0" u="none" strike="noStrike" kern="0" cap="none" spc="0" normalizeH="0" baseline="30000" noProof="0" dirty="0">
                <a:ln>
                  <a:noFill/>
                </a:ln>
                <a:solidFill>
                  <a:srgbClr val="00BFB3"/>
                </a:solidFill>
                <a:effectLst/>
                <a:uLnTx/>
                <a:uFillTx/>
                <a:latin typeface="Arial" panose="020B0604020202020204"/>
                <a:ea typeface="Calibri" panose="020F0502020204030204" pitchFamily="34" charset="0"/>
                <a:cs typeface="Calibri" panose="020F0502020204030204" pitchFamily="34" charset="0"/>
              </a:rPr>
              <a:t>1</a:t>
            </a:r>
          </a:p>
          <a:p>
            <a:pPr marL="0" marR="0" lvl="0" indent="0" defTabSz="914400" eaLnBrk="1" fontAlgn="auto" latinLnBrk="0" hangingPunct="1">
              <a:lnSpc>
                <a:spcPct val="100000"/>
              </a:lnSpc>
              <a:spcBef>
                <a:spcPts val="0"/>
              </a:spcBef>
              <a:spcAft>
                <a:spcPts val="600"/>
              </a:spcAft>
              <a:buClrTx/>
              <a:buSzTx/>
              <a:buFontTx/>
              <a:buNone/>
              <a:tabLst/>
              <a:defRPr/>
            </a:pPr>
            <a:r>
              <a:rPr lang="ru-RU" sz="1500" kern="0" dirty="0">
                <a:solidFill>
                  <a:srgbClr val="000000"/>
                </a:solidFill>
                <a:latin typeface="Arial" panose="020B0604020202020204"/>
              </a:rPr>
              <a:t>Г</a:t>
            </a:r>
            <a:r>
              <a:rPr kumimoji="0" lang="ru-RU" sz="1500" i="0" u="none" strike="noStrike" kern="0" cap="none" spc="0" normalizeH="0" baseline="0" noProof="0" dirty="0" err="1">
                <a:ln>
                  <a:noFill/>
                </a:ln>
                <a:solidFill>
                  <a:srgbClr val="000000"/>
                </a:solidFill>
                <a:effectLst/>
                <a:uLnTx/>
                <a:uFillTx/>
                <a:latin typeface="Arial" panose="020B0604020202020204"/>
                <a:ea typeface="+mn-ea"/>
                <a:cs typeface="+mn-cs"/>
              </a:rPr>
              <a:t>емодинамически</a:t>
            </a:r>
            <a:r>
              <a:rPr kumimoji="0" lang="ru-RU" sz="1500" i="0" u="none" strike="noStrike" kern="0" cap="none" spc="0" normalizeH="0" baseline="0" noProof="0" dirty="0">
                <a:ln>
                  <a:noFill/>
                </a:ln>
                <a:solidFill>
                  <a:srgbClr val="000000"/>
                </a:solidFill>
                <a:effectLst/>
                <a:uLnTx/>
                <a:uFillTx/>
                <a:latin typeface="Arial" panose="020B0604020202020204"/>
                <a:ea typeface="+mn-ea"/>
                <a:cs typeface="+mn-cs"/>
              </a:rPr>
              <a:t> значимый стеноз КА (по результатам нагрузочных тестов с визуализацией и/или измерения ФРК/МРК, или стеноз &gt;90%) </a:t>
            </a:r>
            <a:r>
              <a:rPr lang="en-US" sz="1200" kern="0" dirty="0">
                <a:solidFill>
                  <a:srgbClr val="000000"/>
                </a:solidFill>
                <a:latin typeface="Arial" panose="020B0604020202020204"/>
              </a:rPr>
              <a:t>EOK I B (</a:t>
            </a:r>
            <a:r>
              <a:rPr lang="ru-RU" sz="1200" kern="0" dirty="0">
                <a:solidFill>
                  <a:srgbClr val="000000"/>
                </a:solidFill>
                <a:latin typeface="Arial" panose="020B0604020202020204"/>
              </a:rPr>
              <a:t>УУР </a:t>
            </a:r>
            <a:r>
              <a:rPr lang="en-US" sz="1200" kern="0" dirty="0">
                <a:solidFill>
                  <a:srgbClr val="000000"/>
                </a:solidFill>
                <a:latin typeface="Arial" panose="020B0604020202020204"/>
              </a:rPr>
              <a:t>B, </a:t>
            </a:r>
            <a:r>
              <a:rPr lang="ru-RU" sz="1200" kern="0" dirty="0">
                <a:solidFill>
                  <a:srgbClr val="000000"/>
                </a:solidFill>
                <a:latin typeface="Arial" panose="020B0604020202020204"/>
              </a:rPr>
              <a:t>УДД 1)</a:t>
            </a:r>
          </a:p>
          <a:p>
            <a:pPr>
              <a:spcAft>
                <a:spcPts val="600"/>
              </a:spcAft>
            </a:pPr>
            <a:r>
              <a:rPr kumimoji="0" lang="ru-RU" sz="1500" i="0" u="none" strike="noStrike" kern="0" cap="none" spc="0" normalizeH="0" baseline="0" noProof="0" dirty="0">
                <a:ln>
                  <a:noFill/>
                </a:ln>
                <a:solidFill>
                  <a:srgbClr val="000000"/>
                </a:solidFill>
                <a:effectLst/>
                <a:uLnTx/>
                <a:uFillTx/>
                <a:latin typeface="Arial" panose="020B0604020202020204"/>
                <a:ea typeface="+mn-ea"/>
                <a:cs typeface="+mn-cs"/>
              </a:rPr>
              <a:t>Ограничивающая физическую активность стенокардия или ее эквиваленты, </a:t>
            </a:r>
            <a:r>
              <a:rPr kumimoji="0" lang="ru-RU" sz="1500" b="1" i="0" u="none" strike="noStrike" kern="0" cap="none" spc="0" normalizeH="0" baseline="0" noProof="0" dirty="0">
                <a:ln>
                  <a:noFill/>
                </a:ln>
                <a:solidFill>
                  <a:srgbClr val="FF0000"/>
                </a:solidFill>
                <a:effectLst/>
                <a:uLnTx/>
                <a:uFillTx/>
                <a:latin typeface="Arial" panose="020B0604020202020204"/>
                <a:ea typeface="+mn-ea"/>
                <a:cs typeface="+mn-cs"/>
              </a:rPr>
              <a:t>несмотря на </a:t>
            </a:r>
            <a:r>
              <a:rPr kumimoji="0" lang="ru-RU" sz="1500" b="1" i="0" u="sng" strike="noStrike" kern="0" cap="none" spc="0" normalizeH="0" baseline="0" noProof="0" dirty="0">
                <a:ln>
                  <a:noFill/>
                </a:ln>
                <a:solidFill>
                  <a:srgbClr val="FF0000"/>
                </a:solidFill>
                <a:effectLst/>
                <a:uLnTx/>
                <a:uFillTx/>
                <a:latin typeface="Arial" panose="020B0604020202020204"/>
                <a:ea typeface="+mn-ea"/>
                <a:cs typeface="+mn-cs"/>
              </a:rPr>
              <a:t>оптимальную медикаментозную терапию EOK</a:t>
            </a:r>
            <a:r>
              <a:rPr lang="ru-RU" sz="1200" kern="0" dirty="0">
                <a:solidFill>
                  <a:srgbClr val="FF0000"/>
                </a:solidFill>
                <a:latin typeface="Arial" panose="020B0604020202020204"/>
              </a:rPr>
              <a:t> </a:t>
            </a:r>
            <a:r>
              <a:rPr lang="ru-RU" sz="1200" kern="0" dirty="0">
                <a:solidFill>
                  <a:srgbClr val="000000"/>
                </a:solidFill>
                <a:latin typeface="Arial" panose="020B0604020202020204"/>
              </a:rPr>
              <a:t>I B (УУР В, УДД 2)</a:t>
            </a:r>
          </a:p>
          <a:p>
            <a:pPr>
              <a:spcAft>
                <a:spcPts val="600"/>
              </a:spcAft>
            </a:pPr>
            <a:r>
              <a:rPr kumimoji="0" lang="ru-RU" sz="1500" i="0" u="none" strike="noStrike" kern="0" cap="none" spc="0" normalizeH="0" baseline="0" noProof="0" dirty="0">
                <a:ln>
                  <a:noFill/>
                </a:ln>
                <a:solidFill>
                  <a:srgbClr val="000000"/>
                </a:solidFill>
                <a:effectLst/>
                <a:uLnTx/>
                <a:uFillTx/>
                <a:latin typeface="Arial" panose="020B0604020202020204"/>
                <a:ea typeface="Calibri" panose="020F0502020204030204" pitchFamily="34" charset="0"/>
                <a:cs typeface="Calibri" panose="020F0502020204030204" pitchFamily="34" charset="0"/>
              </a:rPr>
              <a:t>Промежуточные коронарные стенозы (50-90%) по данным КАГ - может быть рекомендована при наличии ассоциированной с ними ишемии миокарда по данным нагрузочных проб с визуализацией миокарда или измерения ФРК</a:t>
            </a:r>
            <a:r>
              <a:rPr kumimoji="0" lang="ru-RU" sz="1500" b="0" i="0" u="none" strike="noStrike" kern="0" cap="none" spc="0" normalizeH="0" baseline="0" noProof="0" dirty="0">
                <a:ln>
                  <a:noFill/>
                </a:ln>
                <a:solidFill>
                  <a:srgbClr val="000000"/>
                </a:solidFill>
                <a:effectLst/>
                <a:uLnTx/>
                <a:uFillTx/>
                <a:latin typeface="Arial" panose="020B0604020202020204"/>
                <a:ea typeface="Calibri" panose="020F0502020204030204" pitchFamily="34" charset="0"/>
                <a:cs typeface="Calibri" panose="020F0502020204030204" pitchFamily="34" charset="0"/>
              </a:rPr>
              <a:t>/МРК </a:t>
            </a:r>
            <a:r>
              <a:rPr lang="ru-RU" sz="1200" kern="0" dirty="0">
                <a:solidFill>
                  <a:srgbClr val="000000"/>
                </a:solidFill>
                <a:latin typeface="Arial" panose="020B0604020202020204"/>
              </a:rPr>
              <a:t>EOK I B (УУР В, УДД 2)</a:t>
            </a:r>
          </a:p>
          <a:p>
            <a:pPr marL="0" marR="0" lvl="0" indent="0" defTabSz="914400" eaLnBrk="1" fontAlgn="auto" latinLnBrk="0" hangingPunct="1">
              <a:lnSpc>
                <a:spcPct val="100000"/>
              </a:lnSpc>
              <a:spcBef>
                <a:spcPts val="0"/>
              </a:spcBef>
              <a:spcAft>
                <a:spcPts val="600"/>
              </a:spcAft>
              <a:buClrTx/>
              <a:buSzTx/>
              <a:buFontTx/>
              <a:buNone/>
              <a:tabLst/>
              <a:defRPr/>
            </a:pPr>
            <a:r>
              <a:rPr kumimoji="0" lang="ru-RU" sz="1500" b="0" i="0" u="none" strike="noStrike" kern="0" cap="none" spc="0" normalizeH="0" baseline="0" noProof="0" dirty="0">
                <a:ln>
                  <a:noFill/>
                </a:ln>
                <a:solidFill>
                  <a:srgbClr val="000000"/>
                </a:solidFill>
                <a:effectLst/>
                <a:uLnTx/>
                <a:uFillTx/>
                <a:latin typeface="Arial" panose="020B0604020202020204"/>
                <a:ea typeface="Calibri" panose="020F0502020204030204" pitchFamily="34" charset="0"/>
                <a:cs typeface="Calibri" panose="020F0502020204030204" pitchFamily="34" charset="0"/>
              </a:rPr>
              <a:t>Промежуточные стенозы (50-90%), при отсутствии ишемии миокарда и/или ФРК &gt;0,80/МРК &gt;0,89 не рекомендуется рутинное выполнение </a:t>
            </a:r>
            <a:r>
              <a:rPr kumimoji="0" lang="ru-RU" sz="1500" b="0" i="0" u="none" strike="noStrike" kern="0" cap="none" spc="0" normalizeH="0" baseline="0" noProof="0" dirty="0" err="1">
                <a:ln>
                  <a:noFill/>
                </a:ln>
                <a:solidFill>
                  <a:srgbClr val="000000"/>
                </a:solidFill>
                <a:effectLst/>
                <a:uLnTx/>
                <a:uFillTx/>
                <a:latin typeface="Arial" panose="020B0604020202020204"/>
                <a:ea typeface="Calibri" panose="020F0502020204030204" pitchFamily="34" charset="0"/>
                <a:cs typeface="Calibri" panose="020F0502020204030204" pitchFamily="34" charset="0"/>
              </a:rPr>
              <a:t>реваскуляризации</a:t>
            </a:r>
            <a:r>
              <a:rPr kumimoji="0" lang="ru-RU" sz="1500" b="0" i="0" u="none" strike="noStrike" kern="0" cap="none" spc="0" normalizeH="0" baseline="0" noProof="0" dirty="0">
                <a:ln>
                  <a:noFill/>
                </a:ln>
                <a:solidFill>
                  <a:srgbClr val="000000"/>
                </a:solidFill>
                <a:effectLst/>
                <a:uLnTx/>
                <a:uFillTx/>
                <a:latin typeface="Arial" panose="020B0604020202020204"/>
                <a:ea typeface="Calibri" panose="020F0502020204030204" pitchFamily="34" charset="0"/>
                <a:cs typeface="Calibri" panose="020F0502020204030204" pitchFamily="34" charset="0"/>
              </a:rPr>
              <a:t> миокарда EOK </a:t>
            </a:r>
            <a:r>
              <a:rPr lang="ru-RU" sz="1200" kern="0" dirty="0">
                <a:solidFill>
                  <a:srgbClr val="000000"/>
                </a:solidFill>
                <a:latin typeface="Arial" panose="020B0604020202020204"/>
              </a:rPr>
              <a:t>I B (УУР В, УДД 2)</a:t>
            </a:r>
            <a:endParaRPr lang="en-US" sz="1200" kern="0" dirty="0">
              <a:solidFill>
                <a:srgbClr val="000000"/>
              </a:solidFill>
              <a:latin typeface="Arial" panose="020B0604020202020204"/>
            </a:endParaRPr>
          </a:p>
        </p:txBody>
      </p:sp>
      <p:sp>
        <p:nvSpPr>
          <p:cNvPr id="7" name="TextBox 6">
            <a:extLst>
              <a:ext uri="{FF2B5EF4-FFF2-40B4-BE49-F238E27FC236}">
                <a16:creationId xmlns:a16="http://schemas.microsoft.com/office/drawing/2014/main" id="{E1075FE8-0117-B669-6943-B6B26A7927FF}"/>
              </a:ext>
            </a:extLst>
          </p:cNvPr>
          <p:cNvSpPr txBox="1"/>
          <p:nvPr/>
        </p:nvSpPr>
        <p:spPr>
          <a:xfrm>
            <a:off x="289856" y="6470933"/>
            <a:ext cx="11338559" cy="215444"/>
          </a:xfrm>
          <a:prstGeom prst="rect">
            <a:avLst/>
          </a:prstGeom>
          <a:noFill/>
        </p:spPr>
        <p:txBody>
          <a:bodyPr wrap="square">
            <a:spAutoFit/>
          </a:bodyPr>
          <a:lstStyle/>
          <a:p>
            <a:r>
              <a:rPr lang="ru-RU" sz="800" baseline="30000" dirty="0">
                <a:latin typeface="Arial" panose="020B0604020202020204" pitchFamily="34" charset="0"/>
                <a:cs typeface="Arial" panose="020B0604020202020204" pitchFamily="34" charset="0"/>
              </a:rPr>
              <a:t>1</a:t>
            </a:r>
            <a:r>
              <a:rPr lang="ru-RU" sz="800" dirty="0">
                <a:latin typeface="Arial" panose="020B0604020202020204" pitchFamily="34" charset="0"/>
                <a:cs typeface="Arial" panose="020B0604020202020204" pitchFamily="34" charset="0"/>
              </a:rPr>
              <a:t>Барбараш О. Л., и </a:t>
            </a:r>
            <a:r>
              <a:rPr lang="ru-RU" sz="800" dirty="0" err="1">
                <a:latin typeface="Arial" panose="020B0604020202020204" pitchFamily="34" charset="0"/>
                <a:cs typeface="Arial" panose="020B0604020202020204" pitchFamily="34" charset="0"/>
              </a:rPr>
              <a:t>соавт</a:t>
            </a:r>
            <a:r>
              <a:rPr lang="ru-RU" sz="800" dirty="0">
                <a:latin typeface="Arial" panose="020B0604020202020204" pitchFamily="34" charset="0"/>
                <a:cs typeface="Arial" panose="020B0604020202020204" pitchFamily="34" charset="0"/>
              </a:rPr>
              <a:t>. Стабильная ишемическая болезнь сердца.</a:t>
            </a:r>
            <a:r>
              <a:rPr lang="en-US" sz="800" dirty="0">
                <a:latin typeface="Arial" panose="020B0604020202020204" pitchFamily="34" charset="0"/>
                <a:cs typeface="Arial" panose="020B0604020202020204" pitchFamily="34" charset="0"/>
              </a:rPr>
              <a:t> </a:t>
            </a:r>
            <a:r>
              <a:rPr lang="ru-RU" sz="800" dirty="0">
                <a:latin typeface="Arial" panose="020B0604020202020204" pitchFamily="34" charset="0"/>
                <a:cs typeface="Arial" panose="020B0604020202020204" pitchFamily="34" charset="0"/>
              </a:rPr>
              <a:t>Клинические рекомендации 2024. Российский кардиологический журнал.</a:t>
            </a:r>
            <a:r>
              <a:rPr lang="en-US" sz="800" dirty="0">
                <a:latin typeface="Arial" panose="020B0604020202020204" pitchFamily="34" charset="0"/>
                <a:cs typeface="Arial" panose="020B0604020202020204" pitchFamily="34" charset="0"/>
              </a:rPr>
              <a:t> </a:t>
            </a:r>
            <a:r>
              <a:rPr lang="ru-RU" sz="800" dirty="0">
                <a:latin typeface="Arial" panose="020B0604020202020204" pitchFamily="34" charset="0"/>
                <a:cs typeface="Arial" panose="020B0604020202020204" pitchFamily="34" charset="0"/>
              </a:rPr>
              <a:t>2024;29(9):6110. </a:t>
            </a:r>
            <a:r>
              <a:rPr lang="ru-RU" sz="800" dirty="0" err="1">
                <a:latin typeface="Arial" panose="020B0604020202020204" pitchFamily="34" charset="0"/>
                <a:cs typeface="Arial" panose="020B0604020202020204" pitchFamily="34" charset="0"/>
              </a:rPr>
              <a:t>doi</a:t>
            </a:r>
            <a:r>
              <a:rPr lang="ru-RU" sz="800" dirty="0">
                <a:latin typeface="Arial" panose="020B0604020202020204" pitchFamily="34" charset="0"/>
                <a:cs typeface="Arial" panose="020B0604020202020204" pitchFamily="34" charset="0"/>
              </a:rPr>
              <a:t>: 10.15829/1560-4071-2024-6110. EDN HHJJUT</a:t>
            </a:r>
          </a:p>
        </p:txBody>
      </p:sp>
    </p:spTree>
    <p:extLst>
      <p:ext uri="{BB962C8B-B14F-4D97-AF65-F5344CB8AC3E}">
        <p14:creationId xmlns:p14="http://schemas.microsoft.com/office/powerpoint/2010/main" val="21047098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400" normalizeH="0" baseline="0" noProof="0" dirty="0">
                <a:ln>
                  <a:noFill/>
                </a:ln>
                <a:solidFill>
                  <a:srgbClr val="D9544C"/>
                </a:solidFill>
                <a:effectLst/>
                <a:uLnTx/>
                <a:uFillTx/>
                <a:latin typeface="Calibri" pitchFamily="34" charset="0"/>
                <a:ea typeface="Calibri" pitchFamily="34" charset="-122"/>
                <a:cs typeface="Calibri" pitchFamily="34" charset="-120"/>
              </a:rPr>
              <a:t>ПОКАЗАНИЯ К РЕВАСКУЛЯРИЗАЦИИ ПРИ ХКС/ХИБС</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594360"/>
            <a:ext cx="1115568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3000" b="1" dirty="0" err="1">
                <a:solidFill>
                  <a:srgbClr val="1A2A4F"/>
                </a:solidFill>
                <a:latin typeface="Calibri" pitchFamily="34" charset="0"/>
                <a:ea typeface="Calibri" pitchFamily="34" charset="-122"/>
                <a:cs typeface="Calibri" pitchFamily="34" charset="-120"/>
              </a:rPr>
              <a:t>Реваскуляризация</a:t>
            </a:r>
            <a:r>
              <a:rPr lang="ru-RU" sz="3000" b="1" dirty="0">
                <a:solidFill>
                  <a:srgbClr val="1A2A4F"/>
                </a:solidFill>
                <a:latin typeface="Calibri" pitchFamily="34" charset="0"/>
                <a:ea typeface="Calibri" pitchFamily="34" charset="-122"/>
                <a:cs typeface="Calibri" pitchFamily="34" charset="-120"/>
              </a:rPr>
              <a:t> - г</a:t>
            </a:r>
            <a:r>
              <a:rPr kumimoji="0" lang="en-US" sz="3000" b="1" i="0" u="none" strike="noStrike" kern="1200" cap="none" spc="0" normalizeH="0" baseline="0" noProof="0" dirty="0" err="1">
                <a:ln>
                  <a:noFill/>
                </a:ln>
                <a:solidFill>
                  <a:srgbClr val="1A2A4F"/>
                </a:solidFill>
                <a:effectLst/>
                <a:uLnTx/>
                <a:uFillTx/>
                <a:latin typeface="Calibri" pitchFamily="34" charset="0"/>
                <a:ea typeface="Calibri" pitchFamily="34" charset="-122"/>
                <a:cs typeface="Calibri" pitchFamily="34" charset="-120"/>
              </a:rPr>
              <a:t>де</a:t>
            </a:r>
            <a:r>
              <a:rPr kumimoji="0" lang="en-US" sz="3000" b="1" i="0" u="none" strike="noStrike" kern="1200" cap="none" spc="0" normalizeH="0" baseline="0" noProof="0" dirty="0">
                <a:ln>
                  <a:noFill/>
                </a:ln>
                <a:solidFill>
                  <a:srgbClr val="1A2A4F"/>
                </a:solidFill>
                <a:effectLst/>
                <a:uLnTx/>
                <a:uFillTx/>
                <a:latin typeface="Calibri" pitchFamily="34" charset="0"/>
                <a:ea typeface="Calibri" pitchFamily="34" charset="-122"/>
                <a:cs typeface="Calibri" pitchFamily="34" charset="-120"/>
              </a:rPr>
              <a:t> </a:t>
            </a:r>
            <a:r>
              <a:rPr kumimoji="0" lang="en-US" sz="3000" b="1" i="0" u="none" strike="noStrike" kern="1200" cap="none" spc="0" normalizeH="0" baseline="0" noProof="0" dirty="0" err="1">
                <a:ln>
                  <a:noFill/>
                </a:ln>
                <a:solidFill>
                  <a:srgbClr val="1A2A4F"/>
                </a:solidFill>
                <a:effectLst/>
                <a:uLnTx/>
                <a:uFillTx/>
                <a:latin typeface="Calibri" pitchFamily="34" charset="0"/>
                <a:ea typeface="Calibri" pitchFamily="34" charset="-122"/>
                <a:cs typeface="Calibri" pitchFamily="34" charset="-120"/>
              </a:rPr>
              <a:t>гайдлайны</a:t>
            </a:r>
            <a:r>
              <a:rPr kumimoji="0" lang="en-US" sz="3000" b="1" i="0" u="none" strike="noStrike" kern="1200" cap="none" spc="0" normalizeH="0" baseline="0" noProof="0" dirty="0">
                <a:ln>
                  <a:noFill/>
                </a:ln>
                <a:solidFill>
                  <a:srgbClr val="1A2A4F"/>
                </a:solidFill>
                <a:effectLst/>
                <a:uLnTx/>
                <a:uFillTx/>
                <a:latin typeface="Calibri" pitchFamily="34" charset="0"/>
                <a:ea typeface="Calibri" pitchFamily="34" charset="-122"/>
                <a:cs typeface="Calibri" pitchFamily="34" charset="-120"/>
              </a:rPr>
              <a:t> </a:t>
            </a:r>
            <a:r>
              <a:rPr kumimoji="0" lang="en-US" sz="3000" b="1" i="0" u="none" strike="noStrike" kern="1200" cap="none" spc="0" normalizeH="0" baseline="0" noProof="0" dirty="0" err="1">
                <a:ln>
                  <a:noFill/>
                </a:ln>
                <a:solidFill>
                  <a:srgbClr val="1A2A4F"/>
                </a:solidFill>
                <a:effectLst/>
                <a:uLnTx/>
                <a:uFillTx/>
                <a:latin typeface="Calibri" pitchFamily="34" charset="0"/>
                <a:ea typeface="Calibri" pitchFamily="34" charset="-122"/>
                <a:cs typeface="Calibri" pitchFamily="34" charset="-120"/>
              </a:rPr>
              <a:t>сходятся</a:t>
            </a:r>
            <a:r>
              <a:rPr kumimoji="0" lang="en-US" sz="3000" b="1" i="0" u="none" strike="noStrike" kern="1200" cap="none" spc="0" normalizeH="0" baseline="0" noProof="0" dirty="0">
                <a:ln>
                  <a:noFill/>
                </a:ln>
                <a:solidFill>
                  <a:srgbClr val="1A2A4F"/>
                </a:solidFill>
                <a:effectLst/>
                <a:uLnTx/>
                <a:uFillTx/>
                <a:latin typeface="Calibri" pitchFamily="34" charset="0"/>
                <a:ea typeface="Calibri" pitchFamily="34" charset="-122"/>
                <a:cs typeface="Calibri" pitchFamily="34" charset="-120"/>
              </a:rPr>
              <a:t> и где расходятся</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02920" y="1234440"/>
            <a:ext cx="111556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8A94A3"/>
                </a:solidFill>
                <a:effectLst/>
                <a:uLnTx/>
                <a:uFillTx/>
                <a:latin typeface="Calibri" pitchFamily="34" charset="0"/>
                <a:ea typeface="Calibri" pitchFamily="34" charset="-122"/>
                <a:cs typeface="Calibri" pitchFamily="34" charset="-120"/>
              </a:rPr>
              <a:t>Сравнение ESC 2024 • AHA/ACC 2023 • МЗ РФ 2024 по классу рекомендации «для улучшения прогноза»</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502920" y="1627632"/>
            <a:ext cx="11155680" cy="0"/>
          </a:xfrm>
          <a:prstGeom prst="line">
            <a:avLst/>
          </a:prstGeom>
          <a:noFill/>
          <a:ln w="9525">
            <a:solidFill>
              <a:srgbClr val="D6D9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594360" y="1920240"/>
            <a:ext cx="475488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0" cap="none" spc="200" normalizeH="0" baseline="0" noProof="0" dirty="0" err="1">
                <a:ln>
                  <a:noFill/>
                </a:ln>
                <a:effectLst/>
                <a:uLnTx/>
                <a:uFillTx/>
                <a:latin typeface="Calibri" pitchFamily="34" charset="0"/>
                <a:ea typeface="Calibri" pitchFamily="34" charset="-122"/>
                <a:cs typeface="Calibri" pitchFamily="34" charset="-120"/>
              </a:rPr>
              <a:t>Клиническая</a:t>
            </a:r>
            <a:r>
              <a:rPr kumimoji="0" lang="en-US" b="1" i="0" u="none" strike="noStrike" kern="0" cap="none" spc="200" normalizeH="0" baseline="0" noProof="0" dirty="0">
                <a:ln>
                  <a:noFill/>
                </a:ln>
                <a:effectLst/>
                <a:uLnTx/>
                <a:uFillTx/>
                <a:latin typeface="Calibri" pitchFamily="34" charset="0"/>
                <a:ea typeface="Calibri" pitchFamily="34" charset="-122"/>
                <a:cs typeface="Calibri" pitchFamily="34" charset="-120"/>
              </a:rPr>
              <a:t> </a:t>
            </a:r>
            <a:r>
              <a:rPr kumimoji="0" lang="en-US" b="1" i="0" u="none" strike="noStrike" kern="0" cap="none" spc="200" normalizeH="0" baseline="0" noProof="0" dirty="0" err="1">
                <a:ln>
                  <a:noFill/>
                </a:ln>
                <a:effectLst/>
                <a:uLnTx/>
                <a:uFillTx/>
                <a:latin typeface="Calibri" pitchFamily="34" charset="0"/>
                <a:ea typeface="Calibri" pitchFamily="34" charset="-122"/>
                <a:cs typeface="Calibri" pitchFamily="34" charset="-120"/>
              </a:rPr>
              <a:t>ситуация</a:t>
            </a:r>
            <a:r>
              <a:rPr kumimoji="0" lang="ru-RU" b="1" i="0" u="none" strike="noStrike" kern="0" cap="none" spc="200" normalizeH="0" baseline="0" noProof="0" dirty="0">
                <a:ln>
                  <a:noFill/>
                </a:ln>
                <a:effectLst/>
                <a:uLnTx/>
                <a:uFillTx/>
                <a:latin typeface="Calibri" pitchFamily="34" charset="0"/>
                <a:ea typeface="Calibri" pitchFamily="34" charset="-122"/>
                <a:cs typeface="Calibri" pitchFamily="34" charset="-12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b="1" i="0" u="none" strike="noStrike" kern="0" cap="none" spc="200" normalizeH="0" baseline="0" noProof="0" dirty="0">
                <a:ln>
                  <a:noFill/>
                </a:ln>
                <a:effectLst/>
                <a:uLnTx/>
                <a:uFillTx/>
                <a:latin typeface="Calibri" pitchFamily="34" charset="0"/>
                <a:ea typeface="Calibri" pitchFamily="34" charset="-122"/>
                <a:cs typeface="Calibri" pitchFamily="34" charset="-120"/>
              </a:rPr>
              <a:t>(</a:t>
            </a:r>
            <a:r>
              <a:rPr kumimoji="0" lang="ru-RU" b="1" i="1" u="none" strike="noStrike" kern="0" cap="none" spc="200" normalizeH="0" baseline="0" noProof="0" dirty="0">
                <a:ln>
                  <a:noFill/>
                </a:ln>
                <a:effectLst/>
                <a:uLnTx/>
                <a:uFillTx/>
                <a:latin typeface="Calibri" pitchFamily="34" charset="0"/>
                <a:ea typeface="Calibri" pitchFamily="34" charset="-122"/>
                <a:cs typeface="Calibri" pitchFamily="34" charset="-120"/>
              </a:rPr>
              <a:t>для улучшения прогноза</a:t>
            </a:r>
            <a:r>
              <a:rPr kumimoji="0" lang="ru-RU" b="1" i="0" u="none" strike="noStrike" kern="0" cap="none" spc="200" normalizeH="0" baseline="0" noProof="0" dirty="0">
                <a:ln>
                  <a:noFill/>
                </a:ln>
                <a:effectLst/>
                <a:uLnTx/>
                <a:uFillTx/>
                <a:latin typeface="Calibri" pitchFamily="34" charset="0"/>
                <a:ea typeface="Calibri" pitchFamily="34" charset="-122"/>
                <a:cs typeface="Calibri" pitchFamily="34" charset="-12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dirty="0">
              <a:ln>
                <a:noFill/>
              </a:ln>
              <a:effectLst/>
              <a:uLnTx/>
              <a:uFillTx/>
              <a:latin typeface="Calibri" panose="020F0502020204030204"/>
              <a:ea typeface="+mn-ea"/>
              <a:cs typeface="+mn-cs"/>
            </a:endParaRPr>
          </a:p>
        </p:txBody>
      </p:sp>
      <p:sp>
        <p:nvSpPr>
          <p:cNvPr id="7" name="Text 5"/>
          <p:cNvSpPr/>
          <p:nvPr/>
        </p:nvSpPr>
        <p:spPr>
          <a:xfrm>
            <a:off x="5349240" y="1920240"/>
            <a:ext cx="1965960" cy="201168"/>
          </a:xfrm>
          <a:prstGeom prst="rect">
            <a:avLst/>
          </a:prstGeom>
          <a:noFill/>
          <a:ln/>
        </p:spPr>
        <p:txBody>
          <a:bodyPr wrap="square"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2A4F"/>
                </a:solidFill>
                <a:effectLst/>
                <a:uLnTx/>
                <a:uFillTx/>
                <a:latin typeface="Calibri" pitchFamily="34" charset="0"/>
                <a:ea typeface="Calibri" pitchFamily="34" charset="-122"/>
                <a:cs typeface="Calibri" pitchFamily="34" charset="-120"/>
              </a:rPr>
              <a:t>ESC 2024</a:t>
            </a:r>
            <a:r>
              <a:rPr kumimoji="0" lang="en-US" sz="1200" b="1" i="0" u="none" strike="noStrike" kern="1200" cap="none" spc="0" normalizeH="0" baseline="30000" noProof="0" dirty="0">
                <a:ln>
                  <a:noFill/>
                </a:ln>
                <a:solidFill>
                  <a:srgbClr val="1A2A4F"/>
                </a:solidFill>
                <a:effectLst/>
                <a:uLnTx/>
                <a:uFillTx/>
                <a:latin typeface="Calibri" pitchFamily="34" charset="0"/>
                <a:ea typeface="Calibri" pitchFamily="34" charset="-122"/>
                <a:cs typeface="Calibri" pitchFamily="34" charset="-120"/>
              </a:rPr>
              <a:t>1</a:t>
            </a:r>
            <a:endParaRPr kumimoji="0" lang="en-US" sz="1200" b="0" i="0" u="none" strike="noStrike" kern="1200" cap="none" spc="0" normalizeH="0" baseline="3000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5349240" y="2121408"/>
            <a:ext cx="1965960" cy="18288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A94A3"/>
                </a:solidFill>
                <a:effectLst/>
                <a:uLnTx/>
                <a:uFillTx/>
                <a:latin typeface="Calibri" pitchFamily="34" charset="0"/>
                <a:ea typeface="Calibri" pitchFamily="34" charset="-122"/>
                <a:cs typeface="Calibri" pitchFamily="34" charset="-120"/>
              </a:rPr>
              <a:t>ХКС</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7315200" y="1920240"/>
            <a:ext cx="1965960" cy="201168"/>
          </a:xfrm>
          <a:prstGeom prst="rect">
            <a:avLst/>
          </a:prstGeom>
          <a:noFill/>
          <a:ln/>
        </p:spPr>
        <p:txBody>
          <a:bodyPr wrap="square"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2A4F"/>
                </a:solidFill>
                <a:effectLst/>
                <a:uLnTx/>
                <a:uFillTx/>
                <a:latin typeface="Calibri" pitchFamily="34" charset="0"/>
                <a:ea typeface="Calibri" pitchFamily="34" charset="-122"/>
                <a:cs typeface="Calibri" pitchFamily="34" charset="-120"/>
              </a:rPr>
              <a:t>AHA/ACC 2023</a:t>
            </a:r>
            <a:r>
              <a:rPr kumimoji="0" lang="en-US" sz="1200" b="1" i="0" u="none" strike="noStrike" kern="1200" cap="none" spc="0" normalizeH="0" baseline="30000" noProof="0" dirty="0">
                <a:ln>
                  <a:noFill/>
                </a:ln>
                <a:solidFill>
                  <a:srgbClr val="1A2A4F"/>
                </a:solidFill>
                <a:effectLst/>
                <a:uLnTx/>
                <a:uFillTx/>
                <a:latin typeface="Calibri" pitchFamily="34" charset="0"/>
                <a:ea typeface="Calibri" pitchFamily="34" charset="-122"/>
                <a:cs typeface="Calibri" pitchFamily="34" charset="-120"/>
              </a:rPr>
              <a:t>2</a:t>
            </a:r>
            <a:endParaRPr kumimoji="0" lang="en-US" sz="1200" b="0" i="0" u="none" strike="noStrike" kern="1200" cap="none" spc="0" normalizeH="0" baseline="3000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7315200" y="2121408"/>
            <a:ext cx="1965960" cy="18288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A94A3"/>
                </a:solidFill>
                <a:effectLst/>
                <a:uLnTx/>
                <a:uFillTx/>
                <a:latin typeface="Calibri" pitchFamily="34" charset="0"/>
                <a:ea typeface="Calibri" pitchFamily="34" charset="-122"/>
                <a:cs typeface="Calibri" pitchFamily="34" charset="-120"/>
              </a:rPr>
              <a:t>ХИБС</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9281160" y="1920240"/>
            <a:ext cx="1965960" cy="201168"/>
          </a:xfrm>
          <a:prstGeom prst="rect">
            <a:avLst/>
          </a:prstGeom>
          <a:noFill/>
          <a:ln/>
        </p:spPr>
        <p:txBody>
          <a:bodyPr wrap="square"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2A4F"/>
                </a:solidFill>
                <a:effectLst/>
                <a:uLnTx/>
                <a:uFillTx/>
                <a:latin typeface="Calibri" pitchFamily="34" charset="0"/>
                <a:ea typeface="Calibri" pitchFamily="34" charset="-122"/>
                <a:cs typeface="Calibri" pitchFamily="34" charset="-120"/>
              </a:rPr>
              <a:t>МЗ РФ 2024</a:t>
            </a:r>
            <a:r>
              <a:rPr kumimoji="0" lang="en-US" sz="1200" b="1" i="0" u="none" strike="noStrike" kern="1200" cap="none" spc="0" normalizeH="0" baseline="30000" noProof="0" dirty="0">
                <a:ln>
                  <a:noFill/>
                </a:ln>
                <a:solidFill>
                  <a:srgbClr val="1A2A4F"/>
                </a:solidFill>
                <a:effectLst/>
                <a:uLnTx/>
                <a:uFillTx/>
                <a:latin typeface="Calibri" pitchFamily="34" charset="0"/>
                <a:ea typeface="Calibri" pitchFamily="34" charset="-122"/>
                <a:cs typeface="Calibri" pitchFamily="34" charset="-120"/>
              </a:rPr>
              <a:t>3</a:t>
            </a:r>
            <a:endParaRPr kumimoji="0" lang="en-US" sz="1200" b="0" i="0" u="none" strike="noStrike" kern="1200" cap="none" spc="0" normalizeH="0" baseline="3000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9281160" y="2121408"/>
            <a:ext cx="1965960" cy="18288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A94A3"/>
                </a:solidFill>
                <a:effectLst/>
                <a:uLnTx/>
                <a:uFillTx/>
                <a:latin typeface="Calibri" pitchFamily="34" charset="0"/>
                <a:ea typeface="Calibri" pitchFamily="34" charset="-122"/>
                <a:cs typeface="Calibri" pitchFamily="34" charset="-120"/>
              </a:rPr>
              <a:t>Стабильная ИБС</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502920" y="2377440"/>
            <a:ext cx="11155680" cy="0"/>
          </a:xfrm>
          <a:prstGeom prst="line">
            <a:avLst/>
          </a:prstGeom>
          <a:noFill/>
          <a:ln w="9525">
            <a:solidFill>
              <a:srgbClr val="1A2A4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40080" y="2459736"/>
            <a:ext cx="466344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1A1A"/>
                </a:solidFill>
                <a:effectLst/>
                <a:uLnTx/>
                <a:uFillTx/>
                <a:latin typeface="Calibri" pitchFamily="34" charset="0"/>
                <a:ea typeface="Calibri" pitchFamily="34" charset="-122"/>
                <a:cs typeface="Calibri" pitchFamily="34" charset="-120"/>
              </a:rPr>
              <a:t>Ствол ЛКА</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40080" y="2642616"/>
            <a:ext cx="466344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8A94A3"/>
                </a:solidFill>
                <a:effectLst/>
                <a:uLnTx/>
                <a:uFillTx/>
                <a:latin typeface="Calibri" pitchFamily="34" charset="0"/>
                <a:ea typeface="Calibri" pitchFamily="34" charset="-122"/>
                <a:cs typeface="Calibri" pitchFamily="34" charset="-120"/>
              </a:rPr>
              <a:t>значимый стеноз</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6080760" y="2510028"/>
            <a:ext cx="502920" cy="256032"/>
          </a:xfrm>
          <a:prstGeom prst="rect">
            <a:avLst/>
          </a:prstGeom>
          <a:solidFill>
            <a:srgbClr val="3E8A8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6080760" y="2510028"/>
            <a:ext cx="5029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 A</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8046720" y="2510028"/>
            <a:ext cx="502920" cy="256032"/>
          </a:xfrm>
          <a:prstGeom prst="rect">
            <a:avLst/>
          </a:prstGeom>
          <a:solidFill>
            <a:srgbClr val="3E8A8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p:cNvSpPr/>
          <p:nvPr/>
        </p:nvSpPr>
        <p:spPr>
          <a:xfrm>
            <a:off x="8046720" y="2510028"/>
            <a:ext cx="5029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 B-R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10012680" y="2510028"/>
            <a:ext cx="502920" cy="256032"/>
          </a:xfrm>
          <a:prstGeom prst="rect">
            <a:avLst/>
          </a:prstGeom>
          <a:solidFill>
            <a:srgbClr val="3E8A8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9"/>
          <p:cNvSpPr/>
          <p:nvPr/>
        </p:nvSpPr>
        <p:spPr>
          <a:xfrm>
            <a:off x="10012680" y="2510028"/>
            <a:ext cx="5029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 A</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502920" y="2852928"/>
            <a:ext cx="11155680" cy="0"/>
          </a:xfrm>
          <a:prstGeom prst="line">
            <a:avLst/>
          </a:prstGeom>
          <a:noFill/>
          <a:ln w="9525">
            <a:solidFill>
              <a:srgbClr val="D6D9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1"/>
          <p:cNvSpPr/>
          <p:nvPr/>
        </p:nvSpPr>
        <p:spPr>
          <a:xfrm>
            <a:off x="640080" y="2935224"/>
            <a:ext cx="466344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1A1A"/>
                </a:solidFill>
                <a:effectLst/>
                <a:uLnTx/>
                <a:uFillTx/>
                <a:latin typeface="Calibri" pitchFamily="34" charset="0"/>
                <a:ea typeface="Calibri" pitchFamily="34" charset="-122"/>
                <a:cs typeface="Calibri" pitchFamily="34" charset="-120"/>
              </a:rPr>
              <a:t>Проксимальный стеноз ПНА</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640080" y="3118104"/>
            <a:ext cx="466344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sng" strike="noStrike" kern="1200" cap="none" spc="0" normalizeH="0" baseline="0" noProof="0" dirty="0">
                <a:ln>
                  <a:noFill/>
                </a:ln>
                <a:effectLst/>
                <a:uLnTx/>
                <a:uFillTx/>
                <a:latin typeface="Calibri" pitchFamily="34" charset="0"/>
                <a:ea typeface="Calibri" pitchFamily="34" charset="-122"/>
                <a:cs typeface="Calibri" pitchFamily="34" charset="-120"/>
              </a:rPr>
              <a:t>функционально значимый</a:t>
            </a:r>
            <a:endParaRPr kumimoji="0" lang="en-US" sz="1000" b="0" i="0" u="sng" strike="noStrike" kern="1200" cap="none" spc="0" normalizeH="0" baseline="0" noProof="0" dirty="0">
              <a:ln>
                <a:noFill/>
              </a:ln>
              <a:effectLst/>
              <a:uLnTx/>
              <a:uFillTx/>
              <a:latin typeface="Calibri" panose="020F0502020204030204"/>
              <a:ea typeface="+mn-ea"/>
              <a:cs typeface="+mn-cs"/>
            </a:endParaRPr>
          </a:p>
        </p:txBody>
      </p:sp>
      <p:sp>
        <p:nvSpPr>
          <p:cNvPr id="25" name="Shape 23"/>
          <p:cNvSpPr/>
          <p:nvPr/>
        </p:nvSpPr>
        <p:spPr>
          <a:xfrm>
            <a:off x="6080760" y="2985516"/>
            <a:ext cx="502920" cy="256032"/>
          </a:xfrm>
          <a:prstGeom prst="rect">
            <a:avLst/>
          </a:prstGeom>
          <a:solidFill>
            <a:srgbClr val="3E8A8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4"/>
          <p:cNvSpPr/>
          <p:nvPr/>
        </p:nvSpPr>
        <p:spPr>
          <a:xfrm>
            <a:off x="6080760" y="2985516"/>
            <a:ext cx="5029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 B</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5"/>
          <p:cNvSpPr/>
          <p:nvPr/>
        </p:nvSpPr>
        <p:spPr>
          <a:xfrm>
            <a:off x="8046720" y="2985516"/>
            <a:ext cx="502920" cy="256032"/>
          </a:xfrm>
          <a:prstGeom prst="rect">
            <a:avLst/>
          </a:prstGeom>
          <a:solidFill>
            <a:srgbClr val="FFFFFF"/>
          </a:solidFill>
          <a:ln w="9525">
            <a:solidFill>
              <a:srgbClr val="D6D9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6"/>
          <p:cNvSpPr/>
          <p:nvPr/>
        </p:nvSpPr>
        <p:spPr>
          <a:xfrm>
            <a:off x="8046720" y="2985516"/>
            <a:ext cx="5029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8A94A3"/>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p:cNvSpPr/>
          <p:nvPr/>
        </p:nvSpPr>
        <p:spPr>
          <a:xfrm>
            <a:off x="10012680" y="2985516"/>
            <a:ext cx="502920" cy="256032"/>
          </a:xfrm>
          <a:prstGeom prst="rect">
            <a:avLst/>
          </a:prstGeom>
          <a:solidFill>
            <a:srgbClr val="3E8A8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8"/>
          <p:cNvSpPr/>
          <p:nvPr/>
        </p:nvSpPr>
        <p:spPr>
          <a:xfrm>
            <a:off x="10012680" y="2985516"/>
            <a:ext cx="5029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 A</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Shape 29"/>
          <p:cNvSpPr/>
          <p:nvPr/>
        </p:nvSpPr>
        <p:spPr>
          <a:xfrm>
            <a:off x="502920" y="3328416"/>
            <a:ext cx="11155680" cy="0"/>
          </a:xfrm>
          <a:prstGeom prst="line">
            <a:avLst/>
          </a:prstGeom>
          <a:noFill/>
          <a:ln w="9525">
            <a:solidFill>
              <a:srgbClr val="D6D9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Shape 30"/>
          <p:cNvSpPr/>
          <p:nvPr/>
        </p:nvSpPr>
        <p:spPr>
          <a:xfrm>
            <a:off x="502920" y="3374136"/>
            <a:ext cx="11155680" cy="429768"/>
          </a:xfrm>
          <a:prstGeom prst="rect">
            <a:avLst/>
          </a:prstGeom>
          <a:solidFill>
            <a:srgbClr val="D9544C">
              <a:alpha val="8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Shape 31"/>
          <p:cNvSpPr/>
          <p:nvPr/>
        </p:nvSpPr>
        <p:spPr>
          <a:xfrm>
            <a:off x="502920" y="3374136"/>
            <a:ext cx="54864" cy="429768"/>
          </a:xfrm>
          <a:prstGeom prst="rect">
            <a:avLst/>
          </a:prstGeom>
          <a:solidFill>
            <a:srgbClr val="D9544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 32"/>
          <p:cNvSpPr/>
          <p:nvPr/>
        </p:nvSpPr>
        <p:spPr>
          <a:xfrm>
            <a:off x="640080" y="3410712"/>
            <a:ext cx="466344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2A4F"/>
                </a:solidFill>
                <a:effectLst/>
                <a:uLnTx/>
                <a:uFillTx/>
                <a:latin typeface="Calibri" pitchFamily="34" charset="0"/>
                <a:ea typeface="Calibri" pitchFamily="34" charset="-122"/>
                <a:cs typeface="Calibri" pitchFamily="34" charset="-120"/>
              </a:rPr>
              <a:t>Многососудистое поражение</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3"/>
          <p:cNvSpPr/>
          <p:nvPr/>
        </p:nvSpPr>
        <p:spPr>
          <a:xfrm>
            <a:off x="640080" y="3593592"/>
            <a:ext cx="466344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effectLst/>
                <a:uLnTx/>
                <a:uFillTx/>
                <a:latin typeface="Calibri" pitchFamily="34" charset="0"/>
                <a:ea typeface="Calibri" pitchFamily="34" charset="-122"/>
                <a:cs typeface="Calibri" pitchFamily="34" charset="-120"/>
              </a:rPr>
              <a:t>при сохранной ФВ &gt; 35%</a:t>
            </a:r>
            <a:endParaRPr kumimoji="0" lang="en-US" sz="1000" b="0" i="0" u="none" strike="noStrike" kern="1200" cap="none" spc="0" normalizeH="0" baseline="0" noProof="0" dirty="0">
              <a:ln>
                <a:noFill/>
              </a:ln>
              <a:effectLst/>
              <a:uLnTx/>
              <a:uFillTx/>
              <a:latin typeface="Calibri" panose="020F0502020204030204"/>
              <a:ea typeface="+mn-ea"/>
              <a:cs typeface="+mn-cs"/>
            </a:endParaRPr>
          </a:p>
        </p:txBody>
      </p:sp>
      <p:sp>
        <p:nvSpPr>
          <p:cNvPr id="36" name="Shape 34"/>
          <p:cNvSpPr/>
          <p:nvPr/>
        </p:nvSpPr>
        <p:spPr>
          <a:xfrm>
            <a:off x="6080760" y="3461004"/>
            <a:ext cx="502920" cy="256032"/>
          </a:xfrm>
          <a:prstGeom prst="rect">
            <a:avLst/>
          </a:prstGeom>
          <a:solidFill>
            <a:srgbClr val="3E8A8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Text 35"/>
          <p:cNvSpPr/>
          <p:nvPr/>
        </p:nvSpPr>
        <p:spPr>
          <a:xfrm>
            <a:off x="6080760" y="3461004"/>
            <a:ext cx="5029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 A</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Shape 36"/>
          <p:cNvSpPr/>
          <p:nvPr/>
        </p:nvSpPr>
        <p:spPr>
          <a:xfrm>
            <a:off x="8046720" y="3461004"/>
            <a:ext cx="502920" cy="256032"/>
          </a:xfrm>
          <a:prstGeom prst="rect">
            <a:avLst/>
          </a:prstGeom>
          <a:solidFill>
            <a:srgbClr val="C9963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Text 37"/>
          <p:cNvSpPr/>
          <p:nvPr/>
        </p:nvSpPr>
        <p:spPr>
          <a:xfrm>
            <a:off x="8046720" y="3461004"/>
            <a:ext cx="5029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IIa B-R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Shape 38"/>
          <p:cNvSpPr/>
          <p:nvPr/>
        </p:nvSpPr>
        <p:spPr>
          <a:xfrm>
            <a:off x="10012680" y="3461004"/>
            <a:ext cx="502920" cy="256032"/>
          </a:xfrm>
          <a:prstGeom prst="rect">
            <a:avLst/>
          </a:prstGeom>
          <a:solidFill>
            <a:srgbClr val="FFFFFF"/>
          </a:solidFill>
          <a:ln w="9525">
            <a:solidFill>
              <a:srgbClr val="D6D9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Text 39"/>
          <p:cNvSpPr/>
          <p:nvPr/>
        </p:nvSpPr>
        <p:spPr>
          <a:xfrm>
            <a:off x="10012680" y="3461004"/>
            <a:ext cx="5029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8A94A3"/>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Shape 40"/>
          <p:cNvSpPr/>
          <p:nvPr/>
        </p:nvSpPr>
        <p:spPr>
          <a:xfrm>
            <a:off x="502920" y="3803904"/>
            <a:ext cx="11155680" cy="0"/>
          </a:xfrm>
          <a:prstGeom prst="line">
            <a:avLst/>
          </a:prstGeom>
          <a:noFill/>
          <a:ln w="9525">
            <a:solidFill>
              <a:srgbClr val="D6D9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Text 41"/>
          <p:cNvSpPr/>
          <p:nvPr/>
        </p:nvSpPr>
        <p:spPr>
          <a:xfrm>
            <a:off x="640080" y="3886200"/>
            <a:ext cx="466344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1A1A"/>
                </a:solidFill>
                <a:effectLst/>
                <a:uLnTx/>
                <a:uFillTx/>
                <a:latin typeface="Calibri" pitchFamily="34" charset="0"/>
                <a:ea typeface="Calibri" pitchFamily="34" charset="-122"/>
                <a:cs typeface="Calibri" pitchFamily="34" charset="-120"/>
              </a:rPr>
              <a:t>Многососудистое + ФВ ≤ 35%</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Text 42"/>
          <p:cNvSpPr/>
          <p:nvPr/>
        </p:nvSpPr>
        <p:spPr>
          <a:xfrm>
            <a:off x="640080" y="4069080"/>
            <a:ext cx="466344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effectLst/>
                <a:uLnTx/>
                <a:uFillTx/>
                <a:latin typeface="Calibri" pitchFamily="34" charset="0"/>
                <a:ea typeface="Calibri" pitchFamily="34" charset="-122"/>
                <a:cs typeface="Calibri" pitchFamily="34" charset="-120"/>
              </a:rPr>
              <a:t>хирургически операбельные</a:t>
            </a:r>
            <a:endParaRPr kumimoji="0" lang="en-US" sz="1000" b="0" i="0" u="none" strike="noStrike" kern="1200" cap="none" spc="0" normalizeH="0" baseline="0" noProof="0" dirty="0">
              <a:ln>
                <a:noFill/>
              </a:ln>
              <a:effectLst/>
              <a:uLnTx/>
              <a:uFillTx/>
              <a:latin typeface="Calibri" panose="020F0502020204030204"/>
              <a:ea typeface="+mn-ea"/>
              <a:cs typeface="+mn-cs"/>
            </a:endParaRPr>
          </a:p>
        </p:txBody>
      </p:sp>
      <p:sp>
        <p:nvSpPr>
          <p:cNvPr id="45" name="Shape 43"/>
          <p:cNvSpPr/>
          <p:nvPr/>
        </p:nvSpPr>
        <p:spPr>
          <a:xfrm>
            <a:off x="6080760" y="3936492"/>
            <a:ext cx="502920" cy="256032"/>
          </a:xfrm>
          <a:prstGeom prst="rect">
            <a:avLst/>
          </a:prstGeom>
          <a:solidFill>
            <a:srgbClr val="3E8A8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Text 44"/>
          <p:cNvSpPr/>
          <p:nvPr/>
        </p:nvSpPr>
        <p:spPr>
          <a:xfrm>
            <a:off x="6080760" y="3936492"/>
            <a:ext cx="5029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 B</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Shape 45"/>
          <p:cNvSpPr/>
          <p:nvPr/>
        </p:nvSpPr>
        <p:spPr>
          <a:xfrm>
            <a:off x="8046720" y="3936492"/>
            <a:ext cx="502920" cy="256032"/>
          </a:xfrm>
          <a:prstGeom prst="rect">
            <a:avLst/>
          </a:prstGeom>
          <a:solidFill>
            <a:srgbClr val="3E8A8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Text 46"/>
          <p:cNvSpPr/>
          <p:nvPr/>
        </p:nvSpPr>
        <p:spPr>
          <a:xfrm>
            <a:off x="8046720" y="3936492"/>
            <a:ext cx="5029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 B-R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 name="Shape 47"/>
          <p:cNvSpPr/>
          <p:nvPr/>
        </p:nvSpPr>
        <p:spPr>
          <a:xfrm>
            <a:off x="10012680" y="3936492"/>
            <a:ext cx="502920" cy="256032"/>
          </a:xfrm>
          <a:prstGeom prst="rect">
            <a:avLst/>
          </a:prstGeom>
          <a:solidFill>
            <a:srgbClr val="3E8A8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Text 48"/>
          <p:cNvSpPr/>
          <p:nvPr/>
        </p:nvSpPr>
        <p:spPr>
          <a:xfrm>
            <a:off x="10012680" y="3936492"/>
            <a:ext cx="5029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 A</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 name="Shape 49"/>
          <p:cNvSpPr/>
          <p:nvPr/>
        </p:nvSpPr>
        <p:spPr>
          <a:xfrm>
            <a:off x="502920" y="4279392"/>
            <a:ext cx="11155680" cy="0"/>
          </a:xfrm>
          <a:prstGeom prst="line">
            <a:avLst/>
          </a:prstGeom>
          <a:noFill/>
          <a:ln w="9525">
            <a:solidFill>
              <a:srgbClr val="D6D9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Text 50"/>
          <p:cNvSpPr/>
          <p:nvPr/>
        </p:nvSpPr>
        <p:spPr>
          <a:xfrm>
            <a:off x="640080" y="4361688"/>
            <a:ext cx="466344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1A1A"/>
                </a:solidFill>
                <a:effectLst/>
                <a:uLnTx/>
                <a:uFillTx/>
                <a:latin typeface="Calibri" pitchFamily="34" charset="0"/>
                <a:ea typeface="Calibri" pitchFamily="34" charset="-122"/>
                <a:cs typeface="Calibri" pitchFamily="34" charset="-120"/>
              </a:rPr>
              <a:t>Большая площадь ишемии</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 name="Text 51"/>
          <p:cNvSpPr/>
          <p:nvPr/>
        </p:nvSpPr>
        <p:spPr>
          <a:xfrm>
            <a:off x="640080" y="4544568"/>
            <a:ext cx="466344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effectLst/>
                <a:uLnTx/>
                <a:uFillTx/>
                <a:latin typeface="Calibri" pitchFamily="34" charset="0"/>
                <a:ea typeface="Calibri" pitchFamily="34" charset="-122"/>
                <a:cs typeface="Calibri" pitchFamily="34" charset="-120"/>
              </a:rPr>
              <a:t>&gt; 10% ЛЖ или значимый ФРК/МРК</a:t>
            </a:r>
            <a:endParaRPr kumimoji="0" lang="en-US" sz="1000" b="0" i="0" u="none" strike="noStrike" kern="1200" cap="none" spc="0" normalizeH="0" baseline="0" noProof="0" dirty="0">
              <a:ln>
                <a:noFill/>
              </a:ln>
              <a:effectLst/>
              <a:uLnTx/>
              <a:uFillTx/>
              <a:latin typeface="Calibri" panose="020F0502020204030204"/>
              <a:ea typeface="+mn-ea"/>
              <a:cs typeface="+mn-cs"/>
            </a:endParaRPr>
          </a:p>
        </p:txBody>
      </p:sp>
      <p:sp>
        <p:nvSpPr>
          <p:cNvPr id="54" name="Shape 52"/>
          <p:cNvSpPr/>
          <p:nvPr/>
        </p:nvSpPr>
        <p:spPr>
          <a:xfrm>
            <a:off x="6080760" y="4411980"/>
            <a:ext cx="502920" cy="256032"/>
          </a:xfrm>
          <a:prstGeom prst="rect">
            <a:avLst/>
          </a:prstGeom>
          <a:solidFill>
            <a:srgbClr val="FFFFFF"/>
          </a:solidFill>
          <a:ln w="9525">
            <a:solidFill>
              <a:srgbClr val="D6D9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Text 53"/>
          <p:cNvSpPr/>
          <p:nvPr/>
        </p:nvSpPr>
        <p:spPr>
          <a:xfrm>
            <a:off x="6080760" y="4411980"/>
            <a:ext cx="5029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8A94A3"/>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 name="Shape 54"/>
          <p:cNvSpPr/>
          <p:nvPr/>
        </p:nvSpPr>
        <p:spPr>
          <a:xfrm>
            <a:off x="8046720" y="4411980"/>
            <a:ext cx="502920" cy="256032"/>
          </a:xfrm>
          <a:prstGeom prst="rect">
            <a:avLst/>
          </a:prstGeom>
          <a:solidFill>
            <a:srgbClr val="FFFFFF"/>
          </a:solidFill>
          <a:ln w="9525">
            <a:solidFill>
              <a:srgbClr val="D6D9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Text 55"/>
          <p:cNvSpPr/>
          <p:nvPr/>
        </p:nvSpPr>
        <p:spPr>
          <a:xfrm>
            <a:off x="8046720" y="4411980"/>
            <a:ext cx="5029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8A94A3"/>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 name="Shape 56"/>
          <p:cNvSpPr/>
          <p:nvPr/>
        </p:nvSpPr>
        <p:spPr>
          <a:xfrm>
            <a:off x="10012680" y="4411980"/>
            <a:ext cx="502920" cy="256032"/>
          </a:xfrm>
          <a:prstGeom prst="rect">
            <a:avLst/>
          </a:prstGeom>
          <a:solidFill>
            <a:srgbClr val="3E8A8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Text 57"/>
          <p:cNvSpPr/>
          <p:nvPr/>
        </p:nvSpPr>
        <p:spPr>
          <a:xfrm>
            <a:off x="10012680" y="4411980"/>
            <a:ext cx="5029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 B</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 name="Text 58"/>
          <p:cNvSpPr/>
          <p:nvPr/>
        </p:nvSpPr>
        <p:spPr>
          <a:xfrm>
            <a:off x="502920" y="4937760"/>
            <a:ext cx="14630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8A94A3"/>
                </a:solidFill>
                <a:effectLst/>
                <a:uLnTx/>
                <a:uFillTx/>
                <a:latin typeface="Calibri" pitchFamily="34" charset="0"/>
                <a:ea typeface="Calibri" pitchFamily="34" charset="-122"/>
                <a:cs typeface="Calibri" pitchFamily="34" charset="-120"/>
              </a:rPr>
              <a:t>Класс рекомендации:</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1" name="Shape 59"/>
          <p:cNvSpPr/>
          <p:nvPr/>
        </p:nvSpPr>
        <p:spPr>
          <a:xfrm>
            <a:off x="2057400" y="4956048"/>
            <a:ext cx="502920" cy="256032"/>
          </a:xfrm>
          <a:prstGeom prst="rect">
            <a:avLst/>
          </a:prstGeom>
          <a:solidFill>
            <a:srgbClr val="3E8A8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Text 60"/>
          <p:cNvSpPr/>
          <p:nvPr/>
        </p:nvSpPr>
        <p:spPr>
          <a:xfrm>
            <a:off x="2057400" y="4956048"/>
            <a:ext cx="5029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3" name="Text 61"/>
          <p:cNvSpPr/>
          <p:nvPr/>
        </p:nvSpPr>
        <p:spPr>
          <a:xfrm>
            <a:off x="2606040" y="4937760"/>
            <a:ext cx="822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1A1A"/>
                </a:solidFill>
                <a:effectLst/>
                <a:uLnTx/>
                <a:uFillTx/>
                <a:latin typeface="Calibri" pitchFamily="34" charset="0"/>
                <a:ea typeface="Calibri" pitchFamily="34" charset="-122"/>
                <a:cs typeface="Calibri" pitchFamily="34" charset="-120"/>
              </a:rPr>
              <a:t>сильная</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 name="Shape 62"/>
          <p:cNvSpPr/>
          <p:nvPr/>
        </p:nvSpPr>
        <p:spPr>
          <a:xfrm>
            <a:off x="3520440" y="4956048"/>
            <a:ext cx="502920" cy="256032"/>
          </a:xfrm>
          <a:prstGeom prst="rect">
            <a:avLst/>
          </a:prstGeom>
          <a:solidFill>
            <a:srgbClr val="C9963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Text 63"/>
          <p:cNvSpPr/>
          <p:nvPr/>
        </p:nvSpPr>
        <p:spPr>
          <a:xfrm>
            <a:off x="3520440" y="4956048"/>
            <a:ext cx="5029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IIa</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 name="Text 64"/>
          <p:cNvSpPr/>
          <p:nvPr/>
        </p:nvSpPr>
        <p:spPr>
          <a:xfrm>
            <a:off x="4069080" y="4937760"/>
            <a:ext cx="1005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1A1A"/>
                </a:solidFill>
                <a:effectLst/>
                <a:uLnTx/>
                <a:uFillTx/>
                <a:latin typeface="Calibri" pitchFamily="34" charset="0"/>
                <a:ea typeface="Calibri" pitchFamily="34" charset="-122"/>
                <a:cs typeface="Calibri" pitchFamily="34" charset="-120"/>
              </a:rPr>
              <a:t>умеренная</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 name="Shape 65"/>
          <p:cNvSpPr/>
          <p:nvPr/>
        </p:nvSpPr>
        <p:spPr>
          <a:xfrm>
            <a:off x="5212080" y="4956048"/>
            <a:ext cx="502920" cy="256032"/>
          </a:xfrm>
          <a:prstGeom prst="rect">
            <a:avLst/>
          </a:prstGeom>
          <a:solidFill>
            <a:srgbClr val="FFFFFF"/>
          </a:solidFill>
          <a:ln w="9525">
            <a:solidFill>
              <a:srgbClr val="D6D9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8" name="Text 66"/>
          <p:cNvSpPr/>
          <p:nvPr/>
        </p:nvSpPr>
        <p:spPr>
          <a:xfrm>
            <a:off x="5212080" y="4956048"/>
            <a:ext cx="5029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8A94A3"/>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9" name="Text 67"/>
          <p:cNvSpPr/>
          <p:nvPr/>
        </p:nvSpPr>
        <p:spPr>
          <a:xfrm>
            <a:off x="5760720" y="4937760"/>
            <a:ext cx="4114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1A1A"/>
                </a:solidFill>
                <a:effectLst/>
                <a:uLnTx/>
                <a:uFillTx/>
                <a:latin typeface="Calibri" pitchFamily="34" charset="0"/>
                <a:ea typeface="Calibri" pitchFamily="34" charset="-122"/>
                <a:cs typeface="Calibri" pitchFamily="34" charset="-120"/>
              </a:rPr>
              <a:t>показания I класса в данной формулировке нет</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4" name="Rectangle: Rounded Corners 73">
            <a:extLst>
              <a:ext uri="{FF2B5EF4-FFF2-40B4-BE49-F238E27FC236}">
                <a16:creationId xmlns:a16="http://schemas.microsoft.com/office/drawing/2014/main" id="{2A050D73-2436-319F-A6F7-BB7E71C0648C}"/>
              </a:ext>
            </a:extLst>
          </p:cNvPr>
          <p:cNvSpPr/>
          <p:nvPr/>
        </p:nvSpPr>
        <p:spPr>
          <a:xfrm>
            <a:off x="2473036" y="5268521"/>
            <a:ext cx="7539644" cy="906086"/>
          </a:xfrm>
          <a:prstGeom prst="roundRect">
            <a:avLst/>
          </a:prstGeom>
          <a:solidFill>
            <a:srgbClr val="3E8A8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Прогностическая  </a:t>
            </a:r>
            <a:r>
              <a:rPr lang="ru-RU" dirty="0" err="1"/>
              <a:t>реваскуляризация</a:t>
            </a:r>
            <a:r>
              <a:rPr lang="ru-RU" dirty="0"/>
              <a:t> — всегда в дополнение к ОМТ.</a:t>
            </a:r>
          </a:p>
          <a:p>
            <a:pPr algn="ctr"/>
            <a:r>
              <a:rPr lang="ru-RU" dirty="0"/>
              <a:t>Симптоматическая </a:t>
            </a:r>
            <a:r>
              <a:rPr lang="ru-RU" dirty="0" err="1"/>
              <a:t>реваскуляризация</a:t>
            </a:r>
            <a:r>
              <a:rPr lang="ru-RU" dirty="0"/>
              <a:t> — только «несмотря на ОМТ» </a:t>
            </a:r>
          </a:p>
        </p:txBody>
      </p:sp>
      <p:sp>
        <p:nvSpPr>
          <p:cNvPr id="70" name="TextBox 69">
            <a:extLst>
              <a:ext uri="{FF2B5EF4-FFF2-40B4-BE49-F238E27FC236}">
                <a16:creationId xmlns:a16="http://schemas.microsoft.com/office/drawing/2014/main" id="{43757B5E-F4FB-BFB0-B501-BB6136307CDE}"/>
              </a:ext>
            </a:extLst>
          </p:cNvPr>
          <p:cNvSpPr txBox="1"/>
          <p:nvPr/>
        </p:nvSpPr>
        <p:spPr>
          <a:xfrm>
            <a:off x="289856" y="6245572"/>
            <a:ext cx="11338559" cy="584775"/>
          </a:xfrm>
          <a:prstGeom prst="rect">
            <a:avLst/>
          </a:prstGeom>
          <a:noFill/>
        </p:spPr>
        <p:txBody>
          <a:bodyPr wrap="square">
            <a:spAutoFit/>
          </a:bodyPr>
          <a:lstStyle/>
          <a:p>
            <a:r>
              <a:rPr lang="ru-RU" sz="800" baseline="30000" dirty="0">
                <a:solidFill>
                  <a:prstClr val="black"/>
                </a:solidFill>
                <a:latin typeface="Arial" panose="020B0604020202020204" pitchFamily="34" charset="0"/>
                <a:cs typeface="Arial" panose="020B0604020202020204" pitchFamily="34" charset="0"/>
              </a:rPr>
              <a:t>1</a:t>
            </a:r>
            <a:r>
              <a:rPr lang="en-US" sz="800" dirty="0" err="1">
                <a:solidFill>
                  <a:prstClr val="black"/>
                </a:solidFill>
                <a:latin typeface="Arial" panose="020B0604020202020204" pitchFamily="34" charset="0"/>
                <a:cs typeface="Arial" panose="020B0604020202020204" pitchFamily="34" charset="0"/>
              </a:rPr>
              <a:t>Vrints</a:t>
            </a:r>
            <a:r>
              <a:rPr lang="en-US" sz="800" dirty="0">
                <a:solidFill>
                  <a:prstClr val="black"/>
                </a:solidFill>
                <a:latin typeface="Arial" panose="020B0604020202020204" pitchFamily="34" charset="0"/>
                <a:cs typeface="Arial" panose="020B0604020202020204" pitchFamily="34" charset="0"/>
              </a:rPr>
              <a:t> C. et al. 2024 ESC Guidelines for the management of chronic coronary syndromes. </a:t>
            </a:r>
            <a:r>
              <a:rPr lang="en-US" sz="800" dirty="0" err="1">
                <a:solidFill>
                  <a:prstClr val="black"/>
                </a:solidFill>
                <a:latin typeface="Arial" panose="020B0604020202020204" pitchFamily="34" charset="0"/>
                <a:cs typeface="Arial" panose="020B0604020202020204" pitchFamily="34" charset="0"/>
              </a:rPr>
              <a:t>Eur</a:t>
            </a:r>
            <a:r>
              <a:rPr lang="en-US" sz="800" dirty="0">
                <a:solidFill>
                  <a:prstClr val="black"/>
                </a:solidFill>
                <a:latin typeface="Arial" panose="020B0604020202020204" pitchFamily="34" charset="0"/>
                <a:cs typeface="Arial" panose="020B0604020202020204" pitchFamily="34" charset="0"/>
              </a:rPr>
              <a:t> Heart J. 2024 Aug 30: ehae177. </a:t>
            </a:r>
            <a:r>
              <a:rPr lang="en-US" sz="800" dirty="0" err="1">
                <a:solidFill>
                  <a:prstClr val="black"/>
                </a:solidFill>
                <a:latin typeface="Arial" panose="020B0604020202020204" pitchFamily="34" charset="0"/>
                <a:cs typeface="Arial" panose="020B0604020202020204" pitchFamily="34" charset="0"/>
              </a:rPr>
              <a:t>doi</a:t>
            </a:r>
            <a:r>
              <a:rPr lang="en-US" sz="800" dirty="0">
                <a:solidFill>
                  <a:prstClr val="black"/>
                </a:solidFill>
                <a:latin typeface="Arial" panose="020B0604020202020204" pitchFamily="34" charset="0"/>
                <a:cs typeface="Arial" panose="020B0604020202020204" pitchFamily="34" charset="0"/>
              </a:rPr>
              <a:t>: 10.1093/</a:t>
            </a:r>
            <a:r>
              <a:rPr lang="en-US" sz="800" dirty="0" err="1">
                <a:solidFill>
                  <a:prstClr val="black"/>
                </a:solidFill>
                <a:latin typeface="Arial" panose="020B0604020202020204" pitchFamily="34" charset="0"/>
                <a:cs typeface="Arial" panose="020B0604020202020204" pitchFamily="34" charset="0"/>
              </a:rPr>
              <a:t>eurheartj</a:t>
            </a:r>
            <a:r>
              <a:rPr lang="en-US" sz="800" dirty="0">
                <a:solidFill>
                  <a:prstClr val="black"/>
                </a:solidFill>
                <a:latin typeface="Arial" panose="020B0604020202020204" pitchFamily="34" charset="0"/>
                <a:cs typeface="Arial" panose="020B0604020202020204" pitchFamily="34" charset="0"/>
              </a:rPr>
              <a:t>/ehae177. PMID: 39210710</a:t>
            </a:r>
            <a:endParaRPr lang="ru-RU" sz="800" dirty="0">
              <a:solidFill>
                <a:prstClr val="black"/>
              </a:solidFill>
              <a:latin typeface="Arial" panose="020B0604020202020204" pitchFamily="34" charset="0"/>
              <a:cs typeface="Arial" panose="020B0604020202020204" pitchFamily="34" charset="0"/>
            </a:endParaRPr>
          </a:p>
          <a:p>
            <a:r>
              <a:rPr lang="ru-RU" sz="800" baseline="30000" dirty="0">
                <a:solidFill>
                  <a:prstClr val="black"/>
                </a:solidFill>
                <a:latin typeface="Arial" panose="020B0604020202020204" pitchFamily="34" charset="0"/>
                <a:cs typeface="Arial" panose="020B0604020202020204" pitchFamily="34" charset="0"/>
              </a:rPr>
              <a:t>2</a:t>
            </a:r>
            <a:r>
              <a:rPr lang="en-US" sz="800" dirty="0">
                <a:solidFill>
                  <a:prstClr val="black"/>
                </a:solidFill>
                <a:latin typeface="Arial" panose="020B0604020202020204" pitchFamily="34" charset="0"/>
                <a:cs typeface="Arial" panose="020B0604020202020204" pitchFamily="34" charset="0"/>
              </a:rPr>
              <a:t>Virani SS, et al. 2023 AHA/ACC/ACCP/ASPC/NLA/PCNA guideline for the management of patients with chronic coronary disease: a report of the American Heart Association/American College of Cardiology Joint Committee on Clinical Practice Guidelines. J Am Coll </a:t>
            </a:r>
            <a:r>
              <a:rPr lang="en-US" sz="800" dirty="0" err="1">
                <a:solidFill>
                  <a:prstClr val="black"/>
                </a:solidFill>
                <a:latin typeface="Arial" panose="020B0604020202020204" pitchFamily="34" charset="0"/>
                <a:cs typeface="Arial" panose="020B0604020202020204" pitchFamily="34" charset="0"/>
              </a:rPr>
              <a:t>Cardiol</a:t>
            </a:r>
            <a:r>
              <a:rPr lang="en-US" sz="800" dirty="0">
                <a:solidFill>
                  <a:prstClr val="black"/>
                </a:solidFill>
                <a:latin typeface="Arial" panose="020B0604020202020204" pitchFamily="34" charset="0"/>
                <a:cs typeface="Arial" panose="020B0604020202020204" pitchFamily="34" charset="0"/>
              </a:rPr>
              <a:t>. 2023;82:833-955</a:t>
            </a:r>
          </a:p>
          <a:p>
            <a:r>
              <a:rPr lang="ru-RU" sz="800" baseline="30000" dirty="0">
                <a:solidFill>
                  <a:prstClr val="black"/>
                </a:solidFill>
                <a:latin typeface="Arial" panose="020B0604020202020204" pitchFamily="34" charset="0"/>
                <a:cs typeface="Arial" panose="020B0604020202020204" pitchFamily="34" charset="0"/>
              </a:rPr>
              <a:t>3</a:t>
            </a:r>
            <a:r>
              <a:rPr lang="ru-RU" sz="800" dirty="0">
                <a:solidFill>
                  <a:prstClr val="black"/>
                </a:solidFill>
                <a:latin typeface="Arial" panose="020B0604020202020204" pitchFamily="34" charset="0"/>
                <a:cs typeface="Arial" panose="020B0604020202020204" pitchFamily="34" charset="0"/>
              </a:rPr>
              <a:t>Барбараш О. Л., и </a:t>
            </a:r>
            <a:r>
              <a:rPr lang="ru-RU" sz="800" dirty="0" err="1">
                <a:solidFill>
                  <a:prstClr val="black"/>
                </a:solidFill>
                <a:latin typeface="Arial" panose="020B0604020202020204" pitchFamily="34" charset="0"/>
                <a:cs typeface="Arial" panose="020B0604020202020204" pitchFamily="34" charset="0"/>
              </a:rPr>
              <a:t>соавт</a:t>
            </a:r>
            <a:r>
              <a:rPr lang="ru-RU" sz="800" dirty="0">
                <a:solidFill>
                  <a:prstClr val="black"/>
                </a:solidFill>
                <a:latin typeface="Arial" panose="020B0604020202020204" pitchFamily="34" charset="0"/>
                <a:cs typeface="Arial" panose="020B0604020202020204" pitchFamily="34" charset="0"/>
              </a:rPr>
              <a:t>. Стабильная ишемическая болезнь сердца.</a:t>
            </a:r>
            <a:r>
              <a:rPr lang="en-US" sz="800" dirty="0">
                <a:solidFill>
                  <a:prstClr val="black"/>
                </a:solidFill>
                <a:latin typeface="Arial" panose="020B0604020202020204" pitchFamily="34" charset="0"/>
                <a:cs typeface="Arial" panose="020B0604020202020204" pitchFamily="34" charset="0"/>
              </a:rPr>
              <a:t> </a:t>
            </a:r>
            <a:r>
              <a:rPr lang="ru-RU" sz="800" dirty="0">
                <a:solidFill>
                  <a:prstClr val="black"/>
                </a:solidFill>
                <a:latin typeface="Arial" panose="020B0604020202020204" pitchFamily="34" charset="0"/>
                <a:cs typeface="Arial" panose="020B0604020202020204" pitchFamily="34" charset="0"/>
              </a:rPr>
              <a:t>Клинические рекомендации 2024. Российский кардиологический журнал.</a:t>
            </a:r>
            <a:r>
              <a:rPr lang="en-US" sz="800" dirty="0">
                <a:solidFill>
                  <a:prstClr val="black"/>
                </a:solidFill>
                <a:latin typeface="Arial" panose="020B0604020202020204" pitchFamily="34" charset="0"/>
                <a:cs typeface="Arial" panose="020B0604020202020204" pitchFamily="34" charset="0"/>
              </a:rPr>
              <a:t> </a:t>
            </a:r>
            <a:r>
              <a:rPr lang="ru-RU" sz="800" dirty="0">
                <a:solidFill>
                  <a:prstClr val="black"/>
                </a:solidFill>
                <a:latin typeface="Arial" panose="020B0604020202020204" pitchFamily="34" charset="0"/>
                <a:cs typeface="Arial" panose="020B0604020202020204" pitchFamily="34" charset="0"/>
              </a:rPr>
              <a:t>2024;29(9):6110. </a:t>
            </a:r>
            <a:r>
              <a:rPr lang="ru-RU" sz="800" dirty="0" err="1">
                <a:solidFill>
                  <a:prstClr val="black"/>
                </a:solidFill>
                <a:latin typeface="Arial" panose="020B0604020202020204" pitchFamily="34" charset="0"/>
                <a:cs typeface="Arial" panose="020B0604020202020204" pitchFamily="34" charset="0"/>
              </a:rPr>
              <a:t>doi</a:t>
            </a:r>
            <a:r>
              <a:rPr lang="ru-RU" sz="800" dirty="0">
                <a:solidFill>
                  <a:prstClr val="black"/>
                </a:solidFill>
                <a:latin typeface="Arial" panose="020B0604020202020204" pitchFamily="34" charset="0"/>
                <a:cs typeface="Arial" panose="020B0604020202020204" pitchFamily="34" charset="0"/>
              </a:rPr>
              <a:t>: 10.15829/1560-4071-2024-6110. EDN HHJJUT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7FB5E-7653-E073-029F-058D9CABC0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F27B4B-AC71-6E9C-6576-CC66A2B0FE82}"/>
              </a:ext>
            </a:extLst>
          </p:cNvPr>
          <p:cNvSpPr txBox="1">
            <a:spLocks/>
          </p:cNvSpPr>
          <p:nvPr/>
        </p:nvSpPr>
        <p:spPr>
          <a:xfrm>
            <a:off x="375646" y="638336"/>
            <a:ext cx="11338560" cy="768263"/>
          </a:xfrm>
          <a:prstGeom prst="rect">
            <a:avLst/>
          </a:prstGeom>
        </p:spPr>
        <p:txBody>
          <a:bodyPr lIns="91440" tIns="45720" rIns="91440" bIns="45720" anchor="b" anchorCtr="0"/>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ru-RU" sz="2800" b="1" i="0" u="none" strike="noStrike" kern="1200" cap="none" spc="0" normalizeH="0" baseline="0" noProof="0" dirty="0">
                <a:ln>
                  <a:noFill/>
                </a:ln>
                <a:solidFill>
                  <a:srgbClr val="2B3A42"/>
                </a:solidFill>
                <a:effectLst/>
                <a:uLnTx/>
                <a:uFillTx/>
                <a:latin typeface="Arial" panose="020B0604020202020204"/>
                <a:ea typeface="+mj-ea"/>
                <a:cs typeface="+mj-cs"/>
              </a:rPr>
              <a:t>Стабильная стенокардия — лишь одна из форм ишемической болезни сердца</a:t>
            </a:r>
            <a:endParaRPr kumimoji="0" lang="en-US" sz="2800" b="1" i="0" u="none" strike="noStrike" kern="1200" cap="none" spc="0" normalizeH="0" baseline="0" noProof="0" dirty="0">
              <a:ln>
                <a:noFill/>
              </a:ln>
              <a:solidFill>
                <a:srgbClr val="2B3A42"/>
              </a:solidFill>
              <a:effectLst/>
              <a:uLnTx/>
              <a:uFillTx/>
              <a:latin typeface="Arial" panose="020B0604020202020204"/>
              <a:ea typeface="+mj-ea"/>
              <a:cs typeface="+mj-cs"/>
            </a:endParaRPr>
          </a:p>
        </p:txBody>
      </p:sp>
      <p:sp>
        <p:nvSpPr>
          <p:cNvPr id="3" name="Oval 2">
            <a:extLst>
              <a:ext uri="{FF2B5EF4-FFF2-40B4-BE49-F238E27FC236}">
                <a16:creationId xmlns:a16="http://schemas.microsoft.com/office/drawing/2014/main" id="{23D09356-D66C-052D-0E27-B495FB47509C}"/>
              </a:ext>
            </a:extLst>
          </p:cNvPr>
          <p:cNvSpPr>
            <a:spLocks noChangeAspect="1"/>
          </p:cNvSpPr>
          <p:nvPr/>
        </p:nvSpPr>
        <p:spPr>
          <a:xfrm>
            <a:off x="443079" y="2659358"/>
            <a:ext cx="941338" cy="959261"/>
          </a:xfrm>
          <a:prstGeom prst="ellipse">
            <a:avLst/>
          </a:prstGeom>
          <a:solidFill>
            <a:srgbClr val="FFFFFF"/>
          </a:solidFill>
          <a:ln w="12700" cap="flat" cmpd="sng" algn="ctr">
            <a:solidFill>
              <a:srgbClr val="FFFFFF"/>
            </a:solidFill>
            <a:prstDash val="solid"/>
            <a:miter lim="800000"/>
          </a:ln>
          <a:effectLst/>
        </p:spPr>
        <p:txBody>
          <a:bodyPr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4" name="Oval 3">
            <a:extLst>
              <a:ext uri="{FF2B5EF4-FFF2-40B4-BE49-F238E27FC236}">
                <a16:creationId xmlns:a16="http://schemas.microsoft.com/office/drawing/2014/main" id="{7916C01B-7E6D-451C-C0AF-FA3526B48F30}"/>
              </a:ext>
            </a:extLst>
          </p:cNvPr>
          <p:cNvSpPr>
            <a:spLocks noChangeAspect="1"/>
          </p:cNvSpPr>
          <p:nvPr/>
        </p:nvSpPr>
        <p:spPr>
          <a:xfrm>
            <a:off x="460418" y="2679847"/>
            <a:ext cx="914400" cy="914400"/>
          </a:xfrm>
          <a:prstGeom prst="ellipse">
            <a:avLst/>
          </a:prstGeom>
          <a:solidFill>
            <a:srgbClr val="005587"/>
          </a:solidFill>
          <a:ln w="12700" cap="flat" cmpd="sng" algn="ctr">
            <a:noFill/>
            <a:prstDash val="solid"/>
            <a:miter lim="800000"/>
          </a:ln>
          <a:effectLst/>
        </p:spPr>
        <p:txBody>
          <a:bodyPr wrap="none" lIns="0" rIns="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2</a:t>
            </a:r>
          </a:p>
        </p:txBody>
      </p:sp>
      <p:sp>
        <p:nvSpPr>
          <p:cNvPr id="5" name="Oval 4">
            <a:extLst>
              <a:ext uri="{FF2B5EF4-FFF2-40B4-BE49-F238E27FC236}">
                <a16:creationId xmlns:a16="http://schemas.microsoft.com/office/drawing/2014/main" id="{A8CC1FE8-99CF-9F22-8CDB-8E6BE848E571}"/>
              </a:ext>
            </a:extLst>
          </p:cNvPr>
          <p:cNvSpPr>
            <a:spLocks noChangeAspect="1"/>
          </p:cNvSpPr>
          <p:nvPr/>
        </p:nvSpPr>
        <p:spPr>
          <a:xfrm>
            <a:off x="443079" y="1493092"/>
            <a:ext cx="941338" cy="959261"/>
          </a:xfrm>
          <a:prstGeom prst="ellipse">
            <a:avLst/>
          </a:prstGeom>
          <a:solidFill>
            <a:srgbClr val="FFFFFF"/>
          </a:solidFill>
          <a:ln w="12700" cap="flat" cmpd="sng" algn="ctr">
            <a:solidFill>
              <a:srgbClr val="FFFFFF"/>
            </a:solidFill>
            <a:prstDash val="solid"/>
            <a:miter lim="800000"/>
          </a:ln>
          <a:effectLst/>
        </p:spPr>
        <p:txBody>
          <a:bodyPr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6" name="Oval 5">
            <a:extLst>
              <a:ext uri="{FF2B5EF4-FFF2-40B4-BE49-F238E27FC236}">
                <a16:creationId xmlns:a16="http://schemas.microsoft.com/office/drawing/2014/main" id="{BB5AFAC5-253A-DC13-813E-6DAEC46974CB}"/>
              </a:ext>
            </a:extLst>
          </p:cNvPr>
          <p:cNvSpPr>
            <a:spLocks noChangeAspect="1"/>
          </p:cNvSpPr>
          <p:nvPr/>
        </p:nvSpPr>
        <p:spPr>
          <a:xfrm>
            <a:off x="460418" y="1513582"/>
            <a:ext cx="914400" cy="914400"/>
          </a:xfrm>
          <a:prstGeom prst="ellipse">
            <a:avLst/>
          </a:prstGeom>
          <a:solidFill>
            <a:srgbClr val="00A3E0"/>
          </a:solidFill>
          <a:ln w="12700" cap="flat" cmpd="sng" algn="ctr">
            <a:noFill/>
            <a:prstDash val="solid"/>
            <a:miter lim="800000"/>
          </a:ln>
          <a:effectLst/>
        </p:spPr>
        <p:txBody>
          <a:bodyPr wrap="none" lIns="0" rIns="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1</a:t>
            </a:r>
          </a:p>
        </p:txBody>
      </p:sp>
      <p:sp>
        <p:nvSpPr>
          <p:cNvPr id="7" name="Oval 6">
            <a:extLst>
              <a:ext uri="{FF2B5EF4-FFF2-40B4-BE49-F238E27FC236}">
                <a16:creationId xmlns:a16="http://schemas.microsoft.com/office/drawing/2014/main" id="{B24F63E2-67EF-48E6-6153-D598A9AF41FC}"/>
              </a:ext>
            </a:extLst>
          </p:cNvPr>
          <p:cNvSpPr>
            <a:spLocks noChangeAspect="1"/>
          </p:cNvSpPr>
          <p:nvPr/>
        </p:nvSpPr>
        <p:spPr>
          <a:xfrm>
            <a:off x="443079" y="3825624"/>
            <a:ext cx="941338" cy="959261"/>
          </a:xfrm>
          <a:prstGeom prst="ellipse">
            <a:avLst/>
          </a:prstGeom>
          <a:solidFill>
            <a:srgbClr val="FFFFFF"/>
          </a:solidFill>
          <a:ln w="12700" cap="flat" cmpd="sng" algn="ctr">
            <a:solidFill>
              <a:srgbClr val="FFFFFF"/>
            </a:solidFill>
            <a:prstDash val="solid"/>
            <a:miter lim="800000"/>
          </a:ln>
          <a:effectLst/>
        </p:spPr>
        <p:txBody>
          <a:bodyPr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8" name="Oval 7">
            <a:extLst>
              <a:ext uri="{FF2B5EF4-FFF2-40B4-BE49-F238E27FC236}">
                <a16:creationId xmlns:a16="http://schemas.microsoft.com/office/drawing/2014/main" id="{7695796C-58A3-41BB-7D76-C40460D560AC}"/>
              </a:ext>
            </a:extLst>
          </p:cNvPr>
          <p:cNvSpPr>
            <a:spLocks noChangeAspect="1"/>
          </p:cNvSpPr>
          <p:nvPr/>
        </p:nvSpPr>
        <p:spPr>
          <a:xfrm>
            <a:off x="460418" y="3846114"/>
            <a:ext cx="914400" cy="914400"/>
          </a:xfrm>
          <a:prstGeom prst="ellipse">
            <a:avLst/>
          </a:prstGeom>
          <a:solidFill>
            <a:srgbClr val="43B02A"/>
          </a:solidFill>
          <a:ln w="12700" cap="flat" cmpd="sng" algn="ctr">
            <a:noFill/>
            <a:prstDash val="solid"/>
            <a:miter lim="800000"/>
          </a:ln>
          <a:effectLst/>
        </p:spPr>
        <p:txBody>
          <a:bodyPr wrap="none" lIns="0" rIns="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3</a:t>
            </a:r>
          </a:p>
        </p:txBody>
      </p:sp>
      <p:sp>
        <p:nvSpPr>
          <p:cNvPr id="9" name="Oval 8">
            <a:extLst>
              <a:ext uri="{FF2B5EF4-FFF2-40B4-BE49-F238E27FC236}">
                <a16:creationId xmlns:a16="http://schemas.microsoft.com/office/drawing/2014/main" id="{00431FEE-03CD-8C45-1EC3-FFBA01F24D1E}"/>
              </a:ext>
            </a:extLst>
          </p:cNvPr>
          <p:cNvSpPr>
            <a:spLocks noChangeAspect="1"/>
          </p:cNvSpPr>
          <p:nvPr/>
        </p:nvSpPr>
        <p:spPr>
          <a:xfrm>
            <a:off x="443079" y="4991890"/>
            <a:ext cx="941338" cy="959261"/>
          </a:xfrm>
          <a:prstGeom prst="ellipse">
            <a:avLst/>
          </a:prstGeom>
          <a:solidFill>
            <a:srgbClr val="FFFFFF"/>
          </a:solidFill>
          <a:ln w="12700" cap="flat" cmpd="sng" algn="ctr">
            <a:solidFill>
              <a:srgbClr val="FFFFFF"/>
            </a:solidFill>
            <a:prstDash val="solid"/>
            <a:miter lim="800000"/>
          </a:ln>
          <a:effectLst/>
        </p:spPr>
        <p:txBody>
          <a:bodyPr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10" name="Oval 9">
            <a:extLst>
              <a:ext uri="{FF2B5EF4-FFF2-40B4-BE49-F238E27FC236}">
                <a16:creationId xmlns:a16="http://schemas.microsoft.com/office/drawing/2014/main" id="{3814369F-6956-B435-B8D1-74CEB285E3B4}"/>
              </a:ext>
            </a:extLst>
          </p:cNvPr>
          <p:cNvSpPr>
            <a:spLocks noChangeAspect="1"/>
          </p:cNvSpPr>
          <p:nvPr/>
        </p:nvSpPr>
        <p:spPr>
          <a:xfrm>
            <a:off x="460418" y="5012380"/>
            <a:ext cx="914400" cy="914400"/>
          </a:xfrm>
          <a:prstGeom prst="ellipse">
            <a:avLst/>
          </a:prstGeom>
          <a:solidFill>
            <a:srgbClr val="00BFB3"/>
          </a:solidFill>
          <a:ln w="12700" cap="flat" cmpd="sng" algn="ctr">
            <a:noFill/>
            <a:prstDash val="solid"/>
            <a:miter lim="800000"/>
          </a:ln>
          <a:effectLst/>
        </p:spPr>
        <p:txBody>
          <a:bodyPr wrap="none" lIns="0" rIns="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4</a:t>
            </a:r>
          </a:p>
        </p:txBody>
      </p:sp>
      <p:sp>
        <p:nvSpPr>
          <p:cNvPr id="11" name="Arc 10">
            <a:extLst>
              <a:ext uri="{FF2B5EF4-FFF2-40B4-BE49-F238E27FC236}">
                <a16:creationId xmlns:a16="http://schemas.microsoft.com/office/drawing/2014/main" id="{D37AEF40-4AC3-4AD0-EDF2-C8A6A6023711}"/>
              </a:ext>
            </a:extLst>
          </p:cNvPr>
          <p:cNvSpPr/>
          <p:nvPr/>
        </p:nvSpPr>
        <p:spPr>
          <a:xfrm flipH="1">
            <a:off x="378664" y="1436600"/>
            <a:ext cx="1070167" cy="1072245"/>
          </a:xfrm>
          <a:prstGeom prst="arc">
            <a:avLst>
              <a:gd name="adj1" fmla="val 16200000"/>
              <a:gd name="adj2" fmla="val 5498192"/>
            </a:avLst>
          </a:prstGeom>
          <a:noFill/>
          <a:ln w="38100" cap="rnd" cmpd="sng" algn="ctr">
            <a:solidFill>
              <a:srgbClr val="00A3E0"/>
            </a:solidFill>
            <a:prstDash val="solid"/>
            <a:roun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B3A42"/>
              </a:solidFill>
              <a:effectLst/>
              <a:uLnTx/>
              <a:uFillTx/>
              <a:latin typeface="Arial" panose="020B0604020202020204"/>
              <a:ea typeface="+mn-ea"/>
              <a:cs typeface="+mn-cs"/>
            </a:endParaRPr>
          </a:p>
        </p:txBody>
      </p:sp>
      <p:sp>
        <p:nvSpPr>
          <p:cNvPr id="12" name="Arc 11">
            <a:extLst>
              <a:ext uri="{FF2B5EF4-FFF2-40B4-BE49-F238E27FC236}">
                <a16:creationId xmlns:a16="http://schemas.microsoft.com/office/drawing/2014/main" id="{0F46C5C1-0E27-6120-D6B4-624D8E7CF6B3}"/>
              </a:ext>
            </a:extLst>
          </p:cNvPr>
          <p:cNvSpPr/>
          <p:nvPr/>
        </p:nvSpPr>
        <p:spPr>
          <a:xfrm flipH="1">
            <a:off x="378664" y="2602865"/>
            <a:ext cx="1070167" cy="1072245"/>
          </a:xfrm>
          <a:prstGeom prst="arc">
            <a:avLst>
              <a:gd name="adj1" fmla="val 16200000"/>
              <a:gd name="adj2" fmla="val 5526258"/>
            </a:avLst>
          </a:prstGeom>
          <a:noFill/>
          <a:ln w="38100" cap="rnd" cmpd="sng" algn="ctr">
            <a:solidFill>
              <a:srgbClr val="005587"/>
            </a:solidFill>
            <a:prstDash val="solid"/>
            <a:roun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B3A42"/>
              </a:solidFill>
              <a:effectLst/>
              <a:uLnTx/>
              <a:uFillTx/>
              <a:latin typeface="Arial" panose="020B0604020202020204"/>
              <a:ea typeface="+mn-ea"/>
              <a:cs typeface="+mn-cs"/>
            </a:endParaRPr>
          </a:p>
        </p:txBody>
      </p:sp>
      <p:sp>
        <p:nvSpPr>
          <p:cNvPr id="13" name="Arc 12">
            <a:extLst>
              <a:ext uri="{FF2B5EF4-FFF2-40B4-BE49-F238E27FC236}">
                <a16:creationId xmlns:a16="http://schemas.microsoft.com/office/drawing/2014/main" id="{614231CF-3C94-094F-41DA-53F00DAE565B}"/>
              </a:ext>
            </a:extLst>
          </p:cNvPr>
          <p:cNvSpPr/>
          <p:nvPr/>
        </p:nvSpPr>
        <p:spPr>
          <a:xfrm flipH="1">
            <a:off x="378664" y="3769132"/>
            <a:ext cx="1070167" cy="1072245"/>
          </a:xfrm>
          <a:prstGeom prst="arc">
            <a:avLst>
              <a:gd name="adj1" fmla="val 16200000"/>
              <a:gd name="adj2" fmla="val 5462501"/>
            </a:avLst>
          </a:prstGeom>
          <a:noFill/>
          <a:ln w="38100" cap="rnd" cmpd="sng" algn="ctr">
            <a:solidFill>
              <a:srgbClr val="43B02A"/>
            </a:solidFill>
            <a:prstDash val="solid"/>
            <a:roun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B3A42"/>
              </a:solidFill>
              <a:effectLst/>
              <a:uLnTx/>
              <a:uFillTx/>
              <a:latin typeface="Arial" panose="020B0604020202020204"/>
              <a:ea typeface="+mn-ea"/>
              <a:cs typeface="+mn-cs"/>
            </a:endParaRPr>
          </a:p>
        </p:txBody>
      </p:sp>
      <p:sp>
        <p:nvSpPr>
          <p:cNvPr id="14" name="Arc 13">
            <a:extLst>
              <a:ext uri="{FF2B5EF4-FFF2-40B4-BE49-F238E27FC236}">
                <a16:creationId xmlns:a16="http://schemas.microsoft.com/office/drawing/2014/main" id="{61C5FDFF-C885-8935-466F-B967A5AC3460}"/>
              </a:ext>
            </a:extLst>
          </p:cNvPr>
          <p:cNvSpPr/>
          <p:nvPr/>
        </p:nvSpPr>
        <p:spPr>
          <a:xfrm flipH="1">
            <a:off x="378664" y="4935398"/>
            <a:ext cx="1070167" cy="1072245"/>
          </a:xfrm>
          <a:prstGeom prst="arc">
            <a:avLst>
              <a:gd name="adj1" fmla="val 16200000"/>
              <a:gd name="adj2" fmla="val 5505012"/>
            </a:avLst>
          </a:prstGeom>
          <a:noFill/>
          <a:ln w="38100" cap="rnd" cmpd="sng" algn="ctr">
            <a:solidFill>
              <a:srgbClr val="00BFB3"/>
            </a:solidFill>
            <a:prstDash val="solid"/>
            <a:roun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B3A42"/>
              </a:solidFill>
              <a:effectLst/>
              <a:uLnTx/>
              <a:uFillTx/>
              <a:latin typeface="Arial" panose="020B0604020202020204"/>
              <a:ea typeface="+mn-ea"/>
              <a:cs typeface="+mn-cs"/>
            </a:endParaRPr>
          </a:p>
        </p:txBody>
      </p:sp>
      <p:cxnSp>
        <p:nvCxnSpPr>
          <p:cNvPr id="15" name="Straight Connector 14">
            <a:extLst>
              <a:ext uri="{FF2B5EF4-FFF2-40B4-BE49-F238E27FC236}">
                <a16:creationId xmlns:a16="http://schemas.microsoft.com/office/drawing/2014/main" id="{BBA4A936-B49E-3D5A-4841-018921D72DC5}"/>
              </a:ext>
            </a:extLst>
          </p:cNvPr>
          <p:cNvCxnSpPr>
            <a:cxnSpLocks/>
          </p:cNvCxnSpPr>
          <p:nvPr/>
        </p:nvCxnSpPr>
        <p:spPr>
          <a:xfrm>
            <a:off x="913986" y="2508845"/>
            <a:ext cx="10800220" cy="0"/>
          </a:xfrm>
          <a:prstGeom prst="line">
            <a:avLst/>
          </a:prstGeom>
          <a:noFill/>
          <a:ln w="38100" cap="rnd" cmpd="sng" algn="ctr">
            <a:solidFill>
              <a:srgbClr val="00A3E0"/>
            </a:solidFill>
            <a:prstDash val="solid"/>
            <a:round/>
          </a:ln>
          <a:effectLst/>
        </p:spPr>
      </p:cxnSp>
      <p:cxnSp>
        <p:nvCxnSpPr>
          <p:cNvPr id="16" name="Straight Connector 15">
            <a:extLst>
              <a:ext uri="{FF2B5EF4-FFF2-40B4-BE49-F238E27FC236}">
                <a16:creationId xmlns:a16="http://schemas.microsoft.com/office/drawing/2014/main" id="{6852C55A-AD25-A7D1-555A-E5DDF663265C}"/>
              </a:ext>
            </a:extLst>
          </p:cNvPr>
          <p:cNvCxnSpPr>
            <a:cxnSpLocks/>
          </p:cNvCxnSpPr>
          <p:nvPr/>
        </p:nvCxnSpPr>
        <p:spPr>
          <a:xfrm>
            <a:off x="923467" y="3675111"/>
            <a:ext cx="10800220" cy="0"/>
          </a:xfrm>
          <a:prstGeom prst="line">
            <a:avLst/>
          </a:prstGeom>
          <a:noFill/>
          <a:ln w="38100" cap="rnd" cmpd="sng" algn="ctr">
            <a:solidFill>
              <a:srgbClr val="005587"/>
            </a:solidFill>
            <a:prstDash val="solid"/>
            <a:round/>
          </a:ln>
          <a:effectLst/>
        </p:spPr>
      </p:cxnSp>
      <p:cxnSp>
        <p:nvCxnSpPr>
          <p:cNvPr id="17" name="Straight Connector 16">
            <a:extLst>
              <a:ext uri="{FF2B5EF4-FFF2-40B4-BE49-F238E27FC236}">
                <a16:creationId xmlns:a16="http://schemas.microsoft.com/office/drawing/2014/main" id="{ACD0E81F-CF96-7144-B231-FC82608C74CD}"/>
              </a:ext>
            </a:extLst>
          </p:cNvPr>
          <p:cNvCxnSpPr>
            <a:cxnSpLocks/>
          </p:cNvCxnSpPr>
          <p:nvPr/>
        </p:nvCxnSpPr>
        <p:spPr>
          <a:xfrm>
            <a:off x="923467" y="4841377"/>
            <a:ext cx="10800220" cy="0"/>
          </a:xfrm>
          <a:prstGeom prst="line">
            <a:avLst/>
          </a:prstGeom>
          <a:noFill/>
          <a:ln w="38100" cap="rnd" cmpd="sng" algn="ctr">
            <a:solidFill>
              <a:srgbClr val="43B02A"/>
            </a:solidFill>
            <a:prstDash val="solid"/>
            <a:round/>
          </a:ln>
          <a:effectLst/>
        </p:spPr>
      </p:cxnSp>
      <p:cxnSp>
        <p:nvCxnSpPr>
          <p:cNvPr id="18" name="Straight Connector 17">
            <a:extLst>
              <a:ext uri="{FF2B5EF4-FFF2-40B4-BE49-F238E27FC236}">
                <a16:creationId xmlns:a16="http://schemas.microsoft.com/office/drawing/2014/main" id="{0C27DD38-2B96-E715-32A3-4BBAECEAF9B7}"/>
              </a:ext>
            </a:extLst>
          </p:cNvPr>
          <p:cNvCxnSpPr>
            <a:cxnSpLocks/>
          </p:cNvCxnSpPr>
          <p:nvPr/>
        </p:nvCxnSpPr>
        <p:spPr>
          <a:xfrm>
            <a:off x="923467" y="6007643"/>
            <a:ext cx="10800220" cy="0"/>
          </a:xfrm>
          <a:prstGeom prst="line">
            <a:avLst/>
          </a:prstGeom>
          <a:noFill/>
          <a:ln w="38100" cap="rnd" cmpd="sng" algn="ctr">
            <a:solidFill>
              <a:srgbClr val="00BFB3"/>
            </a:solidFill>
            <a:prstDash val="solid"/>
            <a:round/>
          </a:ln>
          <a:effectLst/>
        </p:spPr>
      </p:cxnSp>
      <p:sp>
        <p:nvSpPr>
          <p:cNvPr id="19" name="Rounded Rectangle 69">
            <a:extLst>
              <a:ext uri="{FF2B5EF4-FFF2-40B4-BE49-F238E27FC236}">
                <a16:creationId xmlns:a16="http://schemas.microsoft.com/office/drawing/2014/main" id="{EF7A4D1C-29C8-262B-8F20-A97A490EA7C2}"/>
              </a:ext>
            </a:extLst>
          </p:cNvPr>
          <p:cNvSpPr>
            <a:spLocks/>
          </p:cNvSpPr>
          <p:nvPr/>
        </p:nvSpPr>
        <p:spPr>
          <a:xfrm>
            <a:off x="1470375" y="1572546"/>
            <a:ext cx="10278545" cy="816240"/>
          </a:xfrm>
          <a:prstGeom prst="rect">
            <a:avLst/>
          </a:prstGeom>
          <a:noFill/>
          <a:ln w="12700" cap="flat" cmpd="sng" algn="ctr">
            <a:noFill/>
            <a:prstDash val="solid"/>
            <a:miter lim="800000"/>
          </a:ln>
          <a:effectLst/>
        </p:spPr>
        <p:txBody>
          <a:bodyPr rtlCol="0" anchor="ctr" anchorCtr="0"/>
          <a:lstStyle/>
          <a:p>
            <a:pPr marL="0" marR="0" lvl="0" indent="0" defTabSz="914400" eaLnBrk="1" fontAlgn="base" latinLnBrk="0" hangingPunct="1">
              <a:lnSpc>
                <a:spcPct val="100000"/>
              </a:lnSpc>
              <a:spcBef>
                <a:spcPts val="0"/>
              </a:spcBef>
              <a:spcAft>
                <a:spcPts val="300"/>
              </a:spcAft>
              <a:buClrTx/>
              <a:buSzTx/>
              <a:buFontTx/>
              <a:buNone/>
              <a:tabLst/>
              <a:defRPr/>
            </a:pPr>
            <a:r>
              <a:rPr kumimoji="0" lang="ru-RU" sz="16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ИБС — №1 причина смертности в мире¹</a:t>
            </a:r>
          </a:p>
          <a:p>
            <a:pPr marL="0" marR="0" lvl="0" indent="0" defTabSz="914400" eaLnBrk="1" fontAlgn="base" latinLnBrk="0" hangingPunct="1">
              <a:lnSpc>
                <a:spcPct val="100000"/>
              </a:lnSpc>
              <a:spcBef>
                <a:spcPts val="0"/>
              </a:spcBef>
              <a:spcAft>
                <a:spcPts val="300"/>
              </a:spcAft>
              <a:buClrTx/>
              <a:buSzTx/>
              <a:buFontTx/>
              <a:buNone/>
              <a:tabLst/>
              <a:defRPr/>
            </a:pPr>
            <a:r>
              <a:rPr lang="ru-RU" sz="1600" b="1" kern="0" dirty="0">
                <a:solidFill>
                  <a:srgbClr val="2B3A42"/>
                </a:solidFill>
                <a:latin typeface="Arial" panose="020B0604020202020204" pitchFamily="34" charset="0"/>
                <a:cs typeface="Arial" panose="020B0604020202020204" pitchFamily="34" charset="0"/>
              </a:rPr>
              <a:t>Это г</a:t>
            </a:r>
            <a:r>
              <a:rPr kumimoji="0" lang="ru-RU" sz="1600" b="1" i="0" u="none" strike="noStrike" kern="0" cap="none" spc="0" normalizeH="0" baseline="0" noProof="0" dirty="0" err="1">
                <a:ln>
                  <a:noFill/>
                </a:ln>
                <a:solidFill>
                  <a:srgbClr val="2B3A42"/>
                </a:solidFill>
                <a:effectLst/>
                <a:uLnTx/>
                <a:uFillTx/>
                <a:latin typeface="Arial" panose="020B0604020202020204" pitchFamily="34" charset="0"/>
                <a:ea typeface="+mn-ea"/>
                <a:cs typeface="Arial" panose="020B0604020202020204" pitchFamily="34" charset="0"/>
              </a:rPr>
              <a:t>лобальная</a:t>
            </a:r>
            <a:r>
              <a:rPr kumimoji="0" lang="ru-RU" sz="16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проблема, превосходящая по значимости все остальные причины смерти</a:t>
            </a:r>
            <a:endParaRPr kumimoji="0" lang="en-US" sz="16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endParaRPr>
          </a:p>
        </p:txBody>
      </p:sp>
      <p:sp>
        <p:nvSpPr>
          <p:cNvPr id="20" name="Rounded Rectangle 69">
            <a:extLst>
              <a:ext uri="{FF2B5EF4-FFF2-40B4-BE49-F238E27FC236}">
                <a16:creationId xmlns:a16="http://schemas.microsoft.com/office/drawing/2014/main" id="{CDA186DF-5C92-5E4E-3E5F-2A9737F6550C}"/>
              </a:ext>
            </a:extLst>
          </p:cNvPr>
          <p:cNvSpPr>
            <a:spLocks/>
          </p:cNvSpPr>
          <p:nvPr/>
        </p:nvSpPr>
        <p:spPr>
          <a:xfrm>
            <a:off x="1470375" y="2738812"/>
            <a:ext cx="10278545" cy="816240"/>
          </a:xfrm>
          <a:prstGeom prst="rect">
            <a:avLst/>
          </a:prstGeom>
          <a:noFill/>
          <a:ln w="12700" cap="flat" cmpd="sng" algn="ctr">
            <a:noFill/>
            <a:prstDash val="solid"/>
            <a:miter lim="800000"/>
          </a:ln>
          <a:effectLst/>
        </p:spPr>
        <p:txBody>
          <a:bodyPr rtlCol="0" anchor="ctr" anchorCtr="0"/>
          <a:lstStyle/>
          <a:p>
            <a:pPr marL="0" marR="0" lvl="0" indent="0" defTabSz="914400" eaLnBrk="1" fontAlgn="base" latinLnBrk="0" hangingPunct="1">
              <a:lnSpc>
                <a:spcPct val="100000"/>
              </a:lnSpc>
              <a:spcBef>
                <a:spcPts val="0"/>
              </a:spcBef>
              <a:spcAft>
                <a:spcPts val="300"/>
              </a:spcAft>
              <a:buClrTx/>
              <a:buSzTx/>
              <a:buFontTx/>
              <a:buNone/>
              <a:tabLst/>
              <a:defRPr/>
            </a:pPr>
            <a:r>
              <a:rPr kumimoji="0" lang="ru-RU" sz="16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Риск инфаркта миокарда нарастает с числом сопутствующих факторов риска² </a:t>
            </a:r>
          </a:p>
          <a:p>
            <a:pPr marL="0" marR="0" lvl="0" indent="0" defTabSz="914400" eaLnBrk="1" fontAlgn="base" latinLnBrk="0" hangingPunct="1">
              <a:lnSpc>
                <a:spcPct val="100000"/>
              </a:lnSpc>
              <a:spcBef>
                <a:spcPts val="0"/>
              </a:spcBef>
              <a:spcAft>
                <a:spcPts val="300"/>
              </a:spcAft>
              <a:buClrTx/>
              <a:buSzTx/>
              <a:buFontTx/>
              <a:buNone/>
              <a:tabLst/>
              <a:defRPr/>
            </a:pPr>
            <a:r>
              <a:rPr kumimoji="0" lang="ru-RU" sz="16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Артериальная гипертензия один из </a:t>
            </a:r>
            <a:r>
              <a:rPr lang="ru-RU" sz="1600" b="1" kern="0" dirty="0">
                <a:solidFill>
                  <a:srgbClr val="2B3A42"/>
                </a:solidFill>
                <a:latin typeface="Arial" panose="020B0604020202020204" pitchFamily="34" charset="0"/>
                <a:cs typeface="Arial" panose="020B0604020202020204" pitchFamily="34" charset="0"/>
              </a:rPr>
              <a:t>наиболее частых факторов у пациентов с ИБС</a:t>
            </a:r>
            <a:r>
              <a:rPr lang="ru-RU" sz="1600" b="1" kern="0" baseline="30000" dirty="0">
                <a:solidFill>
                  <a:srgbClr val="2B3A42"/>
                </a:solidFill>
                <a:latin typeface="Arial" panose="020B0604020202020204" pitchFamily="34" charset="0"/>
                <a:cs typeface="Arial" panose="020B0604020202020204" pitchFamily="34" charset="0"/>
              </a:rPr>
              <a:t>3</a:t>
            </a:r>
            <a:endParaRPr lang="en-US" sz="1600" b="1" kern="0" baseline="30000" dirty="0">
              <a:solidFill>
                <a:srgbClr val="2B3A42"/>
              </a:solidFill>
              <a:latin typeface="Arial" panose="020B0604020202020204" pitchFamily="34" charset="0"/>
              <a:cs typeface="Arial" panose="020B0604020202020204" pitchFamily="34" charset="0"/>
            </a:endParaRPr>
          </a:p>
        </p:txBody>
      </p:sp>
      <p:sp>
        <p:nvSpPr>
          <p:cNvPr id="21" name="Rounded Rectangle 69">
            <a:extLst>
              <a:ext uri="{FF2B5EF4-FFF2-40B4-BE49-F238E27FC236}">
                <a16:creationId xmlns:a16="http://schemas.microsoft.com/office/drawing/2014/main" id="{058FBC1F-7AAA-A6CC-C8ED-C40DE2F0303F}"/>
              </a:ext>
            </a:extLst>
          </p:cNvPr>
          <p:cNvSpPr>
            <a:spLocks/>
          </p:cNvSpPr>
          <p:nvPr/>
        </p:nvSpPr>
        <p:spPr>
          <a:xfrm>
            <a:off x="1470375" y="3905078"/>
            <a:ext cx="10278545" cy="816240"/>
          </a:xfrm>
          <a:prstGeom prst="rect">
            <a:avLst/>
          </a:prstGeom>
          <a:noFill/>
          <a:ln w="12700" cap="flat" cmpd="sng" algn="ctr">
            <a:noFill/>
            <a:prstDash val="solid"/>
            <a:miter lim="800000"/>
          </a:ln>
          <a:effectLst/>
        </p:spPr>
        <p:txBody>
          <a:bodyPr rtlCol="0" anchor="ctr" anchorCtr="0"/>
          <a:lstStyle/>
          <a:p>
            <a:pPr marL="0" marR="0" lvl="0" indent="0" defTabSz="914400" eaLnBrk="1" fontAlgn="base" latinLnBrk="0" hangingPunct="1">
              <a:lnSpc>
                <a:spcPct val="100000"/>
              </a:lnSpc>
              <a:spcBef>
                <a:spcPts val="0"/>
              </a:spcBef>
              <a:spcAft>
                <a:spcPts val="300"/>
              </a:spcAft>
              <a:buClrTx/>
              <a:buSzTx/>
              <a:buFontTx/>
              <a:buNone/>
              <a:tabLst/>
              <a:defRPr/>
            </a:pPr>
            <a:r>
              <a:rPr kumimoji="0" lang="ru-RU" sz="16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ИБС — это спектр форм от бессимптомных пациентов до перенесших инфаркт миокарда</a:t>
            </a:r>
            <a:r>
              <a:rPr kumimoji="0" lang="ru-RU" sz="1600" b="1" i="0" u="none" strike="noStrike" kern="0" cap="none" spc="0" normalizeH="0" baseline="30000" noProof="0" dirty="0">
                <a:ln>
                  <a:noFill/>
                </a:ln>
                <a:solidFill>
                  <a:srgbClr val="2B3A42"/>
                </a:solidFill>
                <a:effectLst/>
                <a:uLnTx/>
                <a:uFillTx/>
                <a:latin typeface="Arial" panose="020B0604020202020204" pitchFamily="34" charset="0"/>
                <a:ea typeface="+mn-ea"/>
                <a:cs typeface="Arial" panose="020B0604020202020204" pitchFamily="34" charset="0"/>
              </a:rPr>
              <a:t>4</a:t>
            </a:r>
            <a:endParaRPr kumimoji="0" lang="en-US" sz="1600" b="1" i="0" u="none" strike="noStrike" kern="0" cap="none" spc="0" normalizeH="0" baseline="30000" noProof="0" dirty="0">
              <a:ln>
                <a:noFill/>
              </a:ln>
              <a:solidFill>
                <a:srgbClr val="2B3A42"/>
              </a:solidFill>
              <a:effectLst/>
              <a:uLnTx/>
              <a:uFillTx/>
              <a:latin typeface="Arial" panose="020B0604020202020204" pitchFamily="34" charset="0"/>
              <a:ea typeface="+mn-ea"/>
              <a:cs typeface="Arial" panose="020B0604020202020204" pitchFamily="34" charset="0"/>
            </a:endParaRPr>
          </a:p>
        </p:txBody>
      </p:sp>
      <p:sp>
        <p:nvSpPr>
          <p:cNvPr id="22" name="Rounded Rectangle 69">
            <a:extLst>
              <a:ext uri="{FF2B5EF4-FFF2-40B4-BE49-F238E27FC236}">
                <a16:creationId xmlns:a16="http://schemas.microsoft.com/office/drawing/2014/main" id="{DC8EB756-FD1F-61E5-ACD3-E026C6599851}"/>
              </a:ext>
            </a:extLst>
          </p:cNvPr>
          <p:cNvSpPr>
            <a:spLocks/>
          </p:cNvSpPr>
          <p:nvPr/>
        </p:nvSpPr>
        <p:spPr>
          <a:xfrm>
            <a:off x="1470375" y="5071344"/>
            <a:ext cx="10278545" cy="816240"/>
          </a:xfrm>
          <a:prstGeom prst="rect">
            <a:avLst/>
          </a:prstGeom>
          <a:noFill/>
          <a:ln w="12700" cap="flat" cmpd="sng" algn="ctr">
            <a:noFill/>
            <a:prstDash val="solid"/>
            <a:miter lim="800000"/>
          </a:ln>
          <a:effectLst/>
        </p:spPr>
        <p:txBody>
          <a:bodyPr rtlCol="0" anchor="ctr" anchorCtr="0"/>
          <a:lstStyle/>
          <a:p>
            <a:pPr marL="0" marR="0" lvl="0" indent="0" defTabSz="914400" eaLnBrk="1" fontAlgn="base" latinLnBrk="0" hangingPunct="1">
              <a:lnSpc>
                <a:spcPct val="100000"/>
              </a:lnSpc>
              <a:spcBef>
                <a:spcPts val="0"/>
              </a:spcBef>
              <a:spcAft>
                <a:spcPts val="300"/>
              </a:spcAft>
              <a:buClrTx/>
              <a:buSzTx/>
              <a:buFontTx/>
              <a:buNone/>
              <a:tabLst/>
              <a:defRPr/>
            </a:pPr>
            <a:r>
              <a:rPr kumimoji="0" lang="ru-RU" sz="16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Антиишемическая терапия подбирается по клиническому профилю пациента</a:t>
            </a:r>
            <a:r>
              <a:rPr kumimoji="0" lang="ru-RU" sz="1600" b="1" i="0" u="none" strike="noStrike" kern="0" cap="none" spc="0" normalizeH="0" baseline="30000" noProof="0" dirty="0">
                <a:ln>
                  <a:noFill/>
                </a:ln>
                <a:solidFill>
                  <a:srgbClr val="2B3A42"/>
                </a:solidFill>
                <a:effectLst/>
                <a:uLnTx/>
                <a:uFillTx/>
                <a:latin typeface="Arial" panose="020B0604020202020204" pitchFamily="34" charset="0"/>
                <a:ea typeface="+mn-ea"/>
                <a:cs typeface="Arial" panose="020B0604020202020204" pitchFamily="34" charset="0"/>
              </a:rPr>
              <a:t>5</a:t>
            </a:r>
            <a:endParaRPr kumimoji="0" lang="en-US" sz="1600" b="1" i="0" u="none" strike="noStrike" kern="0" cap="none" spc="0" normalizeH="0" baseline="30000" noProof="0" dirty="0">
              <a:ln>
                <a:noFill/>
              </a:ln>
              <a:solidFill>
                <a:srgbClr val="2B3A42"/>
              </a:solidFill>
              <a:effectLst/>
              <a:uLnTx/>
              <a:uFillTx/>
              <a:latin typeface="Arial" panose="020B0604020202020204" pitchFamily="34" charset="0"/>
              <a:ea typeface="+mn-ea"/>
              <a:cs typeface="Arial" panose="020B0604020202020204" pitchFamily="34" charset="0"/>
            </a:endParaRPr>
          </a:p>
        </p:txBody>
      </p:sp>
      <p:sp>
        <p:nvSpPr>
          <p:cNvPr id="24" name="TextBox 23">
            <a:extLst>
              <a:ext uri="{FF2B5EF4-FFF2-40B4-BE49-F238E27FC236}">
                <a16:creationId xmlns:a16="http://schemas.microsoft.com/office/drawing/2014/main" id="{55AB2662-6C7B-CE5B-7C08-8A29DC185EA3}"/>
              </a:ext>
            </a:extLst>
          </p:cNvPr>
          <p:cNvSpPr txBox="1"/>
          <p:nvPr/>
        </p:nvSpPr>
        <p:spPr>
          <a:xfrm>
            <a:off x="135265" y="6191202"/>
            <a:ext cx="11713835" cy="584775"/>
          </a:xfrm>
          <a:prstGeom prst="rect">
            <a:avLst/>
          </a:prstGeom>
          <a:noFill/>
        </p:spPr>
        <p:txBody>
          <a:bodyPr wrap="square">
            <a:spAutoFit/>
          </a:bodyPr>
          <a:lstStyle/>
          <a:p>
            <a:r>
              <a:rPr lang="ru-RU" sz="800" dirty="0"/>
              <a:t>1. Официальный сайт ВОЗ, https://www.who.int/ru/news-room/fact-sheets/detail/the-top-10-causes-of-death/ 07.08.2024 Дата доступа: 05.05.2026. </a:t>
            </a:r>
            <a:r>
              <a:rPr lang="en-US" sz="800" dirty="0"/>
              <a:t>2. Bhatt D.L., Steg P.G., Ohman E.M. et al. REACH Registry Investigators. International prevalence, recognition, and treatment of cardiovascular risk factors in outpatients with atherothrombosis // JAMA. 2006. V. 295. P. 180–189. </a:t>
            </a:r>
            <a:r>
              <a:rPr lang="ru-RU" sz="800" dirty="0"/>
              <a:t>3. Остроумова О.Д., Дудаев В.А., Фомина В.М. Сочетание артериальной гипертонии и ишемической болезни сердца – проблема номер один современной кардиологической практики. Системные гипертензии. 2015; 1: 70–75. 4. </a:t>
            </a:r>
            <a:r>
              <a:rPr lang="ru-RU" sz="800" dirty="0" err="1"/>
              <a:t>Барбараш</a:t>
            </a:r>
            <a:r>
              <a:rPr lang="ru-RU" sz="800" dirty="0"/>
              <a:t> О. Л., и </a:t>
            </a:r>
            <a:r>
              <a:rPr lang="ru-RU" sz="800" dirty="0" err="1"/>
              <a:t>соавт</a:t>
            </a:r>
            <a:r>
              <a:rPr lang="ru-RU" sz="800" dirty="0"/>
              <a:t>. Стабильная ишемическая болезнь сердца. Клинические рекомендации 2024. Российский кардиологический журнал. 2024;29(9):6110. </a:t>
            </a:r>
            <a:r>
              <a:rPr lang="ru-RU" sz="800" dirty="0" err="1"/>
              <a:t>doi</a:t>
            </a:r>
            <a:r>
              <a:rPr lang="ru-RU" sz="800" dirty="0"/>
              <a:t>: 10.15829/1560-4071-2024-6110. EDN HHJJUT. 5. </a:t>
            </a:r>
            <a:r>
              <a:rPr lang="en-US" sz="800" dirty="0" err="1"/>
              <a:t>Vrints</a:t>
            </a:r>
            <a:r>
              <a:rPr lang="en-US" sz="800" dirty="0"/>
              <a:t> C. et al. 2024 ESC Guidelines for the management of chronic coronary syndromes. </a:t>
            </a:r>
            <a:r>
              <a:rPr lang="en-US" sz="800" dirty="0" err="1"/>
              <a:t>Eur</a:t>
            </a:r>
            <a:r>
              <a:rPr lang="en-US" sz="800" dirty="0"/>
              <a:t> Heart J. 2024 Aug 30:ehae177. </a:t>
            </a:r>
            <a:r>
              <a:rPr lang="en-US" sz="800" dirty="0" err="1"/>
              <a:t>doi</a:t>
            </a:r>
            <a:r>
              <a:rPr lang="en-US" sz="800" dirty="0"/>
              <a:t>: 10.1093/</a:t>
            </a:r>
            <a:r>
              <a:rPr lang="en-US" sz="800" dirty="0" err="1"/>
              <a:t>eurheartj</a:t>
            </a:r>
            <a:r>
              <a:rPr lang="en-US" sz="800" dirty="0"/>
              <a:t>/ehae177. PMID: 39210710.</a:t>
            </a:r>
            <a:endParaRPr lang="ru-RU" sz="800" dirty="0"/>
          </a:p>
        </p:txBody>
      </p:sp>
      <p:sp>
        <p:nvSpPr>
          <p:cNvPr id="23" name="Rectangle: Diagonal Corners Snipped 22">
            <a:extLst>
              <a:ext uri="{FF2B5EF4-FFF2-40B4-BE49-F238E27FC236}">
                <a16:creationId xmlns:a16="http://schemas.microsoft.com/office/drawing/2014/main" id="{891941D7-8028-7545-5013-A7E427DE49BD}"/>
              </a:ext>
            </a:extLst>
          </p:cNvPr>
          <p:cNvSpPr/>
          <p:nvPr/>
        </p:nvSpPr>
        <p:spPr>
          <a:xfrm>
            <a:off x="135265" y="54164"/>
            <a:ext cx="3220999" cy="400614"/>
          </a:xfrm>
          <a:prstGeom prst="snip2Diag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b="1" i="1" dirty="0">
                <a:latin typeface="Verdana" panose="020B0604030504040204" pitchFamily="34" charset="0"/>
                <a:ea typeface="Verdana" panose="020B0604030504040204" pitchFamily="34" charset="0"/>
              </a:rPr>
              <a:t>Главное из блока</a:t>
            </a:r>
          </a:p>
        </p:txBody>
      </p:sp>
    </p:spTree>
    <p:extLst>
      <p:ext uri="{BB962C8B-B14F-4D97-AF65-F5344CB8AC3E}">
        <p14:creationId xmlns:p14="http://schemas.microsoft.com/office/powerpoint/2010/main" val="25566566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C74D7-9715-51AF-B408-417CBC753732}"/>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1BAEC544-BBBF-8191-0FC6-DB4522C97F33}"/>
              </a:ext>
            </a:extLst>
          </p:cNvPr>
          <p:cNvSpPr>
            <a:spLocks noGrp="1"/>
          </p:cNvSpPr>
          <p:nvPr>
            <p:ph type="title"/>
          </p:nvPr>
        </p:nvSpPr>
        <p:spPr bwMode="gray">
          <a:xfrm>
            <a:off x="5765800" y="2240992"/>
            <a:ext cx="5943600" cy="2232000"/>
          </a:xfrm>
        </p:spPr>
        <p:txBody>
          <a:bodyPr/>
          <a:lstStyle/>
          <a:p>
            <a:r>
              <a:rPr lang="ru-RU" sz="4000" b="1" dirty="0">
                <a:latin typeface="Arial (Headings)"/>
              </a:rPr>
              <a:t>Оптимальная Медикаментозная Терапия</a:t>
            </a:r>
            <a:endParaRPr lang="en-US" sz="4000" b="1" dirty="0">
              <a:latin typeface="Arial (Headings)"/>
            </a:endParaRPr>
          </a:p>
        </p:txBody>
      </p:sp>
    </p:spTree>
    <p:custDataLst>
      <p:tags r:id="rId1"/>
    </p:custDataLst>
    <p:extLst>
      <p:ext uri="{BB962C8B-B14F-4D97-AF65-F5344CB8AC3E}">
        <p14:creationId xmlns:p14="http://schemas.microsoft.com/office/powerpoint/2010/main" val="1326292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AC733-7D00-F18D-205D-7A0B5DC28E74}"/>
              </a:ext>
            </a:extLst>
          </p:cNvPr>
          <p:cNvSpPr txBox="1">
            <a:spLocks/>
          </p:cNvSpPr>
          <p:nvPr/>
        </p:nvSpPr>
        <p:spPr>
          <a:xfrm>
            <a:off x="384694" y="294468"/>
            <a:ext cx="11338560" cy="768263"/>
          </a:xfrm>
          <a:prstGeom prst="rect">
            <a:avLst/>
          </a:prstGeom>
        </p:spPr>
        <p:txBody>
          <a:bodyPr lIns="91440" tIns="45720" rIns="91440" bIns="45720" anchor="b" anchorCtr="0"/>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lvl="0">
              <a:defRPr/>
            </a:pPr>
            <a:r>
              <a:rPr kumimoji="0" lang="ru-RU" sz="2800" b="1" i="0" u="none" strike="noStrike" kern="1200" cap="none" spc="0" normalizeH="0" baseline="0" noProof="0" dirty="0">
                <a:ln>
                  <a:noFill/>
                </a:ln>
                <a:solidFill>
                  <a:srgbClr val="2B3A42"/>
                </a:solidFill>
                <a:effectLst/>
                <a:uLnTx/>
                <a:uFillTx/>
                <a:latin typeface="Arial" panose="020B0604020202020204"/>
                <a:ea typeface="+mj-ea"/>
                <a:cs typeface="+mj-cs"/>
              </a:rPr>
              <a:t>Что такое современная «Оптимальная Медикаментозная Терапия</a:t>
            </a:r>
            <a:r>
              <a:rPr lang="ru-RU" baseline="30000" dirty="0">
                <a:solidFill>
                  <a:srgbClr val="2B3A42"/>
                </a:solidFill>
                <a:latin typeface="Arial" panose="020B0604020202020204"/>
              </a:rPr>
              <a:t>1,2</a:t>
            </a:r>
            <a:r>
              <a:rPr kumimoji="0" lang="ru-RU" sz="2800" b="1" i="0" u="none" strike="noStrike" kern="1200" cap="none" spc="0" normalizeH="0" baseline="0" noProof="0" dirty="0">
                <a:ln>
                  <a:noFill/>
                </a:ln>
                <a:solidFill>
                  <a:srgbClr val="2B3A42"/>
                </a:solidFill>
                <a:effectLst/>
                <a:uLnTx/>
                <a:uFillTx/>
                <a:latin typeface="Arial" panose="020B0604020202020204"/>
                <a:ea typeface="+mj-ea"/>
                <a:cs typeface="+mj-cs"/>
              </a:rPr>
              <a:t>»?</a:t>
            </a:r>
            <a:endParaRPr kumimoji="0" lang="en-US" sz="2800" b="1" i="0" u="none" strike="noStrike" kern="1200" cap="none" spc="0" normalizeH="0" baseline="0" noProof="0" dirty="0">
              <a:ln>
                <a:noFill/>
              </a:ln>
              <a:solidFill>
                <a:srgbClr val="2B3A42"/>
              </a:solidFill>
              <a:effectLst/>
              <a:uLnTx/>
              <a:uFillTx/>
              <a:latin typeface="Arial" panose="020B0604020202020204"/>
              <a:ea typeface="+mj-ea"/>
              <a:cs typeface="+mj-cs"/>
            </a:endParaRPr>
          </a:p>
        </p:txBody>
      </p:sp>
      <p:grpSp>
        <p:nvGrpSpPr>
          <p:cNvPr id="3" name="Group 2">
            <a:extLst>
              <a:ext uri="{FF2B5EF4-FFF2-40B4-BE49-F238E27FC236}">
                <a16:creationId xmlns:a16="http://schemas.microsoft.com/office/drawing/2014/main" id="{5313DEE6-CCFE-1428-D54C-C4012D9B796D}"/>
              </a:ext>
            </a:extLst>
          </p:cNvPr>
          <p:cNvGrpSpPr/>
          <p:nvPr/>
        </p:nvGrpSpPr>
        <p:grpSpPr>
          <a:xfrm flipV="1">
            <a:off x="378664" y="1120356"/>
            <a:ext cx="5222036" cy="1285816"/>
            <a:chOff x="378664" y="1716000"/>
            <a:chExt cx="4354668" cy="1072245"/>
          </a:xfrm>
        </p:grpSpPr>
        <p:sp>
          <p:nvSpPr>
            <p:cNvPr id="4" name="Arc 3">
              <a:extLst>
                <a:ext uri="{FF2B5EF4-FFF2-40B4-BE49-F238E27FC236}">
                  <a16:creationId xmlns:a16="http://schemas.microsoft.com/office/drawing/2014/main" id="{83220EEA-2BBE-4136-1106-CCBBF1BD02A3}"/>
                </a:ext>
              </a:extLst>
            </p:cNvPr>
            <p:cNvSpPr/>
            <p:nvPr/>
          </p:nvSpPr>
          <p:spPr>
            <a:xfrm flipH="1">
              <a:off x="378664" y="1716000"/>
              <a:ext cx="1070167" cy="1072245"/>
            </a:xfrm>
            <a:prstGeom prst="arc">
              <a:avLst>
                <a:gd name="adj1" fmla="val 16200000"/>
                <a:gd name="adj2" fmla="val 5498192"/>
              </a:avLst>
            </a:prstGeom>
            <a:noFill/>
            <a:ln w="28575" cap="rnd" cmpd="sng" algn="ctr">
              <a:solidFill>
                <a:srgbClr val="00A3E0"/>
              </a:solidFill>
              <a:prstDash val="solid"/>
              <a:roun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B3A42"/>
                </a:solidFill>
                <a:effectLst/>
                <a:uLnTx/>
                <a:uFillTx/>
                <a:latin typeface="Arial" panose="020B0604020202020204"/>
                <a:ea typeface="+mn-ea"/>
                <a:cs typeface="+mn-cs"/>
              </a:endParaRPr>
            </a:p>
          </p:txBody>
        </p:sp>
        <p:cxnSp>
          <p:nvCxnSpPr>
            <p:cNvPr id="5" name="Straight Connector 4">
              <a:extLst>
                <a:ext uri="{FF2B5EF4-FFF2-40B4-BE49-F238E27FC236}">
                  <a16:creationId xmlns:a16="http://schemas.microsoft.com/office/drawing/2014/main" id="{F737B2C0-8A75-62E0-DCDE-B5F788232017}"/>
                </a:ext>
              </a:extLst>
            </p:cNvPr>
            <p:cNvCxnSpPr>
              <a:cxnSpLocks/>
            </p:cNvCxnSpPr>
            <p:nvPr/>
          </p:nvCxnSpPr>
          <p:spPr>
            <a:xfrm flipV="1">
              <a:off x="913986" y="2788245"/>
              <a:ext cx="3819346" cy="0"/>
            </a:xfrm>
            <a:prstGeom prst="line">
              <a:avLst/>
            </a:prstGeom>
            <a:noFill/>
            <a:ln w="28575" cap="rnd" cmpd="sng" algn="ctr">
              <a:solidFill>
                <a:srgbClr val="00A3E0"/>
              </a:solidFill>
              <a:prstDash val="solid"/>
              <a:round/>
            </a:ln>
            <a:effectLst/>
          </p:spPr>
        </p:cxnSp>
      </p:grpSp>
      <p:pic>
        <p:nvPicPr>
          <p:cNvPr id="6" name="Graphic 5">
            <a:extLst>
              <a:ext uri="{FF2B5EF4-FFF2-40B4-BE49-F238E27FC236}">
                <a16:creationId xmlns:a16="http://schemas.microsoft.com/office/drawing/2014/main" id="{5D85A60D-A157-5FFB-176D-596216F8CA4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3047" y="1472078"/>
            <a:ext cx="502920" cy="502920"/>
          </a:xfrm>
          <a:prstGeom prst="rect">
            <a:avLst/>
          </a:prstGeom>
        </p:spPr>
      </p:pic>
      <p:grpSp>
        <p:nvGrpSpPr>
          <p:cNvPr id="7" name="Group 6">
            <a:extLst>
              <a:ext uri="{FF2B5EF4-FFF2-40B4-BE49-F238E27FC236}">
                <a16:creationId xmlns:a16="http://schemas.microsoft.com/office/drawing/2014/main" id="{AA7F4081-EED3-BDB7-3739-27E814D26E79}"/>
              </a:ext>
            </a:extLst>
          </p:cNvPr>
          <p:cNvGrpSpPr/>
          <p:nvPr/>
        </p:nvGrpSpPr>
        <p:grpSpPr>
          <a:xfrm flipH="1" flipV="1">
            <a:off x="6501218" y="1120356"/>
            <a:ext cx="5222036" cy="1285816"/>
            <a:chOff x="378664" y="1716000"/>
            <a:chExt cx="4354668" cy="1072245"/>
          </a:xfrm>
        </p:grpSpPr>
        <p:sp>
          <p:nvSpPr>
            <p:cNvPr id="8" name="Arc 7">
              <a:extLst>
                <a:ext uri="{FF2B5EF4-FFF2-40B4-BE49-F238E27FC236}">
                  <a16:creationId xmlns:a16="http://schemas.microsoft.com/office/drawing/2014/main" id="{FE418AA6-970A-732E-486D-8A55BD3ACF40}"/>
                </a:ext>
              </a:extLst>
            </p:cNvPr>
            <p:cNvSpPr/>
            <p:nvPr/>
          </p:nvSpPr>
          <p:spPr>
            <a:xfrm flipH="1">
              <a:off x="378664" y="1716000"/>
              <a:ext cx="1070167" cy="1072245"/>
            </a:xfrm>
            <a:prstGeom prst="arc">
              <a:avLst>
                <a:gd name="adj1" fmla="val 16200000"/>
                <a:gd name="adj2" fmla="val 5498192"/>
              </a:avLst>
            </a:prstGeom>
            <a:noFill/>
            <a:ln w="28575" cap="rnd" cmpd="sng" algn="ctr">
              <a:solidFill>
                <a:srgbClr val="005587"/>
              </a:solidFill>
              <a:prstDash val="solid"/>
              <a:roun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B3A42"/>
                </a:solidFill>
                <a:effectLst/>
                <a:uLnTx/>
                <a:uFillTx/>
                <a:latin typeface="Arial" panose="020B0604020202020204"/>
                <a:ea typeface="+mn-ea"/>
                <a:cs typeface="+mn-cs"/>
              </a:endParaRPr>
            </a:p>
          </p:txBody>
        </p:sp>
        <p:cxnSp>
          <p:nvCxnSpPr>
            <p:cNvPr id="9" name="Straight Connector 8">
              <a:extLst>
                <a:ext uri="{FF2B5EF4-FFF2-40B4-BE49-F238E27FC236}">
                  <a16:creationId xmlns:a16="http://schemas.microsoft.com/office/drawing/2014/main" id="{C91C56EB-9971-C2AB-284E-3F5F2A81D2F2}"/>
                </a:ext>
              </a:extLst>
            </p:cNvPr>
            <p:cNvCxnSpPr>
              <a:cxnSpLocks/>
            </p:cNvCxnSpPr>
            <p:nvPr/>
          </p:nvCxnSpPr>
          <p:spPr>
            <a:xfrm flipV="1">
              <a:off x="913986" y="2788245"/>
              <a:ext cx="3819346" cy="0"/>
            </a:xfrm>
            <a:prstGeom prst="line">
              <a:avLst/>
            </a:prstGeom>
            <a:noFill/>
            <a:ln w="28575" cap="rnd" cmpd="sng" algn="ctr">
              <a:solidFill>
                <a:srgbClr val="005587"/>
              </a:solidFill>
              <a:prstDash val="solid"/>
              <a:round/>
            </a:ln>
            <a:effectLst/>
          </p:spPr>
        </p:cxnSp>
      </p:grpSp>
      <p:pic>
        <p:nvPicPr>
          <p:cNvPr id="10" name="Graphic 9">
            <a:extLst>
              <a:ext uri="{FF2B5EF4-FFF2-40B4-BE49-F238E27FC236}">
                <a16:creationId xmlns:a16="http://schemas.microsoft.com/office/drawing/2014/main" id="{299B10F3-0B79-E5FD-E8DB-BD23494A1DB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042050" y="1472078"/>
            <a:ext cx="502920" cy="502920"/>
          </a:xfrm>
          <a:prstGeom prst="rect">
            <a:avLst/>
          </a:prstGeom>
        </p:spPr>
      </p:pic>
      <p:sp>
        <p:nvSpPr>
          <p:cNvPr id="11" name="Rounded Rectangle 69">
            <a:extLst>
              <a:ext uri="{FF2B5EF4-FFF2-40B4-BE49-F238E27FC236}">
                <a16:creationId xmlns:a16="http://schemas.microsoft.com/office/drawing/2014/main" id="{992FBFC0-7570-1D0A-6022-4E8FE3C41145}"/>
              </a:ext>
            </a:extLst>
          </p:cNvPr>
          <p:cNvSpPr>
            <a:spLocks/>
          </p:cNvSpPr>
          <p:nvPr/>
        </p:nvSpPr>
        <p:spPr>
          <a:xfrm>
            <a:off x="1267552" y="1257922"/>
            <a:ext cx="4266916" cy="1260387"/>
          </a:xfrm>
          <a:prstGeom prst="rect">
            <a:avLst/>
          </a:prstGeom>
          <a:noFill/>
          <a:ln w="12700" cap="flat" cmpd="sng" algn="ctr">
            <a:noFill/>
            <a:prstDash val="solid"/>
            <a:miter lim="800000"/>
          </a:ln>
          <a:effectLst/>
        </p:spPr>
        <p:txBody>
          <a:bodyPr rtlCol="0" anchor="t" anchorCtr="0"/>
          <a:lstStyle/>
          <a:p>
            <a:pPr marL="0" marR="0" lvl="0" indent="0" algn="ctr" defTabSz="914400" eaLnBrk="1" fontAlgn="base" latinLnBrk="0" hangingPunct="1">
              <a:lnSpc>
                <a:spcPct val="100000"/>
              </a:lnSpc>
              <a:spcBef>
                <a:spcPts val="0"/>
              </a:spcBef>
              <a:spcAft>
                <a:spcPts val="600"/>
              </a:spcAft>
              <a:buClrTx/>
              <a:buSzTx/>
              <a:buFontTx/>
              <a:buNone/>
              <a:tabLst/>
              <a:defRPr/>
            </a:pPr>
            <a:r>
              <a:rPr kumimoji="0" lang="ru-RU" sz="2000" b="1" i="0" u="none" strike="noStrike" kern="0" cap="none" spc="0" normalizeH="0" baseline="0" noProof="0" dirty="0">
                <a:ln>
                  <a:noFill/>
                </a:ln>
                <a:solidFill>
                  <a:srgbClr val="00A3E0"/>
                </a:solidFill>
                <a:effectLst/>
                <a:uLnTx/>
                <a:uFillTx/>
                <a:latin typeface="Arial" panose="020B0604020202020204" pitchFamily="34" charset="0"/>
                <a:ea typeface="+mn-ea"/>
                <a:cs typeface="Arial" panose="020B0604020202020204" pitchFamily="34" charset="0"/>
              </a:rPr>
              <a:t>Прогностический фундамент -  профилактика ССО</a:t>
            </a:r>
          </a:p>
          <a:p>
            <a:pPr marL="0" marR="0" lvl="0" indent="0" algn="ctr" defTabSz="914400" eaLnBrk="1" fontAlgn="base" latinLnBrk="0" hangingPunct="1">
              <a:lnSpc>
                <a:spcPct val="100000"/>
              </a:lnSpc>
              <a:spcBef>
                <a:spcPts val="0"/>
              </a:spcBef>
              <a:spcAft>
                <a:spcPts val="600"/>
              </a:spcAft>
              <a:buClrTx/>
              <a:buSzTx/>
              <a:buFontTx/>
              <a:buNone/>
              <a:tabLst/>
              <a:defRPr/>
            </a:pPr>
            <a:endParaRPr kumimoji="0" lang="ru-RU" sz="2000" b="1" i="0" u="none" strike="noStrike" kern="0" cap="none" spc="0" normalizeH="0" baseline="0" noProof="0" dirty="0">
              <a:ln>
                <a:noFill/>
              </a:ln>
              <a:solidFill>
                <a:srgbClr val="00A3E0"/>
              </a:solidFill>
              <a:effectLst/>
              <a:uLnTx/>
              <a:uFillTx/>
              <a:latin typeface="Arial" panose="020B0604020202020204" pitchFamily="34" charset="0"/>
              <a:ea typeface="+mn-ea"/>
              <a:cs typeface="Arial" panose="020B0604020202020204" pitchFamily="34" charset="0"/>
            </a:endParaRPr>
          </a:p>
          <a:p>
            <a:pPr marL="182880" marR="0" lvl="0" indent="-182880" defTabSz="91440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Антитромботическая терапия</a:t>
            </a:r>
          </a:p>
          <a:p>
            <a:pPr marL="182880" marR="0" lvl="0" indent="-182880" defTabSz="91440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Гиполипидемическая терапия – цель ЛПНП &lt;1,4 ммоль/л</a:t>
            </a:r>
          </a:p>
          <a:p>
            <a:pPr marL="182880" marR="0" lvl="0" indent="-182880" defTabSz="91440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ИАПФ - особенно показано при наличии АГ, ХСН при ФВ ЛЖ ≤40%, хронических заболеваний почек с начальной и умеренной азотемией. </a:t>
            </a:r>
          </a:p>
          <a:p>
            <a:pPr marL="182880" marR="0" lvl="0" indent="-182880" defTabSz="91440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При непереносимости </a:t>
            </a:r>
            <a:r>
              <a:rPr kumimoji="0" lang="ru-RU" sz="1400" b="0" i="0" u="none" strike="noStrike" kern="0" cap="none" spc="0" normalizeH="0" baseline="0" noProof="0" dirty="0" err="1">
                <a:ln>
                  <a:noFill/>
                </a:ln>
                <a:solidFill>
                  <a:srgbClr val="2B3A42"/>
                </a:solidFill>
                <a:effectLst/>
                <a:uLnTx/>
                <a:uFillTx/>
                <a:latin typeface="Arial" panose="020B0604020202020204" pitchFamily="34" charset="0"/>
                <a:ea typeface="+mn-ea"/>
                <a:cs typeface="Arial" panose="020B0604020202020204" pitchFamily="34" charset="0"/>
              </a:rPr>
              <a:t>иАПФ</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 антагонисты рецепторов к ангиотензину II (</a:t>
            </a:r>
            <a:r>
              <a:rPr kumimoji="0" lang="ru-RU" sz="1400" b="0" i="0" u="none" strike="noStrike" kern="0" cap="none" spc="0" normalizeH="0" baseline="0" noProof="0" dirty="0" err="1">
                <a:ln>
                  <a:noFill/>
                </a:ln>
                <a:solidFill>
                  <a:srgbClr val="2B3A42"/>
                </a:solidFill>
                <a:effectLst/>
                <a:uLnTx/>
                <a:uFillTx/>
                <a:latin typeface="Arial" panose="020B0604020202020204" pitchFamily="34" charset="0"/>
                <a:ea typeface="+mn-ea"/>
                <a:cs typeface="Arial" panose="020B0604020202020204" pitchFamily="34" charset="0"/>
              </a:rPr>
              <a:t>сартаны</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a:t>
            </a:r>
          </a:p>
          <a:p>
            <a:pPr marL="182880" marR="0" lvl="0" indent="-182880" defTabSz="914400" eaLnBrk="1" fontAlgn="base" latinLnBrk="0" hangingPunct="1">
              <a:lnSpc>
                <a:spcPct val="100000"/>
              </a:lnSpc>
              <a:spcBef>
                <a:spcPts val="0"/>
              </a:spcBef>
              <a:spcAft>
                <a:spcPts val="600"/>
              </a:spcAft>
              <a:buClrTx/>
              <a:buSzTx/>
              <a:buFont typeface="Arial" panose="020B0604020202020204" pitchFamily="34" charset="0"/>
              <a:buChar char="•"/>
              <a:tabLst/>
              <a:defRPr/>
            </a:pPr>
            <a:endPar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endParaRPr>
          </a:p>
          <a:p>
            <a:pPr marL="182880" marR="0" lvl="0" indent="-182880" defTabSz="914400" eaLnBrk="1" fontAlgn="base" latinLnBrk="0" hangingPunct="1">
              <a:lnSpc>
                <a:spcPct val="100000"/>
              </a:lnSpc>
              <a:spcBef>
                <a:spcPts val="0"/>
              </a:spcBef>
              <a:spcAft>
                <a:spcPts val="600"/>
              </a:spcAft>
              <a:buClrTx/>
              <a:buSzTx/>
              <a:buFont typeface="Arial" panose="020B0604020202020204" pitchFamily="34" charset="0"/>
              <a:buChar char="•"/>
              <a:tabLst/>
              <a:defRPr/>
            </a:pPr>
            <a:endParaRPr kumimoji="0" lang="en-US" sz="1400" b="0" i="0" u="none" strike="noStrike" kern="0" cap="none" spc="0" normalizeH="0" baseline="0" noProof="0" dirty="0">
              <a:ln>
                <a:noFill/>
              </a:ln>
              <a:solidFill>
                <a:srgbClr val="2B3A42"/>
              </a:solidFill>
              <a:effectLst/>
              <a:uLnTx/>
              <a:uFillTx/>
              <a:latin typeface="Arial" panose="020B0604020202020204"/>
              <a:ea typeface="+mn-ea"/>
              <a:cs typeface="+mn-cs"/>
            </a:endParaRPr>
          </a:p>
        </p:txBody>
      </p:sp>
      <p:sp>
        <p:nvSpPr>
          <p:cNvPr id="12" name="Rounded Rectangle 69">
            <a:extLst>
              <a:ext uri="{FF2B5EF4-FFF2-40B4-BE49-F238E27FC236}">
                <a16:creationId xmlns:a16="http://schemas.microsoft.com/office/drawing/2014/main" id="{2E7F3555-A7C4-730E-3463-4FB442CBBDAF}"/>
              </a:ext>
            </a:extLst>
          </p:cNvPr>
          <p:cNvSpPr>
            <a:spLocks/>
          </p:cNvSpPr>
          <p:nvPr/>
        </p:nvSpPr>
        <p:spPr>
          <a:xfrm>
            <a:off x="6136588" y="1257922"/>
            <a:ext cx="4704685" cy="1260387"/>
          </a:xfrm>
          <a:prstGeom prst="rect">
            <a:avLst/>
          </a:prstGeom>
          <a:noFill/>
          <a:ln w="12700" cap="flat" cmpd="sng" algn="ctr">
            <a:noFill/>
            <a:prstDash val="solid"/>
            <a:miter lim="800000"/>
          </a:ln>
          <a:effectLst/>
        </p:spPr>
        <p:txBody>
          <a:bodyPr rtlCol="0" anchor="t" anchorCtr="0"/>
          <a:lstStyle/>
          <a:p>
            <a:pPr marL="0" marR="0" lvl="0" indent="0" algn="ctr" defTabSz="914400" eaLnBrk="1" fontAlgn="base" latinLnBrk="0" hangingPunct="1">
              <a:lnSpc>
                <a:spcPct val="100000"/>
              </a:lnSpc>
              <a:spcBef>
                <a:spcPts val="0"/>
              </a:spcBef>
              <a:spcAft>
                <a:spcPts val="600"/>
              </a:spcAft>
              <a:buClrTx/>
              <a:buSzTx/>
              <a:buFontTx/>
              <a:buNone/>
              <a:tabLst/>
              <a:defRPr/>
            </a:pPr>
            <a:r>
              <a:rPr kumimoji="0" lang="ru-RU" sz="2000" b="1" i="0" u="none" strike="noStrike" kern="0" cap="none" spc="0" normalizeH="0" baseline="0" noProof="0" dirty="0">
                <a:ln>
                  <a:noFill/>
                </a:ln>
                <a:solidFill>
                  <a:srgbClr val="005587"/>
                </a:solidFill>
                <a:effectLst/>
                <a:uLnTx/>
                <a:uFillTx/>
                <a:latin typeface="Arial" panose="020B0604020202020204" pitchFamily="34" charset="0"/>
                <a:ea typeface="+mn-ea"/>
                <a:cs typeface="Arial" panose="020B0604020202020204" pitchFamily="34" charset="0"/>
              </a:rPr>
              <a:t>Антиишемическая терапия - устранение симптомов заболевания</a:t>
            </a:r>
            <a:endParaRPr kumimoji="0" lang="en-US"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endParaRPr>
          </a:p>
          <a:p>
            <a:pPr marL="285750" marR="0" lvl="0" indent="-285750" defTabSz="914400" eaLnBrk="1" fontAlgn="base" latinLnBrk="0" hangingPunct="1">
              <a:lnSpc>
                <a:spcPct val="100000"/>
              </a:lnSpc>
              <a:spcBef>
                <a:spcPts val="0"/>
              </a:spcBef>
              <a:spcAft>
                <a:spcPts val="600"/>
              </a:spcAft>
              <a:buClrTx/>
              <a:buSzTx/>
              <a:buFont typeface="Wingdings" panose="05000000000000000000" pitchFamily="2" charset="2"/>
              <a:buChar char="Ø"/>
              <a:tabLst/>
              <a:defRPr/>
            </a:pP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Назначается с учетом коморбидностей, должен быть соотнесён с ЧСС, АД и функцией ЛЖ</a:t>
            </a:r>
          </a:p>
          <a:p>
            <a:pPr marL="285750" marR="0" lvl="0" indent="-285750" defTabSz="914400" eaLnBrk="1" fontAlgn="base" latinLnBrk="0" hangingPunct="1">
              <a:lnSpc>
                <a:spcPct val="100000"/>
              </a:lnSpc>
              <a:spcBef>
                <a:spcPts val="0"/>
              </a:spcBef>
              <a:spcAft>
                <a:spcPts val="600"/>
              </a:spcAft>
              <a:buClrTx/>
              <a:buSzTx/>
              <a:buFont typeface="Wingdings" panose="05000000000000000000" pitchFamily="2" charset="2"/>
              <a:buChar char="Ø"/>
              <a:tabLst/>
              <a:defRPr/>
            </a:pP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рекомендуется снижать АД до целевых значений, ЧСС до значений 55-60 уд./мин</a:t>
            </a:r>
          </a:p>
          <a:p>
            <a:pPr marL="182880" marR="0" lvl="0" indent="-182880" defTabSz="914400" eaLnBrk="1" fontAlgn="base" latinLnBrk="0" hangingPunct="1">
              <a:lnSpc>
                <a:spcPct val="100000"/>
              </a:lnSpc>
              <a:spcBef>
                <a:spcPts val="0"/>
              </a:spcBef>
              <a:spcAft>
                <a:spcPts val="600"/>
              </a:spcAft>
              <a:buClrTx/>
              <a:buSzTx/>
              <a:buFont typeface="Arial" panose="020B0604020202020204" pitchFamily="34" charset="0"/>
              <a:buChar char="•"/>
              <a:tabLst/>
              <a:defRPr/>
            </a:pPr>
            <a:endPar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endParaRPr>
          </a:p>
          <a:p>
            <a:pPr marL="400050" marR="0" lvl="0" indent="-400050" defTabSz="914400" eaLnBrk="1" fontAlgn="base" latinLnBrk="0" hangingPunct="1">
              <a:lnSpc>
                <a:spcPct val="100000"/>
              </a:lnSpc>
              <a:spcBef>
                <a:spcPts val="0"/>
              </a:spcBef>
              <a:spcAft>
                <a:spcPts val="600"/>
              </a:spcAft>
              <a:buClrTx/>
              <a:buSzTx/>
              <a:buFont typeface="+mj-lt"/>
              <a:buAutoNum type="romanUcPeriod"/>
              <a:tabLst/>
              <a:defRPr/>
            </a:pP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Бета-адреноблокаторы</a:t>
            </a:r>
          </a:p>
          <a:p>
            <a:pPr marL="400050" marR="0" lvl="0" indent="-400050" defTabSz="914400" eaLnBrk="1" fontAlgn="base" latinLnBrk="0" hangingPunct="1">
              <a:lnSpc>
                <a:spcPct val="100000"/>
              </a:lnSpc>
              <a:spcBef>
                <a:spcPts val="0"/>
              </a:spcBef>
              <a:spcAft>
                <a:spcPts val="600"/>
              </a:spcAft>
              <a:buClrTx/>
              <a:buSzTx/>
              <a:buFont typeface="+mj-lt"/>
              <a:buAutoNum type="romanUcPeriod"/>
              <a:tabLst/>
              <a:defRPr/>
            </a:pPr>
            <a:r>
              <a:rPr kumimoji="0" lang="ru-RU" sz="1400" b="0" i="0" u="none" strike="noStrike" kern="0" cap="none" spc="0" normalizeH="0" baseline="0" noProof="0" dirty="0" err="1">
                <a:ln>
                  <a:noFill/>
                </a:ln>
                <a:solidFill>
                  <a:srgbClr val="2B3A42"/>
                </a:solidFill>
                <a:effectLst/>
                <a:uLnTx/>
                <a:uFillTx/>
                <a:latin typeface="Arial" panose="020B0604020202020204" pitchFamily="34" charset="0"/>
                <a:ea typeface="+mn-ea"/>
                <a:cs typeface="Arial" panose="020B0604020202020204" pitchFamily="34" charset="0"/>
              </a:rPr>
              <a:t>Недигидропиридиновые</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блокаторы кальциевых каналов (БКК)</a:t>
            </a:r>
          </a:p>
          <a:p>
            <a:pPr marL="400050" marR="0" lvl="0" indent="-400050" defTabSz="914400" eaLnBrk="1" fontAlgn="base" latinLnBrk="0" hangingPunct="1">
              <a:lnSpc>
                <a:spcPct val="100000"/>
              </a:lnSpc>
              <a:spcBef>
                <a:spcPts val="0"/>
              </a:spcBef>
              <a:spcAft>
                <a:spcPts val="600"/>
              </a:spcAft>
              <a:buClrTx/>
              <a:buSzTx/>
              <a:buFont typeface="+mj-lt"/>
              <a:buAutoNum type="romanUcPeriod"/>
              <a:tabLst/>
              <a:defRPr/>
            </a:pPr>
            <a:r>
              <a:rPr kumimoji="0" lang="ru-RU" sz="1400" b="0" i="0" u="none" strike="noStrike" kern="0" cap="none" spc="0" normalizeH="0" baseline="0" noProof="0" dirty="0" err="1">
                <a:ln>
                  <a:noFill/>
                </a:ln>
                <a:solidFill>
                  <a:srgbClr val="2B3A42"/>
                </a:solidFill>
                <a:effectLst/>
                <a:uLnTx/>
                <a:uFillTx/>
                <a:latin typeface="Arial" panose="020B0604020202020204" pitchFamily="34" charset="0"/>
                <a:ea typeface="+mn-ea"/>
                <a:cs typeface="Arial" panose="020B0604020202020204" pitchFamily="34" charset="0"/>
              </a:rPr>
              <a:t>Дигидропиридиновые</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БКК</a:t>
            </a:r>
          </a:p>
          <a:p>
            <a:pPr marL="400050" marR="0" lvl="0" indent="-400050" defTabSz="914400" eaLnBrk="1" fontAlgn="base" latinLnBrk="0" hangingPunct="1">
              <a:lnSpc>
                <a:spcPct val="100000"/>
              </a:lnSpc>
              <a:spcBef>
                <a:spcPts val="0"/>
              </a:spcBef>
              <a:spcAft>
                <a:spcPts val="600"/>
              </a:spcAft>
              <a:buClrTx/>
              <a:buSzTx/>
              <a:buFont typeface="+mj-lt"/>
              <a:buAutoNum type="romanUcPeriod"/>
              <a:tabLst/>
              <a:defRPr/>
            </a:pP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Вторая линия: нитраты длительного действия, </a:t>
            </a:r>
            <a:r>
              <a:rPr kumimoji="0" lang="ru-RU" sz="1400" b="0" i="0" u="none" strike="noStrike" kern="0" cap="none" spc="0" normalizeH="0" baseline="0" noProof="0" dirty="0" err="1">
                <a:ln>
                  <a:noFill/>
                </a:ln>
                <a:solidFill>
                  <a:srgbClr val="2B3A42"/>
                </a:solidFill>
                <a:effectLst/>
                <a:uLnTx/>
                <a:uFillTx/>
                <a:latin typeface="Arial" panose="020B0604020202020204" pitchFamily="34" charset="0"/>
                <a:ea typeface="+mn-ea"/>
                <a:cs typeface="Arial" panose="020B0604020202020204" pitchFamily="34" charset="0"/>
              </a:rPr>
              <a:t>ранолазин</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a:t>
            </a:r>
            <a:r>
              <a:rPr kumimoji="0" lang="ru-RU" sz="1400" b="0" i="0" u="none" strike="noStrike" kern="0" cap="none" spc="0" normalizeH="0" baseline="0" noProof="0" dirty="0" err="1">
                <a:ln>
                  <a:noFill/>
                </a:ln>
                <a:solidFill>
                  <a:srgbClr val="2B3A42"/>
                </a:solidFill>
                <a:effectLst/>
                <a:uLnTx/>
                <a:uFillTx/>
                <a:latin typeface="Arial" panose="020B0604020202020204" pitchFamily="34" charset="0"/>
                <a:ea typeface="+mn-ea"/>
                <a:cs typeface="Arial" panose="020B0604020202020204" pitchFamily="34" charset="0"/>
              </a:rPr>
              <a:t>никорандил</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триметазидин, </a:t>
            </a:r>
            <a:r>
              <a:rPr kumimoji="0" lang="ru-RU" sz="1400" b="0" i="0" u="none" strike="noStrike" kern="0" cap="none" spc="0" normalizeH="0" baseline="0" noProof="0" dirty="0" err="1">
                <a:ln>
                  <a:noFill/>
                </a:ln>
                <a:solidFill>
                  <a:srgbClr val="2B3A42"/>
                </a:solidFill>
                <a:effectLst/>
                <a:uLnTx/>
                <a:uFillTx/>
                <a:latin typeface="Arial" panose="020B0604020202020204" pitchFamily="34" charset="0"/>
                <a:ea typeface="+mn-ea"/>
                <a:cs typeface="Arial" panose="020B0604020202020204" pitchFamily="34" charset="0"/>
              </a:rPr>
              <a:t>ивабрадин</a:t>
            </a:r>
            <a:endParaRPr kumimoji="0" lang="en-US" sz="1400" b="0" i="0" u="none" strike="noStrike" kern="0" cap="none" spc="0" normalizeH="0" baseline="0" noProof="0" dirty="0">
              <a:ln>
                <a:noFill/>
              </a:ln>
              <a:solidFill>
                <a:srgbClr val="2B3A42"/>
              </a:solidFill>
              <a:effectLst/>
              <a:uLnTx/>
              <a:uFillTx/>
              <a:latin typeface="Arial" panose="020B0604020202020204"/>
              <a:ea typeface="+mn-ea"/>
              <a:cs typeface="+mn-cs"/>
            </a:endParaRPr>
          </a:p>
        </p:txBody>
      </p:sp>
      <p:cxnSp>
        <p:nvCxnSpPr>
          <p:cNvPr id="13" name="Straight Connector 12">
            <a:extLst>
              <a:ext uri="{FF2B5EF4-FFF2-40B4-BE49-F238E27FC236}">
                <a16:creationId xmlns:a16="http://schemas.microsoft.com/office/drawing/2014/main" id="{275D1C66-6F34-4AAB-FACA-67C2254D3ABF}"/>
              </a:ext>
            </a:extLst>
          </p:cNvPr>
          <p:cNvCxnSpPr>
            <a:cxnSpLocks/>
          </p:cNvCxnSpPr>
          <p:nvPr/>
        </p:nvCxnSpPr>
        <p:spPr>
          <a:xfrm>
            <a:off x="6050959" y="1698267"/>
            <a:ext cx="0" cy="4602521"/>
          </a:xfrm>
          <a:prstGeom prst="line">
            <a:avLst/>
          </a:prstGeom>
          <a:noFill/>
          <a:ln w="19050" cap="rnd" cmpd="sng" algn="ctr">
            <a:solidFill>
              <a:srgbClr val="FFFFFF">
                <a:lumMod val="75000"/>
              </a:srgbClr>
            </a:solidFill>
            <a:prstDash val="solid"/>
            <a:round/>
          </a:ln>
          <a:effectLst/>
        </p:spPr>
      </p:cxnSp>
      <p:sp>
        <p:nvSpPr>
          <p:cNvPr id="14" name="Rectangle: Rounded Corners 13">
            <a:extLst>
              <a:ext uri="{FF2B5EF4-FFF2-40B4-BE49-F238E27FC236}">
                <a16:creationId xmlns:a16="http://schemas.microsoft.com/office/drawing/2014/main" id="{DC402F05-F72D-9EDC-9972-FA8AC93D6046}"/>
              </a:ext>
            </a:extLst>
          </p:cNvPr>
          <p:cNvSpPr/>
          <p:nvPr/>
        </p:nvSpPr>
        <p:spPr>
          <a:xfrm>
            <a:off x="384694" y="5625548"/>
            <a:ext cx="11711228" cy="937984"/>
          </a:xfrm>
          <a:prstGeom prst="roundRect">
            <a:avLst/>
          </a:prstGeom>
          <a:noFill/>
          <a:ln w="12700" cap="flat" cmpd="sng" algn="ctr">
            <a:noFill/>
            <a:prstDash val="solid"/>
            <a:miter lim="800000"/>
          </a:ln>
          <a:effectLst/>
        </p:spPr>
        <p:txBody>
          <a:bodyPr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ru-RU"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15" name="Rectangle: Rounded Corners 14">
            <a:extLst>
              <a:ext uri="{FF2B5EF4-FFF2-40B4-BE49-F238E27FC236}">
                <a16:creationId xmlns:a16="http://schemas.microsoft.com/office/drawing/2014/main" id="{C668589A-90F3-A102-5311-358B0DBAF844}"/>
              </a:ext>
            </a:extLst>
          </p:cNvPr>
          <p:cNvSpPr/>
          <p:nvPr/>
        </p:nvSpPr>
        <p:spPr>
          <a:xfrm>
            <a:off x="755373" y="5385922"/>
            <a:ext cx="11121888" cy="947448"/>
          </a:xfrm>
          <a:prstGeom prst="roundRect">
            <a:avLst>
              <a:gd name="adj" fmla="val 26677"/>
            </a:avLst>
          </a:prstGeom>
          <a:solidFill>
            <a:srgbClr val="F9C2B1"/>
          </a:solidFill>
          <a:ln w="12700" cap="flat" cmpd="sng" algn="ctr">
            <a:noFill/>
            <a:prstDash val="solid"/>
            <a:miter lim="800000"/>
          </a:ln>
          <a:effectLst/>
        </p:spPr>
        <p:txBody>
          <a:bodyPr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ru-RU" sz="1600" b="1" i="0" u="none" strike="noStrike" kern="0" cap="none" spc="0" normalizeH="0" baseline="0" noProof="0" dirty="0">
                <a:ln>
                  <a:noFill/>
                </a:ln>
                <a:solidFill>
                  <a:srgbClr val="FF0000"/>
                </a:solidFill>
                <a:effectLst/>
                <a:uLnTx/>
                <a:uFillTx/>
                <a:latin typeface="Arial" panose="020B0604020202020204"/>
                <a:ea typeface="+mn-ea"/>
                <a:cs typeface="+mn-cs"/>
              </a:rPr>
              <a:t>Клиническая реальность: </a:t>
            </a:r>
            <a:r>
              <a:rPr kumimoji="0" lang="en-US" sz="1600" b="0" i="0" u="none" strike="noStrike" kern="0" cap="none" spc="0" normalizeH="0" baseline="0" noProof="0" dirty="0">
                <a:ln>
                  <a:noFill/>
                </a:ln>
                <a:solidFill>
                  <a:srgbClr val="2B3A42"/>
                </a:solidFill>
                <a:effectLst/>
                <a:uLnTx/>
                <a:uFillTx/>
                <a:latin typeface="Arial" panose="020B0604020202020204"/>
                <a:ea typeface="+mn-ea"/>
                <a:cs typeface="+mn-cs"/>
              </a:rPr>
              <a:t>Post-hoc </a:t>
            </a:r>
            <a:r>
              <a:rPr kumimoji="0" lang="ru-RU" sz="1600" b="0" i="0" u="none" strike="noStrike" kern="0" cap="none" spc="0" normalizeH="0" baseline="0" noProof="0" dirty="0">
                <a:ln>
                  <a:noFill/>
                </a:ln>
                <a:solidFill>
                  <a:srgbClr val="2B3A42"/>
                </a:solidFill>
                <a:effectLst/>
                <a:uLnTx/>
                <a:uFillTx/>
                <a:latin typeface="Arial" panose="020B0604020202020204"/>
                <a:ea typeface="+mn-ea"/>
                <a:cs typeface="+mn-cs"/>
              </a:rPr>
              <a:t>анализ </a:t>
            </a:r>
            <a:r>
              <a:rPr kumimoji="0" lang="en-US" sz="1600" b="0" i="0" u="none" strike="noStrike" kern="0" cap="none" spc="0" normalizeH="0" baseline="0" noProof="0" dirty="0">
                <a:ln>
                  <a:noFill/>
                </a:ln>
                <a:solidFill>
                  <a:srgbClr val="2B3A42"/>
                </a:solidFill>
                <a:effectLst/>
                <a:uLnTx/>
                <a:uFillTx/>
                <a:latin typeface="Arial" panose="020B0604020202020204"/>
                <a:ea typeface="+mn-ea"/>
                <a:cs typeface="+mn-cs"/>
              </a:rPr>
              <a:t>ISCHEMIA</a:t>
            </a:r>
            <a:r>
              <a:rPr kumimoji="0" lang="ru-RU" sz="1600" b="0" i="0" u="none" strike="noStrike" kern="0" cap="none" spc="0" normalizeH="0" baseline="30000" noProof="0" dirty="0">
                <a:ln>
                  <a:noFill/>
                </a:ln>
                <a:solidFill>
                  <a:srgbClr val="2B3A42"/>
                </a:solidFill>
                <a:effectLst/>
                <a:uLnTx/>
                <a:uFillTx/>
                <a:latin typeface="Arial" panose="020B0604020202020204"/>
                <a:ea typeface="+mn-ea"/>
                <a:cs typeface="+mn-cs"/>
              </a:rPr>
              <a:t>3</a:t>
            </a:r>
            <a:r>
              <a:rPr kumimoji="0" lang="en-US" sz="1600" b="0" i="0" u="none" strike="noStrike" kern="0" cap="none" spc="0" normalizeH="0" baseline="0" noProof="0" dirty="0">
                <a:ln>
                  <a:noFill/>
                </a:ln>
                <a:solidFill>
                  <a:srgbClr val="2B3A42"/>
                </a:solidFill>
                <a:effectLst/>
                <a:uLnTx/>
                <a:uFillTx/>
                <a:latin typeface="Arial" panose="020B0604020202020204"/>
                <a:ea typeface="+mn-ea"/>
                <a:cs typeface="+mn-cs"/>
              </a:rPr>
              <a:t> (JACC 2025) – </a:t>
            </a:r>
            <a:r>
              <a:rPr kumimoji="0" lang="ru-RU" sz="1600" b="0" i="0" u="none" strike="noStrike" kern="0" cap="none" spc="0" normalizeH="0" baseline="0" noProof="0" dirty="0">
                <a:ln>
                  <a:noFill/>
                </a:ln>
                <a:solidFill>
                  <a:srgbClr val="2B3A42"/>
                </a:solidFill>
                <a:effectLst/>
                <a:uLnTx/>
                <a:uFillTx/>
                <a:latin typeface="Arial" panose="020B0604020202020204"/>
                <a:ea typeface="+mn-ea"/>
                <a:cs typeface="+mn-cs"/>
              </a:rPr>
              <a:t>на старте исследования все цели ОМТ одновременно достигали лишь 12% пациентов». Систематическая недооценка ОМТ в реальной практике создает ложную потребность в ранней </a:t>
            </a:r>
            <a:r>
              <a:rPr kumimoji="0" lang="ru-RU" sz="1600" b="0" i="0" u="none" strike="noStrike" kern="0" cap="none" spc="0" normalizeH="0" baseline="0" noProof="0" dirty="0" err="1">
                <a:ln>
                  <a:noFill/>
                </a:ln>
                <a:solidFill>
                  <a:srgbClr val="2B3A42"/>
                </a:solidFill>
                <a:effectLst/>
                <a:uLnTx/>
                <a:uFillTx/>
                <a:latin typeface="Arial" panose="020B0604020202020204"/>
                <a:ea typeface="+mn-ea"/>
                <a:cs typeface="+mn-cs"/>
              </a:rPr>
              <a:t>реваскуляризации</a:t>
            </a:r>
            <a:endParaRPr kumimoji="0" lang="ru-RU" sz="1600" b="0" i="0" u="none" strike="noStrike" kern="0" cap="none" spc="0" normalizeH="0" baseline="0" noProof="0" dirty="0">
              <a:ln>
                <a:noFill/>
              </a:ln>
              <a:solidFill>
                <a:srgbClr val="2B3A42"/>
              </a:solidFill>
              <a:effectLst/>
              <a:uLnTx/>
              <a:uFillTx/>
              <a:latin typeface="Arial" panose="020B0604020202020204"/>
              <a:ea typeface="+mn-ea"/>
              <a:cs typeface="+mn-cs"/>
            </a:endParaRPr>
          </a:p>
        </p:txBody>
      </p:sp>
      <p:sp>
        <p:nvSpPr>
          <p:cNvPr id="17" name="TextBox 16">
            <a:extLst>
              <a:ext uri="{FF2B5EF4-FFF2-40B4-BE49-F238E27FC236}">
                <a16:creationId xmlns:a16="http://schemas.microsoft.com/office/drawing/2014/main" id="{2B0AAAD8-7370-69A7-40CD-97333862AB46}"/>
              </a:ext>
            </a:extLst>
          </p:cNvPr>
          <p:cNvSpPr txBox="1"/>
          <p:nvPr/>
        </p:nvSpPr>
        <p:spPr>
          <a:xfrm>
            <a:off x="308944" y="6376576"/>
            <a:ext cx="11655288" cy="461665"/>
          </a:xfrm>
          <a:prstGeom prst="rect">
            <a:avLst/>
          </a:prstGeom>
          <a:noFill/>
        </p:spPr>
        <p:txBody>
          <a:bodyPr wrap="square">
            <a:spAutoFit/>
          </a:bodyPr>
          <a:lstStyle/>
          <a:p>
            <a:r>
              <a:rPr lang="ru-RU" sz="800" baseline="30000" dirty="0">
                <a:solidFill>
                  <a:prstClr val="black"/>
                </a:solidFill>
                <a:latin typeface="Arial" panose="020B0604020202020204" pitchFamily="34" charset="0"/>
                <a:cs typeface="Arial" panose="020B0604020202020204" pitchFamily="34" charset="0"/>
              </a:rPr>
              <a:t>1</a:t>
            </a:r>
            <a:r>
              <a:rPr lang="en-US" sz="800" dirty="0" err="1">
                <a:solidFill>
                  <a:prstClr val="black"/>
                </a:solidFill>
                <a:latin typeface="Arial" panose="020B0604020202020204" pitchFamily="34" charset="0"/>
                <a:cs typeface="Arial" panose="020B0604020202020204" pitchFamily="34" charset="0"/>
              </a:rPr>
              <a:t>Vrints</a:t>
            </a:r>
            <a:r>
              <a:rPr lang="en-US" sz="800" dirty="0">
                <a:solidFill>
                  <a:prstClr val="black"/>
                </a:solidFill>
                <a:latin typeface="Arial" panose="020B0604020202020204" pitchFamily="34" charset="0"/>
                <a:cs typeface="Arial" panose="020B0604020202020204" pitchFamily="34" charset="0"/>
              </a:rPr>
              <a:t> C. et al. 2024 ESC Guidelines for the management of chronic coronary syndromes. </a:t>
            </a:r>
            <a:r>
              <a:rPr lang="en-US" sz="800" dirty="0" err="1">
                <a:solidFill>
                  <a:prstClr val="black"/>
                </a:solidFill>
                <a:latin typeface="Arial" panose="020B0604020202020204" pitchFamily="34" charset="0"/>
                <a:cs typeface="Arial" panose="020B0604020202020204" pitchFamily="34" charset="0"/>
              </a:rPr>
              <a:t>Eur</a:t>
            </a:r>
            <a:r>
              <a:rPr lang="en-US" sz="800" dirty="0">
                <a:solidFill>
                  <a:prstClr val="black"/>
                </a:solidFill>
                <a:latin typeface="Arial" panose="020B0604020202020204" pitchFamily="34" charset="0"/>
                <a:cs typeface="Arial" panose="020B0604020202020204" pitchFamily="34" charset="0"/>
              </a:rPr>
              <a:t> Heart J. 2024 Aug 30: ehae177. </a:t>
            </a:r>
            <a:r>
              <a:rPr lang="en-US" sz="800" dirty="0" err="1">
                <a:solidFill>
                  <a:prstClr val="black"/>
                </a:solidFill>
                <a:latin typeface="Arial" panose="020B0604020202020204" pitchFamily="34" charset="0"/>
                <a:cs typeface="Arial" panose="020B0604020202020204" pitchFamily="34" charset="0"/>
              </a:rPr>
              <a:t>doi</a:t>
            </a:r>
            <a:r>
              <a:rPr lang="en-US" sz="800" dirty="0">
                <a:solidFill>
                  <a:prstClr val="black"/>
                </a:solidFill>
                <a:latin typeface="Arial" panose="020B0604020202020204" pitchFamily="34" charset="0"/>
                <a:cs typeface="Arial" panose="020B0604020202020204" pitchFamily="34" charset="0"/>
              </a:rPr>
              <a:t>: 10.1093/</a:t>
            </a:r>
            <a:r>
              <a:rPr lang="en-US" sz="800" dirty="0" err="1">
                <a:solidFill>
                  <a:prstClr val="black"/>
                </a:solidFill>
                <a:latin typeface="Arial" panose="020B0604020202020204" pitchFamily="34" charset="0"/>
                <a:cs typeface="Arial" panose="020B0604020202020204" pitchFamily="34" charset="0"/>
              </a:rPr>
              <a:t>eurheartj</a:t>
            </a:r>
            <a:r>
              <a:rPr lang="en-US" sz="800" dirty="0">
                <a:solidFill>
                  <a:prstClr val="black"/>
                </a:solidFill>
                <a:latin typeface="Arial" panose="020B0604020202020204" pitchFamily="34" charset="0"/>
                <a:cs typeface="Arial" panose="020B0604020202020204" pitchFamily="34" charset="0"/>
              </a:rPr>
              <a:t>/ehae177. PMID: 39210710</a:t>
            </a:r>
            <a:endParaRPr lang="ru-RU" sz="800" dirty="0">
              <a:solidFill>
                <a:prstClr val="black"/>
              </a:solidFill>
              <a:latin typeface="Arial" panose="020B0604020202020204" pitchFamily="34" charset="0"/>
              <a:cs typeface="Arial" panose="020B0604020202020204" pitchFamily="34" charset="0"/>
            </a:endParaRPr>
          </a:p>
          <a:p>
            <a:r>
              <a:rPr lang="ru-RU" sz="800" baseline="30000" dirty="0">
                <a:solidFill>
                  <a:prstClr val="black"/>
                </a:solidFill>
                <a:latin typeface="Arial" panose="020B0604020202020204" pitchFamily="34" charset="0"/>
                <a:cs typeface="Arial" panose="020B0604020202020204" pitchFamily="34" charset="0"/>
              </a:rPr>
              <a:t>2</a:t>
            </a:r>
            <a:r>
              <a:rPr lang="ru-RU" sz="800" dirty="0">
                <a:solidFill>
                  <a:prstClr val="black"/>
                </a:solidFill>
                <a:latin typeface="Arial" panose="020B0604020202020204" pitchFamily="34" charset="0"/>
                <a:cs typeface="Arial" panose="020B0604020202020204" pitchFamily="34" charset="0"/>
              </a:rPr>
              <a:t>Барбараш О. Л., и </a:t>
            </a:r>
            <a:r>
              <a:rPr lang="ru-RU" sz="800" dirty="0" err="1">
                <a:solidFill>
                  <a:prstClr val="black"/>
                </a:solidFill>
                <a:latin typeface="Arial" panose="020B0604020202020204" pitchFamily="34" charset="0"/>
                <a:cs typeface="Arial" panose="020B0604020202020204" pitchFamily="34" charset="0"/>
              </a:rPr>
              <a:t>соавт</a:t>
            </a:r>
            <a:r>
              <a:rPr lang="ru-RU" sz="800" dirty="0">
                <a:solidFill>
                  <a:prstClr val="black"/>
                </a:solidFill>
                <a:latin typeface="Arial" panose="020B0604020202020204" pitchFamily="34" charset="0"/>
                <a:cs typeface="Arial" panose="020B0604020202020204" pitchFamily="34" charset="0"/>
              </a:rPr>
              <a:t>. Стабильная ишемическая болезнь сердца.</a:t>
            </a:r>
            <a:r>
              <a:rPr lang="en-US" sz="800" dirty="0">
                <a:solidFill>
                  <a:prstClr val="black"/>
                </a:solidFill>
                <a:latin typeface="Arial" panose="020B0604020202020204" pitchFamily="34" charset="0"/>
                <a:cs typeface="Arial" panose="020B0604020202020204" pitchFamily="34" charset="0"/>
              </a:rPr>
              <a:t> </a:t>
            </a:r>
            <a:r>
              <a:rPr lang="ru-RU" sz="800" dirty="0">
                <a:solidFill>
                  <a:prstClr val="black"/>
                </a:solidFill>
                <a:latin typeface="Arial" panose="020B0604020202020204" pitchFamily="34" charset="0"/>
                <a:cs typeface="Arial" panose="020B0604020202020204" pitchFamily="34" charset="0"/>
              </a:rPr>
              <a:t>Клинические рекомендации 2024. Российский кардиологический журнал.</a:t>
            </a:r>
            <a:r>
              <a:rPr lang="en-US" sz="800" dirty="0">
                <a:solidFill>
                  <a:prstClr val="black"/>
                </a:solidFill>
                <a:latin typeface="Arial" panose="020B0604020202020204" pitchFamily="34" charset="0"/>
                <a:cs typeface="Arial" panose="020B0604020202020204" pitchFamily="34" charset="0"/>
              </a:rPr>
              <a:t> </a:t>
            </a:r>
            <a:r>
              <a:rPr lang="ru-RU" sz="800" dirty="0">
                <a:solidFill>
                  <a:prstClr val="black"/>
                </a:solidFill>
                <a:latin typeface="Arial" panose="020B0604020202020204" pitchFamily="34" charset="0"/>
                <a:cs typeface="Arial" panose="020B0604020202020204" pitchFamily="34" charset="0"/>
              </a:rPr>
              <a:t>2024;29(9):6110. </a:t>
            </a:r>
            <a:r>
              <a:rPr lang="ru-RU" sz="800" dirty="0" err="1">
                <a:solidFill>
                  <a:prstClr val="black"/>
                </a:solidFill>
                <a:latin typeface="Arial" panose="020B0604020202020204" pitchFamily="34" charset="0"/>
                <a:cs typeface="Arial" panose="020B0604020202020204" pitchFamily="34" charset="0"/>
              </a:rPr>
              <a:t>doi</a:t>
            </a:r>
            <a:r>
              <a:rPr lang="ru-RU" sz="800" dirty="0">
                <a:solidFill>
                  <a:prstClr val="black"/>
                </a:solidFill>
                <a:latin typeface="Arial" panose="020B0604020202020204" pitchFamily="34" charset="0"/>
                <a:cs typeface="Arial" panose="020B0604020202020204" pitchFamily="34" charset="0"/>
              </a:rPr>
              <a:t>: 10.15829/1560-4071-2024-6110. EDN HHJJUT</a:t>
            </a:r>
          </a:p>
          <a:p>
            <a:r>
              <a:rPr lang="ru-RU" sz="800" baseline="30000" dirty="0"/>
              <a:t>3</a:t>
            </a:r>
            <a:r>
              <a:rPr lang="en-US" sz="800" dirty="0"/>
              <a:t>Maron DJ, Newman JD, </a:t>
            </a:r>
            <a:r>
              <a:rPr lang="en-US" sz="800" dirty="0" err="1"/>
              <a:t>Anthopolos</a:t>
            </a:r>
            <a:r>
              <a:rPr lang="en-US" sz="800" dirty="0"/>
              <a:t> R et al. Guideline-Directed Medical Therapy and Outcomes in the ISCHEMIA Trial. JACC 2025;85(12):1317–1331. DOI: 10.1016/j.jacc.2025.01.028</a:t>
            </a:r>
            <a:endParaRPr lang="ru-RU" sz="800" dirty="0"/>
          </a:p>
        </p:txBody>
      </p:sp>
    </p:spTree>
    <p:extLst>
      <p:ext uri="{BB962C8B-B14F-4D97-AF65-F5344CB8AC3E}">
        <p14:creationId xmlns:p14="http://schemas.microsoft.com/office/powerpoint/2010/main" val="18563350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74CC3734-98F4-87AC-AC91-A1EF57E82988}"/>
              </a:ext>
            </a:extLst>
          </p:cNvPr>
          <p:cNvSpPr txBox="1"/>
          <p:nvPr/>
        </p:nvSpPr>
        <p:spPr>
          <a:xfrm>
            <a:off x="9590400" y="1654013"/>
            <a:ext cx="1863615" cy="4055545"/>
          </a:xfrm>
          <a:prstGeom prst="roundRect">
            <a:avLst>
              <a:gd name="adj" fmla="val 12599"/>
            </a:avLst>
          </a:prstGeom>
          <a:solidFill>
            <a:schemeClr val="bg1"/>
          </a:solidFill>
          <a:ln w="12700">
            <a:solidFill>
              <a:srgbClr val="28BECD"/>
            </a:solidFill>
          </a:ln>
        </p:spPr>
        <p:txBody>
          <a:bodyPr wrap="square" lIns="72000" tIns="72000" rtlCol="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Низкое АД</a:t>
            </a:r>
          </a:p>
        </p:txBody>
      </p:sp>
      <p:sp>
        <p:nvSpPr>
          <p:cNvPr id="7" name="TextBox 6">
            <a:extLst>
              <a:ext uri="{FF2B5EF4-FFF2-40B4-BE49-F238E27FC236}">
                <a16:creationId xmlns:a16="http://schemas.microsoft.com/office/drawing/2014/main" id="{14361AE4-D6FD-A7A5-AEBE-F696F0C9D467}"/>
              </a:ext>
            </a:extLst>
          </p:cNvPr>
          <p:cNvSpPr txBox="1"/>
          <p:nvPr/>
        </p:nvSpPr>
        <p:spPr>
          <a:xfrm>
            <a:off x="3775283" y="1654013"/>
            <a:ext cx="1863615" cy="4055545"/>
          </a:xfrm>
          <a:prstGeom prst="roundRect">
            <a:avLst>
              <a:gd name="adj" fmla="val 12599"/>
            </a:avLst>
          </a:prstGeom>
          <a:solidFill>
            <a:schemeClr val="bg1"/>
          </a:solidFill>
          <a:ln w="12700">
            <a:solidFill>
              <a:srgbClr val="28BECD"/>
            </a:solidFill>
          </a:ln>
        </p:spPr>
        <p:txBody>
          <a:bodyPr wrap="square" lIns="72000" tIns="72000" rtlCol="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Высокая ЧСС</a:t>
            </a:r>
            <a:br>
              <a:rPr kumimoji="0" lang="ru-RU" sz="12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br>
            <a:r>
              <a:rPr kumimoji="0" lang="en-US" sz="12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&gt; 80 </a:t>
            </a:r>
            <a:r>
              <a:rPr kumimoji="0" lang="ru-RU" sz="12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уд.</a:t>
            </a:r>
            <a:r>
              <a:rPr kumimoji="0" lang="en-US" sz="12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a:t>
            </a:r>
            <a:r>
              <a:rPr kumimoji="0" lang="ru-RU" sz="12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мин.</a:t>
            </a:r>
          </a:p>
        </p:txBody>
      </p:sp>
      <p:sp>
        <p:nvSpPr>
          <p:cNvPr id="11" name="TextBox 10">
            <a:extLst>
              <a:ext uri="{FF2B5EF4-FFF2-40B4-BE49-F238E27FC236}">
                <a16:creationId xmlns:a16="http://schemas.microsoft.com/office/drawing/2014/main" id="{F6B9D9EA-D38C-ADFD-8C93-D71864486921}"/>
              </a:ext>
            </a:extLst>
          </p:cNvPr>
          <p:cNvSpPr txBox="1"/>
          <p:nvPr/>
        </p:nvSpPr>
        <p:spPr>
          <a:xfrm>
            <a:off x="5713655" y="1654013"/>
            <a:ext cx="1863615" cy="4055545"/>
          </a:xfrm>
          <a:prstGeom prst="roundRect">
            <a:avLst>
              <a:gd name="adj" fmla="val 12599"/>
            </a:avLst>
          </a:prstGeom>
          <a:solidFill>
            <a:schemeClr val="bg1"/>
          </a:solidFill>
          <a:ln w="12700">
            <a:solidFill>
              <a:srgbClr val="28BECD"/>
            </a:solidFill>
          </a:ln>
        </p:spPr>
        <p:txBody>
          <a:bodyPr wrap="square" lIns="72000" tIns="72000" rtlCol="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Низкая ЧСС</a:t>
            </a:r>
            <a:br>
              <a:rPr kumimoji="0" lang="ru-RU" sz="12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br>
            <a:r>
              <a:rPr kumimoji="0" lang="en-US" sz="12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&lt;</a:t>
            </a:r>
            <a:r>
              <a:rPr kumimoji="0" lang="ru-RU" sz="12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5</a:t>
            </a:r>
            <a:r>
              <a:rPr kumimoji="0" lang="en-US" sz="12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0 </a:t>
            </a:r>
            <a:r>
              <a:rPr kumimoji="0" lang="ru-RU" sz="12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уд.</a:t>
            </a:r>
            <a:r>
              <a:rPr kumimoji="0" lang="en-US" sz="12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a:t>
            </a:r>
            <a:r>
              <a:rPr kumimoji="0" lang="ru-RU" sz="12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мин.</a:t>
            </a:r>
          </a:p>
        </p:txBody>
      </p:sp>
      <p:sp>
        <p:nvSpPr>
          <p:cNvPr id="12" name="TextBox 11">
            <a:extLst>
              <a:ext uri="{FF2B5EF4-FFF2-40B4-BE49-F238E27FC236}">
                <a16:creationId xmlns:a16="http://schemas.microsoft.com/office/drawing/2014/main" id="{35D6E008-FFF1-9757-6729-56899F48E589}"/>
              </a:ext>
            </a:extLst>
          </p:cNvPr>
          <p:cNvSpPr txBox="1"/>
          <p:nvPr/>
        </p:nvSpPr>
        <p:spPr>
          <a:xfrm>
            <a:off x="7652027" y="1654013"/>
            <a:ext cx="1863615" cy="4055545"/>
          </a:xfrm>
          <a:prstGeom prst="roundRect">
            <a:avLst>
              <a:gd name="adj" fmla="val 12599"/>
            </a:avLst>
          </a:prstGeom>
          <a:solidFill>
            <a:schemeClr val="bg1"/>
          </a:solidFill>
          <a:ln w="12700">
            <a:solidFill>
              <a:srgbClr val="28BECD"/>
            </a:solidFill>
          </a:ln>
        </p:spPr>
        <p:txBody>
          <a:bodyPr wrap="square" lIns="72000" tIns="72000" rtlCol="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ЛЖ дисфункция</a:t>
            </a:r>
            <a:br>
              <a:rPr kumimoji="0" lang="ru-RU" sz="12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br>
            <a:r>
              <a:rPr kumimoji="0" lang="ru-RU" sz="12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или СН</a:t>
            </a:r>
          </a:p>
        </p:txBody>
      </p:sp>
      <p:sp>
        <p:nvSpPr>
          <p:cNvPr id="4" name="TextBox 3">
            <a:extLst>
              <a:ext uri="{FF2B5EF4-FFF2-40B4-BE49-F238E27FC236}">
                <a16:creationId xmlns:a16="http://schemas.microsoft.com/office/drawing/2014/main" id="{A7D0636B-A32E-5037-B774-9D1CF93AE8E1}"/>
              </a:ext>
            </a:extLst>
          </p:cNvPr>
          <p:cNvSpPr txBox="1"/>
          <p:nvPr/>
        </p:nvSpPr>
        <p:spPr>
          <a:xfrm>
            <a:off x="1836911" y="1654013"/>
            <a:ext cx="1863615" cy="4055545"/>
          </a:xfrm>
          <a:prstGeom prst="roundRect">
            <a:avLst>
              <a:gd name="adj" fmla="val 12599"/>
            </a:avLst>
          </a:prstGeom>
          <a:solidFill>
            <a:schemeClr val="bg1"/>
          </a:solidFill>
          <a:ln w="12700">
            <a:solidFill>
              <a:srgbClr val="28BECD"/>
            </a:solidFill>
          </a:ln>
        </p:spPr>
        <p:txBody>
          <a:bodyPr wrap="square" lIns="72000" tIns="72000" rtlCol="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Стандартная терапия</a:t>
            </a:r>
          </a:p>
        </p:txBody>
      </p:sp>
      <p:sp>
        <p:nvSpPr>
          <p:cNvPr id="2" name="Прямоугольник: скругленные углы 1">
            <a:extLst>
              <a:ext uri="{FF2B5EF4-FFF2-40B4-BE49-F238E27FC236}">
                <a16:creationId xmlns:a16="http://schemas.microsoft.com/office/drawing/2014/main" id="{A1B236A2-AA29-3364-8EC2-2CCB9BEAB4F4}"/>
              </a:ext>
            </a:extLst>
          </p:cNvPr>
          <p:cNvSpPr/>
          <p:nvPr/>
        </p:nvSpPr>
        <p:spPr>
          <a:xfrm>
            <a:off x="924970" y="2263870"/>
            <a:ext cx="10726256" cy="746702"/>
          </a:xfrm>
          <a:prstGeom prst="roundRect">
            <a:avLst>
              <a:gd name="adj" fmla="val 32505"/>
            </a:avLst>
          </a:prstGeom>
          <a:gradFill flip="none" rotWithShape="1">
            <a:gsLst>
              <a:gs pos="14000">
                <a:srgbClr val="398ACB"/>
              </a:gs>
              <a:gs pos="83000">
                <a:srgbClr val="28BECD"/>
              </a:gs>
            </a:gsLst>
            <a:lin ang="189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ШАГ 1</a:t>
            </a:r>
            <a:endParaRPr kumimoji="0" lang="ru-RU" sz="14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33" name="Прямоугольник: скругленные углы 32">
            <a:extLst>
              <a:ext uri="{FF2B5EF4-FFF2-40B4-BE49-F238E27FC236}">
                <a16:creationId xmlns:a16="http://schemas.microsoft.com/office/drawing/2014/main" id="{0128B99B-0865-B000-C995-4F6D71E9A5EE}"/>
              </a:ext>
            </a:extLst>
          </p:cNvPr>
          <p:cNvSpPr/>
          <p:nvPr/>
        </p:nvSpPr>
        <p:spPr>
          <a:xfrm>
            <a:off x="924970" y="3111083"/>
            <a:ext cx="10726256" cy="746702"/>
          </a:xfrm>
          <a:prstGeom prst="roundRect">
            <a:avLst>
              <a:gd name="adj" fmla="val 32505"/>
            </a:avLst>
          </a:prstGeom>
          <a:gradFill flip="none" rotWithShape="1">
            <a:gsLst>
              <a:gs pos="14000">
                <a:srgbClr val="398ACB"/>
              </a:gs>
              <a:gs pos="83000">
                <a:srgbClr val="28BECD"/>
              </a:gs>
            </a:gsLst>
            <a:lin ang="189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ШАГ 2</a:t>
            </a:r>
            <a:endParaRPr kumimoji="0" lang="ru-RU" sz="14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34" name="Прямоугольник: скругленные углы 33">
            <a:extLst>
              <a:ext uri="{FF2B5EF4-FFF2-40B4-BE49-F238E27FC236}">
                <a16:creationId xmlns:a16="http://schemas.microsoft.com/office/drawing/2014/main" id="{0EF88EFC-2134-23FC-D07D-37001B7C32BD}"/>
              </a:ext>
            </a:extLst>
          </p:cNvPr>
          <p:cNvSpPr/>
          <p:nvPr/>
        </p:nvSpPr>
        <p:spPr>
          <a:xfrm>
            <a:off x="924970" y="3958296"/>
            <a:ext cx="10726256" cy="746702"/>
          </a:xfrm>
          <a:prstGeom prst="roundRect">
            <a:avLst>
              <a:gd name="adj" fmla="val 32505"/>
            </a:avLst>
          </a:prstGeom>
          <a:gradFill flip="none" rotWithShape="1">
            <a:gsLst>
              <a:gs pos="14000">
                <a:srgbClr val="398ACB"/>
              </a:gs>
              <a:gs pos="83000">
                <a:srgbClr val="28BECD"/>
              </a:gs>
            </a:gsLst>
            <a:lin ang="189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ШАГ 3</a:t>
            </a:r>
            <a:endParaRPr kumimoji="0" lang="ru-RU" sz="14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35" name="Прямоугольник: скругленные углы 34">
            <a:extLst>
              <a:ext uri="{FF2B5EF4-FFF2-40B4-BE49-F238E27FC236}">
                <a16:creationId xmlns:a16="http://schemas.microsoft.com/office/drawing/2014/main" id="{A5B1A497-F650-40D0-8652-A6D7CCE08F8A}"/>
              </a:ext>
            </a:extLst>
          </p:cNvPr>
          <p:cNvSpPr/>
          <p:nvPr/>
        </p:nvSpPr>
        <p:spPr>
          <a:xfrm>
            <a:off x="924970" y="4805509"/>
            <a:ext cx="10726256" cy="746702"/>
          </a:xfrm>
          <a:prstGeom prst="roundRect">
            <a:avLst>
              <a:gd name="adj" fmla="val 32505"/>
            </a:avLst>
          </a:prstGeom>
          <a:gradFill flip="none" rotWithShape="1">
            <a:gsLst>
              <a:gs pos="14000">
                <a:srgbClr val="398ACB"/>
              </a:gs>
              <a:gs pos="83000">
                <a:srgbClr val="28BECD"/>
              </a:gs>
            </a:gsLst>
            <a:lin ang="189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ШАГ 4</a:t>
            </a:r>
            <a:endParaRPr kumimoji="0" lang="ru-RU" sz="14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10" name="Номер слайда 9">
            <a:extLst>
              <a:ext uri="{FF2B5EF4-FFF2-40B4-BE49-F238E27FC236}">
                <a16:creationId xmlns:a16="http://schemas.microsoft.com/office/drawing/2014/main" id="{1BA9275A-E1AF-38FD-4F1B-031487374FC3}"/>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sp>
        <p:nvSpPr>
          <p:cNvPr id="14" name="TextBox 13">
            <a:extLst>
              <a:ext uri="{FF2B5EF4-FFF2-40B4-BE49-F238E27FC236}">
                <a16:creationId xmlns:a16="http://schemas.microsoft.com/office/drawing/2014/main" id="{40E91411-6E1F-557D-4D9E-ED97BF2D2732}"/>
              </a:ext>
            </a:extLst>
          </p:cNvPr>
          <p:cNvSpPr txBox="1"/>
          <p:nvPr/>
        </p:nvSpPr>
        <p:spPr>
          <a:xfrm>
            <a:off x="1932106" y="2317651"/>
            <a:ext cx="1673225" cy="631343"/>
          </a:xfrm>
          <a:prstGeom prst="roundRect">
            <a:avLst/>
          </a:prstGeom>
          <a:solidFill>
            <a:schemeClr val="bg1"/>
          </a:solidFill>
          <a:ln w="12700">
            <a:solidFill>
              <a:schemeClr val="bg1"/>
            </a:solidFill>
          </a:ln>
        </p:spPr>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БАБ</a:t>
            </a:r>
            <a:b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b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или БКК</a:t>
            </a:r>
            <a:endParaRPr kumimoji="0" lang="ru-RU" sz="1100" b="1" i="0" u="none" strike="noStrike" kern="1200" cap="none" spc="0" normalizeH="0" baseline="3000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6" name="TextBox 15">
            <a:extLst>
              <a:ext uri="{FF2B5EF4-FFF2-40B4-BE49-F238E27FC236}">
                <a16:creationId xmlns:a16="http://schemas.microsoft.com/office/drawing/2014/main" id="{EB21BC63-E952-9B09-6738-474743A3EADF}"/>
              </a:ext>
            </a:extLst>
          </p:cNvPr>
          <p:cNvSpPr txBox="1"/>
          <p:nvPr/>
        </p:nvSpPr>
        <p:spPr>
          <a:xfrm>
            <a:off x="3870478" y="2317651"/>
            <a:ext cx="1673225" cy="631343"/>
          </a:xfrm>
          <a:prstGeom prst="roundRect">
            <a:avLst/>
          </a:prstGeom>
          <a:solidFill>
            <a:schemeClr val="bg1"/>
          </a:solidFill>
          <a:ln w="12700">
            <a:solidFill>
              <a:schemeClr val="bg1"/>
            </a:solidFill>
          </a:ln>
        </p:spPr>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БАБ или</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не-ДПР-БКК</a:t>
            </a:r>
          </a:p>
        </p:txBody>
      </p:sp>
      <p:sp>
        <p:nvSpPr>
          <p:cNvPr id="17" name="TextBox 16">
            <a:extLst>
              <a:ext uri="{FF2B5EF4-FFF2-40B4-BE49-F238E27FC236}">
                <a16:creationId xmlns:a16="http://schemas.microsoft.com/office/drawing/2014/main" id="{73C8F53A-DF84-0E8A-7BBC-941FB3CEFFB3}"/>
              </a:ext>
            </a:extLst>
          </p:cNvPr>
          <p:cNvSpPr txBox="1"/>
          <p:nvPr/>
        </p:nvSpPr>
        <p:spPr>
          <a:xfrm>
            <a:off x="5808850" y="2317651"/>
            <a:ext cx="1673225" cy="631343"/>
          </a:xfrm>
          <a:prstGeom prst="roundRect">
            <a:avLst/>
          </a:prstGeom>
          <a:solidFill>
            <a:schemeClr val="bg1"/>
          </a:solidFill>
          <a:ln w="12700">
            <a:solidFill>
              <a:schemeClr val="bg1"/>
            </a:solidFill>
          </a:ln>
        </p:spPr>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ДПР-БКК</a:t>
            </a:r>
          </a:p>
        </p:txBody>
      </p:sp>
      <p:sp>
        <p:nvSpPr>
          <p:cNvPr id="18" name="TextBox 17">
            <a:extLst>
              <a:ext uri="{FF2B5EF4-FFF2-40B4-BE49-F238E27FC236}">
                <a16:creationId xmlns:a16="http://schemas.microsoft.com/office/drawing/2014/main" id="{23346085-5DF0-54EA-1954-F66E303623D4}"/>
              </a:ext>
            </a:extLst>
          </p:cNvPr>
          <p:cNvSpPr txBox="1"/>
          <p:nvPr/>
        </p:nvSpPr>
        <p:spPr>
          <a:xfrm>
            <a:off x="7747222" y="2317651"/>
            <a:ext cx="1673225" cy="631343"/>
          </a:xfrm>
          <a:prstGeom prst="roundRect">
            <a:avLst/>
          </a:prstGeom>
          <a:solidFill>
            <a:schemeClr val="bg1"/>
          </a:solidFill>
          <a:ln w="12700">
            <a:solidFill>
              <a:schemeClr val="bg1"/>
            </a:solidFill>
          </a:ln>
        </p:spPr>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БАБ</a:t>
            </a:r>
          </a:p>
        </p:txBody>
      </p:sp>
      <p:sp>
        <p:nvSpPr>
          <p:cNvPr id="19" name="TextBox 18">
            <a:extLst>
              <a:ext uri="{FF2B5EF4-FFF2-40B4-BE49-F238E27FC236}">
                <a16:creationId xmlns:a16="http://schemas.microsoft.com/office/drawing/2014/main" id="{66F3846A-0D28-3157-3089-B825E13FD3ED}"/>
              </a:ext>
            </a:extLst>
          </p:cNvPr>
          <p:cNvSpPr txBox="1"/>
          <p:nvPr/>
        </p:nvSpPr>
        <p:spPr>
          <a:xfrm>
            <a:off x="9685595" y="2317651"/>
            <a:ext cx="1673225" cy="631343"/>
          </a:xfrm>
          <a:prstGeom prst="roundRect">
            <a:avLst/>
          </a:prstGeom>
          <a:solidFill>
            <a:schemeClr val="bg1"/>
          </a:solidFill>
          <a:ln w="12700">
            <a:solidFill>
              <a:schemeClr val="bg1"/>
            </a:solidFill>
          </a:ln>
        </p:spPr>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Низкие дозы </a:t>
            </a:r>
            <a:br>
              <a:rPr kumimoji="0" lang="en-US"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b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БАБ</a:t>
            </a:r>
            <a:r>
              <a:rPr kumimoji="0" lang="en-US"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a:t>
            </a: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или низкие дозы</a:t>
            </a:r>
            <a:r>
              <a:rPr kumimoji="0" lang="en-US"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a:t>
            </a: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ДПР-БКК</a:t>
            </a:r>
          </a:p>
        </p:txBody>
      </p:sp>
      <p:sp>
        <p:nvSpPr>
          <p:cNvPr id="20" name="TextBox 19">
            <a:extLst>
              <a:ext uri="{FF2B5EF4-FFF2-40B4-BE49-F238E27FC236}">
                <a16:creationId xmlns:a16="http://schemas.microsoft.com/office/drawing/2014/main" id="{64856A29-4266-2CC0-2737-6E651996BDC8}"/>
              </a:ext>
            </a:extLst>
          </p:cNvPr>
          <p:cNvSpPr txBox="1"/>
          <p:nvPr/>
        </p:nvSpPr>
        <p:spPr>
          <a:xfrm>
            <a:off x="1932106" y="3184099"/>
            <a:ext cx="1673225" cy="631343"/>
          </a:xfrm>
          <a:prstGeom prst="roundRect">
            <a:avLst/>
          </a:prstGeom>
          <a:solidFill>
            <a:schemeClr val="bg1"/>
          </a:solidFill>
          <a:ln w="12700">
            <a:solidFill>
              <a:schemeClr val="bg1"/>
            </a:solidFill>
          </a:ln>
        </p:spPr>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БАБ+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ДПР-БКК</a:t>
            </a:r>
          </a:p>
        </p:txBody>
      </p:sp>
      <p:sp>
        <p:nvSpPr>
          <p:cNvPr id="21" name="TextBox 20">
            <a:extLst>
              <a:ext uri="{FF2B5EF4-FFF2-40B4-BE49-F238E27FC236}">
                <a16:creationId xmlns:a16="http://schemas.microsoft.com/office/drawing/2014/main" id="{964F42F2-80F8-D010-6680-A86F72051490}"/>
              </a:ext>
            </a:extLst>
          </p:cNvPr>
          <p:cNvSpPr txBox="1"/>
          <p:nvPr/>
        </p:nvSpPr>
        <p:spPr>
          <a:xfrm>
            <a:off x="3870478" y="3184099"/>
            <a:ext cx="1673225" cy="631343"/>
          </a:xfrm>
          <a:prstGeom prst="roundRect">
            <a:avLst/>
          </a:prstGeom>
          <a:solidFill>
            <a:schemeClr val="bg1"/>
          </a:solidFill>
          <a:ln w="12700">
            <a:solidFill>
              <a:schemeClr val="bg1"/>
            </a:solidFill>
          </a:ln>
        </p:spPr>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БАБ и </a:t>
            </a:r>
            <a:b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b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не-ДПР-БКК</a:t>
            </a:r>
          </a:p>
        </p:txBody>
      </p:sp>
      <p:sp>
        <p:nvSpPr>
          <p:cNvPr id="22" name="TextBox 21">
            <a:extLst>
              <a:ext uri="{FF2B5EF4-FFF2-40B4-BE49-F238E27FC236}">
                <a16:creationId xmlns:a16="http://schemas.microsoft.com/office/drawing/2014/main" id="{3A2BC712-C852-4C62-6426-239CF3FE46FF}"/>
              </a:ext>
            </a:extLst>
          </p:cNvPr>
          <p:cNvSpPr txBox="1"/>
          <p:nvPr/>
        </p:nvSpPr>
        <p:spPr>
          <a:xfrm>
            <a:off x="5808850" y="3184099"/>
            <a:ext cx="1673225" cy="631343"/>
          </a:xfrm>
          <a:prstGeom prst="roundRect">
            <a:avLst/>
          </a:prstGeom>
          <a:solidFill>
            <a:schemeClr val="bg1"/>
          </a:solidFill>
          <a:ln w="12700">
            <a:solidFill>
              <a:schemeClr val="bg1"/>
            </a:solidFill>
          </a:ln>
        </p:spPr>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Пролонг</a:t>
            </a: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нитраты</a:t>
            </a:r>
          </a:p>
        </p:txBody>
      </p:sp>
      <p:sp>
        <p:nvSpPr>
          <p:cNvPr id="23" name="TextBox 22">
            <a:extLst>
              <a:ext uri="{FF2B5EF4-FFF2-40B4-BE49-F238E27FC236}">
                <a16:creationId xmlns:a16="http://schemas.microsoft.com/office/drawing/2014/main" id="{5F54AE8F-FD91-55A4-F4EE-E8B8DBFA7A9C}"/>
              </a:ext>
            </a:extLst>
          </p:cNvPr>
          <p:cNvSpPr txBox="1"/>
          <p:nvPr/>
        </p:nvSpPr>
        <p:spPr>
          <a:xfrm>
            <a:off x="7747222" y="3184099"/>
            <a:ext cx="1673225" cy="631343"/>
          </a:xfrm>
          <a:prstGeom prst="roundRect">
            <a:avLst/>
          </a:prstGeom>
          <a:solidFill>
            <a:schemeClr val="bg1"/>
          </a:solidFill>
          <a:ln w="12700">
            <a:solidFill>
              <a:schemeClr val="bg1"/>
            </a:solidFill>
          </a:ln>
        </p:spPr>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2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Добавить </a:t>
            </a:r>
            <a:r>
              <a:rPr kumimoji="0" lang="ru-RU" sz="1100" b="1" i="0" u="none" strike="noStrike" kern="1200" cap="none" spc="-2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пролонг</a:t>
            </a:r>
            <a:r>
              <a:rPr kumimoji="0" lang="ru-RU" sz="1100" b="1" i="0" u="none" strike="noStrike" kern="1200" cap="none" spc="-2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нитраты или </a:t>
            </a:r>
            <a:r>
              <a:rPr kumimoji="0" lang="ru-RU" sz="1100" b="1" i="0" u="none" strike="noStrike" kern="1200" cap="none" spc="-2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ивабрадин</a:t>
            </a:r>
            <a:endParaRPr kumimoji="0" lang="ru-RU" sz="1100" b="1" i="0" u="none" strike="noStrike" kern="1200" cap="none" spc="-2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24" name="TextBox 23">
            <a:extLst>
              <a:ext uri="{FF2B5EF4-FFF2-40B4-BE49-F238E27FC236}">
                <a16:creationId xmlns:a16="http://schemas.microsoft.com/office/drawing/2014/main" id="{2437169A-CA92-AE1D-181D-FCEF9849E35C}"/>
              </a:ext>
            </a:extLst>
          </p:cNvPr>
          <p:cNvSpPr txBox="1"/>
          <p:nvPr/>
        </p:nvSpPr>
        <p:spPr>
          <a:xfrm>
            <a:off x="9685595" y="3184099"/>
            <a:ext cx="1673225" cy="631343"/>
          </a:xfrm>
          <a:prstGeom prst="roundRect">
            <a:avLst/>
          </a:prstGeom>
          <a:solidFill>
            <a:schemeClr val="bg1"/>
          </a:solidFill>
          <a:ln w="12700">
            <a:solidFill>
              <a:schemeClr val="bg1"/>
            </a:solidFill>
          </a:ln>
        </p:spPr>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Добавить низкие дозы </a:t>
            </a:r>
            <a:r>
              <a:rPr kumimoji="0" lang="ru-RU" sz="1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пролонг</a:t>
            </a: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нитратов</a:t>
            </a:r>
          </a:p>
        </p:txBody>
      </p:sp>
      <p:sp>
        <p:nvSpPr>
          <p:cNvPr id="25" name="TextBox 24">
            <a:extLst>
              <a:ext uri="{FF2B5EF4-FFF2-40B4-BE49-F238E27FC236}">
                <a16:creationId xmlns:a16="http://schemas.microsoft.com/office/drawing/2014/main" id="{7578633B-8BFD-F6FE-4636-EA2006CF3D50}"/>
              </a:ext>
            </a:extLst>
          </p:cNvPr>
          <p:cNvSpPr txBox="1"/>
          <p:nvPr/>
        </p:nvSpPr>
        <p:spPr>
          <a:xfrm>
            <a:off x="1932106" y="4011886"/>
            <a:ext cx="1673225" cy="631343"/>
          </a:xfrm>
          <a:prstGeom prst="roundRect">
            <a:avLst/>
          </a:prstGeom>
          <a:solidFill>
            <a:schemeClr val="bg1"/>
          </a:solidFill>
          <a:ln w="12700">
            <a:solidFill>
              <a:schemeClr val="bg1"/>
            </a:solidFill>
          </a:ln>
        </p:spPr>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Добавить</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препарат</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2-й линии</a:t>
            </a:r>
          </a:p>
        </p:txBody>
      </p:sp>
      <p:sp>
        <p:nvSpPr>
          <p:cNvPr id="26" name="TextBox 25">
            <a:extLst>
              <a:ext uri="{FF2B5EF4-FFF2-40B4-BE49-F238E27FC236}">
                <a16:creationId xmlns:a16="http://schemas.microsoft.com/office/drawing/2014/main" id="{A4879685-F8D3-AAC4-3E3E-84142DA43FA4}"/>
              </a:ext>
            </a:extLst>
          </p:cNvPr>
          <p:cNvSpPr txBox="1"/>
          <p:nvPr/>
        </p:nvSpPr>
        <p:spPr>
          <a:xfrm>
            <a:off x="3870478" y="4016819"/>
            <a:ext cx="1673225" cy="631343"/>
          </a:xfrm>
          <a:prstGeom prst="roundRect">
            <a:avLst/>
          </a:prstGeom>
          <a:solidFill>
            <a:schemeClr val="bg1"/>
          </a:solidFill>
          <a:ln w="12700">
            <a:solidFill>
              <a:schemeClr val="bg1"/>
            </a:solidFill>
          </a:ln>
        </p:spPr>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Добавить </a:t>
            </a:r>
            <a:r>
              <a:rPr kumimoji="0" lang="ru-RU" sz="1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ивабрадин</a:t>
            </a:r>
            <a:endPar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27" name="TextBox 26">
            <a:extLst>
              <a:ext uri="{FF2B5EF4-FFF2-40B4-BE49-F238E27FC236}">
                <a16:creationId xmlns:a16="http://schemas.microsoft.com/office/drawing/2014/main" id="{6C8679DC-26B2-0D51-D898-78999DEE0B5C}"/>
              </a:ext>
            </a:extLst>
          </p:cNvPr>
          <p:cNvSpPr txBox="1"/>
          <p:nvPr/>
        </p:nvSpPr>
        <p:spPr>
          <a:xfrm>
            <a:off x="5808850" y="4016819"/>
            <a:ext cx="1673225" cy="631343"/>
          </a:xfrm>
          <a:prstGeom prst="roundRect">
            <a:avLst/>
          </a:prstGeom>
          <a:solidFill>
            <a:schemeClr val="bg1"/>
          </a:solidFill>
          <a:ln w="12700">
            <a:solidFill>
              <a:schemeClr val="bg1"/>
            </a:solidFill>
          </a:ln>
        </p:spPr>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ДПР-БКК + </a:t>
            </a:r>
            <a:r>
              <a:rPr kumimoji="0" lang="ru-RU" sz="1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пролонг</a:t>
            </a: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нитраты</a:t>
            </a:r>
          </a:p>
        </p:txBody>
      </p:sp>
      <p:sp>
        <p:nvSpPr>
          <p:cNvPr id="28" name="TextBox 27">
            <a:extLst>
              <a:ext uri="{FF2B5EF4-FFF2-40B4-BE49-F238E27FC236}">
                <a16:creationId xmlns:a16="http://schemas.microsoft.com/office/drawing/2014/main" id="{563F37C7-41F9-F4DA-8202-2C7545BD6319}"/>
              </a:ext>
            </a:extLst>
          </p:cNvPr>
          <p:cNvSpPr txBox="1"/>
          <p:nvPr/>
        </p:nvSpPr>
        <p:spPr>
          <a:xfrm>
            <a:off x="7747222" y="4016819"/>
            <a:ext cx="1673225" cy="631343"/>
          </a:xfrm>
          <a:prstGeom prst="roundRect">
            <a:avLst/>
          </a:prstGeom>
          <a:solidFill>
            <a:schemeClr val="bg1"/>
          </a:solidFill>
          <a:ln w="12700">
            <a:solidFill>
              <a:schemeClr val="bg1"/>
            </a:solidFill>
          </a:ln>
        </p:spPr>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Добавить</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препарат</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2-й линии</a:t>
            </a:r>
          </a:p>
        </p:txBody>
      </p:sp>
      <p:sp>
        <p:nvSpPr>
          <p:cNvPr id="29" name="TextBox 28">
            <a:extLst>
              <a:ext uri="{FF2B5EF4-FFF2-40B4-BE49-F238E27FC236}">
                <a16:creationId xmlns:a16="http://schemas.microsoft.com/office/drawing/2014/main" id="{7FD09EED-BC7E-D20D-E013-2D4C29267F7A}"/>
              </a:ext>
            </a:extLst>
          </p:cNvPr>
          <p:cNvSpPr txBox="1"/>
          <p:nvPr/>
        </p:nvSpPr>
        <p:spPr>
          <a:xfrm>
            <a:off x="9685595" y="4016819"/>
            <a:ext cx="1673225" cy="631343"/>
          </a:xfrm>
          <a:prstGeom prst="roundRect">
            <a:avLst/>
          </a:prstGeom>
          <a:solidFill>
            <a:schemeClr val="bg1"/>
          </a:solidFill>
          <a:ln w="12700">
            <a:solidFill>
              <a:schemeClr val="bg1"/>
            </a:solidFill>
          </a:ln>
        </p:spPr>
        <p:txBody>
          <a:bodyPr wrap="square" rtlCol="0" anchor="ctr"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Добавить</a:t>
            </a:r>
            <a:b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br>
            <a:r>
              <a:rPr kumimoji="0" lang="ru-RU" sz="1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ивабрадин</a:t>
            </a: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a:t>
            </a:r>
            <a:r>
              <a:rPr kumimoji="0" lang="ru-RU" sz="1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ранолазин</a:t>
            </a: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или </a:t>
            </a:r>
            <a:r>
              <a:rPr kumimoji="0" lang="ru-RU" sz="1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триметазидин</a:t>
            </a:r>
            <a:endPar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30" name="TextBox 29">
            <a:extLst>
              <a:ext uri="{FF2B5EF4-FFF2-40B4-BE49-F238E27FC236}">
                <a16:creationId xmlns:a16="http://schemas.microsoft.com/office/drawing/2014/main" id="{A8148F49-E08F-0B7E-FB1B-4C410CE52497}"/>
              </a:ext>
            </a:extLst>
          </p:cNvPr>
          <p:cNvSpPr txBox="1"/>
          <p:nvPr/>
        </p:nvSpPr>
        <p:spPr>
          <a:xfrm>
            <a:off x="5808850" y="4860881"/>
            <a:ext cx="1673225" cy="631343"/>
          </a:xfrm>
          <a:prstGeom prst="roundRect">
            <a:avLst/>
          </a:prstGeom>
          <a:solidFill>
            <a:schemeClr val="bg1"/>
          </a:solidFill>
          <a:ln w="12700">
            <a:solidFill>
              <a:schemeClr val="bg1"/>
            </a:solidFill>
          </a:ln>
        </p:spPr>
        <p:txBody>
          <a:bodyPr wrap="square" rtlCol="0" anchor="ctr"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Добавить</a:t>
            </a:r>
            <a:b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br>
            <a:r>
              <a:rPr kumimoji="0" lang="ru-RU" sz="1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ивабрадин</a:t>
            </a: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a:t>
            </a:r>
            <a:r>
              <a:rPr kumimoji="0" lang="ru-RU" sz="1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ранолазин</a:t>
            </a: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или </a:t>
            </a:r>
            <a:r>
              <a:rPr kumimoji="0" lang="ru-RU" sz="1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триметазидин</a:t>
            </a:r>
            <a:endPar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5" name="Объект 8">
            <a:extLst>
              <a:ext uri="{FF2B5EF4-FFF2-40B4-BE49-F238E27FC236}">
                <a16:creationId xmlns:a16="http://schemas.microsoft.com/office/drawing/2014/main" id="{79E0A517-22D2-9764-EFA9-1D69E7B638F9}"/>
              </a:ext>
            </a:extLst>
          </p:cNvPr>
          <p:cNvSpPr txBox="1">
            <a:spLocks/>
          </p:cNvSpPr>
          <p:nvPr/>
        </p:nvSpPr>
        <p:spPr>
          <a:xfrm>
            <a:off x="911225" y="5938684"/>
            <a:ext cx="9441291" cy="650419"/>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300"/>
              </a:spcBef>
              <a:buFontTx/>
              <a:buNone/>
              <a:defRPr sz="800" kern="1200">
                <a:solidFill>
                  <a:schemeClr val="tx2"/>
                </a:solidFill>
                <a:latin typeface="Calibri" panose="020F0502020204030204" pitchFamily="34" charset="0"/>
                <a:ea typeface="+mn-ea"/>
                <a:cs typeface="Calibri" panose="020F0502020204030204" pitchFamily="34" charset="0"/>
              </a:defRPr>
            </a:lvl1pPr>
            <a:lvl2pPr marL="457200" indent="0" algn="l" defTabSz="914400" rtl="0" eaLnBrk="1" latinLnBrk="0" hangingPunct="1">
              <a:lnSpc>
                <a:spcPct val="110000"/>
              </a:lnSpc>
              <a:spcBef>
                <a:spcPts val="800"/>
              </a:spcBef>
              <a:buFontTx/>
              <a:buNone/>
              <a:defRPr sz="1600" kern="1200">
                <a:solidFill>
                  <a:schemeClr val="tx2"/>
                </a:solidFill>
                <a:latin typeface="Calibri" panose="020F0502020204030204" pitchFamily="34" charset="0"/>
                <a:ea typeface="+mn-ea"/>
                <a:cs typeface="Calibri" panose="020F0502020204030204" pitchFamily="34" charset="0"/>
              </a:defRPr>
            </a:lvl2pPr>
            <a:lvl3pPr marL="914400" indent="0" algn="l" defTabSz="914400" rtl="0" eaLnBrk="1" latinLnBrk="0" hangingPunct="1">
              <a:lnSpc>
                <a:spcPct val="110000"/>
              </a:lnSpc>
              <a:spcBef>
                <a:spcPts val="800"/>
              </a:spcBef>
              <a:buFontTx/>
              <a:buNone/>
              <a:defRPr sz="1400" kern="1200">
                <a:solidFill>
                  <a:schemeClr val="tx2"/>
                </a:solidFill>
                <a:latin typeface="Calibri" panose="020F0502020204030204" pitchFamily="34" charset="0"/>
                <a:ea typeface="+mn-ea"/>
                <a:cs typeface="Calibri" panose="020F0502020204030204" pitchFamily="34" charset="0"/>
              </a:defRPr>
            </a:lvl3pPr>
            <a:lvl4pPr marL="1371600" indent="0" algn="l" defTabSz="914400" rtl="0" eaLnBrk="1" latinLnBrk="0" hangingPunct="1">
              <a:lnSpc>
                <a:spcPct val="110000"/>
              </a:lnSpc>
              <a:spcBef>
                <a:spcPts val="800"/>
              </a:spcBef>
              <a:buFontTx/>
              <a:buNone/>
              <a:defRPr sz="1200" kern="1200">
                <a:solidFill>
                  <a:schemeClr val="tx2"/>
                </a:solidFill>
                <a:latin typeface="Calibri" panose="020F0502020204030204" pitchFamily="34" charset="0"/>
                <a:ea typeface="+mn-ea"/>
                <a:cs typeface="Calibri" panose="020F0502020204030204" pitchFamily="34" charset="0"/>
              </a:defRPr>
            </a:lvl4pPr>
            <a:lvl5pPr marL="1828800" indent="0" algn="l" defTabSz="914400" rtl="0" eaLnBrk="1" latinLnBrk="0" hangingPunct="1">
              <a:lnSpc>
                <a:spcPct val="110000"/>
              </a:lnSpc>
              <a:spcBef>
                <a:spcPts val="800"/>
              </a:spcBef>
              <a:buFontTx/>
              <a:buNone/>
              <a:defRPr sz="1200" kern="1200">
                <a:solidFill>
                  <a:schemeClr val="tx2"/>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200"/>
              </a:spcBef>
              <a:spcAft>
                <a:spcPts val="0"/>
              </a:spcAft>
              <a:buClrTx/>
              <a:buSzTx/>
              <a:buFontTx/>
              <a:buNone/>
              <a:tabLst/>
              <a:defRPr/>
            </a:pP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АД </a:t>
            </a:r>
            <a:r>
              <a:rPr kumimoji="0" lang="en-US"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артериальное  давление, </a:t>
            </a: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БАБ</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  бета-адреноблокаторы, </a:t>
            </a: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БКК</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 блокаторы "медленных" кальциевых каналов, </a:t>
            </a: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ДПР-БКК</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  </a:t>
            </a:r>
            <a:r>
              <a:rPr kumimoji="0" lang="ru-RU" sz="800" b="0" i="0" u="none" strike="noStrike" kern="1200" cap="none" spc="0" normalizeH="0" baseline="0" noProof="0" dirty="0" err="1">
                <a:ln>
                  <a:noFill/>
                </a:ln>
                <a:solidFill>
                  <a:srgbClr val="323F48"/>
                </a:solidFill>
                <a:effectLst/>
                <a:uLnTx/>
                <a:uFillTx/>
                <a:latin typeface="Calibri" panose="020F0502020204030204" pitchFamily="34" charset="0"/>
                <a:ea typeface="+mn-ea"/>
                <a:cs typeface="Calibri" panose="020F0502020204030204" pitchFamily="34" charset="0"/>
              </a:rPr>
              <a:t>дигидриропиридиновые</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блокаторы "медленных" кальциевых каналов, </a:t>
            </a: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ЛЖ </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левый желудочек, </a:t>
            </a: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не-ДПР-БКК</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 </a:t>
            </a:r>
            <a:r>
              <a:rPr kumimoji="0" lang="ru-RU" sz="800" b="0" i="0" u="none" strike="noStrike" kern="1200" cap="none" spc="0" normalizeH="0" baseline="0" noProof="0" dirty="0" err="1">
                <a:ln>
                  <a:noFill/>
                </a:ln>
                <a:solidFill>
                  <a:srgbClr val="323F48"/>
                </a:solidFill>
                <a:effectLst/>
                <a:uLnTx/>
                <a:uFillTx/>
                <a:latin typeface="Calibri" panose="020F0502020204030204" pitchFamily="34" charset="0"/>
                <a:ea typeface="+mn-ea"/>
                <a:cs typeface="Calibri" panose="020F0502020204030204" pitchFamily="34" charset="0"/>
              </a:rPr>
              <a:t>недигидропиридиновые</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блокаторы "медленных" кальциевых каналов, </a:t>
            </a: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СН</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 сердечная недостаточность, </a:t>
            </a: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ЧСС</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 частота сердечных сокращений</a:t>
            </a:r>
          </a:p>
          <a:p>
            <a:pPr marL="0" marR="0" lvl="0" indent="0" algn="l" defTabSz="914400" rtl="0" eaLnBrk="1" fontAlgn="auto" latinLnBrk="0" hangingPunct="1">
              <a:lnSpc>
                <a:spcPct val="100000"/>
              </a:lnSpc>
              <a:spcBef>
                <a:spcPts val="200"/>
              </a:spcBef>
              <a:spcAft>
                <a:spcPts val="0"/>
              </a:spcAft>
              <a:buClrTx/>
              <a:buSzTx/>
              <a:buFontTx/>
              <a:buNone/>
              <a:tabLst/>
              <a:defRPr/>
            </a:pP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Адаптировано из ссылки </a:t>
            </a: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1. </a:t>
            </a:r>
          </a:p>
          <a:p>
            <a:pPr marL="0" marR="0" lvl="0" indent="0" algn="l" defTabSz="914400" rtl="0" eaLnBrk="1" fontAlgn="auto" latinLnBrk="0" hangingPunct="1">
              <a:lnSpc>
                <a:spcPct val="100000"/>
              </a:lnSpc>
              <a:spcBef>
                <a:spcPts val="200"/>
              </a:spcBef>
              <a:spcAft>
                <a:spcPts val="0"/>
              </a:spcAft>
              <a:buClrTx/>
              <a:buSzTx/>
              <a:buFontTx/>
              <a:buNone/>
              <a:tabLst/>
              <a:defRPr/>
            </a:pP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1. </a:t>
            </a:r>
            <a:r>
              <a:rPr kumimoji="0" lang="ru-RU" sz="800" b="0" i="0" u="none" strike="noStrike" kern="1200" cap="none" spc="0" normalizeH="0" baseline="0" noProof="0" dirty="0" err="1">
                <a:ln>
                  <a:noFill/>
                </a:ln>
                <a:solidFill>
                  <a:srgbClr val="323F48"/>
                </a:solidFill>
                <a:effectLst/>
                <a:uLnTx/>
                <a:uFillTx/>
                <a:latin typeface="Calibri" panose="020F0502020204030204" pitchFamily="34" charset="0"/>
                <a:ea typeface="+mn-ea"/>
                <a:cs typeface="Calibri" panose="020F0502020204030204" pitchFamily="34" charset="0"/>
              </a:rPr>
              <a:t>Барбараш</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О. Л., и </a:t>
            </a:r>
            <a:r>
              <a:rPr kumimoji="0" lang="ru-RU" sz="800" b="0" i="0" u="none" strike="noStrike" kern="1200" cap="none" spc="0" normalizeH="0" baseline="0" noProof="0" dirty="0" err="1">
                <a:ln>
                  <a:noFill/>
                </a:ln>
                <a:solidFill>
                  <a:srgbClr val="323F48"/>
                </a:solidFill>
                <a:effectLst/>
                <a:uLnTx/>
                <a:uFillTx/>
                <a:latin typeface="Calibri" panose="020F0502020204030204" pitchFamily="34" charset="0"/>
                <a:ea typeface="+mn-ea"/>
                <a:cs typeface="Calibri" panose="020F0502020204030204" pitchFamily="34" charset="0"/>
              </a:rPr>
              <a:t>соавт</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Стабильная ишемическая болезнь сердца. Клинические рекомендации 2024. Российский кардиологический журнал. 2024;29(9):6110. </a:t>
            </a:r>
            <a:r>
              <a:rPr kumimoji="0" lang="ru-RU" sz="800" b="0" i="0" u="none" strike="noStrike" kern="1200" cap="none" spc="0" normalizeH="0" baseline="0" noProof="0" dirty="0" err="1">
                <a:ln>
                  <a:noFill/>
                </a:ln>
                <a:solidFill>
                  <a:srgbClr val="323F48"/>
                </a:solidFill>
                <a:effectLst/>
                <a:uLnTx/>
                <a:uFillTx/>
                <a:latin typeface="Calibri" panose="020F0502020204030204" pitchFamily="34" charset="0"/>
                <a:ea typeface="+mn-ea"/>
                <a:cs typeface="Calibri" panose="020F0502020204030204" pitchFamily="34" charset="0"/>
              </a:rPr>
              <a:t>doi</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10.15829/1560-4071-2024-6110. EDN HHJJUT</a:t>
            </a:r>
          </a:p>
        </p:txBody>
      </p:sp>
      <p:sp>
        <p:nvSpPr>
          <p:cNvPr id="37" name="Заголовок 7">
            <a:extLst>
              <a:ext uri="{FF2B5EF4-FFF2-40B4-BE49-F238E27FC236}">
                <a16:creationId xmlns:a16="http://schemas.microsoft.com/office/drawing/2014/main" id="{803F9A97-7BBD-75D2-937C-CAB4F2F83641}"/>
              </a:ext>
            </a:extLst>
          </p:cNvPr>
          <p:cNvSpPr txBox="1">
            <a:spLocks/>
          </p:cNvSpPr>
          <p:nvPr/>
        </p:nvSpPr>
        <p:spPr>
          <a:xfrm>
            <a:off x="911225" y="497766"/>
            <a:ext cx="10160900" cy="783083"/>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ru-RU"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Стратегия долгосрочной </a:t>
            </a:r>
            <a:r>
              <a:rPr kumimoji="0" lang="ru-RU" sz="2000" i="0" u="sng"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антиишемической</a:t>
            </a:r>
            <a:r>
              <a:rPr kumimoji="0" lang="ru-RU"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лекарственной терапии у пациентов с</a:t>
            </a:r>
            <a:r>
              <a:rPr lang="ru-RU" sz="2000" dirty="0"/>
              <a:t>о стабильной </a:t>
            </a:r>
            <a:r>
              <a:rPr kumimoji="0" lang="ru-RU" sz="2000" b="1" i="0"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ишемической болезнью сердца с различными типами гемодинамики</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6EF0E13-71AB-8512-42F6-348A1D1B027F}"/>
              </a:ext>
            </a:extLst>
          </p:cNvPr>
          <p:cNvSpPr txBox="1"/>
          <p:nvPr/>
        </p:nvSpPr>
        <p:spPr>
          <a:xfrm>
            <a:off x="1072444" y="304969"/>
            <a:ext cx="9539111"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2000" b="1" i="0" u="none" strike="noStrike" kern="1200" cap="none" spc="0" normalizeH="0" baseline="0" noProof="0" dirty="0">
                <a:ln>
                  <a:noFill/>
                </a:ln>
                <a:solidFill>
                  <a:srgbClr val="7030A0"/>
                </a:solidFill>
                <a:effectLst/>
                <a:uLnTx/>
                <a:uFillTx/>
                <a:latin typeface="Verdana" panose="020B0604030504040204" pitchFamily="34" charset="0"/>
                <a:ea typeface="Verdana" panose="020B0604030504040204" pitchFamily="34" charset="0"/>
                <a:cs typeface="+mn-cs"/>
              </a:rPr>
              <a:t>Артериальная гипертензия. Клинические рекомендации 2024 - Стратегия лекарственной терапии при сочетании АГ и ИБС</a:t>
            </a:r>
          </a:p>
        </p:txBody>
      </p:sp>
      <p:pic>
        <p:nvPicPr>
          <p:cNvPr id="5" name="Picture 4">
            <a:extLst>
              <a:ext uri="{FF2B5EF4-FFF2-40B4-BE49-F238E27FC236}">
                <a16:creationId xmlns:a16="http://schemas.microsoft.com/office/drawing/2014/main" id="{586F41C8-2966-E97A-06AF-266A39A7792C}"/>
              </a:ext>
            </a:extLst>
          </p:cNvPr>
          <p:cNvPicPr>
            <a:picLocks noChangeAspect="1"/>
          </p:cNvPicPr>
          <p:nvPr/>
        </p:nvPicPr>
        <p:blipFill>
          <a:blip r:embed="rId2"/>
          <a:srcRect b="15416"/>
          <a:stretch>
            <a:fillRect/>
          </a:stretch>
        </p:blipFill>
        <p:spPr>
          <a:xfrm>
            <a:off x="833165" y="1130181"/>
            <a:ext cx="9916611" cy="5111788"/>
          </a:xfrm>
          <a:prstGeom prst="rect">
            <a:avLst/>
          </a:prstGeom>
        </p:spPr>
      </p:pic>
      <p:sp>
        <p:nvSpPr>
          <p:cNvPr id="7" name="TextBox 6">
            <a:extLst>
              <a:ext uri="{FF2B5EF4-FFF2-40B4-BE49-F238E27FC236}">
                <a16:creationId xmlns:a16="http://schemas.microsoft.com/office/drawing/2014/main" id="{501B6F92-3D98-F3CC-AE79-41A6CF3A5951}"/>
              </a:ext>
            </a:extLst>
          </p:cNvPr>
          <p:cNvSpPr txBox="1"/>
          <p:nvPr/>
        </p:nvSpPr>
        <p:spPr>
          <a:xfrm>
            <a:off x="1072444" y="6337587"/>
            <a:ext cx="11335649" cy="215444"/>
          </a:xfrm>
          <a:prstGeom prst="rect">
            <a:avLst/>
          </a:prstGeom>
          <a:noFill/>
        </p:spPr>
        <p:txBody>
          <a:bodyPr wrap="square">
            <a:spAutoFit/>
          </a:bodyPr>
          <a:lstStyle/>
          <a:p>
            <a:pPr lvl="1"/>
            <a:r>
              <a:rPr lang="ru-RU" sz="800" dirty="0" err="1">
                <a:latin typeface="Arial" panose="020B0604020202020204" pitchFamily="34" charset="0"/>
                <a:cs typeface="Arial" panose="020B0604020202020204" pitchFamily="34" charset="0"/>
              </a:rPr>
              <a:t>Кобалава</a:t>
            </a:r>
            <a:r>
              <a:rPr lang="ru-RU" sz="800" dirty="0">
                <a:latin typeface="Arial" panose="020B0604020202020204" pitchFamily="34" charset="0"/>
                <a:cs typeface="Arial" panose="020B0604020202020204" pitchFamily="34" charset="0"/>
              </a:rPr>
              <a:t> Ж. Д. и </a:t>
            </a:r>
            <a:r>
              <a:rPr lang="ru-RU" sz="800" dirty="0" err="1">
                <a:latin typeface="Arial" panose="020B0604020202020204" pitchFamily="34" charset="0"/>
                <a:cs typeface="Arial" panose="020B0604020202020204" pitchFamily="34" charset="0"/>
              </a:rPr>
              <a:t>соавт</a:t>
            </a:r>
            <a:r>
              <a:rPr lang="ru-RU" sz="800" dirty="0">
                <a:latin typeface="Arial" panose="020B0604020202020204" pitchFamily="34" charset="0"/>
                <a:cs typeface="Arial" panose="020B0604020202020204" pitchFamily="34" charset="0"/>
              </a:rPr>
              <a:t>. Артериальная гипертензия у взрослых. Клинические рекомендации. 2024. Российский кардиологический журнал. 2024;29(9):6117. </a:t>
            </a:r>
            <a:r>
              <a:rPr lang="ru-RU" sz="800" dirty="0" err="1">
                <a:latin typeface="Arial" panose="020B0604020202020204" pitchFamily="34" charset="0"/>
                <a:cs typeface="Arial" panose="020B0604020202020204" pitchFamily="34" charset="0"/>
              </a:rPr>
              <a:t>doi</a:t>
            </a:r>
            <a:r>
              <a:rPr lang="ru-RU" sz="800" dirty="0">
                <a:latin typeface="Arial" panose="020B0604020202020204" pitchFamily="34" charset="0"/>
                <a:cs typeface="Arial" panose="020B0604020202020204" pitchFamily="34" charset="0"/>
              </a:rPr>
              <a:t>: 10.15829</a:t>
            </a:r>
            <a:r>
              <a:rPr lang="en-US" sz="800" dirty="0">
                <a:latin typeface="Arial" panose="020B0604020202020204" pitchFamily="34" charset="0"/>
                <a:cs typeface="Arial" panose="020B0604020202020204" pitchFamily="34" charset="0"/>
              </a:rPr>
              <a:t> </a:t>
            </a:r>
            <a:r>
              <a:rPr lang="ru-RU" sz="800" dirty="0">
                <a:latin typeface="Arial" panose="020B0604020202020204" pitchFamily="34" charset="0"/>
                <a:cs typeface="Arial" panose="020B0604020202020204" pitchFamily="34" charset="0"/>
              </a:rPr>
              <a:t>1560-4071-2024-6117. EDN GUEWLU</a:t>
            </a:r>
          </a:p>
        </p:txBody>
      </p:sp>
    </p:spTree>
    <p:extLst>
      <p:ext uri="{BB962C8B-B14F-4D97-AF65-F5344CB8AC3E}">
        <p14:creationId xmlns:p14="http://schemas.microsoft.com/office/powerpoint/2010/main" val="1388018198"/>
      </p:ext>
    </p:extLst>
  </p:cSld>
  <p:clrMapOvr>
    <a:masterClrMapping/>
  </p:clrMapOvr>
  <mc:AlternateContent xmlns:mc="http://schemas.openxmlformats.org/markup-compatibility/2006" xmlns:p14="http://schemas.microsoft.com/office/powerpoint/2010/main">
    <mc:Choice Requires="p14">
      <p:transition spd="slow" p14:dur="2000" advTm="107442"/>
    </mc:Choice>
    <mc:Fallback xmlns="">
      <p:transition spd="slow" advTm="107442"/>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C8CD4-6D4C-9AA8-E302-206FB5817C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5D1D42-22FC-F57A-5F58-023D5CF9986B}"/>
              </a:ext>
            </a:extLst>
          </p:cNvPr>
          <p:cNvSpPr txBox="1">
            <a:spLocks/>
          </p:cNvSpPr>
          <p:nvPr/>
        </p:nvSpPr>
        <p:spPr>
          <a:xfrm>
            <a:off x="460418" y="1214807"/>
            <a:ext cx="11338560" cy="768263"/>
          </a:xfrm>
          <a:prstGeom prst="rect">
            <a:avLst/>
          </a:prstGeom>
        </p:spPr>
        <p:txBody>
          <a:bodyPr lIns="91440" tIns="45720" rIns="91440" bIns="45720" anchor="b" anchorCtr="0"/>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ru-RU" sz="2800" b="1" i="0" u="none" strike="noStrike" kern="1200" cap="none" spc="0" normalizeH="0" baseline="0" noProof="0" dirty="0">
                <a:ln>
                  <a:noFill/>
                </a:ln>
                <a:solidFill>
                  <a:srgbClr val="2B3A42"/>
                </a:solidFill>
                <a:effectLst/>
                <a:uLnTx/>
                <a:uFillTx/>
                <a:latin typeface="Arial" panose="020B0604020202020204"/>
                <a:ea typeface="+mj-ea"/>
                <a:cs typeface="+mj-cs"/>
              </a:rPr>
              <a:t>Оптимальная медикаментозная терапия — комплексный подход, направленный на улучшение прогноза и качества жизни пациентов с ИБС</a:t>
            </a:r>
            <a:endParaRPr kumimoji="0" lang="en-US" sz="2800" b="1" i="0" u="none" strike="noStrike" kern="1200" cap="none" spc="0" normalizeH="0" baseline="0" noProof="0" dirty="0">
              <a:ln>
                <a:noFill/>
              </a:ln>
              <a:solidFill>
                <a:srgbClr val="2B3A42"/>
              </a:solidFill>
              <a:effectLst/>
              <a:uLnTx/>
              <a:uFillTx/>
              <a:latin typeface="Arial" panose="020B0604020202020204"/>
              <a:ea typeface="+mj-ea"/>
              <a:cs typeface="+mj-cs"/>
            </a:endParaRPr>
          </a:p>
        </p:txBody>
      </p:sp>
      <p:sp>
        <p:nvSpPr>
          <p:cNvPr id="3" name="Oval 2">
            <a:extLst>
              <a:ext uri="{FF2B5EF4-FFF2-40B4-BE49-F238E27FC236}">
                <a16:creationId xmlns:a16="http://schemas.microsoft.com/office/drawing/2014/main" id="{27075CC3-F15A-F428-8ADB-BA3A287E8CC4}"/>
              </a:ext>
            </a:extLst>
          </p:cNvPr>
          <p:cNvSpPr>
            <a:spLocks noChangeAspect="1"/>
          </p:cNvSpPr>
          <p:nvPr/>
        </p:nvSpPr>
        <p:spPr>
          <a:xfrm>
            <a:off x="443079" y="3501024"/>
            <a:ext cx="941338" cy="959261"/>
          </a:xfrm>
          <a:prstGeom prst="ellipse">
            <a:avLst/>
          </a:prstGeom>
          <a:solidFill>
            <a:srgbClr val="FFFFFF"/>
          </a:solidFill>
          <a:ln w="12700" cap="flat" cmpd="sng" algn="ctr">
            <a:solidFill>
              <a:srgbClr val="FFFFFF"/>
            </a:solidFill>
            <a:prstDash val="solid"/>
            <a:miter lim="800000"/>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4" name="Oval 3">
            <a:extLst>
              <a:ext uri="{FF2B5EF4-FFF2-40B4-BE49-F238E27FC236}">
                <a16:creationId xmlns:a16="http://schemas.microsoft.com/office/drawing/2014/main" id="{15F368D6-DFF5-AE88-6A8B-601371569B4E}"/>
              </a:ext>
            </a:extLst>
          </p:cNvPr>
          <p:cNvSpPr>
            <a:spLocks noChangeAspect="1"/>
          </p:cNvSpPr>
          <p:nvPr/>
        </p:nvSpPr>
        <p:spPr>
          <a:xfrm>
            <a:off x="460418" y="3521513"/>
            <a:ext cx="914400" cy="914400"/>
          </a:xfrm>
          <a:prstGeom prst="ellipse">
            <a:avLst/>
          </a:prstGeom>
          <a:solidFill>
            <a:srgbClr val="005587"/>
          </a:solidFill>
          <a:ln w="12700" cap="flat" cmpd="sng" algn="ctr">
            <a:noFill/>
            <a:prstDash val="solid"/>
            <a:miter lim="800000"/>
          </a:ln>
          <a:effectLst/>
        </p:spPr>
        <p:txBody>
          <a:bodyPr wrap="none" lIns="0" r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2</a:t>
            </a:r>
          </a:p>
        </p:txBody>
      </p:sp>
      <p:sp>
        <p:nvSpPr>
          <p:cNvPr id="5" name="Oval 4">
            <a:extLst>
              <a:ext uri="{FF2B5EF4-FFF2-40B4-BE49-F238E27FC236}">
                <a16:creationId xmlns:a16="http://schemas.microsoft.com/office/drawing/2014/main" id="{2F1735A4-C019-251E-D0E1-98C1316273F6}"/>
              </a:ext>
            </a:extLst>
          </p:cNvPr>
          <p:cNvSpPr>
            <a:spLocks noChangeAspect="1"/>
          </p:cNvSpPr>
          <p:nvPr/>
        </p:nvSpPr>
        <p:spPr>
          <a:xfrm>
            <a:off x="443079" y="2334758"/>
            <a:ext cx="941338" cy="959261"/>
          </a:xfrm>
          <a:prstGeom prst="ellipse">
            <a:avLst/>
          </a:prstGeom>
          <a:solidFill>
            <a:srgbClr val="FFFFFF"/>
          </a:solidFill>
          <a:ln w="12700" cap="flat" cmpd="sng" algn="ctr">
            <a:solidFill>
              <a:srgbClr val="FFFFFF"/>
            </a:solidFill>
            <a:prstDash val="solid"/>
            <a:miter lim="800000"/>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6" name="Oval 5">
            <a:extLst>
              <a:ext uri="{FF2B5EF4-FFF2-40B4-BE49-F238E27FC236}">
                <a16:creationId xmlns:a16="http://schemas.microsoft.com/office/drawing/2014/main" id="{DF1786DA-B342-59B2-2986-79D966438B50}"/>
              </a:ext>
            </a:extLst>
          </p:cNvPr>
          <p:cNvSpPr>
            <a:spLocks noChangeAspect="1"/>
          </p:cNvSpPr>
          <p:nvPr/>
        </p:nvSpPr>
        <p:spPr>
          <a:xfrm>
            <a:off x="460418" y="2355248"/>
            <a:ext cx="914400" cy="914400"/>
          </a:xfrm>
          <a:prstGeom prst="ellipse">
            <a:avLst/>
          </a:prstGeom>
          <a:solidFill>
            <a:srgbClr val="00A3E0"/>
          </a:solidFill>
          <a:ln w="12700" cap="flat" cmpd="sng" algn="ctr">
            <a:noFill/>
            <a:prstDash val="solid"/>
            <a:miter lim="800000"/>
          </a:ln>
          <a:effectLst/>
        </p:spPr>
        <p:txBody>
          <a:bodyPr wrap="none" lIns="0" r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1</a:t>
            </a:r>
          </a:p>
        </p:txBody>
      </p:sp>
      <p:sp>
        <p:nvSpPr>
          <p:cNvPr id="7" name="Oval 6">
            <a:extLst>
              <a:ext uri="{FF2B5EF4-FFF2-40B4-BE49-F238E27FC236}">
                <a16:creationId xmlns:a16="http://schemas.microsoft.com/office/drawing/2014/main" id="{D076EEAE-D6D4-BCD8-A0F3-0694E3E6677B}"/>
              </a:ext>
            </a:extLst>
          </p:cNvPr>
          <p:cNvSpPr>
            <a:spLocks noChangeAspect="1"/>
          </p:cNvSpPr>
          <p:nvPr/>
        </p:nvSpPr>
        <p:spPr>
          <a:xfrm>
            <a:off x="443079" y="4667290"/>
            <a:ext cx="941338" cy="959261"/>
          </a:xfrm>
          <a:prstGeom prst="ellipse">
            <a:avLst/>
          </a:prstGeom>
          <a:solidFill>
            <a:srgbClr val="FFFFFF"/>
          </a:solidFill>
          <a:ln w="12700" cap="flat" cmpd="sng" algn="ctr">
            <a:solidFill>
              <a:srgbClr val="FFFFFF"/>
            </a:solidFill>
            <a:prstDash val="solid"/>
            <a:miter lim="800000"/>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8" name="Oval 7">
            <a:extLst>
              <a:ext uri="{FF2B5EF4-FFF2-40B4-BE49-F238E27FC236}">
                <a16:creationId xmlns:a16="http://schemas.microsoft.com/office/drawing/2014/main" id="{BD2B70BF-5DF4-7CA6-FF82-A5D65C4F4926}"/>
              </a:ext>
            </a:extLst>
          </p:cNvPr>
          <p:cNvSpPr>
            <a:spLocks noChangeAspect="1"/>
          </p:cNvSpPr>
          <p:nvPr/>
        </p:nvSpPr>
        <p:spPr>
          <a:xfrm>
            <a:off x="460418" y="4687780"/>
            <a:ext cx="914400" cy="914400"/>
          </a:xfrm>
          <a:prstGeom prst="ellipse">
            <a:avLst/>
          </a:prstGeom>
          <a:solidFill>
            <a:srgbClr val="43B02A"/>
          </a:solidFill>
          <a:ln w="12700" cap="flat" cmpd="sng" algn="ctr">
            <a:noFill/>
            <a:prstDash val="solid"/>
            <a:miter lim="800000"/>
          </a:ln>
          <a:effectLst/>
        </p:spPr>
        <p:txBody>
          <a:bodyPr wrap="none" lIns="0" r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3</a:t>
            </a:r>
          </a:p>
        </p:txBody>
      </p:sp>
      <p:sp>
        <p:nvSpPr>
          <p:cNvPr id="11" name="Arc 10">
            <a:extLst>
              <a:ext uri="{FF2B5EF4-FFF2-40B4-BE49-F238E27FC236}">
                <a16:creationId xmlns:a16="http://schemas.microsoft.com/office/drawing/2014/main" id="{9D0A7683-BFAB-B79C-2263-44E88CCBC3FE}"/>
              </a:ext>
            </a:extLst>
          </p:cNvPr>
          <p:cNvSpPr/>
          <p:nvPr/>
        </p:nvSpPr>
        <p:spPr>
          <a:xfrm flipH="1">
            <a:off x="378664" y="2278266"/>
            <a:ext cx="1070167" cy="1072245"/>
          </a:xfrm>
          <a:prstGeom prst="arc">
            <a:avLst>
              <a:gd name="adj1" fmla="val 16200000"/>
              <a:gd name="adj2" fmla="val 5498192"/>
            </a:avLst>
          </a:prstGeom>
          <a:noFill/>
          <a:ln w="38100" cap="rnd" cmpd="sng" algn="ctr">
            <a:solidFill>
              <a:srgbClr val="00A3E0"/>
            </a:solidFill>
            <a:prstDash val="solid"/>
            <a:roun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B3A42"/>
              </a:solidFill>
              <a:effectLst/>
              <a:uLnTx/>
              <a:uFillTx/>
              <a:latin typeface="Arial" panose="020B0604020202020204"/>
              <a:ea typeface="+mn-ea"/>
              <a:cs typeface="+mn-cs"/>
            </a:endParaRPr>
          </a:p>
        </p:txBody>
      </p:sp>
      <p:sp>
        <p:nvSpPr>
          <p:cNvPr id="12" name="Arc 11">
            <a:extLst>
              <a:ext uri="{FF2B5EF4-FFF2-40B4-BE49-F238E27FC236}">
                <a16:creationId xmlns:a16="http://schemas.microsoft.com/office/drawing/2014/main" id="{F563496A-3BB4-E8E7-006D-3CDE3DFDCADA}"/>
              </a:ext>
            </a:extLst>
          </p:cNvPr>
          <p:cNvSpPr/>
          <p:nvPr/>
        </p:nvSpPr>
        <p:spPr>
          <a:xfrm flipH="1">
            <a:off x="378664" y="3444531"/>
            <a:ext cx="1070167" cy="1072245"/>
          </a:xfrm>
          <a:prstGeom prst="arc">
            <a:avLst>
              <a:gd name="adj1" fmla="val 16200000"/>
              <a:gd name="adj2" fmla="val 5526258"/>
            </a:avLst>
          </a:prstGeom>
          <a:noFill/>
          <a:ln w="38100" cap="rnd" cmpd="sng" algn="ctr">
            <a:solidFill>
              <a:srgbClr val="005587"/>
            </a:solidFill>
            <a:prstDash val="solid"/>
            <a:roun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B3A42"/>
              </a:solidFill>
              <a:effectLst/>
              <a:uLnTx/>
              <a:uFillTx/>
              <a:latin typeface="Arial" panose="020B0604020202020204"/>
              <a:ea typeface="+mn-ea"/>
              <a:cs typeface="+mn-cs"/>
            </a:endParaRPr>
          </a:p>
        </p:txBody>
      </p:sp>
      <p:sp>
        <p:nvSpPr>
          <p:cNvPr id="13" name="Arc 12">
            <a:extLst>
              <a:ext uri="{FF2B5EF4-FFF2-40B4-BE49-F238E27FC236}">
                <a16:creationId xmlns:a16="http://schemas.microsoft.com/office/drawing/2014/main" id="{9B47A0C9-4182-7A89-D0EA-257E0835DBF4}"/>
              </a:ext>
            </a:extLst>
          </p:cNvPr>
          <p:cNvSpPr/>
          <p:nvPr/>
        </p:nvSpPr>
        <p:spPr>
          <a:xfrm flipH="1">
            <a:off x="378664" y="4610798"/>
            <a:ext cx="1070167" cy="1072245"/>
          </a:xfrm>
          <a:prstGeom prst="arc">
            <a:avLst>
              <a:gd name="adj1" fmla="val 16200000"/>
              <a:gd name="adj2" fmla="val 5462501"/>
            </a:avLst>
          </a:prstGeom>
          <a:noFill/>
          <a:ln w="38100" cap="rnd" cmpd="sng" algn="ctr">
            <a:solidFill>
              <a:srgbClr val="43B02A"/>
            </a:solidFill>
            <a:prstDash val="solid"/>
            <a:roun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B3A42"/>
              </a:solidFill>
              <a:effectLst/>
              <a:uLnTx/>
              <a:uFillTx/>
              <a:latin typeface="Arial" panose="020B0604020202020204"/>
              <a:ea typeface="+mn-ea"/>
              <a:cs typeface="+mn-cs"/>
            </a:endParaRPr>
          </a:p>
        </p:txBody>
      </p:sp>
      <p:cxnSp>
        <p:nvCxnSpPr>
          <p:cNvPr id="15" name="Straight Connector 14">
            <a:extLst>
              <a:ext uri="{FF2B5EF4-FFF2-40B4-BE49-F238E27FC236}">
                <a16:creationId xmlns:a16="http://schemas.microsoft.com/office/drawing/2014/main" id="{0A4F95EB-EC3D-5148-1DAC-B714AB9A21BB}"/>
              </a:ext>
            </a:extLst>
          </p:cNvPr>
          <p:cNvCxnSpPr>
            <a:cxnSpLocks/>
          </p:cNvCxnSpPr>
          <p:nvPr/>
        </p:nvCxnSpPr>
        <p:spPr>
          <a:xfrm>
            <a:off x="913986" y="3350511"/>
            <a:ext cx="10800220" cy="0"/>
          </a:xfrm>
          <a:prstGeom prst="line">
            <a:avLst/>
          </a:prstGeom>
          <a:noFill/>
          <a:ln w="38100" cap="rnd" cmpd="sng" algn="ctr">
            <a:solidFill>
              <a:srgbClr val="00A3E0"/>
            </a:solidFill>
            <a:prstDash val="solid"/>
            <a:round/>
          </a:ln>
          <a:effectLst/>
        </p:spPr>
      </p:cxnSp>
      <p:cxnSp>
        <p:nvCxnSpPr>
          <p:cNvPr id="16" name="Straight Connector 15">
            <a:extLst>
              <a:ext uri="{FF2B5EF4-FFF2-40B4-BE49-F238E27FC236}">
                <a16:creationId xmlns:a16="http://schemas.microsoft.com/office/drawing/2014/main" id="{E61D746D-5219-02D7-71A1-8F185F0265CA}"/>
              </a:ext>
            </a:extLst>
          </p:cNvPr>
          <p:cNvCxnSpPr>
            <a:cxnSpLocks/>
          </p:cNvCxnSpPr>
          <p:nvPr/>
        </p:nvCxnSpPr>
        <p:spPr>
          <a:xfrm>
            <a:off x="923467" y="4516777"/>
            <a:ext cx="10800220" cy="0"/>
          </a:xfrm>
          <a:prstGeom prst="line">
            <a:avLst/>
          </a:prstGeom>
          <a:noFill/>
          <a:ln w="38100" cap="rnd" cmpd="sng" algn="ctr">
            <a:solidFill>
              <a:srgbClr val="005587"/>
            </a:solidFill>
            <a:prstDash val="solid"/>
            <a:round/>
          </a:ln>
          <a:effectLst/>
        </p:spPr>
      </p:cxnSp>
      <p:cxnSp>
        <p:nvCxnSpPr>
          <p:cNvPr id="17" name="Straight Connector 16">
            <a:extLst>
              <a:ext uri="{FF2B5EF4-FFF2-40B4-BE49-F238E27FC236}">
                <a16:creationId xmlns:a16="http://schemas.microsoft.com/office/drawing/2014/main" id="{95D521E6-4C21-7FFD-B36A-B747BB9D1BF6}"/>
              </a:ext>
            </a:extLst>
          </p:cNvPr>
          <p:cNvCxnSpPr>
            <a:cxnSpLocks/>
          </p:cNvCxnSpPr>
          <p:nvPr/>
        </p:nvCxnSpPr>
        <p:spPr>
          <a:xfrm>
            <a:off x="923467" y="5683043"/>
            <a:ext cx="10800220" cy="0"/>
          </a:xfrm>
          <a:prstGeom prst="line">
            <a:avLst/>
          </a:prstGeom>
          <a:noFill/>
          <a:ln w="38100" cap="rnd" cmpd="sng" algn="ctr">
            <a:solidFill>
              <a:srgbClr val="43B02A"/>
            </a:solidFill>
            <a:prstDash val="solid"/>
            <a:round/>
          </a:ln>
          <a:effectLst/>
        </p:spPr>
      </p:cxnSp>
      <p:sp>
        <p:nvSpPr>
          <p:cNvPr id="19" name="Rounded Rectangle 69">
            <a:extLst>
              <a:ext uri="{FF2B5EF4-FFF2-40B4-BE49-F238E27FC236}">
                <a16:creationId xmlns:a16="http://schemas.microsoft.com/office/drawing/2014/main" id="{7289233E-4847-1CA1-6FB3-FEEF8A5AF8B6}"/>
              </a:ext>
            </a:extLst>
          </p:cNvPr>
          <p:cNvSpPr>
            <a:spLocks/>
          </p:cNvSpPr>
          <p:nvPr/>
        </p:nvSpPr>
        <p:spPr>
          <a:xfrm>
            <a:off x="1470375" y="2414212"/>
            <a:ext cx="10278545" cy="816240"/>
          </a:xfrm>
          <a:prstGeom prst="rect">
            <a:avLst/>
          </a:prstGeom>
          <a:noFill/>
          <a:ln w="12700" cap="flat" cmpd="sng" algn="ctr">
            <a:noFill/>
            <a:prstDash val="solid"/>
            <a:miter lim="800000"/>
          </a:ln>
          <a:effectLst/>
        </p:spPr>
        <p:txBody>
          <a:bodyPr rtlCol="0" anchor="ctr" anchorCtr="0"/>
          <a:lstStyle/>
          <a:p>
            <a:pPr marL="0" marR="0" lvl="0" indent="0" algn="l" defTabSz="914400" rtl="0" eaLnBrk="1" fontAlgn="base" latinLnBrk="0" hangingPunct="1">
              <a:lnSpc>
                <a:spcPct val="100000"/>
              </a:lnSpc>
              <a:spcBef>
                <a:spcPts val="0"/>
              </a:spcBef>
              <a:spcAft>
                <a:spcPts val="300"/>
              </a:spcAft>
              <a:buClrTx/>
              <a:buSzTx/>
              <a:buFontTx/>
              <a:buNone/>
              <a:tabLst/>
              <a:defRPr/>
            </a:pPr>
            <a:r>
              <a:rPr kumimoji="0" lang="ru-RU" sz="16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ОМТ при стабильной ИБС — многокомпонентная стратегия</a:t>
            </a:r>
            <a:endParaRPr kumimoji="0" lang="en-US" sz="16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endParaRPr>
          </a:p>
        </p:txBody>
      </p:sp>
      <p:sp>
        <p:nvSpPr>
          <p:cNvPr id="20" name="Rounded Rectangle 69">
            <a:extLst>
              <a:ext uri="{FF2B5EF4-FFF2-40B4-BE49-F238E27FC236}">
                <a16:creationId xmlns:a16="http://schemas.microsoft.com/office/drawing/2014/main" id="{AF1FFE33-98BE-1F50-FB30-0CDB60B88321}"/>
              </a:ext>
            </a:extLst>
          </p:cNvPr>
          <p:cNvSpPr>
            <a:spLocks/>
          </p:cNvSpPr>
          <p:nvPr/>
        </p:nvSpPr>
        <p:spPr>
          <a:xfrm>
            <a:off x="1470375" y="3580478"/>
            <a:ext cx="10278545" cy="816240"/>
          </a:xfrm>
          <a:prstGeom prst="rect">
            <a:avLst/>
          </a:prstGeom>
          <a:noFill/>
          <a:ln w="12700" cap="flat" cmpd="sng" algn="ctr">
            <a:noFill/>
            <a:prstDash val="solid"/>
            <a:miter lim="800000"/>
          </a:ln>
          <a:effectLst/>
        </p:spPr>
        <p:txBody>
          <a:bodyPr rtlCol="0" anchor="ctr" anchorCtr="0"/>
          <a:lstStyle/>
          <a:p>
            <a:pPr marL="0" marR="0" lvl="0" indent="0" algn="l" defTabSz="914400" rtl="0" eaLnBrk="1" fontAlgn="base" latinLnBrk="0" hangingPunct="1">
              <a:lnSpc>
                <a:spcPct val="100000"/>
              </a:lnSpc>
              <a:spcBef>
                <a:spcPts val="0"/>
              </a:spcBef>
              <a:spcAft>
                <a:spcPts val="300"/>
              </a:spcAft>
              <a:buClrTx/>
              <a:buSzTx/>
              <a:buFontTx/>
              <a:buNone/>
              <a:tabLst/>
              <a:defRPr/>
            </a:pPr>
            <a:r>
              <a:rPr kumimoji="0" lang="ru-RU" sz="16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Антиишемический выбор определяется гемодинамическим профилем</a:t>
            </a:r>
            <a:endParaRPr kumimoji="0" lang="en-US" sz="1600" b="1" i="0" u="none" strike="noStrike" kern="0" cap="none" spc="0" normalizeH="0" baseline="30000" noProof="0" dirty="0">
              <a:ln>
                <a:noFill/>
              </a:ln>
              <a:solidFill>
                <a:srgbClr val="2B3A42"/>
              </a:solidFill>
              <a:effectLst/>
              <a:uLnTx/>
              <a:uFillTx/>
              <a:latin typeface="Arial" panose="020B0604020202020204" pitchFamily="34" charset="0"/>
              <a:ea typeface="+mn-ea"/>
              <a:cs typeface="Arial" panose="020B0604020202020204" pitchFamily="34" charset="0"/>
            </a:endParaRPr>
          </a:p>
        </p:txBody>
      </p:sp>
      <p:sp>
        <p:nvSpPr>
          <p:cNvPr id="21" name="Rounded Rectangle 69">
            <a:extLst>
              <a:ext uri="{FF2B5EF4-FFF2-40B4-BE49-F238E27FC236}">
                <a16:creationId xmlns:a16="http://schemas.microsoft.com/office/drawing/2014/main" id="{CC8A0C43-6E9F-A07D-9A33-57A1080862A7}"/>
              </a:ext>
            </a:extLst>
          </p:cNvPr>
          <p:cNvSpPr>
            <a:spLocks/>
          </p:cNvSpPr>
          <p:nvPr/>
        </p:nvSpPr>
        <p:spPr>
          <a:xfrm>
            <a:off x="1470375" y="4746744"/>
            <a:ext cx="10278545" cy="816240"/>
          </a:xfrm>
          <a:prstGeom prst="rect">
            <a:avLst/>
          </a:prstGeom>
          <a:noFill/>
          <a:ln w="12700" cap="flat" cmpd="sng" algn="ctr">
            <a:noFill/>
            <a:prstDash val="solid"/>
            <a:miter lim="800000"/>
          </a:ln>
          <a:effectLst/>
        </p:spPr>
        <p:txBody>
          <a:bodyPr rtlCol="0" anchor="ctr" anchorCtr="0"/>
          <a:lstStyle/>
          <a:p>
            <a:pPr marL="0" marR="0" lvl="0" indent="0" algn="l" defTabSz="914400" rtl="0" eaLnBrk="1" fontAlgn="base" latinLnBrk="0" hangingPunct="1">
              <a:lnSpc>
                <a:spcPct val="100000"/>
              </a:lnSpc>
              <a:spcBef>
                <a:spcPts val="0"/>
              </a:spcBef>
              <a:spcAft>
                <a:spcPts val="300"/>
              </a:spcAft>
              <a:buClrTx/>
              <a:buSzTx/>
              <a:buFontTx/>
              <a:buNone/>
              <a:tabLst/>
              <a:defRPr/>
            </a:pPr>
            <a:r>
              <a:rPr kumimoji="0" lang="ru-RU" sz="16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При сочетании АГ + ИБС β-блокаторы и ДГП-БКК выполняют двойную функцию: </a:t>
            </a:r>
            <a:r>
              <a:rPr lang="ru-RU" sz="1600" b="1" kern="0" dirty="0">
                <a:solidFill>
                  <a:srgbClr val="2B3A42"/>
                </a:solidFill>
                <a:latin typeface="Arial" panose="020B0604020202020204" pitchFamily="34" charset="0"/>
                <a:cs typeface="Arial" panose="020B0604020202020204" pitchFamily="34" charset="0"/>
              </a:rPr>
              <a:t>к</a:t>
            </a:r>
            <a:r>
              <a:rPr kumimoji="0" lang="ru-RU" sz="1600" b="1" i="0" u="none" strike="noStrike" kern="0" cap="none" spc="0" normalizeH="0" baseline="0" noProof="0" dirty="0" err="1">
                <a:ln>
                  <a:noFill/>
                </a:ln>
                <a:solidFill>
                  <a:srgbClr val="2B3A42"/>
                </a:solidFill>
                <a:effectLst/>
                <a:uLnTx/>
                <a:uFillTx/>
                <a:latin typeface="Arial" panose="020B0604020202020204" pitchFamily="34" charset="0"/>
                <a:ea typeface="+mn-ea"/>
                <a:cs typeface="Arial" panose="020B0604020202020204" pitchFamily="34" charset="0"/>
              </a:rPr>
              <a:t>онтроль</a:t>
            </a:r>
            <a:r>
              <a:rPr kumimoji="0" lang="ru-RU" sz="16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АД и антиангинальный эффект одновременно</a:t>
            </a:r>
            <a:endParaRPr kumimoji="0" lang="en-US" sz="1600" b="1" i="0" u="none" strike="noStrike" kern="0" cap="none" spc="0" normalizeH="0" baseline="30000" noProof="0" dirty="0">
              <a:ln>
                <a:noFill/>
              </a:ln>
              <a:solidFill>
                <a:srgbClr val="2B3A42"/>
              </a:solidFill>
              <a:effectLst/>
              <a:uLnTx/>
              <a:uFillTx/>
              <a:latin typeface="Arial" panose="020B0604020202020204" pitchFamily="34" charset="0"/>
              <a:ea typeface="+mn-ea"/>
              <a:cs typeface="Arial" panose="020B0604020202020204" pitchFamily="34" charset="0"/>
            </a:endParaRPr>
          </a:p>
        </p:txBody>
      </p:sp>
      <p:sp>
        <p:nvSpPr>
          <p:cNvPr id="10" name="TextBox 9">
            <a:extLst>
              <a:ext uri="{FF2B5EF4-FFF2-40B4-BE49-F238E27FC236}">
                <a16:creationId xmlns:a16="http://schemas.microsoft.com/office/drawing/2014/main" id="{42851A51-C3BD-5B4F-AE39-272D7183FFD4}"/>
              </a:ext>
            </a:extLst>
          </p:cNvPr>
          <p:cNvSpPr txBox="1"/>
          <p:nvPr/>
        </p:nvSpPr>
        <p:spPr>
          <a:xfrm>
            <a:off x="6314096" y="6365063"/>
            <a:ext cx="4804177" cy="276999"/>
          </a:xfrm>
          <a:prstGeom prst="rect">
            <a:avLst/>
          </a:prstGeom>
          <a:noFill/>
        </p:spPr>
        <p:txBody>
          <a:bodyPr wrap="square">
            <a:spAutoFit/>
          </a:bodyPr>
          <a:lstStyle/>
          <a:p>
            <a:r>
              <a:rPr lang="ru-RU" sz="1200" dirty="0"/>
              <a:t>ДГП-БКК – </a:t>
            </a:r>
            <a:r>
              <a:rPr lang="ru-RU" sz="1200" dirty="0" err="1"/>
              <a:t>дигидропиридиновые</a:t>
            </a:r>
            <a:r>
              <a:rPr lang="ru-RU" sz="1200" dirty="0"/>
              <a:t> блокаторы кальциевых каналов</a:t>
            </a:r>
          </a:p>
        </p:txBody>
      </p:sp>
      <p:sp>
        <p:nvSpPr>
          <p:cNvPr id="14" name="Rectangle: Diagonal Corners Snipped 13">
            <a:extLst>
              <a:ext uri="{FF2B5EF4-FFF2-40B4-BE49-F238E27FC236}">
                <a16:creationId xmlns:a16="http://schemas.microsoft.com/office/drawing/2014/main" id="{45D5EB40-1638-86AD-2EE1-FD6E1F0B6632}"/>
              </a:ext>
            </a:extLst>
          </p:cNvPr>
          <p:cNvSpPr/>
          <p:nvPr/>
        </p:nvSpPr>
        <p:spPr>
          <a:xfrm>
            <a:off x="135265" y="54164"/>
            <a:ext cx="3220999" cy="400614"/>
          </a:xfrm>
          <a:prstGeom prst="snip2Diag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b="1" i="1" dirty="0">
                <a:latin typeface="Verdana" panose="020B0604030504040204" pitchFamily="34" charset="0"/>
                <a:ea typeface="Verdana" panose="020B0604030504040204" pitchFamily="34" charset="0"/>
              </a:rPr>
              <a:t>Главное из блока</a:t>
            </a:r>
          </a:p>
        </p:txBody>
      </p:sp>
    </p:spTree>
    <p:extLst>
      <p:ext uri="{BB962C8B-B14F-4D97-AF65-F5344CB8AC3E}">
        <p14:creationId xmlns:p14="http://schemas.microsoft.com/office/powerpoint/2010/main" val="35682103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4EB7E-1A31-11A3-477D-7635E08B5FB1}"/>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13235D6B-4396-02E7-9A4F-09CD3DBEFB7D}"/>
              </a:ext>
            </a:extLst>
          </p:cNvPr>
          <p:cNvSpPr>
            <a:spLocks noGrp="1"/>
          </p:cNvSpPr>
          <p:nvPr>
            <p:ph type="title"/>
          </p:nvPr>
        </p:nvSpPr>
        <p:spPr bwMode="gray">
          <a:xfrm>
            <a:off x="5765800" y="2240992"/>
            <a:ext cx="5943600" cy="2232000"/>
          </a:xfrm>
        </p:spPr>
        <p:txBody>
          <a:bodyPr/>
          <a:lstStyle/>
          <a:p>
            <a:r>
              <a:rPr lang="ru-RU" sz="4000" b="1" dirty="0">
                <a:latin typeface="Arial (Headings)"/>
              </a:rPr>
              <a:t>Место </a:t>
            </a:r>
            <a:r>
              <a:rPr lang="ru-RU" sz="4000" b="1" dirty="0" err="1">
                <a:latin typeface="Arial (Headings)"/>
              </a:rPr>
              <a:t>бисопролола</a:t>
            </a:r>
            <a:r>
              <a:rPr lang="ru-RU" sz="4000" b="1" dirty="0">
                <a:latin typeface="Arial (Headings)"/>
              </a:rPr>
              <a:t> (</a:t>
            </a:r>
            <a:r>
              <a:rPr lang="ru-RU" sz="4000" b="1" dirty="0" err="1">
                <a:latin typeface="Arial (Headings)"/>
              </a:rPr>
              <a:t>Конкора</a:t>
            </a:r>
            <a:r>
              <a:rPr lang="ru-RU" sz="4000" b="1" dirty="0">
                <a:latin typeface="Arial (Headings)"/>
              </a:rPr>
              <a:t>®) среди бета-блокаторов</a:t>
            </a:r>
            <a:endParaRPr lang="en-US" sz="4000" b="1" dirty="0">
              <a:latin typeface="Arial (Headings)"/>
            </a:endParaRPr>
          </a:p>
        </p:txBody>
      </p:sp>
    </p:spTree>
    <p:custDataLst>
      <p:tags r:id="rId1"/>
    </p:custDataLst>
    <p:extLst>
      <p:ext uri="{BB962C8B-B14F-4D97-AF65-F5344CB8AC3E}">
        <p14:creationId xmlns:p14="http://schemas.microsoft.com/office/powerpoint/2010/main" val="4092521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Заголовок 1">
            <a:extLst>
              <a:ext uri="{FF2B5EF4-FFF2-40B4-BE49-F238E27FC236}">
                <a16:creationId xmlns:a16="http://schemas.microsoft.com/office/drawing/2014/main" id="{7BB26A8E-3001-44D0-B6F3-0BCF6341DE5D}"/>
              </a:ext>
            </a:extLst>
          </p:cNvPr>
          <p:cNvSpPr txBox="1">
            <a:spLocks/>
          </p:cNvSpPr>
          <p:nvPr/>
        </p:nvSpPr>
        <p:spPr>
          <a:xfrm>
            <a:off x="1616916" y="390541"/>
            <a:ext cx="9021337" cy="54418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ru-RU" sz="2800" b="1" i="0" u="none" strike="noStrike" kern="1200" cap="none" spc="0" normalizeH="0" baseline="0" noProof="0" dirty="0">
              <a:ln>
                <a:noFill/>
              </a:ln>
              <a:solidFill>
                <a:srgbClr val="265374"/>
              </a:solidFill>
              <a:effectLst/>
              <a:uLnTx/>
              <a:uFillTx/>
              <a:latin typeface="Calibri" panose="020F0502020204030204" pitchFamily="34" charset="0"/>
              <a:ea typeface="+mj-ea"/>
              <a:cs typeface="Calibri" panose="020F0502020204030204" pitchFamily="34" charset="0"/>
            </a:endParaRPr>
          </a:p>
        </p:txBody>
      </p:sp>
      <p:sp>
        <p:nvSpPr>
          <p:cNvPr id="3" name="TextBox 2"/>
          <p:cNvSpPr txBox="1"/>
          <p:nvPr/>
        </p:nvSpPr>
        <p:spPr>
          <a:xfrm>
            <a:off x="846177" y="1450581"/>
            <a:ext cx="7024193" cy="1525444"/>
          </a:xfrm>
          <a:prstGeom prst="rect">
            <a:avLst/>
          </a:prstGeom>
          <a:noFill/>
        </p:spPr>
        <p:txBody>
          <a:bodyPr wrap="square" rtlCol="0">
            <a:norm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ru-RU" sz="1800" b="1" i="0" u="none" strike="noStrike" kern="1200" cap="none" spc="0" normalizeH="0" baseline="0" noProof="0" dirty="0">
                <a:ln>
                  <a:noFill/>
                </a:ln>
                <a:solidFill>
                  <a:srgbClr val="498187"/>
                </a:solidFill>
                <a:effectLst/>
                <a:uLnTx/>
                <a:uFillTx/>
                <a:latin typeface="Verdana" panose="020B0604030504040204" pitchFamily="34" charset="0"/>
                <a:ea typeface="Verdana" panose="020B0604030504040204" pitchFamily="34" charset="0"/>
                <a:cs typeface="Calibri" panose="020F0502020204030204" pitchFamily="34" charset="0"/>
              </a:rPr>
              <a:t>Высокоселективные β</a:t>
            </a:r>
            <a:r>
              <a:rPr kumimoji="0" lang="ru-RU" sz="1800" b="1" i="0" u="none" strike="noStrike" kern="1200" cap="none" spc="0" normalizeH="0" baseline="-25000" noProof="0" dirty="0">
                <a:ln>
                  <a:noFill/>
                </a:ln>
                <a:solidFill>
                  <a:srgbClr val="498187"/>
                </a:solidFill>
                <a:effectLst/>
                <a:uLnTx/>
                <a:uFillTx/>
                <a:latin typeface="Verdana" panose="020B0604030504040204" pitchFamily="34" charset="0"/>
                <a:ea typeface="Verdana" panose="020B0604030504040204" pitchFamily="34" charset="0"/>
                <a:cs typeface="Calibri" panose="020F0502020204030204" pitchFamily="34" charset="0"/>
              </a:rPr>
              <a:t>1</a:t>
            </a:r>
            <a:r>
              <a:rPr kumimoji="0" lang="el-GR" sz="1800" b="1" i="0" u="none" strike="noStrike" kern="1200" cap="none" spc="0" normalizeH="0" baseline="0" noProof="0" dirty="0">
                <a:ln>
                  <a:noFill/>
                </a:ln>
                <a:solidFill>
                  <a:srgbClr val="498187"/>
                </a:solidFill>
                <a:effectLst/>
                <a:uLnTx/>
                <a:uFillTx/>
                <a:latin typeface="Verdana" panose="020B0604030504040204" pitchFamily="34" charset="0"/>
                <a:ea typeface="Verdana" panose="020B0604030504040204" pitchFamily="34" charset="0"/>
                <a:cs typeface="Calibri" panose="020F0502020204030204" pitchFamily="34" charset="0"/>
              </a:rPr>
              <a:t>-</a:t>
            </a:r>
            <a:r>
              <a:rPr kumimoji="0" lang="ru-RU" sz="1800" b="1" i="0" u="none" strike="noStrike" kern="1200" cap="none" spc="0" normalizeH="0" baseline="0" noProof="0" dirty="0">
                <a:ln>
                  <a:noFill/>
                </a:ln>
                <a:solidFill>
                  <a:srgbClr val="498187"/>
                </a:solidFill>
                <a:effectLst/>
                <a:uLnTx/>
                <a:uFillTx/>
                <a:latin typeface="Verdana" panose="020B0604030504040204" pitchFamily="34" charset="0"/>
                <a:ea typeface="Verdana" panose="020B0604030504040204" pitchFamily="34" charset="0"/>
                <a:cs typeface="Calibri" panose="020F0502020204030204" pitchFamily="34" charset="0"/>
              </a:rPr>
              <a:t>адреноблокаторы</a:t>
            </a:r>
            <a:r>
              <a:rPr kumimoji="0" lang="en-US" sz="1800" b="1" i="0" u="none" strike="noStrike" kern="1200" cap="none" spc="0" normalizeH="0" baseline="0" noProof="0" dirty="0">
                <a:ln>
                  <a:noFill/>
                </a:ln>
                <a:solidFill>
                  <a:srgbClr val="498187"/>
                </a:solidFill>
                <a:effectLst/>
                <a:uLnTx/>
                <a:uFillTx/>
                <a:latin typeface="Verdana" panose="020B0604030504040204" pitchFamily="34" charset="0"/>
                <a:ea typeface="Verdana" panose="020B0604030504040204" pitchFamily="34" charset="0"/>
                <a:cs typeface="Calibri" panose="020F0502020204030204" pitchFamily="34" charset="0"/>
              </a:rPr>
              <a:t> </a:t>
            </a:r>
            <a:r>
              <a:rPr kumimoji="0" lang="ru-RU" sz="1800" b="1" i="0" u="none" strike="noStrike" kern="1200" cap="none" spc="0" normalizeH="0" baseline="0" noProof="0" dirty="0">
                <a:ln>
                  <a:noFill/>
                </a:ln>
                <a:solidFill>
                  <a:srgbClr val="498187"/>
                </a:solidFill>
                <a:effectLst/>
                <a:uLnTx/>
                <a:uFillTx/>
                <a:latin typeface="Verdana" panose="020B0604030504040204" pitchFamily="34" charset="0"/>
                <a:ea typeface="Verdana" panose="020B0604030504040204" pitchFamily="34" charset="0"/>
                <a:cs typeface="Calibri" panose="020F0502020204030204" pitchFamily="34" charset="0"/>
              </a:rPr>
              <a:t>в большей степени действуют на β</a:t>
            </a:r>
            <a:r>
              <a:rPr kumimoji="0" lang="ru-RU" sz="1800" b="1" i="0" u="none" strike="noStrike" kern="1200" cap="none" spc="0" normalizeH="0" baseline="-25000" noProof="0" dirty="0">
                <a:ln>
                  <a:noFill/>
                </a:ln>
                <a:solidFill>
                  <a:srgbClr val="498187"/>
                </a:solidFill>
                <a:effectLst/>
                <a:uLnTx/>
                <a:uFillTx/>
                <a:latin typeface="Verdana" panose="020B0604030504040204" pitchFamily="34" charset="0"/>
                <a:ea typeface="Verdana" panose="020B0604030504040204" pitchFamily="34" charset="0"/>
                <a:cs typeface="Calibri" panose="020F0502020204030204" pitchFamily="34" charset="0"/>
              </a:rPr>
              <a:t>1</a:t>
            </a:r>
            <a:r>
              <a:rPr kumimoji="0" lang="ru-RU" sz="1800" b="1" i="0" u="none" strike="noStrike" kern="1200" cap="none" spc="0" normalizeH="0" baseline="0" noProof="0" dirty="0">
                <a:ln>
                  <a:noFill/>
                </a:ln>
                <a:solidFill>
                  <a:srgbClr val="498187"/>
                </a:solidFill>
                <a:effectLst/>
                <a:uLnTx/>
                <a:uFillTx/>
                <a:latin typeface="Verdana" panose="020B0604030504040204" pitchFamily="34" charset="0"/>
                <a:ea typeface="Verdana" panose="020B0604030504040204" pitchFamily="34" charset="0"/>
                <a:cs typeface="Calibri" panose="020F0502020204030204" pitchFamily="34" charset="0"/>
              </a:rPr>
              <a:t>-рецепторы сердца и в меньшей степени оказывают влияние на β</a:t>
            </a:r>
            <a:r>
              <a:rPr kumimoji="0" lang="ru-RU" sz="1800" b="1" i="0" u="none" strike="noStrike" kern="1200" cap="none" spc="0" normalizeH="0" baseline="-25000" noProof="0" dirty="0">
                <a:ln>
                  <a:noFill/>
                </a:ln>
                <a:solidFill>
                  <a:srgbClr val="498187"/>
                </a:solidFill>
                <a:effectLst/>
                <a:uLnTx/>
                <a:uFillTx/>
                <a:latin typeface="Verdana" panose="020B0604030504040204" pitchFamily="34" charset="0"/>
                <a:ea typeface="Verdana" panose="020B0604030504040204" pitchFamily="34" charset="0"/>
                <a:cs typeface="Calibri" panose="020F0502020204030204" pitchFamily="34" charset="0"/>
              </a:rPr>
              <a:t>2</a:t>
            </a:r>
            <a:r>
              <a:rPr kumimoji="0" lang="ru-RU" sz="1800" b="1" i="0" u="none" strike="noStrike" kern="1200" cap="none" spc="0" normalizeH="0" baseline="0" noProof="0" dirty="0">
                <a:ln>
                  <a:noFill/>
                </a:ln>
                <a:solidFill>
                  <a:srgbClr val="498187"/>
                </a:solidFill>
                <a:effectLst/>
                <a:uLnTx/>
                <a:uFillTx/>
                <a:latin typeface="Verdana" panose="020B0604030504040204" pitchFamily="34" charset="0"/>
                <a:ea typeface="Verdana" panose="020B0604030504040204" pitchFamily="34" charset="0"/>
                <a:cs typeface="Calibri" panose="020F0502020204030204" pitchFamily="34" charset="0"/>
              </a:rPr>
              <a:t>-рецепторы других органов и систем</a:t>
            </a:r>
            <a:r>
              <a:rPr kumimoji="0" lang="ru-RU" sz="1800" b="0" i="0" u="none" strike="noStrike" kern="1200" cap="none" spc="0" normalizeH="0" baseline="30000" noProof="0" dirty="0">
                <a:ln>
                  <a:noFill/>
                </a:ln>
                <a:solidFill>
                  <a:srgbClr val="498187"/>
                </a:solidFill>
                <a:effectLst/>
                <a:uLnTx/>
                <a:uFillTx/>
                <a:latin typeface="Verdana" panose="020B0604030504040204" pitchFamily="34" charset="0"/>
                <a:ea typeface="Verdana" panose="020B0604030504040204" pitchFamily="34" charset="0"/>
                <a:cs typeface="Calibri" panose="020F0502020204030204" pitchFamily="34" charset="0"/>
              </a:rPr>
              <a:t>2</a:t>
            </a:r>
            <a:endParaRPr kumimoji="0" lang="ru-RU" sz="1800" b="0" i="0" u="none" strike="noStrike" kern="1200" cap="none" spc="0" normalizeH="0" baseline="0" noProof="0" dirty="0">
              <a:ln>
                <a:noFill/>
              </a:ln>
              <a:solidFill>
                <a:srgbClr val="498187"/>
              </a:solidFill>
              <a:effectLst/>
              <a:uLnTx/>
              <a:uFillTx/>
              <a:latin typeface="Verdana" panose="020B0604030504040204" pitchFamily="34" charset="0"/>
              <a:ea typeface="Verdana" panose="020B0604030504040204" pitchFamily="34" charset="0"/>
              <a:cs typeface="+mn-cs"/>
            </a:endParaRPr>
          </a:p>
        </p:txBody>
      </p:sp>
      <p:sp>
        <p:nvSpPr>
          <p:cNvPr id="8" name="Номер слайда 7">
            <a:extLst>
              <a:ext uri="{FF2B5EF4-FFF2-40B4-BE49-F238E27FC236}">
                <a16:creationId xmlns:a16="http://schemas.microsoft.com/office/drawing/2014/main" id="{32812C9F-3AAB-13FB-6F3B-8494669AE7CE}"/>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grpSp>
        <p:nvGrpSpPr>
          <p:cNvPr id="2" name="Группа 1">
            <a:extLst>
              <a:ext uri="{FF2B5EF4-FFF2-40B4-BE49-F238E27FC236}">
                <a16:creationId xmlns:a16="http://schemas.microsoft.com/office/drawing/2014/main" id="{C76CDDE8-3DEE-2984-E5C2-9C314F528183}"/>
              </a:ext>
            </a:extLst>
          </p:cNvPr>
          <p:cNvGrpSpPr/>
          <p:nvPr/>
        </p:nvGrpSpPr>
        <p:grpSpPr>
          <a:xfrm>
            <a:off x="924971" y="1859211"/>
            <a:ext cx="10962229" cy="4272154"/>
            <a:chOff x="924971" y="1859211"/>
            <a:chExt cx="10962229" cy="4272154"/>
          </a:xfrm>
        </p:grpSpPr>
        <p:sp>
          <p:nvSpPr>
            <p:cNvPr id="17" name="TextBox 16">
              <a:extLst>
                <a:ext uri="{FF2B5EF4-FFF2-40B4-BE49-F238E27FC236}">
                  <a16:creationId xmlns:a16="http://schemas.microsoft.com/office/drawing/2014/main" id="{AC35A958-55F3-2A42-A1B2-D51DB80D5FDC}"/>
                </a:ext>
              </a:extLst>
            </p:cNvPr>
            <p:cNvSpPr txBox="1"/>
            <p:nvPr/>
          </p:nvSpPr>
          <p:spPr>
            <a:xfrm>
              <a:off x="1334288" y="3434702"/>
              <a:ext cx="5232016" cy="2149670"/>
            </a:xfrm>
            <a:prstGeom prst="rect">
              <a:avLst/>
            </a:prstGeom>
            <a:noFill/>
          </p:spPr>
          <p:txBody>
            <a:bodyPr wrap="square" rtlCol="0">
              <a:normAutofit/>
            </a:bodyPr>
            <a:lstStyle/>
            <a:p>
              <a:pPr marL="0" marR="0" lvl="0" indent="0" algn="l" defTabSz="914400" rtl="0" eaLnBrk="1" fontAlgn="auto" latinLnBrk="0" hangingPunct="1">
                <a:lnSpc>
                  <a:spcPct val="100000"/>
                </a:lnSpc>
                <a:spcBef>
                  <a:spcPts val="0"/>
                </a:spcBef>
                <a:spcAft>
                  <a:spcPts val="500"/>
                </a:spcAft>
                <a:buClrTx/>
                <a:buSzTx/>
                <a:buFontTx/>
                <a:buNone/>
                <a:tabLst/>
                <a:defRPr/>
              </a:pPr>
              <a:r>
                <a:rPr kumimoji="0" lang="ru-RU" sz="1800" b="0" i="0" u="none" strike="noStrike" kern="1200" cap="none" spc="0" normalizeH="0" baseline="0" noProof="0" dirty="0">
                  <a:ln>
                    <a:noFill/>
                  </a:ln>
                  <a:solidFill>
                    <a:srgbClr val="EC736A"/>
                  </a:solidFill>
                  <a:effectLst/>
                  <a:uLnTx/>
                  <a:uFillTx/>
                  <a:latin typeface="Verdana" panose="020B0604030504040204" pitchFamily="34" charset="0"/>
                  <a:ea typeface="Verdana" panose="020B0604030504040204" pitchFamily="34" charset="0"/>
                  <a:cs typeface="Calibri" panose="020F0502020204030204" pitchFamily="34" charset="0"/>
                </a:rPr>
                <a:t>Высокоселективные </a:t>
              </a:r>
              <a:br>
                <a:rPr kumimoji="0" lang="en-US" sz="1800" b="0" i="0" u="none" strike="noStrike" kern="1200" cap="none" spc="0" normalizeH="0" baseline="0" noProof="0" dirty="0">
                  <a:ln>
                    <a:noFill/>
                  </a:ln>
                  <a:solidFill>
                    <a:srgbClr val="EC736A"/>
                  </a:solidFill>
                  <a:effectLst/>
                  <a:uLnTx/>
                  <a:uFillTx/>
                  <a:latin typeface="Verdana" panose="020B0604030504040204" pitchFamily="34" charset="0"/>
                  <a:ea typeface="Verdana" panose="020B0604030504040204" pitchFamily="34" charset="0"/>
                  <a:cs typeface="Calibri" panose="020F0502020204030204" pitchFamily="34" charset="0"/>
                </a:rPr>
              </a:br>
              <a:r>
                <a:rPr kumimoji="0" lang="ru-RU" sz="1800" b="0" i="0" u="none" strike="noStrike" kern="1200" cap="none" spc="0" normalizeH="0" baseline="0" noProof="0" dirty="0">
                  <a:ln>
                    <a:noFill/>
                  </a:ln>
                  <a:solidFill>
                    <a:srgbClr val="EC736A"/>
                  </a:solidFill>
                  <a:effectLst/>
                  <a:uLnTx/>
                  <a:uFillTx/>
                  <a:latin typeface="Verdana" panose="020B0604030504040204" pitchFamily="34" charset="0"/>
                  <a:ea typeface="Verdana" panose="020B0604030504040204" pitchFamily="34" charset="0"/>
                  <a:cs typeface="Calibri" panose="020F0502020204030204" pitchFamily="34" charset="0"/>
                </a:rPr>
                <a:t>β</a:t>
              </a:r>
              <a:r>
                <a:rPr kumimoji="0" lang="ru-RU" sz="1800" b="0" i="0" u="none" strike="noStrike" kern="1200" cap="none" spc="0" normalizeH="0" baseline="-25000" noProof="0" dirty="0">
                  <a:ln>
                    <a:noFill/>
                  </a:ln>
                  <a:solidFill>
                    <a:srgbClr val="EC736A"/>
                  </a:solidFill>
                  <a:effectLst/>
                  <a:uLnTx/>
                  <a:uFillTx/>
                  <a:latin typeface="Verdana" panose="020B0604030504040204" pitchFamily="34" charset="0"/>
                  <a:ea typeface="Verdana" panose="020B0604030504040204" pitchFamily="34" charset="0"/>
                  <a:cs typeface="Calibri" panose="020F0502020204030204" pitchFamily="34" charset="0"/>
                </a:rPr>
                <a:t>1</a:t>
              </a:r>
              <a:r>
                <a:rPr kumimoji="0" lang="el-GR" sz="1800" b="0" i="0" u="none" strike="noStrike" kern="1200" cap="none" spc="0" normalizeH="0" baseline="0" noProof="0" dirty="0">
                  <a:ln>
                    <a:noFill/>
                  </a:ln>
                  <a:solidFill>
                    <a:srgbClr val="EC736A"/>
                  </a:solidFill>
                  <a:effectLst/>
                  <a:uLnTx/>
                  <a:uFillTx/>
                  <a:latin typeface="Verdana" panose="020B0604030504040204" pitchFamily="34" charset="0"/>
                  <a:ea typeface="Verdana" panose="020B0604030504040204" pitchFamily="34" charset="0"/>
                  <a:cs typeface="Calibri" panose="020F0502020204030204" pitchFamily="34" charset="0"/>
                </a:rPr>
                <a:t>-</a:t>
              </a:r>
              <a:r>
                <a:rPr kumimoji="0" lang="ru-RU" sz="1800" b="0" i="0" u="none" strike="noStrike" kern="1200" cap="none" spc="0" normalizeH="0" baseline="0" noProof="0" dirty="0">
                  <a:ln>
                    <a:noFill/>
                  </a:ln>
                  <a:solidFill>
                    <a:srgbClr val="EC736A"/>
                  </a:solidFill>
                  <a:effectLst/>
                  <a:uLnTx/>
                  <a:uFillTx/>
                  <a:latin typeface="Verdana" panose="020B0604030504040204" pitchFamily="34" charset="0"/>
                  <a:ea typeface="Verdana" panose="020B0604030504040204" pitchFamily="34" charset="0"/>
                  <a:cs typeface="Calibri" panose="020F0502020204030204" pitchFamily="34" charset="0"/>
                </a:rPr>
                <a:t>адреноблокаторы</a:t>
              </a:r>
              <a:r>
                <a:rPr kumimoji="0" lang="ru-RU" sz="1800" b="0" i="0" u="none" strike="noStrike" kern="1200" cap="none" spc="0" normalizeH="0" baseline="30000" noProof="0" dirty="0">
                  <a:ln>
                    <a:noFill/>
                  </a:ln>
                  <a:solidFill>
                    <a:srgbClr val="EC736A"/>
                  </a:solidFill>
                  <a:effectLst/>
                  <a:uLnTx/>
                  <a:uFillTx/>
                  <a:latin typeface="Verdana" panose="020B0604030504040204" pitchFamily="34" charset="0"/>
                  <a:ea typeface="Verdana" panose="020B0604030504040204" pitchFamily="34" charset="0"/>
                  <a:cs typeface="Calibri" panose="020F0502020204030204" pitchFamily="34" charset="0"/>
                </a:rPr>
                <a:t>1</a:t>
              </a:r>
              <a:r>
                <a:rPr kumimoji="0" lang="ru-RU" sz="1800" b="0" i="0" u="none" strike="noStrike" kern="1200" cap="none" spc="0" normalizeH="0" baseline="0" noProof="0" dirty="0">
                  <a:ln>
                    <a:noFill/>
                  </a:ln>
                  <a:solidFill>
                    <a:srgbClr val="EC736A"/>
                  </a:solidFill>
                  <a:effectLst/>
                  <a:uLnTx/>
                  <a:uFillTx/>
                  <a:latin typeface="Verdana" panose="020B0604030504040204" pitchFamily="34" charset="0"/>
                  <a:ea typeface="Verdana" panose="020B0604030504040204" pitchFamily="34" charset="0"/>
                  <a:cs typeface="Calibri" panose="020F0502020204030204" pitchFamily="34" charset="0"/>
                </a:rPr>
                <a:t>:</a:t>
              </a:r>
              <a:endParaRPr kumimoji="0" lang="ru-RU" sz="1600" b="0" i="0" u="none" strike="noStrike" kern="1200" cap="none" spc="0" normalizeH="0" baseline="30000" noProof="0" dirty="0">
                <a:ln>
                  <a:noFill/>
                </a:ln>
                <a:solidFill>
                  <a:srgbClr val="EC736A"/>
                </a:solidFill>
                <a:effectLst/>
                <a:uLnTx/>
                <a:uFillTx/>
                <a:latin typeface="Verdana" panose="020B0604030504040204" pitchFamily="34" charset="0"/>
                <a:ea typeface="Verdana" panose="020B0604030504040204" pitchFamily="34" charset="0"/>
                <a:cs typeface="Calibri" panose="020F0502020204030204" pitchFamily="34" charset="0"/>
              </a:endParaRPr>
            </a:p>
            <a:p>
              <a:pPr marL="179388" marR="0" lvl="0" indent="-179388" algn="l" defTabSz="914400" rtl="0" eaLnBrk="1" fontAlgn="auto" latinLnBrk="0" hangingPunct="1">
                <a:lnSpc>
                  <a:spcPct val="100000"/>
                </a:lnSpc>
                <a:spcBef>
                  <a:spcPts val="600"/>
                </a:spcBef>
                <a:spcAft>
                  <a:spcPts val="0"/>
                </a:spcAft>
                <a:buClrTx/>
                <a:buSzPct val="107000"/>
                <a:buFont typeface="Arial" panose="020B0604020202020204" pitchFamily="34" charset="0"/>
                <a:buChar char="•"/>
                <a:tabLst/>
                <a:defRPr/>
              </a:pPr>
              <a:r>
                <a:rPr kumimoji="0" lang="ru-RU" sz="16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Могут применяться у больных с обструктивными заболеваниями легких</a:t>
              </a:r>
            </a:p>
            <a:p>
              <a:pPr marL="179388" marR="0" lvl="0" indent="-179388" algn="l" defTabSz="914400" rtl="0" eaLnBrk="1" fontAlgn="auto" latinLnBrk="0" hangingPunct="1">
                <a:lnSpc>
                  <a:spcPct val="100000"/>
                </a:lnSpc>
                <a:spcBef>
                  <a:spcPts val="600"/>
                </a:spcBef>
                <a:spcAft>
                  <a:spcPts val="0"/>
                </a:spcAft>
                <a:buClrTx/>
                <a:buSzPct val="107000"/>
                <a:buFont typeface="Arial" panose="020B0604020202020204" pitchFamily="34" charset="0"/>
                <a:buChar char="•"/>
                <a:tabLst/>
                <a:defRPr/>
              </a:pPr>
              <a:r>
                <a:rPr kumimoji="0" lang="ru-RU" sz="16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Оказывают минимальное действие в отношении липидного и углеводного обмена</a:t>
              </a:r>
              <a:endParaRPr kumimoji="0" lang="ru-RU" sz="16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6" name="Прямоугольник 5">
              <a:extLst>
                <a:ext uri="{FF2B5EF4-FFF2-40B4-BE49-F238E27FC236}">
                  <a16:creationId xmlns:a16="http://schemas.microsoft.com/office/drawing/2014/main" id="{3CAB4A3F-04C1-AB16-17B8-CC04FE88BED4}"/>
                </a:ext>
              </a:extLst>
            </p:cNvPr>
            <p:cNvSpPr/>
            <p:nvPr/>
          </p:nvSpPr>
          <p:spPr>
            <a:xfrm>
              <a:off x="924971" y="3145758"/>
              <a:ext cx="8039100" cy="2592215"/>
            </a:xfrm>
            <a:prstGeom prst="rect">
              <a:avLst/>
            </a:prstGeom>
            <a:noFill/>
            <a:ln w="9525">
              <a:solidFill>
                <a:srgbClr val="EC736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pic>
          <p:nvPicPr>
            <p:cNvPr id="18" name="Рисунок 17">
              <a:extLst>
                <a:ext uri="{FF2B5EF4-FFF2-40B4-BE49-F238E27FC236}">
                  <a16:creationId xmlns:a16="http://schemas.microsoft.com/office/drawing/2014/main" id="{9C981479-E8F3-2BC4-6E29-3D7F8F27765C}"/>
                </a:ext>
              </a:extLst>
            </p:cNvPr>
            <p:cNvPicPr>
              <a:picLocks noChangeAspect="1"/>
            </p:cNvPicPr>
            <p:nvPr/>
          </p:nvPicPr>
          <p:blipFill rotWithShape="1">
            <a:blip r:embed="rId3">
              <a:extLst>
                <a:ext uri="{28A0092B-C50C-407E-A947-70E740481C1C}">
                  <a14:useLocalDpi xmlns:a14="http://schemas.microsoft.com/office/drawing/2010/main" val="0"/>
                </a:ext>
              </a:extLst>
            </a:blip>
            <a:srcRect l="1947" r="31436"/>
            <a:stretch/>
          </p:blipFill>
          <p:spPr>
            <a:xfrm>
              <a:off x="7156861" y="1859211"/>
              <a:ext cx="4730339" cy="3997742"/>
            </a:xfrm>
            <a:custGeom>
              <a:avLst/>
              <a:gdLst>
                <a:gd name="connsiteX0" fmla="*/ 2143489 w 4878339"/>
                <a:gd name="connsiteY0" fmla="*/ 1024 h 4122821"/>
                <a:gd name="connsiteX1" fmla="*/ 2931832 w 4878339"/>
                <a:gd name="connsiteY1" fmla="*/ 56143 h 4122821"/>
                <a:gd name="connsiteX2" fmla="*/ 4874379 w 4878339"/>
                <a:gd name="connsiteY2" fmla="*/ 1619561 h 4122821"/>
                <a:gd name="connsiteX3" fmla="*/ 3249161 w 4878339"/>
                <a:gd name="connsiteY3" fmla="*/ 3784742 h 4122821"/>
                <a:gd name="connsiteX4" fmla="*/ 230187 w 4878339"/>
                <a:gd name="connsiteY4" fmla="*/ 3164039 h 4122821"/>
                <a:gd name="connsiteX5" fmla="*/ 2143489 w 4878339"/>
                <a:gd name="connsiteY5" fmla="*/ 1024 h 4122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78339" h="4122821">
                  <a:moveTo>
                    <a:pt x="2143489" y="1024"/>
                  </a:moveTo>
                  <a:cubicBezTo>
                    <a:pt x="2381857" y="-4562"/>
                    <a:pt x="2644020" y="12568"/>
                    <a:pt x="2931832" y="56143"/>
                  </a:cubicBezTo>
                  <a:cubicBezTo>
                    <a:pt x="4557051" y="302385"/>
                    <a:pt x="4844515" y="1180986"/>
                    <a:pt x="4874379" y="1619561"/>
                  </a:cubicBezTo>
                  <a:cubicBezTo>
                    <a:pt x="4904247" y="2058135"/>
                    <a:pt x="4802203" y="3064958"/>
                    <a:pt x="3249161" y="3784742"/>
                  </a:cubicBezTo>
                  <a:cubicBezTo>
                    <a:pt x="1696119" y="4504527"/>
                    <a:pt x="638358" y="3969788"/>
                    <a:pt x="230187" y="3164039"/>
                  </a:cubicBezTo>
                  <a:cubicBezTo>
                    <a:pt x="-241217" y="2231796"/>
                    <a:pt x="-160723" y="55028"/>
                    <a:pt x="2143489" y="1024"/>
                  </a:cubicBezTo>
                  <a:close/>
                </a:path>
              </a:pathLst>
            </a:custGeom>
          </p:spPr>
        </p:pic>
        <p:pic>
          <p:nvPicPr>
            <p:cNvPr id="25" name="Рисунок 24" descr="Изображение выглядит как природа, росинка&#10;&#10;Автоматически созданное описание">
              <a:extLst>
                <a:ext uri="{FF2B5EF4-FFF2-40B4-BE49-F238E27FC236}">
                  <a16:creationId xmlns:a16="http://schemas.microsoft.com/office/drawing/2014/main" id="{0D0B258F-91CF-1D6A-8689-6C09F54CBE2C}"/>
                </a:ext>
              </a:extLst>
            </p:cNvPr>
            <p:cNvPicPr>
              <a:picLocks noChangeAspect="1"/>
            </p:cNvPicPr>
            <p:nvPr/>
          </p:nvPicPr>
          <p:blipFill rotWithShape="1">
            <a:blip r:embed="rId4">
              <a:extLst>
                <a:ext uri="{28A0092B-C50C-407E-A947-70E740481C1C}">
                  <a14:useLocalDpi xmlns:a14="http://schemas.microsoft.com/office/drawing/2010/main" val="0"/>
                </a:ext>
              </a:extLst>
            </a:blip>
            <a:srcRect l="9692" t="11501" r="29650" b="20148"/>
            <a:stretch/>
          </p:blipFill>
          <p:spPr>
            <a:xfrm>
              <a:off x="7090707" y="4501243"/>
              <a:ext cx="1928847" cy="1630122"/>
            </a:xfrm>
            <a:custGeom>
              <a:avLst/>
              <a:gdLst>
                <a:gd name="connsiteX0" fmla="*/ 1279697 w 2282681"/>
                <a:gd name="connsiteY0" fmla="*/ 479 h 1929157"/>
                <a:gd name="connsiteX1" fmla="*/ 2174972 w 2282681"/>
                <a:gd name="connsiteY1" fmla="*/ 1480523 h 1929157"/>
                <a:gd name="connsiteX2" fmla="*/ 762329 w 2282681"/>
                <a:gd name="connsiteY2" fmla="*/ 1770963 h 1929157"/>
                <a:gd name="connsiteX3" fmla="*/ 1854 w 2282681"/>
                <a:gd name="connsiteY3" fmla="*/ 757828 h 1929157"/>
                <a:gd name="connsiteX4" fmla="*/ 910814 w 2282681"/>
                <a:gd name="connsiteY4" fmla="*/ 26271 h 1929157"/>
                <a:gd name="connsiteX5" fmla="*/ 1279697 w 2282681"/>
                <a:gd name="connsiteY5" fmla="*/ 479 h 1929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82681" h="1929157">
                  <a:moveTo>
                    <a:pt x="1279697" y="479"/>
                  </a:moveTo>
                  <a:cubicBezTo>
                    <a:pt x="2357887" y="25749"/>
                    <a:pt x="2395552" y="1044306"/>
                    <a:pt x="2174972" y="1480523"/>
                  </a:cubicBezTo>
                  <a:cubicBezTo>
                    <a:pt x="1983979" y="1857550"/>
                    <a:pt x="1489031" y="2107765"/>
                    <a:pt x="762329" y="1770963"/>
                  </a:cubicBezTo>
                  <a:cubicBezTo>
                    <a:pt x="35627" y="1434161"/>
                    <a:pt x="-12121" y="963046"/>
                    <a:pt x="1854" y="757828"/>
                  </a:cubicBezTo>
                  <a:cubicBezTo>
                    <a:pt x="15828" y="552609"/>
                    <a:pt x="150338" y="141492"/>
                    <a:pt x="910814" y="26271"/>
                  </a:cubicBezTo>
                  <a:cubicBezTo>
                    <a:pt x="1045488" y="5880"/>
                    <a:pt x="1168159" y="-2135"/>
                    <a:pt x="1279697" y="479"/>
                  </a:cubicBezTo>
                  <a:close/>
                </a:path>
              </a:pathLst>
            </a:custGeom>
            <a:ln w="76200">
              <a:solidFill>
                <a:schemeClr val="bg1"/>
              </a:solidFill>
            </a:ln>
          </p:spPr>
        </p:pic>
      </p:grpSp>
      <p:sp>
        <p:nvSpPr>
          <p:cNvPr id="10" name="Объект 6">
            <a:extLst>
              <a:ext uri="{FF2B5EF4-FFF2-40B4-BE49-F238E27FC236}">
                <a16:creationId xmlns:a16="http://schemas.microsoft.com/office/drawing/2014/main" id="{C397DB56-B9FD-39A8-5421-9C123E748C67}"/>
              </a:ext>
            </a:extLst>
          </p:cNvPr>
          <p:cNvSpPr>
            <a:spLocks noGrp="1"/>
          </p:cNvSpPr>
          <p:nvPr>
            <p:ph idx="4294967295"/>
          </p:nvPr>
        </p:nvSpPr>
        <p:spPr>
          <a:xfrm>
            <a:off x="924971" y="6326413"/>
            <a:ext cx="9694043" cy="457738"/>
          </a:xfrm>
        </p:spPr>
        <p:txBody>
          <a:bodyPr>
            <a:noAutofit/>
          </a:bodyPr>
          <a:lstStyle/>
          <a:p>
            <a:pPr marL="0" indent="0">
              <a:lnSpc>
                <a:spcPct val="100000"/>
              </a:lnSpc>
              <a:spcBef>
                <a:spcPts val="300"/>
              </a:spcBef>
              <a:buNone/>
            </a:pPr>
            <a:r>
              <a:rPr lang="ru-RU" sz="800" b="1" dirty="0">
                <a:solidFill>
                  <a:srgbClr val="323F48"/>
                </a:solidFill>
                <a:latin typeface="Calibri" panose="020F0502020204030204" pitchFamily="34" charset="0"/>
                <a:cs typeface="Calibri" panose="020F0502020204030204" pitchFamily="34" charset="0"/>
              </a:rPr>
              <a:t>1. </a:t>
            </a:r>
            <a:r>
              <a:rPr lang="ru-RU" sz="800" dirty="0" err="1">
                <a:solidFill>
                  <a:srgbClr val="323F48"/>
                </a:solidFill>
                <a:latin typeface="Calibri" panose="020F0502020204030204" pitchFamily="34" charset="0"/>
                <a:cs typeface="Calibri" panose="020F0502020204030204" pitchFamily="34" charset="0"/>
              </a:rPr>
              <a:t>Жернакова</a:t>
            </a:r>
            <a:r>
              <a:rPr lang="ru-RU" sz="800" dirty="0">
                <a:solidFill>
                  <a:srgbClr val="323F48"/>
                </a:solidFill>
                <a:latin typeface="Calibri" panose="020F0502020204030204" pitchFamily="34" charset="0"/>
                <a:cs typeface="Calibri" panose="020F0502020204030204" pitchFamily="34" charset="0"/>
              </a:rPr>
              <a:t> Ю.В., Чазова И.Е. Роль β-адреноблокаторов в лечении артериальной гипертонии: что мы знаем сегодня // Системные гипертензии. – 2015. – №1. – С. 10-18. </a:t>
            </a:r>
            <a:r>
              <a:rPr lang="ru-RU" sz="800" b="1" dirty="0">
                <a:solidFill>
                  <a:srgbClr val="323F48"/>
                </a:solidFill>
                <a:latin typeface="Calibri" panose="020F0502020204030204" pitchFamily="34" charset="0"/>
                <a:cs typeface="Calibri" panose="020F0502020204030204" pitchFamily="34" charset="0"/>
              </a:rPr>
              <a:t>2. </a:t>
            </a:r>
            <a:r>
              <a:rPr lang="ru-RU" sz="800" dirty="0">
                <a:solidFill>
                  <a:srgbClr val="323F48"/>
                </a:solidFill>
                <a:latin typeface="Calibri" panose="020F0502020204030204" pitchFamily="34" charset="0"/>
                <a:cs typeface="Calibri" panose="020F0502020204030204" pitchFamily="34" charset="0"/>
              </a:rPr>
              <a:t>Карпов Ю.А., Шубина А.Т. Роль β-адреноблокаторов в снижении симпатического тонуса у больных артериальной гипертонией // Атмосфера. Новости кардиологии. – 2018. – №3. – С. 3-9..</a:t>
            </a:r>
          </a:p>
        </p:txBody>
      </p:sp>
      <p:sp>
        <p:nvSpPr>
          <p:cNvPr id="14" name="Заголовок 3">
            <a:extLst>
              <a:ext uri="{FF2B5EF4-FFF2-40B4-BE49-F238E27FC236}">
                <a16:creationId xmlns:a16="http://schemas.microsoft.com/office/drawing/2014/main" id="{23E95E00-CA5A-EB27-3421-0F3E3C85AC3C}"/>
              </a:ext>
            </a:extLst>
          </p:cNvPr>
          <p:cNvSpPr txBox="1">
            <a:spLocks/>
          </p:cNvSpPr>
          <p:nvPr/>
        </p:nvSpPr>
        <p:spPr>
          <a:xfrm>
            <a:off x="895943" y="497766"/>
            <a:ext cx="9285829" cy="783083"/>
          </a:xfrm>
          <a:prstGeom prst="rect">
            <a:avLst/>
          </a:prstGeom>
        </p:spPr>
        <p:txBody>
          <a:bodyPr vert="horz" lIns="0" tIns="0" rIns="0" bIns="0" rtlCol="0" anchor="t" anchorCtr="0">
            <a:norm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ru-RU" sz="2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Селективные </a:t>
            </a:r>
            <a:r>
              <a:rPr kumimoji="0" lang="el-GR" sz="2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β-</a:t>
            </a:r>
            <a:r>
              <a:rPr kumimoji="0" lang="ru-RU" sz="2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адреноблокаторы имеют благоприятный профиль безопасности</a:t>
            </a:r>
          </a:p>
        </p:txBody>
      </p:sp>
    </p:spTree>
    <p:extLst>
      <p:ext uri="{BB962C8B-B14F-4D97-AF65-F5344CB8AC3E}">
        <p14:creationId xmlns:p14="http://schemas.microsoft.com/office/powerpoint/2010/main" val="3975970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D9570CBF-185C-B3DB-B734-19AED4472D4D}"/>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sp>
        <p:nvSpPr>
          <p:cNvPr id="4" name="TextBox 3">
            <a:extLst>
              <a:ext uri="{FF2B5EF4-FFF2-40B4-BE49-F238E27FC236}">
                <a16:creationId xmlns:a16="http://schemas.microsoft.com/office/drawing/2014/main" id="{B4AEE673-FDB9-6BAB-5D29-CB757B5A3019}"/>
              </a:ext>
            </a:extLst>
          </p:cNvPr>
          <p:cNvSpPr txBox="1"/>
          <p:nvPr/>
        </p:nvSpPr>
        <p:spPr>
          <a:xfrm rot="16200000">
            <a:off x="-935824" y="3576793"/>
            <a:ext cx="3903617"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0" i="0" u="none" strike="noStrike" kern="1200" cap="none" spc="0" normalizeH="0" baseline="0" noProof="0" dirty="0">
                <a:ln>
                  <a:noFill/>
                </a:ln>
                <a:solidFill>
                  <a:srgbClr val="265374"/>
                </a:solidFill>
                <a:effectLst/>
                <a:uLnTx/>
                <a:uFillTx/>
                <a:latin typeface="Verdana"/>
                <a:ea typeface="+mn-ea"/>
                <a:cs typeface="+mn-cs"/>
              </a:rPr>
              <a:t>Отношение селективности </a:t>
            </a:r>
            <a:r>
              <a:rPr kumimoji="0" lang="en-US" sz="1200" b="1" i="0" u="none" strike="noStrike" kern="1200" cap="none" spc="0" normalizeH="0" baseline="0" noProof="0" dirty="0">
                <a:ln>
                  <a:noFill/>
                </a:ln>
                <a:solidFill>
                  <a:srgbClr val="265374"/>
                </a:solidFill>
                <a:effectLst/>
                <a:uLnTx/>
                <a:uFillTx/>
                <a:latin typeface="Symbol" panose="05050102010706020507" pitchFamily="18" charset="2"/>
                <a:ea typeface="+mn-ea"/>
                <a:cs typeface="+mn-cs"/>
              </a:rPr>
              <a:t>b</a:t>
            </a:r>
            <a:r>
              <a:rPr kumimoji="0" lang="en-US" sz="1200" b="1" i="0" u="none" strike="noStrike" kern="1200" cap="none" spc="0" normalizeH="0" baseline="-25000" noProof="0" dirty="0">
                <a:ln>
                  <a:noFill/>
                </a:ln>
                <a:solidFill>
                  <a:srgbClr val="265374"/>
                </a:solidFill>
                <a:effectLst/>
                <a:uLnTx/>
                <a:uFillTx/>
                <a:latin typeface="Verdana"/>
                <a:ea typeface="+mn-ea"/>
                <a:cs typeface="+mn-cs"/>
              </a:rPr>
              <a:t>2 </a:t>
            </a:r>
            <a:r>
              <a:rPr kumimoji="0" lang="en-US" sz="1200" b="1" i="0" u="none" strike="noStrike" kern="1200" cap="none" spc="0" normalizeH="0" baseline="0" noProof="0" dirty="0">
                <a:ln>
                  <a:noFill/>
                </a:ln>
                <a:solidFill>
                  <a:srgbClr val="265374"/>
                </a:solidFill>
                <a:effectLst/>
                <a:uLnTx/>
                <a:uFillTx/>
                <a:latin typeface="Verdana"/>
                <a:ea typeface="+mn-ea"/>
                <a:cs typeface="+mn-cs"/>
              </a:rPr>
              <a:t>/ </a:t>
            </a:r>
            <a:r>
              <a:rPr kumimoji="0" lang="en-US" sz="1200" b="1" i="0" u="none" strike="noStrike" kern="1200" cap="none" spc="0" normalizeH="0" baseline="0" noProof="0" dirty="0">
                <a:ln>
                  <a:noFill/>
                </a:ln>
                <a:solidFill>
                  <a:srgbClr val="265374"/>
                </a:solidFill>
                <a:effectLst/>
                <a:uLnTx/>
                <a:uFillTx/>
                <a:latin typeface="Symbol" panose="05050102010706020507" pitchFamily="18" charset="2"/>
                <a:ea typeface="+mn-ea"/>
                <a:cs typeface="+mn-cs"/>
              </a:rPr>
              <a:t>b</a:t>
            </a:r>
            <a:r>
              <a:rPr kumimoji="0" lang="en-US" sz="1200" b="1" i="0" u="none" strike="noStrike" kern="1200" cap="none" spc="0" normalizeH="0" baseline="-25000" noProof="0" dirty="0">
                <a:ln>
                  <a:noFill/>
                </a:ln>
                <a:solidFill>
                  <a:srgbClr val="265374"/>
                </a:solidFill>
                <a:effectLst/>
                <a:uLnTx/>
                <a:uFillTx/>
                <a:latin typeface="Verdana"/>
                <a:ea typeface="+mn-ea"/>
                <a:cs typeface="+mn-cs"/>
              </a:rPr>
              <a:t>1</a:t>
            </a:r>
            <a:endParaRPr kumimoji="0" lang="ru-RU" sz="1200" b="1" i="0" u="none" strike="noStrike" kern="1200" cap="none" spc="0" normalizeH="0" baseline="-25000" noProof="0" dirty="0">
              <a:ln>
                <a:noFill/>
              </a:ln>
              <a:solidFill>
                <a:srgbClr val="265374"/>
              </a:solidFill>
              <a:effectLst/>
              <a:uLnTx/>
              <a:uFillTx/>
              <a:latin typeface="Verdana"/>
              <a:ea typeface="+mn-ea"/>
              <a:cs typeface="+mn-cs"/>
            </a:endParaRPr>
          </a:p>
        </p:txBody>
      </p:sp>
      <p:graphicFrame>
        <p:nvGraphicFramePr>
          <p:cNvPr id="8" name="Объект 6">
            <a:extLst>
              <a:ext uri="{FF2B5EF4-FFF2-40B4-BE49-F238E27FC236}">
                <a16:creationId xmlns:a16="http://schemas.microsoft.com/office/drawing/2014/main" id="{A2A7000D-0475-1344-2520-F638BEE482BA}"/>
              </a:ext>
            </a:extLst>
          </p:cNvPr>
          <p:cNvGraphicFramePr>
            <a:graphicFrameLocks/>
          </p:cNvGraphicFramePr>
          <p:nvPr/>
        </p:nvGraphicFramePr>
        <p:xfrm>
          <a:off x="1383998" y="1763484"/>
          <a:ext cx="9833731" cy="4105673"/>
        </p:xfrm>
        <a:graphic>
          <a:graphicData uri="http://schemas.openxmlformats.org/drawingml/2006/chart">
            <c:chart xmlns:c="http://schemas.openxmlformats.org/drawingml/2006/chart" xmlns:r="http://schemas.openxmlformats.org/officeDocument/2006/relationships" r:id="rId4"/>
          </a:graphicData>
        </a:graphic>
      </p:graphicFrame>
      <p:sp>
        <p:nvSpPr>
          <p:cNvPr id="13" name="Объект 2">
            <a:extLst>
              <a:ext uri="{FF2B5EF4-FFF2-40B4-BE49-F238E27FC236}">
                <a16:creationId xmlns:a16="http://schemas.microsoft.com/office/drawing/2014/main" id="{8A252A43-2CB5-0ED6-ED58-15B4BEED1436}"/>
              </a:ext>
            </a:extLst>
          </p:cNvPr>
          <p:cNvSpPr>
            <a:spLocks noGrp="1"/>
          </p:cNvSpPr>
          <p:nvPr>
            <p:ph idx="4294967295"/>
          </p:nvPr>
        </p:nvSpPr>
        <p:spPr>
          <a:xfrm>
            <a:off x="924971" y="6131365"/>
            <a:ext cx="9694043" cy="457738"/>
          </a:xfrm>
        </p:spPr>
        <p:txBody>
          <a:bodyPr>
            <a:noAutofit/>
          </a:bodyPr>
          <a:lstStyle/>
          <a:p>
            <a:pPr marL="0" indent="0">
              <a:lnSpc>
                <a:spcPct val="120000"/>
              </a:lnSpc>
              <a:spcBef>
                <a:spcPts val="300"/>
              </a:spcBef>
              <a:buNone/>
            </a:pPr>
            <a:r>
              <a:rPr lang="ru-RU" altLang="en-US" sz="800" noProof="0" dirty="0">
                <a:solidFill>
                  <a:srgbClr val="323F48"/>
                </a:solidFill>
                <a:latin typeface="Calibri" panose="020F0502020204030204" pitchFamily="34" charset="0"/>
                <a:cs typeface="Calibri" panose="020F0502020204030204" pitchFamily="34" charset="0"/>
              </a:rPr>
              <a:t>График адаптирован из ссылки </a:t>
            </a:r>
            <a:r>
              <a:rPr lang="ru-RU" altLang="en-US" sz="800" b="1" noProof="0" dirty="0">
                <a:solidFill>
                  <a:srgbClr val="323F48"/>
                </a:solidFill>
                <a:latin typeface="Calibri" panose="020F0502020204030204" pitchFamily="34" charset="0"/>
                <a:cs typeface="Calibri" panose="020F0502020204030204" pitchFamily="34" charset="0"/>
              </a:rPr>
              <a:t>2</a:t>
            </a:r>
            <a:endParaRPr lang="de-DE" altLang="en-US" sz="800" b="1" noProof="0" dirty="0">
              <a:solidFill>
                <a:srgbClr val="323F48"/>
              </a:solidFill>
              <a:latin typeface="Calibri" panose="020F0502020204030204" pitchFamily="34" charset="0"/>
              <a:cs typeface="Calibri" panose="020F0502020204030204" pitchFamily="34" charset="0"/>
            </a:endParaRPr>
          </a:p>
          <a:p>
            <a:pPr marL="0" indent="0">
              <a:lnSpc>
                <a:spcPct val="120000"/>
              </a:lnSpc>
              <a:spcBef>
                <a:spcPts val="300"/>
              </a:spcBef>
              <a:buNone/>
            </a:pPr>
            <a:r>
              <a:rPr lang="en-US" sz="800" b="1" dirty="0">
                <a:solidFill>
                  <a:srgbClr val="323F48"/>
                </a:solidFill>
                <a:latin typeface="Calibri" panose="020F0502020204030204" pitchFamily="34" charset="0"/>
                <a:cs typeface="Calibri" panose="020F0502020204030204" pitchFamily="34" charset="0"/>
              </a:rPr>
              <a:t>1. </a:t>
            </a:r>
            <a:r>
              <a:rPr lang="en-US" sz="800" dirty="0">
                <a:solidFill>
                  <a:srgbClr val="323F48"/>
                </a:solidFill>
                <a:latin typeface="Calibri" panose="020F0502020204030204" pitchFamily="34" charset="0"/>
                <a:cs typeface="Calibri" panose="020F0502020204030204" pitchFamily="34" charset="0"/>
              </a:rPr>
              <a:t>Smith C, </a:t>
            </a:r>
            <a:r>
              <a:rPr lang="en-US" sz="800" dirty="0" err="1">
                <a:solidFill>
                  <a:srgbClr val="323F48"/>
                </a:solidFill>
                <a:latin typeface="Calibri" panose="020F0502020204030204" pitchFamily="34" charset="0"/>
                <a:cs typeface="Calibri" panose="020F0502020204030204" pitchFamily="34" charset="0"/>
              </a:rPr>
              <a:t>Teitler</a:t>
            </a:r>
            <a:r>
              <a:rPr lang="en-US" sz="800" dirty="0">
                <a:solidFill>
                  <a:srgbClr val="323F48"/>
                </a:solidFill>
                <a:latin typeface="Calibri" panose="020F0502020204030204" pitchFamily="34" charset="0"/>
                <a:cs typeface="Calibri" panose="020F0502020204030204" pitchFamily="34" charset="0"/>
              </a:rPr>
              <a:t> M. Beta-blocker selectivity at cloned human beta1- and beta2-adrenergic receptors. Cardiovasc Drugs </a:t>
            </a:r>
            <a:r>
              <a:rPr lang="en-US" sz="800" dirty="0" err="1">
                <a:solidFill>
                  <a:srgbClr val="323F48"/>
                </a:solidFill>
                <a:latin typeface="Calibri" panose="020F0502020204030204" pitchFamily="34" charset="0"/>
                <a:cs typeface="Calibri" panose="020F0502020204030204" pitchFamily="34" charset="0"/>
              </a:rPr>
              <a:t>Ther</a:t>
            </a:r>
            <a:r>
              <a:rPr lang="en-US" sz="800" dirty="0">
                <a:solidFill>
                  <a:srgbClr val="323F48"/>
                </a:solidFill>
                <a:latin typeface="Calibri" panose="020F0502020204030204" pitchFamily="34" charset="0"/>
                <a:cs typeface="Calibri" panose="020F0502020204030204" pitchFamily="34" charset="0"/>
              </a:rPr>
              <a:t>. 1999;13:123–6.</a:t>
            </a:r>
          </a:p>
          <a:p>
            <a:pPr marL="0" indent="0">
              <a:lnSpc>
                <a:spcPct val="120000"/>
              </a:lnSpc>
              <a:spcBef>
                <a:spcPts val="300"/>
              </a:spcBef>
              <a:buNone/>
            </a:pPr>
            <a:r>
              <a:rPr lang="en-US" sz="800" b="1" dirty="0">
                <a:solidFill>
                  <a:srgbClr val="323F48"/>
                </a:solidFill>
                <a:latin typeface="Calibri" panose="020F0502020204030204" pitchFamily="34" charset="0"/>
                <a:cs typeface="Calibri" panose="020F0502020204030204" pitchFamily="34" charset="0"/>
              </a:rPr>
              <a:t>2. </a:t>
            </a:r>
            <a:r>
              <a:rPr lang="en-US" sz="800" dirty="0">
                <a:solidFill>
                  <a:srgbClr val="323F48"/>
                </a:solidFill>
                <a:latin typeface="Calibri" panose="020F0502020204030204" pitchFamily="34" charset="0"/>
                <a:cs typeface="Calibri" panose="020F0502020204030204" pitchFamily="34" charset="0"/>
              </a:rPr>
              <a:t>Cruickshank JM. Essential Hypertension. Shelton, CT: People's Medical Publishing House-USA;2013, Fig. 8-28.</a:t>
            </a:r>
          </a:p>
        </p:txBody>
      </p:sp>
      <p:sp>
        <p:nvSpPr>
          <p:cNvPr id="17" name="TextBox 16">
            <a:extLst>
              <a:ext uri="{FF2B5EF4-FFF2-40B4-BE49-F238E27FC236}">
                <a16:creationId xmlns:a16="http://schemas.microsoft.com/office/drawing/2014/main" id="{72708816-E565-10FD-FFCD-F4F0555DB2BE}"/>
              </a:ext>
            </a:extLst>
          </p:cNvPr>
          <p:cNvSpPr txBox="1"/>
          <p:nvPr/>
        </p:nvSpPr>
        <p:spPr>
          <a:xfrm>
            <a:off x="4998079" y="1020339"/>
            <a:ext cx="6381751" cy="1076513"/>
          </a:xfrm>
          <a:prstGeom prst="rect">
            <a:avLst/>
          </a:prstGeom>
          <a:solidFill>
            <a:schemeClr val="bg1"/>
          </a:solidFill>
        </p:spPr>
        <p:txBody>
          <a:bodyPr wrap="square">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ru-RU"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более высокой аффинностью </a:t>
            </a:r>
            <a:br>
              <a:rPr kumimoji="0" lang="ru-RU"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br>
            <a:r>
              <a:rPr kumimoji="0" lang="ru-RU"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в отношении </a:t>
            </a:r>
            <a:r>
              <a:rPr kumimoji="0" lang="el-GR"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β</a:t>
            </a:r>
            <a:r>
              <a:rPr kumimoji="0" lang="en-US" sz="2000" b="1" i="0" u="none" strike="noStrike" kern="1200" cap="none" spc="0" normalizeH="0" baseline="-25000" noProof="0" dirty="0">
                <a:ln>
                  <a:noFill/>
                </a:ln>
                <a:solidFill>
                  <a:srgbClr val="265374"/>
                </a:solidFill>
                <a:effectLst/>
                <a:uLnTx/>
                <a:uFillTx/>
                <a:latin typeface="Verdana" panose="020B0604030504040204" pitchFamily="34" charset="0"/>
                <a:ea typeface="Verdana" panose="020B0604030504040204" pitchFamily="34" charset="0"/>
                <a:cs typeface="+mn-cs"/>
              </a:rPr>
              <a:t>1</a:t>
            </a:r>
            <a:r>
              <a:rPr kumimoji="0" lang="en-US"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a:t>
            </a:r>
            <a:r>
              <a:rPr kumimoji="0" lang="ru-RU"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рецептора </a:t>
            </a:r>
            <a:br>
              <a:rPr kumimoji="0" lang="ru-RU"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br>
            <a:r>
              <a:rPr kumimoji="0" lang="ru-RU"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по сравнению с </a:t>
            </a:r>
            <a:r>
              <a:rPr kumimoji="0" lang="el-GR"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β</a:t>
            </a:r>
            <a:r>
              <a:rPr kumimoji="0" lang="ru-RU" sz="2000" b="1" i="0" u="none" strike="noStrike" kern="1200" cap="none" spc="0" normalizeH="0" baseline="-25000" noProof="0" dirty="0">
                <a:ln>
                  <a:noFill/>
                </a:ln>
                <a:solidFill>
                  <a:srgbClr val="265374"/>
                </a:solidFill>
                <a:effectLst/>
                <a:uLnTx/>
                <a:uFillTx/>
                <a:latin typeface="Verdana" panose="020B0604030504040204" pitchFamily="34" charset="0"/>
                <a:ea typeface="Verdana" panose="020B0604030504040204" pitchFamily="34" charset="0"/>
                <a:cs typeface="+mn-cs"/>
              </a:rPr>
              <a:t>2</a:t>
            </a:r>
            <a:r>
              <a:rPr kumimoji="0" lang="en-US"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a:t>
            </a:r>
            <a:r>
              <a:rPr kumimoji="0" lang="ru-RU"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рецептором</a:t>
            </a:r>
            <a:r>
              <a:rPr kumimoji="0" lang="ru-RU" sz="1600" b="0" i="0" u="none" strike="noStrike" kern="1200" cap="none" spc="0" normalizeH="0" baseline="50000" noProof="0" dirty="0">
                <a:ln>
                  <a:noFill/>
                </a:ln>
                <a:solidFill>
                  <a:srgbClr val="265374"/>
                </a:solidFill>
                <a:effectLst/>
                <a:uLnTx/>
                <a:uFillTx/>
                <a:latin typeface="Verdana" panose="020B0604030504040204" pitchFamily="34" charset="0"/>
                <a:ea typeface="Verdana" panose="020B0604030504040204" pitchFamily="34" charset="0"/>
                <a:cs typeface="+mn-cs"/>
              </a:rPr>
              <a:t>1</a:t>
            </a:r>
            <a:r>
              <a:rPr kumimoji="0" lang="ru-RU"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a:t>
            </a:r>
          </a:p>
        </p:txBody>
      </p:sp>
      <p:sp>
        <p:nvSpPr>
          <p:cNvPr id="18" name="Заголовок 6">
            <a:extLst>
              <a:ext uri="{FF2B5EF4-FFF2-40B4-BE49-F238E27FC236}">
                <a16:creationId xmlns:a16="http://schemas.microsoft.com/office/drawing/2014/main" id="{CE0B37D9-E904-D8D1-0944-2894B39A475A}"/>
              </a:ext>
            </a:extLst>
          </p:cNvPr>
          <p:cNvSpPr txBox="1">
            <a:spLocks/>
          </p:cNvSpPr>
          <p:nvPr/>
        </p:nvSpPr>
        <p:spPr>
          <a:xfrm>
            <a:off x="924971" y="268897"/>
            <a:ext cx="9225958" cy="1363691"/>
          </a:xfrm>
          <a:prstGeom prst="rect">
            <a:avLst/>
          </a:prstGeom>
        </p:spPr>
        <p:txBody>
          <a:bodyPr vert="horz" lIns="0" tIns="0" rIns="0" bIns="0" rtlCol="0" anchor="t" anchorCtr="0">
            <a:norm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ru-RU" sz="23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Бисопролол</a:t>
            </a:r>
            <a:r>
              <a:rPr kumimoji="0" lang="ru-RU" sz="23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обладает в </a:t>
            </a:r>
            <a:r>
              <a:rPr kumimoji="0" lang="ru-RU" sz="53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j-cs"/>
              </a:rPr>
              <a:t>19,6</a:t>
            </a:r>
            <a:r>
              <a:rPr kumimoji="0" lang="ru-RU" sz="23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j-cs"/>
              </a:rPr>
              <a:t> раз</a:t>
            </a:r>
          </a:p>
        </p:txBody>
      </p:sp>
    </p:spTree>
    <p:custDataLst>
      <p:tags r:id="rId1"/>
    </p:custDataLst>
    <p:extLst>
      <p:ext uri="{BB962C8B-B14F-4D97-AF65-F5344CB8AC3E}">
        <p14:creationId xmlns:p14="http://schemas.microsoft.com/office/powerpoint/2010/main" val="156167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extBox 14">
            <a:extLst>
              <a:ext uri="{FF2B5EF4-FFF2-40B4-BE49-F238E27FC236}">
                <a16:creationId xmlns:a16="http://schemas.microsoft.com/office/drawing/2014/main" id="{9D1519BC-04F5-5C3A-29F8-1A9D29473831}"/>
              </a:ext>
            </a:extLst>
          </p:cNvPr>
          <p:cNvSpPr txBox="1"/>
          <p:nvPr/>
        </p:nvSpPr>
        <p:spPr>
          <a:xfrm>
            <a:off x="818998" y="6423702"/>
            <a:ext cx="6082114" cy="215444"/>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265374"/>
                </a:solidFill>
                <a:effectLst/>
                <a:uLnTx/>
                <a:uFillTx/>
                <a:latin typeface="Calibri" panose="020F0502020204030204"/>
                <a:ea typeface="+mn-ea"/>
                <a:cs typeface="+mn-cs"/>
              </a:rPr>
              <a:t>1. </a:t>
            </a:r>
            <a:r>
              <a:rPr kumimoji="0" lang="en-US" sz="800" b="0" i="0" u="none" strike="noStrike" kern="1200" cap="none" spc="0" normalizeH="0" baseline="0" noProof="0">
                <a:ln>
                  <a:noFill/>
                </a:ln>
                <a:solidFill>
                  <a:srgbClr val="265374"/>
                </a:solidFill>
                <a:effectLst/>
                <a:uLnTx/>
                <a:uFillTx/>
                <a:latin typeface="Calibri" panose="020F0502020204030204"/>
                <a:ea typeface="+mn-ea"/>
                <a:cs typeface="+mn-cs"/>
              </a:rPr>
              <a:t>Brunton </a:t>
            </a:r>
            <a:r>
              <a:rPr kumimoji="0" lang="en-US" sz="800" b="0" i="0" u="none" strike="noStrike" kern="1200" cap="none" spc="0" normalizeH="0" baseline="0" noProof="0" dirty="0">
                <a:ln>
                  <a:noFill/>
                </a:ln>
                <a:solidFill>
                  <a:srgbClr val="265374"/>
                </a:solidFill>
                <a:effectLst/>
                <a:uLnTx/>
                <a:uFillTx/>
                <a:latin typeface="Calibri" panose="020F0502020204030204"/>
                <a:ea typeface="+mn-ea"/>
                <a:cs typeface="+mn-cs"/>
              </a:rPr>
              <a:t>LL, Lazo JS, Parker KL, eds. Goodman &amp; Gilman's The Pharmacological Basis of Therapeutics. 11th ed. New York: McGraw-Hill; 2006.</a:t>
            </a:r>
            <a:endParaRPr kumimoji="0" lang="nl-NL" sz="800" b="0" i="0" u="none" strike="noStrike" kern="1200" cap="none" spc="0" normalizeH="0" baseline="0" noProof="0" dirty="0">
              <a:ln>
                <a:noFill/>
              </a:ln>
              <a:solidFill>
                <a:srgbClr val="265374"/>
              </a:solidFill>
              <a:effectLst/>
              <a:uLnTx/>
              <a:uFillTx/>
              <a:latin typeface="Calibri" panose="020F0502020204030204"/>
              <a:ea typeface="+mn-ea"/>
              <a:cs typeface="+mn-cs"/>
            </a:endParaRPr>
          </a:p>
        </p:txBody>
      </p:sp>
      <p:graphicFrame>
        <p:nvGraphicFramePr>
          <p:cNvPr id="3" name="Таблица 3">
            <a:extLst>
              <a:ext uri="{FF2B5EF4-FFF2-40B4-BE49-F238E27FC236}">
                <a16:creationId xmlns:a16="http://schemas.microsoft.com/office/drawing/2014/main" id="{36E7FF49-6318-BC8D-4B81-D3A58AE8057E}"/>
              </a:ext>
            </a:extLst>
          </p:cNvPr>
          <p:cNvGraphicFramePr>
            <a:graphicFrameLocks noGrp="1"/>
          </p:cNvGraphicFramePr>
          <p:nvPr>
            <p:ph idx="4294967295"/>
            <p:extLst>
              <p:ext uri="{D42A27DB-BD31-4B8C-83A1-F6EECF244321}">
                <p14:modId xmlns:p14="http://schemas.microsoft.com/office/powerpoint/2010/main" val="3166951474"/>
              </p:ext>
            </p:extLst>
          </p:nvPr>
        </p:nvGraphicFramePr>
        <p:xfrm>
          <a:off x="924971" y="1440232"/>
          <a:ext cx="10643142" cy="4075708"/>
        </p:xfrm>
        <a:graphic>
          <a:graphicData uri="http://schemas.openxmlformats.org/drawingml/2006/table">
            <a:tbl>
              <a:tblPr firstRow="1" bandRow="1">
                <a:tableStyleId>{00A15C55-8517-42AA-B614-E9B94910E393}</a:tableStyleId>
              </a:tblPr>
              <a:tblGrid>
                <a:gridCol w="3370336">
                  <a:extLst>
                    <a:ext uri="{9D8B030D-6E8A-4147-A177-3AD203B41FA5}">
                      <a16:colId xmlns:a16="http://schemas.microsoft.com/office/drawing/2014/main" val="2244928359"/>
                    </a:ext>
                  </a:extLst>
                </a:gridCol>
                <a:gridCol w="1679317">
                  <a:extLst>
                    <a:ext uri="{9D8B030D-6E8A-4147-A177-3AD203B41FA5}">
                      <a16:colId xmlns:a16="http://schemas.microsoft.com/office/drawing/2014/main" val="2283107691"/>
                    </a:ext>
                  </a:extLst>
                </a:gridCol>
                <a:gridCol w="1336233">
                  <a:extLst>
                    <a:ext uri="{9D8B030D-6E8A-4147-A177-3AD203B41FA5}">
                      <a16:colId xmlns:a16="http://schemas.microsoft.com/office/drawing/2014/main" val="965785258"/>
                    </a:ext>
                  </a:extLst>
                </a:gridCol>
                <a:gridCol w="2128628">
                  <a:extLst>
                    <a:ext uri="{9D8B030D-6E8A-4147-A177-3AD203B41FA5}">
                      <a16:colId xmlns:a16="http://schemas.microsoft.com/office/drawing/2014/main" val="518235773"/>
                    </a:ext>
                  </a:extLst>
                </a:gridCol>
                <a:gridCol w="2128628">
                  <a:extLst>
                    <a:ext uri="{9D8B030D-6E8A-4147-A177-3AD203B41FA5}">
                      <a16:colId xmlns:a16="http://schemas.microsoft.com/office/drawing/2014/main" val="939160510"/>
                    </a:ext>
                  </a:extLst>
                </a:gridCol>
              </a:tblGrid>
              <a:tr h="582244">
                <a:tc>
                  <a:txBody>
                    <a:bodyPr/>
                    <a:lstStyle/>
                    <a:p>
                      <a:r>
                        <a:rPr lang="el-GR" sz="1400" b="1" dirty="0">
                          <a:solidFill>
                            <a:schemeClr val="bg1"/>
                          </a:solidFill>
                          <a:latin typeface="Verdana" panose="020B0604030504040204" pitchFamily="34" charset="0"/>
                          <a:ea typeface="Verdana" panose="020B0604030504040204" pitchFamily="34" charset="0"/>
                        </a:rPr>
                        <a:t>β</a:t>
                      </a:r>
                      <a:r>
                        <a:rPr lang="el-GR" sz="1400" b="1" baseline="-25000" dirty="0">
                          <a:solidFill>
                            <a:schemeClr val="bg1"/>
                          </a:solidFill>
                          <a:latin typeface="Verdana" panose="020B0604030504040204" pitchFamily="34" charset="0"/>
                          <a:ea typeface="Verdana" panose="020B0604030504040204" pitchFamily="34" charset="0"/>
                        </a:rPr>
                        <a:t>1</a:t>
                      </a:r>
                      <a:r>
                        <a:rPr lang="el-GR" sz="1400" b="1" dirty="0">
                          <a:solidFill>
                            <a:schemeClr val="bg1"/>
                          </a:solidFill>
                          <a:latin typeface="Verdana" panose="020B0604030504040204" pitchFamily="34" charset="0"/>
                          <a:ea typeface="Verdana" panose="020B0604030504040204" pitchFamily="34" charset="0"/>
                        </a:rPr>
                        <a:t>-</a:t>
                      </a:r>
                      <a:r>
                        <a:rPr lang="ru-RU" sz="1400" b="1" dirty="0">
                          <a:solidFill>
                            <a:schemeClr val="bg1"/>
                          </a:solidFill>
                          <a:latin typeface="Verdana" panose="020B0604030504040204" pitchFamily="34" charset="0"/>
                          <a:ea typeface="Verdana" panose="020B0604030504040204" pitchFamily="34" charset="0"/>
                        </a:rPr>
                        <a:t>селективность</a:t>
                      </a:r>
                      <a:endParaRPr lang="ru-RU" sz="1400" dirty="0">
                        <a:solidFill>
                          <a:schemeClr val="bg1"/>
                        </a:solidFill>
                        <a:latin typeface="Verdana" panose="020B0604030504040204" pitchFamily="34" charset="0"/>
                        <a:ea typeface="Verdana" panose="020B0604030504040204" pitchFamily="34" charset="0"/>
                      </a:endParaRPr>
                    </a:p>
                  </a:txBody>
                  <a:tcPr marL="288000" anchor="ctr">
                    <a:solidFill>
                      <a:srgbClr val="398ACB"/>
                    </a:solidFill>
                  </a:tcPr>
                </a:tc>
                <a:tc>
                  <a:txBody>
                    <a:bodyPr/>
                    <a:lstStyle/>
                    <a:p>
                      <a:pPr algn="ctr"/>
                      <a:r>
                        <a:rPr lang="en-US" sz="1400" b="1" dirty="0">
                          <a:solidFill>
                            <a:schemeClr val="bg1"/>
                          </a:solidFill>
                          <a:latin typeface="Verdana" panose="020B0604030504040204" pitchFamily="34" charset="0"/>
                          <a:ea typeface="Verdana" panose="020B0604030504040204" pitchFamily="34" charset="0"/>
                        </a:rPr>
                        <a:t>(%)</a:t>
                      </a:r>
                      <a:endParaRPr lang="ru-RU" sz="1400" dirty="0">
                        <a:solidFill>
                          <a:schemeClr val="bg1"/>
                        </a:solidFill>
                        <a:latin typeface="Verdana" panose="020B0604030504040204" pitchFamily="34" charset="0"/>
                        <a:ea typeface="Verdana" panose="020B0604030504040204" pitchFamily="34" charset="0"/>
                      </a:endParaRPr>
                    </a:p>
                  </a:txBody>
                  <a:tcPr marL="72000" anchor="ctr">
                    <a:solidFill>
                      <a:srgbClr val="398ACB"/>
                    </a:solidFill>
                  </a:tcPr>
                </a:tc>
                <a:tc>
                  <a:txBody>
                    <a:bodyPr/>
                    <a:lstStyle/>
                    <a:p>
                      <a:pPr algn="ctr"/>
                      <a:r>
                        <a:rPr lang="en-US" sz="1400" b="1" dirty="0">
                          <a:solidFill>
                            <a:schemeClr val="bg1"/>
                          </a:solidFill>
                          <a:latin typeface="Verdana" panose="020B0604030504040204" pitchFamily="34" charset="0"/>
                          <a:ea typeface="Verdana" panose="020B0604030504040204" pitchFamily="34" charset="0"/>
                        </a:rPr>
                        <a:t>(</a:t>
                      </a:r>
                      <a:r>
                        <a:rPr lang="ru-RU" sz="1400" b="1" dirty="0">
                          <a:solidFill>
                            <a:schemeClr val="bg1"/>
                          </a:solidFill>
                          <a:latin typeface="Verdana" panose="020B0604030504040204" pitchFamily="34" charset="0"/>
                          <a:ea typeface="Verdana" panose="020B0604030504040204" pitchFamily="34" charset="0"/>
                        </a:rPr>
                        <a:t>часы</a:t>
                      </a:r>
                      <a:r>
                        <a:rPr lang="en-US" sz="1400" b="1" dirty="0">
                          <a:solidFill>
                            <a:schemeClr val="bg1"/>
                          </a:solidFill>
                          <a:latin typeface="Verdana" panose="020B0604030504040204" pitchFamily="34" charset="0"/>
                          <a:ea typeface="Verdana" panose="020B0604030504040204" pitchFamily="34" charset="0"/>
                        </a:rPr>
                        <a:t>)</a:t>
                      </a:r>
                      <a:endParaRPr lang="ru-RU" sz="1400" dirty="0">
                        <a:solidFill>
                          <a:schemeClr val="bg1"/>
                        </a:solidFill>
                        <a:latin typeface="Verdana" panose="020B0604030504040204" pitchFamily="34" charset="0"/>
                        <a:ea typeface="Verdana" panose="020B0604030504040204" pitchFamily="34" charset="0"/>
                      </a:endParaRPr>
                    </a:p>
                  </a:txBody>
                  <a:tcPr marL="72000" anchor="ctr">
                    <a:solidFill>
                      <a:srgbClr val="398ACB"/>
                    </a:solidFill>
                  </a:tcPr>
                </a:tc>
                <a:tc>
                  <a:txBody>
                    <a:bodyPr/>
                    <a:lstStyle/>
                    <a:p>
                      <a:pPr algn="ctr"/>
                      <a:r>
                        <a:rPr lang="ru-RU" sz="1400" b="1" dirty="0">
                          <a:solidFill>
                            <a:schemeClr val="bg1"/>
                          </a:solidFill>
                          <a:latin typeface="Verdana" panose="020B0604030504040204" pitchFamily="34" charset="0"/>
                          <a:ea typeface="Verdana" panose="020B0604030504040204" pitchFamily="34" charset="0"/>
                        </a:rPr>
                        <a:t>выведение</a:t>
                      </a:r>
                      <a:endParaRPr lang="ru-RU" sz="1400" dirty="0">
                        <a:solidFill>
                          <a:schemeClr val="bg1"/>
                        </a:solidFill>
                        <a:latin typeface="Verdana" panose="020B0604030504040204" pitchFamily="34" charset="0"/>
                        <a:ea typeface="Verdana" panose="020B0604030504040204" pitchFamily="34" charset="0"/>
                      </a:endParaRPr>
                    </a:p>
                  </a:txBody>
                  <a:tcPr marL="72000" anchor="ctr">
                    <a:solidFill>
                      <a:srgbClr val="398ACB"/>
                    </a:solidFill>
                  </a:tcPr>
                </a:tc>
                <a:tc>
                  <a:txBody>
                    <a:bodyPr/>
                    <a:lstStyle/>
                    <a:p>
                      <a:pPr algn="ctr"/>
                      <a:r>
                        <a:rPr lang="ru-RU" sz="1400" b="1" dirty="0">
                          <a:solidFill>
                            <a:schemeClr val="bg1"/>
                          </a:solidFill>
                          <a:latin typeface="Verdana" panose="020B0604030504040204" pitchFamily="34" charset="0"/>
                          <a:ea typeface="Verdana" panose="020B0604030504040204" pitchFamily="34" charset="0"/>
                        </a:rPr>
                        <a:t>липиды</a:t>
                      </a:r>
                      <a:r>
                        <a:rPr lang="en-US" sz="1400" b="1" dirty="0">
                          <a:solidFill>
                            <a:schemeClr val="bg1"/>
                          </a:solidFill>
                          <a:latin typeface="Verdana" panose="020B0604030504040204" pitchFamily="34" charset="0"/>
                          <a:ea typeface="Verdana" panose="020B0604030504040204" pitchFamily="34" charset="0"/>
                        </a:rPr>
                        <a:t>/</a:t>
                      </a:r>
                      <a:r>
                        <a:rPr lang="ru-RU" sz="1400" b="1" dirty="0">
                          <a:solidFill>
                            <a:schemeClr val="bg1"/>
                          </a:solidFill>
                          <a:latin typeface="Verdana" panose="020B0604030504040204" pitchFamily="34" charset="0"/>
                          <a:ea typeface="Verdana" panose="020B0604030504040204" pitchFamily="34" charset="0"/>
                        </a:rPr>
                        <a:t>глюкоза</a:t>
                      </a:r>
                      <a:endParaRPr lang="ru-RU" sz="1400" dirty="0">
                        <a:solidFill>
                          <a:schemeClr val="bg1"/>
                        </a:solidFill>
                        <a:latin typeface="Verdana" panose="020B0604030504040204" pitchFamily="34" charset="0"/>
                        <a:ea typeface="Verdana" panose="020B0604030504040204" pitchFamily="34" charset="0"/>
                      </a:endParaRPr>
                    </a:p>
                  </a:txBody>
                  <a:tcPr marL="72000" anchor="ctr">
                    <a:solidFill>
                      <a:srgbClr val="398ACB"/>
                    </a:solidFill>
                  </a:tcPr>
                </a:tc>
                <a:extLst>
                  <a:ext uri="{0D108BD9-81ED-4DB2-BD59-A6C34878D82A}">
                    <a16:rowId xmlns:a16="http://schemas.microsoft.com/office/drawing/2014/main" val="244570226"/>
                  </a:ext>
                </a:extLst>
              </a:tr>
              <a:tr h="582244">
                <a:tc>
                  <a:txBody>
                    <a:bodyPr/>
                    <a:lstStyle/>
                    <a:p>
                      <a:pPr>
                        <a:lnSpc>
                          <a:spcPct val="107000"/>
                        </a:lnSpc>
                        <a:spcAft>
                          <a:spcPts val="800"/>
                        </a:spcAft>
                      </a:pPr>
                      <a:r>
                        <a:rPr lang="ru-RU" sz="1600" b="1" dirty="0" err="1">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Бисопролол</a:t>
                      </a:r>
                      <a:r>
                        <a:rPr lang="ru-RU" sz="1600" b="1"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  + + + +</a:t>
                      </a:r>
                    </a:p>
                  </a:txBody>
                  <a:tcPr marL="288000" marR="68580" marT="0" marB="0" anchor="ctr">
                    <a:solidFill>
                      <a:srgbClr val="BFE8EE"/>
                    </a:solidFill>
                  </a:tcPr>
                </a:tc>
                <a:tc>
                  <a:txBody>
                    <a:bodyPr/>
                    <a:lstStyle/>
                    <a:p>
                      <a:pPr algn="ctr">
                        <a:lnSpc>
                          <a:spcPct val="107000"/>
                        </a:lnSpc>
                        <a:spcAft>
                          <a:spcPts val="800"/>
                        </a:spcAft>
                      </a:pPr>
                      <a:r>
                        <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90</a:t>
                      </a:r>
                    </a:p>
                  </a:txBody>
                  <a:tcPr marL="72000" marR="68580" marT="0" marB="0" anchor="ctr">
                    <a:solidFill>
                      <a:srgbClr val="BFE8EE"/>
                    </a:solidFill>
                  </a:tcPr>
                </a:tc>
                <a:tc>
                  <a:txBody>
                    <a:bodyPr/>
                    <a:lstStyle/>
                    <a:p>
                      <a:pPr algn="l">
                        <a:lnSpc>
                          <a:spcPct val="107000"/>
                        </a:lnSpc>
                        <a:spcAft>
                          <a:spcPts val="800"/>
                        </a:spcAft>
                      </a:pPr>
                      <a:r>
                        <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11</a:t>
                      </a:r>
                      <a:r>
                        <a:rPr lang="en-US"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a:t>
                      </a:r>
                      <a:r>
                        <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17</a:t>
                      </a:r>
                    </a:p>
                  </a:txBody>
                  <a:tcPr marL="324000" marR="68580" marT="0" marB="0" anchor="ctr">
                    <a:solidFill>
                      <a:srgbClr val="BFE8EE"/>
                    </a:solidFill>
                  </a:tcPr>
                </a:tc>
                <a:tc>
                  <a:txBody>
                    <a:bodyPr/>
                    <a:lstStyle/>
                    <a:p>
                      <a:pPr algn="l">
                        <a:lnSpc>
                          <a:spcPct val="107000"/>
                        </a:lnSpc>
                        <a:spcAft>
                          <a:spcPts val="800"/>
                        </a:spcAft>
                      </a:pPr>
                      <a:r>
                        <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 почки/печень </a:t>
                      </a:r>
                    </a:p>
                  </a:txBody>
                  <a:tcPr marL="252000" marR="68580" marT="0" marB="0" anchor="ctr">
                    <a:solidFill>
                      <a:srgbClr val="BFE8EE"/>
                    </a:solidFill>
                  </a:tcPr>
                </a:tc>
                <a:tc>
                  <a:txBody>
                    <a:bodyPr/>
                    <a:lstStyle/>
                    <a:p>
                      <a:pPr algn="l">
                        <a:lnSpc>
                          <a:spcPct val="107000"/>
                        </a:lnSpc>
                        <a:spcAft>
                          <a:spcPts val="800"/>
                        </a:spcAft>
                      </a:pPr>
                      <a:r>
                        <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нет</a:t>
                      </a:r>
                    </a:p>
                  </a:txBody>
                  <a:tcPr marL="792000" marR="68580" marT="0" marB="0" anchor="ctr">
                    <a:solidFill>
                      <a:srgbClr val="BFE8EE"/>
                    </a:solidFill>
                  </a:tcPr>
                </a:tc>
                <a:extLst>
                  <a:ext uri="{0D108BD9-81ED-4DB2-BD59-A6C34878D82A}">
                    <a16:rowId xmlns:a16="http://schemas.microsoft.com/office/drawing/2014/main" val="24915643"/>
                  </a:ext>
                </a:extLst>
              </a:tr>
              <a:tr h="582244">
                <a:tc>
                  <a:txBody>
                    <a:bodyPr/>
                    <a:lstStyle/>
                    <a:p>
                      <a:pPr>
                        <a:lnSpc>
                          <a:spcPct val="107000"/>
                        </a:lnSpc>
                        <a:spcAft>
                          <a:spcPts val="800"/>
                        </a:spcAft>
                      </a:pPr>
                      <a:r>
                        <a:rPr lang="ru-RU" sz="1600" b="1"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Карведилол    +</a:t>
                      </a:r>
                    </a:p>
                  </a:txBody>
                  <a:tcPr marL="288000" marR="68580" marT="0" marB="0" anchor="ctr">
                    <a:solidFill>
                      <a:srgbClr val="E8F3F7"/>
                    </a:solidFill>
                  </a:tcPr>
                </a:tc>
                <a:tc>
                  <a:txBody>
                    <a:bodyPr/>
                    <a:lstStyle/>
                    <a:p>
                      <a:pPr algn="ctr">
                        <a:lnSpc>
                          <a:spcPct val="107000"/>
                        </a:lnSpc>
                        <a:spcAft>
                          <a:spcPts val="800"/>
                        </a:spcAft>
                      </a:pPr>
                      <a:r>
                        <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60</a:t>
                      </a:r>
                    </a:p>
                  </a:txBody>
                  <a:tcPr marL="72000" marR="68580" marT="0" marB="0" anchor="ctr">
                    <a:solidFill>
                      <a:srgbClr val="E8F3F7"/>
                    </a:solidFill>
                  </a:tcPr>
                </a:tc>
                <a:tc>
                  <a:txBody>
                    <a:bodyPr/>
                    <a:lstStyle/>
                    <a:p>
                      <a:pPr algn="l">
                        <a:lnSpc>
                          <a:spcPct val="107000"/>
                        </a:lnSpc>
                        <a:spcAft>
                          <a:spcPts val="800"/>
                        </a:spcAft>
                      </a:pPr>
                      <a:r>
                        <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7</a:t>
                      </a:r>
                      <a:r>
                        <a:rPr lang="en-US"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a:t>
                      </a:r>
                      <a:r>
                        <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10</a:t>
                      </a:r>
                    </a:p>
                  </a:txBody>
                  <a:tcPr marL="324000" marR="68580" marT="0" marB="0" anchor="ctr">
                    <a:solidFill>
                      <a:srgbClr val="E8F3F7"/>
                    </a:solidFill>
                  </a:tcPr>
                </a:tc>
                <a:tc>
                  <a:txBody>
                    <a:bodyPr/>
                    <a:lstStyle/>
                    <a:p>
                      <a:pPr algn="l">
                        <a:lnSpc>
                          <a:spcPct val="107000"/>
                        </a:lnSpc>
                        <a:spcAft>
                          <a:spcPts val="800"/>
                        </a:spcAft>
                      </a:pPr>
                      <a:r>
                        <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 печень </a:t>
                      </a:r>
                    </a:p>
                  </a:txBody>
                  <a:tcPr marL="252000" marR="68580" marT="0" marB="0" anchor="ctr">
                    <a:solidFill>
                      <a:srgbClr val="E8F3F7"/>
                    </a:solidFill>
                  </a:tcPr>
                </a:tc>
                <a:tc>
                  <a:txBody>
                    <a:bodyPr/>
                    <a:lstStyle/>
                    <a:p>
                      <a:pPr algn="l">
                        <a:lnSpc>
                          <a:spcPct val="107000"/>
                        </a:lnSpc>
                        <a:spcAft>
                          <a:spcPts val="800"/>
                        </a:spcAft>
                      </a:pPr>
                      <a:r>
                        <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 +</a:t>
                      </a:r>
                    </a:p>
                  </a:txBody>
                  <a:tcPr marL="792000" marR="68580" marT="0" marB="0" anchor="ctr">
                    <a:solidFill>
                      <a:srgbClr val="E8F3F7"/>
                    </a:solidFill>
                  </a:tcPr>
                </a:tc>
                <a:extLst>
                  <a:ext uri="{0D108BD9-81ED-4DB2-BD59-A6C34878D82A}">
                    <a16:rowId xmlns:a16="http://schemas.microsoft.com/office/drawing/2014/main" val="3437291664"/>
                  </a:ext>
                </a:extLst>
              </a:tr>
              <a:tr h="582244">
                <a:tc>
                  <a:txBody>
                    <a:bodyPr/>
                    <a:lstStyle/>
                    <a:p>
                      <a:pPr>
                        <a:lnSpc>
                          <a:spcPct val="107000"/>
                        </a:lnSpc>
                        <a:spcAft>
                          <a:spcPts val="800"/>
                        </a:spcAft>
                      </a:pPr>
                      <a:r>
                        <a:rPr lang="ru-RU" sz="1600" b="1" dirty="0" err="1">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Небиволол</a:t>
                      </a:r>
                      <a:r>
                        <a:rPr lang="ru-RU" sz="1600" b="1"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   + + + +</a:t>
                      </a:r>
                    </a:p>
                  </a:txBody>
                  <a:tcPr marL="288000" marR="68580" marT="0" marB="0" anchor="ctr">
                    <a:solidFill>
                      <a:srgbClr val="BFE8EE"/>
                    </a:solidFill>
                  </a:tcPr>
                </a:tc>
                <a:tc>
                  <a:txBody>
                    <a:bodyPr/>
                    <a:lstStyle/>
                    <a:p>
                      <a:pPr algn="ctr">
                        <a:lnSpc>
                          <a:spcPct val="107000"/>
                        </a:lnSpc>
                        <a:spcAft>
                          <a:spcPts val="800"/>
                        </a:spcAft>
                      </a:pPr>
                      <a:r>
                        <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90</a:t>
                      </a:r>
                    </a:p>
                  </a:txBody>
                  <a:tcPr marL="72000" marR="68580" marT="0" marB="0" anchor="ctr">
                    <a:solidFill>
                      <a:srgbClr val="BFE8EE"/>
                    </a:solidFill>
                  </a:tcPr>
                </a:tc>
                <a:tc>
                  <a:txBody>
                    <a:bodyPr/>
                    <a:lstStyle/>
                    <a:p>
                      <a:pPr algn="l">
                        <a:lnSpc>
                          <a:spcPct val="107000"/>
                        </a:lnSpc>
                        <a:spcAft>
                          <a:spcPts val="800"/>
                        </a:spcAft>
                      </a:pPr>
                      <a:r>
                        <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10</a:t>
                      </a:r>
                      <a:r>
                        <a:rPr lang="en-US"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a:t>
                      </a:r>
                      <a:r>
                        <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20</a:t>
                      </a:r>
                    </a:p>
                  </a:txBody>
                  <a:tcPr marL="324000" marR="68580" marT="0" marB="0" anchor="ctr">
                    <a:solidFill>
                      <a:srgbClr val="BFE8EE"/>
                    </a:solidFill>
                  </a:tcPr>
                </a:tc>
                <a:tc>
                  <a:txBody>
                    <a:bodyPr/>
                    <a:lstStyle/>
                    <a:p>
                      <a:pPr algn="l">
                        <a:lnSpc>
                          <a:spcPct val="107000"/>
                        </a:lnSpc>
                        <a:spcAft>
                          <a:spcPts val="800"/>
                        </a:spcAft>
                      </a:pPr>
                      <a:r>
                        <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 почки/печень </a:t>
                      </a:r>
                    </a:p>
                  </a:txBody>
                  <a:tcPr marL="252000" marR="68580" marT="0" marB="0" anchor="ctr">
                    <a:solidFill>
                      <a:srgbClr val="BFE8EE"/>
                    </a:solidFill>
                  </a:tcPr>
                </a:tc>
                <a:tc>
                  <a:txBody>
                    <a:bodyPr/>
                    <a:lstStyle/>
                    <a:p>
                      <a:pPr algn="l">
                        <a:lnSpc>
                          <a:spcPct val="107000"/>
                        </a:lnSpc>
                        <a:spcAft>
                          <a:spcPts val="800"/>
                        </a:spcAft>
                      </a:pPr>
                      <a:r>
                        <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нет </a:t>
                      </a:r>
                    </a:p>
                  </a:txBody>
                  <a:tcPr marL="792000" marR="68580" marT="0" marB="0" anchor="ctr">
                    <a:solidFill>
                      <a:srgbClr val="BFE8EE"/>
                    </a:solidFill>
                  </a:tcPr>
                </a:tc>
                <a:extLst>
                  <a:ext uri="{0D108BD9-81ED-4DB2-BD59-A6C34878D82A}">
                    <a16:rowId xmlns:a16="http://schemas.microsoft.com/office/drawing/2014/main" val="1829288747"/>
                  </a:ext>
                </a:extLst>
              </a:tr>
              <a:tr h="582244">
                <a:tc>
                  <a:txBody>
                    <a:bodyPr/>
                    <a:lstStyle/>
                    <a:p>
                      <a:pPr>
                        <a:lnSpc>
                          <a:spcPct val="107000"/>
                        </a:lnSpc>
                        <a:spcAft>
                          <a:spcPts val="800"/>
                        </a:spcAft>
                      </a:pPr>
                      <a:r>
                        <a:rPr lang="ru-RU" sz="1600" b="1"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Метопролол   + + +</a:t>
                      </a:r>
                    </a:p>
                  </a:txBody>
                  <a:tcPr marL="288000" marR="68580" marT="0" marB="0" anchor="ctr">
                    <a:solidFill>
                      <a:srgbClr val="E8F3F7"/>
                    </a:solidFill>
                  </a:tcPr>
                </a:tc>
                <a:tc>
                  <a:txBody>
                    <a:bodyPr/>
                    <a:lstStyle/>
                    <a:p>
                      <a:pPr algn="ctr">
                        <a:lnSpc>
                          <a:spcPct val="107000"/>
                        </a:lnSpc>
                        <a:spcAft>
                          <a:spcPts val="800"/>
                        </a:spcAft>
                      </a:pPr>
                      <a:r>
                        <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50</a:t>
                      </a:r>
                    </a:p>
                  </a:txBody>
                  <a:tcPr marL="72000" marR="68580" marT="0" marB="0" anchor="ctr">
                    <a:solidFill>
                      <a:srgbClr val="E8F3F7"/>
                    </a:solidFill>
                  </a:tcPr>
                </a:tc>
                <a:tc>
                  <a:txBody>
                    <a:bodyPr/>
                    <a:lstStyle/>
                    <a:p>
                      <a:pPr algn="l">
                        <a:lnSpc>
                          <a:spcPct val="107000"/>
                        </a:lnSpc>
                        <a:spcAft>
                          <a:spcPts val="800"/>
                        </a:spcAft>
                      </a:pPr>
                      <a:r>
                        <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 3</a:t>
                      </a:r>
                      <a:r>
                        <a:rPr lang="en-US"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a:t>
                      </a:r>
                      <a:r>
                        <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6</a:t>
                      </a:r>
                    </a:p>
                  </a:txBody>
                  <a:tcPr marL="324000" marR="68580" marT="0" marB="0" anchor="ctr">
                    <a:solidFill>
                      <a:srgbClr val="E8F3F7"/>
                    </a:solidFill>
                  </a:tcPr>
                </a:tc>
                <a:tc>
                  <a:txBody>
                    <a:bodyPr/>
                    <a:lstStyle/>
                    <a:p>
                      <a:pPr algn="l">
                        <a:lnSpc>
                          <a:spcPct val="107000"/>
                        </a:lnSpc>
                        <a:spcAft>
                          <a:spcPts val="800"/>
                        </a:spcAft>
                      </a:pPr>
                      <a:r>
                        <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 печень </a:t>
                      </a:r>
                    </a:p>
                  </a:txBody>
                  <a:tcPr marL="252000" marR="68580" marT="0" marB="0" anchor="ctr">
                    <a:solidFill>
                      <a:srgbClr val="E8F3F7"/>
                    </a:solidFill>
                  </a:tcPr>
                </a:tc>
                <a:tc>
                  <a:txBody>
                    <a:bodyPr/>
                    <a:lstStyle/>
                    <a:p>
                      <a:pPr algn="l">
                        <a:lnSpc>
                          <a:spcPct val="107000"/>
                        </a:lnSpc>
                        <a:spcAft>
                          <a:spcPts val="800"/>
                        </a:spcAft>
                      </a:pPr>
                      <a:r>
                        <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 +</a:t>
                      </a:r>
                    </a:p>
                  </a:txBody>
                  <a:tcPr marL="792000" marR="68580" marT="0" marB="0" anchor="ctr">
                    <a:solidFill>
                      <a:srgbClr val="E8F3F7"/>
                    </a:solidFill>
                  </a:tcPr>
                </a:tc>
                <a:extLst>
                  <a:ext uri="{0D108BD9-81ED-4DB2-BD59-A6C34878D82A}">
                    <a16:rowId xmlns:a16="http://schemas.microsoft.com/office/drawing/2014/main" val="1792228499"/>
                  </a:ext>
                </a:extLst>
              </a:tr>
              <a:tr h="582244">
                <a:tc>
                  <a:txBody>
                    <a:bodyPr/>
                    <a:lstStyle/>
                    <a:p>
                      <a:pPr>
                        <a:lnSpc>
                          <a:spcPct val="107000"/>
                        </a:lnSpc>
                        <a:spcAft>
                          <a:spcPts val="800"/>
                        </a:spcAft>
                      </a:pPr>
                      <a:r>
                        <a:rPr lang="ru-RU" sz="1600" b="1"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Атенолол</a:t>
                      </a:r>
                      <a:r>
                        <a:rPr lang="en-US" sz="1600" b="1"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    + + </a:t>
                      </a:r>
                      <a:endParaRPr lang="ru-RU" sz="1600" b="1"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288000" marR="68580" marT="0" marB="0" anchor="ctr">
                    <a:solidFill>
                      <a:srgbClr val="BFE8EE"/>
                    </a:solidFill>
                  </a:tcPr>
                </a:tc>
                <a:tc>
                  <a:txBody>
                    <a:bodyPr/>
                    <a:lstStyle/>
                    <a:p>
                      <a:pPr algn="ctr">
                        <a:lnSpc>
                          <a:spcPct val="107000"/>
                        </a:lnSpc>
                        <a:spcAft>
                          <a:spcPts val="800"/>
                        </a:spcAft>
                      </a:pPr>
                      <a:r>
                        <a:rPr lang="en-US"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40</a:t>
                      </a:r>
                      <a:endPar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72000" marR="68580" marT="0" marB="0" anchor="ctr">
                    <a:solidFill>
                      <a:srgbClr val="BFE8EE"/>
                    </a:solidFill>
                  </a:tcPr>
                </a:tc>
                <a:tc>
                  <a:txBody>
                    <a:bodyPr/>
                    <a:lstStyle/>
                    <a:p>
                      <a:pPr algn="l">
                        <a:lnSpc>
                          <a:spcPct val="107000"/>
                        </a:lnSpc>
                        <a:spcAft>
                          <a:spcPts val="800"/>
                        </a:spcAft>
                      </a:pPr>
                      <a:r>
                        <a:rPr lang="en-US"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 5–7</a:t>
                      </a:r>
                      <a:endPar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324000" marR="68580" marT="0" marB="0" anchor="ctr">
                    <a:solidFill>
                      <a:srgbClr val="BFE8EE"/>
                    </a:solidFill>
                  </a:tcPr>
                </a:tc>
                <a:tc>
                  <a:txBody>
                    <a:bodyPr/>
                    <a:lstStyle/>
                    <a:p>
                      <a:pPr algn="l">
                        <a:lnSpc>
                          <a:spcPct val="107000"/>
                        </a:lnSpc>
                        <a:spcAft>
                          <a:spcPts val="800"/>
                        </a:spcAft>
                      </a:pPr>
                      <a:r>
                        <a:rPr lang="en-US"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 </a:t>
                      </a:r>
                      <a:r>
                        <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почки </a:t>
                      </a:r>
                    </a:p>
                  </a:txBody>
                  <a:tcPr marL="252000" marR="68580" marT="0" marB="0" anchor="ctr">
                    <a:solidFill>
                      <a:srgbClr val="BFE8EE"/>
                    </a:solidFill>
                  </a:tcPr>
                </a:tc>
                <a:tc>
                  <a:txBody>
                    <a:bodyPr/>
                    <a:lstStyle/>
                    <a:p>
                      <a:pPr algn="l">
                        <a:lnSpc>
                          <a:spcPct val="107000"/>
                        </a:lnSpc>
                        <a:spcAft>
                          <a:spcPts val="800"/>
                        </a:spcAft>
                      </a:pPr>
                      <a:r>
                        <a:rPr lang="en-US"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 + +</a:t>
                      </a:r>
                      <a:endPar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792000" marR="68580" marT="0" marB="0" anchor="ctr">
                    <a:solidFill>
                      <a:srgbClr val="BFE8EE"/>
                    </a:solidFill>
                  </a:tcPr>
                </a:tc>
                <a:extLst>
                  <a:ext uri="{0D108BD9-81ED-4DB2-BD59-A6C34878D82A}">
                    <a16:rowId xmlns:a16="http://schemas.microsoft.com/office/drawing/2014/main" val="159373703"/>
                  </a:ext>
                </a:extLst>
              </a:tr>
              <a:tr h="582244">
                <a:tc>
                  <a:txBody>
                    <a:bodyPr/>
                    <a:lstStyle/>
                    <a:p>
                      <a:pPr>
                        <a:lnSpc>
                          <a:spcPct val="107000"/>
                        </a:lnSpc>
                        <a:spcAft>
                          <a:spcPts val="800"/>
                        </a:spcAft>
                      </a:pPr>
                      <a:r>
                        <a:rPr lang="ru-RU" sz="1600" b="1"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Пропранолол</a:t>
                      </a:r>
                      <a:r>
                        <a:rPr lang="en-US" sz="1600" b="1"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   - </a:t>
                      </a:r>
                      <a:endParaRPr lang="ru-RU" sz="1600" b="1"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288000" marR="68580" marT="0" marB="0" anchor="ctr">
                    <a:solidFill>
                      <a:srgbClr val="E8F3F7"/>
                    </a:solidFill>
                  </a:tcPr>
                </a:tc>
                <a:tc>
                  <a:txBody>
                    <a:bodyPr/>
                    <a:lstStyle/>
                    <a:p>
                      <a:pPr algn="ctr">
                        <a:lnSpc>
                          <a:spcPct val="107000"/>
                        </a:lnSpc>
                        <a:spcAft>
                          <a:spcPts val="800"/>
                        </a:spcAft>
                      </a:pPr>
                      <a:r>
                        <a:rPr lang="en-US"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30</a:t>
                      </a:r>
                      <a:endPar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72000" marR="68580" marT="0" marB="0" anchor="ctr">
                    <a:solidFill>
                      <a:srgbClr val="E8F3F7"/>
                    </a:solidFill>
                  </a:tcPr>
                </a:tc>
                <a:tc>
                  <a:txBody>
                    <a:bodyPr/>
                    <a:lstStyle/>
                    <a:p>
                      <a:pPr algn="l">
                        <a:lnSpc>
                          <a:spcPct val="107000"/>
                        </a:lnSpc>
                        <a:spcAft>
                          <a:spcPts val="800"/>
                        </a:spcAft>
                      </a:pPr>
                      <a:r>
                        <a:rPr lang="en-US"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 4–6</a:t>
                      </a:r>
                      <a:endPar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324000" marR="68580" marT="0" marB="0" anchor="ctr">
                    <a:solidFill>
                      <a:srgbClr val="E8F3F7"/>
                    </a:solidFill>
                  </a:tcPr>
                </a:tc>
                <a:tc>
                  <a:txBody>
                    <a:bodyPr/>
                    <a:lstStyle/>
                    <a:p>
                      <a:pPr algn="l">
                        <a:lnSpc>
                          <a:spcPct val="107000"/>
                        </a:lnSpc>
                        <a:spcAft>
                          <a:spcPts val="800"/>
                        </a:spcAft>
                      </a:pPr>
                      <a:r>
                        <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 печень </a:t>
                      </a:r>
                    </a:p>
                  </a:txBody>
                  <a:tcPr marL="252000" marR="68580" marT="0" marB="0" anchor="ctr">
                    <a:solidFill>
                      <a:srgbClr val="E8F3F7"/>
                    </a:solidFill>
                  </a:tcPr>
                </a:tc>
                <a:tc>
                  <a:txBody>
                    <a:bodyPr/>
                    <a:lstStyle/>
                    <a:p>
                      <a:pPr algn="l">
                        <a:lnSpc>
                          <a:spcPct val="107000"/>
                        </a:lnSpc>
                        <a:spcAft>
                          <a:spcPts val="800"/>
                        </a:spcAft>
                      </a:pPr>
                      <a:r>
                        <a:rPr lang="en-US"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 + + +</a:t>
                      </a:r>
                      <a:endPar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792000" marR="68580" marT="0" marB="0" anchor="ctr">
                    <a:solidFill>
                      <a:srgbClr val="E8F3F7"/>
                    </a:solidFill>
                  </a:tcPr>
                </a:tc>
                <a:extLst>
                  <a:ext uri="{0D108BD9-81ED-4DB2-BD59-A6C34878D82A}">
                    <a16:rowId xmlns:a16="http://schemas.microsoft.com/office/drawing/2014/main" val="1578958187"/>
                  </a:ext>
                </a:extLst>
              </a:tr>
            </a:tbl>
          </a:graphicData>
        </a:graphic>
      </p:graphicFrame>
      <p:sp>
        <p:nvSpPr>
          <p:cNvPr id="11" name="Номер слайда 10">
            <a:extLst>
              <a:ext uri="{FF2B5EF4-FFF2-40B4-BE49-F238E27FC236}">
                <a16:creationId xmlns:a16="http://schemas.microsoft.com/office/drawing/2014/main" id="{749729FB-7083-EF24-BE34-CA26CD02DB40}"/>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sp>
        <p:nvSpPr>
          <p:cNvPr id="4" name="Rectangle: Rounded Corners 6">
            <a:extLst>
              <a:ext uri="{FF2B5EF4-FFF2-40B4-BE49-F238E27FC236}">
                <a16:creationId xmlns:a16="http://schemas.microsoft.com/office/drawing/2014/main" id="{E0964B73-00F6-71F7-B9E6-D3361305A9C3}"/>
              </a:ext>
            </a:extLst>
          </p:cNvPr>
          <p:cNvSpPr/>
          <p:nvPr/>
        </p:nvSpPr>
        <p:spPr>
          <a:xfrm>
            <a:off x="723900" y="2016213"/>
            <a:ext cx="10989129" cy="595691"/>
          </a:xfrm>
          <a:prstGeom prst="roundRect">
            <a:avLst>
              <a:gd name="adj" fmla="val 11180"/>
            </a:avLst>
          </a:prstGeom>
          <a:solidFill>
            <a:schemeClr val="bg2">
              <a:alpha val="2100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a:ea typeface="+mn-ea"/>
              <a:cs typeface="+mn-cs"/>
            </a:endParaRPr>
          </a:p>
        </p:txBody>
      </p:sp>
      <p:sp>
        <p:nvSpPr>
          <p:cNvPr id="9" name="Заголовок 4">
            <a:extLst>
              <a:ext uri="{FF2B5EF4-FFF2-40B4-BE49-F238E27FC236}">
                <a16:creationId xmlns:a16="http://schemas.microsoft.com/office/drawing/2014/main" id="{C2882A81-F00C-5019-0D84-7FEE749D7E0C}"/>
              </a:ext>
            </a:extLst>
          </p:cNvPr>
          <p:cNvSpPr txBox="1">
            <a:spLocks/>
          </p:cNvSpPr>
          <p:nvPr/>
        </p:nvSpPr>
        <p:spPr>
          <a:xfrm>
            <a:off x="895943" y="543832"/>
            <a:ext cx="8126500" cy="783083"/>
          </a:xfrm>
          <a:prstGeom prst="rect">
            <a:avLst/>
          </a:prstGeom>
        </p:spPr>
        <p:txBody>
          <a:bodyPr vert="horz" lIns="0" tIns="0" rIns="0" bIns="0" rtlCol="0" anchor="t" anchorCtr="0">
            <a:norm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ru-RU" sz="2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Наиболее часто используемые бета-блокаторы</a:t>
            </a:r>
            <a:r>
              <a:rPr kumimoji="0" lang="ru-RU" sz="2200" b="1" i="0" u="none" strike="noStrike" kern="1200" cap="none" spc="0" normalizeH="0" baseline="30000" noProof="0" dirty="0">
                <a:ln>
                  <a:noFill/>
                </a:ln>
                <a:solidFill>
                  <a:srgbClr val="265374"/>
                </a:solidFill>
                <a:effectLst/>
                <a:uLnTx/>
                <a:uFillTx/>
                <a:latin typeface="Verdana" panose="020B0604030504040204" pitchFamily="34" charset="0"/>
                <a:ea typeface="Verdana" panose="020B0604030504040204" pitchFamily="34" charset="0"/>
                <a:cs typeface="+mj-cs"/>
              </a:rPr>
              <a:t>1</a:t>
            </a:r>
          </a:p>
        </p:txBody>
      </p:sp>
    </p:spTree>
    <p:extLst>
      <p:ext uri="{BB962C8B-B14F-4D97-AF65-F5344CB8AC3E}">
        <p14:creationId xmlns:p14="http://schemas.microsoft.com/office/powerpoint/2010/main" val="3544832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8" name="Рисунок 47">
            <a:extLst>
              <a:ext uri="{FF2B5EF4-FFF2-40B4-BE49-F238E27FC236}">
                <a16:creationId xmlns:a16="http://schemas.microsoft.com/office/drawing/2014/main" id="{1967D8D3-BE62-CA1B-B190-EF45B9C7E1C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155" r="29903" b="5518"/>
          <a:stretch/>
        </p:blipFill>
        <p:spPr bwMode="auto">
          <a:xfrm>
            <a:off x="8488821" y="1381854"/>
            <a:ext cx="3458284" cy="2922691"/>
          </a:xfrm>
          <a:custGeom>
            <a:avLst/>
            <a:gdLst>
              <a:gd name="connsiteX0" fmla="*/ 1279697 w 2282681"/>
              <a:gd name="connsiteY0" fmla="*/ 479 h 1929157"/>
              <a:gd name="connsiteX1" fmla="*/ 2174972 w 2282681"/>
              <a:gd name="connsiteY1" fmla="*/ 1480523 h 1929157"/>
              <a:gd name="connsiteX2" fmla="*/ 762329 w 2282681"/>
              <a:gd name="connsiteY2" fmla="*/ 1770963 h 1929157"/>
              <a:gd name="connsiteX3" fmla="*/ 1854 w 2282681"/>
              <a:gd name="connsiteY3" fmla="*/ 757828 h 1929157"/>
              <a:gd name="connsiteX4" fmla="*/ 910814 w 2282681"/>
              <a:gd name="connsiteY4" fmla="*/ 26271 h 1929157"/>
              <a:gd name="connsiteX5" fmla="*/ 1279697 w 2282681"/>
              <a:gd name="connsiteY5" fmla="*/ 479 h 1929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82681" h="1929157">
                <a:moveTo>
                  <a:pt x="1279697" y="479"/>
                </a:moveTo>
                <a:cubicBezTo>
                  <a:pt x="2357887" y="25749"/>
                  <a:pt x="2395552" y="1044306"/>
                  <a:pt x="2174972" y="1480523"/>
                </a:cubicBezTo>
                <a:cubicBezTo>
                  <a:pt x="1983979" y="1857550"/>
                  <a:pt x="1489031" y="2107765"/>
                  <a:pt x="762329" y="1770963"/>
                </a:cubicBezTo>
                <a:cubicBezTo>
                  <a:pt x="35627" y="1434161"/>
                  <a:pt x="-12121" y="963046"/>
                  <a:pt x="1854" y="757828"/>
                </a:cubicBezTo>
                <a:cubicBezTo>
                  <a:pt x="15828" y="552609"/>
                  <a:pt x="150338" y="141492"/>
                  <a:pt x="910814" y="26271"/>
                </a:cubicBezTo>
                <a:cubicBezTo>
                  <a:pt x="1045488" y="5880"/>
                  <a:pt x="1168159" y="-2135"/>
                  <a:pt x="1279697" y="479"/>
                </a:cubicBezTo>
                <a:close/>
              </a:path>
            </a:pathLst>
          </a:cu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838060" y="1393977"/>
            <a:ext cx="928021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1" i="0" u="none" strike="noStrike" kern="1200" cap="none" spc="0" normalizeH="0" baseline="0" noProof="0" dirty="0">
                <a:ln>
                  <a:noFill/>
                </a:ln>
                <a:solidFill>
                  <a:srgbClr val="498187"/>
                </a:solidFill>
                <a:effectLst/>
                <a:uLnTx/>
                <a:uFillTx/>
                <a:latin typeface="Verdana" panose="020B0604030504040204" pitchFamily="34" charset="0"/>
                <a:ea typeface="Verdana" panose="020B0604030504040204" pitchFamily="34" charset="0"/>
                <a:cs typeface="+mn-cs"/>
              </a:rPr>
              <a:t>Преимущества </a:t>
            </a:r>
            <a:r>
              <a:rPr kumimoji="0" lang="ru-RU" sz="1800" b="1" i="0" u="none" strike="noStrike" kern="1200" cap="none" spc="0" normalizeH="0" baseline="0" noProof="0" dirty="0" err="1">
                <a:ln>
                  <a:noFill/>
                </a:ln>
                <a:solidFill>
                  <a:srgbClr val="498187"/>
                </a:solidFill>
                <a:effectLst/>
                <a:uLnTx/>
                <a:uFillTx/>
                <a:latin typeface="Verdana" panose="020B0604030504040204" pitchFamily="34" charset="0"/>
                <a:ea typeface="Verdana" panose="020B0604030504040204" pitchFamily="34" charset="0"/>
                <a:cs typeface="+mn-cs"/>
              </a:rPr>
              <a:t>амфофильных</a:t>
            </a:r>
            <a:r>
              <a:rPr kumimoji="0" lang="ru-RU" sz="1800" b="1" i="0" u="none" strike="noStrike" kern="1200" cap="none" spc="0" normalizeH="0" baseline="0" noProof="0" dirty="0">
                <a:ln>
                  <a:noFill/>
                </a:ln>
                <a:solidFill>
                  <a:srgbClr val="498187"/>
                </a:solidFill>
                <a:effectLst/>
                <a:uLnTx/>
                <a:uFillTx/>
                <a:latin typeface="Verdana" panose="020B0604030504040204" pitchFamily="34" charset="0"/>
                <a:ea typeface="Verdana" panose="020B0604030504040204" pitchFamily="34" charset="0"/>
                <a:cs typeface="+mn-cs"/>
              </a:rPr>
              <a:t> β-блокаторов</a:t>
            </a:r>
            <a:r>
              <a:rPr kumimoji="0" lang="ru-RU" sz="1800" b="0" i="0" u="none" strike="noStrike" kern="1200" cap="none" spc="0" normalizeH="0" baseline="30000" noProof="0" dirty="0">
                <a:ln>
                  <a:noFill/>
                </a:ln>
                <a:solidFill>
                  <a:srgbClr val="498187"/>
                </a:solidFill>
                <a:effectLst/>
                <a:uLnTx/>
                <a:uFillTx/>
                <a:latin typeface="Verdana" panose="020B0604030504040204" pitchFamily="34" charset="0"/>
                <a:ea typeface="Verdana" panose="020B0604030504040204" pitchFamily="34" charset="0"/>
                <a:cs typeface="+mn-cs"/>
              </a:rPr>
              <a:t>1</a:t>
            </a:r>
          </a:p>
        </p:txBody>
      </p:sp>
      <p:sp>
        <p:nvSpPr>
          <p:cNvPr id="50" name="Скругленный прямоугольник 49"/>
          <p:cNvSpPr/>
          <p:nvPr/>
        </p:nvSpPr>
        <p:spPr>
          <a:xfrm>
            <a:off x="3263393" y="4170692"/>
            <a:ext cx="2521523" cy="1426199"/>
          </a:xfrm>
          <a:prstGeom prst="roundRect">
            <a:avLst/>
          </a:prstGeom>
          <a:noFill/>
          <a:ln w="19050">
            <a:solidFill>
              <a:srgbClr val="73C8B3"/>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5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Хорошо всасывается в желудочно-кишечном тракте, обладает высокой биодоступностью</a:t>
            </a:r>
          </a:p>
        </p:txBody>
      </p:sp>
      <p:sp>
        <p:nvSpPr>
          <p:cNvPr id="51" name="Скругленный прямоугольник 50"/>
          <p:cNvSpPr/>
          <p:nvPr/>
        </p:nvSpPr>
        <p:spPr>
          <a:xfrm>
            <a:off x="619897" y="4170692"/>
            <a:ext cx="2521523" cy="1426199"/>
          </a:xfrm>
          <a:prstGeom prst="roundRect">
            <a:avLst/>
          </a:prstGeom>
          <a:noFill/>
          <a:ln w="19050">
            <a:solidFill>
              <a:srgbClr val="73C8B3"/>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5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Незначительно проникает через гемато-</a:t>
            </a:r>
            <a:r>
              <a:rPr kumimoji="0" lang="ru-RU" sz="15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энцефалический</a:t>
            </a:r>
            <a:r>
              <a:rPr kumimoji="0" lang="ru-RU" sz="15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барьер</a:t>
            </a:r>
          </a:p>
        </p:txBody>
      </p:sp>
      <p:sp>
        <p:nvSpPr>
          <p:cNvPr id="53" name="Скругленный прямоугольник 52"/>
          <p:cNvSpPr/>
          <p:nvPr/>
        </p:nvSpPr>
        <p:spPr>
          <a:xfrm>
            <a:off x="5906889" y="4170692"/>
            <a:ext cx="2521523" cy="1426199"/>
          </a:xfrm>
          <a:prstGeom prst="roundRect">
            <a:avLst/>
          </a:prstGeom>
          <a:noFill/>
          <a:ln w="19050">
            <a:solidFill>
              <a:srgbClr val="73C8B3"/>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5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Имеет два равноценных пути элиминации</a:t>
            </a:r>
          </a:p>
        </p:txBody>
      </p:sp>
      <p:sp>
        <p:nvSpPr>
          <p:cNvPr id="60" name="Скругленный прямоугольник 59"/>
          <p:cNvSpPr/>
          <p:nvPr/>
        </p:nvSpPr>
        <p:spPr>
          <a:xfrm>
            <a:off x="623888" y="3031850"/>
            <a:ext cx="7804523" cy="521293"/>
          </a:xfrm>
          <a:prstGeom prst="roundRect">
            <a:avLst>
              <a:gd name="adj" fmla="val 47990"/>
            </a:avLst>
          </a:prstGeom>
          <a:solidFill>
            <a:srgbClr val="C1D82E"/>
          </a:solidFill>
          <a:ln w="12700">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5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Амфофильный</a:t>
            </a:r>
            <a:r>
              <a:rPr kumimoji="0" lang="ru-RU" sz="15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β-блокатор, т.к. растворяется и в жирах, и в воде</a:t>
            </a:r>
          </a:p>
        </p:txBody>
      </p:sp>
      <p:sp>
        <p:nvSpPr>
          <p:cNvPr id="61" name="Скругленный прямоугольник 60"/>
          <p:cNvSpPr/>
          <p:nvPr/>
        </p:nvSpPr>
        <p:spPr>
          <a:xfrm>
            <a:off x="9167217" y="4411314"/>
            <a:ext cx="2521523" cy="368995"/>
          </a:xfrm>
          <a:prstGeom prst="roundRect">
            <a:avLst/>
          </a:prstGeom>
          <a:solidFill>
            <a:schemeClr val="bg1"/>
          </a:solidFill>
          <a:ln w="19050">
            <a:solidFill>
              <a:srgbClr val="73C8B3"/>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Печеночный метаболизм</a:t>
            </a:r>
          </a:p>
        </p:txBody>
      </p:sp>
      <p:sp>
        <p:nvSpPr>
          <p:cNvPr id="70" name="Скругленный прямоугольник 69"/>
          <p:cNvSpPr/>
          <p:nvPr/>
        </p:nvSpPr>
        <p:spPr>
          <a:xfrm>
            <a:off x="9167217" y="4966632"/>
            <a:ext cx="2521523" cy="368995"/>
          </a:xfrm>
          <a:prstGeom prst="roundRect">
            <a:avLst/>
          </a:prstGeom>
          <a:solidFill>
            <a:schemeClr val="bg1"/>
          </a:solidFill>
          <a:ln w="19050">
            <a:solidFill>
              <a:srgbClr val="73C8B3"/>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Почечная экскреция</a:t>
            </a:r>
          </a:p>
        </p:txBody>
      </p:sp>
      <p:sp>
        <p:nvSpPr>
          <p:cNvPr id="9" name="Номер слайда 8">
            <a:extLst>
              <a:ext uri="{FF2B5EF4-FFF2-40B4-BE49-F238E27FC236}">
                <a16:creationId xmlns:a16="http://schemas.microsoft.com/office/drawing/2014/main" id="{3E87E16E-4B4C-2A3B-9D6A-7199B7569055}"/>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sp>
        <p:nvSpPr>
          <p:cNvPr id="18" name="Полилиния: фигура 17">
            <a:extLst>
              <a:ext uri="{FF2B5EF4-FFF2-40B4-BE49-F238E27FC236}">
                <a16:creationId xmlns:a16="http://schemas.microsoft.com/office/drawing/2014/main" id="{DD60C720-B96B-6838-B639-8460DC6E8487}"/>
              </a:ext>
            </a:extLst>
          </p:cNvPr>
          <p:cNvSpPr/>
          <p:nvPr/>
        </p:nvSpPr>
        <p:spPr>
          <a:xfrm rot="10800000">
            <a:off x="1702010" y="3717224"/>
            <a:ext cx="516045" cy="281633"/>
          </a:xfrm>
          <a:custGeom>
            <a:avLst/>
            <a:gdLst>
              <a:gd name="connsiteX0" fmla="*/ 459233 w 490717"/>
              <a:gd name="connsiteY0" fmla="*/ 267810 h 267810"/>
              <a:gd name="connsiteX1" fmla="*/ 400399 w 490717"/>
              <a:gd name="connsiteY1" fmla="*/ 267810 h 267810"/>
              <a:gd name="connsiteX2" fmla="*/ 282815 w 490717"/>
              <a:gd name="connsiteY2" fmla="*/ 141798 h 267810"/>
              <a:gd name="connsiteX3" fmla="*/ 274506 w 490717"/>
              <a:gd name="connsiteY3" fmla="*/ 134262 h 267810"/>
              <a:gd name="connsiteX4" fmla="*/ 207903 w 490717"/>
              <a:gd name="connsiteY4" fmla="*/ 141798 h 267810"/>
              <a:gd name="connsiteX5" fmla="*/ 90320 w 490717"/>
              <a:gd name="connsiteY5" fmla="*/ 267810 h 267810"/>
              <a:gd name="connsiteX6" fmla="*/ 31485 w 490717"/>
              <a:gd name="connsiteY6" fmla="*/ 267810 h 267810"/>
              <a:gd name="connsiteX7" fmla="*/ 10989 w 490717"/>
              <a:gd name="connsiteY7" fmla="*/ 227641 h 267810"/>
              <a:gd name="connsiteX8" fmla="*/ 207903 w 490717"/>
              <a:gd name="connsiteY8" fmla="*/ 16612 h 267810"/>
              <a:gd name="connsiteX9" fmla="*/ 274506 w 490717"/>
              <a:gd name="connsiteY9" fmla="*/ 9076 h 267810"/>
              <a:gd name="connsiteX10" fmla="*/ 282815 w 490717"/>
              <a:gd name="connsiteY10" fmla="*/ 16612 h 267810"/>
              <a:gd name="connsiteX11" fmla="*/ 479730 w 490717"/>
              <a:gd name="connsiteY11" fmla="*/ 227641 h 267810"/>
              <a:gd name="connsiteX12" fmla="*/ 459233 w 490717"/>
              <a:gd name="connsiteY12" fmla="*/ 267810 h 267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0717" h="267810">
                <a:moveTo>
                  <a:pt x="459233" y="267810"/>
                </a:moveTo>
                <a:lnTo>
                  <a:pt x="400399" y="267810"/>
                </a:lnTo>
                <a:lnTo>
                  <a:pt x="282815" y="141798"/>
                </a:lnTo>
                <a:cubicBezTo>
                  <a:pt x="280399" y="138983"/>
                  <a:pt x="277604" y="136452"/>
                  <a:pt x="274506" y="134262"/>
                </a:cubicBezTo>
                <a:cubicBezTo>
                  <a:pt x="253814" y="119662"/>
                  <a:pt x="223997" y="123036"/>
                  <a:pt x="207903" y="141798"/>
                </a:cubicBezTo>
                <a:lnTo>
                  <a:pt x="90320" y="267810"/>
                </a:lnTo>
                <a:lnTo>
                  <a:pt x="31485" y="267810"/>
                </a:lnTo>
                <a:cubicBezTo>
                  <a:pt x="-359" y="267810"/>
                  <a:pt x="-9631" y="249773"/>
                  <a:pt x="10989" y="227641"/>
                </a:cubicBezTo>
                <a:lnTo>
                  <a:pt x="207903" y="16612"/>
                </a:lnTo>
                <a:cubicBezTo>
                  <a:pt x="223997" y="-2151"/>
                  <a:pt x="253814" y="-5524"/>
                  <a:pt x="274506" y="9076"/>
                </a:cubicBezTo>
                <a:cubicBezTo>
                  <a:pt x="277604" y="11266"/>
                  <a:pt x="280399" y="13797"/>
                  <a:pt x="282815" y="16612"/>
                </a:cubicBezTo>
                <a:lnTo>
                  <a:pt x="479730" y="227641"/>
                </a:lnTo>
                <a:cubicBezTo>
                  <a:pt x="500348" y="249773"/>
                  <a:pt x="491076" y="267810"/>
                  <a:pt x="459233" y="267810"/>
                </a:cubicBezTo>
                <a:close/>
              </a:path>
            </a:pathLst>
          </a:custGeom>
          <a:solidFill>
            <a:srgbClr val="73C8B3"/>
          </a:soli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9" name="Полилиния: фигура 18">
            <a:extLst>
              <a:ext uri="{FF2B5EF4-FFF2-40B4-BE49-F238E27FC236}">
                <a16:creationId xmlns:a16="http://schemas.microsoft.com/office/drawing/2014/main" id="{B0783D26-6C6E-6A69-FBEC-28453B6E30B2}"/>
              </a:ext>
            </a:extLst>
          </p:cNvPr>
          <p:cNvSpPr/>
          <p:nvPr/>
        </p:nvSpPr>
        <p:spPr>
          <a:xfrm rot="10800000">
            <a:off x="4292810" y="3717224"/>
            <a:ext cx="516045" cy="281633"/>
          </a:xfrm>
          <a:custGeom>
            <a:avLst/>
            <a:gdLst>
              <a:gd name="connsiteX0" fmla="*/ 459233 w 490717"/>
              <a:gd name="connsiteY0" fmla="*/ 267810 h 267810"/>
              <a:gd name="connsiteX1" fmla="*/ 400399 w 490717"/>
              <a:gd name="connsiteY1" fmla="*/ 267810 h 267810"/>
              <a:gd name="connsiteX2" fmla="*/ 282815 w 490717"/>
              <a:gd name="connsiteY2" fmla="*/ 141798 h 267810"/>
              <a:gd name="connsiteX3" fmla="*/ 274506 w 490717"/>
              <a:gd name="connsiteY3" fmla="*/ 134262 h 267810"/>
              <a:gd name="connsiteX4" fmla="*/ 207903 w 490717"/>
              <a:gd name="connsiteY4" fmla="*/ 141798 h 267810"/>
              <a:gd name="connsiteX5" fmla="*/ 90320 w 490717"/>
              <a:gd name="connsiteY5" fmla="*/ 267810 h 267810"/>
              <a:gd name="connsiteX6" fmla="*/ 31485 w 490717"/>
              <a:gd name="connsiteY6" fmla="*/ 267810 h 267810"/>
              <a:gd name="connsiteX7" fmla="*/ 10989 w 490717"/>
              <a:gd name="connsiteY7" fmla="*/ 227641 h 267810"/>
              <a:gd name="connsiteX8" fmla="*/ 207903 w 490717"/>
              <a:gd name="connsiteY8" fmla="*/ 16612 h 267810"/>
              <a:gd name="connsiteX9" fmla="*/ 274506 w 490717"/>
              <a:gd name="connsiteY9" fmla="*/ 9076 h 267810"/>
              <a:gd name="connsiteX10" fmla="*/ 282815 w 490717"/>
              <a:gd name="connsiteY10" fmla="*/ 16612 h 267810"/>
              <a:gd name="connsiteX11" fmla="*/ 479730 w 490717"/>
              <a:gd name="connsiteY11" fmla="*/ 227641 h 267810"/>
              <a:gd name="connsiteX12" fmla="*/ 459233 w 490717"/>
              <a:gd name="connsiteY12" fmla="*/ 267810 h 267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0717" h="267810">
                <a:moveTo>
                  <a:pt x="459233" y="267810"/>
                </a:moveTo>
                <a:lnTo>
                  <a:pt x="400399" y="267810"/>
                </a:lnTo>
                <a:lnTo>
                  <a:pt x="282815" y="141798"/>
                </a:lnTo>
                <a:cubicBezTo>
                  <a:pt x="280399" y="138983"/>
                  <a:pt x="277604" y="136452"/>
                  <a:pt x="274506" y="134262"/>
                </a:cubicBezTo>
                <a:cubicBezTo>
                  <a:pt x="253814" y="119662"/>
                  <a:pt x="223997" y="123036"/>
                  <a:pt x="207903" y="141798"/>
                </a:cubicBezTo>
                <a:lnTo>
                  <a:pt x="90320" y="267810"/>
                </a:lnTo>
                <a:lnTo>
                  <a:pt x="31485" y="267810"/>
                </a:lnTo>
                <a:cubicBezTo>
                  <a:pt x="-359" y="267810"/>
                  <a:pt x="-9631" y="249773"/>
                  <a:pt x="10989" y="227641"/>
                </a:cubicBezTo>
                <a:lnTo>
                  <a:pt x="207903" y="16612"/>
                </a:lnTo>
                <a:cubicBezTo>
                  <a:pt x="223997" y="-2151"/>
                  <a:pt x="253814" y="-5524"/>
                  <a:pt x="274506" y="9076"/>
                </a:cubicBezTo>
                <a:cubicBezTo>
                  <a:pt x="277604" y="11266"/>
                  <a:pt x="280399" y="13797"/>
                  <a:pt x="282815" y="16612"/>
                </a:cubicBezTo>
                <a:lnTo>
                  <a:pt x="479730" y="227641"/>
                </a:lnTo>
                <a:cubicBezTo>
                  <a:pt x="500348" y="249773"/>
                  <a:pt x="491076" y="267810"/>
                  <a:pt x="459233" y="267810"/>
                </a:cubicBezTo>
                <a:close/>
              </a:path>
            </a:pathLst>
          </a:custGeom>
          <a:solidFill>
            <a:srgbClr val="73C8B3"/>
          </a:soli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20" name="Полилиния: фигура 19">
            <a:extLst>
              <a:ext uri="{FF2B5EF4-FFF2-40B4-BE49-F238E27FC236}">
                <a16:creationId xmlns:a16="http://schemas.microsoft.com/office/drawing/2014/main" id="{0A2A0A2E-DE41-72B2-7AD3-7DA4089DBB7A}"/>
              </a:ext>
            </a:extLst>
          </p:cNvPr>
          <p:cNvSpPr/>
          <p:nvPr/>
        </p:nvSpPr>
        <p:spPr>
          <a:xfrm rot="10800000">
            <a:off x="6959810" y="3717224"/>
            <a:ext cx="516045" cy="281633"/>
          </a:xfrm>
          <a:custGeom>
            <a:avLst/>
            <a:gdLst>
              <a:gd name="connsiteX0" fmla="*/ 459233 w 490717"/>
              <a:gd name="connsiteY0" fmla="*/ 267810 h 267810"/>
              <a:gd name="connsiteX1" fmla="*/ 400399 w 490717"/>
              <a:gd name="connsiteY1" fmla="*/ 267810 h 267810"/>
              <a:gd name="connsiteX2" fmla="*/ 282815 w 490717"/>
              <a:gd name="connsiteY2" fmla="*/ 141798 h 267810"/>
              <a:gd name="connsiteX3" fmla="*/ 274506 w 490717"/>
              <a:gd name="connsiteY3" fmla="*/ 134262 h 267810"/>
              <a:gd name="connsiteX4" fmla="*/ 207903 w 490717"/>
              <a:gd name="connsiteY4" fmla="*/ 141798 h 267810"/>
              <a:gd name="connsiteX5" fmla="*/ 90320 w 490717"/>
              <a:gd name="connsiteY5" fmla="*/ 267810 h 267810"/>
              <a:gd name="connsiteX6" fmla="*/ 31485 w 490717"/>
              <a:gd name="connsiteY6" fmla="*/ 267810 h 267810"/>
              <a:gd name="connsiteX7" fmla="*/ 10989 w 490717"/>
              <a:gd name="connsiteY7" fmla="*/ 227641 h 267810"/>
              <a:gd name="connsiteX8" fmla="*/ 207903 w 490717"/>
              <a:gd name="connsiteY8" fmla="*/ 16612 h 267810"/>
              <a:gd name="connsiteX9" fmla="*/ 274506 w 490717"/>
              <a:gd name="connsiteY9" fmla="*/ 9076 h 267810"/>
              <a:gd name="connsiteX10" fmla="*/ 282815 w 490717"/>
              <a:gd name="connsiteY10" fmla="*/ 16612 h 267810"/>
              <a:gd name="connsiteX11" fmla="*/ 479730 w 490717"/>
              <a:gd name="connsiteY11" fmla="*/ 227641 h 267810"/>
              <a:gd name="connsiteX12" fmla="*/ 459233 w 490717"/>
              <a:gd name="connsiteY12" fmla="*/ 267810 h 267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0717" h="267810">
                <a:moveTo>
                  <a:pt x="459233" y="267810"/>
                </a:moveTo>
                <a:lnTo>
                  <a:pt x="400399" y="267810"/>
                </a:lnTo>
                <a:lnTo>
                  <a:pt x="282815" y="141798"/>
                </a:lnTo>
                <a:cubicBezTo>
                  <a:pt x="280399" y="138983"/>
                  <a:pt x="277604" y="136452"/>
                  <a:pt x="274506" y="134262"/>
                </a:cubicBezTo>
                <a:cubicBezTo>
                  <a:pt x="253814" y="119662"/>
                  <a:pt x="223997" y="123036"/>
                  <a:pt x="207903" y="141798"/>
                </a:cubicBezTo>
                <a:lnTo>
                  <a:pt x="90320" y="267810"/>
                </a:lnTo>
                <a:lnTo>
                  <a:pt x="31485" y="267810"/>
                </a:lnTo>
                <a:cubicBezTo>
                  <a:pt x="-359" y="267810"/>
                  <a:pt x="-9631" y="249773"/>
                  <a:pt x="10989" y="227641"/>
                </a:cubicBezTo>
                <a:lnTo>
                  <a:pt x="207903" y="16612"/>
                </a:lnTo>
                <a:cubicBezTo>
                  <a:pt x="223997" y="-2151"/>
                  <a:pt x="253814" y="-5524"/>
                  <a:pt x="274506" y="9076"/>
                </a:cubicBezTo>
                <a:cubicBezTo>
                  <a:pt x="277604" y="11266"/>
                  <a:pt x="280399" y="13797"/>
                  <a:pt x="282815" y="16612"/>
                </a:cubicBezTo>
                <a:lnTo>
                  <a:pt x="479730" y="227641"/>
                </a:lnTo>
                <a:cubicBezTo>
                  <a:pt x="500348" y="249773"/>
                  <a:pt x="491076" y="267810"/>
                  <a:pt x="459233" y="267810"/>
                </a:cubicBezTo>
                <a:close/>
              </a:path>
            </a:pathLst>
          </a:custGeom>
          <a:solidFill>
            <a:srgbClr val="73C8B3"/>
          </a:soli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nvGrpSpPr>
          <p:cNvPr id="22" name="Группа 21">
            <a:extLst>
              <a:ext uri="{FF2B5EF4-FFF2-40B4-BE49-F238E27FC236}">
                <a16:creationId xmlns:a16="http://schemas.microsoft.com/office/drawing/2014/main" id="{EE379234-0EB1-71B2-FF8D-F273F4864B1D}"/>
              </a:ext>
            </a:extLst>
          </p:cNvPr>
          <p:cNvGrpSpPr/>
          <p:nvPr/>
        </p:nvGrpSpPr>
        <p:grpSpPr>
          <a:xfrm>
            <a:off x="8664198" y="5019987"/>
            <a:ext cx="307265" cy="294738"/>
            <a:chOff x="8509936" y="4992091"/>
            <a:chExt cx="384680" cy="368997"/>
          </a:xfrm>
          <a:solidFill>
            <a:srgbClr val="C1D82E"/>
          </a:solidFill>
        </p:grpSpPr>
        <p:sp>
          <p:nvSpPr>
            <p:cNvPr id="17" name="Полилиния: фигура 16">
              <a:extLst>
                <a:ext uri="{FF2B5EF4-FFF2-40B4-BE49-F238E27FC236}">
                  <a16:creationId xmlns:a16="http://schemas.microsoft.com/office/drawing/2014/main" id="{74F536B1-2CB2-4853-8D79-26D89136725F}"/>
                </a:ext>
              </a:extLst>
            </p:cNvPr>
            <p:cNvSpPr/>
            <p:nvPr/>
          </p:nvSpPr>
          <p:spPr>
            <a:xfrm rot="5400000">
              <a:off x="8609427" y="5075899"/>
              <a:ext cx="368997" cy="201381"/>
            </a:xfrm>
            <a:custGeom>
              <a:avLst/>
              <a:gdLst>
                <a:gd name="connsiteX0" fmla="*/ 459233 w 490717"/>
                <a:gd name="connsiteY0" fmla="*/ 267810 h 267810"/>
                <a:gd name="connsiteX1" fmla="*/ 400399 w 490717"/>
                <a:gd name="connsiteY1" fmla="*/ 267810 h 267810"/>
                <a:gd name="connsiteX2" fmla="*/ 282815 w 490717"/>
                <a:gd name="connsiteY2" fmla="*/ 141798 h 267810"/>
                <a:gd name="connsiteX3" fmla="*/ 274506 w 490717"/>
                <a:gd name="connsiteY3" fmla="*/ 134262 h 267810"/>
                <a:gd name="connsiteX4" fmla="*/ 207903 w 490717"/>
                <a:gd name="connsiteY4" fmla="*/ 141798 h 267810"/>
                <a:gd name="connsiteX5" fmla="*/ 90320 w 490717"/>
                <a:gd name="connsiteY5" fmla="*/ 267810 h 267810"/>
                <a:gd name="connsiteX6" fmla="*/ 31485 w 490717"/>
                <a:gd name="connsiteY6" fmla="*/ 267810 h 267810"/>
                <a:gd name="connsiteX7" fmla="*/ 10989 w 490717"/>
                <a:gd name="connsiteY7" fmla="*/ 227641 h 267810"/>
                <a:gd name="connsiteX8" fmla="*/ 207903 w 490717"/>
                <a:gd name="connsiteY8" fmla="*/ 16612 h 267810"/>
                <a:gd name="connsiteX9" fmla="*/ 274506 w 490717"/>
                <a:gd name="connsiteY9" fmla="*/ 9076 h 267810"/>
                <a:gd name="connsiteX10" fmla="*/ 282815 w 490717"/>
                <a:gd name="connsiteY10" fmla="*/ 16612 h 267810"/>
                <a:gd name="connsiteX11" fmla="*/ 479730 w 490717"/>
                <a:gd name="connsiteY11" fmla="*/ 227641 h 267810"/>
                <a:gd name="connsiteX12" fmla="*/ 459233 w 490717"/>
                <a:gd name="connsiteY12" fmla="*/ 267810 h 267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0717" h="267810">
                  <a:moveTo>
                    <a:pt x="459233" y="267810"/>
                  </a:moveTo>
                  <a:lnTo>
                    <a:pt x="400399" y="267810"/>
                  </a:lnTo>
                  <a:lnTo>
                    <a:pt x="282815" y="141798"/>
                  </a:lnTo>
                  <a:cubicBezTo>
                    <a:pt x="280399" y="138983"/>
                    <a:pt x="277604" y="136452"/>
                    <a:pt x="274506" y="134262"/>
                  </a:cubicBezTo>
                  <a:cubicBezTo>
                    <a:pt x="253814" y="119662"/>
                    <a:pt x="223997" y="123036"/>
                    <a:pt x="207903" y="141798"/>
                  </a:cubicBezTo>
                  <a:lnTo>
                    <a:pt x="90320" y="267810"/>
                  </a:lnTo>
                  <a:lnTo>
                    <a:pt x="31485" y="267810"/>
                  </a:lnTo>
                  <a:cubicBezTo>
                    <a:pt x="-359" y="267810"/>
                    <a:pt x="-9631" y="249773"/>
                    <a:pt x="10989" y="227641"/>
                  </a:cubicBezTo>
                  <a:lnTo>
                    <a:pt x="207903" y="16612"/>
                  </a:lnTo>
                  <a:cubicBezTo>
                    <a:pt x="223997" y="-2151"/>
                    <a:pt x="253814" y="-5524"/>
                    <a:pt x="274506" y="9076"/>
                  </a:cubicBezTo>
                  <a:cubicBezTo>
                    <a:pt x="277604" y="11266"/>
                    <a:pt x="280399" y="13797"/>
                    <a:pt x="282815" y="16612"/>
                  </a:cubicBezTo>
                  <a:lnTo>
                    <a:pt x="479730" y="227641"/>
                  </a:lnTo>
                  <a:cubicBezTo>
                    <a:pt x="500348" y="249773"/>
                    <a:pt x="491076" y="267810"/>
                    <a:pt x="459233" y="267810"/>
                  </a:cubicBezTo>
                  <a:close/>
                </a:path>
              </a:pathLst>
            </a:custGeom>
            <a:grpFill/>
            <a:ln w="9525" cap="flat">
              <a:noFill/>
              <a:prstDash val="solid"/>
              <a:miter/>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21" name="Полилиния: фигура 20">
              <a:extLst>
                <a:ext uri="{FF2B5EF4-FFF2-40B4-BE49-F238E27FC236}">
                  <a16:creationId xmlns:a16="http://schemas.microsoft.com/office/drawing/2014/main" id="{94F909B9-F839-57CE-BF1F-EF84EA7D3B38}"/>
                </a:ext>
              </a:extLst>
            </p:cNvPr>
            <p:cNvSpPr/>
            <p:nvPr/>
          </p:nvSpPr>
          <p:spPr>
            <a:xfrm rot="5400000">
              <a:off x="8426128" y="5075899"/>
              <a:ext cx="368997" cy="201381"/>
            </a:xfrm>
            <a:custGeom>
              <a:avLst/>
              <a:gdLst>
                <a:gd name="connsiteX0" fmla="*/ 459233 w 490717"/>
                <a:gd name="connsiteY0" fmla="*/ 267810 h 267810"/>
                <a:gd name="connsiteX1" fmla="*/ 400399 w 490717"/>
                <a:gd name="connsiteY1" fmla="*/ 267810 h 267810"/>
                <a:gd name="connsiteX2" fmla="*/ 282815 w 490717"/>
                <a:gd name="connsiteY2" fmla="*/ 141798 h 267810"/>
                <a:gd name="connsiteX3" fmla="*/ 274506 w 490717"/>
                <a:gd name="connsiteY3" fmla="*/ 134262 h 267810"/>
                <a:gd name="connsiteX4" fmla="*/ 207903 w 490717"/>
                <a:gd name="connsiteY4" fmla="*/ 141798 h 267810"/>
                <a:gd name="connsiteX5" fmla="*/ 90320 w 490717"/>
                <a:gd name="connsiteY5" fmla="*/ 267810 h 267810"/>
                <a:gd name="connsiteX6" fmla="*/ 31485 w 490717"/>
                <a:gd name="connsiteY6" fmla="*/ 267810 h 267810"/>
                <a:gd name="connsiteX7" fmla="*/ 10989 w 490717"/>
                <a:gd name="connsiteY7" fmla="*/ 227641 h 267810"/>
                <a:gd name="connsiteX8" fmla="*/ 207903 w 490717"/>
                <a:gd name="connsiteY8" fmla="*/ 16612 h 267810"/>
                <a:gd name="connsiteX9" fmla="*/ 274506 w 490717"/>
                <a:gd name="connsiteY9" fmla="*/ 9076 h 267810"/>
                <a:gd name="connsiteX10" fmla="*/ 282815 w 490717"/>
                <a:gd name="connsiteY10" fmla="*/ 16612 h 267810"/>
                <a:gd name="connsiteX11" fmla="*/ 479730 w 490717"/>
                <a:gd name="connsiteY11" fmla="*/ 227641 h 267810"/>
                <a:gd name="connsiteX12" fmla="*/ 459233 w 490717"/>
                <a:gd name="connsiteY12" fmla="*/ 267810 h 267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0717" h="267810">
                  <a:moveTo>
                    <a:pt x="459233" y="267810"/>
                  </a:moveTo>
                  <a:lnTo>
                    <a:pt x="400399" y="267810"/>
                  </a:lnTo>
                  <a:lnTo>
                    <a:pt x="282815" y="141798"/>
                  </a:lnTo>
                  <a:cubicBezTo>
                    <a:pt x="280399" y="138983"/>
                    <a:pt x="277604" y="136452"/>
                    <a:pt x="274506" y="134262"/>
                  </a:cubicBezTo>
                  <a:cubicBezTo>
                    <a:pt x="253814" y="119662"/>
                    <a:pt x="223997" y="123036"/>
                    <a:pt x="207903" y="141798"/>
                  </a:cubicBezTo>
                  <a:lnTo>
                    <a:pt x="90320" y="267810"/>
                  </a:lnTo>
                  <a:lnTo>
                    <a:pt x="31485" y="267810"/>
                  </a:lnTo>
                  <a:cubicBezTo>
                    <a:pt x="-359" y="267810"/>
                    <a:pt x="-9631" y="249773"/>
                    <a:pt x="10989" y="227641"/>
                  </a:cubicBezTo>
                  <a:lnTo>
                    <a:pt x="207903" y="16612"/>
                  </a:lnTo>
                  <a:cubicBezTo>
                    <a:pt x="223997" y="-2151"/>
                    <a:pt x="253814" y="-5524"/>
                    <a:pt x="274506" y="9076"/>
                  </a:cubicBezTo>
                  <a:cubicBezTo>
                    <a:pt x="277604" y="11266"/>
                    <a:pt x="280399" y="13797"/>
                    <a:pt x="282815" y="16612"/>
                  </a:cubicBezTo>
                  <a:lnTo>
                    <a:pt x="479730" y="227641"/>
                  </a:lnTo>
                  <a:cubicBezTo>
                    <a:pt x="500348" y="249773"/>
                    <a:pt x="491076" y="267810"/>
                    <a:pt x="459233" y="267810"/>
                  </a:cubicBezTo>
                  <a:close/>
                </a:path>
              </a:pathLst>
            </a:custGeom>
            <a:grpFill/>
            <a:ln w="9525" cap="flat">
              <a:noFill/>
              <a:prstDash val="solid"/>
              <a:miter/>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25" name="Группа 24">
            <a:extLst>
              <a:ext uri="{FF2B5EF4-FFF2-40B4-BE49-F238E27FC236}">
                <a16:creationId xmlns:a16="http://schemas.microsoft.com/office/drawing/2014/main" id="{FA41F54E-072D-8BF1-BB14-93100776EF15}"/>
              </a:ext>
            </a:extLst>
          </p:cNvPr>
          <p:cNvGrpSpPr/>
          <p:nvPr/>
        </p:nvGrpSpPr>
        <p:grpSpPr>
          <a:xfrm>
            <a:off x="8664198" y="4485567"/>
            <a:ext cx="307265" cy="294738"/>
            <a:chOff x="8509936" y="4992091"/>
            <a:chExt cx="384680" cy="368997"/>
          </a:xfrm>
          <a:solidFill>
            <a:srgbClr val="C1D82E"/>
          </a:solidFill>
        </p:grpSpPr>
        <p:sp>
          <p:nvSpPr>
            <p:cNvPr id="26" name="Полилиния: фигура 25">
              <a:extLst>
                <a:ext uri="{FF2B5EF4-FFF2-40B4-BE49-F238E27FC236}">
                  <a16:creationId xmlns:a16="http://schemas.microsoft.com/office/drawing/2014/main" id="{D4D1D0D0-75D7-40FE-E4EF-856CF911A297}"/>
                </a:ext>
              </a:extLst>
            </p:cNvPr>
            <p:cNvSpPr/>
            <p:nvPr/>
          </p:nvSpPr>
          <p:spPr>
            <a:xfrm rot="5400000">
              <a:off x="8609427" y="5075899"/>
              <a:ext cx="368997" cy="201381"/>
            </a:xfrm>
            <a:custGeom>
              <a:avLst/>
              <a:gdLst>
                <a:gd name="connsiteX0" fmla="*/ 459233 w 490717"/>
                <a:gd name="connsiteY0" fmla="*/ 267810 h 267810"/>
                <a:gd name="connsiteX1" fmla="*/ 400399 w 490717"/>
                <a:gd name="connsiteY1" fmla="*/ 267810 h 267810"/>
                <a:gd name="connsiteX2" fmla="*/ 282815 w 490717"/>
                <a:gd name="connsiteY2" fmla="*/ 141798 h 267810"/>
                <a:gd name="connsiteX3" fmla="*/ 274506 w 490717"/>
                <a:gd name="connsiteY3" fmla="*/ 134262 h 267810"/>
                <a:gd name="connsiteX4" fmla="*/ 207903 w 490717"/>
                <a:gd name="connsiteY4" fmla="*/ 141798 h 267810"/>
                <a:gd name="connsiteX5" fmla="*/ 90320 w 490717"/>
                <a:gd name="connsiteY5" fmla="*/ 267810 h 267810"/>
                <a:gd name="connsiteX6" fmla="*/ 31485 w 490717"/>
                <a:gd name="connsiteY6" fmla="*/ 267810 h 267810"/>
                <a:gd name="connsiteX7" fmla="*/ 10989 w 490717"/>
                <a:gd name="connsiteY7" fmla="*/ 227641 h 267810"/>
                <a:gd name="connsiteX8" fmla="*/ 207903 w 490717"/>
                <a:gd name="connsiteY8" fmla="*/ 16612 h 267810"/>
                <a:gd name="connsiteX9" fmla="*/ 274506 w 490717"/>
                <a:gd name="connsiteY9" fmla="*/ 9076 h 267810"/>
                <a:gd name="connsiteX10" fmla="*/ 282815 w 490717"/>
                <a:gd name="connsiteY10" fmla="*/ 16612 h 267810"/>
                <a:gd name="connsiteX11" fmla="*/ 479730 w 490717"/>
                <a:gd name="connsiteY11" fmla="*/ 227641 h 267810"/>
                <a:gd name="connsiteX12" fmla="*/ 459233 w 490717"/>
                <a:gd name="connsiteY12" fmla="*/ 267810 h 267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0717" h="267810">
                  <a:moveTo>
                    <a:pt x="459233" y="267810"/>
                  </a:moveTo>
                  <a:lnTo>
                    <a:pt x="400399" y="267810"/>
                  </a:lnTo>
                  <a:lnTo>
                    <a:pt x="282815" y="141798"/>
                  </a:lnTo>
                  <a:cubicBezTo>
                    <a:pt x="280399" y="138983"/>
                    <a:pt x="277604" y="136452"/>
                    <a:pt x="274506" y="134262"/>
                  </a:cubicBezTo>
                  <a:cubicBezTo>
                    <a:pt x="253814" y="119662"/>
                    <a:pt x="223997" y="123036"/>
                    <a:pt x="207903" y="141798"/>
                  </a:cubicBezTo>
                  <a:lnTo>
                    <a:pt x="90320" y="267810"/>
                  </a:lnTo>
                  <a:lnTo>
                    <a:pt x="31485" y="267810"/>
                  </a:lnTo>
                  <a:cubicBezTo>
                    <a:pt x="-359" y="267810"/>
                    <a:pt x="-9631" y="249773"/>
                    <a:pt x="10989" y="227641"/>
                  </a:cubicBezTo>
                  <a:lnTo>
                    <a:pt x="207903" y="16612"/>
                  </a:lnTo>
                  <a:cubicBezTo>
                    <a:pt x="223997" y="-2151"/>
                    <a:pt x="253814" y="-5524"/>
                    <a:pt x="274506" y="9076"/>
                  </a:cubicBezTo>
                  <a:cubicBezTo>
                    <a:pt x="277604" y="11266"/>
                    <a:pt x="280399" y="13797"/>
                    <a:pt x="282815" y="16612"/>
                  </a:cubicBezTo>
                  <a:lnTo>
                    <a:pt x="479730" y="227641"/>
                  </a:lnTo>
                  <a:cubicBezTo>
                    <a:pt x="500348" y="249773"/>
                    <a:pt x="491076" y="267810"/>
                    <a:pt x="459233" y="267810"/>
                  </a:cubicBezTo>
                  <a:close/>
                </a:path>
              </a:pathLst>
            </a:custGeom>
            <a:grpFill/>
            <a:ln w="9525" cap="flat">
              <a:noFill/>
              <a:prstDash val="solid"/>
              <a:miter/>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27" name="Полилиния: фигура 26">
              <a:extLst>
                <a:ext uri="{FF2B5EF4-FFF2-40B4-BE49-F238E27FC236}">
                  <a16:creationId xmlns:a16="http://schemas.microsoft.com/office/drawing/2014/main" id="{21090EC4-1822-1D10-3FF8-6DE97792F395}"/>
                </a:ext>
              </a:extLst>
            </p:cNvPr>
            <p:cNvSpPr/>
            <p:nvPr/>
          </p:nvSpPr>
          <p:spPr>
            <a:xfrm rot="5400000">
              <a:off x="8426128" y="5075899"/>
              <a:ext cx="368997" cy="201381"/>
            </a:xfrm>
            <a:custGeom>
              <a:avLst/>
              <a:gdLst>
                <a:gd name="connsiteX0" fmla="*/ 459233 w 490717"/>
                <a:gd name="connsiteY0" fmla="*/ 267810 h 267810"/>
                <a:gd name="connsiteX1" fmla="*/ 400399 w 490717"/>
                <a:gd name="connsiteY1" fmla="*/ 267810 h 267810"/>
                <a:gd name="connsiteX2" fmla="*/ 282815 w 490717"/>
                <a:gd name="connsiteY2" fmla="*/ 141798 h 267810"/>
                <a:gd name="connsiteX3" fmla="*/ 274506 w 490717"/>
                <a:gd name="connsiteY3" fmla="*/ 134262 h 267810"/>
                <a:gd name="connsiteX4" fmla="*/ 207903 w 490717"/>
                <a:gd name="connsiteY4" fmla="*/ 141798 h 267810"/>
                <a:gd name="connsiteX5" fmla="*/ 90320 w 490717"/>
                <a:gd name="connsiteY5" fmla="*/ 267810 h 267810"/>
                <a:gd name="connsiteX6" fmla="*/ 31485 w 490717"/>
                <a:gd name="connsiteY6" fmla="*/ 267810 h 267810"/>
                <a:gd name="connsiteX7" fmla="*/ 10989 w 490717"/>
                <a:gd name="connsiteY7" fmla="*/ 227641 h 267810"/>
                <a:gd name="connsiteX8" fmla="*/ 207903 w 490717"/>
                <a:gd name="connsiteY8" fmla="*/ 16612 h 267810"/>
                <a:gd name="connsiteX9" fmla="*/ 274506 w 490717"/>
                <a:gd name="connsiteY9" fmla="*/ 9076 h 267810"/>
                <a:gd name="connsiteX10" fmla="*/ 282815 w 490717"/>
                <a:gd name="connsiteY10" fmla="*/ 16612 h 267810"/>
                <a:gd name="connsiteX11" fmla="*/ 479730 w 490717"/>
                <a:gd name="connsiteY11" fmla="*/ 227641 h 267810"/>
                <a:gd name="connsiteX12" fmla="*/ 459233 w 490717"/>
                <a:gd name="connsiteY12" fmla="*/ 267810 h 267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0717" h="267810">
                  <a:moveTo>
                    <a:pt x="459233" y="267810"/>
                  </a:moveTo>
                  <a:lnTo>
                    <a:pt x="400399" y="267810"/>
                  </a:lnTo>
                  <a:lnTo>
                    <a:pt x="282815" y="141798"/>
                  </a:lnTo>
                  <a:cubicBezTo>
                    <a:pt x="280399" y="138983"/>
                    <a:pt x="277604" y="136452"/>
                    <a:pt x="274506" y="134262"/>
                  </a:cubicBezTo>
                  <a:cubicBezTo>
                    <a:pt x="253814" y="119662"/>
                    <a:pt x="223997" y="123036"/>
                    <a:pt x="207903" y="141798"/>
                  </a:cubicBezTo>
                  <a:lnTo>
                    <a:pt x="90320" y="267810"/>
                  </a:lnTo>
                  <a:lnTo>
                    <a:pt x="31485" y="267810"/>
                  </a:lnTo>
                  <a:cubicBezTo>
                    <a:pt x="-359" y="267810"/>
                    <a:pt x="-9631" y="249773"/>
                    <a:pt x="10989" y="227641"/>
                  </a:cubicBezTo>
                  <a:lnTo>
                    <a:pt x="207903" y="16612"/>
                  </a:lnTo>
                  <a:cubicBezTo>
                    <a:pt x="223997" y="-2151"/>
                    <a:pt x="253814" y="-5524"/>
                    <a:pt x="274506" y="9076"/>
                  </a:cubicBezTo>
                  <a:cubicBezTo>
                    <a:pt x="277604" y="11266"/>
                    <a:pt x="280399" y="13797"/>
                    <a:pt x="282815" y="16612"/>
                  </a:cubicBezTo>
                  <a:lnTo>
                    <a:pt x="479730" y="227641"/>
                  </a:lnTo>
                  <a:cubicBezTo>
                    <a:pt x="500348" y="249773"/>
                    <a:pt x="491076" y="267810"/>
                    <a:pt x="459233" y="267810"/>
                  </a:cubicBezTo>
                  <a:close/>
                </a:path>
              </a:pathLst>
            </a:custGeom>
            <a:grpFill/>
            <a:ln w="9525" cap="flat">
              <a:noFill/>
              <a:prstDash val="solid"/>
              <a:miter/>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37" name="Группа 36">
            <a:extLst>
              <a:ext uri="{FF2B5EF4-FFF2-40B4-BE49-F238E27FC236}">
                <a16:creationId xmlns:a16="http://schemas.microsoft.com/office/drawing/2014/main" id="{BBC2410A-A485-38A1-D66D-E9770DC0C30E}"/>
              </a:ext>
            </a:extLst>
          </p:cNvPr>
          <p:cNvGrpSpPr/>
          <p:nvPr/>
        </p:nvGrpSpPr>
        <p:grpSpPr>
          <a:xfrm>
            <a:off x="2542025" y="2030546"/>
            <a:ext cx="4017614" cy="812653"/>
            <a:chOff x="2303128" y="1855270"/>
            <a:chExt cx="4466151" cy="903380"/>
          </a:xfrm>
        </p:grpSpPr>
        <p:sp>
          <p:nvSpPr>
            <p:cNvPr id="29" name="Полилиния: фигура 28">
              <a:extLst>
                <a:ext uri="{FF2B5EF4-FFF2-40B4-BE49-F238E27FC236}">
                  <a16:creationId xmlns:a16="http://schemas.microsoft.com/office/drawing/2014/main" id="{0304A065-B3BD-FF8A-F69E-4F81B670CE35}"/>
                </a:ext>
              </a:extLst>
            </p:cNvPr>
            <p:cNvSpPr/>
            <p:nvPr/>
          </p:nvSpPr>
          <p:spPr>
            <a:xfrm rot="10800000">
              <a:off x="4229042" y="2545067"/>
              <a:ext cx="667910" cy="213583"/>
            </a:xfrm>
            <a:custGeom>
              <a:avLst/>
              <a:gdLst>
                <a:gd name="connsiteX0" fmla="*/ 374529 w 383107"/>
                <a:gd name="connsiteY0" fmla="*/ 195941 h 230516"/>
                <a:gd name="connsiteX1" fmla="*/ 358527 w 383107"/>
                <a:gd name="connsiteY1" fmla="*/ 230516 h 230516"/>
                <a:gd name="connsiteX2" fmla="*/ 24581 w 383107"/>
                <a:gd name="connsiteY2" fmla="*/ 230516 h 230516"/>
                <a:gd name="connsiteX3" fmla="*/ 8579 w 383107"/>
                <a:gd name="connsiteY3" fmla="*/ 195941 h 230516"/>
                <a:gd name="connsiteX4" fmla="*/ 162312 w 383107"/>
                <a:gd name="connsiteY4" fmla="*/ 14299 h 230516"/>
                <a:gd name="connsiteX5" fmla="*/ 214309 w 383107"/>
                <a:gd name="connsiteY5" fmla="*/ 7812 h 230516"/>
                <a:gd name="connsiteX6" fmla="*/ 220796 w 383107"/>
                <a:gd name="connsiteY6" fmla="*/ 14299 h 230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3107" h="230516">
                  <a:moveTo>
                    <a:pt x="374529" y="195941"/>
                  </a:moveTo>
                  <a:cubicBezTo>
                    <a:pt x="390626" y="214991"/>
                    <a:pt x="383387" y="230516"/>
                    <a:pt x="358527" y="230516"/>
                  </a:cubicBezTo>
                  <a:lnTo>
                    <a:pt x="24581" y="230516"/>
                  </a:lnTo>
                  <a:cubicBezTo>
                    <a:pt x="-280" y="230516"/>
                    <a:pt x="-7519" y="214991"/>
                    <a:pt x="8579" y="195941"/>
                  </a:cubicBezTo>
                  <a:lnTo>
                    <a:pt x="162312" y="14299"/>
                  </a:lnTo>
                  <a:cubicBezTo>
                    <a:pt x="174876" y="-1851"/>
                    <a:pt x="198155" y="-4755"/>
                    <a:pt x="214309" y="7812"/>
                  </a:cubicBezTo>
                  <a:cubicBezTo>
                    <a:pt x="216728" y="9697"/>
                    <a:pt x="218910" y="11876"/>
                    <a:pt x="220796" y="14299"/>
                  </a:cubicBezTo>
                  <a:close/>
                </a:path>
              </a:pathLst>
            </a:custGeom>
            <a:solidFill>
              <a:srgbClr val="398ACB"/>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32" name="Полилиния: фигура 31">
              <a:extLst>
                <a:ext uri="{FF2B5EF4-FFF2-40B4-BE49-F238E27FC236}">
                  <a16:creationId xmlns:a16="http://schemas.microsoft.com/office/drawing/2014/main" id="{E2A6E503-1F8C-45B5-961C-BD57263CFF4B}"/>
                </a:ext>
              </a:extLst>
            </p:cNvPr>
            <p:cNvSpPr/>
            <p:nvPr/>
          </p:nvSpPr>
          <p:spPr>
            <a:xfrm flipV="1">
              <a:off x="2318333" y="1855270"/>
              <a:ext cx="4261155" cy="724111"/>
            </a:xfrm>
            <a:custGeom>
              <a:avLst/>
              <a:gdLst>
                <a:gd name="connsiteX0" fmla="*/ 53999 w 7152559"/>
                <a:gd name="connsiteY0" fmla="*/ 1553968 h 1553968"/>
                <a:gd name="connsiteX1" fmla="*/ 926533 w 7152559"/>
                <a:gd name="connsiteY1" fmla="*/ 1553968 h 1553968"/>
                <a:gd name="connsiteX2" fmla="*/ 2081790 w 7152559"/>
                <a:gd name="connsiteY2" fmla="*/ 1553968 h 1553968"/>
                <a:gd name="connsiteX3" fmla="*/ 2329178 w 7152559"/>
                <a:gd name="connsiteY3" fmla="*/ 1553968 h 1553968"/>
                <a:gd name="connsiteX4" fmla="*/ 2926799 w 7152559"/>
                <a:gd name="connsiteY4" fmla="*/ 1553968 h 1553968"/>
                <a:gd name="connsiteX5" fmla="*/ 3484435 w 7152559"/>
                <a:gd name="connsiteY5" fmla="*/ 1553968 h 1553968"/>
                <a:gd name="connsiteX6" fmla="*/ 3799334 w 7152559"/>
                <a:gd name="connsiteY6" fmla="*/ 1553968 h 1553968"/>
                <a:gd name="connsiteX7" fmla="*/ 4356970 w 7152559"/>
                <a:gd name="connsiteY7" fmla="*/ 1553968 h 1553968"/>
                <a:gd name="connsiteX8" fmla="*/ 4912652 w 7152559"/>
                <a:gd name="connsiteY8" fmla="*/ 1553968 h 1553968"/>
                <a:gd name="connsiteX9" fmla="*/ 4954590 w 7152559"/>
                <a:gd name="connsiteY9" fmla="*/ 1553968 h 1553968"/>
                <a:gd name="connsiteX10" fmla="*/ 6067909 w 7152559"/>
                <a:gd name="connsiteY10" fmla="*/ 1553968 h 1553968"/>
                <a:gd name="connsiteX11" fmla="*/ 6940444 w 7152559"/>
                <a:gd name="connsiteY11" fmla="*/ 1553968 h 1553968"/>
                <a:gd name="connsiteX12" fmla="*/ 7015181 w 7152559"/>
                <a:gd name="connsiteY12" fmla="*/ 1456231 h 1553968"/>
                <a:gd name="connsiteX13" fmla="*/ 7151620 w 7152559"/>
                <a:gd name="connsiteY13" fmla="*/ 97737 h 1553968"/>
                <a:gd name="connsiteX14" fmla="*/ 7098560 w 7152559"/>
                <a:gd name="connsiteY14" fmla="*/ 0 h 1553968"/>
                <a:gd name="connsiteX15" fmla="*/ 6226026 w 7152559"/>
                <a:gd name="connsiteY15" fmla="*/ 0 h 1553968"/>
                <a:gd name="connsiteX16" fmla="*/ 5070769 w 7152559"/>
                <a:gd name="connsiteY16" fmla="*/ 0 h 1553968"/>
                <a:gd name="connsiteX17" fmla="*/ 4823381 w 7152559"/>
                <a:gd name="connsiteY17" fmla="*/ 0 h 1553968"/>
                <a:gd name="connsiteX18" fmla="*/ 4225761 w 7152559"/>
                <a:gd name="connsiteY18" fmla="*/ 0 h 1553968"/>
                <a:gd name="connsiteX19" fmla="*/ 3668125 w 7152559"/>
                <a:gd name="connsiteY19" fmla="*/ 0 h 1553968"/>
                <a:gd name="connsiteX20" fmla="*/ 3353226 w 7152559"/>
                <a:gd name="connsiteY20" fmla="*/ 0 h 1553968"/>
                <a:gd name="connsiteX21" fmla="*/ 2795589 w 7152559"/>
                <a:gd name="connsiteY21" fmla="*/ 0 h 1553968"/>
                <a:gd name="connsiteX22" fmla="*/ 2239907 w 7152559"/>
                <a:gd name="connsiteY22" fmla="*/ 0 h 1553968"/>
                <a:gd name="connsiteX23" fmla="*/ 2197969 w 7152559"/>
                <a:gd name="connsiteY23" fmla="*/ 0 h 1553968"/>
                <a:gd name="connsiteX24" fmla="*/ 1084651 w 7152559"/>
                <a:gd name="connsiteY24" fmla="*/ 0 h 1553968"/>
                <a:gd name="connsiteX25" fmla="*/ 212115 w 7152559"/>
                <a:gd name="connsiteY25" fmla="*/ 0 h 1553968"/>
                <a:gd name="connsiteX26" fmla="*/ 137378 w 7152559"/>
                <a:gd name="connsiteY26" fmla="*/ 97737 h 1553968"/>
                <a:gd name="connsiteX27" fmla="*/ 939 w 7152559"/>
                <a:gd name="connsiteY27" fmla="*/ 1456231 h 1553968"/>
                <a:gd name="connsiteX28" fmla="*/ 53999 w 7152559"/>
                <a:gd name="connsiteY28" fmla="*/ 1553968 h 1553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152559" h="1553968">
                  <a:moveTo>
                    <a:pt x="53999" y="1553968"/>
                  </a:moveTo>
                  <a:lnTo>
                    <a:pt x="926533" y="1553968"/>
                  </a:lnTo>
                  <a:lnTo>
                    <a:pt x="2081790" y="1553968"/>
                  </a:lnTo>
                  <a:lnTo>
                    <a:pt x="2329178" y="1553968"/>
                  </a:lnTo>
                  <a:lnTo>
                    <a:pt x="2926799" y="1553968"/>
                  </a:lnTo>
                  <a:lnTo>
                    <a:pt x="3484435" y="1553968"/>
                  </a:lnTo>
                  <a:lnTo>
                    <a:pt x="3799334" y="1553968"/>
                  </a:lnTo>
                  <a:lnTo>
                    <a:pt x="4356970" y="1553968"/>
                  </a:lnTo>
                  <a:lnTo>
                    <a:pt x="4912652" y="1553968"/>
                  </a:lnTo>
                  <a:lnTo>
                    <a:pt x="4954590" y="1553968"/>
                  </a:lnTo>
                  <a:lnTo>
                    <a:pt x="6067909" y="1553968"/>
                  </a:lnTo>
                  <a:lnTo>
                    <a:pt x="6940444" y="1553968"/>
                  </a:lnTo>
                  <a:cubicBezTo>
                    <a:pt x="6975614" y="1553968"/>
                    <a:pt x="7009269" y="1510007"/>
                    <a:pt x="7015181" y="1456231"/>
                  </a:cubicBezTo>
                  <a:lnTo>
                    <a:pt x="7151620" y="97737"/>
                  </a:lnTo>
                  <a:cubicBezTo>
                    <a:pt x="7157684" y="44224"/>
                    <a:pt x="7133732" y="0"/>
                    <a:pt x="7098560" y="0"/>
                  </a:cubicBezTo>
                  <a:lnTo>
                    <a:pt x="6226026" y="0"/>
                  </a:lnTo>
                  <a:lnTo>
                    <a:pt x="5070769" y="0"/>
                  </a:lnTo>
                  <a:lnTo>
                    <a:pt x="4823381" y="0"/>
                  </a:lnTo>
                  <a:lnTo>
                    <a:pt x="4225761" y="0"/>
                  </a:lnTo>
                  <a:lnTo>
                    <a:pt x="3668125" y="0"/>
                  </a:lnTo>
                  <a:lnTo>
                    <a:pt x="3353226" y="0"/>
                  </a:lnTo>
                  <a:lnTo>
                    <a:pt x="2795589" y="0"/>
                  </a:lnTo>
                  <a:lnTo>
                    <a:pt x="2239907" y="0"/>
                  </a:lnTo>
                  <a:lnTo>
                    <a:pt x="2197969" y="0"/>
                  </a:lnTo>
                  <a:lnTo>
                    <a:pt x="1084651" y="0"/>
                  </a:lnTo>
                  <a:lnTo>
                    <a:pt x="212115" y="0"/>
                  </a:lnTo>
                  <a:cubicBezTo>
                    <a:pt x="176945" y="0"/>
                    <a:pt x="143290" y="43961"/>
                    <a:pt x="137378" y="97737"/>
                  </a:cubicBezTo>
                  <a:lnTo>
                    <a:pt x="939" y="1456231"/>
                  </a:lnTo>
                  <a:cubicBezTo>
                    <a:pt x="-5125" y="1509744"/>
                    <a:pt x="18827" y="1553968"/>
                    <a:pt x="53999" y="1553968"/>
                  </a:cubicBezTo>
                  <a:close/>
                </a:path>
              </a:pathLst>
            </a:custGeom>
            <a:solidFill>
              <a:srgbClr val="398ACB"/>
            </a:solidFill>
            <a:ln w="13331"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B4CC26"/>
                </a:solidFill>
                <a:effectLst/>
                <a:uLnTx/>
                <a:uFillTx/>
                <a:latin typeface="Verdana" panose="020B0604030504040204" pitchFamily="34" charset="0"/>
                <a:ea typeface="Verdana" panose="020B0604030504040204" pitchFamily="34" charset="0"/>
                <a:cs typeface="+mn-cs"/>
              </a:endParaRPr>
            </a:p>
          </p:txBody>
        </p:sp>
        <p:sp>
          <p:nvSpPr>
            <p:cNvPr id="34" name="TextBox 33">
              <a:extLst>
                <a:ext uri="{FF2B5EF4-FFF2-40B4-BE49-F238E27FC236}">
                  <a16:creationId xmlns:a16="http://schemas.microsoft.com/office/drawing/2014/main" id="{9B759882-1FE1-AA5E-69ED-C7107B5CEA94}"/>
                </a:ext>
              </a:extLst>
            </p:cNvPr>
            <p:cNvSpPr txBox="1"/>
            <p:nvPr/>
          </p:nvSpPr>
          <p:spPr>
            <a:xfrm>
              <a:off x="2303128" y="1943632"/>
              <a:ext cx="4466151" cy="51320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24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Бисопролол</a:t>
              </a:r>
              <a:r>
                <a:rPr kumimoji="0" lang="ru-RU" sz="2400" b="0" i="0" u="none" strike="noStrike" kern="1200" cap="none" spc="0" normalizeH="0" baseline="30000" noProof="0" dirty="0">
                  <a:ln>
                    <a:noFill/>
                  </a:ln>
                  <a:solidFill>
                    <a:srgbClr val="FFFFFF"/>
                  </a:solidFill>
                  <a:effectLst/>
                  <a:uLnTx/>
                  <a:uFillTx/>
                  <a:latin typeface="Verdana" panose="020B0604030504040204" pitchFamily="34" charset="0"/>
                  <a:ea typeface="Verdana" panose="020B0604030504040204" pitchFamily="34" charset="0"/>
                  <a:cs typeface="+mn-cs"/>
                </a:rPr>
                <a:t>1</a:t>
              </a:r>
            </a:p>
          </p:txBody>
        </p:sp>
      </p:grpSp>
      <p:sp>
        <p:nvSpPr>
          <p:cNvPr id="5" name="Объект 7">
            <a:extLst>
              <a:ext uri="{FF2B5EF4-FFF2-40B4-BE49-F238E27FC236}">
                <a16:creationId xmlns:a16="http://schemas.microsoft.com/office/drawing/2014/main" id="{D3010122-9B92-A7EA-AE2A-F4B68D953611}"/>
              </a:ext>
            </a:extLst>
          </p:cNvPr>
          <p:cNvSpPr>
            <a:spLocks noGrp="1"/>
          </p:cNvSpPr>
          <p:nvPr>
            <p:ph idx="4294967295"/>
          </p:nvPr>
        </p:nvSpPr>
        <p:spPr>
          <a:xfrm>
            <a:off x="924972" y="6332269"/>
            <a:ext cx="7119572" cy="457738"/>
          </a:xfrm>
        </p:spPr>
        <p:txBody>
          <a:bodyPr>
            <a:noAutofit/>
          </a:bodyPr>
          <a:lstStyle/>
          <a:p>
            <a:pPr marL="0" indent="0">
              <a:lnSpc>
                <a:spcPct val="100000"/>
              </a:lnSpc>
              <a:spcBef>
                <a:spcPts val="300"/>
              </a:spcBef>
              <a:buNone/>
            </a:pPr>
            <a:r>
              <a:rPr lang="ru-RU" sz="800" b="1" dirty="0">
                <a:solidFill>
                  <a:srgbClr val="323F48"/>
                </a:solidFill>
                <a:latin typeface="Calibri" panose="020F0502020204030204" pitchFamily="34" charset="0"/>
                <a:cs typeface="Calibri" panose="020F0502020204030204" pitchFamily="34" charset="0"/>
              </a:rPr>
              <a:t>1. </a:t>
            </a:r>
            <a:r>
              <a:rPr lang="ru-RU" sz="800" dirty="0">
                <a:solidFill>
                  <a:srgbClr val="323F48"/>
                </a:solidFill>
                <a:latin typeface="Calibri" panose="020F0502020204030204" pitchFamily="34" charset="0"/>
                <a:cs typeface="Calibri" panose="020F0502020204030204" pitchFamily="34" charset="0"/>
              </a:rPr>
              <a:t>Розин А.Н., Розина Н.А. Клиническая эффективность </a:t>
            </a:r>
            <a:r>
              <a:rPr lang="ru-RU" sz="800" dirty="0" err="1">
                <a:solidFill>
                  <a:srgbClr val="323F48"/>
                </a:solidFill>
                <a:latin typeface="Calibri" panose="020F0502020204030204" pitchFamily="34" charset="0"/>
                <a:cs typeface="Calibri" panose="020F0502020204030204" pitchFamily="34" charset="0"/>
              </a:rPr>
              <a:t>бисопролола</a:t>
            </a:r>
            <a:r>
              <a:rPr lang="ru-RU" sz="800" dirty="0">
                <a:solidFill>
                  <a:srgbClr val="323F48"/>
                </a:solidFill>
                <a:latin typeface="Calibri" panose="020F0502020204030204" pitchFamily="34" charset="0"/>
                <a:cs typeface="Calibri" panose="020F0502020204030204" pitchFamily="34" charset="0"/>
              </a:rPr>
              <a:t> и его фиксированной комбинации с </a:t>
            </a:r>
            <a:r>
              <a:rPr lang="ru-RU" sz="800" dirty="0" err="1">
                <a:solidFill>
                  <a:srgbClr val="323F48"/>
                </a:solidFill>
                <a:latin typeface="Calibri" panose="020F0502020204030204" pitchFamily="34" charset="0"/>
                <a:cs typeface="Calibri" panose="020F0502020204030204" pitchFamily="34" charset="0"/>
              </a:rPr>
              <a:t>амлодипином</a:t>
            </a:r>
            <a:r>
              <a:rPr lang="ru-RU" sz="800" dirty="0">
                <a:solidFill>
                  <a:srgbClr val="323F48"/>
                </a:solidFill>
                <a:latin typeface="Calibri" panose="020F0502020204030204" pitchFamily="34" charset="0"/>
                <a:cs typeface="Calibri" panose="020F0502020204030204" pitchFamily="34" charset="0"/>
              </a:rPr>
              <a:t> // РМЖ. – 2015. – №5. – С. 294-297.; </a:t>
            </a:r>
            <a:r>
              <a:rPr lang="ru-RU" sz="800" dirty="0" err="1">
                <a:solidFill>
                  <a:srgbClr val="323F48"/>
                </a:solidFill>
                <a:latin typeface="Calibri" panose="020F0502020204030204" pitchFamily="34" charset="0"/>
                <a:cs typeface="Calibri" panose="020F0502020204030204" pitchFamily="34" charset="0"/>
              </a:rPr>
              <a:t>Амфофильный</a:t>
            </a:r>
            <a:r>
              <a:rPr lang="ru-RU" sz="800" dirty="0">
                <a:solidFill>
                  <a:srgbClr val="323F48"/>
                </a:solidFill>
                <a:latin typeface="Calibri" panose="020F0502020204030204" pitchFamily="34" charset="0"/>
                <a:cs typeface="Calibri" panose="020F0502020204030204" pitchFamily="34" charset="0"/>
              </a:rPr>
              <a:t>-обладает растворимостью как в жирах, так и в воде</a:t>
            </a:r>
          </a:p>
        </p:txBody>
      </p:sp>
      <p:sp>
        <p:nvSpPr>
          <p:cNvPr id="12" name="Заголовок 1">
            <a:extLst>
              <a:ext uri="{FF2B5EF4-FFF2-40B4-BE49-F238E27FC236}">
                <a16:creationId xmlns:a16="http://schemas.microsoft.com/office/drawing/2014/main" id="{D5885315-CCE0-F429-BBEF-41753113C8C3}"/>
              </a:ext>
            </a:extLst>
          </p:cNvPr>
          <p:cNvSpPr txBox="1">
            <a:spLocks/>
          </p:cNvSpPr>
          <p:nvPr/>
        </p:nvSpPr>
        <p:spPr>
          <a:xfrm>
            <a:off x="911225" y="497766"/>
            <a:ext cx="10909300" cy="783083"/>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ru-RU" sz="22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Бисопролол</a:t>
            </a:r>
            <a:r>
              <a:rPr kumimoji="0" lang="ru-RU" sz="2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 обладает всеми преимуществами </a:t>
            </a:r>
            <a:br>
              <a:rPr kumimoji="0" lang="ru-RU" sz="2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br>
            <a:r>
              <a:rPr kumimoji="0" lang="ru-RU" sz="22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амфофильных</a:t>
            </a:r>
            <a:r>
              <a:rPr kumimoji="0" lang="ru-RU" sz="2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 </a:t>
            </a:r>
            <a:r>
              <a:rPr kumimoji="0" lang="el-GR" sz="2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β-</a:t>
            </a:r>
            <a:r>
              <a:rPr kumimoji="0" lang="ru-RU" sz="2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блокаторов</a:t>
            </a:r>
          </a:p>
        </p:txBody>
      </p:sp>
    </p:spTree>
    <p:extLst>
      <p:ext uri="{BB962C8B-B14F-4D97-AF65-F5344CB8AC3E}">
        <p14:creationId xmlns:p14="http://schemas.microsoft.com/office/powerpoint/2010/main" val="3567635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6B45D-0E35-E388-214C-99FA3FC186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72D1AD-50CE-C6B3-30C5-4E152045E628}"/>
              </a:ext>
            </a:extLst>
          </p:cNvPr>
          <p:cNvSpPr txBox="1">
            <a:spLocks/>
          </p:cNvSpPr>
          <p:nvPr/>
        </p:nvSpPr>
        <p:spPr>
          <a:xfrm>
            <a:off x="460418" y="889045"/>
            <a:ext cx="11338560" cy="768263"/>
          </a:xfrm>
          <a:prstGeom prst="rect">
            <a:avLst/>
          </a:prstGeom>
        </p:spPr>
        <p:txBody>
          <a:bodyPr lIns="91440" tIns="45720" rIns="91440" bIns="45720" anchor="b" anchorCtr="0"/>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ru-RU" sz="2800" b="1" i="0" u="none" strike="noStrike" kern="1200" cap="none" spc="0" normalizeH="0" baseline="0" noProof="0" dirty="0" err="1">
                <a:ln>
                  <a:noFill/>
                </a:ln>
                <a:solidFill>
                  <a:srgbClr val="2B3A42"/>
                </a:solidFill>
                <a:effectLst/>
                <a:uLnTx/>
                <a:uFillTx/>
                <a:latin typeface="Arial" panose="020B0604020202020204"/>
                <a:ea typeface="+mj-ea"/>
                <a:cs typeface="+mj-cs"/>
              </a:rPr>
              <a:t>Бисопролол</a:t>
            </a:r>
            <a:r>
              <a:rPr kumimoji="0" lang="ru-RU" sz="2800" b="1" i="0" u="none" strike="noStrike" kern="1200" cap="none" spc="0" normalizeH="0" baseline="0" noProof="0" dirty="0">
                <a:ln>
                  <a:noFill/>
                </a:ln>
                <a:solidFill>
                  <a:srgbClr val="2B3A42"/>
                </a:solidFill>
                <a:effectLst/>
                <a:uLnTx/>
                <a:uFillTx/>
                <a:latin typeface="Arial" panose="020B0604020202020204"/>
                <a:ea typeface="+mj-ea"/>
                <a:cs typeface="+mj-cs"/>
              </a:rPr>
              <a:t> (</a:t>
            </a:r>
            <a:r>
              <a:rPr kumimoji="0" lang="ru-RU" sz="2800" b="1" i="0" u="none" strike="noStrike" kern="1200" cap="none" spc="0" normalizeH="0" baseline="0" noProof="0" dirty="0" err="1">
                <a:ln>
                  <a:noFill/>
                </a:ln>
                <a:solidFill>
                  <a:srgbClr val="2B3A42"/>
                </a:solidFill>
                <a:effectLst/>
                <a:uLnTx/>
                <a:uFillTx/>
                <a:latin typeface="Arial" panose="020B0604020202020204"/>
                <a:ea typeface="+mj-ea"/>
                <a:cs typeface="+mj-cs"/>
              </a:rPr>
              <a:t>Конкор</a:t>
            </a:r>
            <a:r>
              <a:rPr kumimoji="0" lang="ru-RU" sz="2800" b="1" i="0" u="none" strike="noStrike" kern="1200" cap="none" spc="0" normalizeH="0" baseline="0" noProof="0" dirty="0">
                <a:ln>
                  <a:noFill/>
                </a:ln>
                <a:solidFill>
                  <a:srgbClr val="2B3A42"/>
                </a:solidFill>
                <a:effectLst/>
                <a:uLnTx/>
                <a:uFillTx/>
                <a:latin typeface="Arial" panose="020B0604020202020204"/>
                <a:ea typeface="+mj-ea"/>
                <a:cs typeface="+mj-cs"/>
              </a:rPr>
              <a:t>®) сочетает высокую β1-селективность, </a:t>
            </a:r>
            <a:r>
              <a:rPr kumimoji="0" lang="ru-RU" sz="2800" b="1" i="0" u="none" strike="noStrike" kern="1200" cap="none" spc="0" normalizeH="0" baseline="0" noProof="0" dirty="0" err="1">
                <a:ln>
                  <a:noFill/>
                </a:ln>
                <a:solidFill>
                  <a:srgbClr val="2B3A42"/>
                </a:solidFill>
                <a:effectLst/>
                <a:uLnTx/>
                <a:uFillTx/>
                <a:latin typeface="Arial" panose="020B0604020202020204"/>
                <a:ea typeface="+mj-ea"/>
                <a:cs typeface="+mj-cs"/>
              </a:rPr>
              <a:t>амфофильность</a:t>
            </a:r>
            <a:r>
              <a:rPr kumimoji="0" lang="ru-RU" sz="2800" b="1" i="0" u="none" strike="noStrike" kern="1200" cap="none" spc="0" normalizeH="0" baseline="0" noProof="0" dirty="0">
                <a:ln>
                  <a:noFill/>
                </a:ln>
                <a:solidFill>
                  <a:srgbClr val="2B3A42"/>
                </a:solidFill>
                <a:effectLst/>
                <a:uLnTx/>
                <a:uFillTx/>
                <a:latin typeface="Arial" panose="020B0604020202020204"/>
                <a:ea typeface="+mj-ea"/>
                <a:cs typeface="+mj-cs"/>
              </a:rPr>
              <a:t> и благоприятный профиль безопасности</a:t>
            </a:r>
            <a:endParaRPr kumimoji="0" lang="en-US" sz="2800" b="1" i="0" u="none" strike="noStrike" kern="1200" cap="none" spc="0" normalizeH="0" baseline="0" noProof="0" dirty="0">
              <a:ln>
                <a:noFill/>
              </a:ln>
              <a:solidFill>
                <a:srgbClr val="2B3A42"/>
              </a:solidFill>
              <a:effectLst/>
              <a:uLnTx/>
              <a:uFillTx/>
              <a:latin typeface="Arial" panose="020B0604020202020204"/>
              <a:ea typeface="+mj-ea"/>
              <a:cs typeface="+mj-cs"/>
            </a:endParaRPr>
          </a:p>
        </p:txBody>
      </p:sp>
      <p:sp>
        <p:nvSpPr>
          <p:cNvPr id="3" name="Oval 2">
            <a:extLst>
              <a:ext uri="{FF2B5EF4-FFF2-40B4-BE49-F238E27FC236}">
                <a16:creationId xmlns:a16="http://schemas.microsoft.com/office/drawing/2014/main" id="{53783DB4-423C-9D46-C340-63F679C1A5CD}"/>
              </a:ext>
            </a:extLst>
          </p:cNvPr>
          <p:cNvSpPr>
            <a:spLocks noChangeAspect="1"/>
          </p:cNvSpPr>
          <p:nvPr/>
        </p:nvSpPr>
        <p:spPr>
          <a:xfrm>
            <a:off x="443079" y="3230858"/>
            <a:ext cx="941338" cy="959261"/>
          </a:xfrm>
          <a:prstGeom prst="ellipse">
            <a:avLst/>
          </a:prstGeom>
          <a:solidFill>
            <a:srgbClr val="FFFFFF"/>
          </a:solidFill>
          <a:ln w="12700" cap="flat" cmpd="sng" algn="ctr">
            <a:solidFill>
              <a:srgbClr val="FFFFFF"/>
            </a:solidFill>
            <a:prstDash val="solid"/>
            <a:miter lim="800000"/>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4" name="Oval 3">
            <a:extLst>
              <a:ext uri="{FF2B5EF4-FFF2-40B4-BE49-F238E27FC236}">
                <a16:creationId xmlns:a16="http://schemas.microsoft.com/office/drawing/2014/main" id="{F685015F-C47E-3EC3-4CC8-1BF04860604F}"/>
              </a:ext>
            </a:extLst>
          </p:cNvPr>
          <p:cNvSpPr>
            <a:spLocks noChangeAspect="1"/>
          </p:cNvSpPr>
          <p:nvPr/>
        </p:nvSpPr>
        <p:spPr>
          <a:xfrm>
            <a:off x="460418" y="3251347"/>
            <a:ext cx="914400" cy="914400"/>
          </a:xfrm>
          <a:prstGeom prst="ellipse">
            <a:avLst/>
          </a:prstGeom>
          <a:solidFill>
            <a:srgbClr val="005587"/>
          </a:solidFill>
          <a:ln w="12700" cap="flat" cmpd="sng" algn="ctr">
            <a:noFill/>
            <a:prstDash val="solid"/>
            <a:miter lim="800000"/>
          </a:ln>
          <a:effectLst/>
        </p:spPr>
        <p:txBody>
          <a:bodyPr wrap="none" lIns="0" r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2</a:t>
            </a:r>
          </a:p>
        </p:txBody>
      </p:sp>
      <p:sp>
        <p:nvSpPr>
          <p:cNvPr id="5" name="Oval 4">
            <a:extLst>
              <a:ext uri="{FF2B5EF4-FFF2-40B4-BE49-F238E27FC236}">
                <a16:creationId xmlns:a16="http://schemas.microsoft.com/office/drawing/2014/main" id="{66E7BFFB-AD2C-DC0A-F779-7DCA9DA526B1}"/>
              </a:ext>
            </a:extLst>
          </p:cNvPr>
          <p:cNvSpPr>
            <a:spLocks noChangeAspect="1"/>
          </p:cNvSpPr>
          <p:nvPr/>
        </p:nvSpPr>
        <p:spPr>
          <a:xfrm>
            <a:off x="443079" y="2064592"/>
            <a:ext cx="941338" cy="959261"/>
          </a:xfrm>
          <a:prstGeom prst="ellipse">
            <a:avLst/>
          </a:prstGeom>
          <a:solidFill>
            <a:srgbClr val="FFFFFF"/>
          </a:solidFill>
          <a:ln w="12700" cap="flat" cmpd="sng" algn="ctr">
            <a:solidFill>
              <a:srgbClr val="FFFFFF"/>
            </a:solidFill>
            <a:prstDash val="solid"/>
            <a:miter lim="800000"/>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6" name="Oval 5">
            <a:extLst>
              <a:ext uri="{FF2B5EF4-FFF2-40B4-BE49-F238E27FC236}">
                <a16:creationId xmlns:a16="http://schemas.microsoft.com/office/drawing/2014/main" id="{9904E8C4-22D6-4BC5-FEC3-44FEC639BB66}"/>
              </a:ext>
            </a:extLst>
          </p:cNvPr>
          <p:cNvSpPr>
            <a:spLocks noChangeAspect="1"/>
          </p:cNvSpPr>
          <p:nvPr/>
        </p:nvSpPr>
        <p:spPr>
          <a:xfrm>
            <a:off x="460418" y="2085082"/>
            <a:ext cx="914400" cy="914400"/>
          </a:xfrm>
          <a:prstGeom prst="ellipse">
            <a:avLst/>
          </a:prstGeom>
          <a:solidFill>
            <a:srgbClr val="00A3E0"/>
          </a:solidFill>
          <a:ln w="12700" cap="flat" cmpd="sng" algn="ctr">
            <a:noFill/>
            <a:prstDash val="solid"/>
            <a:miter lim="800000"/>
          </a:ln>
          <a:effectLst/>
        </p:spPr>
        <p:txBody>
          <a:bodyPr wrap="none" lIns="0" r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1</a:t>
            </a:r>
          </a:p>
        </p:txBody>
      </p:sp>
      <p:sp>
        <p:nvSpPr>
          <p:cNvPr id="7" name="Oval 6">
            <a:extLst>
              <a:ext uri="{FF2B5EF4-FFF2-40B4-BE49-F238E27FC236}">
                <a16:creationId xmlns:a16="http://schemas.microsoft.com/office/drawing/2014/main" id="{1E9735C4-D761-3643-330D-53E2A916F7F1}"/>
              </a:ext>
            </a:extLst>
          </p:cNvPr>
          <p:cNvSpPr>
            <a:spLocks noChangeAspect="1"/>
          </p:cNvSpPr>
          <p:nvPr/>
        </p:nvSpPr>
        <p:spPr>
          <a:xfrm>
            <a:off x="443079" y="4397124"/>
            <a:ext cx="941338" cy="959261"/>
          </a:xfrm>
          <a:prstGeom prst="ellipse">
            <a:avLst/>
          </a:prstGeom>
          <a:solidFill>
            <a:srgbClr val="FFFFFF"/>
          </a:solidFill>
          <a:ln w="12700" cap="flat" cmpd="sng" algn="ctr">
            <a:solidFill>
              <a:srgbClr val="FFFFFF"/>
            </a:solidFill>
            <a:prstDash val="solid"/>
            <a:miter lim="800000"/>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8" name="Oval 7">
            <a:extLst>
              <a:ext uri="{FF2B5EF4-FFF2-40B4-BE49-F238E27FC236}">
                <a16:creationId xmlns:a16="http://schemas.microsoft.com/office/drawing/2014/main" id="{BDCEAB02-B807-D942-6E05-1F41D98961FB}"/>
              </a:ext>
            </a:extLst>
          </p:cNvPr>
          <p:cNvSpPr>
            <a:spLocks noChangeAspect="1"/>
          </p:cNvSpPr>
          <p:nvPr/>
        </p:nvSpPr>
        <p:spPr>
          <a:xfrm>
            <a:off x="460418" y="4417614"/>
            <a:ext cx="914400" cy="914400"/>
          </a:xfrm>
          <a:prstGeom prst="ellipse">
            <a:avLst/>
          </a:prstGeom>
          <a:solidFill>
            <a:srgbClr val="43B02A"/>
          </a:solidFill>
          <a:ln w="12700" cap="flat" cmpd="sng" algn="ctr">
            <a:noFill/>
            <a:prstDash val="solid"/>
            <a:miter lim="800000"/>
          </a:ln>
          <a:effectLst/>
        </p:spPr>
        <p:txBody>
          <a:bodyPr wrap="none" lIns="0" r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3</a:t>
            </a:r>
          </a:p>
        </p:txBody>
      </p:sp>
      <p:sp>
        <p:nvSpPr>
          <p:cNvPr id="11" name="Arc 10">
            <a:extLst>
              <a:ext uri="{FF2B5EF4-FFF2-40B4-BE49-F238E27FC236}">
                <a16:creationId xmlns:a16="http://schemas.microsoft.com/office/drawing/2014/main" id="{E8EC3287-33EB-6EB6-4332-72DE0A69B889}"/>
              </a:ext>
            </a:extLst>
          </p:cNvPr>
          <p:cNvSpPr/>
          <p:nvPr/>
        </p:nvSpPr>
        <p:spPr>
          <a:xfrm flipH="1">
            <a:off x="378664" y="2008100"/>
            <a:ext cx="1070167" cy="1072245"/>
          </a:xfrm>
          <a:prstGeom prst="arc">
            <a:avLst>
              <a:gd name="adj1" fmla="val 16200000"/>
              <a:gd name="adj2" fmla="val 5498192"/>
            </a:avLst>
          </a:prstGeom>
          <a:noFill/>
          <a:ln w="38100" cap="rnd" cmpd="sng" algn="ctr">
            <a:solidFill>
              <a:srgbClr val="00A3E0"/>
            </a:solidFill>
            <a:prstDash val="solid"/>
            <a:roun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B3A42"/>
              </a:solidFill>
              <a:effectLst/>
              <a:uLnTx/>
              <a:uFillTx/>
              <a:latin typeface="Arial" panose="020B0604020202020204"/>
              <a:ea typeface="+mn-ea"/>
              <a:cs typeface="+mn-cs"/>
            </a:endParaRPr>
          </a:p>
        </p:txBody>
      </p:sp>
      <p:sp>
        <p:nvSpPr>
          <p:cNvPr id="12" name="Arc 11">
            <a:extLst>
              <a:ext uri="{FF2B5EF4-FFF2-40B4-BE49-F238E27FC236}">
                <a16:creationId xmlns:a16="http://schemas.microsoft.com/office/drawing/2014/main" id="{9DB848A8-C2DE-B09D-719B-E319ED3A4F88}"/>
              </a:ext>
            </a:extLst>
          </p:cNvPr>
          <p:cNvSpPr/>
          <p:nvPr/>
        </p:nvSpPr>
        <p:spPr>
          <a:xfrm flipH="1">
            <a:off x="378664" y="3174365"/>
            <a:ext cx="1070167" cy="1072245"/>
          </a:xfrm>
          <a:prstGeom prst="arc">
            <a:avLst>
              <a:gd name="adj1" fmla="val 16200000"/>
              <a:gd name="adj2" fmla="val 5526258"/>
            </a:avLst>
          </a:prstGeom>
          <a:noFill/>
          <a:ln w="38100" cap="rnd" cmpd="sng" algn="ctr">
            <a:solidFill>
              <a:srgbClr val="005587"/>
            </a:solidFill>
            <a:prstDash val="solid"/>
            <a:roun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B3A42"/>
              </a:solidFill>
              <a:effectLst/>
              <a:uLnTx/>
              <a:uFillTx/>
              <a:latin typeface="Arial" panose="020B0604020202020204"/>
              <a:ea typeface="+mn-ea"/>
              <a:cs typeface="+mn-cs"/>
            </a:endParaRPr>
          </a:p>
        </p:txBody>
      </p:sp>
      <p:sp>
        <p:nvSpPr>
          <p:cNvPr id="13" name="Arc 12">
            <a:extLst>
              <a:ext uri="{FF2B5EF4-FFF2-40B4-BE49-F238E27FC236}">
                <a16:creationId xmlns:a16="http://schemas.microsoft.com/office/drawing/2014/main" id="{B3764A33-6335-32CB-21CD-59BFAA42DD5A}"/>
              </a:ext>
            </a:extLst>
          </p:cNvPr>
          <p:cNvSpPr/>
          <p:nvPr/>
        </p:nvSpPr>
        <p:spPr>
          <a:xfrm flipH="1">
            <a:off x="378664" y="4340632"/>
            <a:ext cx="1070167" cy="1072245"/>
          </a:xfrm>
          <a:prstGeom prst="arc">
            <a:avLst>
              <a:gd name="adj1" fmla="val 16200000"/>
              <a:gd name="adj2" fmla="val 5462501"/>
            </a:avLst>
          </a:prstGeom>
          <a:noFill/>
          <a:ln w="38100" cap="rnd" cmpd="sng" algn="ctr">
            <a:solidFill>
              <a:srgbClr val="43B02A"/>
            </a:solidFill>
            <a:prstDash val="solid"/>
            <a:roun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B3A42"/>
              </a:solidFill>
              <a:effectLst/>
              <a:uLnTx/>
              <a:uFillTx/>
              <a:latin typeface="Arial" panose="020B0604020202020204"/>
              <a:ea typeface="+mn-ea"/>
              <a:cs typeface="+mn-cs"/>
            </a:endParaRPr>
          </a:p>
        </p:txBody>
      </p:sp>
      <p:cxnSp>
        <p:nvCxnSpPr>
          <p:cNvPr id="15" name="Straight Connector 14">
            <a:extLst>
              <a:ext uri="{FF2B5EF4-FFF2-40B4-BE49-F238E27FC236}">
                <a16:creationId xmlns:a16="http://schemas.microsoft.com/office/drawing/2014/main" id="{A4C15B1D-6B0B-CB5D-29A9-06D548DB5136}"/>
              </a:ext>
            </a:extLst>
          </p:cNvPr>
          <p:cNvCxnSpPr>
            <a:cxnSpLocks/>
          </p:cNvCxnSpPr>
          <p:nvPr/>
        </p:nvCxnSpPr>
        <p:spPr>
          <a:xfrm>
            <a:off x="913986" y="3080345"/>
            <a:ext cx="10800220" cy="0"/>
          </a:xfrm>
          <a:prstGeom prst="line">
            <a:avLst/>
          </a:prstGeom>
          <a:noFill/>
          <a:ln w="38100" cap="rnd" cmpd="sng" algn="ctr">
            <a:solidFill>
              <a:srgbClr val="00A3E0"/>
            </a:solidFill>
            <a:prstDash val="solid"/>
            <a:round/>
          </a:ln>
          <a:effectLst/>
        </p:spPr>
      </p:cxnSp>
      <p:cxnSp>
        <p:nvCxnSpPr>
          <p:cNvPr id="16" name="Straight Connector 15">
            <a:extLst>
              <a:ext uri="{FF2B5EF4-FFF2-40B4-BE49-F238E27FC236}">
                <a16:creationId xmlns:a16="http://schemas.microsoft.com/office/drawing/2014/main" id="{4F151BCD-48B1-0E12-486C-9F47E98CCE41}"/>
              </a:ext>
            </a:extLst>
          </p:cNvPr>
          <p:cNvCxnSpPr>
            <a:cxnSpLocks/>
          </p:cNvCxnSpPr>
          <p:nvPr/>
        </p:nvCxnSpPr>
        <p:spPr>
          <a:xfrm>
            <a:off x="923467" y="4246611"/>
            <a:ext cx="10800220" cy="0"/>
          </a:xfrm>
          <a:prstGeom prst="line">
            <a:avLst/>
          </a:prstGeom>
          <a:noFill/>
          <a:ln w="38100" cap="rnd" cmpd="sng" algn="ctr">
            <a:solidFill>
              <a:srgbClr val="005587"/>
            </a:solidFill>
            <a:prstDash val="solid"/>
            <a:round/>
          </a:ln>
          <a:effectLst/>
        </p:spPr>
      </p:cxnSp>
      <p:cxnSp>
        <p:nvCxnSpPr>
          <p:cNvPr id="17" name="Straight Connector 16">
            <a:extLst>
              <a:ext uri="{FF2B5EF4-FFF2-40B4-BE49-F238E27FC236}">
                <a16:creationId xmlns:a16="http://schemas.microsoft.com/office/drawing/2014/main" id="{F7267DA1-5CC9-9A33-3733-139A65E787A5}"/>
              </a:ext>
            </a:extLst>
          </p:cNvPr>
          <p:cNvCxnSpPr>
            <a:cxnSpLocks/>
          </p:cNvCxnSpPr>
          <p:nvPr/>
        </p:nvCxnSpPr>
        <p:spPr>
          <a:xfrm>
            <a:off x="923467" y="5412877"/>
            <a:ext cx="10800220" cy="0"/>
          </a:xfrm>
          <a:prstGeom prst="line">
            <a:avLst/>
          </a:prstGeom>
          <a:noFill/>
          <a:ln w="38100" cap="rnd" cmpd="sng" algn="ctr">
            <a:solidFill>
              <a:srgbClr val="43B02A"/>
            </a:solidFill>
            <a:prstDash val="solid"/>
            <a:round/>
          </a:ln>
          <a:effectLst/>
        </p:spPr>
      </p:cxnSp>
      <p:sp>
        <p:nvSpPr>
          <p:cNvPr id="19" name="Rounded Rectangle 69">
            <a:extLst>
              <a:ext uri="{FF2B5EF4-FFF2-40B4-BE49-F238E27FC236}">
                <a16:creationId xmlns:a16="http://schemas.microsoft.com/office/drawing/2014/main" id="{DCC6AF0D-0A43-C389-21DA-BC66EE2B7246}"/>
              </a:ext>
            </a:extLst>
          </p:cNvPr>
          <p:cNvSpPr>
            <a:spLocks/>
          </p:cNvSpPr>
          <p:nvPr/>
        </p:nvSpPr>
        <p:spPr>
          <a:xfrm>
            <a:off x="1470375" y="2144046"/>
            <a:ext cx="10278545" cy="816240"/>
          </a:xfrm>
          <a:prstGeom prst="rect">
            <a:avLst/>
          </a:prstGeom>
          <a:noFill/>
          <a:ln w="12700" cap="flat" cmpd="sng" algn="ctr">
            <a:noFill/>
            <a:prstDash val="solid"/>
            <a:miter lim="800000"/>
          </a:ln>
          <a:effectLst/>
        </p:spPr>
        <p:txBody>
          <a:bodyPr rtlCol="0" anchor="ctr" anchorCtr="0"/>
          <a:lstStyle/>
          <a:p>
            <a:pPr marL="0" marR="0" lvl="0" indent="0" algn="l" defTabSz="914400" rtl="0" eaLnBrk="1" fontAlgn="base" latinLnBrk="0" hangingPunct="1">
              <a:lnSpc>
                <a:spcPct val="100000"/>
              </a:lnSpc>
              <a:spcBef>
                <a:spcPts val="0"/>
              </a:spcBef>
              <a:spcAft>
                <a:spcPts val="300"/>
              </a:spcAft>
              <a:buClrTx/>
              <a:buSzTx/>
              <a:buFontTx/>
              <a:buNone/>
              <a:tabLst/>
              <a:defRPr/>
            </a:pPr>
            <a:r>
              <a:rPr kumimoji="0" lang="ru-RU" sz="16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β1-селективность в 19,6× выше по сравнению с β2 - минимизирует риск бронхоспазма, периферической </a:t>
            </a:r>
            <a:r>
              <a:rPr kumimoji="0" lang="ru-RU" sz="1600" b="1" i="0" u="none" strike="noStrike" kern="0" cap="none" spc="0" normalizeH="0" baseline="0" noProof="0" dirty="0" err="1">
                <a:ln>
                  <a:noFill/>
                </a:ln>
                <a:solidFill>
                  <a:srgbClr val="2B3A42"/>
                </a:solidFill>
                <a:effectLst/>
                <a:uLnTx/>
                <a:uFillTx/>
                <a:latin typeface="Arial" panose="020B0604020202020204" pitchFamily="34" charset="0"/>
                <a:ea typeface="+mn-ea"/>
                <a:cs typeface="Arial" panose="020B0604020202020204" pitchFamily="34" charset="0"/>
              </a:rPr>
              <a:t>вазоконстрикции</a:t>
            </a:r>
            <a:r>
              <a:rPr kumimoji="0" lang="ru-RU" sz="16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эректильной дисфункции</a:t>
            </a:r>
            <a:endParaRPr kumimoji="0" lang="en-US" sz="16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endParaRPr>
          </a:p>
        </p:txBody>
      </p:sp>
      <p:sp>
        <p:nvSpPr>
          <p:cNvPr id="20" name="Rounded Rectangle 69">
            <a:extLst>
              <a:ext uri="{FF2B5EF4-FFF2-40B4-BE49-F238E27FC236}">
                <a16:creationId xmlns:a16="http://schemas.microsoft.com/office/drawing/2014/main" id="{0D840B31-4CCB-FD12-3618-8D5A45B085A4}"/>
              </a:ext>
            </a:extLst>
          </p:cNvPr>
          <p:cNvSpPr>
            <a:spLocks/>
          </p:cNvSpPr>
          <p:nvPr/>
        </p:nvSpPr>
        <p:spPr>
          <a:xfrm>
            <a:off x="1470375" y="3310312"/>
            <a:ext cx="10278545" cy="816240"/>
          </a:xfrm>
          <a:prstGeom prst="rect">
            <a:avLst/>
          </a:prstGeom>
          <a:noFill/>
          <a:ln w="12700" cap="flat" cmpd="sng" algn="ctr">
            <a:noFill/>
            <a:prstDash val="solid"/>
            <a:miter lim="800000"/>
          </a:ln>
          <a:effectLst/>
        </p:spPr>
        <p:txBody>
          <a:bodyPr rtlCol="0" anchor="ctr" anchorCtr="0"/>
          <a:lstStyle/>
          <a:p>
            <a:pPr lvl="0" fontAlgn="base">
              <a:spcAft>
                <a:spcPts val="300"/>
              </a:spcAft>
              <a:defRPr/>
            </a:pPr>
            <a:r>
              <a:rPr kumimoji="0" lang="ru-RU" sz="1600" b="1" i="0" u="none" strike="noStrike" kern="0" cap="none" spc="0" normalizeH="0" baseline="0" noProof="0" dirty="0" err="1">
                <a:ln>
                  <a:noFill/>
                </a:ln>
                <a:solidFill>
                  <a:srgbClr val="2B3A42"/>
                </a:solidFill>
                <a:effectLst/>
                <a:uLnTx/>
                <a:uFillTx/>
                <a:latin typeface="Arial" panose="020B0604020202020204" pitchFamily="34" charset="0"/>
                <a:ea typeface="+mn-ea"/>
                <a:cs typeface="Arial" panose="020B0604020202020204" pitchFamily="34" charset="0"/>
              </a:rPr>
              <a:t>Амфофильный</a:t>
            </a:r>
            <a:r>
              <a:rPr kumimoji="0" lang="ru-RU" sz="16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профиль </a:t>
            </a:r>
            <a:r>
              <a:rPr lang="ru-RU" sz="1600" dirty="0"/>
              <a:t>—</a:t>
            </a:r>
            <a:r>
              <a:rPr kumimoji="0" lang="ru-RU" sz="16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сочетает преимущества гидро- и </a:t>
            </a:r>
            <a:r>
              <a:rPr kumimoji="0" lang="ru-RU" sz="1600" b="1" i="0" u="none" strike="noStrike" kern="0" cap="none" spc="0" normalizeH="0" baseline="0" noProof="0" dirty="0" err="1">
                <a:ln>
                  <a:noFill/>
                </a:ln>
                <a:solidFill>
                  <a:srgbClr val="2B3A42"/>
                </a:solidFill>
                <a:effectLst/>
                <a:uLnTx/>
                <a:uFillTx/>
                <a:latin typeface="Arial" panose="020B0604020202020204" pitchFamily="34" charset="0"/>
                <a:ea typeface="+mn-ea"/>
                <a:cs typeface="Arial" panose="020B0604020202020204" pitchFamily="34" charset="0"/>
              </a:rPr>
              <a:t>липофильных</a:t>
            </a:r>
            <a:r>
              <a:rPr kumimoji="0" lang="ru-RU" sz="16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β-блокаторов: предсказуемая фармакокинетика и центральное действие</a:t>
            </a:r>
            <a:endParaRPr kumimoji="0" lang="en-US" sz="1600" b="1" i="0" u="none" strike="noStrike" kern="0" cap="none" spc="0" normalizeH="0" baseline="30000" noProof="0" dirty="0">
              <a:ln>
                <a:noFill/>
              </a:ln>
              <a:solidFill>
                <a:srgbClr val="2B3A42"/>
              </a:solidFill>
              <a:effectLst/>
              <a:uLnTx/>
              <a:uFillTx/>
              <a:latin typeface="Arial" panose="020B0604020202020204" pitchFamily="34" charset="0"/>
              <a:ea typeface="+mn-ea"/>
              <a:cs typeface="Arial" panose="020B0604020202020204" pitchFamily="34" charset="0"/>
            </a:endParaRPr>
          </a:p>
        </p:txBody>
      </p:sp>
      <p:sp>
        <p:nvSpPr>
          <p:cNvPr id="21" name="Rounded Rectangle 69">
            <a:extLst>
              <a:ext uri="{FF2B5EF4-FFF2-40B4-BE49-F238E27FC236}">
                <a16:creationId xmlns:a16="http://schemas.microsoft.com/office/drawing/2014/main" id="{CDA1009E-F719-E5D1-B908-95A79EE39145}"/>
              </a:ext>
            </a:extLst>
          </p:cNvPr>
          <p:cNvSpPr>
            <a:spLocks/>
          </p:cNvSpPr>
          <p:nvPr/>
        </p:nvSpPr>
        <p:spPr>
          <a:xfrm>
            <a:off x="1470375" y="4476578"/>
            <a:ext cx="10278545" cy="816240"/>
          </a:xfrm>
          <a:prstGeom prst="rect">
            <a:avLst/>
          </a:prstGeom>
          <a:noFill/>
          <a:ln w="12700" cap="flat" cmpd="sng" algn="ctr">
            <a:noFill/>
            <a:prstDash val="solid"/>
            <a:miter lim="800000"/>
          </a:ln>
          <a:effectLst/>
        </p:spPr>
        <p:txBody>
          <a:bodyPr rtlCol="0" anchor="ctr" anchorCtr="0"/>
          <a:lstStyle/>
          <a:p>
            <a:pPr fontAlgn="base">
              <a:spcAft>
                <a:spcPts val="300"/>
              </a:spcAft>
              <a:defRPr/>
            </a:pPr>
            <a:r>
              <a:rPr lang="ru-RU" sz="1600" b="1" kern="0" dirty="0">
                <a:solidFill>
                  <a:srgbClr val="2B3A42"/>
                </a:solidFill>
                <a:latin typeface="Arial" panose="020B0604020202020204" pitchFamily="34" charset="0"/>
                <a:cs typeface="Arial" panose="020B0604020202020204" pitchFamily="34" charset="0"/>
              </a:rPr>
              <a:t>Метаболическая нейтральность — отсутствие влияния на липиды и глюкозу</a:t>
            </a:r>
          </a:p>
          <a:p>
            <a:pPr lvl="0" fontAlgn="base">
              <a:spcAft>
                <a:spcPts val="300"/>
              </a:spcAft>
              <a:defRPr/>
            </a:pPr>
            <a:r>
              <a:rPr lang="ru-RU" sz="1600" b="1" kern="0" dirty="0">
                <a:solidFill>
                  <a:srgbClr val="2B3A42"/>
                </a:solidFill>
                <a:latin typeface="Arial" panose="020B0604020202020204" pitchFamily="34" charset="0"/>
                <a:cs typeface="Arial" panose="020B0604020202020204" pitchFamily="34" charset="0"/>
              </a:rPr>
              <a:t> и высокая биодоступность —  90%</a:t>
            </a:r>
          </a:p>
        </p:txBody>
      </p:sp>
      <p:sp>
        <p:nvSpPr>
          <p:cNvPr id="9" name="Rectangle: Diagonal Corners Snipped 8">
            <a:extLst>
              <a:ext uri="{FF2B5EF4-FFF2-40B4-BE49-F238E27FC236}">
                <a16:creationId xmlns:a16="http://schemas.microsoft.com/office/drawing/2014/main" id="{7375916A-ADD7-9E49-2D11-84CC6A5B416B}"/>
              </a:ext>
            </a:extLst>
          </p:cNvPr>
          <p:cNvSpPr/>
          <p:nvPr/>
        </p:nvSpPr>
        <p:spPr>
          <a:xfrm>
            <a:off x="135265" y="54164"/>
            <a:ext cx="3220999" cy="400614"/>
          </a:xfrm>
          <a:prstGeom prst="snip2Diag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b="1" i="1" dirty="0">
                <a:latin typeface="Verdana" panose="020B0604030504040204" pitchFamily="34" charset="0"/>
                <a:ea typeface="Verdana" panose="020B0604030504040204" pitchFamily="34" charset="0"/>
              </a:rPr>
              <a:t>Главное из блока</a:t>
            </a:r>
          </a:p>
        </p:txBody>
      </p:sp>
    </p:spTree>
    <p:extLst>
      <p:ext uri="{BB962C8B-B14F-4D97-AF65-F5344CB8AC3E}">
        <p14:creationId xmlns:p14="http://schemas.microsoft.com/office/powerpoint/2010/main" val="37388943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FCF04-E6C8-19F7-B80E-9C5EB0BEE860}"/>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4E220D5F-811E-0F4F-94EB-67851BBDB1F7}"/>
              </a:ext>
            </a:extLst>
          </p:cNvPr>
          <p:cNvSpPr>
            <a:spLocks noGrp="1"/>
          </p:cNvSpPr>
          <p:nvPr>
            <p:ph type="title"/>
          </p:nvPr>
        </p:nvSpPr>
        <p:spPr bwMode="gray">
          <a:xfrm>
            <a:off x="5765800" y="2240992"/>
            <a:ext cx="5943600" cy="2232000"/>
          </a:xfrm>
        </p:spPr>
        <p:txBody>
          <a:bodyPr/>
          <a:lstStyle/>
          <a:p>
            <a:r>
              <a:rPr lang="ru-RU" sz="4000" b="1" dirty="0">
                <a:latin typeface="Arial (Headings)"/>
              </a:rPr>
              <a:t>Оптимальная медикаментозная терапия в эпоху </a:t>
            </a:r>
            <a:r>
              <a:rPr lang="ru-RU" sz="4000" b="1" dirty="0" err="1">
                <a:latin typeface="Arial (Headings)"/>
              </a:rPr>
              <a:t>реваскуляризации</a:t>
            </a:r>
            <a:endParaRPr lang="en-US" sz="4000" b="1" dirty="0">
              <a:latin typeface="Arial (Headings)"/>
            </a:endParaRPr>
          </a:p>
        </p:txBody>
      </p:sp>
    </p:spTree>
    <p:custDataLst>
      <p:tags r:id="rId1"/>
    </p:custDataLst>
    <p:extLst>
      <p:ext uri="{BB962C8B-B14F-4D97-AF65-F5344CB8AC3E}">
        <p14:creationId xmlns:p14="http://schemas.microsoft.com/office/powerpoint/2010/main" val="1105977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Freeform 35">
            <a:extLst>
              <a:ext uri="{FF2B5EF4-FFF2-40B4-BE49-F238E27FC236}">
                <a16:creationId xmlns:a16="http://schemas.microsoft.com/office/drawing/2014/main" id="{5808AB60-AD9D-A2EF-06B4-7E38172D86CA}"/>
              </a:ext>
            </a:extLst>
          </p:cNvPr>
          <p:cNvSpPr/>
          <p:nvPr/>
        </p:nvSpPr>
        <p:spPr>
          <a:xfrm>
            <a:off x="5397500" y="4160350"/>
            <a:ext cx="6325754" cy="2109787"/>
          </a:xfrm>
          <a:prstGeom prst="roundRect">
            <a:avLst>
              <a:gd name="adj" fmla="val 4327"/>
            </a:avLst>
          </a:prstGeom>
          <a:noFill/>
          <a:ln w="12700" cap="flat" cmpd="sng" algn="ctr">
            <a:noFill/>
            <a:prstDash val="solid"/>
            <a:miter lim="800000"/>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7" name="Freeform 35">
            <a:extLst>
              <a:ext uri="{FF2B5EF4-FFF2-40B4-BE49-F238E27FC236}">
                <a16:creationId xmlns:a16="http://schemas.microsoft.com/office/drawing/2014/main" id="{1D2FA21C-44F8-A586-1998-805046F97505}"/>
              </a:ext>
            </a:extLst>
          </p:cNvPr>
          <p:cNvSpPr/>
          <p:nvPr/>
        </p:nvSpPr>
        <p:spPr>
          <a:xfrm>
            <a:off x="5397500" y="1706563"/>
            <a:ext cx="6325754" cy="2109787"/>
          </a:xfrm>
          <a:prstGeom prst="roundRect">
            <a:avLst>
              <a:gd name="adj" fmla="val 4327"/>
            </a:avLst>
          </a:prstGeom>
          <a:noFill/>
          <a:ln w="12700" cap="flat" cmpd="sng" algn="ctr">
            <a:noFill/>
            <a:prstDash val="solid"/>
            <a:miter lim="800000"/>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8" name="Title 6">
            <a:extLst>
              <a:ext uri="{FF2B5EF4-FFF2-40B4-BE49-F238E27FC236}">
                <a16:creationId xmlns:a16="http://schemas.microsoft.com/office/drawing/2014/main" id="{2CB7AEEB-61C0-D104-66B0-CF6B0301CB90}"/>
              </a:ext>
            </a:extLst>
          </p:cNvPr>
          <p:cNvSpPr txBox="1">
            <a:spLocks/>
          </p:cNvSpPr>
          <p:nvPr/>
        </p:nvSpPr>
        <p:spPr>
          <a:xfrm>
            <a:off x="384694" y="294468"/>
            <a:ext cx="11338560" cy="768263"/>
          </a:xfrm>
          <a:prstGeom prst="rect">
            <a:avLst/>
          </a:prstGeom>
        </p:spPr>
        <p:txBody>
          <a:bodyPr lIns="91440" tIns="45720" rIns="91440" bIns="45720" anchor="b" anchorCtr="0"/>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ru-RU" sz="2800" b="1" i="0" u="none" strike="noStrike" kern="1200" cap="none" spc="0" normalizeH="0" baseline="0" noProof="0" dirty="0">
                <a:ln>
                  <a:noFill/>
                </a:ln>
                <a:solidFill>
                  <a:srgbClr val="2B3A42"/>
                </a:solidFill>
                <a:effectLst/>
                <a:uLnTx/>
                <a:uFillTx/>
                <a:latin typeface="Arial" panose="020B0604020202020204"/>
                <a:ea typeface="+mj-ea"/>
                <a:cs typeface="+mj-cs"/>
              </a:rPr>
              <a:t>ISCHEMIA (2020): инвазивная стратегия не превосходит ОМТ при стабильной ИБС</a:t>
            </a:r>
            <a:endParaRPr kumimoji="0" lang="en-US" sz="2800" b="1" i="0" u="none" strike="noStrike" kern="1200" cap="none" spc="0" normalizeH="0" baseline="0" noProof="0" dirty="0">
              <a:ln>
                <a:noFill/>
              </a:ln>
              <a:solidFill>
                <a:srgbClr val="2B3A42"/>
              </a:solidFill>
              <a:effectLst/>
              <a:uLnTx/>
              <a:uFillTx/>
              <a:latin typeface="Arial" panose="020B0604020202020204"/>
              <a:ea typeface="+mj-ea"/>
              <a:cs typeface="+mj-cs"/>
            </a:endParaRPr>
          </a:p>
        </p:txBody>
      </p:sp>
      <p:sp>
        <p:nvSpPr>
          <p:cNvPr id="29" name="Rectangle 28">
            <a:extLst>
              <a:ext uri="{FF2B5EF4-FFF2-40B4-BE49-F238E27FC236}">
                <a16:creationId xmlns:a16="http://schemas.microsoft.com/office/drawing/2014/main" id="{095D7EA0-006A-424D-3CE1-A4F99567D1ED}"/>
              </a:ext>
            </a:extLst>
          </p:cNvPr>
          <p:cNvSpPr/>
          <p:nvPr/>
        </p:nvSpPr>
        <p:spPr>
          <a:xfrm>
            <a:off x="381000" y="2777067"/>
            <a:ext cx="4953000" cy="2421466"/>
          </a:xfrm>
          <a:prstGeom prst="rect">
            <a:avLst/>
          </a:prstGeom>
          <a:noFill/>
          <a:ln w="12700" cap="flat" cmpd="sng" algn="ctr">
            <a:noFill/>
            <a:prstDash val="solid"/>
            <a:miter lim="800000"/>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30" name="Rectangle: Rounded Corners 29">
            <a:extLst>
              <a:ext uri="{FF2B5EF4-FFF2-40B4-BE49-F238E27FC236}">
                <a16:creationId xmlns:a16="http://schemas.microsoft.com/office/drawing/2014/main" id="{CFA3E71F-D2AB-F486-E977-8C8B16510E8F}"/>
              </a:ext>
            </a:extLst>
          </p:cNvPr>
          <p:cNvSpPr/>
          <p:nvPr/>
        </p:nvSpPr>
        <p:spPr>
          <a:xfrm flipH="1">
            <a:off x="297768" y="1811604"/>
            <a:ext cx="3737292" cy="2141562"/>
          </a:xfrm>
          <a:prstGeom prst="roundRect">
            <a:avLst>
              <a:gd name="adj" fmla="val 0"/>
            </a:avLst>
          </a:prstGeom>
          <a:noFill/>
          <a:ln w="19050" cap="rnd" cmpd="sng" algn="ctr">
            <a:noFill/>
            <a:prstDash val="solid"/>
            <a:round/>
          </a:ln>
          <a:effectLst/>
        </p:spPr>
        <p:txBody>
          <a:bodyPr wrap="square" lIns="91440" rIns="91440" bIns="45720" rtlCol="0" anchor="t" anchorCtr="0">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ru-RU" sz="1600" b="1" i="0" u="none" strike="noStrike" kern="0" cap="none" spc="0" normalizeH="0" baseline="0" noProof="0" dirty="0">
                <a:ln>
                  <a:noFill/>
                </a:ln>
                <a:solidFill>
                  <a:srgbClr val="43B02A"/>
                </a:solidFill>
                <a:effectLst/>
                <a:uLnTx/>
                <a:uFillTx/>
                <a:latin typeface="Arial" panose="020B0604020202020204"/>
                <a:ea typeface="+mn-ea"/>
                <a:cs typeface="+mn-cs"/>
              </a:rPr>
              <a:t>ДИЗАЙН</a:t>
            </a:r>
            <a:endParaRPr kumimoji="0" lang="en-US" sz="1600" b="1" i="0" u="none" strike="noStrike" kern="0" cap="none" spc="0" normalizeH="0" baseline="0" noProof="0" dirty="0">
              <a:ln>
                <a:noFill/>
              </a:ln>
              <a:solidFill>
                <a:srgbClr val="43B02A"/>
              </a:solidFill>
              <a:effectLst/>
              <a:uLnTx/>
              <a:uFillTx/>
              <a:latin typeface="Arial" panose="020B0604020202020204"/>
              <a:ea typeface="+mn-ea"/>
              <a:cs typeface="+mn-cs"/>
            </a:endParaRPr>
          </a:p>
          <a:p>
            <a:pPr marL="182880" marR="0" lvl="0" indent="-182880" algn="l" defTabSz="914400" rtl="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5179 пациентов со стабильной ИБС и умеренной/тяжёлой ишемией на стресс-тесте. </a:t>
            </a:r>
          </a:p>
          <a:p>
            <a:pPr marL="182880" marR="0" lvl="0" indent="-182880" algn="l" defTabSz="914400" rtl="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Рандомизированное, открытое исследование с заслеплённой оценкой конечных точек. 320 центров, 37 стран.</a:t>
            </a:r>
          </a:p>
          <a:p>
            <a:pPr marL="182880" marR="0" lvl="0" indent="-182880" algn="l" defTabSz="914400" rtl="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Медиана наблюдения 3.2 года.</a:t>
            </a:r>
            <a:endParaRPr kumimoji="0" lang="en-US"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endParaRPr>
          </a:p>
        </p:txBody>
      </p:sp>
      <p:sp>
        <p:nvSpPr>
          <p:cNvPr id="31" name="Rectangle: Rounded Corners 30">
            <a:extLst>
              <a:ext uri="{FF2B5EF4-FFF2-40B4-BE49-F238E27FC236}">
                <a16:creationId xmlns:a16="http://schemas.microsoft.com/office/drawing/2014/main" id="{DFFC6F3F-5794-0C23-B822-D2C7F3852FEC}"/>
              </a:ext>
            </a:extLst>
          </p:cNvPr>
          <p:cNvSpPr/>
          <p:nvPr/>
        </p:nvSpPr>
        <p:spPr>
          <a:xfrm flipH="1">
            <a:off x="7407882" y="4854362"/>
            <a:ext cx="4315372" cy="1080233"/>
          </a:xfrm>
          <a:prstGeom prst="roundRect">
            <a:avLst>
              <a:gd name="adj" fmla="val 0"/>
            </a:avLst>
          </a:prstGeom>
          <a:noFill/>
          <a:ln w="19050" cap="rnd" cmpd="sng" algn="ctr">
            <a:noFill/>
            <a:prstDash val="solid"/>
            <a:round/>
          </a:ln>
          <a:effectLst/>
        </p:spPr>
        <p:txBody>
          <a:bodyPr wrap="square" lIns="91440" rIns="91440" bIns="45720" rtlCol="0" anchor="t" anchorCtr="0">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ru-RU" sz="1600" b="1" i="0" u="none" strike="noStrike" kern="0" cap="none" spc="0" normalizeH="0" baseline="0" noProof="0" dirty="0">
                <a:ln>
                  <a:noFill/>
                </a:ln>
                <a:solidFill>
                  <a:srgbClr val="005587"/>
                </a:solidFill>
                <a:effectLst/>
                <a:uLnTx/>
                <a:uFillTx/>
                <a:latin typeface="Arial" panose="020B0604020202020204"/>
                <a:ea typeface="+mn-ea"/>
                <a:cs typeface="+mn-cs"/>
              </a:rPr>
              <a:t>ГЛАВНАЯ НАХОДКА</a:t>
            </a:r>
          </a:p>
          <a:p>
            <a:pPr marL="182880" marR="0" lvl="0" indent="-182880" algn="l" defTabSz="914400" rtl="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Тяжесть ишемии на стресс-тесте не предсказывала пользу от </a:t>
            </a:r>
            <a:r>
              <a:rPr kumimoji="0" lang="ru-RU" sz="1400" b="0" i="0" u="none" strike="noStrike" kern="0" cap="none" spc="0" normalizeH="0" baseline="0" noProof="0" dirty="0" err="1">
                <a:ln>
                  <a:noFill/>
                </a:ln>
                <a:solidFill>
                  <a:srgbClr val="2B3A42"/>
                </a:solidFill>
                <a:effectLst/>
                <a:uLnTx/>
                <a:uFillTx/>
                <a:latin typeface="Arial" panose="020B0604020202020204"/>
                <a:ea typeface="+mn-ea"/>
                <a:cs typeface="Arial" panose="020B0604020202020204" pitchFamily="34" charset="0"/>
              </a:rPr>
              <a:t>реваскуляризации</a:t>
            </a:r>
            <a:r>
              <a:rPr kumimoji="0" lang="ru-RU"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 в отношении смерти и ИМ. </a:t>
            </a:r>
          </a:p>
          <a:p>
            <a:pPr marL="182880" marR="0" lvl="0" indent="-182880" algn="l" defTabSz="914400" rtl="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Прогноз определялся тяжестью анатомического поражения коронарных артерий, а не степенью ишемии</a:t>
            </a:r>
            <a:endParaRPr kumimoji="0" lang="en-US"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endParaRPr>
          </a:p>
        </p:txBody>
      </p:sp>
      <p:sp>
        <p:nvSpPr>
          <p:cNvPr id="32" name="Text 12">
            <a:extLst>
              <a:ext uri="{FF2B5EF4-FFF2-40B4-BE49-F238E27FC236}">
                <a16:creationId xmlns:a16="http://schemas.microsoft.com/office/drawing/2014/main" id="{A482B9AA-0EA7-EF8D-8098-9104020C823D}"/>
              </a:ext>
            </a:extLst>
          </p:cNvPr>
          <p:cNvSpPr/>
          <p:nvPr/>
        </p:nvSpPr>
        <p:spPr>
          <a:xfrm>
            <a:off x="7503518" y="1811604"/>
            <a:ext cx="4227468" cy="110017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A3E0">
                    <a:lumMod val="50000"/>
                  </a:srgbClr>
                </a:solidFill>
                <a:effectLst/>
                <a:uLnTx/>
                <a:uFillTx/>
                <a:latin typeface="Arial" panose="020B0604020202020204"/>
                <a:ea typeface="+mn-ea"/>
                <a:cs typeface="+mn-cs"/>
              </a:rPr>
              <a:t>ПЕРВИЧНАЯ КОНЕЧНАЯ ТОЧКА</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ru-RU" sz="1400" b="0" i="0" u="none" strike="noStrike" kern="1200" cap="none" spc="0" normalizeH="0" baseline="0" noProof="0" dirty="0">
                <a:ln>
                  <a:noFill/>
                </a:ln>
                <a:solidFill>
                  <a:srgbClr val="2B3A42"/>
                </a:solidFill>
                <a:effectLst/>
                <a:uLnTx/>
                <a:uFillTx/>
                <a:latin typeface="Arial" panose="020B0604020202020204"/>
                <a:ea typeface="+mn-ea"/>
                <a:cs typeface="Arial" panose="020B0604020202020204" pitchFamily="34" charset="0"/>
              </a:rPr>
              <a:t>СС-смерть + ИМ + госпитализация по НС/СН + реанимация</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2B3A42"/>
                </a:solidFill>
                <a:effectLst/>
                <a:uLnTx/>
                <a:uFillTx/>
                <a:latin typeface="Arial" panose="020B0604020202020204"/>
                <a:ea typeface="Arial" pitchFamily="34" charset="-122"/>
                <a:cs typeface="Arial" pitchFamily="34" charset="-120"/>
              </a:rPr>
              <a:t>13,3% </a:t>
            </a:r>
            <a:r>
              <a:rPr kumimoji="0" lang="ru-RU" sz="1400" b="0" i="0" u="none" strike="noStrike" kern="1200" cap="none" spc="0" normalizeH="0" baseline="0" noProof="0" dirty="0">
                <a:ln>
                  <a:noFill/>
                </a:ln>
                <a:solidFill>
                  <a:srgbClr val="2B3A42"/>
                </a:solidFill>
                <a:effectLst/>
                <a:uLnTx/>
                <a:uFillTx/>
                <a:latin typeface="Arial" panose="020B0604020202020204"/>
                <a:ea typeface="Arial" pitchFamily="34" charset="-122"/>
                <a:cs typeface="Arial" pitchFamily="34" charset="-120"/>
              </a:rPr>
              <a:t>(инвазивная) </a:t>
            </a:r>
            <a:r>
              <a:rPr kumimoji="0" lang="en-US" sz="1400" b="0" i="0" u="none" strike="noStrike" kern="1200" cap="none" spc="0" normalizeH="0" baseline="0" noProof="0" dirty="0">
                <a:ln>
                  <a:noFill/>
                </a:ln>
                <a:solidFill>
                  <a:srgbClr val="2B3A42"/>
                </a:solidFill>
                <a:effectLst/>
                <a:uLnTx/>
                <a:uFillTx/>
                <a:latin typeface="Arial" panose="020B0604020202020204"/>
                <a:ea typeface="Arial" pitchFamily="34" charset="-122"/>
                <a:cs typeface="Arial" pitchFamily="34" charset="-120"/>
              </a:rPr>
              <a:t>vs 15,5% (</a:t>
            </a:r>
            <a:r>
              <a:rPr kumimoji="0" lang="ru-RU" sz="1400" b="0" i="0" u="none" strike="noStrike" kern="1200" cap="none" spc="0" normalizeH="0" baseline="0" noProof="0" dirty="0">
                <a:ln>
                  <a:noFill/>
                </a:ln>
                <a:solidFill>
                  <a:srgbClr val="2B3A42"/>
                </a:solidFill>
                <a:effectLst/>
                <a:uLnTx/>
                <a:uFillTx/>
                <a:latin typeface="Arial" panose="020B0604020202020204"/>
                <a:ea typeface="Arial" pitchFamily="34" charset="-122"/>
                <a:cs typeface="Arial" pitchFamily="34" charset="-120"/>
              </a:rPr>
              <a:t>консервативная)</a:t>
            </a:r>
            <a:endParaRPr kumimoji="0" lang="ru-RU" sz="1400" b="0" i="0" u="none" strike="noStrike" kern="1200" cap="none" spc="0" normalizeH="0" baseline="0" noProof="0" dirty="0">
              <a:ln>
                <a:noFill/>
              </a:ln>
              <a:solidFill>
                <a:srgbClr val="2B3A42"/>
              </a:solidFill>
              <a:effectLst/>
              <a:uLnTx/>
              <a:uFillTx/>
              <a:latin typeface="Arial" panose="020B0604020202020204"/>
              <a:ea typeface="+mn-ea"/>
              <a:cs typeface="Arial" panose="020B0604020202020204" pitchFamily="34" charset="0"/>
            </a:endParaRPr>
          </a:p>
        </p:txBody>
      </p:sp>
      <p:sp>
        <p:nvSpPr>
          <p:cNvPr id="33" name="Rectangle: Rounded Corners 32">
            <a:extLst>
              <a:ext uri="{FF2B5EF4-FFF2-40B4-BE49-F238E27FC236}">
                <a16:creationId xmlns:a16="http://schemas.microsoft.com/office/drawing/2014/main" id="{464494BD-9113-3AE8-A401-8D5CA34FF623}"/>
              </a:ext>
            </a:extLst>
          </p:cNvPr>
          <p:cNvSpPr/>
          <p:nvPr/>
        </p:nvSpPr>
        <p:spPr>
          <a:xfrm flipH="1">
            <a:off x="338919" y="4061621"/>
            <a:ext cx="3737292" cy="2141562"/>
          </a:xfrm>
          <a:prstGeom prst="roundRect">
            <a:avLst>
              <a:gd name="adj" fmla="val 0"/>
            </a:avLst>
          </a:prstGeom>
          <a:noFill/>
          <a:ln w="19050" cap="rnd" cmpd="sng" algn="ctr">
            <a:noFill/>
            <a:prstDash val="solid"/>
            <a:round/>
          </a:ln>
          <a:effectLst/>
        </p:spPr>
        <p:txBody>
          <a:bodyPr wrap="square" lIns="91440" rIns="91440" bIns="45720" rtlCol="0" anchor="t" anchorCtr="0">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ru-RU" sz="1600" b="1" i="0" u="none" strike="noStrike" kern="0" cap="none" spc="0" normalizeH="0" baseline="0" noProof="0" dirty="0">
                <a:ln>
                  <a:noFill/>
                </a:ln>
                <a:solidFill>
                  <a:srgbClr val="43B02A"/>
                </a:solidFill>
                <a:effectLst/>
                <a:uLnTx/>
                <a:uFillTx/>
                <a:latin typeface="Arial" panose="020B0604020202020204"/>
                <a:ea typeface="+mn-ea"/>
                <a:cs typeface="+mn-cs"/>
              </a:rPr>
              <a:t>СРАВНЕНИЕ</a:t>
            </a:r>
            <a:endParaRPr kumimoji="0" lang="en-US" sz="1600" b="1" i="0" u="none" strike="noStrike" kern="0" cap="none" spc="0" normalizeH="0" baseline="0" noProof="0" dirty="0">
              <a:ln>
                <a:noFill/>
              </a:ln>
              <a:solidFill>
                <a:srgbClr val="43B02A"/>
              </a:solidFill>
              <a:effectLst/>
              <a:uLnTx/>
              <a:uFillTx/>
              <a:latin typeface="Arial" panose="020B0604020202020204"/>
              <a:ea typeface="+mn-ea"/>
              <a:cs typeface="+mn-cs"/>
            </a:endParaRPr>
          </a:p>
          <a:p>
            <a:pPr marL="182880" marR="0" lvl="0" indent="-182880" algn="l" defTabSz="914400"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ru-RU" sz="1400" b="1"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Инвазивная стратегия</a:t>
            </a:r>
            <a:r>
              <a:rPr kumimoji="0" lang="ru-RU"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 ОМТ + плановая ангиография с </a:t>
            </a:r>
            <a:r>
              <a:rPr kumimoji="0" lang="ru-RU" sz="1400" b="0" i="0" u="none" strike="noStrike" kern="0" cap="none" spc="0" normalizeH="0" baseline="0" noProof="0" dirty="0" err="1">
                <a:ln>
                  <a:noFill/>
                </a:ln>
                <a:solidFill>
                  <a:srgbClr val="2B3A42"/>
                </a:solidFill>
                <a:effectLst/>
                <a:uLnTx/>
                <a:uFillTx/>
                <a:latin typeface="Arial" panose="020B0604020202020204"/>
                <a:ea typeface="+mn-ea"/>
                <a:cs typeface="Arial" panose="020B0604020202020204" pitchFamily="34" charset="0"/>
              </a:rPr>
              <a:t>реваскуляризацией</a:t>
            </a:r>
            <a:r>
              <a:rPr kumimoji="0" lang="ru-RU"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 (ЧКВ/АКШ)</a:t>
            </a:r>
          </a:p>
          <a:p>
            <a:pPr marL="182880" marR="0" lvl="0" indent="-182880" algn="l" defTabSz="914400" rtl="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sz="1400" b="1"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Консервативная стратегия</a:t>
            </a:r>
            <a:r>
              <a:rPr kumimoji="0" lang="ru-RU"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 ОМТ; ангиография и </a:t>
            </a:r>
            <a:r>
              <a:rPr kumimoji="0" lang="ru-RU" sz="1400" b="0" i="0" u="none" strike="noStrike" kern="0" cap="none" spc="0" normalizeH="0" baseline="0" noProof="0" dirty="0" err="1">
                <a:ln>
                  <a:noFill/>
                </a:ln>
                <a:solidFill>
                  <a:srgbClr val="2B3A42"/>
                </a:solidFill>
                <a:effectLst/>
                <a:uLnTx/>
                <a:uFillTx/>
                <a:latin typeface="Arial" panose="020B0604020202020204"/>
                <a:ea typeface="+mn-ea"/>
                <a:cs typeface="Arial" panose="020B0604020202020204" pitchFamily="34" charset="0"/>
              </a:rPr>
              <a:t>реваскуляризация</a:t>
            </a:r>
            <a:r>
              <a:rPr kumimoji="0" lang="ru-RU"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 — только при неэффективности медикаментозной терапии.</a:t>
            </a:r>
            <a:endParaRPr kumimoji="0" lang="en-US"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endParaRPr>
          </a:p>
        </p:txBody>
      </p:sp>
      <p:sp>
        <p:nvSpPr>
          <p:cNvPr id="34" name="Text 11">
            <a:extLst>
              <a:ext uri="{FF2B5EF4-FFF2-40B4-BE49-F238E27FC236}">
                <a16:creationId xmlns:a16="http://schemas.microsoft.com/office/drawing/2014/main" id="{6BC12B09-F256-45F5-48BA-B9FE5E1A7985}"/>
              </a:ext>
            </a:extLst>
          </p:cNvPr>
          <p:cNvSpPr/>
          <p:nvPr/>
        </p:nvSpPr>
        <p:spPr>
          <a:xfrm>
            <a:off x="4159443" y="3246120"/>
            <a:ext cx="3572851"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5400" b="1" dirty="0">
                <a:solidFill>
                  <a:srgbClr val="1A1A1A"/>
                </a:solidFill>
                <a:latin typeface="Georgia" pitchFamily="34" charset="0"/>
                <a:ea typeface="Georgia" pitchFamily="34" charset="-122"/>
                <a:cs typeface="Georgia" pitchFamily="34" charset="-120"/>
              </a:rPr>
              <a:t>ОР</a:t>
            </a:r>
            <a:r>
              <a:rPr kumimoji="0" lang="en-US" sz="5400" b="1" i="0" u="none" strike="noStrike" kern="1200" cap="none" spc="0" normalizeH="0" baseline="0" noProof="0" dirty="0">
                <a:ln>
                  <a:noFill/>
                </a:ln>
                <a:solidFill>
                  <a:srgbClr val="1A1A1A"/>
                </a:solidFill>
                <a:effectLst/>
                <a:uLnTx/>
                <a:uFillTx/>
                <a:latin typeface="Georgia" pitchFamily="34" charset="0"/>
                <a:ea typeface="Georgia" pitchFamily="34" charset="-122"/>
                <a:cs typeface="Georgia" pitchFamily="34" charset="-120"/>
              </a:rPr>
              <a:t> 0.93</a:t>
            </a:r>
            <a:endParaRPr kumimoji="0" lang="en-US" sz="5400" b="0" i="0" u="none" strike="noStrike" kern="1200" cap="none" spc="0" normalizeH="0" baseline="0" noProof="0" dirty="0">
              <a:ln>
                <a:noFill/>
              </a:ln>
              <a:solidFill>
                <a:srgbClr val="2B3A42"/>
              </a:solidFill>
              <a:effectLst/>
              <a:uLnTx/>
              <a:uFillTx/>
              <a:latin typeface="Arial" panose="020B0604020202020204"/>
              <a:ea typeface="+mn-ea"/>
              <a:cs typeface="+mn-cs"/>
            </a:endParaRPr>
          </a:p>
        </p:txBody>
      </p:sp>
      <p:sp>
        <p:nvSpPr>
          <p:cNvPr id="35" name="TextBox 34">
            <a:extLst>
              <a:ext uri="{FF2B5EF4-FFF2-40B4-BE49-F238E27FC236}">
                <a16:creationId xmlns:a16="http://schemas.microsoft.com/office/drawing/2014/main" id="{EC85D37A-C273-4FF9-930B-6578E277BE2B}"/>
              </a:ext>
            </a:extLst>
          </p:cNvPr>
          <p:cNvSpPr txBox="1"/>
          <p:nvPr/>
        </p:nvSpPr>
        <p:spPr>
          <a:xfrm>
            <a:off x="4035060" y="4150690"/>
            <a:ext cx="346845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800" b="0" i="0" u="none" strike="noStrike" kern="1200" cap="none" spc="0" normalizeH="0" baseline="0" noProof="0" dirty="0">
                <a:ln>
                  <a:noFill/>
                </a:ln>
                <a:solidFill>
                  <a:srgbClr val="2B3A42"/>
                </a:solidFill>
                <a:effectLst/>
                <a:uLnTx/>
                <a:uFillTx/>
                <a:latin typeface="Arial" panose="020B0604020202020204"/>
                <a:ea typeface="+mn-ea"/>
                <a:cs typeface="+mn-cs"/>
              </a:rPr>
              <a:t>95% </a:t>
            </a:r>
            <a:r>
              <a:rPr kumimoji="0" lang="ru-RU" sz="1800" b="0" i="0" u="none" strike="noStrike" kern="1200" cap="none" spc="0" normalizeH="0" baseline="0" noProof="0" dirty="0">
                <a:ln>
                  <a:noFill/>
                </a:ln>
                <a:solidFill>
                  <a:srgbClr val="2B3A42"/>
                </a:solidFill>
                <a:effectLst/>
                <a:uLnTx/>
                <a:uFillTx/>
                <a:latin typeface="Arial" panose="020B0604020202020204"/>
                <a:ea typeface="+mn-ea"/>
                <a:cs typeface="+mn-cs"/>
              </a:rPr>
              <a:t>ДИ</a:t>
            </a:r>
            <a:r>
              <a:rPr kumimoji="0" lang="it-IT" sz="1800" b="0" i="0" u="none" strike="noStrike" kern="1200" cap="none" spc="0" normalizeH="0" baseline="0" noProof="0" dirty="0">
                <a:ln>
                  <a:noFill/>
                </a:ln>
                <a:solidFill>
                  <a:srgbClr val="2B3A42"/>
                </a:solidFill>
                <a:effectLst/>
                <a:uLnTx/>
                <a:uFillTx/>
                <a:latin typeface="Arial" panose="020B0604020202020204"/>
                <a:ea typeface="+mn-ea"/>
                <a:cs typeface="+mn-cs"/>
              </a:rPr>
              <a:t> 0.80–1.08 • </a:t>
            </a:r>
            <a:r>
              <a:rPr kumimoji="0" lang="it-IT" sz="1800" b="1" i="0" u="none" strike="noStrike" kern="1200" cap="none" spc="0" normalizeH="0" baseline="0" noProof="0" dirty="0">
                <a:ln>
                  <a:noFill/>
                </a:ln>
                <a:solidFill>
                  <a:srgbClr val="FF0000"/>
                </a:solidFill>
                <a:effectLst/>
                <a:uLnTx/>
                <a:uFillTx/>
                <a:latin typeface="Arial" panose="020B0604020202020204"/>
                <a:ea typeface="+mn-ea"/>
                <a:cs typeface="+mn-cs"/>
              </a:rPr>
              <a:t>p = 0.34</a:t>
            </a:r>
          </a:p>
        </p:txBody>
      </p:sp>
      <p:sp>
        <p:nvSpPr>
          <p:cNvPr id="37" name="TextBox 36">
            <a:extLst>
              <a:ext uri="{FF2B5EF4-FFF2-40B4-BE49-F238E27FC236}">
                <a16:creationId xmlns:a16="http://schemas.microsoft.com/office/drawing/2014/main" id="{0488B0D3-1A3C-7634-E525-13BD924CB5DB}"/>
              </a:ext>
            </a:extLst>
          </p:cNvPr>
          <p:cNvSpPr txBox="1"/>
          <p:nvPr/>
        </p:nvSpPr>
        <p:spPr>
          <a:xfrm>
            <a:off x="7407882" y="3112702"/>
            <a:ext cx="4680040" cy="15696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600" b="1" i="0" u="none" strike="noStrike" kern="1200" cap="none" spc="0" normalizeH="0" baseline="0" noProof="0" dirty="0">
                <a:ln>
                  <a:noFill/>
                </a:ln>
                <a:solidFill>
                  <a:srgbClr val="00A3E0">
                    <a:lumMod val="50000"/>
                  </a:srgbClr>
                </a:solidFill>
                <a:effectLst/>
                <a:uLnTx/>
                <a:uFillTx/>
                <a:latin typeface="Arial" panose="020B0604020202020204"/>
                <a:ea typeface="+mn-ea"/>
                <a:cs typeface="+mn-cs"/>
              </a:rPr>
              <a:t>ДИНАМИКА</a:t>
            </a:r>
            <a:endParaRPr kumimoji="0" lang="en-US" sz="1600" b="1" i="0" u="none" strike="noStrike" kern="1200" cap="none" spc="0" normalizeH="0" baseline="0" noProof="0" dirty="0">
              <a:ln>
                <a:noFill/>
              </a:ln>
              <a:solidFill>
                <a:srgbClr val="00A3E0">
                  <a:lumMod val="50000"/>
                </a:srgbClr>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ru-RU" sz="1400" b="0" i="0" u="none" strike="noStrike" kern="1200" cap="none" spc="0" normalizeH="0" baseline="0" noProof="0" dirty="0">
                <a:ln>
                  <a:noFill/>
                </a:ln>
                <a:solidFill>
                  <a:srgbClr val="2B3A42"/>
                </a:solidFill>
                <a:effectLst/>
                <a:uLnTx/>
                <a:uFillTx/>
                <a:latin typeface="Arial" panose="020B0604020202020204"/>
                <a:ea typeface="+mn-ea"/>
                <a:cs typeface="Arial" panose="020B0604020202020204" pitchFamily="34" charset="0"/>
              </a:rPr>
              <a:t>в первые 6 мес. инвазивная стратегия хуже (избыток </a:t>
            </a:r>
            <a:r>
              <a:rPr kumimoji="0" lang="ru-RU" sz="1400" b="0" i="0" u="none" strike="noStrike" kern="1200" cap="none" spc="0" normalizeH="0" baseline="0" noProof="0" dirty="0" err="1">
                <a:ln>
                  <a:noFill/>
                </a:ln>
                <a:solidFill>
                  <a:srgbClr val="2B3A42"/>
                </a:solidFill>
                <a:effectLst/>
                <a:uLnTx/>
                <a:uFillTx/>
                <a:latin typeface="Arial" panose="020B0604020202020204"/>
                <a:ea typeface="+mn-ea"/>
                <a:cs typeface="Arial" panose="020B0604020202020204" pitchFamily="34" charset="0"/>
              </a:rPr>
              <a:t>перипроцедурных</a:t>
            </a:r>
            <a:r>
              <a:rPr kumimoji="0" lang="ru-RU" sz="1400" b="0" i="0" u="none" strike="noStrike" kern="1200" cap="none" spc="0" normalizeH="0" baseline="0" noProof="0" dirty="0">
                <a:ln>
                  <a:noFill/>
                </a:ln>
                <a:solidFill>
                  <a:srgbClr val="2B3A42"/>
                </a:solidFill>
                <a:effectLst/>
                <a:uLnTx/>
                <a:uFillTx/>
                <a:latin typeface="Arial" panose="020B0604020202020204"/>
                <a:ea typeface="+mn-ea"/>
                <a:cs typeface="Arial" panose="020B0604020202020204" pitchFamily="34" charset="0"/>
              </a:rPr>
              <a:t> ИМ, +1.9%). </a:t>
            </a:r>
          </a:p>
          <a:p>
            <a:pPr marL="285750" marR="0" lvl="0" indent="-285750" algn="l" defTabSz="914400" rtl="0" eaLnBrk="1" fontAlgn="auto" latinLnBrk="0" hangingPunct="1">
              <a:lnSpc>
                <a:spcPct val="100000"/>
              </a:lnSpc>
              <a:spcBef>
                <a:spcPts val="600"/>
              </a:spcBef>
              <a:spcAft>
                <a:spcPts val="600"/>
              </a:spcAft>
              <a:buClrTx/>
              <a:buSzTx/>
              <a:buFont typeface="Wingdings" panose="05000000000000000000" pitchFamily="2" charset="2"/>
              <a:buChar char="§"/>
              <a:tabLst/>
              <a:defRPr/>
            </a:pPr>
            <a:r>
              <a:rPr kumimoji="0" lang="ru-RU" sz="1400" b="0" i="0" u="none" strike="noStrike" kern="1200" cap="none" spc="0" normalizeH="0" baseline="0" noProof="0" dirty="0">
                <a:ln>
                  <a:noFill/>
                </a:ln>
                <a:solidFill>
                  <a:srgbClr val="2B3A42"/>
                </a:solidFill>
                <a:effectLst/>
                <a:uLnTx/>
                <a:uFillTx/>
                <a:latin typeface="Arial" panose="020B0604020202020204"/>
                <a:ea typeface="+mn-ea"/>
                <a:cs typeface="Arial" panose="020B0604020202020204" pitchFamily="34" charset="0"/>
              </a:rPr>
              <a:t>Около 2 лет кривые пересекаются.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ru-RU" sz="1400" b="0" i="0" u="none" strike="noStrike" kern="1200" cap="none" spc="0" normalizeH="0" baseline="0" noProof="0" dirty="0">
                <a:ln>
                  <a:noFill/>
                </a:ln>
                <a:solidFill>
                  <a:srgbClr val="2B3A42"/>
                </a:solidFill>
                <a:effectLst/>
                <a:uLnTx/>
                <a:uFillTx/>
                <a:latin typeface="Arial" panose="020B0604020202020204"/>
                <a:ea typeface="+mn-ea"/>
                <a:cs typeface="Arial" panose="020B0604020202020204" pitchFamily="34" charset="0"/>
              </a:rPr>
              <a:t>К 5 годам инвазивная стратегия количественно лучше, но недостоверно</a:t>
            </a:r>
            <a:endParaRPr kumimoji="0" lang="en-US" sz="1400" b="0" i="0" u="none" strike="noStrike" kern="1200" cap="none" spc="0" normalizeH="0" baseline="0" noProof="0" dirty="0">
              <a:ln>
                <a:noFill/>
              </a:ln>
              <a:solidFill>
                <a:srgbClr val="2B3A42"/>
              </a:solidFill>
              <a:effectLst/>
              <a:uLnTx/>
              <a:uFillTx/>
              <a:latin typeface="Arial" panose="020B0604020202020204"/>
              <a:ea typeface="+mn-ea"/>
              <a:cs typeface="Arial" panose="020B0604020202020204" pitchFamily="34" charset="0"/>
            </a:endParaRPr>
          </a:p>
        </p:txBody>
      </p:sp>
      <p:sp>
        <p:nvSpPr>
          <p:cNvPr id="3" name="TextBox 2">
            <a:extLst>
              <a:ext uri="{FF2B5EF4-FFF2-40B4-BE49-F238E27FC236}">
                <a16:creationId xmlns:a16="http://schemas.microsoft.com/office/drawing/2014/main" id="{44B22A54-AE47-0996-8B9F-3D693E12F9AD}"/>
              </a:ext>
            </a:extLst>
          </p:cNvPr>
          <p:cNvSpPr txBox="1"/>
          <p:nvPr/>
        </p:nvSpPr>
        <p:spPr>
          <a:xfrm>
            <a:off x="381000" y="6547183"/>
            <a:ext cx="7023188" cy="215444"/>
          </a:xfrm>
          <a:prstGeom prst="rect">
            <a:avLst/>
          </a:prstGeom>
          <a:noFill/>
        </p:spPr>
        <p:txBody>
          <a:bodyPr wrap="square">
            <a:spAutoFit/>
          </a:bodyPr>
          <a:lstStyle/>
          <a:p>
            <a:r>
              <a:rPr lang="pt-BR" sz="800" dirty="0"/>
              <a:t>D.J. Maron</a:t>
            </a:r>
            <a:r>
              <a:rPr lang="ru-RU" sz="800" dirty="0"/>
              <a:t> </a:t>
            </a:r>
            <a:r>
              <a:rPr lang="en-US" sz="800" dirty="0"/>
              <a:t>et al. Initial Invasive or Conservative Strategy for Stable Coronary Disease. </a:t>
            </a:r>
            <a:r>
              <a:rPr lang="pt-BR" sz="800" dirty="0"/>
              <a:t>N Engl J Med 2020;382:1395-407.</a:t>
            </a:r>
            <a:r>
              <a:rPr lang="ru-RU" sz="800" dirty="0"/>
              <a:t> </a:t>
            </a:r>
            <a:r>
              <a:rPr lang="pt-BR" sz="800" dirty="0"/>
              <a:t>DOI: 10.1056/NEJMoa1915922</a:t>
            </a:r>
            <a:endParaRPr lang="ru-RU" sz="800" dirty="0"/>
          </a:p>
        </p:txBody>
      </p:sp>
    </p:spTree>
    <p:extLst>
      <p:ext uri="{BB962C8B-B14F-4D97-AF65-F5344CB8AC3E}">
        <p14:creationId xmlns:p14="http://schemas.microsoft.com/office/powerpoint/2010/main" val="13392708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Shape 3"/>
          <p:cNvSpPr/>
          <p:nvPr/>
        </p:nvSpPr>
        <p:spPr>
          <a:xfrm>
            <a:off x="548640" y="1828800"/>
            <a:ext cx="11064240" cy="0"/>
          </a:xfrm>
          <a:prstGeom prst="line">
            <a:avLst/>
          </a:prstGeom>
          <a:noFill/>
          <a:ln w="9525">
            <a:solidFill>
              <a:srgbClr val="E5E7E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548640" y="3108960"/>
            <a:ext cx="3611880" cy="2194560"/>
          </a:xfrm>
          <a:prstGeom prst="rect">
            <a:avLst/>
          </a:prstGeom>
          <a:solidFill>
            <a:srgbClr val="F8F9FA"/>
          </a:solidFill>
          <a:ln w="6350">
            <a:solidFill>
              <a:srgbClr val="E5E7E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548640" y="3108960"/>
            <a:ext cx="3611880" cy="73152"/>
          </a:xfrm>
          <a:prstGeom prst="rect">
            <a:avLst/>
          </a:prstGeom>
          <a:solidFill>
            <a:srgbClr val="6B728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777240" y="3337560"/>
            <a:ext cx="315468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300" normalizeH="0" baseline="0" noProof="0" dirty="0">
                <a:ln>
                  <a:noFill/>
                </a:ln>
                <a:solidFill>
                  <a:srgbClr val="6B7280"/>
                </a:solidFill>
                <a:effectLst/>
                <a:uLnTx/>
                <a:uFillTx/>
                <a:latin typeface="Arial" pitchFamily="34" charset="0"/>
                <a:ea typeface="Arial" pitchFamily="34" charset="-122"/>
                <a:cs typeface="Arial" pitchFamily="34" charset="-120"/>
              </a:rPr>
              <a:t>ОБЩАЯ СМЕРТНОСТЬ</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777240" y="3657600"/>
            <a:ext cx="315468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5200" b="1" i="0" u="none" strike="noStrike" kern="1200" cap="none" spc="0" normalizeH="0" baseline="0" noProof="0" dirty="0">
                <a:ln>
                  <a:noFill/>
                </a:ln>
                <a:solidFill>
                  <a:srgbClr val="1A1A1A"/>
                </a:solidFill>
                <a:effectLst/>
                <a:uLnTx/>
                <a:uFillTx/>
                <a:latin typeface="Georgia" pitchFamily="34" charset="0"/>
                <a:ea typeface="Georgia" pitchFamily="34" charset="-122"/>
                <a:cs typeface="Georgia" pitchFamily="34" charset="-120"/>
              </a:rPr>
              <a:t>ОР</a:t>
            </a:r>
            <a:r>
              <a:rPr kumimoji="0" lang="en-US" sz="5200" b="1" i="0" u="none" strike="noStrike" kern="1200" cap="none" spc="0" normalizeH="0" baseline="0" noProof="0" dirty="0">
                <a:ln>
                  <a:noFill/>
                </a:ln>
                <a:solidFill>
                  <a:srgbClr val="1A1A1A"/>
                </a:solidFill>
                <a:effectLst/>
                <a:uLnTx/>
                <a:uFillTx/>
                <a:latin typeface="Georgia" pitchFamily="34" charset="0"/>
                <a:ea typeface="Georgia" pitchFamily="34" charset="-122"/>
                <a:cs typeface="Georgia" pitchFamily="34" charset="-120"/>
              </a:rPr>
              <a:t> 1.00</a:t>
            </a:r>
            <a:endParaRPr kumimoji="0" lang="en-US" sz="5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777240" y="4434840"/>
            <a:ext cx="31546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accent1">
                    <a:lumMod val="50000"/>
                  </a:schemeClr>
                </a:solidFill>
                <a:effectLst/>
                <a:uLnTx/>
                <a:uFillTx/>
                <a:latin typeface="Arial" pitchFamily="34" charset="0"/>
                <a:ea typeface="Arial" pitchFamily="34" charset="-122"/>
                <a:cs typeface="Arial" pitchFamily="34" charset="-120"/>
              </a:rPr>
              <a:t>95% CI 0.85–1.18</a:t>
            </a:r>
            <a:endParaRPr kumimoji="0" lang="en-US" sz="12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endParaRPr>
          </a:p>
        </p:txBody>
      </p:sp>
      <p:sp>
        <p:nvSpPr>
          <p:cNvPr id="13" name="Text 11"/>
          <p:cNvSpPr/>
          <p:nvPr/>
        </p:nvSpPr>
        <p:spPr>
          <a:xfrm>
            <a:off x="777240" y="4663440"/>
            <a:ext cx="31546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accent1">
                    <a:lumMod val="50000"/>
                  </a:schemeClr>
                </a:solidFill>
                <a:effectLst/>
                <a:uLnTx/>
                <a:uFillTx/>
                <a:latin typeface="Arial" pitchFamily="34" charset="0"/>
                <a:ea typeface="Arial" pitchFamily="34" charset="-122"/>
                <a:cs typeface="Arial" pitchFamily="34" charset="-120"/>
              </a:rPr>
              <a:t>p = 0.741</a:t>
            </a:r>
            <a:endParaRPr kumimoji="0" lang="en-US" sz="12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endParaRPr>
          </a:p>
        </p:txBody>
      </p:sp>
      <p:sp>
        <p:nvSpPr>
          <p:cNvPr id="14" name="Text 12"/>
          <p:cNvSpPr/>
          <p:nvPr/>
        </p:nvSpPr>
        <p:spPr>
          <a:xfrm>
            <a:off x="777240" y="4937760"/>
            <a:ext cx="31546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1A1A"/>
                </a:solidFill>
                <a:effectLst/>
                <a:uLnTx/>
                <a:uFillTx/>
                <a:latin typeface="Arial" pitchFamily="34" charset="0"/>
                <a:ea typeface="Arial" pitchFamily="34" charset="-122"/>
                <a:cs typeface="Arial" pitchFamily="34" charset="-120"/>
              </a:rPr>
              <a:t>12.7% vs 13.4%</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4279392" y="3108960"/>
            <a:ext cx="3611880" cy="2194560"/>
          </a:xfrm>
          <a:prstGeom prst="rect">
            <a:avLst/>
          </a:prstGeom>
          <a:solidFill>
            <a:srgbClr val="F8F9FA"/>
          </a:solidFill>
          <a:ln w="6350">
            <a:solidFill>
              <a:srgbClr val="E5E7E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p:cNvSpPr/>
          <p:nvPr/>
        </p:nvSpPr>
        <p:spPr>
          <a:xfrm>
            <a:off x="4279392" y="3108960"/>
            <a:ext cx="3611880" cy="73152"/>
          </a:xfrm>
          <a:prstGeom prst="rect">
            <a:avLst/>
          </a:prstGeom>
          <a:solidFill>
            <a:srgbClr val="04785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4507992" y="3337560"/>
            <a:ext cx="315468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300" normalizeH="0" baseline="0" noProof="0" dirty="0">
                <a:ln>
                  <a:noFill/>
                </a:ln>
                <a:solidFill>
                  <a:srgbClr val="047857"/>
                </a:solidFill>
                <a:effectLst/>
                <a:uLnTx/>
                <a:uFillTx/>
                <a:latin typeface="Arial" pitchFamily="34" charset="0"/>
                <a:ea typeface="Arial" pitchFamily="34" charset="-122"/>
                <a:cs typeface="Arial" pitchFamily="34" charset="-120"/>
              </a:rPr>
              <a:t>СС-СМЕРТНОСТЬ</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4507992" y="3657600"/>
            <a:ext cx="315468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5200" b="1" i="0" u="none" strike="noStrike" kern="1200" cap="none" spc="0" normalizeH="0" baseline="0" noProof="0" dirty="0">
                <a:ln>
                  <a:noFill/>
                </a:ln>
                <a:solidFill>
                  <a:srgbClr val="047857"/>
                </a:solidFill>
                <a:effectLst/>
                <a:uLnTx/>
                <a:uFillTx/>
                <a:latin typeface="Georgia" pitchFamily="34" charset="0"/>
                <a:ea typeface="Georgia" pitchFamily="34" charset="-122"/>
                <a:cs typeface="Georgia" pitchFamily="34" charset="-120"/>
              </a:rPr>
              <a:t>ОР</a:t>
            </a:r>
            <a:r>
              <a:rPr kumimoji="0" lang="en-US" sz="5200" b="1" i="0" u="none" strike="noStrike" kern="1200" cap="none" spc="0" normalizeH="0" baseline="0" noProof="0" dirty="0">
                <a:ln>
                  <a:noFill/>
                </a:ln>
                <a:solidFill>
                  <a:srgbClr val="047857"/>
                </a:solidFill>
                <a:effectLst/>
                <a:uLnTx/>
                <a:uFillTx/>
                <a:latin typeface="Georgia" pitchFamily="34" charset="0"/>
                <a:ea typeface="Georgia" pitchFamily="34" charset="-122"/>
                <a:cs typeface="Georgia" pitchFamily="34" charset="-120"/>
              </a:rPr>
              <a:t> 0.78</a:t>
            </a:r>
            <a:endParaRPr kumimoji="0" lang="en-US" sz="5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4507992" y="4434840"/>
            <a:ext cx="31546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accent1">
                    <a:lumMod val="50000"/>
                  </a:schemeClr>
                </a:solidFill>
                <a:effectLst/>
                <a:uLnTx/>
                <a:uFillTx/>
                <a:latin typeface="Arial" pitchFamily="34" charset="0"/>
                <a:ea typeface="Arial" pitchFamily="34" charset="-122"/>
                <a:cs typeface="Arial" pitchFamily="34" charset="-120"/>
              </a:rPr>
              <a:t>95% CI 0.63–0.96</a:t>
            </a:r>
            <a:endParaRPr kumimoji="0" lang="en-US" sz="12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endParaRPr>
          </a:p>
        </p:txBody>
      </p:sp>
      <p:sp>
        <p:nvSpPr>
          <p:cNvPr id="20" name="Text 18"/>
          <p:cNvSpPr/>
          <p:nvPr/>
        </p:nvSpPr>
        <p:spPr>
          <a:xfrm>
            <a:off x="4507992" y="4663440"/>
            <a:ext cx="31546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accent1">
                    <a:lumMod val="50000"/>
                  </a:schemeClr>
                </a:solidFill>
                <a:effectLst/>
                <a:uLnTx/>
                <a:uFillTx/>
                <a:latin typeface="Arial" pitchFamily="34" charset="0"/>
                <a:ea typeface="Arial" pitchFamily="34" charset="-122"/>
                <a:cs typeface="Arial" pitchFamily="34" charset="-120"/>
              </a:rPr>
              <a:t>p = 0.008</a:t>
            </a:r>
            <a:endParaRPr kumimoji="0" lang="en-US" sz="12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endParaRPr>
          </a:p>
        </p:txBody>
      </p:sp>
      <p:sp>
        <p:nvSpPr>
          <p:cNvPr id="21" name="Text 19"/>
          <p:cNvSpPr/>
          <p:nvPr/>
        </p:nvSpPr>
        <p:spPr>
          <a:xfrm>
            <a:off x="4507992" y="4937760"/>
            <a:ext cx="31546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A1A1A"/>
                </a:solidFill>
                <a:effectLst/>
                <a:uLnTx/>
                <a:uFillTx/>
                <a:latin typeface="Arial" pitchFamily="34" charset="0"/>
                <a:ea typeface="Arial" pitchFamily="34" charset="-122"/>
                <a:cs typeface="Arial" pitchFamily="34" charset="-120"/>
              </a:rPr>
              <a:t>6.4% vs 8.6% — снижение в пользу INV</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8010144" y="3108960"/>
            <a:ext cx="3611880" cy="2194560"/>
          </a:xfrm>
          <a:prstGeom prst="rect">
            <a:avLst/>
          </a:prstGeom>
          <a:solidFill>
            <a:srgbClr val="F8F9FA"/>
          </a:solidFill>
          <a:ln w="6350">
            <a:solidFill>
              <a:srgbClr val="E5E7E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p:cNvSpPr/>
          <p:nvPr/>
        </p:nvSpPr>
        <p:spPr>
          <a:xfrm>
            <a:off x="8010144" y="3108960"/>
            <a:ext cx="3611880" cy="73152"/>
          </a:xfrm>
          <a:prstGeom prst="rect">
            <a:avLst/>
          </a:prstGeom>
          <a:solidFill>
            <a:srgbClr val="B91C1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p:cNvSpPr/>
          <p:nvPr/>
        </p:nvSpPr>
        <p:spPr>
          <a:xfrm>
            <a:off x="8238744" y="3337560"/>
            <a:ext cx="315468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300" normalizeH="0" baseline="0" noProof="0" dirty="0">
                <a:ln>
                  <a:noFill/>
                </a:ln>
                <a:solidFill>
                  <a:srgbClr val="B91C1C"/>
                </a:solidFill>
                <a:effectLst/>
                <a:uLnTx/>
                <a:uFillTx/>
                <a:latin typeface="Arial" pitchFamily="34" charset="0"/>
                <a:ea typeface="Arial" pitchFamily="34" charset="-122"/>
                <a:cs typeface="Arial" pitchFamily="34" charset="-120"/>
              </a:rPr>
              <a:t>НЕ-СС СМЕРТНОСТЬ</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8238744" y="3657600"/>
            <a:ext cx="315468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5200" b="1" i="0" u="none" strike="noStrike" kern="1200" cap="none" spc="0" normalizeH="0" baseline="0" noProof="0" dirty="0">
                <a:ln>
                  <a:noFill/>
                </a:ln>
                <a:solidFill>
                  <a:srgbClr val="B91C1C"/>
                </a:solidFill>
                <a:effectLst/>
                <a:uLnTx/>
                <a:uFillTx/>
                <a:latin typeface="Georgia" pitchFamily="34" charset="0"/>
                <a:ea typeface="Georgia" pitchFamily="34" charset="-122"/>
                <a:cs typeface="Georgia" pitchFamily="34" charset="-120"/>
              </a:rPr>
              <a:t>ОР</a:t>
            </a:r>
            <a:r>
              <a:rPr kumimoji="0" lang="en-US" sz="5200" b="1" i="0" u="none" strike="noStrike" kern="1200" cap="none" spc="0" normalizeH="0" baseline="0" noProof="0" dirty="0">
                <a:ln>
                  <a:noFill/>
                </a:ln>
                <a:solidFill>
                  <a:srgbClr val="B91C1C"/>
                </a:solidFill>
                <a:effectLst/>
                <a:uLnTx/>
                <a:uFillTx/>
                <a:latin typeface="Georgia" pitchFamily="34" charset="0"/>
                <a:ea typeface="Georgia" pitchFamily="34" charset="-122"/>
                <a:cs typeface="Georgia" pitchFamily="34" charset="-120"/>
              </a:rPr>
              <a:t> 1.44</a:t>
            </a:r>
            <a:endParaRPr kumimoji="0" lang="en-US" sz="5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8238744" y="4434840"/>
            <a:ext cx="31546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accent1">
                    <a:lumMod val="50000"/>
                  </a:schemeClr>
                </a:solidFill>
                <a:effectLst/>
                <a:uLnTx/>
                <a:uFillTx/>
                <a:latin typeface="Arial" pitchFamily="34" charset="0"/>
                <a:ea typeface="Arial" pitchFamily="34" charset="-122"/>
                <a:cs typeface="Arial" pitchFamily="34" charset="-120"/>
              </a:rPr>
              <a:t>95% CI 1.08–1.91</a:t>
            </a:r>
            <a:endParaRPr kumimoji="0" lang="en-US" sz="12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endParaRPr>
          </a:p>
        </p:txBody>
      </p:sp>
      <p:sp>
        <p:nvSpPr>
          <p:cNvPr id="27" name="Text 25"/>
          <p:cNvSpPr/>
          <p:nvPr/>
        </p:nvSpPr>
        <p:spPr>
          <a:xfrm>
            <a:off x="8238744" y="4663440"/>
            <a:ext cx="31546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accent1">
                    <a:lumMod val="50000"/>
                  </a:schemeClr>
                </a:solidFill>
                <a:effectLst/>
                <a:uLnTx/>
                <a:uFillTx/>
                <a:latin typeface="Arial" pitchFamily="34" charset="0"/>
                <a:ea typeface="Arial" pitchFamily="34" charset="-122"/>
                <a:cs typeface="Arial" pitchFamily="34" charset="-120"/>
              </a:rPr>
              <a:t>p = 0.016</a:t>
            </a:r>
            <a:endParaRPr kumimoji="0" lang="en-US" sz="12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endParaRPr>
          </a:p>
        </p:txBody>
      </p:sp>
      <p:sp>
        <p:nvSpPr>
          <p:cNvPr id="28" name="Text 26"/>
          <p:cNvSpPr/>
          <p:nvPr/>
        </p:nvSpPr>
        <p:spPr>
          <a:xfrm>
            <a:off x="8238744" y="4937760"/>
            <a:ext cx="31546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A1A1A"/>
                </a:solidFill>
                <a:effectLst/>
                <a:uLnTx/>
                <a:uFillTx/>
                <a:latin typeface="Arial" pitchFamily="34" charset="0"/>
                <a:ea typeface="Arial" pitchFamily="34" charset="-122"/>
                <a:cs typeface="Arial" pitchFamily="34" charset="-120"/>
              </a:rPr>
              <a:t>5.6% vs 4.4% — рост в группе INV</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p:cNvSpPr/>
          <p:nvPr/>
        </p:nvSpPr>
        <p:spPr>
          <a:xfrm>
            <a:off x="548640" y="5623560"/>
            <a:ext cx="11064240" cy="640080"/>
          </a:xfrm>
          <a:prstGeom prst="rect">
            <a:avLst/>
          </a:prstGeom>
          <a:solidFill>
            <a:srgbClr val="1A1A1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8"/>
          <p:cNvSpPr/>
          <p:nvPr/>
        </p:nvSpPr>
        <p:spPr>
          <a:xfrm>
            <a:off x="777240" y="5623560"/>
            <a:ext cx="1060704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Выигрыш по СС-смертности полностью нейтрализуется ростом не-СС-смертности. </a:t>
            </a:r>
            <a:r>
              <a:rPr kumimoji="0" lang="en-US" sz="1400" b="0" i="0" u="none" strike="noStrike" kern="1200" cap="none" spc="0" normalizeH="0" baseline="0" noProof="0" dirty="0">
                <a:ln>
                  <a:noFill/>
                </a:ln>
                <a:solidFill>
                  <a:srgbClr val="D1D5DB"/>
                </a:solidFill>
                <a:effectLst/>
                <a:uLnTx/>
                <a:uFillTx/>
                <a:latin typeface="Arial" pitchFamily="34" charset="0"/>
                <a:ea typeface="Arial" pitchFamily="34" charset="-122"/>
                <a:cs typeface="Arial" pitchFamily="34" charset="-120"/>
              </a:rPr>
              <a:t>Общая выживаемость одинакова на 5.7 года.</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9"/>
          <p:cNvSpPr/>
          <p:nvPr/>
        </p:nvSpPr>
        <p:spPr>
          <a:xfrm>
            <a:off x="548640" y="6446520"/>
            <a:ext cx="1106424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dirty="0">
                <a:ln>
                  <a:noFill/>
                </a:ln>
                <a:effectLst/>
                <a:uLnTx/>
                <a:uFillTx/>
                <a:latin typeface="Arial" pitchFamily="34" charset="0"/>
                <a:ea typeface="Arial" pitchFamily="34" charset="-122"/>
                <a:cs typeface="Arial" pitchFamily="34" charset="-120"/>
              </a:rPr>
              <a:t>Judith S. Hochman</a:t>
            </a:r>
            <a:r>
              <a:rPr kumimoji="0" lang="ru-RU" sz="800" b="0" i="1" u="none" strike="noStrike" kern="1200" cap="none" spc="0" normalizeH="0" baseline="0" noProof="0" dirty="0">
                <a:ln>
                  <a:noFill/>
                </a:ln>
                <a:effectLst/>
                <a:uLnTx/>
                <a:uFillTx/>
                <a:latin typeface="Arial" pitchFamily="34" charset="0"/>
                <a:ea typeface="Arial" pitchFamily="34" charset="-122"/>
                <a:cs typeface="Arial" pitchFamily="34" charset="-120"/>
              </a:rPr>
              <a:t> </a:t>
            </a:r>
            <a:r>
              <a:rPr kumimoji="0" lang="en-US" sz="800" b="0" i="1" u="none" strike="noStrike" kern="1200" cap="none" spc="0" normalizeH="0" baseline="0" noProof="0" dirty="0">
                <a:ln>
                  <a:noFill/>
                </a:ln>
                <a:effectLst/>
                <a:uLnTx/>
                <a:uFillTx/>
                <a:latin typeface="Arial" pitchFamily="34" charset="0"/>
                <a:ea typeface="Arial" pitchFamily="34" charset="-122"/>
                <a:cs typeface="Arial" pitchFamily="34" charset="-120"/>
              </a:rPr>
              <a:t>et al. Survival After Invasive or Conservative Management of Stable Coronary Disease. </a:t>
            </a:r>
            <a:r>
              <a:rPr kumimoji="0" lang="en-US" sz="800" b="0" i="1" u="none" strike="noStrike" kern="1200" cap="none" spc="0" normalizeH="0" baseline="0" noProof="0" dirty="0" err="1">
                <a:ln>
                  <a:noFill/>
                </a:ln>
                <a:effectLst/>
                <a:uLnTx/>
                <a:uFillTx/>
                <a:latin typeface="Arial" pitchFamily="34" charset="0"/>
                <a:ea typeface="Arial" pitchFamily="34" charset="-122"/>
                <a:cs typeface="Arial" pitchFamily="34" charset="-120"/>
              </a:rPr>
              <a:t>CirculationVolume</a:t>
            </a:r>
            <a:r>
              <a:rPr kumimoji="0" lang="en-US" sz="800" b="0" i="1" u="none" strike="noStrike" kern="1200" cap="none" spc="0" normalizeH="0" baseline="0" noProof="0" dirty="0">
                <a:ln>
                  <a:noFill/>
                </a:ln>
                <a:effectLst/>
                <a:uLnTx/>
                <a:uFillTx/>
                <a:latin typeface="Arial" pitchFamily="34" charset="0"/>
                <a:ea typeface="Arial" pitchFamily="34" charset="-122"/>
                <a:cs typeface="Arial" pitchFamily="34" charset="-120"/>
              </a:rPr>
              <a:t> 147, Issue 1, 3 January 2023; Pages 8-19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dirty="0">
                <a:ln>
                  <a:noFill/>
                </a:ln>
                <a:effectLst/>
                <a:uLnTx/>
                <a:uFillTx/>
                <a:latin typeface="Arial" pitchFamily="34" charset="0"/>
                <a:ea typeface="Arial" pitchFamily="34" charset="-122"/>
                <a:cs typeface="Arial" pitchFamily="34" charset="-120"/>
              </a:rPr>
              <a:t>https://doi.org/10.1161/CIRCULATIONAHA.122.062714</a:t>
            </a:r>
            <a:endParaRPr kumimoji="0" lang="en-US" sz="800" b="0" i="0" u="none" strike="noStrike" kern="1200" cap="none" spc="0" normalizeH="0" baseline="0" noProof="0" dirty="0">
              <a:ln>
                <a:noFill/>
              </a:ln>
              <a:effectLst/>
              <a:uLnTx/>
              <a:uFillTx/>
              <a:latin typeface="Calibri" panose="020F0502020204030204"/>
              <a:ea typeface="+mn-ea"/>
              <a:cs typeface="+mn-cs"/>
            </a:endParaRPr>
          </a:p>
        </p:txBody>
      </p:sp>
      <p:sp>
        <p:nvSpPr>
          <p:cNvPr id="32" name="Title 6">
            <a:extLst>
              <a:ext uri="{FF2B5EF4-FFF2-40B4-BE49-F238E27FC236}">
                <a16:creationId xmlns:a16="http://schemas.microsoft.com/office/drawing/2014/main" id="{463DD5AF-B0D3-D831-F08F-B383298DA9A1}"/>
              </a:ext>
            </a:extLst>
          </p:cNvPr>
          <p:cNvSpPr txBox="1">
            <a:spLocks/>
          </p:cNvSpPr>
          <p:nvPr/>
        </p:nvSpPr>
        <p:spPr>
          <a:xfrm>
            <a:off x="548640" y="900517"/>
            <a:ext cx="11338560" cy="768263"/>
          </a:xfrm>
          <a:prstGeom prst="rect">
            <a:avLst/>
          </a:prstGeom>
        </p:spPr>
        <p:txBody>
          <a:bodyPr lIns="91440" tIns="45720" rIns="91440" bIns="45720" anchor="b" anchorCtr="0"/>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lvl="0"/>
            <a:r>
              <a:rPr kumimoji="0" lang="ru-RU" sz="2800" b="1" i="0" u="none" strike="noStrike" kern="1200" cap="none" spc="0" normalizeH="0" baseline="0" noProof="0" dirty="0">
                <a:ln>
                  <a:noFill/>
                </a:ln>
                <a:solidFill>
                  <a:srgbClr val="2B3A42"/>
                </a:solidFill>
                <a:effectLst/>
                <a:uLnTx/>
                <a:uFillTx/>
                <a:latin typeface="Arial" panose="020B0604020202020204"/>
                <a:ea typeface="+mj-ea"/>
                <a:cs typeface="+mj-cs"/>
              </a:rPr>
              <a:t>ISCHEMIA-EXTEND</a:t>
            </a:r>
            <a:r>
              <a:rPr kumimoji="0" lang="en-US" sz="2800" b="1" i="0" u="none" strike="noStrike" kern="1200" cap="none" spc="0" normalizeH="0" baseline="0" noProof="0" dirty="0">
                <a:ln>
                  <a:noFill/>
                </a:ln>
                <a:solidFill>
                  <a:srgbClr val="2B3A42"/>
                </a:solidFill>
                <a:effectLst/>
                <a:uLnTx/>
                <a:uFillTx/>
                <a:latin typeface="Arial" panose="020B0604020202020204"/>
                <a:ea typeface="+mj-ea"/>
                <a:cs typeface="+mj-cs"/>
              </a:rPr>
              <a:t> (2023)</a:t>
            </a:r>
            <a:r>
              <a:rPr kumimoji="0" lang="ru-RU" sz="2800" b="1" i="0" u="none" strike="noStrike" kern="1200" cap="none" spc="0" normalizeH="0" baseline="0" noProof="0" dirty="0">
                <a:ln>
                  <a:noFill/>
                </a:ln>
                <a:solidFill>
                  <a:srgbClr val="2B3A42"/>
                </a:solidFill>
                <a:effectLst/>
                <a:uLnTx/>
                <a:uFillTx/>
                <a:latin typeface="Arial" panose="020B0604020202020204"/>
                <a:ea typeface="+mj-ea"/>
                <a:cs typeface="+mj-cs"/>
              </a:rPr>
              <a:t> </a:t>
            </a:r>
          </a:p>
          <a:p>
            <a:pPr lvl="0"/>
            <a:r>
              <a:rPr lang="ru-RU" sz="2000" dirty="0">
                <a:solidFill>
                  <a:srgbClr val="2B3A42"/>
                </a:solidFill>
                <a:latin typeface="Arial" panose="020B0604020202020204"/>
              </a:rPr>
              <a:t>за 5.7 лет наблюдения меньше </a:t>
            </a:r>
            <a:r>
              <a:rPr kumimoji="0" lang="ru-RU" sz="2000" b="1" u="none" strike="noStrike" kern="1200" cap="none" spc="0" normalizeH="0" baseline="0" noProof="0" dirty="0">
                <a:ln>
                  <a:noFill/>
                </a:ln>
                <a:solidFill>
                  <a:srgbClr val="2B3A42"/>
                </a:solidFill>
                <a:effectLst/>
                <a:uLnTx/>
                <a:uFillTx/>
                <a:latin typeface="Arial" panose="020B0604020202020204"/>
                <a:ea typeface="+mj-ea"/>
                <a:cs typeface="+mj-cs"/>
              </a:rPr>
              <a:t>СС-смертей, но больше не-СС-смертей. </a:t>
            </a:r>
            <a:r>
              <a:rPr lang="ru-RU" sz="2000" dirty="0">
                <a:solidFill>
                  <a:srgbClr val="2B3A42"/>
                </a:solidFill>
                <a:latin typeface="Arial" panose="020B0604020202020204"/>
              </a:rPr>
              <a:t>О</a:t>
            </a:r>
            <a:r>
              <a:rPr kumimoji="0" lang="ru-RU" sz="2000" b="1" u="none" strike="noStrike" kern="1200" cap="none" spc="0" normalizeH="0" baseline="0" noProof="0" dirty="0" err="1">
                <a:ln>
                  <a:noFill/>
                </a:ln>
                <a:solidFill>
                  <a:srgbClr val="2B3A42"/>
                </a:solidFill>
                <a:effectLst/>
                <a:uLnTx/>
                <a:uFillTx/>
                <a:latin typeface="Arial" panose="020B0604020202020204"/>
                <a:ea typeface="+mj-ea"/>
                <a:cs typeface="+mj-cs"/>
              </a:rPr>
              <a:t>бщая</a:t>
            </a:r>
            <a:r>
              <a:rPr kumimoji="0" lang="ru-RU" sz="2000" b="1" u="none" strike="noStrike" kern="1200" cap="none" spc="0" normalizeH="0" baseline="0" noProof="0" dirty="0">
                <a:ln>
                  <a:noFill/>
                </a:ln>
                <a:solidFill>
                  <a:srgbClr val="2B3A42"/>
                </a:solidFill>
                <a:effectLst/>
                <a:uLnTx/>
                <a:uFillTx/>
                <a:latin typeface="Arial" panose="020B0604020202020204"/>
                <a:ea typeface="+mj-ea"/>
                <a:cs typeface="+mj-cs"/>
              </a:rPr>
              <a:t> смертность одинакова</a:t>
            </a:r>
            <a:endParaRPr kumimoji="0" lang="en-US" sz="2000" b="1" u="none" strike="noStrike" kern="1200" cap="none" spc="0" normalizeH="0" baseline="0" noProof="0" dirty="0">
              <a:ln>
                <a:noFill/>
              </a:ln>
              <a:solidFill>
                <a:srgbClr val="2B3A42"/>
              </a:solidFill>
              <a:effectLst/>
              <a:uLnTx/>
              <a:uFillTx/>
              <a:latin typeface="Arial" panose="020B0604020202020204"/>
              <a:ea typeface="+mj-ea"/>
              <a:cs typeface="+mj-cs"/>
            </a:endParaRPr>
          </a:p>
        </p:txBody>
      </p:sp>
      <p:sp>
        <p:nvSpPr>
          <p:cNvPr id="33" name="TextBox 32">
            <a:extLst>
              <a:ext uri="{FF2B5EF4-FFF2-40B4-BE49-F238E27FC236}">
                <a16:creationId xmlns:a16="http://schemas.microsoft.com/office/drawing/2014/main" id="{B7046BC2-2ECA-E4F3-D352-32A89FA83A0B}"/>
              </a:ext>
            </a:extLst>
          </p:cNvPr>
          <p:cNvSpPr txBox="1"/>
          <p:nvPr/>
        </p:nvSpPr>
        <p:spPr>
          <a:xfrm>
            <a:off x="447040" y="2272605"/>
            <a:ext cx="11165840" cy="646331"/>
          </a:xfrm>
          <a:prstGeom prst="rect">
            <a:avLst/>
          </a:prstGeom>
          <a:noFill/>
        </p:spPr>
        <p:txBody>
          <a:bodyPr wrap="square" rtlCol="0">
            <a:spAutoFit/>
          </a:bodyPr>
          <a:lstStyle/>
          <a:p>
            <a:r>
              <a:rPr lang="ru-RU" b="1" dirty="0">
                <a:latin typeface="Arial" panose="020B0604020202020204" pitchFamily="34" charset="0"/>
                <a:cs typeface="Arial" panose="020B0604020202020204" pitchFamily="34" charset="0"/>
              </a:rPr>
              <a:t>Исследовательский вопрос: </a:t>
            </a:r>
            <a:r>
              <a:rPr lang="en-US" i="1" dirty="0" err="1">
                <a:solidFill>
                  <a:srgbClr val="1A1A1A"/>
                </a:solidFill>
                <a:latin typeface="Arial" pitchFamily="34" charset="0"/>
                <a:ea typeface="Arial" pitchFamily="34" charset="-122"/>
                <a:cs typeface="Arial" pitchFamily="34" charset="-120"/>
              </a:rPr>
              <a:t>Проявится</a:t>
            </a:r>
            <a:r>
              <a:rPr lang="en-US" i="1" dirty="0">
                <a:solidFill>
                  <a:srgbClr val="1A1A1A"/>
                </a:solidFill>
                <a:latin typeface="Arial" pitchFamily="34" charset="0"/>
                <a:ea typeface="Arial" pitchFamily="34" charset="-122"/>
                <a:cs typeface="Arial" pitchFamily="34" charset="-120"/>
              </a:rPr>
              <a:t> </a:t>
            </a:r>
            <a:r>
              <a:rPr lang="en-US" i="1" dirty="0" err="1">
                <a:solidFill>
                  <a:srgbClr val="1A1A1A"/>
                </a:solidFill>
                <a:latin typeface="Arial" pitchFamily="34" charset="0"/>
                <a:ea typeface="Arial" pitchFamily="34" charset="-122"/>
                <a:cs typeface="Arial" pitchFamily="34" charset="-120"/>
              </a:rPr>
              <a:t>ли</a:t>
            </a:r>
            <a:r>
              <a:rPr lang="en-US" i="1" dirty="0">
                <a:solidFill>
                  <a:srgbClr val="1A1A1A"/>
                </a:solidFill>
                <a:latin typeface="Arial" pitchFamily="34" charset="0"/>
                <a:ea typeface="Arial" pitchFamily="34" charset="-122"/>
                <a:cs typeface="Arial" pitchFamily="34" charset="-120"/>
              </a:rPr>
              <a:t> </a:t>
            </a:r>
            <a:r>
              <a:rPr lang="en-US" i="1" dirty="0" err="1">
                <a:solidFill>
                  <a:srgbClr val="1A1A1A"/>
                </a:solidFill>
                <a:latin typeface="Arial" pitchFamily="34" charset="0"/>
                <a:ea typeface="Arial" pitchFamily="34" charset="-122"/>
                <a:cs typeface="Arial" pitchFamily="34" charset="-120"/>
              </a:rPr>
              <a:t>поздний</a:t>
            </a:r>
            <a:r>
              <a:rPr lang="en-US" i="1" dirty="0">
                <a:solidFill>
                  <a:srgbClr val="1A1A1A"/>
                </a:solidFill>
                <a:latin typeface="Arial" pitchFamily="34" charset="0"/>
                <a:ea typeface="Arial" pitchFamily="34" charset="-122"/>
                <a:cs typeface="Arial" pitchFamily="34" charset="-120"/>
              </a:rPr>
              <a:t> </a:t>
            </a:r>
            <a:r>
              <a:rPr lang="en-US" i="1" dirty="0" err="1">
                <a:solidFill>
                  <a:srgbClr val="1A1A1A"/>
                </a:solidFill>
                <a:latin typeface="Arial" pitchFamily="34" charset="0"/>
                <a:ea typeface="Arial" pitchFamily="34" charset="-122"/>
                <a:cs typeface="Arial" pitchFamily="34" charset="-120"/>
              </a:rPr>
              <a:t>прогностический</a:t>
            </a:r>
            <a:r>
              <a:rPr lang="en-US" i="1" dirty="0">
                <a:solidFill>
                  <a:srgbClr val="1A1A1A"/>
                </a:solidFill>
                <a:latin typeface="Arial" pitchFamily="34" charset="0"/>
                <a:ea typeface="Arial" pitchFamily="34" charset="-122"/>
                <a:cs typeface="Arial" pitchFamily="34" charset="-120"/>
              </a:rPr>
              <a:t> </a:t>
            </a:r>
            <a:r>
              <a:rPr lang="en-US" i="1" dirty="0" err="1">
                <a:solidFill>
                  <a:srgbClr val="1A1A1A"/>
                </a:solidFill>
                <a:latin typeface="Arial" pitchFamily="34" charset="0"/>
                <a:ea typeface="Arial" pitchFamily="34" charset="-122"/>
                <a:cs typeface="Arial" pitchFamily="34" charset="-120"/>
              </a:rPr>
              <a:t>сигнал</a:t>
            </a:r>
            <a:r>
              <a:rPr lang="en-US" i="1" dirty="0">
                <a:solidFill>
                  <a:srgbClr val="1A1A1A"/>
                </a:solidFill>
                <a:latin typeface="Arial" pitchFamily="34" charset="0"/>
                <a:ea typeface="Arial" pitchFamily="34" charset="-122"/>
                <a:cs typeface="Arial" pitchFamily="34" charset="-120"/>
              </a:rPr>
              <a:t> в </a:t>
            </a:r>
            <a:r>
              <a:rPr lang="en-US" i="1" dirty="0" err="1">
                <a:solidFill>
                  <a:srgbClr val="1A1A1A"/>
                </a:solidFill>
                <a:latin typeface="Arial" pitchFamily="34" charset="0"/>
                <a:ea typeface="Arial" pitchFamily="34" charset="-122"/>
                <a:cs typeface="Arial" pitchFamily="34" charset="-120"/>
              </a:rPr>
              <a:t>пользу</a:t>
            </a:r>
            <a:r>
              <a:rPr lang="en-US" i="1" dirty="0">
                <a:solidFill>
                  <a:srgbClr val="1A1A1A"/>
                </a:solidFill>
                <a:latin typeface="Arial" pitchFamily="34" charset="0"/>
                <a:ea typeface="Arial" pitchFamily="34" charset="-122"/>
                <a:cs typeface="Arial" pitchFamily="34" charset="-120"/>
              </a:rPr>
              <a:t> </a:t>
            </a:r>
            <a:r>
              <a:rPr lang="en-US" i="1" dirty="0" err="1">
                <a:solidFill>
                  <a:srgbClr val="1A1A1A"/>
                </a:solidFill>
                <a:latin typeface="Arial" pitchFamily="34" charset="0"/>
                <a:ea typeface="Arial" pitchFamily="34" charset="-122"/>
                <a:cs typeface="Arial" pitchFamily="34" charset="-120"/>
              </a:rPr>
              <a:t>инвазивной</a:t>
            </a:r>
            <a:r>
              <a:rPr lang="en-US" i="1" dirty="0">
                <a:solidFill>
                  <a:srgbClr val="1A1A1A"/>
                </a:solidFill>
                <a:latin typeface="Arial" pitchFamily="34" charset="0"/>
                <a:ea typeface="Arial" pitchFamily="34" charset="-122"/>
                <a:cs typeface="Arial" pitchFamily="34" charset="-120"/>
              </a:rPr>
              <a:t> </a:t>
            </a:r>
            <a:r>
              <a:rPr lang="en-US" i="1" dirty="0" err="1">
                <a:solidFill>
                  <a:srgbClr val="1A1A1A"/>
                </a:solidFill>
                <a:latin typeface="Arial" pitchFamily="34" charset="0"/>
                <a:ea typeface="Arial" pitchFamily="34" charset="-122"/>
                <a:cs typeface="Arial" pitchFamily="34" charset="-120"/>
              </a:rPr>
              <a:t>стратегии</a:t>
            </a:r>
            <a:r>
              <a:rPr lang="en-US" i="1" dirty="0">
                <a:solidFill>
                  <a:srgbClr val="1A1A1A"/>
                </a:solidFill>
                <a:latin typeface="Arial" pitchFamily="34" charset="0"/>
                <a:ea typeface="Arial" pitchFamily="34" charset="-122"/>
                <a:cs typeface="Arial" pitchFamily="34" charset="-120"/>
              </a:rPr>
              <a:t>, </a:t>
            </a:r>
            <a:r>
              <a:rPr lang="en-US" i="1" dirty="0" err="1">
                <a:solidFill>
                  <a:srgbClr val="1A1A1A"/>
                </a:solidFill>
                <a:latin typeface="Arial" pitchFamily="34" charset="0"/>
                <a:ea typeface="Arial" pitchFamily="34" charset="-122"/>
                <a:cs typeface="Arial" pitchFamily="34" charset="-120"/>
              </a:rPr>
              <a:t>который</a:t>
            </a:r>
            <a:r>
              <a:rPr lang="en-US" i="1" dirty="0">
                <a:solidFill>
                  <a:srgbClr val="1A1A1A"/>
                </a:solidFill>
                <a:latin typeface="Arial" pitchFamily="34" charset="0"/>
                <a:ea typeface="Arial" pitchFamily="34" charset="-122"/>
                <a:cs typeface="Arial" pitchFamily="34" charset="-120"/>
              </a:rPr>
              <a:t> </a:t>
            </a:r>
            <a:r>
              <a:rPr lang="en-US" i="1" dirty="0" err="1">
                <a:solidFill>
                  <a:srgbClr val="1A1A1A"/>
                </a:solidFill>
                <a:latin typeface="Arial" pitchFamily="34" charset="0"/>
                <a:ea typeface="Arial" pitchFamily="34" charset="-122"/>
                <a:cs typeface="Arial" pitchFamily="34" charset="-120"/>
              </a:rPr>
              <a:t>мог</a:t>
            </a:r>
            <a:r>
              <a:rPr lang="en-US" i="1" dirty="0">
                <a:solidFill>
                  <a:srgbClr val="1A1A1A"/>
                </a:solidFill>
                <a:latin typeface="Arial" pitchFamily="34" charset="0"/>
                <a:ea typeface="Arial" pitchFamily="34" charset="-122"/>
                <a:cs typeface="Arial" pitchFamily="34" charset="-120"/>
              </a:rPr>
              <a:t> </a:t>
            </a:r>
            <a:r>
              <a:rPr lang="en-US" i="1" dirty="0" err="1">
                <a:solidFill>
                  <a:srgbClr val="1A1A1A"/>
                </a:solidFill>
                <a:latin typeface="Arial" pitchFamily="34" charset="0"/>
                <a:ea typeface="Arial" pitchFamily="34" charset="-122"/>
                <a:cs typeface="Arial" pitchFamily="34" charset="-120"/>
              </a:rPr>
              <a:t>быть</a:t>
            </a:r>
            <a:r>
              <a:rPr lang="en-US" i="1" dirty="0">
                <a:solidFill>
                  <a:srgbClr val="1A1A1A"/>
                </a:solidFill>
                <a:latin typeface="Arial" pitchFamily="34" charset="0"/>
                <a:ea typeface="Arial" pitchFamily="34" charset="-122"/>
                <a:cs typeface="Arial" pitchFamily="34" charset="-120"/>
              </a:rPr>
              <a:t> </a:t>
            </a:r>
            <a:r>
              <a:rPr lang="en-US" i="1" dirty="0" err="1">
                <a:solidFill>
                  <a:srgbClr val="1A1A1A"/>
                </a:solidFill>
                <a:latin typeface="Arial" pitchFamily="34" charset="0"/>
                <a:ea typeface="Arial" pitchFamily="34" charset="-122"/>
                <a:cs typeface="Arial" pitchFamily="34" charset="-120"/>
              </a:rPr>
              <a:t>скрыт</a:t>
            </a:r>
            <a:r>
              <a:rPr lang="en-US" i="1" dirty="0">
                <a:solidFill>
                  <a:srgbClr val="1A1A1A"/>
                </a:solidFill>
                <a:latin typeface="Arial" pitchFamily="34" charset="0"/>
                <a:ea typeface="Arial" pitchFamily="34" charset="-122"/>
                <a:cs typeface="Arial" pitchFamily="34" charset="-120"/>
              </a:rPr>
              <a:t> </a:t>
            </a:r>
            <a:r>
              <a:rPr lang="en-US" i="1" dirty="0" err="1">
                <a:solidFill>
                  <a:srgbClr val="1A1A1A"/>
                </a:solidFill>
                <a:latin typeface="Arial" pitchFamily="34" charset="0"/>
                <a:ea typeface="Arial" pitchFamily="34" charset="-122"/>
                <a:cs typeface="Arial" pitchFamily="34" charset="-120"/>
              </a:rPr>
              <a:t>за</a:t>
            </a:r>
            <a:r>
              <a:rPr lang="en-US" i="1" dirty="0">
                <a:solidFill>
                  <a:srgbClr val="1A1A1A"/>
                </a:solidFill>
                <a:latin typeface="Arial" pitchFamily="34" charset="0"/>
                <a:ea typeface="Arial" pitchFamily="34" charset="-122"/>
                <a:cs typeface="Arial" pitchFamily="34" charset="-120"/>
              </a:rPr>
              <a:t> 3.2 </a:t>
            </a:r>
            <a:r>
              <a:rPr lang="en-US" i="1" dirty="0" err="1">
                <a:solidFill>
                  <a:srgbClr val="1A1A1A"/>
                </a:solidFill>
                <a:latin typeface="Arial" pitchFamily="34" charset="0"/>
                <a:ea typeface="Arial" pitchFamily="34" charset="-122"/>
                <a:cs typeface="Arial" pitchFamily="34" charset="-120"/>
              </a:rPr>
              <a:t>года</a:t>
            </a:r>
            <a:r>
              <a:rPr lang="en-US" i="1" dirty="0">
                <a:solidFill>
                  <a:srgbClr val="1A1A1A"/>
                </a:solidFill>
                <a:latin typeface="Arial" pitchFamily="34" charset="0"/>
                <a:ea typeface="Arial" pitchFamily="34" charset="-122"/>
                <a:cs typeface="Arial" pitchFamily="34" charset="-120"/>
              </a:rPr>
              <a:t>?</a:t>
            </a:r>
            <a:endParaRPr lang="ru-RU" b="1" dirty="0"/>
          </a:p>
        </p:txBody>
      </p:sp>
      <p:sp>
        <p:nvSpPr>
          <p:cNvPr id="34" name="TextBox 33">
            <a:extLst>
              <a:ext uri="{FF2B5EF4-FFF2-40B4-BE49-F238E27FC236}">
                <a16:creationId xmlns:a16="http://schemas.microsoft.com/office/drawing/2014/main" id="{C747B048-6D13-8364-03B8-567AD97BFE6E}"/>
              </a:ext>
            </a:extLst>
          </p:cNvPr>
          <p:cNvSpPr txBox="1"/>
          <p:nvPr/>
        </p:nvSpPr>
        <p:spPr>
          <a:xfrm>
            <a:off x="447040" y="1932491"/>
            <a:ext cx="11064240" cy="369332"/>
          </a:xfrm>
          <a:prstGeom prst="rect">
            <a:avLst/>
          </a:prstGeom>
          <a:noFill/>
        </p:spPr>
        <p:txBody>
          <a:bodyPr wrap="square" rtlCol="0">
            <a:spAutoFit/>
          </a:bodyPr>
          <a:lstStyle/>
          <a:p>
            <a:r>
              <a:rPr lang="ru-RU" b="1" dirty="0">
                <a:latin typeface="Arial" panose="020B0604020202020204" pitchFamily="34" charset="0"/>
                <a:cs typeface="Arial" panose="020B0604020202020204" pitchFamily="34" charset="0"/>
              </a:rPr>
              <a:t>Наблюдательное продолжение за выжившими участниками РКИ ISCHEMIA (n = 5179)</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121F107F-A68B-7150-2CFF-81529857ABC2}"/>
              </a:ext>
            </a:extLst>
          </p:cNvPr>
          <p:cNvCxnSpPr>
            <a:cxnSpLocks/>
          </p:cNvCxnSpPr>
          <p:nvPr/>
        </p:nvCxnSpPr>
        <p:spPr>
          <a:xfrm>
            <a:off x="461491" y="1589160"/>
            <a:ext cx="5147733" cy="0"/>
          </a:xfrm>
          <a:prstGeom prst="line">
            <a:avLst/>
          </a:prstGeom>
          <a:noFill/>
          <a:ln w="76200" cap="rnd" cmpd="sng" algn="ctr">
            <a:solidFill>
              <a:srgbClr val="00A3E0"/>
            </a:solidFill>
            <a:prstDash val="solid"/>
            <a:round/>
          </a:ln>
          <a:effectLst/>
        </p:spPr>
      </p:cxnSp>
      <p:cxnSp>
        <p:nvCxnSpPr>
          <p:cNvPr id="3" name="Straight Connector 2">
            <a:extLst>
              <a:ext uri="{FF2B5EF4-FFF2-40B4-BE49-F238E27FC236}">
                <a16:creationId xmlns:a16="http://schemas.microsoft.com/office/drawing/2014/main" id="{30EBA53D-7363-C4EE-8837-F1746B8CD95A}"/>
              </a:ext>
            </a:extLst>
          </p:cNvPr>
          <p:cNvCxnSpPr>
            <a:cxnSpLocks/>
          </p:cNvCxnSpPr>
          <p:nvPr/>
        </p:nvCxnSpPr>
        <p:spPr>
          <a:xfrm>
            <a:off x="6565957" y="1589160"/>
            <a:ext cx="5147733" cy="0"/>
          </a:xfrm>
          <a:prstGeom prst="line">
            <a:avLst/>
          </a:prstGeom>
          <a:noFill/>
          <a:ln w="76200" cap="rnd" cmpd="sng" algn="ctr">
            <a:solidFill>
              <a:srgbClr val="005587"/>
            </a:solidFill>
            <a:prstDash val="solid"/>
            <a:round/>
          </a:ln>
          <a:effectLst/>
        </p:spPr>
      </p:cxnSp>
      <p:sp>
        <p:nvSpPr>
          <p:cNvPr id="5" name="Rectangle: Rounded Corners 4">
            <a:extLst>
              <a:ext uri="{FF2B5EF4-FFF2-40B4-BE49-F238E27FC236}">
                <a16:creationId xmlns:a16="http://schemas.microsoft.com/office/drawing/2014/main" id="{02BD9854-3541-729F-F74B-B720259ADBC3}"/>
              </a:ext>
            </a:extLst>
          </p:cNvPr>
          <p:cNvSpPr>
            <a:spLocks/>
          </p:cNvSpPr>
          <p:nvPr/>
        </p:nvSpPr>
        <p:spPr>
          <a:xfrm>
            <a:off x="371701" y="946665"/>
            <a:ext cx="4431507" cy="567181"/>
          </a:xfrm>
          <a:prstGeom prst="roundRect">
            <a:avLst>
              <a:gd name="adj" fmla="val 0"/>
            </a:avLst>
          </a:prstGeom>
          <a:noFill/>
          <a:ln w="19050" cap="flat" cmpd="sng" algn="ctr">
            <a:noFill/>
            <a:prstDash val="solid"/>
            <a:miter lim="800000"/>
          </a:ln>
          <a:effectLst/>
        </p:spPr>
        <p:txBody>
          <a:bodyPr rtlCol="0" anchor="ctr" anchorCtr="0"/>
          <a:lstStyle/>
          <a:p>
            <a:pPr marL="0" marR="0" lvl="0" indent="0" defTabSz="1219170" eaLnBrk="1" fontAlgn="auto" latinLnBrk="0" hangingPunct="1">
              <a:lnSpc>
                <a:spcPct val="100000"/>
              </a:lnSpc>
              <a:spcBef>
                <a:spcPts val="0"/>
              </a:spcBef>
              <a:spcAft>
                <a:spcPts val="0"/>
              </a:spcAft>
              <a:buClr>
                <a:srgbClr val="544F40"/>
              </a:buClr>
              <a:buSzTx/>
              <a:buFontTx/>
              <a:buNone/>
              <a:tabLst/>
              <a:defRPr/>
            </a:pPr>
            <a:r>
              <a:rPr lang="ru-RU" b="1" kern="0" dirty="0">
                <a:solidFill>
                  <a:srgbClr val="00A3E0"/>
                </a:solidFill>
                <a:latin typeface="Arial"/>
              </a:rPr>
              <a:t>ORBITA</a:t>
            </a:r>
            <a:r>
              <a:rPr lang="ru-RU" b="1" kern="0" baseline="30000" dirty="0">
                <a:solidFill>
                  <a:srgbClr val="00A3E0"/>
                </a:solidFill>
                <a:latin typeface="Arial"/>
              </a:rPr>
              <a:t>1</a:t>
            </a:r>
            <a:r>
              <a:rPr lang="ru-RU" b="1" kern="0" dirty="0">
                <a:solidFill>
                  <a:srgbClr val="00A3E0"/>
                </a:solidFill>
                <a:latin typeface="Arial"/>
              </a:rPr>
              <a:t> (2018) — ЧКВ как дополнение к ОМТ</a:t>
            </a:r>
            <a:endParaRPr kumimoji="0" lang="en-US" sz="1800" b="0" i="0" u="none" strike="noStrike" kern="0" cap="none" spc="0" normalizeH="0" baseline="0" noProof="0" dirty="0">
              <a:ln>
                <a:noFill/>
              </a:ln>
              <a:solidFill>
                <a:srgbClr val="00A3E0"/>
              </a:solidFill>
              <a:effectLst/>
              <a:uLnTx/>
              <a:uFillTx/>
              <a:latin typeface="Arial"/>
              <a:ea typeface="+mn-ea"/>
              <a:cs typeface="+mn-cs"/>
            </a:endParaRPr>
          </a:p>
        </p:txBody>
      </p:sp>
      <p:sp>
        <p:nvSpPr>
          <p:cNvPr id="6" name="Rectangle: Rounded Corners 5">
            <a:extLst>
              <a:ext uri="{FF2B5EF4-FFF2-40B4-BE49-F238E27FC236}">
                <a16:creationId xmlns:a16="http://schemas.microsoft.com/office/drawing/2014/main" id="{96E25E4C-5832-B099-DFC9-F7ABE54C9DCC}"/>
              </a:ext>
            </a:extLst>
          </p:cNvPr>
          <p:cNvSpPr>
            <a:spLocks/>
          </p:cNvSpPr>
          <p:nvPr/>
        </p:nvSpPr>
        <p:spPr>
          <a:xfrm>
            <a:off x="7414871" y="917803"/>
            <a:ext cx="4422307" cy="567181"/>
          </a:xfrm>
          <a:prstGeom prst="roundRect">
            <a:avLst>
              <a:gd name="adj" fmla="val 0"/>
            </a:avLst>
          </a:prstGeom>
          <a:noFill/>
          <a:ln w="19050" cap="flat" cmpd="sng" algn="ctr">
            <a:noFill/>
            <a:prstDash val="solid"/>
            <a:miter lim="800000"/>
          </a:ln>
          <a:effectLst/>
        </p:spPr>
        <p:txBody>
          <a:bodyPr rtlCol="0" anchor="ctr" anchorCtr="0"/>
          <a:lstStyle/>
          <a:p>
            <a:pPr marL="0" marR="0" lvl="0" indent="0" algn="r" defTabSz="1219170" eaLnBrk="1" fontAlgn="auto" latinLnBrk="0" hangingPunct="1">
              <a:lnSpc>
                <a:spcPct val="100000"/>
              </a:lnSpc>
              <a:spcBef>
                <a:spcPts val="0"/>
              </a:spcBef>
              <a:spcAft>
                <a:spcPts val="0"/>
              </a:spcAft>
              <a:buClr>
                <a:srgbClr val="544F40"/>
              </a:buClr>
              <a:buSzTx/>
              <a:buFontTx/>
              <a:buNone/>
              <a:tabLst/>
              <a:defRPr/>
            </a:pPr>
            <a:r>
              <a:rPr kumimoji="0" lang="ru-RU" sz="1800" b="1" i="0" u="none" strike="noStrike" kern="0" cap="none" spc="0" normalizeH="0" baseline="0" noProof="0" dirty="0">
                <a:ln>
                  <a:noFill/>
                </a:ln>
                <a:solidFill>
                  <a:srgbClr val="005587"/>
                </a:solidFill>
                <a:effectLst/>
                <a:uLnTx/>
                <a:uFillTx/>
                <a:latin typeface="Arial"/>
                <a:ea typeface="+mn-ea"/>
                <a:cs typeface="+mn-cs"/>
              </a:rPr>
              <a:t>ORBITA-2</a:t>
            </a:r>
            <a:r>
              <a:rPr kumimoji="0" lang="ru-RU" sz="1800" b="1" i="0" u="none" strike="noStrike" kern="0" cap="none" spc="0" normalizeH="0" baseline="30000" noProof="0" dirty="0">
                <a:ln>
                  <a:noFill/>
                </a:ln>
                <a:solidFill>
                  <a:srgbClr val="005587"/>
                </a:solidFill>
                <a:effectLst/>
                <a:uLnTx/>
                <a:uFillTx/>
                <a:latin typeface="Arial"/>
                <a:ea typeface="+mn-ea"/>
                <a:cs typeface="+mn-cs"/>
              </a:rPr>
              <a:t>2</a:t>
            </a:r>
            <a:r>
              <a:rPr kumimoji="0" lang="ru-RU" sz="1800" b="1" i="0" u="none" strike="noStrike" kern="0" cap="none" spc="0" normalizeH="0" baseline="0" noProof="0" dirty="0">
                <a:ln>
                  <a:noFill/>
                </a:ln>
                <a:solidFill>
                  <a:srgbClr val="005587"/>
                </a:solidFill>
                <a:effectLst/>
                <a:uLnTx/>
                <a:uFillTx/>
                <a:latin typeface="Arial"/>
                <a:ea typeface="+mn-ea"/>
                <a:cs typeface="+mn-cs"/>
              </a:rPr>
              <a:t> (2023) — ЧКВ как </a:t>
            </a:r>
            <a:r>
              <a:rPr kumimoji="0" lang="ru-RU" sz="1800" b="1" i="0" u="none" strike="noStrike" kern="0" cap="none" spc="0" normalizeH="0" baseline="0" noProof="0" dirty="0" err="1">
                <a:ln>
                  <a:noFill/>
                </a:ln>
                <a:solidFill>
                  <a:srgbClr val="005587"/>
                </a:solidFill>
                <a:effectLst/>
                <a:uLnTx/>
                <a:uFillTx/>
                <a:latin typeface="Arial"/>
                <a:ea typeface="+mn-ea"/>
                <a:cs typeface="+mn-cs"/>
              </a:rPr>
              <a:t>монотерапия</a:t>
            </a:r>
            <a:endParaRPr kumimoji="0" lang="en-US" sz="1800" b="0" i="0" u="none" strike="noStrike" kern="0" cap="none" spc="0" normalizeH="0" baseline="0" noProof="0" dirty="0">
              <a:ln>
                <a:noFill/>
              </a:ln>
              <a:solidFill>
                <a:srgbClr val="005587"/>
              </a:solidFill>
              <a:effectLst/>
              <a:uLnTx/>
              <a:uFillTx/>
              <a:latin typeface="Arial"/>
              <a:ea typeface="+mn-ea"/>
              <a:cs typeface="+mn-cs"/>
            </a:endParaRPr>
          </a:p>
        </p:txBody>
      </p:sp>
      <p:grpSp>
        <p:nvGrpSpPr>
          <p:cNvPr id="9" name="Group 8">
            <a:extLst>
              <a:ext uri="{FF2B5EF4-FFF2-40B4-BE49-F238E27FC236}">
                <a16:creationId xmlns:a16="http://schemas.microsoft.com/office/drawing/2014/main" id="{AF0D2E01-2A5A-1F49-DEA7-B42A7C505B62}"/>
              </a:ext>
            </a:extLst>
          </p:cNvPr>
          <p:cNvGrpSpPr/>
          <p:nvPr/>
        </p:nvGrpSpPr>
        <p:grpSpPr>
          <a:xfrm>
            <a:off x="6188994" y="1167465"/>
            <a:ext cx="576839" cy="4576834"/>
            <a:chOff x="6323253" y="1793630"/>
            <a:chExt cx="576839" cy="4576834"/>
          </a:xfrm>
        </p:grpSpPr>
        <p:cxnSp>
          <p:nvCxnSpPr>
            <p:cNvPr id="10" name="Straight Connector 9">
              <a:extLst>
                <a:ext uri="{FF2B5EF4-FFF2-40B4-BE49-F238E27FC236}">
                  <a16:creationId xmlns:a16="http://schemas.microsoft.com/office/drawing/2014/main" id="{65CDA3CA-91F1-E226-246A-357580F712AB}"/>
                </a:ext>
              </a:extLst>
            </p:cNvPr>
            <p:cNvCxnSpPr>
              <a:cxnSpLocks/>
            </p:cNvCxnSpPr>
            <p:nvPr/>
          </p:nvCxnSpPr>
          <p:spPr>
            <a:xfrm flipV="1">
              <a:off x="6323255" y="2152081"/>
              <a:ext cx="0" cy="4218383"/>
            </a:xfrm>
            <a:prstGeom prst="line">
              <a:avLst/>
            </a:prstGeom>
            <a:noFill/>
            <a:ln w="38100" cap="rnd" cmpd="sng" algn="ctr">
              <a:solidFill>
                <a:srgbClr val="CACED0"/>
              </a:solidFill>
              <a:prstDash val="solid"/>
              <a:round/>
            </a:ln>
            <a:effectLst/>
          </p:spPr>
        </p:cxnSp>
        <p:sp>
          <p:nvSpPr>
            <p:cNvPr id="11" name="Rectangle: Rounded Corners 119">
              <a:extLst>
                <a:ext uri="{FF2B5EF4-FFF2-40B4-BE49-F238E27FC236}">
                  <a16:creationId xmlns:a16="http://schemas.microsoft.com/office/drawing/2014/main" id="{658B1D80-3A7D-58AC-2F8C-47C7D15FBC81}"/>
                </a:ext>
              </a:extLst>
            </p:cNvPr>
            <p:cNvSpPr/>
            <p:nvPr/>
          </p:nvSpPr>
          <p:spPr>
            <a:xfrm rot="16200000">
              <a:off x="6323212" y="1886566"/>
              <a:ext cx="264629" cy="264548"/>
            </a:xfrm>
            <a:custGeom>
              <a:avLst/>
              <a:gdLst>
                <a:gd name="connsiteX0" fmla="*/ 0 w 9751542"/>
                <a:gd name="connsiteY0" fmla="*/ 664889 h 1329778"/>
                <a:gd name="connsiteX1" fmla="*/ 664889 w 9751542"/>
                <a:gd name="connsiteY1" fmla="*/ 0 h 1329778"/>
                <a:gd name="connsiteX2" fmla="*/ 9086653 w 9751542"/>
                <a:gd name="connsiteY2" fmla="*/ 0 h 1329778"/>
                <a:gd name="connsiteX3" fmla="*/ 9751542 w 9751542"/>
                <a:gd name="connsiteY3" fmla="*/ 664889 h 1329778"/>
                <a:gd name="connsiteX4" fmla="*/ 9751542 w 9751542"/>
                <a:gd name="connsiteY4" fmla="*/ 664889 h 1329778"/>
                <a:gd name="connsiteX5" fmla="*/ 9086653 w 9751542"/>
                <a:gd name="connsiteY5" fmla="*/ 1329778 h 1329778"/>
                <a:gd name="connsiteX6" fmla="*/ 664889 w 9751542"/>
                <a:gd name="connsiteY6" fmla="*/ 1329778 h 1329778"/>
                <a:gd name="connsiteX7" fmla="*/ 0 w 9751542"/>
                <a:gd name="connsiteY7" fmla="*/ 664889 h 1329778"/>
                <a:gd name="connsiteX0" fmla="*/ 0 w 9751542"/>
                <a:gd name="connsiteY0" fmla="*/ 664889 h 1329778"/>
                <a:gd name="connsiteX1" fmla="*/ 664889 w 9751542"/>
                <a:gd name="connsiteY1" fmla="*/ 0 h 1329778"/>
                <a:gd name="connsiteX2" fmla="*/ 9086653 w 9751542"/>
                <a:gd name="connsiteY2" fmla="*/ 0 h 1329778"/>
                <a:gd name="connsiteX3" fmla="*/ 9751542 w 9751542"/>
                <a:gd name="connsiteY3" fmla="*/ 664889 h 1329778"/>
                <a:gd name="connsiteX4" fmla="*/ 9751542 w 9751542"/>
                <a:gd name="connsiteY4" fmla="*/ 664889 h 1329778"/>
                <a:gd name="connsiteX5" fmla="*/ 9086653 w 9751542"/>
                <a:gd name="connsiteY5" fmla="*/ 1329778 h 1329778"/>
                <a:gd name="connsiteX6" fmla="*/ 664889 w 9751542"/>
                <a:gd name="connsiteY6" fmla="*/ 1329778 h 1329778"/>
                <a:gd name="connsiteX7" fmla="*/ 91440 w 9751542"/>
                <a:gd name="connsiteY7" fmla="*/ 756329 h 1329778"/>
                <a:gd name="connsiteX0" fmla="*/ 590125 w 9676778"/>
                <a:gd name="connsiteY0" fmla="*/ 0 h 1329778"/>
                <a:gd name="connsiteX1" fmla="*/ 9011889 w 9676778"/>
                <a:gd name="connsiteY1" fmla="*/ 0 h 1329778"/>
                <a:gd name="connsiteX2" fmla="*/ 9676778 w 9676778"/>
                <a:gd name="connsiteY2" fmla="*/ 664889 h 1329778"/>
                <a:gd name="connsiteX3" fmla="*/ 9676778 w 9676778"/>
                <a:gd name="connsiteY3" fmla="*/ 664889 h 1329778"/>
                <a:gd name="connsiteX4" fmla="*/ 9011889 w 9676778"/>
                <a:gd name="connsiteY4" fmla="*/ 1329778 h 1329778"/>
                <a:gd name="connsiteX5" fmla="*/ 590125 w 9676778"/>
                <a:gd name="connsiteY5" fmla="*/ 1329778 h 1329778"/>
                <a:gd name="connsiteX6" fmla="*/ 16676 w 9676778"/>
                <a:gd name="connsiteY6" fmla="*/ 756329 h 1329778"/>
                <a:gd name="connsiteX0" fmla="*/ 9011889 w 9676778"/>
                <a:gd name="connsiteY0" fmla="*/ 0 h 1329778"/>
                <a:gd name="connsiteX1" fmla="*/ 9676778 w 9676778"/>
                <a:gd name="connsiteY1" fmla="*/ 664889 h 1329778"/>
                <a:gd name="connsiteX2" fmla="*/ 9676778 w 9676778"/>
                <a:gd name="connsiteY2" fmla="*/ 664889 h 1329778"/>
                <a:gd name="connsiteX3" fmla="*/ 9011889 w 9676778"/>
                <a:gd name="connsiteY3" fmla="*/ 1329778 h 1329778"/>
                <a:gd name="connsiteX4" fmla="*/ 590125 w 9676778"/>
                <a:gd name="connsiteY4" fmla="*/ 1329778 h 1329778"/>
                <a:gd name="connsiteX5" fmla="*/ 16676 w 9676778"/>
                <a:gd name="connsiteY5" fmla="*/ 756329 h 1329778"/>
                <a:gd name="connsiteX0" fmla="*/ 8421764 w 9086653"/>
                <a:gd name="connsiteY0" fmla="*/ 0 h 1329778"/>
                <a:gd name="connsiteX1" fmla="*/ 9086653 w 9086653"/>
                <a:gd name="connsiteY1" fmla="*/ 664889 h 1329778"/>
                <a:gd name="connsiteX2" fmla="*/ 9086653 w 9086653"/>
                <a:gd name="connsiteY2" fmla="*/ 664889 h 1329778"/>
                <a:gd name="connsiteX3" fmla="*/ 8421764 w 9086653"/>
                <a:gd name="connsiteY3" fmla="*/ 1329778 h 1329778"/>
                <a:gd name="connsiteX4" fmla="*/ 0 w 9086653"/>
                <a:gd name="connsiteY4" fmla="*/ 1329778 h 1329778"/>
                <a:gd name="connsiteX0" fmla="*/ 0 w 664889"/>
                <a:gd name="connsiteY0" fmla="*/ 0 h 1329778"/>
                <a:gd name="connsiteX1" fmla="*/ 664889 w 664889"/>
                <a:gd name="connsiteY1" fmla="*/ 664889 h 1329778"/>
                <a:gd name="connsiteX2" fmla="*/ 664889 w 664889"/>
                <a:gd name="connsiteY2" fmla="*/ 664889 h 1329778"/>
                <a:gd name="connsiteX3" fmla="*/ 0 w 664889"/>
                <a:gd name="connsiteY3" fmla="*/ 1329778 h 1329778"/>
                <a:gd name="connsiteX0" fmla="*/ 0 w 664889"/>
                <a:gd name="connsiteY0" fmla="*/ 0 h 664889"/>
                <a:gd name="connsiteX1" fmla="*/ 664889 w 664889"/>
                <a:gd name="connsiteY1" fmla="*/ 664889 h 664889"/>
                <a:gd name="connsiteX2" fmla="*/ 664889 w 664889"/>
                <a:gd name="connsiteY2" fmla="*/ 664889 h 664889"/>
                <a:gd name="connsiteX0" fmla="*/ 0 w 665092"/>
                <a:gd name="connsiteY0" fmla="*/ 0 h 664889"/>
                <a:gd name="connsiteX1" fmla="*/ 664889 w 665092"/>
                <a:gd name="connsiteY1" fmla="*/ 664889 h 664889"/>
                <a:gd name="connsiteX2" fmla="*/ 664889 w 665092"/>
                <a:gd name="connsiteY2" fmla="*/ 664889 h 664889"/>
              </a:gdLst>
              <a:ahLst/>
              <a:cxnLst>
                <a:cxn ang="0">
                  <a:pos x="connsiteX0" y="connsiteY0"/>
                </a:cxn>
                <a:cxn ang="0">
                  <a:pos x="connsiteX1" y="connsiteY1"/>
                </a:cxn>
                <a:cxn ang="0">
                  <a:pos x="connsiteX2" y="connsiteY2"/>
                </a:cxn>
              </a:cxnLst>
              <a:rect l="l" t="t" r="r" b="b"/>
              <a:pathLst>
                <a:path w="665092" h="664889">
                  <a:moveTo>
                    <a:pt x="0" y="0"/>
                  </a:moveTo>
                  <a:cubicBezTo>
                    <a:pt x="367208" y="0"/>
                    <a:pt x="674125" y="260736"/>
                    <a:pt x="664889" y="664889"/>
                  </a:cubicBezTo>
                  <a:lnTo>
                    <a:pt x="664889" y="664889"/>
                  </a:lnTo>
                </a:path>
              </a:pathLst>
            </a:custGeom>
            <a:noFill/>
            <a:ln w="38100" cap="rnd" cmpd="sng" algn="ctr">
              <a:solidFill>
                <a:srgbClr val="CACED0"/>
              </a:solidFill>
              <a:prstDash val="solid"/>
              <a:miter lim="800000"/>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12" name="Isosceles Triangle 7">
              <a:extLst>
                <a:ext uri="{FF2B5EF4-FFF2-40B4-BE49-F238E27FC236}">
                  <a16:creationId xmlns:a16="http://schemas.microsoft.com/office/drawing/2014/main" id="{7296E027-7790-B60F-D02B-2D0C1658631B}"/>
                </a:ext>
              </a:extLst>
            </p:cNvPr>
            <p:cNvSpPr/>
            <p:nvPr/>
          </p:nvSpPr>
          <p:spPr>
            <a:xfrm rot="5400000">
              <a:off x="6764579" y="1856543"/>
              <a:ext cx="198426" cy="72600"/>
            </a:xfrm>
            <a:custGeom>
              <a:avLst/>
              <a:gdLst>
                <a:gd name="connsiteX0" fmla="*/ 0 w 1079064"/>
                <a:gd name="connsiteY0" fmla="*/ 581889 h 581889"/>
                <a:gd name="connsiteX1" fmla="*/ 539532 w 1079064"/>
                <a:gd name="connsiteY1" fmla="*/ 0 h 581889"/>
                <a:gd name="connsiteX2" fmla="*/ 1079064 w 1079064"/>
                <a:gd name="connsiteY2" fmla="*/ 581889 h 581889"/>
                <a:gd name="connsiteX3" fmla="*/ 0 w 1079064"/>
                <a:gd name="connsiteY3" fmla="*/ 581889 h 581889"/>
                <a:gd name="connsiteX0" fmla="*/ 0 w 1079064"/>
                <a:gd name="connsiteY0" fmla="*/ 581889 h 591462"/>
                <a:gd name="connsiteX1" fmla="*/ 539532 w 1079064"/>
                <a:gd name="connsiteY1" fmla="*/ 0 h 591462"/>
                <a:gd name="connsiteX2" fmla="*/ 1079064 w 1079064"/>
                <a:gd name="connsiteY2" fmla="*/ 581889 h 591462"/>
                <a:gd name="connsiteX3" fmla="*/ 547347 w 1079064"/>
                <a:gd name="connsiteY3" fmla="*/ 591462 h 591462"/>
                <a:gd name="connsiteX4" fmla="*/ 0 w 1079064"/>
                <a:gd name="connsiteY4" fmla="*/ 581889 h 591462"/>
                <a:gd name="connsiteX0" fmla="*/ 547347 w 1079064"/>
                <a:gd name="connsiteY0" fmla="*/ 591462 h 682902"/>
                <a:gd name="connsiteX1" fmla="*/ 0 w 1079064"/>
                <a:gd name="connsiteY1" fmla="*/ 581889 h 682902"/>
                <a:gd name="connsiteX2" fmla="*/ 539532 w 1079064"/>
                <a:gd name="connsiteY2" fmla="*/ 0 h 682902"/>
                <a:gd name="connsiteX3" fmla="*/ 1079064 w 1079064"/>
                <a:gd name="connsiteY3" fmla="*/ 581889 h 682902"/>
                <a:gd name="connsiteX4" fmla="*/ 638787 w 1079064"/>
                <a:gd name="connsiteY4" fmla="*/ 682902 h 682902"/>
                <a:gd name="connsiteX0" fmla="*/ 547347 w 1079064"/>
                <a:gd name="connsiteY0" fmla="*/ 591462 h 591462"/>
                <a:gd name="connsiteX1" fmla="*/ 0 w 1079064"/>
                <a:gd name="connsiteY1" fmla="*/ 581889 h 591462"/>
                <a:gd name="connsiteX2" fmla="*/ 539532 w 1079064"/>
                <a:gd name="connsiteY2" fmla="*/ 0 h 591462"/>
                <a:gd name="connsiteX3" fmla="*/ 1079064 w 1079064"/>
                <a:gd name="connsiteY3" fmla="*/ 581889 h 591462"/>
                <a:gd name="connsiteX0" fmla="*/ 0 w 1079064"/>
                <a:gd name="connsiteY0" fmla="*/ 581889 h 581889"/>
                <a:gd name="connsiteX1" fmla="*/ 539532 w 1079064"/>
                <a:gd name="connsiteY1" fmla="*/ 0 h 581889"/>
                <a:gd name="connsiteX2" fmla="*/ 1079064 w 1079064"/>
                <a:gd name="connsiteY2" fmla="*/ 581889 h 581889"/>
              </a:gdLst>
              <a:ahLst/>
              <a:cxnLst>
                <a:cxn ang="0">
                  <a:pos x="connsiteX0" y="connsiteY0"/>
                </a:cxn>
                <a:cxn ang="0">
                  <a:pos x="connsiteX1" y="connsiteY1"/>
                </a:cxn>
                <a:cxn ang="0">
                  <a:pos x="connsiteX2" y="connsiteY2"/>
                </a:cxn>
              </a:cxnLst>
              <a:rect l="l" t="t" r="r" b="b"/>
              <a:pathLst>
                <a:path w="1079064" h="581889">
                  <a:moveTo>
                    <a:pt x="0" y="581889"/>
                  </a:moveTo>
                  <a:lnTo>
                    <a:pt x="539532" y="0"/>
                  </a:lnTo>
                  <a:lnTo>
                    <a:pt x="1079064" y="581889"/>
                  </a:lnTo>
                </a:path>
              </a:pathLst>
            </a:custGeom>
            <a:noFill/>
            <a:ln w="38100" cap="rnd" cmpd="sng" algn="ctr">
              <a:solidFill>
                <a:srgbClr val="CACED0"/>
              </a:solidFill>
              <a:prstDash val="solid"/>
              <a:round/>
            </a:ln>
            <a:effectLst/>
          </p:spPr>
          <p:txBody>
            <a:bodyPr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cxnSp>
          <p:nvCxnSpPr>
            <p:cNvPr id="13" name="Straight Connector 12">
              <a:extLst>
                <a:ext uri="{FF2B5EF4-FFF2-40B4-BE49-F238E27FC236}">
                  <a16:creationId xmlns:a16="http://schemas.microsoft.com/office/drawing/2014/main" id="{5E662253-CB93-734C-1AF5-A80382039CF4}"/>
                </a:ext>
              </a:extLst>
            </p:cNvPr>
            <p:cNvCxnSpPr>
              <a:cxnSpLocks/>
            </p:cNvCxnSpPr>
            <p:nvPr/>
          </p:nvCxnSpPr>
          <p:spPr>
            <a:xfrm>
              <a:off x="6574658" y="1886186"/>
              <a:ext cx="309561" cy="0"/>
            </a:xfrm>
            <a:prstGeom prst="line">
              <a:avLst/>
            </a:prstGeom>
            <a:noFill/>
            <a:ln w="38100" cap="flat" cmpd="sng" algn="ctr">
              <a:solidFill>
                <a:srgbClr val="CACED0"/>
              </a:solidFill>
              <a:prstDash val="solid"/>
              <a:miter lim="800000"/>
            </a:ln>
            <a:effectLst/>
          </p:spPr>
        </p:cxnSp>
      </p:grpSp>
      <p:grpSp>
        <p:nvGrpSpPr>
          <p:cNvPr id="14" name="Group 13">
            <a:extLst>
              <a:ext uri="{FF2B5EF4-FFF2-40B4-BE49-F238E27FC236}">
                <a16:creationId xmlns:a16="http://schemas.microsoft.com/office/drawing/2014/main" id="{76E8B3F6-348F-BF4E-E663-F88741444835}"/>
              </a:ext>
            </a:extLst>
          </p:cNvPr>
          <p:cNvGrpSpPr/>
          <p:nvPr/>
        </p:nvGrpSpPr>
        <p:grpSpPr>
          <a:xfrm flipH="1">
            <a:off x="5409347" y="1167465"/>
            <a:ext cx="576839" cy="4576834"/>
            <a:chOff x="6323253" y="1793630"/>
            <a:chExt cx="576839" cy="4576834"/>
          </a:xfrm>
        </p:grpSpPr>
        <p:cxnSp>
          <p:nvCxnSpPr>
            <p:cNvPr id="15" name="Straight Connector 14">
              <a:extLst>
                <a:ext uri="{FF2B5EF4-FFF2-40B4-BE49-F238E27FC236}">
                  <a16:creationId xmlns:a16="http://schemas.microsoft.com/office/drawing/2014/main" id="{8F0383B3-E335-1545-9984-2BF4E13CADA2}"/>
                </a:ext>
              </a:extLst>
            </p:cNvPr>
            <p:cNvCxnSpPr>
              <a:cxnSpLocks/>
            </p:cNvCxnSpPr>
            <p:nvPr/>
          </p:nvCxnSpPr>
          <p:spPr>
            <a:xfrm flipH="1" flipV="1">
              <a:off x="6323255" y="2152081"/>
              <a:ext cx="0" cy="4218383"/>
            </a:xfrm>
            <a:prstGeom prst="line">
              <a:avLst/>
            </a:prstGeom>
            <a:noFill/>
            <a:ln w="38100" cap="rnd" cmpd="sng" algn="ctr">
              <a:solidFill>
                <a:srgbClr val="CACED0"/>
              </a:solidFill>
              <a:prstDash val="solid"/>
              <a:round/>
            </a:ln>
            <a:effectLst/>
          </p:spPr>
        </p:cxnSp>
        <p:sp>
          <p:nvSpPr>
            <p:cNvPr id="16" name="Rectangle: Rounded Corners 119">
              <a:extLst>
                <a:ext uri="{FF2B5EF4-FFF2-40B4-BE49-F238E27FC236}">
                  <a16:creationId xmlns:a16="http://schemas.microsoft.com/office/drawing/2014/main" id="{CCE7BFB7-C182-40E5-35EC-7FF253DDD690}"/>
                </a:ext>
              </a:extLst>
            </p:cNvPr>
            <p:cNvSpPr/>
            <p:nvPr/>
          </p:nvSpPr>
          <p:spPr>
            <a:xfrm rot="16200000">
              <a:off x="6323212" y="1886566"/>
              <a:ext cx="264629" cy="264548"/>
            </a:xfrm>
            <a:custGeom>
              <a:avLst/>
              <a:gdLst>
                <a:gd name="connsiteX0" fmla="*/ 0 w 9751542"/>
                <a:gd name="connsiteY0" fmla="*/ 664889 h 1329778"/>
                <a:gd name="connsiteX1" fmla="*/ 664889 w 9751542"/>
                <a:gd name="connsiteY1" fmla="*/ 0 h 1329778"/>
                <a:gd name="connsiteX2" fmla="*/ 9086653 w 9751542"/>
                <a:gd name="connsiteY2" fmla="*/ 0 h 1329778"/>
                <a:gd name="connsiteX3" fmla="*/ 9751542 w 9751542"/>
                <a:gd name="connsiteY3" fmla="*/ 664889 h 1329778"/>
                <a:gd name="connsiteX4" fmla="*/ 9751542 w 9751542"/>
                <a:gd name="connsiteY4" fmla="*/ 664889 h 1329778"/>
                <a:gd name="connsiteX5" fmla="*/ 9086653 w 9751542"/>
                <a:gd name="connsiteY5" fmla="*/ 1329778 h 1329778"/>
                <a:gd name="connsiteX6" fmla="*/ 664889 w 9751542"/>
                <a:gd name="connsiteY6" fmla="*/ 1329778 h 1329778"/>
                <a:gd name="connsiteX7" fmla="*/ 0 w 9751542"/>
                <a:gd name="connsiteY7" fmla="*/ 664889 h 1329778"/>
                <a:gd name="connsiteX0" fmla="*/ 0 w 9751542"/>
                <a:gd name="connsiteY0" fmla="*/ 664889 h 1329778"/>
                <a:gd name="connsiteX1" fmla="*/ 664889 w 9751542"/>
                <a:gd name="connsiteY1" fmla="*/ 0 h 1329778"/>
                <a:gd name="connsiteX2" fmla="*/ 9086653 w 9751542"/>
                <a:gd name="connsiteY2" fmla="*/ 0 h 1329778"/>
                <a:gd name="connsiteX3" fmla="*/ 9751542 w 9751542"/>
                <a:gd name="connsiteY3" fmla="*/ 664889 h 1329778"/>
                <a:gd name="connsiteX4" fmla="*/ 9751542 w 9751542"/>
                <a:gd name="connsiteY4" fmla="*/ 664889 h 1329778"/>
                <a:gd name="connsiteX5" fmla="*/ 9086653 w 9751542"/>
                <a:gd name="connsiteY5" fmla="*/ 1329778 h 1329778"/>
                <a:gd name="connsiteX6" fmla="*/ 664889 w 9751542"/>
                <a:gd name="connsiteY6" fmla="*/ 1329778 h 1329778"/>
                <a:gd name="connsiteX7" fmla="*/ 91440 w 9751542"/>
                <a:gd name="connsiteY7" fmla="*/ 756329 h 1329778"/>
                <a:gd name="connsiteX0" fmla="*/ 590125 w 9676778"/>
                <a:gd name="connsiteY0" fmla="*/ 0 h 1329778"/>
                <a:gd name="connsiteX1" fmla="*/ 9011889 w 9676778"/>
                <a:gd name="connsiteY1" fmla="*/ 0 h 1329778"/>
                <a:gd name="connsiteX2" fmla="*/ 9676778 w 9676778"/>
                <a:gd name="connsiteY2" fmla="*/ 664889 h 1329778"/>
                <a:gd name="connsiteX3" fmla="*/ 9676778 w 9676778"/>
                <a:gd name="connsiteY3" fmla="*/ 664889 h 1329778"/>
                <a:gd name="connsiteX4" fmla="*/ 9011889 w 9676778"/>
                <a:gd name="connsiteY4" fmla="*/ 1329778 h 1329778"/>
                <a:gd name="connsiteX5" fmla="*/ 590125 w 9676778"/>
                <a:gd name="connsiteY5" fmla="*/ 1329778 h 1329778"/>
                <a:gd name="connsiteX6" fmla="*/ 16676 w 9676778"/>
                <a:gd name="connsiteY6" fmla="*/ 756329 h 1329778"/>
                <a:gd name="connsiteX0" fmla="*/ 9011889 w 9676778"/>
                <a:gd name="connsiteY0" fmla="*/ 0 h 1329778"/>
                <a:gd name="connsiteX1" fmla="*/ 9676778 w 9676778"/>
                <a:gd name="connsiteY1" fmla="*/ 664889 h 1329778"/>
                <a:gd name="connsiteX2" fmla="*/ 9676778 w 9676778"/>
                <a:gd name="connsiteY2" fmla="*/ 664889 h 1329778"/>
                <a:gd name="connsiteX3" fmla="*/ 9011889 w 9676778"/>
                <a:gd name="connsiteY3" fmla="*/ 1329778 h 1329778"/>
                <a:gd name="connsiteX4" fmla="*/ 590125 w 9676778"/>
                <a:gd name="connsiteY4" fmla="*/ 1329778 h 1329778"/>
                <a:gd name="connsiteX5" fmla="*/ 16676 w 9676778"/>
                <a:gd name="connsiteY5" fmla="*/ 756329 h 1329778"/>
                <a:gd name="connsiteX0" fmla="*/ 8421764 w 9086653"/>
                <a:gd name="connsiteY0" fmla="*/ 0 h 1329778"/>
                <a:gd name="connsiteX1" fmla="*/ 9086653 w 9086653"/>
                <a:gd name="connsiteY1" fmla="*/ 664889 h 1329778"/>
                <a:gd name="connsiteX2" fmla="*/ 9086653 w 9086653"/>
                <a:gd name="connsiteY2" fmla="*/ 664889 h 1329778"/>
                <a:gd name="connsiteX3" fmla="*/ 8421764 w 9086653"/>
                <a:gd name="connsiteY3" fmla="*/ 1329778 h 1329778"/>
                <a:gd name="connsiteX4" fmla="*/ 0 w 9086653"/>
                <a:gd name="connsiteY4" fmla="*/ 1329778 h 1329778"/>
                <a:gd name="connsiteX0" fmla="*/ 0 w 664889"/>
                <a:gd name="connsiteY0" fmla="*/ 0 h 1329778"/>
                <a:gd name="connsiteX1" fmla="*/ 664889 w 664889"/>
                <a:gd name="connsiteY1" fmla="*/ 664889 h 1329778"/>
                <a:gd name="connsiteX2" fmla="*/ 664889 w 664889"/>
                <a:gd name="connsiteY2" fmla="*/ 664889 h 1329778"/>
                <a:gd name="connsiteX3" fmla="*/ 0 w 664889"/>
                <a:gd name="connsiteY3" fmla="*/ 1329778 h 1329778"/>
                <a:gd name="connsiteX0" fmla="*/ 0 w 664889"/>
                <a:gd name="connsiteY0" fmla="*/ 0 h 664889"/>
                <a:gd name="connsiteX1" fmla="*/ 664889 w 664889"/>
                <a:gd name="connsiteY1" fmla="*/ 664889 h 664889"/>
                <a:gd name="connsiteX2" fmla="*/ 664889 w 664889"/>
                <a:gd name="connsiteY2" fmla="*/ 664889 h 664889"/>
                <a:gd name="connsiteX0" fmla="*/ 0 w 665092"/>
                <a:gd name="connsiteY0" fmla="*/ 0 h 664889"/>
                <a:gd name="connsiteX1" fmla="*/ 664889 w 665092"/>
                <a:gd name="connsiteY1" fmla="*/ 664889 h 664889"/>
                <a:gd name="connsiteX2" fmla="*/ 664889 w 665092"/>
                <a:gd name="connsiteY2" fmla="*/ 664889 h 664889"/>
              </a:gdLst>
              <a:ahLst/>
              <a:cxnLst>
                <a:cxn ang="0">
                  <a:pos x="connsiteX0" y="connsiteY0"/>
                </a:cxn>
                <a:cxn ang="0">
                  <a:pos x="connsiteX1" y="connsiteY1"/>
                </a:cxn>
                <a:cxn ang="0">
                  <a:pos x="connsiteX2" y="connsiteY2"/>
                </a:cxn>
              </a:cxnLst>
              <a:rect l="l" t="t" r="r" b="b"/>
              <a:pathLst>
                <a:path w="665092" h="664889">
                  <a:moveTo>
                    <a:pt x="0" y="0"/>
                  </a:moveTo>
                  <a:cubicBezTo>
                    <a:pt x="367208" y="0"/>
                    <a:pt x="674125" y="260736"/>
                    <a:pt x="664889" y="664889"/>
                  </a:cubicBezTo>
                  <a:lnTo>
                    <a:pt x="664889" y="664889"/>
                  </a:lnTo>
                </a:path>
              </a:pathLst>
            </a:custGeom>
            <a:noFill/>
            <a:ln w="38100" cap="rnd" cmpd="sng" algn="ctr">
              <a:solidFill>
                <a:srgbClr val="CACED0"/>
              </a:solidFill>
              <a:prstDash val="solid"/>
              <a:miter lim="800000"/>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17" name="Isosceles Triangle 7">
              <a:extLst>
                <a:ext uri="{FF2B5EF4-FFF2-40B4-BE49-F238E27FC236}">
                  <a16:creationId xmlns:a16="http://schemas.microsoft.com/office/drawing/2014/main" id="{2FBD1950-F69F-4FF1-19F7-B4712D778D6D}"/>
                </a:ext>
              </a:extLst>
            </p:cNvPr>
            <p:cNvSpPr/>
            <p:nvPr/>
          </p:nvSpPr>
          <p:spPr>
            <a:xfrm rot="5400000">
              <a:off x="6764579" y="1856543"/>
              <a:ext cx="198426" cy="72600"/>
            </a:xfrm>
            <a:custGeom>
              <a:avLst/>
              <a:gdLst>
                <a:gd name="connsiteX0" fmla="*/ 0 w 1079064"/>
                <a:gd name="connsiteY0" fmla="*/ 581889 h 581889"/>
                <a:gd name="connsiteX1" fmla="*/ 539532 w 1079064"/>
                <a:gd name="connsiteY1" fmla="*/ 0 h 581889"/>
                <a:gd name="connsiteX2" fmla="*/ 1079064 w 1079064"/>
                <a:gd name="connsiteY2" fmla="*/ 581889 h 581889"/>
                <a:gd name="connsiteX3" fmla="*/ 0 w 1079064"/>
                <a:gd name="connsiteY3" fmla="*/ 581889 h 581889"/>
                <a:gd name="connsiteX0" fmla="*/ 0 w 1079064"/>
                <a:gd name="connsiteY0" fmla="*/ 581889 h 591462"/>
                <a:gd name="connsiteX1" fmla="*/ 539532 w 1079064"/>
                <a:gd name="connsiteY1" fmla="*/ 0 h 591462"/>
                <a:gd name="connsiteX2" fmla="*/ 1079064 w 1079064"/>
                <a:gd name="connsiteY2" fmla="*/ 581889 h 591462"/>
                <a:gd name="connsiteX3" fmla="*/ 547347 w 1079064"/>
                <a:gd name="connsiteY3" fmla="*/ 591462 h 591462"/>
                <a:gd name="connsiteX4" fmla="*/ 0 w 1079064"/>
                <a:gd name="connsiteY4" fmla="*/ 581889 h 591462"/>
                <a:gd name="connsiteX0" fmla="*/ 547347 w 1079064"/>
                <a:gd name="connsiteY0" fmla="*/ 591462 h 682902"/>
                <a:gd name="connsiteX1" fmla="*/ 0 w 1079064"/>
                <a:gd name="connsiteY1" fmla="*/ 581889 h 682902"/>
                <a:gd name="connsiteX2" fmla="*/ 539532 w 1079064"/>
                <a:gd name="connsiteY2" fmla="*/ 0 h 682902"/>
                <a:gd name="connsiteX3" fmla="*/ 1079064 w 1079064"/>
                <a:gd name="connsiteY3" fmla="*/ 581889 h 682902"/>
                <a:gd name="connsiteX4" fmla="*/ 638787 w 1079064"/>
                <a:gd name="connsiteY4" fmla="*/ 682902 h 682902"/>
                <a:gd name="connsiteX0" fmla="*/ 547347 w 1079064"/>
                <a:gd name="connsiteY0" fmla="*/ 591462 h 591462"/>
                <a:gd name="connsiteX1" fmla="*/ 0 w 1079064"/>
                <a:gd name="connsiteY1" fmla="*/ 581889 h 591462"/>
                <a:gd name="connsiteX2" fmla="*/ 539532 w 1079064"/>
                <a:gd name="connsiteY2" fmla="*/ 0 h 591462"/>
                <a:gd name="connsiteX3" fmla="*/ 1079064 w 1079064"/>
                <a:gd name="connsiteY3" fmla="*/ 581889 h 591462"/>
                <a:gd name="connsiteX0" fmla="*/ 0 w 1079064"/>
                <a:gd name="connsiteY0" fmla="*/ 581889 h 581889"/>
                <a:gd name="connsiteX1" fmla="*/ 539532 w 1079064"/>
                <a:gd name="connsiteY1" fmla="*/ 0 h 581889"/>
                <a:gd name="connsiteX2" fmla="*/ 1079064 w 1079064"/>
                <a:gd name="connsiteY2" fmla="*/ 581889 h 581889"/>
              </a:gdLst>
              <a:ahLst/>
              <a:cxnLst>
                <a:cxn ang="0">
                  <a:pos x="connsiteX0" y="connsiteY0"/>
                </a:cxn>
                <a:cxn ang="0">
                  <a:pos x="connsiteX1" y="connsiteY1"/>
                </a:cxn>
                <a:cxn ang="0">
                  <a:pos x="connsiteX2" y="connsiteY2"/>
                </a:cxn>
              </a:cxnLst>
              <a:rect l="l" t="t" r="r" b="b"/>
              <a:pathLst>
                <a:path w="1079064" h="581889">
                  <a:moveTo>
                    <a:pt x="0" y="581889"/>
                  </a:moveTo>
                  <a:lnTo>
                    <a:pt x="539532" y="0"/>
                  </a:lnTo>
                  <a:lnTo>
                    <a:pt x="1079064" y="581889"/>
                  </a:lnTo>
                </a:path>
              </a:pathLst>
            </a:custGeom>
            <a:noFill/>
            <a:ln w="38100" cap="rnd" cmpd="sng" algn="ctr">
              <a:solidFill>
                <a:srgbClr val="CACED0"/>
              </a:solidFill>
              <a:prstDash val="solid"/>
              <a:round/>
            </a:ln>
            <a:effectLst/>
          </p:spPr>
          <p:txBody>
            <a:bodyPr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cxnSp>
          <p:nvCxnSpPr>
            <p:cNvPr id="18" name="Straight Connector 17">
              <a:extLst>
                <a:ext uri="{FF2B5EF4-FFF2-40B4-BE49-F238E27FC236}">
                  <a16:creationId xmlns:a16="http://schemas.microsoft.com/office/drawing/2014/main" id="{51F34E12-D3C7-8FF6-F6BB-3B6EA40E6597}"/>
                </a:ext>
              </a:extLst>
            </p:cNvPr>
            <p:cNvCxnSpPr>
              <a:cxnSpLocks/>
            </p:cNvCxnSpPr>
            <p:nvPr/>
          </p:nvCxnSpPr>
          <p:spPr>
            <a:xfrm>
              <a:off x="6574658" y="1886186"/>
              <a:ext cx="309561" cy="0"/>
            </a:xfrm>
            <a:prstGeom prst="line">
              <a:avLst/>
            </a:prstGeom>
            <a:noFill/>
            <a:ln w="38100" cap="flat" cmpd="sng" algn="ctr">
              <a:solidFill>
                <a:srgbClr val="CACED0"/>
              </a:solidFill>
              <a:prstDash val="solid"/>
              <a:miter lim="800000"/>
            </a:ln>
            <a:effectLst/>
          </p:spPr>
        </p:cxnSp>
      </p:grpSp>
      <p:sp>
        <p:nvSpPr>
          <p:cNvPr id="19" name="Rounded Rectangle 69">
            <a:extLst>
              <a:ext uri="{FF2B5EF4-FFF2-40B4-BE49-F238E27FC236}">
                <a16:creationId xmlns:a16="http://schemas.microsoft.com/office/drawing/2014/main" id="{A635850B-87D7-86B6-D585-EC1D0F679102}"/>
              </a:ext>
            </a:extLst>
          </p:cNvPr>
          <p:cNvSpPr>
            <a:spLocks/>
          </p:cNvSpPr>
          <p:nvPr/>
        </p:nvSpPr>
        <p:spPr>
          <a:xfrm>
            <a:off x="461491" y="1716006"/>
            <a:ext cx="5462960" cy="4028293"/>
          </a:xfrm>
          <a:prstGeom prst="rect">
            <a:avLst/>
          </a:prstGeom>
          <a:noFill/>
          <a:ln w="12700" cap="flat" cmpd="sng" algn="ctr">
            <a:noFill/>
            <a:prstDash val="solid"/>
            <a:miter lim="800000"/>
          </a:ln>
          <a:effectLst/>
        </p:spPr>
        <p:txBody>
          <a:bodyPr rtlCol="0" anchor="t" anchorCtr="0"/>
          <a:lstStyle/>
          <a:p>
            <a:pPr marL="0" marR="0" lvl="0" indent="0" defTabSz="914400" eaLnBrk="1" fontAlgn="base" latinLnBrk="0" hangingPunct="1">
              <a:lnSpc>
                <a:spcPct val="100000"/>
              </a:lnSpc>
              <a:spcBef>
                <a:spcPts val="0"/>
              </a:spcBef>
              <a:spcAft>
                <a:spcPts val="600"/>
              </a:spcAft>
              <a:buClrTx/>
              <a:buSzTx/>
              <a:buFontTx/>
              <a:buNone/>
              <a:tabLst/>
              <a:defRPr/>
            </a:pPr>
            <a:r>
              <a:rPr kumimoji="0" lang="ru-RU" sz="1600" b="1" i="0" u="none" strike="noStrike" kern="0" cap="none" spc="0" normalizeH="0" baseline="0" noProof="0" dirty="0">
                <a:ln>
                  <a:noFill/>
                </a:ln>
                <a:solidFill>
                  <a:srgbClr val="00A3E0"/>
                </a:solidFill>
                <a:effectLst/>
                <a:uLnTx/>
                <a:uFillTx/>
                <a:latin typeface="Arial" panose="020B0604020202020204" pitchFamily="34" charset="0"/>
                <a:ea typeface="+mn-ea"/>
                <a:cs typeface="Arial" panose="020B0604020202020204" pitchFamily="34" charset="0"/>
              </a:rPr>
              <a:t>Дизайн: </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Двойное слепое, плацебо-контролируемое РКИ (ЧКВ </a:t>
            </a:r>
            <a:r>
              <a:rPr kumimoji="0" lang="ru-RU" sz="1400" b="0" i="0" u="none" strike="noStrike" kern="0" cap="none" spc="0" normalizeH="0" baseline="0" noProof="0" dirty="0" err="1">
                <a:ln>
                  <a:noFill/>
                </a:ln>
                <a:solidFill>
                  <a:srgbClr val="2B3A42"/>
                </a:solidFill>
                <a:effectLst/>
                <a:uLnTx/>
                <a:uFillTx/>
                <a:latin typeface="Arial" panose="020B0604020202020204" pitchFamily="34" charset="0"/>
                <a:ea typeface="+mn-ea"/>
                <a:cs typeface="Arial" panose="020B0604020202020204" pitchFamily="34" charset="0"/>
              </a:rPr>
              <a:t>vs</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имитация процедуры), 5 центров</a:t>
            </a:r>
          </a:p>
          <a:p>
            <a:pPr marR="0" lvl="0" defTabSz="914400" eaLnBrk="1" fontAlgn="base" latinLnBrk="0" hangingPunct="1">
              <a:lnSpc>
                <a:spcPct val="100000"/>
              </a:lnSpc>
              <a:spcBef>
                <a:spcPts val="0"/>
              </a:spcBef>
              <a:spcAft>
                <a:spcPts val="600"/>
              </a:spcAft>
              <a:buClrTx/>
              <a:buSzTx/>
              <a:tabLst/>
              <a:defRPr/>
            </a:pPr>
            <a:r>
              <a:rPr lang="ru-RU" sz="1600" b="1" kern="0" dirty="0">
                <a:solidFill>
                  <a:srgbClr val="00A3E0"/>
                </a:solidFill>
                <a:latin typeface="Arial" panose="020B0604020202020204" pitchFamily="34" charset="0"/>
                <a:cs typeface="Arial" panose="020B0604020202020204" pitchFamily="34" charset="0"/>
              </a:rPr>
              <a:t>Пациенты</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200 больных со стабильной стенокардией и </a:t>
            </a:r>
            <a:r>
              <a:rPr kumimoji="0" lang="ru-RU" sz="1400" b="0" i="0" u="none" strike="noStrike" kern="0" cap="none" spc="0" normalizeH="0" baseline="0" noProof="0" dirty="0" err="1">
                <a:ln>
                  <a:noFill/>
                </a:ln>
                <a:solidFill>
                  <a:srgbClr val="2B3A42"/>
                </a:solidFill>
                <a:effectLst/>
                <a:uLnTx/>
                <a:uFillTx/>
                <a:latin typeface="Arial" panose="020B0604020202020204" pitchFamily="34" charset="0"/>
                <a:ea typeface="+mn-ea"/>
                <a:cs typeface="Arial" panose="020B0604020202020204" pitchFamily="34" charset="0"/>
              </a:rPr>
              <a:t>однососудистым</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поражением ≥70%</a:t>
            </a:r>
            <a:endParaRPr lang="ru-RU" sz="1400" kern="0" dirty="0">
              <a:solidFill>
                <a:srgbClr val="2B3A42"/>
              </a:solidFill>
              <a:latin typeface="Arial" panose="020B0604020202020204" pitchFamily="34" charset="0"/>
              <a:cs typeface="Arial" panose="020B0604020202020204" pitchFamily="34" charset="0"/>
            </a:endParaRPr>
          </a:p>
          <a:p>
            <a:pPr marR="0" lvl="0" defTabSz="914400" eaLnBrk="1" fontAlgn="base" latinLnBrk="0" hangingPunct="1">
              <a:lnSpc>
                <a:spcPct val="100000"/>
              </a:lnSpc>
              <a:spcBef>
                <a:spcPts val="0"/>
              </a:spcBef>
              <a:spcAft>
                <a:spcPts val="600"/>
              </a:spcAft>
              <a:buClrTx/>
              <a:buSzTx/>
              <a:tabLst/>
              <a:defRPr/>
            </a:pPr>
            <a:r>
              <a:rPr lang="ru-RU" sz="1600" b="1" kern="0" dirty="0">
                <a:solidFill>
                  <a:srgbClr val="00A3E0"/>
                </a:solidFill>
                <a:latin typeface="Arial" panose="020B0604020202020204" pitchFamily="34" charset="0"/>
                <a:cs typeface="Arial" panose="020B0604020202020204" pitchFamily="34" charset="0"/>
              </a:rPr>
              <a:t>Особенность</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Перед рандомизацией — 6 недель оптимизации антиангинальной терапии</a:t>
            </a:r>
          </a:p>
          <a:p>
            <a:pPr marR="0" lvl="0" defTabSz="914400" eaLnBrk="1" fontAlgn="base" latinLnBrk="0" hangingPunct="1">
              <a:lnSpc>
                <a:spcPct val="100000"/>
              </a:lnSpc>
              <a:spcBef>
                <a:spcPts val="0"/>
              </a:spcBef>
              <a:spcAft>
                <a:spcPts val="600"/>
              </a:spcAft>
              <a:buClrTx/>
              <a:buSzTx/>
              <a:tabLst/>
              <a:defRPr/>
            </a:pPr>
            <a:r>
              <a:rPr lang="ru-RU" sz="1600" b="1" kern="0" dirty="0">
                <a:solidFill>
                  <a:srgbClr val="00A3E0"/>
                </a:solidFill>
                <a:latin typeface="Arial" panose="020B0604020202020204" pitchFamily="34" charset="0"/>
                <a:cs typeface="Arial" panose="020B0604020202020204" pitchFamily="34" charset="0"/>
              </a:rPr>
              <a:t>Результат</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a:t>
            </a:r>
            <a:r>
              <a:rPr kumimoji="0" lang="ru-RU" sz="14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Нет значимой разницы в приросте времени нагрузки между ЧКВ и плацебо </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(+16,6 сек, 95% ДИ: −8,9 до 42,0; p=0,200). Вторичные конечные точки (SAQ, CCS) также не различались</a:t>
            </a:r>
          </a:p>
        </p:txBody>
      </p:sp>
      <p:sp>
        <p:nvSpPr>
          <p:cNvPr id="23" name="Rounded Rectangle 69">
            <a:extLst>
              <a:ext uri="{FF2B5EF4-FFF2-40B4-BE49-F238E27FC236}">
                <a16:creationId xmlns:a16="http://schemas.microsoft.com/office/drawing/2014/main" id="{496FB85A-3694-A11B-5A23-5844A5C5E626}"/>
              </a:ext>
            </a:extLst>
          </p:cNvPr>
          <p:cNvSpPr>
            <a:spLocks/>
          </p:cNvSpPr>
          <p:nvPr/>
        </p:nvSpPr>
        <p:spPr>
          <a:xfrm>
            <a:off x="6468026" y="1689504"/>
            <a:ext cx="5538441" cy="4028293"/>
          </a:xfrm>
          <a:prstGeom prst="rect">
            <a:avLst/>
          </a:prstGeom>
          <a:noFill/>
          <a:ln w="12700" cap="flat" cmpd="sng" algn="ctr">
            <a:noFill/>
            <a:prstDash val="solid"/>
            <a:miter lim="800000"/>
          </a:ln>
          <a:effectLst/>
        </p:spPr>
        <p:txBody>
          <a:bodyPr rtlCol="0" anchor="t" anchorCtr="0"/>
          <a:lstStyle/>
          <a:p>
            <a:pPr marL="0" marR="0" lvl="0" indent="0" defTabSz="914400" eaLnBrk="1" fontAlgn="base" latinLnBrk="0" hangingPunct="1">
              <a:lnSpc>
                <a:spcPct val="100000"/>
              </a:lnSpc>
              <a:spcBef>
                <a:spcPts val="0"/>
              </a:spcBef>
              <a:spcAft>
                <a:spcPts val="600"/>
              </a:spcAft>
              <a:buClrTx/>
              <a:buSzTx/>
              <a:buFontTx/>
              <a:buNone/>
              <a:tabLst/>
              <a:defRPr/>
            </a:pPr>
            <a:r>
              <a:rPr lang="ru-RU" sz="1600" b="1" kern="0" dirty="0">
                <a:solidFill>
                  <a:srgbClr val="005587"/>
                </a:solidFill>
                <a:latin typeface="Arial"/>
              </a:rPr>
              <a:t>Дизайн</a:t>
            </a:r>
            <a:r>
              <a:rPr kumimoji="0" lang="ru-RU" sz="1600" b="1" i="0" u="none" strike="noStrike" kern="0" cap="none" spc="0" normalizeH="0" baseline="0" noProof="0" dirty="0">
                <a:ln>
                  <a:noFill/>
                </a:ln>
                <a:solidFill>
                  <a:srgbClr val="00A3E0"/>
                </a:solidFill>
                <a:effectLst/>
                <a:uLnTx/>
                <a:uFillTx/>
                <a:latin typeface="Arial" panose="020B0604020202020204" pitchFamily="34" charset="0"/>
                <a:ea typeface="+mn-ea"/>
                <a:cs typeface="Arial" panose="020B0604020202020204" pitchFamily="34" charset="0"/>
              </a:rPr>
              <a:t>: </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Двойное слепое, плацебо-контролируемое РКИ (ЧКВ </a:t>
            </a:r>
            <a:r>
              <a:rPr kumimoji="0" lang="ru-RU" sz="1400" b="0" i="0" u="none" strike="noStrike" kern="0" cap="none" spc="0" normalizeH="0" baseline="0" noProof="0" dirty="0" err="1">
                <a:ln>
                  <a:noFill/>
                </a:ln>
                <a:solidFill>
                  <a:srgbClr val="2B3A42"/>
                </a:solidFill>
                <a:effectLst/>
                <a:uLnTx/>
                <a:uFillTx/>
                <a:latin typeface="Arial" panose="020B0604020202020204" pitchFamily="34" charset="0"/>
                <a:ea typeface="+mn-ea"/>
                <a:cs typeface="Arial" panose="020B0604020202020204" pitchFamily="34" charset="0"/>
              </a:rPr>
              <a:t>vs</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имитация процедуры), 14 центров</a:t>
            </a:r>
          </a:p>
          <a:p>
            <a:pPr marR="0" lvl="0" defTabSz="914400" eaLnBrk="1" fontAlgn="base" latinLnBrk="0" hangingPunct="1">
              <a:lnSpc>
                <a:spcPct val="100000"/>
              </a:lnSpc>
              <a:spcBef>
                <a:spcPts val="0"/>
              </a:spcBef>
              <a:spcAft>
                <a:spcPts val="600"/>
              </a:spcAft>
              <a:buClrTx/>
              <a:buSzTx/>
              <a:tabLst/>
              <a:defRPr/>
            </a:pPr>
            <a:r>
              <a:rPr lang="ru-RU" sz="1600" b="1" kern="0" dirty="0">
                <a:solidFill>
                  <a:srgbClr val="005587"/>
                </a:solidFill>
                <a:latin typeface="Arial"/>
              </a:rPr>
              <a:t>Пациенты</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301 больной со стабильной стенокардией и доказанной ишемией</a:t>
            </a:r>
            <a:endParaRPr lang="ru-RU" sz="1400" kern="0" dirty="0">
              <a:solidFill>
                <a:srgbClr val="2B3A42"/>
              </a:solidFill>
              <a:latin typeface="Arial" panose="020B0604020202020204" pitchFamily="34" charset="0"/>
              <a:cs typeface="Arial" panose="020B0604020202020204" pitchFamily="34" charset="0"/>
            </a:endParaRPr>
          </a:p>
          <a:p>
            <a:pPr marR="0" lvl="0" defTabSz="914400" eaLnBrk="1" fontAlgn="base" latinLnBrk="0" hangingPunct="1">
              <a:lnSpc>
                <a:spcPct val="100000"/>
              </a:lnSpc>
              <a:spcBef>
                <a:spcPts val="0"/>
              </a:spcBef>
              <a:spcAft>
                <a:spcPts val="600"/>
              </a:spcAft>
              <a:buClrTx/>
              <a:buSzTx/>
              <a:tabLst/>
              <a:defRPr/>
            </a:pPr>
            <a:r>
              <a:rPr lang="ru-RU" sz="1600" b="1" kern="0" dirty="0">
                <a:solidFill>
                  <a:srgbClr val="005587"/>
                </a:solidFill>
                <a:latin typeface="Arial"/>
              </a:rPr>
              <a:t>Особенность</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антиангинальные препараты отменяли перед рандомизацией — оценка «чистого» эффекта ЧКВ</a:t>
            </a:r>
          </a:p>
          <a:p>
            <a:pPr marR="0" lvl="0" defTabSz="914400" eaLnBrk="1" fontAlgn="base" latinLnBrk="0" hangingPunct="1">
              <a:lnSpc>
                <a:spcPct val="100000"/>
              </a:lnSpc>
              <a:spcBef>
                <a:spcPts val="0"/>
              </a:spcBef>
              <a:spcAft>
                <a:spcPts val="600"/>
              </a:spcAft>
              <a:buClrTx/>
              <a:buSzTx/>
              <a:tabLst/>
              <a:defRPr/>
            </a:pPr>
            <a:r>
              <a:rPr lang="ru-RU" sz="1600" b="1" kern="0" dirty="0">
                <a:solidFill>
                  <a:srgbClr val="005587"/>
                </a:solidFill>
                <a:latin typeface="Arial"/>
              </a:rPr>
              <a:t>Результат</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a:t>
            </a:r>
            <a:r>
              <a:rPr kumimoji="0" lang="ru-RU" sz="140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ЧКВ значимо снизило ангинозный симптоматический счет (2,9 </a:t>
            </a:r>
            <a:r>
              <a:rPr kumimoji="0" lang="ru-RU" sz="1400" i="0" u="none" strike="noStrike" kern="0" cap="none" spc="0" normalizeH="0" baseline="0" noProof="0" dirty="0" err="1">
                <a:ln>
                  <a:noFill/>
                </a:ln>
                <a:solidFill>
                  <a:srgbClr val="2B3A42"/>
                </a:solidFill>
                <a:effectLst/>
                <a:uLnTx/>
                <a:uFillTx/>
                <a:latin typeface="Arial" panose="020B0604020202020204" pitchFamily="34" charset="0"/>
                <a:ea typeface="+mn-ea"/>
                <a:cs typeface="Arial" panose="020B0604020202020204" pitchFamily="34" charset="0"/>
              </a:rPr>
              <a:t>vs</a:t>
            </a:r>
            <a:r>
              <a:rPr kumimoji="0" lang="ru-RU" sz="140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5,6; OR 2,21; 95% ДИ: 1,41–3,47; p&lt;0,001), что соответствует </a:t>
            </a:r>
            <a:r>
              <a:rPr kumimoji="0" lang="ru-RU" sz="1400" b="1" i="0" u="sng"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эффекту ОДНОГО антиангинального препарата в полной дозе</a:t>
            </a:r>
            <a:endParaRPr kumimoji="0" lang="ru-RU" sz="1400" b="1" i="0" u="sng" strike="noStrike" kern="0" cap="none" spc="0" normalizeH="0" baseline="30000" noProof="0" dirty="0">
              <a:ln>
                <a:noFill/>
              </a:ln>
              <a:solidFill>
                <a:srgbClr val="2B3A42"/>
              </a:solidFill>
              <a:effectLst/>
              <a:uLnTx/>
              <a:uFillTx/>
              <a:latin typeface="Arial" panose="020B0604020202020204" pitchFamily="34" charset="0"/>
              <a:ea typeface="+mn-ea"/>
              <a:cs typeface="Arial" panose="020B0604020202020204" pitchFamily="34" charset="0"/>
            </a:endParaRPr>
          </a:p>
        </p:txBody>
      </p:sp>
      <p:sp>
        <p:nvSpPr>
          <p:cNvPr id="24" name="Title 2">
            <a:extLst>
              <a:ext uri="{FF2B5EF4-FFF2-40B4-BE49-F238E27FC236}">
                <a16:creationId xmlns:a16="http://schemas.microsoft.com/office/drawing/2014/main" id="{D081B0E1-8FD3-E5F2-C199-23FD6A73F861}"/>
              </a:ext>
            </a:extLst>
          </p:cNvPr>
          <p:cNvSpPr txBox="1">
            <a:spLocks/>
          </p:cNvSpPr>
          <p:nvPr/>
        </p:nvSpPr>
        <p:spPr>
          <a:xfrm>
            <a:off x="316904" y="328810"/>
            <a:ext cx="11338560" cy="514469"/>
          </a:xfrm>
          <a:prstGeom prst="rect">
            <a:avLst/>
          </a:prstGeom>
        </p:spPr>
        <p:txBody>
          <a:bodyPr lIns="91440" tIns="45720" rIns="91440" bIns="45720" anchor="b" anchorCtr="0"/>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ru-RU" sz="2000" b="1" i="0" u="none" strike="noStrike" kern="1200" cap="none" spc="0" normalizeH="0" baseline="0" noProof="0" dirty="0">
                <a:ln>
                  <a:noFill/>
                </a:ln>
                <a:solidFill>
                  <a:srgbClr val="2B3A42"/>
                </a:solidFill>
                <a:effectLst/>
                <a:uLnTx/>
                <a:uFillTx/>
                <a:latin typeface="Arial" panose="020B0604020202020204"/>
                <a:ea typeface="+mj-ea"/>
                <a:cs typeface="+mj-cs"/>
              </a:rPr>
              <a:t>ORBITA / ORBITA-2: ЧКВ сопоставимо с </a:t>
            </a:r>
            <a:r>
              <a:rPr kumimoji="0" lang="ru-RU" sz="2000" b="1" i="0" u="none" strike="noStrike" kern="1200" cap="none" spc="0" normalizeH="0" baseline="0" noProof="0" dirty="0" err="1">
                <a:ln>
                  <a:noFill/>
                </a:ln>
                <a:solidFill>
                  <a:srgbClr val="2B3A42"/>
                </a:solidFill>
                <a:effectLst/>
                <a:uLnTx/>
                <a:uFillTx/>
                <a:latin typeface="Arial" panose="020B0604020202020204"/>
                <a:ea typeface="+mj-ea"/>
                <a:cs typeface="+mj-cs"/>
              </a:rPr>
              <a:t>монотерапией</a:t>
            </a:r>
            <a:r>
              <a:rPr kumimoji="0" lang="ru-RU" sz="2000" b="1" i="0" u="none" strike="noStrike" kern="1200" cap="none" spc="0" normalizeH="0" baseline="0" noProof="0" dirty="0">
                <a:ln>
                  <a:noFill/>
                </a:ln>
                <a:solidFill>
                  <a:srgbClr val="2B3A42"/>
                </a:solidFill>
                <a:effectLst/>
                <a:uLnTx/>
                <a:uFillTx/>
                <a:latin typeface="Arial" panose="020B0604020202020204"/>
                <a:ea typeface="+mj-ea"/>
                <a:cs typeface="+mj-cs"/>
              </a:rPr>
              <a:t> по симптомам, но не улучшает прогноз</a:t>
            </a:r>
            <a:endParaRPr kumimoji="0" lang="en-US" sz="2000" b="1" i="0" u="none" strike="noStrike" kern="1200" cap="none" spc="0" normalizeH="0" baseline="0" noProof="0" dirty="0">
              <a:ln>
                <a:noFill/>
              </a:ln>
              <a:solidFill>
                <a:srgbClr val="2B3A42"/>
              </a:solidFill>
              <a:effectLst/>
              <a:uLnTx/>
              <a:uFillTx/>
              <a:latin typeface="Arial" panose="020B0604020202020204"/>
              <a:ea typeface="+mj-ea"/>
              <a:cs typeface="+mj-cs"/>
            </a:endParaRPr>
          </a:p>
        </p:txBody>
      </p:sp>
      <p:sp>
        <p:nvSpPr>
          <p:cNvPr id="28" name="TextBox 27">
            <a:extLst>
              <a:ext uri="{FF2B5EF4-FFF2-40B4-BE49-F238E27FC236}">
                <a16:creationId xmlns:a16="http://schemas.microsoft.com/office/drawing/2014/main" id="{463180D7-2533-A068-255C-0D0D2A7D3EDD}"/>
              </a:ext>
            </a:extLst>
          </p:cNvPr>
          <p:cNvSpPr txBox="1"/>
          <p:nvPr/>
        </p:nvSpPr>
        <p:spPr>
          <a:xfrm>
            <a:off x="316904" y="6421468"/>
            <a:ext cx="11226703" cy="338554"/>
          </a:xfrm>
          <a:prstGeom prst="rect">
            <a:avLst/>
          </a:prstGeom>
          <a:noFill/>
        </p:spPr>
        <p:txBody>
          <a:bodyPr wrap="square">
            <a:spAutoFit/>
          </a:bodyPr>
          <a:lstStyle/>
          <a:p>
            <a:r>
              <a:rPr lang="en-US" sz="800" baseline="30000" dirty="0"/>
              <a:t>1</a:t>
            </a:r>
            <a:r>
              <a:rPr lang="en-US" sz="800" dirty="0"/>
              <a:t>Percutaneous Coronary Intervention in Stable Angina (ORBITA): A Double-Blind, </a:t>
            </a:r>
            <a:r>
              <a:rPr lang="en-US" sz="800" dirty="0" err="1"/>
              <a:t>Randomised</a:t>
            </a:r>
            <a:r>
              <a:rPr lang="en-US" sz="800" dirty="0"/>
              <a:t> Controlled Trial. Al-Lamee R, Thompson D, </a:t>
            </a:r>
            <a:r>
              <a:rPr lang="en-US" sz="800" dirty="0" err="1"/>
              <a:t>Dehbi</a:t>
            </a:r>
            <a:r>
              <a:rPr lang="en-US" sz="800" dirty="0"/>
              <a:t> HM, et al. Lancet (London, England). 2018;391(10115):31-40. doi:10.1016/S0140-6736(17)32714-9.</a:t>
            </a:r>
            <a:endParaRPr lang="ru-RU" sz="800" dirty="0"/>
          </a:p>
          <a:p>
            <a:r>
              <a:rPr lang="ru-RU" sz="800" baseline="30000" dirty="0"/>
              <a:t>2</a:t>
            </a:r>
            <a:r>
              <a:rPr lang="en-US" sz="800" dirty="0"/>
              <a:t>A Placebo-Controlled Trial of Percutaneous Coronary Intervention for Stable Angina. Rajkumar CA, Foley MJ, Ahmed-Jushuf F, et al. The New England Journal of Medicine. 2023;389(25):2319-2330. doi:10.1056/NEJMoa2310610.</a:t>
            </a:r>
            <a:endParaRPr lang="ru-RU" sz="800" dirty="0"/>
          </a:p>
        </p:txBody>
      </p:sp>
      <p:sp>
        <p:nvSpPr>
          <p:cNvPr id="29" name="Rectangle: Rounded Corners 28">
            <a:extLst>
              <a:ext uri="{FF2B5EF4-FFF2-40B4-BE49-F238E27FC236}">
                <a16:creationId xmlns:a16="http://schemas.microsoft.com/office/drawing/2014/main" id="{E27E7490-4A0E-8FC5-5B43-57F74A6E9966}"/>
              </a:ext>
            </a:extLst>
          </p:cNvPr>
          <p:cNvSpPr/>
          <p:nvPr/>
        </p:nvSpPr>
        <p:spPr>
          <a:xfrm>
            <a:off x="1805403" y="4746324"/>
            <a:ext cx="8576022" cy="993433"/>
          </a:xfrm>
          <a:prstGeom prst="roundRect">
            <a:avLst>
              <a:gd name="adj" fmla="val 19668"/>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fontAlgn="base">
              <a:spcAft>
                <a:spcPts val="300"/>
              </a:spcAft>
              <a:defRPr/>
            </a:pPr>
            <a:r>
              <a:rPr lang="ru-RU" b="1" kern="0" dirty="0">
                <a:solidFill>
                  <a:srgbClr val="FF0000"/>
                </a:solidFill>
                <a:latin typeface="Arial" panose="020B0604020202020204" pitchFamily="34" charset="0"/>
                <a:cs typeface="Arial" panose="020B0604020202020204" pitchFamily="34" charset="0"/>
              </a:rPr>
              <a:t>~59% пациентов в обоих исследованиях имели остаточные симптомы после ЧКВ, независимо от наличия или отсутствия антиангинальной терапии</a:t>
            </a:r>
          </a:p>
        </p:txBody>
      </p:sp>
    </p:spTree>
    <p:extLst>
      <p:ext uri="{BB962C8B-B14F-4D97-AF65-F5344CB8AC3E}">
        <p14:creationId xmlns:p14="http://schemas.microsoft.com/office/powerpoint/2010/main" val="22329658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15FEC7-D379-7FD3-4F7B-539AA94D15F6}"/>
              </a:ext>
            </a:extLst>
          </p:cNvPr>
          <p:cNvSpPr txBox="1"/>
          <p:nvPr/>
        </p:nvSpPr>
        <p:spPr>
          <a:xfrm>
            <a:off x="204737" y="1507687"/>
            <a:ext cx="4459357" cy="2062103"/>
          </a:xfrm>
          <a:prstGeom prst="rect">
            <a:avLst/>
          </a:prstGeom>
          <a:noFill/>
        </p:spPr>
        <p:txBody>
          <a:bodyPr wrap="square" rtlCol="0">
            <a:spAutoFit/>
          </a:bodyPr>
          <a:lstStyle/>
          <a:p>
            <a:r>
              <a:rPr lang="ru-RU" b="1" dirty="0">
                <a:solidFill>
                  <a:srgbClr val="2B3A42"/>
                </a:solidFill>
                <a:latin typeface="Arial" panose="020B0604020202020204"/>
              </a:rPr>
              <a:t>Большинство пациентов получали </a:t>
            </a:r>
            <a:r>
              <a:rPr lang="ru-RU" b="1" dirty="0" err="1">
                <a:solidFill>
                  <a:srgbClr val="2B3A42"/>
                </a:solidFill>
                <a:latin typeface="Arial" panose="020B0604020202020204"/>
              </a:rPr>
              <a:t>бисопролол</a:t>
            </a:r>
            <a:r>
              <a:rPr lang="ru-RU" b="1" dirty="0">
                <a:solidFill>
                  <a:srgbClr val="2B3A42"/>
                </a:solidFill>
                <a:latin typeface="Arial" panose="020B0604020202020204"/>
              </a:rPr>
              <a:t> и амлодипин</a:t>
            </a:r>
            <a:endParaRPr lang="ru-RU" dirty="0"/>
          </a:p>
          <a:p>
            <a:pPr marL="285750" indent="-285750">
              <a:spcBef>
                <a:spcPts val="1200"/>
              </a:spcBef>
              <a:spcAft>
                <a:spcPts val="1200"/>
              </a:spcAft>
              <a:buFont typeface="Wingdings" panose="05000000000000000000" pitchFamily="2" charset="2"/>
              <a:buChar char="q"/>
            </a:pPr>
            <a:r>
              <a:rPr lang="ru-RU" dirty="0" err="1"/>
              <a:t>Бисопролол</a:t>
            </a:r>
            <a:r>
              <a:rPr lang="ru-RU" dirty="0"/>
              <a:t> — 83,5% пациентов, 54,5% получили ≥5 мг</a:t>
            </a:r>
          </a:p>
          <a:p>
            <a:pPr marL="285750" indent="-285750">
              <a:buFont typeface="Wingdings" panose="05000000000000000000" pitchFamily="2" charset="2"/>
              <a:buChar char="q"/>
            </a:pPr>
            <a:r>
              <a:rPr lang="ru-RU" dirty="0"/>
              <a:t>Амлодипин — 87,5% пациентов, 76,5% получили ≥5 мг</a:t>
            </a:r>
          </a:p>
        </p:txBody>
      </p:sp>
      <p:sp>
        <p:nvSpPr>
          <p:cNvPr id="11" name="TextBox 10">
            <a:extLst>
              <a:ext uri="{FF2B5EF4-FFF2-40B4-BE49-F238E27FC236}">
                <a16:creationId xmlns:a16="http://schemas.microsoft.com/office/drawing/2014/main" id="{72B50B1A-0A72-57AA-044E-0B54A44C7E81}"/>
              </a:ext>
            </a:extLst>
          </p:cNvPr>
          <p:cNvSpPr txBox="1"/>
          <p:nvPr/>
        </p:nvSpPr>
        <p:spPr>
          <a:xfrm>
            <a:off x="447260" y="274949"/>
            <a:ext cx="10912603" cy="400110"/>
          </a:xfrm>
          <a:prstGeom prst="rect">
            <a:avLst/>
          </a:prstGeom>
          <a:noFill/>
        </p:spPr>
        <p:txBody>
          <a:bodyPr wrap="square">
            <a:spAutoFit/>
          </a:bodyPr>
          <a:lstStyle/>
          <a:p>
            <a:r>
              <a:rPr lang="en-US" sz="2000" b="1" dirty="0">
                <a:solidFill>
                  <a:srgbClr val="2B3A42"/>
                </a:solidFill>
                <a:latin typeface="Arial" panose="020B0604020202020204"/>
                <a:ea typeface="+mj-ea"/>
                <a:cs typeface="+mj-cs"/>
              </a:rPr>
              <a:t>ORBITA</a:t>
            </a:r>
            <a:r>
              <a:rPr lang="ru-RU" sz="2000" b="1" baseline="30000" dirty="0">
                <a:solidFill>
                  <a:srgbClr val="2B3A42"/>
                </a:solidFill>
                <a:latin typeface="Arial" panose="020B0604020202020204"/>
                <a:ea typeface="+mj-ea"/>
                <a:cs typeface="+mj-cs"/>
              </a:rPr>
              <a:t>1</a:t>
            </a:r>
            <a:r>
              <a:rPr lang="en-US" sz="2000" b="1" dirty="0">
                <a:solidFill>
                  <a:srgbClr val="2B3A42"/>
                </a:solidFill>
                <a:latin typeface="Arial" panose="020B0604020202020204"/>
                <a:ea typeface="+mj-ea"/>
                <a:cs typeface="+mj-cs"/>
              </a:rPr>
              <a:t>: </a:t>
            </a:r>
            <a:r>
              <a:rPr lang="ru-RU" sz="2000" b="1" dirty="0" err="1">
                <a:solidFill>
                  <a:srgbClr val="2B3A42"/>
                </a:solidFill>
                <a:latin typeface="Arial" panose="020B0604020202020204"/>
                <a:ea typeface="+mj-ea"/>
                <a:cs typeface="+mj-cs"/>
              </a:rPr>
              <a:t>Бисопролол</a:t>
            </a:r>
            <a:r>
              <a:rPr lang="ru-RU" sz="2000" b="1" dirty="0">
                <a:solidFill>
                  <a:srgbClr val="2B3A42"/>
                </a:solidFill>
                <a:latin typeface="Arial" panose="020B0604020202020204"/>
                <a:ea typeface="+mj-ea"/>
                <a:cs typeface="+mj-cs"/>
              </a:rPr>
              <a:t> и амлодипин </a:t>
            </a:r>
            <a:r>
              <a:rPr lang="ru-RU" sz="2000" dirty="0"/>
              <a:t>—</a:t>
            </a:r>
            <a:r>
              <a:rPr lang="ru-RU" sz="2000" b="1" dirty="0">
                <a:solidFill>
                  <a:srgbClr val="2B3A42"/>
                </a:solidFill>
                <a:latin typeface="Arial" panose="020B0604020202020204"/>
                <a:ea typeface="+mj-ea"/>
                <a:cs typeface="+mj-cs"/>
              </a:rPr>
              <a:t> основа максимальной ОМТ</a:t>
            </a:r>
          </a:p>
        </p:txBody>
      </p:sp>
      <p:grpSp>
        <p:nvGrpSpPr>
          <p:cNvPr id="14" name="Group 13">
            <a:extLst>
              <a:ext uri="{FF2B5EF4-FFF2-40B4-BE49-F238E27FC236}">
                <a16:creationId xmlns:a16="http://schemas.microsoft.com/office/drawing/2014/main" id="{92E00BED-1AC0-C7BF-1F13-B17CD86CBFC6}"/>
              </a:ext>
            </a:extLst>
          </p:cNvPr>
          <p:cNvGrpSpPr/>
          <p:nvPr/>
        </p:nvGrpSpPr>
        <p:grpSpPr>
          <a:xfrm>
            <a:off x="4708602" y="1323021"/>
            <a:ext cx="6897476" cy="4211958"/>
            <a:chOff x="4409803" y="1272209"/>
            <a:chExt cx="6897476" cy="4211958"/>
          </a:xfrm>
        </p:grpSpPr>
        <p:grpSp>
          <p:nvGrpSpPr>
            <p:cNvPr id="12" name="Group 11">
              <a:extLst>
                <a:ext uri="{FF2B5EF4-FFF2-40B4-BE49-F238E27FC236}">
                  <a16:creationId xmlns:a16="http://schemas.microsoft.com/office/drawing/2014/main" id="{E8DF1831-F1AE-08FF-C41B-D3B62D99EE26}"/>
                </a:ext>
              </a:extLst>
            </p:cNvPr>
            <p:cNvGrpSpPr/>
            <p:nvPr/>
          </p:nvGrpSpPr>
          <p:grpSpPr>
            <a:xfrm>
              <a:off x="4409803" y="1531292"/>
              <a:ext cx="6897476" cy="3952875"/>
              <a:chOff x="4822388" y="1908979"/>
              <a:chExt cx="6897476" cy="3952875"/>
            </a:xfrm>
          </p:grpSpPr>
          <p:pic>
            <p:nvPicPr>
              <p:cNvPr id="1026" name="Picture 2" descr="Figure 3">
                <a:extLst>
                  <a:ext uri="{FF2B5EF4-FFF2-40B4-BE49-F238E27FC236}">
                    <a16:creationId xmlns:a16="http://schemas.microsoft.com/office/drawing/2014/main" id="{79D60F5E-3F03-15A2-960B-A3405BD6B1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22388" y="1908979"/>
                <a:ext cx="6753225" cy="3952875"/>
              </a:xfrm>
              <a:prstGeom prst="rect">
                <a:avLst/>
              </a:prstGeom>
              <a:noFill/>
              <a:extLst>
                <a:ext uri="{909E8E84-426E-40DD-AFC4-6F175D3DCCD1}">
                  <a14:hiddenFill xmlns:a14="http://schemas.microsoft.com/office/drawing/2010/main">
                    <a:solidFill>
                      <a:srgbClr val="FFFFFF"/>
                    </a:solidFill>
                  </a14:hiddenFill>
                </a:ext>
              </a:extLst>
            </p:spPr>
          </p:pic>
          <p:sp>
            <p:nvSpPr>
              <p:cNvPr id="3" name="Callout: Line with Accent Bar 2">
                <a:extLst>
                  <a:ext uri="{FF2B5EF4-FFF2-40B4-BE49-F238E27FC236}">
                    <a16:creationId xmlns:a16="http://schemas.microsoft.com/office/drawing/2014/main" id="{170F8C01-51BF-4B32-904C-DFEBC6B01049}"/>
                  </a:ext>
                </a:extLst>
              </p:cNvPr>
              <p:cNvSpPr/>
              <p:nvPr/>
            </p:nvSpPr>
            <p:spPr>
              <a:xfrm>
                <a:off x="7097518" y="4777625"/>
                <a:ext cx="360000" cy="216000"/>
              </a:xfrm>
              <a:prstGeom prst="accentCallout1">
                <a:avLst/>
              </a:prstGeom>
              <a:solidFill>
                <a:srgbClr val="FF0000"/>
              </a:solid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ru-RU" sz="1050" dirty="0"/>
                  <a:t>5,4%</a:t>
                </a:r>
              </a:p>
            </p:txBody>
          </p:sp>
          <p:sp>
            <p:nvSpPr>
              <p:cNvPr id="4" name="Callout: Line with Accent Bar 3">
                <a:extLst>
                  <a:ext uri="{FF2B5EF4-FFF2-40B4-BE49-F238E27FC236}">
                    <a16:creationId xmlns:a16="http://schemas.microsoft.com/office/drawing/2014/main" id="{91F689FE-7A2A-A64E-E793-46B0A2F310CB}"/>
                  </a:ext>
                </a:extLst>
              </p:cNvPr>
              <p:cNvSpPr/>
              <p:nvPr/>
            </p:nvSpPr>
            <p:spPr>
              <a:xfrm>
                <a:off x="6022581" y="4822025"/>
                <a:ext cx="360000" cy="216000"/>
              </a:xfrm>
              <a:prstGeom prst="accentCallout1">
                <a:avLst/>
              </a:prstGeom>
              <a:solidFill>
                <a:srgbClr val="FF0000"/>
              </a:solid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ru-RU" sz="1050" dirty="0"/>
                  <a:t>2,3%</a:t>
                </a:r>
              </a:p>
            </p:txBody>
          </p:sp>
          <p:sp>
            <p:nvSpPr>
              <p:cNvPr id="5" name="Callout: Line with Accent Bar 4">
                <a:extLst>
                  <a:ext uri="{FF2B5EF4-FFF2-40B4-BE49-F238E27FC236}">
                    <a16:creationId xmlns:a16="http://schemas.microsoft.com/office/drawing/2014/main" id="{5243DE8A-834B-7BC4-532C-5C4E333AD6FA}"/>
                  </a:ext>
                </a:extLst>
              </p:cNvPr>
              <p:cNvSpPr/>
              <p:nvPr/>
            </p:nvSpPr>
            <p:spPr>
              <a:xfrm>
                <a:off x="8168400" y="4384656"/>
                <a:ext cx="360000" cy="216000"/>
              </a:xfrm>
              <a:prstGeom prst="accentCallout1">
                <a:avLst/>
              </a:prstGeom>
              <a:solidFill>
                <a:srgbClr val="FF0000"/>
              </a:solid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ru-RU" sz="1050" dirty="0"/>
                  <a:t>20,9%</a:t>
                </a:r>
              </a:p>
            </p:txBody>
          </p:sp>
          <p:sp>
            <p:nvSpPr>
              <p:cNvPr id="6" name="Callout: Line with Accent Bar 5">
                <a:extLst>
                  <a:ext uri="{FF2B5EF4-FFF2-40B4-BE49-F238E27FC236}">
                    <a16:creationId xmlns:a16="http://schemas.microsoft.com/office/drawing/2014/main" id="{5E427148-E97A-3398-EF5B-3AF881EAB3ED}"/>
                  </a:ext>
                </a:extLst>
              </p:cNvPr>
              <p:cNvSpPr/>
              <p:nvPr/>
            </p:nvSpPr>
            <p:spPr>
              <a:xfrm>
                <a:off x="9215014" y="4537056"/>
                <a:ext cx="360000" cy="216000"/>
              </a:xfrm>
              <a:prstGeom prst="accentCallout1">
                <a:avLst/>
              </a:prstGeom>
              <a:solidFill>
                <a:srgbClr val="FF0000"/>
              </a:solid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ru-RU" sz="1050" dirty="0"/>
                  <a:t>22,7%</a:t>
                </a:r>
              </a:p>
            </p:txBody>
          </p:sp>
          <p:sp>
            <p:nvSpPr>
              <p:cNvPr id="7" name="Callout: Line with Accent Bar 6">
                <a:extLst>
                  <a:ext uri="{FF2B5EF4-FFF2-40B4-BE49-F238E27FC236}">
                    <a16:creationId xmlns:a16="http://schemas.microsoft.com/office/drawing/2014/main" id="{4B85E61E-2A1D-D7ED-3BA7-1F5329376D0D}"/>
                  </a:ext>
                </a:extLst>
              </p:cNvPr>
              <p:cNvSpPr/>
              <p:nvPr/>
            </p:nvSpPr>
            <p:spPr>
              <a:xfrm>
                <a:off x="10259209" y="4885625"/>
                <a:ext cx="360000" cy="216000"/>
              </a:xfrm>
              <a:prstGeom prst="accentCallout1">
                <a:avLst/>
              </a:prstGeom>
              <a:solidFill>
                <a:srgbClr val="FF0000"/>
              </a:solid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ru-RU" sz="1050" dirty="0"/>
                  <a:t>5,6%</a:t>
                </a:r>
              </a:p>
            </p:txBody>
          </p:sp>
          <p:sp>
            <p:nvSpPr>
              <p:cNvPr id="9" name="Callout: Line with Accent Bar 8">
                <a:extLst>
                  <a:ext uri="{FF2B5EF4-FFF2-40B4-BE49-F238E27FC236}">
                    <a16:creationId xmlns:a16="http://schemas.microsoft.com/office/drawing/2014/main" id="{4AD72647-D04F-D4FA-6148-BE291A763F35}"/>
                  </a:ext>
                </a:extLst>
              </p:cNvPr>
              <p:cNvSpPr/>
              <p:nvPr/>
            </p:nvSpPr>
            <p:spPr>
              <a:xfrm>
                <a:off x="11359864" y="4891113"/>
                <a:ext cx="360000" cy="216000"/>
              </a:xfrm>
              <a:prstGeom prst="accentCallout1">
                <a:avLst/>
              </a:prstGeom>
              <a:solidFill>
                <a:srgbClr val="FF0000"/>
              </a:solid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ru-RU" sz="1050" dirty="0"/>
                  <a:t>5%</a:t>
                </a:r>
              </a:p>
            </p:txBody>
          </p:sp>
        </p:grpSp>
        <p:sp>
          <p:nvSpPr>
            <p:cNvPr id="13" name="Rectangle 12">
              <a:extLst>
                <a:ext uri="{FF2B5EF4-FFF2-40B4-BE49-F238E27FC236}">
                  <a16:creationId xmlns:a16="http://schemas.microsoft.com/office/drawing/2014/main" id="{5E922119-33D6-5E58-7497-6DD8DBA5E93C}"/>
                </a:ext>
              </a:extLst>
            </p:cNvPr>
            <p:cNvSpPr/>
            <p:nvPr/>
          </p:nvSpPr>
          <p:spPr>
            <a:xfrm>
              <a:off x="4708602" y="1272209"/>
              <a:ext cx="2426549" cy="3952875"/>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16" name="TextBox 15">
            <a:extLst>
              <a:ext uri="{FF2B5EF4-FFF2-40B4-BE49-F238E27FC236}">
                <a16:creationId xmlns:a16="http://schemas.microsoft.com/office/drawing/2014/main" id="{EDEBDC5E-F22B-4C99-BE1E-FF17DC3DCD79}"/>
              </a:ext>
            </a:extLst>
          </p:cNvPr>
          <p:cNvSpPr txBox="1"/>
          <p:nvPr/>
        </p:nvSpPr>
        <p:spPr>
          <a:xfrm>
            <a:off x="267260" y="6367607"/>
            <a:ext cx="11158818" cy="215444"/>
          </a:xfrm>
          <a:prstGeom prst="rect">
            <a:avLst/>
          </a:prstGeom>
          <a:noFill/>
        </p:spPr>
        <p:txBody>
          <a:bodyPr wrap="square">
            <a:spAutoFit/>
          </a:bodyPr>
          <a:lstStyle/>
          <a:p>
            <a:r>
              <a:rPr lang="ru-RU" sz="800" baseline="30000" dirty="0"/>
              <a:t>1</a:t>
            </a:r>
            <a:r>
              <a:rPr lang="en-US" sz="800" dirty="0"/>
              <a:t>Foley MJ, Rajkumar CA, Ahmed-Jushuf F, et al. Achieving optimal medical therapy: insights from the ORBITA trial. J Am Heart Assoc 2021;10:e017381</a:t>
            </a:r>
            <a:endParaRPr lang="ru-RU" sz="800" dirty="0"/>
          </a:p>
        </p:txBody>
      </p:sp>
      <p:grpSp>
        <p:nvGrpSpPr>
          <p:cNvPr id="10" name="Group 9">
            <a:extLst>
              <a:ext uri="{FF2B5EF4-FFF2-40B4-BE49-F238E27FC236}">
                <a16:creationId xmlns:a16="http://schemas.microsoft.com/office/drawing/2014/main" id="{88E8945C-00E3-5B20-0F81-7959B963352B}"/>
              </a:ext>
            </a:extLst>
          </p:cNvPr>
          <p:cNvGrpSpPr/>
          <p:nvPr/>
        </p:nvGrpSpPr>
        <p:grpSpPr>
          <a:xfrm>
            <a:off x="356594" y="3973975"/>
            <a:ext cx="3551602" cy="584775"/>
            <a:chOff x="416345" y="4666750"/>
            <a:chExt cx="3551602" cy="584775"/>
          </a:xfrm>
        </p:grpSpPr>
        <p:sp>
          <p:nvSpPr>
            <p:cNvPr id="19" name="TextBox 18">
              <a:extLst>
                <a:ext uri="{FF2B5EF4-FFF2-40B4-BE49-F238E27FC236}">
                  <a16:creationId xmlns:a16="http://schemas.microsoft.com/office/drawing/2014/main" id="{616ED587-1414-4914-E04C-F273D2682D7D}"/>
                </a:ext>
              </a:extLst>
            </p:cNvPr>
            <p:cNvSpPr txBox="1"/>
            <p:nvPr/>
          </p:nvSpPr>
          <p:spPr>
            <a:xfrm>
              <a:off x="424294" y="4666750"/>
              <a:ext cx="3543653"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600" b="0" i="1" u="none" strike="noStrike" kern="1200" cap="none" spc="0" normalizeH="0" baseline="0" noProof="0" dirty="0">
                  <a:ln>
                    <a:noFill/>
                  </a:ln>
                  <a:solidFill>
                    <a:prstClr val="black"/>
                  </a:solidFill>
                  <a:effectLst/>
                  <a:uLnTx/>
                  <a:uFillTx/>
                  <a:latin typeface="Calibri" panose="020F0502020204030204"/>
                  <a:ea typeface="+mn-ea"/>
                  <a:cs typeface="+mn-cs"/>
                </a:rPr>
                <a:t>Нитраты отменялись в 4 раза чаще, чем </a:t>
              </a:r>
              <a:r>
                <a:rPr kumimoji="0" lang="ru-RU" sz="1600" b="0" i="1" u="none" strike="noStrike" kern="1200" cap="none" spc="0" normalizeH="0" baseline="0" noProof="0" dirty="0" err="1">
                  <a:ln>
                    <a:noFill/>
                  </a:ln>
                  <a:solidFill>
                    <a:prstClr val="black"/>
                  </a:solidFill>
                  <a:effectLst/>
                  <a:uLnTx/>
                  <a:uFillTx/>
                  <a:latin typeface="Calibri" panose="020F0502020204030204"/>
                  <a:ea typeface="+mn-ea"/>
                  <a:cs typeface="+mn-cs"/>
                </a:rPr>
                <a:t>бисопролол</a:t>
              </a:r>
              <a:r>
                <a:rPr kumimoji="0" lang="ru-RU" sz="1600" b="0" i="1"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US" sz="1600" b="0" i="1" u="none" strike="noStrike" kern="1200" cap="none" spc="0" normalizeH="0" baseline="0" noProof="0" dirty="0">
                  <a:ln>
                    <a:noFill/>
                  </a:ln>
                  <a:solidFill>
                    <a:prstClr val="black"/>
                  </a:solidFill>
                  <a:effectLst/>
                  <a:uLnTx/>
                  <a:uFillTx/>
                  <a:latin typeface="Calibri" panose="020F0502020204030204"/>
                  <a:ea typeface="+mn-ea"/>
                  <a:cs typeface="+mn-cs"/>
                </a:rPr>
                <a:t>20,9% vs 5,4%</a:t>
              </a:r>
              <a:endParaRPr kumimoji="0" lang="ru-RU" sz="1600" b="0" i="1"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1" name="Straight Connector 20">
              <a:extLst>
                <a:ext uri="{FF2B5EF4-FFF2-40B4-BE49-F238E27FC236}">
                  <a16:creationId xmlns:a16="http://schemas.microsoft.com/office/drawing/2014/main" id="{551E79DF-BBA9-DAA5-C07A-8B2221260237}"/>
                </a:ext>
              </a:extLst>
            </p:cNvPr>
            <p:cNvCxnSpPr/>
            <p:nvPr/>
          </p:nvCxnSpPr>
          <p:spPr>
            <a:xfrm>
              <a:off x="416345" y="4666750"/>
              <a:ext cx="0" cy="58477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8" name="TextBox 7">
            <a:extLst>
              <a:ext uri="{FF2B5EF4-FFF2-40B4-BE49-F238E27FC236}">
                <a16:creationId xmlns:a16="http://schemas.microsoft.com/office/drawing/2014/main" id="{6B306562-15CE-053A-9109-1441DB6DB631}"/>
              </a:ext>
            </a:extLst>
          </p:cNvPr>
          <p:cNvSpPr txBox="1"/>
          <p:nvPr/>
        </p:nvSpPr>
        <p:spPr>
          <a:xfrm>
            <a:off x="452493" y="598930"/>
            <a:ext cx="10912603" cy="369332"/>
          </a:xfrm>
          <a:prstGeom prst="rect">
            <a:avLst/>
          </a:prstGeom>
          <a:noFill/>
        </p:spPr>
        <p:txBody>
          <a:bodyPr wrap="square">
            <a:spAutoFit/>
          </a:bodyPr>
          <a:lstStyle/>
          <a:p>
            <a:r>
              <a:rPr lang="ru-RU" i="1" dirty="0">
                <a:solidFill>
                  <a:srgbClr val="0070C0"/>
                </a:solidFill>
                <a:latin typeface="Arial" panose="020B0604020202020204"/>
                <a:ea typeface="+mj-ea"/>
                <a:cs typeface="+mj-cs"/>
              </a:rPr>
              <a:t>Самые часто назначаемые молекулы среди ББ и ДГП-БКК с самой низкой частотой отмен</a:t>
            </a:r>
          </a:p>
        </p:txBody>
      </p:sp>
      <p:sp>
        <p:nvSpPr>
          <p:cNvPr id="15" name="TextBox 14">
            <a:extLst>
              <a:ext uri="{FF2B5EF4-FFF2-40B4-BE49-F238E27FC236}">
                <a16:creationId xmlns:a16="http://schemas.microsoft.com/office/drawing/2014/main" id="{54E92715-06B4-AF74-28E3-24AE948BD603}"/>
              </a:ext>
            </a:extLst>
          </p:cNvPr>
          <p:cNvSpPr txBox="1"/>
          <p:nvPr/>
        </p:nvSpPr>
        <p:spPr>
          <a:xfrm>
            <a:off x="7343732" y="6282428"/>
            <a:ext cx="4804177" cy="276999"/>
          </a:xfrm>
          <a:prstGeom prst="rect">
            <a:avLst/>
          </a:prstGeom>
          <a:noFill/>
        </p:spPr>
        <p:txBody>
          <a:bodyPr wrap="square">
            <a:spAutoFit/>
          </a:bodyPr>
          <a:lstStyle/>
          <a:p>
            <a:r>
              <a:rPr lang="ru-RU" sz="1200" dirty="0"/>
              <a:t>ДГП-БКК – </a:t>
            </a:r>
            <a:r>
              <a:rPr lang="ru-RU" sz="1200" dirty="0" err="1"/>
              <a:t>дигидропиридиновые</a:t>
            </a:r>
            <a:r>
              <a:rPr lang="ru-RU" sz="1200" dirty="0"/>
              <a:t> блокаторы кальциевых каналов</a:t>
            </a:r>
          </a:p>
        </p:txBody>
      </p:sp>
    </p:spTree>
    <p:extLst>
      <p:ext uri="{BB962C8B-B14F-4D97-AF65-F5344CB8AC3E}">
        <p14:creationId xmlns:p14="http://schemas.microsoft.com/office/powerpoint/2010/main" val="29713767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DFEAE-E698-7637-E0DB-A4EABACF1314}"/>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AA0116E3-B9D7-C9FA-9A80-65837E9787DD}"/>
              </a:ext>
            </a:extLst>
          </p:cNvPr>
          <p:cNvSpPr txBox="1"/>
          <p:nvPr/>
        </p:nvSpPr>
        <p:spPr>
          <a:xfrm>
            <a:off x="1211766" y="2521059"/>
            <a:ext cx="9768468" cy="1815882"/>
          </a:xfrm>
          <a:prstGeom prst="rect">
            <a:avLst/>
          </a:prstGeom>
          <a:noFill/>
        </p:spPr>
        <p:txBody>
          <a:bodyPr wrap="square">
            <a:spAutoFit/>
          </a:bodyPr>
          <a:lstStyle/>
          <a:p>
            <a:pPr algn="ctr"/>
            <a:r>
              <a:rPr lang="ru-RU" sz="2800" b="1" dirty="0" err="1">
                <a:latin typeface="Arial" panose="020B0604020202020204" pitchFamily="34" charset="0"/>
                <a:cs typeface="Arial" panose="020B0604020202020204" pitchFamily="34" charset="0"/>
              </a:rPr>
              <a:t>Реваскуляризация</a:t>
            </a:r>
            <a:r>
              <a:rPr lang="ru-RU" sz="2800" b="1" dirty="0">
                <a:latin typeface="Arial" panose="020B0604020202020204" pitchFamily="34" charset="0"/>
                <a:cs typeface="Arial" panose="020B0604020202020204" pitchFamily="34" charset="0"/>
              </a:rPr>
              <a:t> показана в определённых клинических ситуациях — оптимальная медикаментозная терапия остаётся фундаментом при стабильной ИБС</a:t>
            </a:r>
          </a:p>
        </p:txBody>
      </p:sp>
      <p:sp>
        <p:nvSpPr>
          <p:cNvPr id="2" name="Rectangle: Diagonal Corners Snipped 1">
            <a:extLst>
              <a:ext uri="{FF2B5EF4-FFF2-40B4-BE49-F238E27FC236}">
                <a16:creationId xmlns:a16="http://schemas.microsoft.com/office/drawing/2014/main" id="{6E122B95-D800-7171-69CD-953D54E60D30}"/>
              </a:ext>
            </a:extLst>
          </p:cNvPr>
          <p:cNvSpPr/>
          <p:nvPr/>
        </p:nvSpPr>
        <p:spPr>
          <a:xfrm>
            <a:off x="135265" y="54164"/>
            <a:ext cx="3220999" cy="400614"/>
          </a:xfrm>
          <a:prstGeom prst="snip2Diag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b="1" i="1" dirty="0">
                <a:latin typeface="Verdana" panose="020B0604030504040204" pitchFamily="34" charset="0"/>
                <a:ea typeface="Verdana" panose="020B0604030504040204" pitchFamily="34" charset="0"/>
              </a:rPr>
              <a:t>Главное из блока</a:t>
            </a:r>
          </a:p>
        </p:txBody>
      </p:sp>
    </p:spTree>
    <p:extLst>
      <p:ext uri="{BB962C8B-B14F-4D97-AF65-F5344CB8AC3E}">
        <p14:creationId xmlns:p14="http://schemas.microsoft.com/office/powerpoint/2010/main" val="39746782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5FB48-E555-1449-D796-0BCE4FF5D1B0}"/>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7AE543FC-3792-A74F-33C7-CE91B5B40293}"/>
              </a:ext>
            </a:extLst>
          </p:cNvPr>
          <p:cNvSpPr>
            <a:spLocks noGrp="1"/>
          </p:cNvSpPr>
          <p:nvPr>
            <p:ph type="title"/>
          </p:nvPr>
        </p:nvSpPr>
        <p:spPr bwMode="gray">
          <a:xfrm>
            <a:off x="5951538" y="2240992"/>
            <a:ext cx="5617070" cy="2232000"/>
          </a:xfrm>
        </p:spPr>
        <p:txBody>
          <a:bodyPr/>
          <a:lstStyle/>
          <a:p>
            <a:r>
              <a:rPr lang="ru-RU" sz="4000" b="1" dirty="0">
                <a:latin typeface="Arial (Headings)"/>
              </a:rPr>
              <a:t>Комбинация Бета-блокаторов и ДГП−БКК в терапии стабильной стенокардии</a:t>
            </a:r>
            <a:endParaRPr lang="en-US" sz="4000" b="1" dirty="0">
              <a:latin typeface="Arial (Headings)"/>
            </a:endParaRPr>
          </a:p>
        </p:txBody>
      </p:sp>
      <p:sp>
        <p:nvSpPr>
          <p:cNvPr id="6" name="TextBox 5">
            <a:extLst>
              <a:ext uri="{FF2B5EF4-FFF2-40B4-BE49-F238E27FC236}">
                <a16:creationId xmlns:a16="http://schemas.microsoft.com/office/drawing/2014/main" id="{7D7E1F08-7BED-E863-1208-639F89F27255}"/>
              </a:ext>
            </a:extLst>
          </p:cNvPr>
          <p:cNvSpPr txBox="1"/>
          <p:nvPr/>
        </p:nvSpPr>
        <p:spPr bwMode="gray">
          <a:xfrm>
            <a:off x="5800725" y="5428734"/>
            <a:ext cx="621665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srgbClr val="000000"/>
                </a:solidFill>
                <a:effectLst/>
                <a:uLnTx/>
                <a:uFillTx/>
                <a:latin typeface="Verdana"/>
                <a:ea typeface="+mn-ea"/>
                <a:cs typeface="+mn-cs"/>
              </a:rPr>
              <a:t>ДГП-БКК – </a:t>
            </a:r>
            <a:r>
              <a:rPr kumimoji="0" lang="ru-RU" sz="1800" b="0" i="0" u="none" strike="noStrike" kern="1200" cap="none" spc="0" normalizeH="0" baseline="0" noProof="0" dirty="0" err="1">
                <a:ln>
                  <a:noFill/>
                </a:ln>
                <a:solidFill>
                  <a:srgbClr val="000000"/>
                </a:solidFill>
                <a:effectLst/>
                <a:uLnTx/>
                <a:uFillTx/>
                <a:latin typeface="Verdana"/>
                <a:ea typeface="+mn-ea"/>
                <a:cs typeface="+mn-cs"/>
              </a:rPr>
              <a:t>дигидропиридиновые</a:t>
            </a:r>
            <a:r>
              <a:rPr kumimoji="0" lang="ru-RU" sz="1800" b="0" i="0" u="none" strike="noStrike" kern="1200" cap="none" spc="0" normalizeH="0" baseline="0" noProof="0" dirty="0">
                <a:ln>
                  <a:noFill/>
                </a:ln>
                <a:solidFill>
                  <a:srgbClr val="000000"/>
                </a:solidFill>
                <a:effectLst/>
                <a:uLnTx/>
                <a:uFillTx/>
                <a:latin typeface="Verdana"/>
                <a:ea typeface="+mn-ea"/>
                <a:cs typeface="+mn-cs"/>
              </a:rPr>
              <a:t> блокаторы кальциевых каналов</a:t>
            </a:r>
          </a:p>
        </p:txBody>
      </p:sp>
    </p:spTree>
    <p:custDataLst>
      <p:tags r:id="rId1"/>
    </p:custDataLst>
    <p:extLst>
      <p:ext uri="{BB962C8B-B14F-4D97-AF65-F5344CB8AC3E}">
        <p14:creationId xmlns:p14="http://schemas.microsoft.com/office/powerpoint/2010/main" val="3353783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396240" y="388620"/>
            <a:ext cx="11734800" cy="640080"/>
          </a:xfrm>
          <a:prstGeom prst="rect">
            <a:avLst/>
          </a:prstGeom>
          <a:noFill/>
          <a:ln/>
        </p:spPr>
        <p:txBody>
          <a:bodyPr wrap="square" lIns="0" tIns="0" rIns="0" bIns="0" rtlCol="0" anchor="ctr"/>
          <a:lstStyle/>
          <a:p>
            <a:pPr marL="0" indent="0">
              <a:buNone/>
            </a:pPr>
            <a:r>
              <a:rPr lang="ru-RU" sz="2800" b="1" dirty="0">
                <a:solidFill>
                  <a:srgbClr val="1E2761"/>
                </a:solidFill>
                <a:latin typeface="Calibri" pitchFamily="34" charset="0"/>
                <a:ea typeface="Calibri" pitchFamily="34" charset="-122"/>
                <a:cs typeface="Calibri" pitchFamily="34" charset="-120"/>
              </a:rPr>
              <a:t>ESC 2024: β-блокатор + </a:t>
            </a:r>
            <a:r>
              <a:rPr lang="ru-RU" sz="2800" b="1" dirty="0" err="1">
                <a:solidFill>
                  <a:srgbClr val="1E2761"/>
                </a:solidFill>
                <a:latin typeface="Calibri" pitchFamily="34" charset="0"/>
                <a:ea typeface="Calibri" pitchFamily="34" charset="-122"/>
                <a:cs typeface="Calibri" pitchFamily="34" charset="-120"/>
              </a:rPr>
              <a:t>дигидропиридиновый</a:t>
            </a:r>
            <a:r>
              <a:rPr lang="ru-RU" sz="2800" b="1" dirty="0">
                <a:solidFill>
                  <a:srgbClr val="1E2761"/>
                </a:solidFill>
                <a:latin typeface="Calibri" pitchFamily="34" charset="0"/>
                <a:ea typeface="Calibri" pitchFamily="34" charset="-122"/>
                <a:cs typeface="Calibri" pitchFamily="34" charset="-120"/>
              </a:rPr>
              <a:t> блокатор кальциевых каналов — комбинация выбора при недостаточном контроле стенокардии</a:t>
            </a:r>
            <a:endParaRPr lang="en-US" sz="2800" dirty="0"/>
          </a:p>
        </p:txBody>
      </p:sp>
      <p:sp>
        <p:nvSpPr>
          <p:cNvPr id="4" name="Shape 2"/>
          <p:cNvSpPr/>
          <p:nvPr/>
        </p:nvSpPr>
        <p:spPr>
          <a:xfrm>
            <a:off x="457200" y="1417320"/>
            <a:ext cx="11247120" cy="0"/>
          </a:xfrm>
          <a:prstGeom prst="line">
            <a:avLst/>
          </a:prstGeom>
          <a:noFill/>
          <a:ln w="9525">
            <a:solidFill>
              <a:srgbClr val="D0D5DD"/>
            </a:solidFill>
            <a:prstDash val="solid"/>
          </a:ln>
        </p:spPr>
        <p:txBody>
          <a:bodyPr/>
          <a:lstStyle/>
          <a:p>
            <a:endParaRPr lang="ru-RU"/>
          </a:p>
        </p:txBody>
      </p:sp>
      <p:sp>
        <p:nvSpPr>
          <p:cNvPr id="5" name="Shape 3"/>
          <p:cNvSpPr/>
          <p:nvPr/>
        </p:nvSpPr>
        <p:spPr>
          <a:xfrm>
            <a:off x="457200" y="1737360"/>
            <a:ext cx="11247120" cy="1463040"/>
          </a:xfrm>
          <a:prstGeom prst="rect">
            <a:avLst/>
          </a:prstGeom>
          <a:solidFill>
            <a:srgbClr val="1E2761"/>
          </a:solidFill>
          <a:ln/>
        </p:spPr>
        <p:txBody>
          <a:bodyPr/>
          <a:lstStyle/>
          <a:p>
            <a:endParaRPr lang="ru-RU"/>
          </a:p>
        </p:txBody>
      </p:sp>
      <p:sp>
        <p:nvSpPr>
          <p:cNvPr id="7" name="Text 5"/>
          <p:cNvSpPr/>
          <p:nvPr/>
        </p:nvSpPr>
        <p:spPr>
          <a:xfrm>
            <a:off x="731520" y="2017915"/>
            <a:ext cx="10698480" cy="731520"/>
          </a:xfrm>
          <a:prstGeom prst="rect">
            <a:avLst/>
          </a:prstGeom>
          <a:noFill/>
          <a:ln/>
        </p:spPr>
        <p:txBody>
          <a:bodyPr wrap="square" lIns="0" tIns="0" rIns="0" bIns="0" rtlCol="0" anchor="ctr"/>
          <a:lstStyle/>
          <a:p>
            <a:pPr marL="0" indent="0">
              <a:buNone/>
            </a:pPr>
            <a:r>
              <a:rPr lang="en-US" dirty="0">
                <a:solidFill>
                  <a:srgbClr val="FFFFFF"/>
                </a:solidFill>
                <a:latin typeface="Arial" panose="020B0604020202020204" pitchFamily="34" charset="0"/>
                <a:ea typeface="Calibri" pitchFamily="34" charset="-122"/>
                <a:cs typeface="Arial" panose="020B0604020202020204" pitchFamily="34" charset="0"/>
              </a:rPr>
              <a:t>Выбор антиангинального препарата определяется гемодинамическим профилем, коморбидностью, сопутствующей терапией и патофизиологией ишемии у конкретного пациента.</a:t>
            </a:r>
            <a:endParaRPr lang="en-US" dirty="0">
              <a:latin typeface="Arial" panose="020B0604020202020204" pitchFamily="34" charset="0"/>
              <a:cs typeface="Arial" panose="020B0604020202020204" pitchFamily="34" charset="0"/>
            </a:endParaRPr>
          </a:p>
        </p:txBody>
      </p:sp>
      <p:sp>
        <p:nvSpPr>
          <p:cNvPr id="8" name="Shape 6"/>
          <p:cNvSpPr/>
          <p:nvPr/>
        </p:nvSpPr>
        <p:spPr>
          <a:xfrm>
            <a:off x="457200" y="3474720"/>
            <a:ext cx="5486400" cy="2651760"/>
          </a:xfrm>
          <a:prstGeom prst="rect">
            <a:avLst/>
          </a:prstGeom>
          <a:solidFill>
            <a:srgbClr val="FFFFFF"/>
          </a:solidFill>
          <a:ln w="9525">
            <a:solidFill>
              <a:srgbClr val="D0D5DD"/>
            </a:solidFill>
            <a:prstDash val="solid"/>
          </a:ln>
        </p:spPr>
        <p:txBody>
          <a:bodyPr/>
          <a:lstStyle/>
          <a:p>
            <a:endParaRPr lang="ru-RU"/>
          </a:p>
        </p:txBody>
      </p:sp>
      <p:sp>
        <p:nvSpPr>
          <p:cNvPr id="9" name="Shape 7"/>
          <p:cNvSpPr/>
          <p:nvPr/>
        </p:nvSpPr>
        <p:spPr>
          <a:xfrm>
            <a:off x="457200" y="3474720"/>
            <a:ext cx="91440" cy="2651760"/>
          </a:xfrm>
          <a:prstGeom prst="rect">
            <a:avLst/>
          </a:prstGeom>
          <a:solidFill>
            <a:srgbClr val="C8102E"/>
          </a:solidFill>
          <a:ln/>
        </p:spPr>
        <p:txBody>
          <a:bodyPr/>
          <a:lstStyle/>
          <a:p>
            <a:endParaRPr lang="ru-RU"/>
          </a:p>
        </p:txBody>
      </p:sp>
      <p:sp>
        <p:nvSpPr>
          <p:cNvPr id="10" name="Text 8"/>
          <p:cNvSpPr/>
          <p:nvPr/>
        </p:nvSpPr>
        <p:spPr>
          <a:xfrm>
            <a:off x="731520" y="3611880"/>
            <a:ext cx="5029200" cy="365760"/>
          </a:xfrm>
          <a:prstGeom prst="rect">
            <a:avLst/>
          </a:prstGeom>
          <a:noFill/>
          <a:ln/>
        </p:spPr>
        <p:txBody>
          <a:bodyPr wrap="square" lIns="0" tIns="0" rIns="0" bIns="0" rtlCol="0" anchor="ctr"/>
          <a:lstStyle/>
          <a:p>
            <a:pPr marL="0" indent="0">
              <a:buNone/>
            </a:pPr>
            <a:r>
              <a:rPr lang="en-US" sz="2000" b="1" kern="0" spc="400" dirty="0">
                <a:solidFill>
                  <a:srgbClr val="C8102E"/>
                </a:solidFill>
                <a:latin typeface="Arial" panose="020B0604020202020204" pitchFamily="34" charset="0"/>
                <a:ea typeface="Calibri" pitchFamily="34" charset="-122"/>
                <a:cs typeface="Arial" panose="020B0604020202020204" pitchFamily="34" charset="0"/>
              </a:rPr>
              <a:t>Старт терапии</a:t>
            </a:r>
            <a:endParaRPr lang="en-US" sz="2000" dirty="0">
              <a:latin typeface="Arial" panose="020B0604020202020204" pitchFamily="34" charset="0"/>
              <a:cs typeface="Arial" panose="020B0604020202020204" pitchFamily="34" charset="0"/>
            </a:endParaRPr>
          </a:p>
        </p:txBody>
      </p:sp>
      <p:sp>
        <p:nvSpPr>
          <p:cNvPr id="11" name="Text 9"/>
          <p:cNvSpPr/>
          <p:nvPr/>
        </p:nvSpPr>
        <p:spPr>
          <a:xfrm>
            <a:off x="731520" y="4023360"/>
            <a:ext cx="5029200" cy="731520"/>
          </a:xfrm>
          <a:prstGeom prst="rect">
            <a:avLst/>
          </a:prstGeom>
          <a:noFill/>
          <a:ln/>
        </p:spPr>
        <p:txBody>
          <a:bodyPr wrap="square" lIns="0" tIns="0" rIns="0" bIns="0" rtlCol="0" anchor="ctr"/>
          <a:lstStyle/>
          <a:p>
            <a:pPr marL="0" indent="0">
              <a:buNone/>
            </a:pPr>
            <a:r>
              <a:rPr lang="en-US" b="1" dirty="0">
                <a:solidFill>
                  <a:srgbClr val="1E2761"/>
                </a:solidFill>
                <a:latin typeface="Calibri" pitchFamily="34" charset="0"/>
                <a:ea typeface="Calibri" pitchFamily="34" charset="-122"/>
                <a:cs typeface="Calibri" pitchFamily="34" charset="-120"/>
              </a:rPr>
              <a:t>β-</a:t>
            </a:r>
            <a:r>
              <a:rPr lang="en-US" b="1" dirty="0" err="1">
                <a:solidFill>
                  <a:srgbClr val="1E2761"/>
                </a:solidFill>
                <a:latin typeface="Calibri" pitchFamily="34" charset="0"/>
                <a:ea typeface="Calibri" pitchFamily="34" charset="-122"/>
                <a:cs typeface="Calibri" pitchFamily="34" charset="-120"/>
              </a:rPr>
              <a:t>блокатор</a:t>
            </a:r>
            <a:r>
              <a:rPr lang="en-US" b="1" dirty="0">
                <a:solidFill>
                  <a:srgbClr val="1E2761"/>
                </a:solidFill>
                <a:latin typeface="Calibri" pitchFamily="34" charset="0"/>
                <a:ea typeface="Calibri" pitchFamily="34" charset="-122"/>
                <a:cs typeface="Calibri" pitchFamily="34" charset="-120"/>
              </a:rPr>
              <a:t> </a:t>
            </a:r>
            <a:r>
              <a:rPr lang="ru-RU" b="1" dirty="0">
                <a:solidFill>
                  <a:srgbClr val="1E2761"/>
                </a:solidFill>
                <a:latin typeface="Calibri" pitchFamily="34" charset="0"/>
                <a:ea typeface="Calibri" pitchFamily="34" charset="-122"/>
                <a:cs typeface="Calibri" pitchFamily="34" charset="-120"/>
              </a:rPr>
              <a:t>и/</a:t>
            </a:r>
            <a:r>
              <a:rPr lang="en-US" b="1" dirty="0" err="1">
                <a:solidFill>
                  <a:srgbClr val="1E2761"/>
                </a:solidFill>
                <a:latin typeface="Calibri" pitchFamily="34" charset="0"/>
                <a:ea typeface="Calibri" pitchFamily="34" charset="-122"/>
                <a:cs typeface="Calibri" pitchFamily="34" charset="-120"/>
              </a:rPr>
              <a:t>или</a:t>
            </a:r>
            <a:r>
              <a:rPr lang="en-US" b="1" dirty="0">
                <a:solidFill>
                  <a:srgbClr val="1E2761"/>
                </a:solidFill>
                <a:latin typeface="Calibri" pitchFamily="34" charset="0"/>
                <a:ea typeface="Calibri" pitchFamily="34" charset="-122"/>
                <a:cs typeface="Calibri" pitchFamily="34" charset="-120"/>
              </a:rPr>
              <a:t> блокатор </a:t>
            </a:r>
            <a:r>
              <a:rPr lang="en-US" b="1" dirty="0" err="1">
                <a:solidFill>
                  <a:srgbClr val="1E2761"/>
                </a:solidFill>
                <a:latin typeface="Calibri" pitchFamily="34" charset="0"/>
                <a:ea typeface="Calibri" pitchFamily="34" charset="-122"/>
                <a:cs typeface="Calibri" pitchFamily="34" charset="-120"/>
              </a:rPr>
              <a:t>кальциевых</a:t>
            </a:r>
            <a:r>
              <a:rPr lang="en-US" b="1" dirty="0">
                <a:solidFill>
                  <a:srgbClr val="1E2761"/>
                </a:solidFill>
                <a:latin typeface="Calibri" pitchFamily="34" charset="0"/>
                <a:ea typeface="Calibri" pitchFamily="34" charset="-122"/>
                <a:cs typeface="Calibri" pitchFamily="34" charset="-120"/>
              </a:rPr>
              <a:t> </a:t>
            </a:r>
            <a:r>
              <a:rPr lang="en-US" b="1" dirty="0" err="1">
                <a:solidFill>
                  <a:srgbClr val="1E2761"/>
                </a:solidFill>
                <a:latin typeface="Calibri" pitchFamily="34" charset="0"/>
                <a:ea typeface="Calibri" pitchFamily="34" charset="-122"/>
                <a:cs typeface="Calibri" pitchFamily="34" charset="-120"/>
              </a:rPr>
              <a:t>каналов</a:t>
            </a:r>
            <a:r>
              <a:rPr lang="ru-RU" b="1" dirty="0">
                <a:solidFill>
                  <a:srgbClr val="1E2761"/>
                </a:solidFill>
                <a:latin typeface="Calibri" pitchFamily="34" charset="0"/>
                <a:ea typeface="Calibri" pitchFamily="34" charset="-122"/>
                <a:cs typeface="Calibri" pitchFamily="34" charset="-120"/>
              </a:rPr>
              <a:t> (БКК)</a:t>
            </a:r>
            <a:endParaRPr lang="en-US" dirty="0"/>
          </a:p>
        </p:txBody>
      </p:sp>
      <p:sp>
        <p:nvSpPr>
          <p:cNvPr id="12" name="Text 10"/>
          <p:cNvSpPr/>
          <p:nvPr/>
        </p:nvSpPr>
        <p:spPr>
          <a:xfrm>
            <a:off x="731520" y="4846320"/>
            <a:ext cx="5029200" cy="1097280"/>
          </a:xfrm>
          <a:prstGeom prst="rect">
            <a:avLst/>
          </a:prstGeom>
          <a:noFill/>
          <a:ln/>
        </p:spPr>
        <p:txBody>
          <a:bodyPr wrap="square" lIns="0" tIns="0" rIns="0" bIns="0" rtlCol="0" anchor="ctr"/>
          <a:lstStyle/>
          <a:p>
            <a:pPr marL="0" indent="0">
              <a:buNone/>
            </a:pPr>
            <a:r>
              <a:rPr lang="ru-RU" dirty="0">
                <a:solidFill>
                  <a:srgbClr val="1A1A1A"/>
                </a:solidFill>
                <a:latin typeface="Calibri" pitchFamily="34" charset="0"/>
                <a:ea typeface="Calibri" pitchFamily="34" charset="-122"/>
                <a:cs typeface="Calibri" pitchFamily="34" charset="-120"/>
              </a:rPr>
              <a:t>Стартовая терапия бета-блокаторами и/или БКК для контроля ЧСС и симптомов рекомендуется большинству пациентов с ХКС </a:t>
            </a:r>
          </a:p>
          <a:p>
            <a:r>
              <a:rPr lang="ru-RU" sz="1400" i="1" dirty="0">
                <a:solidFill>
                  <a:srgbClr val="1A1A1A"/>
                </a:solidFill>
                <a:latin typeface="Calibri" pitchFamily="34" charset="0"/>
                <a:ea typeface="Calibri" pitchFamily="34" charset="-122"/>
                <a:cs typeface="Calibri" pitchFamily="34" charset="-120"/>
              </a:rPr>
              <a:t>Класс </a:t>
            </a:r>
            <a:r>
              <a:rPr lang="en-US" sz="1400" i="1" dirty="0"/>
              <a:t>I, </a:t>
            </a:r>
            <a:r>
              <a:rPr lang="ru-RU" sz="1400" i="1" dirty="0"/>
              <a:t>Уровень</a:t>
            </a:r>
            <a:r>
              <a:rPr lang="en-US" sz="1400" i="1" dirty="0"/>
              <a:t> B</a:t>
            </a:r>
          </a:p>
        </p:txBody>
      </p:sp>
      <p:sp>
        <p:nvSpPr>
          <p:cNvPr id="13" name="Shape 11"/>
          <p:cNvSpPr/>
          <p:nvPr/>
        </p:nvSpPr>
        <p:spPr>
          <a:xfrm>
            <a:off x="6217920" y="3474720"/>
            <a:ext cx="5486400" cy="2651760"/>
          </a:xfrm>
          <a:prstGeom prst="rect">
            <a:avLst/>
          </a:prstGeom>
          <a:solidFill>
            <a:srgbClr val="FFFFFF"/>
          </a:solidFill>
          <a:ln w="9525">
            <a:solidFill>
              <a:srgbClr val="D0D5DD"/>
            </a:solidFill>
            <a:prstDash val="solid"/>
          </a:ln>
        </p:spPr>
        <p:txBody>
          <a:bodyPr/>
          <a:lstStyle/>
          <a:p>
            <a:endParaRPr lang="ru-RU"/>
          </a:p>
        </p:txBody>
      </p:sp>
      <p:sp>
        <p:nvSpPr>
          <p:cNvPr id="14" name="Shape 12"/>
          <p:cNvSpPr/>
          <p:nvPr/>
        </p:nvSpPr>
        <p:spPr>
          <a:xfrm>
            <a:off x="6217920" y="3474720"/>
            <a:ext cx="91440" cy="2651760"/>
          </a:xfrm>
          <a:prstGeom prst="rect">
            <a:avLst/>
          </a:prstGeom>
          <a:solidFill>
            <a:srgbClr val="2E7D4F"/>
          </a:solidFill>
          <a:ln/>
        </p:spPr>
        <p:txBody>
          <a:bodyPr/>
          <a:lstStyle/>
          <a:p>
            <a:endParaRPr lang="ru-RU"/>
          </a:p>
        </p:txBody>
      </p:sp>
      <p:sp>
        <p:nvSpPr>
          <p:cNvPr id="15" name="Text 13"/>
          <p:cNvSpPr/>
          <p:nvPr/>
        </p:nvSpPr>
        <p:spPr>
          <a:xfrm>
            <a:off x="6492240" y="3611880"/>
            <a:ext cx="5120640" cy="365760"/>
          </a:xfrm>
          <a:prstGeom prst="rect">
            <a:avLst/>
          </a:prstGeom>
          <a:noFill/>
          <a:ln/>
        </p:spPr>
        <p:txBody>
          <a:bodyPr wrap="square" lIns="0" tIns="0" rIns="0" bIns="0" rtlCol="0" anchor="ctr"/>
          <a:lstStyle/>
          <a:p>
            <a:pPr marL="0" indent="0">
              <a:buNone/>
            </a:pPr>
            <a:r>
              <a:rPr lang="en-US" sz="2000" b="1" kern="0" spc="400" dirty="0">
                <a:solidFill>
                  <a:srgbClr val="2E7D4F"/>
                </a:solidFill>
                <a:latin typeface="Arial" panose="020B0604020202020204" pitchFamily="34" charset="0"/>
                <a:ea typeface="Calibri" pitchFamily="34" charset="-122"/>
                <a:cs typeface="Arial" panose="020B0604020202020204" pitchFamily="34" charset="0"/>
              </a:rPr>
              <a:t>При недостаточном контроле</a:t>
            </a:r>
            <a:endParaRPr lang="en-US" sz="2000" dirty="0">
              <a:latin typeface="Arial" panose="020B0604020202020204" pitchFamily="34" charset="0"/>
              <a:cs typeface="Arial" panose="020B0604020202020204" pitchFamily="34" charset="0"/>
            </a:endParaRPr>
          </a:p>
        </p:txBody>
      </p:sp>
      <p:sp>
        <p:nvSpPr>
          <p:cNvPr id="16" name="Text 14"/>
          <p:cNvSpPr/>
          <p:nvPr/>
        </p:nvSpPr>
        <p:spPr>
          <a:xfrm>
            <a:off x="6492240" y="4738931"/>
            <a:ext cx="5029200" cy="731520"/>
          </a:xfrm>
          <a:prstGeom prst="rect">
            <a:avLst/>
          </a:prstGeom>
          <a:noFill/>
          <a:ln/>
        </p:spPr>
        <p:txBody>
          <a:bodyPr wrap="square" lIns="0" tIns="0" rIns="0" bIns="0" rtlCol="0" anchor="ctr"/>
          <a:lstStyle/>
          <a:p>
            <a:pPr marL="0" indent="0">
              <a:buNone/>
            </a:pPr>
            <a:r>
              <a:rPr lang="ru-RU" b="1" dirty="0">
                <a:solidFill>
                  <a:srgbClr val="1E2761"/>
                </a:solidFill>
                <a:latin typeface="Calibri" pitchFamily="34" charset="0"/>
                <a:ea typeface="Calibri" pitchFamily="34" charset="-122"/>
                <a:cs typeface="Calibri" pitchFamily="34" charset="-120"/>
              </a:rPr>
              <a:t>Если симптомы стенокардии не удаётся эффективно контролировать </a:t>
            </a:r>
            <a:r>
              <a:rPr lang="ru-RU" b="1" dirty="0" err="1">
                <a:solidFill>
                  <a:srgbClr val="1E2761"/>
                </a:solidFill>
                <a:latin typeface="Calibri" pitchFamily="34" charset="0"/>
                <a:ea typeface="Calibri" pitchFamily="34" charset="-122"/>
                <a:cs typeface="Calibri" pitchFamily="34" charset="-120"/>
              </a:rPr>
              <a:t>монотерапией</a:t>
            </a:r>
            <a:r>
              <a:rPr lang="ru-RU" b="1" dirty="0">
                <a:solidFill>
                  <a:srgbClr val="1E2761"/>
                </a:solidFill>
                <a:latin typeface="Calibri" pitchFamily="34" charset="0"/>
                <a:ea typeface="Calibri" pitchFamily="34" charset="-122"/>
                <a:cs typeface="Calibri" pitchFamily="34" charset="-120"/>
              </a:rPr>
              <a:t> бета-блокатором или БКК, следует рассмотреть </a:t>
            </a:r>
            <a:r>
              <a:rPr lang="ru-RU" b="1" u="sng" dirty="0">
                <a:solidFill>
                  <a:srgbClr val="1E2761"/>
                </a:solidFill>
                <a:latin typeface="Calibri" pitchFamily="34" charset="0"/>
                <a:ea typeface="Calibri" pitchFamily="34" charset="-122"/>
                <a:cs typeface="Calibri" pitchFamily="34" charset="-120"/>
              </a:rPr>
              <a:t>комбинацию бета-блокатора и </a:t>
            </a:r>
            <a:r>
              <a:rPr lang="ru-RU" b="1" u="sng" dirty="0" err="1">
                <a:solidFill>
                  <a:srgbClr val="1E2761"/>
                </a:solidFill>
                <a:latin typeface="Calibri" pitchFamily="34" charset="0"/>
                <a:ea typeface="Calibri" pitchFamily="34" charset="-122"/>
                <a:cs typeface="Calibri" pitchFamily="34" charset="-120"/>
              </a:rPr>
              <a:t>дигидропиридинового</a:t>
            </a:r>
            <a:r>
              <a:rPr lang="ru-RU" b="1" u="sng" dirty="0">
                <a:solidFill>
                  <a:srgbClr val="1E2761"/>
                </a:solidFill>
                <a:latin typeface="Calibri" pitchFamily="34" charset="0"/>
                <a:ea typeface="Calibri" pitchFamily="34" charset="-122"/>
                <a:cs typeface="Calibri" pitchFamily="34" charset="-120"/>
              </a:rPr>
              <a:t> БКК</a:t>
            </a:r>
            <a:r>
              <a:rPr lang="ru-RU" b="1" dirty="0">
                <a:solidFill>
                  <a:srgbClr val="1E2761"/>
                </a:solidFill>
                <a:latin typeface="Calibri" pitchFamily="34" charset="0"/>
                <a:ea typeface="Calibri" pitchFamily="34" charset="-122"/>
                <a:cs typeface="Calibri" pitchFamily="34" charset="-120"/>
              </a:rPr>
              <a:t>, если нет противопоказаний</a:t>
            </a:r>
          </a:p>
          <a:p>
            <a:r>
              <a:rPr lang="ru-RU" sz="1600" i="1" dirty="0">
                <a:solidFill>
                  <a:srgbClr val="1A1A1A"/>
                </a:solidFill>
                <a:latin typeface="Calibri" pitchFamily="34" charset="0"/>
                <a:ea typeface="Calibri" pitchFamily="34" charset="-122"/>
                <a:cs typeface="Calibri" pitchFamily="34" charset="-120"/>
              </a:rPr>
              <a:t>Класс </a:t>
            </a:r>
            <a:r>
              <a:rPr lang="en-US" sz="1600" i="1" dirty="0"/>
              <a:t>IIa, </a:t>
            </a:r>
            <a:r>
              <a:rPr lang="ru-RU" sz="1600" i="1" dirty="0"/>
              <a:t>Уровень</a:t>
            </a:r>
            <a:r>
              <a:rPr lang="en-US" sz="1600" i="1" dirty="0"/>
              <a:t> B</a:t>
            </a:r>
          </a:p>
        </p:txBody>
      </p:sp>
      <p:sp>
        <p:nvSpPr>
          <p:cNvPr id="18" name="Text 16"/>
          <p:cNvSpPr/>
          <p:nvPr/>
        </p:nvSpPr>
        <p:spPr>
          <a:xfrm>
            <a:off x="457200" y="6446520"/>
            <a:ext cx="9144000" cy="274320"/>
          </a:xfrm>
          <a:prstGeom prst="rect">
            <a:avLst/>
          </a:prstGeom>
          <a:noFill/>
          <a:ln/>
        </p:spPr>
        <p:txBody>
          <a:bodyPr wrap="square" lIns="0" tIns="0" rIns="0" bIns="0" rtlCol="0" anchor="ctr"/>
          <a:lstStyle/>
          <a:p>
            <a:pPr marL="0" indent="0">
              <a:buNone/>
            </a:pPr>
            <a:r>
              <a:rPr lang="en-US" sz="900" i="1" dirty="0">
                <a:solidFill>
                  <a:srgbClr val="5C6B7A"/>
                </a:solidFill>
                <a:latin typeface="Calibri" pitchFamily="34" charset="0"/>
                <a:ea typeface="Calibri" pitchFamily="34" charset="-122"/>
                <a:cs typeface="Calibri" pitchFamily="34" charset="-120"/>
              </a:rPr>
              <a:t>Vrints C et al. 2024 ESC Guidelines for the management of chronic coronary syndromes. Eur Heart J 2024;45(36):3415–3537</a:t>
            </a:r>
            <a:endParaRPr lang="en-US" sz="900" dirty="0"/>
          </a:p>
        </p:txBody>
      </p:sp>
      <p:sp>
        <p:nvSpPr>
          <p:cNvPr id="19" name="Text 17"/>
          <p:cNvSpPr/>
          <p:nvPr/>
        </p:nvSpPr>
        <p:spPr>
          <a:xfrm>
            <a:off x="11247120" y="6446520"/>
            <a:ext cx="73152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4 / 16</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Textfeld 110"/>
          <p:cNvSpPr txBox="1"/>
          <p:nvPr>
            <p:custDataLst>
              <p:tags r:id="rId2"/>
            </p:custDataLst>
          </p:nvPr>
        </p:nvSpPr>
        <p:spPr>
          <a:xfrm flipH="1">
            <a:off x="924969" y="5809811"/>
            <a:ext cx="11071087" cy="184666"/>
          </a:xfrm>
          <a:prstGeom prst="rect">
            <a:avLst/>
          </a:prstGeom>
          <a:noFill/>
        </p:spPr>
        <p:txBody>
          <a:bodyPr wrap="square" lIns="0" tIns="0" rIns="0" bIns="0"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ru-RU" sz="1200" b="0" i="0" u="none" strike="noStrike" kern="1200" cap="none" spc="0" normalizeH="0" baseline="0" noProof="0" dirty="0">
                <a:ln>
                  <a:noFill/>
                </a:ln>
                <a:solidFill>
                  <a:srgbClr val="265374"/>
                </a:solidFill>
                <a:effectLst/>
                <a:uLnTx/>
                <a:uFillTx/>
                <a:latin typeface="Verdana"/>
                <a:ea typeface="+mn-ea"/>
                <a:cs typeface="Arial" charset="0"/>
              </a:rPr>
              <a:t>3320 пациентов, получавших бета-адреноблокаторы; подобранная по степени риска когорта: n=839 в каждой группе</a:t>
            </a:r>
            <a:r>
              <a:rPr kumimoji="0" lang="ru-RU" sz="1200" b="0" i="0" u="none" strike="noStrike" kern="1200" cap="none" spc="0" normalizeH="0" baseline="30000" noProof="0" dirty="0">
                <a:ln>
                  <a:noFill/>
                </a:ln>
                <a:solidFill>
                  <a:srgbClr val="265374"/>
                </a:solidFill>
                <a:effectLst/>
                <a:uLnTx/>
                <a:uFillTx/>
                <a:latin typeface="Verdana"/>
                <a:ea typeface="+mn-ea"/>
                <a:cs typeface="Arial" charset="0"/>
              </a:rPr>
              <a:t>1</a:t>
            </a:r>
            <a:r>
              <a:rPr kumimoji="0" lang="ru-RU" sz="1200" b="0" i="0" u="none" strike="noStrike" kern="1200" cap="none" spc="0" normalizeH="0" baseline="0" noProof="0" dirty="0">
                <a:ln>
                  <a:noFill/>
                </a:ln>
                <a:solidFill>
                  <a:srgbClr val="265374"/>
                </a:solidFill>
                <a:effectLst/>
                <a:uLnTx/>
                <a:uFillTx/>
                <a:latin typeface="Verdana"/>
                <a:ea typeface="+mn-ea"/>
                <a:cs typeface="Arial" charset="0"/>
              </a:rPr>
              <a:t> </a:t>
            </a:r>
            <a:endParaRPr kumimoji="0" lang="en-US" sz="1200" b="0" i="0" u="none" strike="noStrike" kern="1200" cap="none" spc="0" normalizeH="0" baseline="0" noProof="0" dirty="0">
              <a:ln>
                <a:noFill/>
              </a:ln>
              <a:solidFill>
                <a:srgbClr val="265374"/>
              </a:solidFill>
              <a:effectLst/>
              <a:uLnTx/>
              <a:uFillTx/>
              <a:latin typeface="Verdana"/>
              <a:ea typeface="+mn-ea"/>
              <a:cs typeface="Arial" charset="0"/>
            </a:endParaRPr>
          </a:p>
        </p:txBody>
      </p:sp>
      <p:sp>
        <p:nvSpPr>
          <p:cNvPr id="285" name="Freeform 77"/>
          <p:cNvSpPr>
            <a:spLocks noChangeAspect="1"/>
          </p:cNvSpPr>
          <p:nvPr>
            <p:custDataLst>
              <p:tags r:id="rId3"/>
            </p:custDataLst>
          </p:nvPr>
        </p:nvSpPr>
        <p:spPr bwMode="auto">
          <a:xfrm>
            <a:off x="9211296" y="2538132"/>
            <a:ext cx="2639571" cy="1347480"/>
          </a:xfrm>
          <a:custGeom>
            <a:avLst/>
            <a:gdLst>
              <a:gd name="T0" fmla="*/ 608 w 616"/>
              <a:gd name="T1" fmla="*/ 279 h 641"/>
              <a:gd name="T2" fmla="*/ 546 w 616"/>
              <a:gd name="T3" fmla="*/ 525 h 641"/>
              <a:gd name="T4" fmla="*/ 497 w 616"/>
              <a:gd name="T5" fmla="*/ 568 h 641"/>
              <a:gd name="T6" fmla="*/ 42 w 616"/>
              <a:gd name="T7" fmla="*/ 638 h 641"/>
              <a:gd name="T8" fmla="*/ 1 w 616"/>
              <a:gd name="T9" fmla="*/ 607 h 641"/>
              <a:gd name="T10" fmla="*/ 24 w 616"/>
              <a:gd name="T11" fmla="*/ 86 h 641"/>
              <a:gd name="T12" fmla="*/ 68 w 616"/>
              <a:gd name="T13" fmla="*/ 43 h 641"/>
              <a:gd name="T14" fmla="*/ 322 w 616"/>
              <a:gd name="T15" fmla="*/ 4 h 641"/>
              <a:gd name="T16" fmla="*/ 390 w 616"/>
              <a:gd name="T17" fmla="*/ 25 h 641"/>
              <a:gd name="T18" fmla="*/ 608 w 616"/>
              <a:gd name="T19" fmla="*/ 279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16" h="641">
                <a:moveTo>
                  <a:pt x="608" y="279"/>
                </a:moveTo>
                <a:cubicBezTo>
                  <a:pt x="616" y="334"/>
                  <a:pt x="546" y="525"/>
                  <a:pt x="546" y="525"/>
                </a:cubicBezTo>
                <a:cubicBezTo>
                  <a:pt x="542" y="545"/>
                  <a:pt x="520" y="564"/>
                  <a:pt x="497" y="568"/>
                </a:cubicBezTo>
                <a:cubicBezTo>
                  <a:pt x="42" y="638"/>
                  <a:pt x="42" y="638"/>
                  <a:pt x="42" y="638"/>
                </a:cubicBezTo>
                <a:cubicBezTo>
                  <a:pt x="18" y="641"/>
                  <a:pt x="0" y="628"/>
                  <a:pt x="1" y="607"/>
                </a:cubicBezTo>
                <a:cubicBezTo>
                  <a:pt x="24" y="86"/>
                  <a:pt x="24" y="86"/>
                  <a:pt x="24" y="86"/>
                </a:cubicBezTo>
                <a:cubicBezTo>
                  <a:pt x="25" y="65"/>
                  <a:pt x="44" y="46"/>
                  <a:pt x="68" y="43"/>
                </a:cubicBezTo>
                <a:cubicBezTo>
                  <a:pt x="322" y="4"/>
                  <a:pt x="322" y="4"/>
                  <a:pt x="322" y="4"/>
                </a:cubicBezTo>
                <a:cubicBezTo>
                  <a:pt x="345" y="0"/>
                  <a:pt x="376" y="9"/>
                  <a:pt x="390" y="25"/>
                </a:cubicBezTo>
                <a:cubicBezTo>
                  <a:pt x="390" y="25"/>
                  <a:pt x="600" y="230"/>
                  <a:pt x="608" y="279"/>
                </a:cubicBezTo>
                <a:close/>
              </a:path>
            </a:pathLst>
          </a:custGeom>
          <a:solidFill>
            <a:srgbClr val="FF0000"/>
          </a:solidFill>
          <a:ln>
            <a:noFill/>
          </a:ln>
        </p:spPr>
        <p:txBody>
          <a:bodyPr vert="horz" wrap="square" lIns="108000" tIns="45720" rIns="360000" bIns="72000" numCol="1" rtlCol="0"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6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rPr>
              <a:t>Снижение </a:t>
            </a:r>
            <a:br>
              <a:rPr kumimoji="0" lang="ru-RU" sz="16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rPr>
            </a:br>
            <a:r>
              <a:rPr kumimoji="0" lang="ru-RU" sz="16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rPr>
              <a:t>на 57%</a:t>
            </a:r>
            <a:br>
              <a:rPr kumimoji="0" lang="de-DE" sz="16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rPr>
            </a:br>
            <a:r>
              <a:rPr kumimoji="0" lang="ru-RU" sz="16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rPr>
              <a:t>риска смерти </a:t>
            </a:r>
            <a:br>
              <a:rPr kumimoji="0" lang="en-US" sz="16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rPr>
            </a:br>
            <a:r>
              <a:rPr kumimoji="0" lang="ru-RU" sz="16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rPr>
              <a:t>от ССЗ</a:t>
            </a:r>
            <a:r>
              <a:rPr kumimoji="0" lang="ru-RU" sz="1600" b="0" i="0" u="none" strike="noStrike" kern="1200" cap="none" spc="0" normalizeH="0" baseline="30000" noProof="0" dirty="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rPr>
              <a:t>1</a:t>
            </a:r>
            <a:endParaRPr kumimoji="0" lang="en-US" sz="1600" b="0" i="0" u="none" strike="noStrike" kern="1200" cap="none" spc="0" normalizeH="0" baseline="30000" noProof="0" dirty="0">
              <a:ln>
                <a:noFill/>
              </a:ln>
              <a:solidFill>
                <a:srgbClr val="FFFFFF"/>
              </a:solidFill>
              <a:effectLst/>
              <a:uLnTx/>
              <a:uFillTx/>
              <a:latin typeface="Verdana"/>
              <a:ea typeface="+mn-ea"/>
              <a:cs typeface="Arial" panose="020B0604020202020204" pitchFamily="34" charset="0"/>
            </a:endParaRPr>
          </a:p>
        </p:txBody>
      </p:sp>
      <p:sp>
        <p:nvSpPr>
          <p:cNvPr id="4" name="Номер слайда 3">
            <a:extLst>
              <a:ext uri="{FF2B5EF4-FFF2-40B4-BE49-F238E27FC236}">
                <a16:creationId xmlns:a16="http://schemas.microsoft.com/office/drawing/2014/main" id="{9738E55D-8FD7-9BC5-6685-BBC0A1FEA7A8}"/>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grpSp>
        <p:nvGrpSpPr>
          <p:cNvPr id="9" name="Группа 8">
            <a:extLst>
              <a:ext uri="{FF2B5EF4-FFF2-40B4-BE49-F238E27FC236}">
                <a16:creationId xmlns:a16="http://schemas.microsoft.com/office/drawing/2014/main" id="{45D0972C-6CB9-D41D-E906-6E9E2A2CF81A}"/>
              </a:ext>
            </a:extLst>
          </p:cNvPr>
          <p:cNvGrpSpPr/>
          <p:nvPr/>
        </p:nvGrpSpPr>
        <p:grpSpPr>
          <a:xfrm>
            <a:off x="1196920" y="2110699"/>
            <a:ext cx="10260294" cy="3778813"/>
            <a:chOff x="1409192" y="2113344"/>
            <a:chExt cx="10260294" cy="3909280"/>
          </a:xfrm>
        </p:grpSpPr>
        <p:grpSp>
          <p:nvGrpSpPr>
            <p:cNvPr id="21" name="Gruppieren 20"/>
            <p:cNvGrpSpPr/>
            <p:nvPr>
              <p:custDataLst>
                <p:tags r:id="rId6"/>
              </p:custDataLst>
            </p:nvPr>
          </p:nvGrpSpPr>
          <p:grpSpPr>
            <a:xfrm>
              <a:off x="1409192" y="2113344"/>
              <a:ext cx="8256824" cy="3909280"/>
              <a:chOff x="2188405" y="1745912"/>
              <a:chExt cx="6429607" cy="4978064"/>
            </a:xfrm>
          </p:grpSpPr>
          <p:grpSp>
            <p:nvGrpSpPr>
              <p:cNvPr id="252" name="Gruppieren 251"/>
              <p:cNvGrpSpPr/>
              <p:nvPr/>
            </p:nvGrpSpPr>
            <p:grpSpPr>
              <a:xfrm>
                <a:off x="2188405" y="1772816"/>
                <a:ext cx="6429607" cy="4951160"/>
                <a:chOff x="4562" y="841457"/>
                <a:chExt cx="6617300" cy="5176512"/>
              </a:xfrm>
            </p:grpSpPr>
            <p:grpSp>
              <p:nvGrpSpPr>
                <p:cNvPr id="253" name="Gruppieren 252"/>
                <p:cNvGrpSpPr/>
                <p:nvPr>
                  <p:custDataLst>
                    <p:tags r:id="rId15"/>
                  </p:custDataLst>
                </p:nvPr>
              </p:nvGrpSpPr>
              <p:grpSpPr>
                <a:xfrm>
                  <a:off x="4562" y="841457"/>
                  <a:ext cx="6617300" cy="5176512"/>
                  <a:chOff x="1697637" y="997721"/>
                  <a:chExt cx="5771633" cy="4637363"/>
                </a:xfrm>
              </p:grpSpPr>
              <p:sp>
                <p:nvSpPr>
                  <p:cNvPr id="256" name="Line 16"/>
                  <p:cNvSpPr>
                    <a:spLocks noChangeShapeType="1"/>
                  </p:cNvSpPr>
                  <p:nvPr>
                    <p:custDataLst>
                      <p:tags r:id="rId18"/>
                    </p:custDataLst>
                  </p:nvPr>
                </p:nvSpPr>
                <p:spPr bwMode="auto">
                  <a:xfrm flipH="1" flipV="1">
                    <a:off x="2247899" y="4945141"/>
                    <a:ext cx="5197839"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a:ea typeface="+mn-ea"/>
                      <a:cs typeface="+mn-cs"/>
                    </a:endParaRPr>
                  </a:p>
                </p:txBody>
              </p:sp>
              <p:sp>
                <p:nvSpPr>
                  <p:cNvPr id="257" name="Line 49"/>
                  <p:cNvSpPr>
                    <a:spLocks noChangeShapeType="1"/>
                  </p:cNvSpPr>
                  <p:nvPr>
                    <p:custDataLst>
                      <p:tags r:id="rId19"/>
                    </p:custDataLst>
                  </p:nvPr>
                </p:nvSpPr>
                <p:spPr bwMode="auto">
                  <a:xfrm>
                    <a:off x="3600571" y="4943575"/>
                    <a:ext cx="0" cy="10080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a:ea typeface="+mn-ea"/>
                      <a:cs typeface="+mn-cs"/>
                    </a:endParaRPr>
                  </a:p>
                </p:txBody>
              </p:sp>
              <p:sp>
                <p:nvSpPr>
                  <p:cNvPr id="258" name="Line 50"/>
                  <p:cNvSpPr>
                    <a:spLocks noChangeShapeType="1"/>
                  </p:cNvSpPr>
                  <p:nvPr>
                    <p:custDataLst>
                      <p:tags r:id="rId20"/>
                    </p:custDataLst>
                  </p:nvPr>
                </p:nvSpPr>
                <p:spPr bwMode="auto">
                  <a:xfrm>
                    <a:off x="4847628" y="4943575"/>
                    <a:ext cx="0" cy="10080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a:ea typeface="+mn-ea"/>
                      <a:cs typeface="+mn-cs"/>
                    </a:endParaRPr>
                  </a:p>
                </p:txBody>
              </p:sp>
              <p:sp>
                <p:nvSpPr>
                  <p:cNvPr id="259" name="Line 51"/>
                  <p:cNvSpPr>
                    <a:spLocks noChangeShapeType="1"/>
                  </p:cNvSpPr>
                  <p:nvPr>
                    <p:custDataLst>
                      <p:tags r:id="rId21"/>
                    </p:custDataLst>
                  </p:nvPr>
                </p:nvSpPr>
                <p:spPr bwMode="auto">
                  <a:xfrm>
                    <a:off x="6103920" y="4943575"/>
                    <a:ext cx="0" cy="10080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a:ea typeface="+mn-ea"/>
                      <a:cs typeface="+mn-cs"/>
                    </a:endParaRPr>
                  </a:p>
                </p:txBody>
              </p:sp>
              <p:sp>
                <p:nvSpPr>
                  <p:cNvPr id="260" name="Line 52"/>
                  <p:cNvSpPr>
                    <a:spLocks noChangeShapeType="1"/>
                  </p:cNvSpPr>
                  <p:nvPr>
                    <p:custDataLst>
                      <p:tags r:id="rId22"/>
                    </p:custDataLst>
                  </p:nvPr>
                </p:nvSpPr>
                <p:spPr bwMode="auto">
                  <a:xfrm>
                    <a:off x="7353470" y="4943575"/>
                    <a:ext cx="0" cy="10080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a:ea typeface="+mn-ea"/>
                      <a:cs typeface="+mn-cs"/>
                    </a:endParaRPr>
                  </a:p>
                </p:txBody>
              </p:sp>
              <p:sp>
                <p:nvSpPr>
                  <p:cNvPr id="262" name="Textfeld 261"/>
                  <p:cNvSpPr txBox="1"/>
                  <p:nvPr>
                    <p:custDataLst>
                      <p:tags r:id="rId23"/>
                    </p:custDataLst>
                  </p:nvPr>
                </p:nvSpPr>
                <p:spPr bwMode="gray">
                  <a:xfrm>
                    <a:off x="2052133" y="3787264"/>
                    <a:ext cx="62750" cy="208866"/>
                  </a:xfrm>
                  <a:prstGeom prst="rect">
                    <a:avLst/>
                  </a:prstGeom>
                  <a:noFill/>
                  <a:ln/>
                </p:spPr>
                <p:txBody>
                  <a:bodyPr wrap="none" lIns="0" tIns="0" rIns="0" bIns="0" rtlCol="0">
                    <a:spAutoFit/>
                  </a:bodyPr>
                  <a:lstStyle/>
                  <a:p>
                    <a:pPr marL="0" marR="0" lvl="0" indent="0" algn="r" defTabSz="914400" rtl="0" eaLnBrk="1" fontAlgn="auto" latinLnBrk="0" hangingPunct="1">
                      <a:lnSpc>
                        <a:spcPct val="100000"/>
                      </a:lnSpc>
                      <a:spcBef>
                        <a:spcPts val="300"/>
                      </a:spcBef>
                      <a:spcAft>
                        <a:spcPts val="300"/>
                      </a:spcAft>
                      <a:buClr>
                        <a:srgbClr val="52328F"/>
                      </a:buClr>
                      <a:buSzTx/>
                      <a:buFontTx/>
                      <a:buNone/>
                      <a:tabLst/>
                      <a:defRPr/>
                    </a:pPr>
                    <a:r>
                      <a:rPr kumimoji="0" lang="ru-RU" sz="1100" b="0" i="0" u="none" strike="noStrike" kern="1200" cap="none" spc="0" normalizeH="0" baseline="0" noProof="0" dirty="0">
                        <a:ln>
                          <a:noFill/>
                        </a:ln>
                        <a:solidFill>
                          <a:srgbClr val="265374"/>
                        </a:solidFill>
                        <a:effectLst/>
                        <a:uLnTx/>
                        <a:uFillTx/>
                        <a:latin typeface="Verdana"/>
                        <a:ea typeface="Verdana" panose="020B0604030504040204" pitchFamily="34" charset="0"/>
                        <a:cs typeface="Verdana" panose="020B0604030504040204" pitchFamily="34" charset="0"/>
                      </a:rPr>
                      <a:t>1</a:t>
                    </a:r>
                  </a:p>
                </p:txBody>
              </p:sp>
              <p:sp>
                <p:nvSpPr>
                  <p:cNvPr id="263" name="Textfeld 262"/>
                  <p:cNvSpPr txBox="1"/>
                  <p:nvPr>
                    <p:custDataLst>
                      <p:tags r:id="rId24"/>
                    </p:custDataLst>
                  </p:nvPr>
                </p:nvSpPr>
                <p:spPr bwMode="gray">
                  <a:xfrm>
                    <a:off x="2052135" y="4721862"/>
                    <a:ext cx="62750" cy="208866"/>
                  </a:xfrm>
                  <a:prstGeom prst="rect">
                    <a:avLst/>
                  </a:prstGeom>
                  <a:noFill/>
                  <a:ln/>
                </p:spPr>
                <p:txBody>
                  <a:bodyPr wrap="none" lIns="0" tIns="0" rIns="0" bIns="0" rtlCol="0">
                    <a:spAutoFit/>
                  </a:bodyPr>
                  <a:lstStyle/>
                  <a:p>
                    <a:pPr marL="0" marR="0" lvl="0" indent="0" algn="r" defTabSz="914400" rtl="0" eaLnBrk="1" fontAlgn="auto" latinLnBrk="0" hangingPunct="1">
                      <a:lnSpc>
                        <a:spcPct val="100000"/>
                      </a:lnSpc>
                      <a:spcBef>
                        <a:spcPts val="300"/>
                      </a:spcBef>
                      <a:spcAft>
                        <a:spcPts val="300"/>
                      </a:spcAft>
                      <a:buClr>
                        <a:srgbClr val="52328F"/>
                      </a:buClr>
                      <a:buSzTx/>
                      <a:buFontTx/>
                      <a:buNone/>
                      <a:tabLst/>
                      <a:defRPr/>
                    </a:pPr>
                    <a:r>
                      <a:rPr kumimoji="0" lang="ru-RU" sz="1100" b="0" i="0" u="none" strike="noStrike" kern="1200" cap="none" spc="0" normalizeH="0" baseline="0" noProof="0">
                        <a:ln>
                          <a:noFill/>
                        </a:ln>
                        <a:solidFill>
                          <a:srgbClr val="265374"/>
                        </a:solidFill>
                        <a:effectLst/>
                        <a:uLnTx/>
                        <a:uFillTx/>
                        <a:latin typeface="Verdana"/>
                        <a:ea typeface="Verdana" panose="020B0604030504040204" pitchFamily="34" charset="0"/>
                        <a:cs typeface="Verdana" panose="020B0604030504040204" pitchFamily="34" charset="0"/>
                      </a:rPr>
                      <a:t>0</a:t>
                    </a:r>
                  </a:p>
                </p:txBody>
              </p:sp>
              <p:sp>
                <p:nvSpPr>
                  <p:cNvPr id="264" name="Textfeld 263"/>
                  <p:cNvSpPr txBox="1"/>
                  <p:nvPr>
                    <p:custDataLst>
                      <p:tags r:id="rId25"/>
                    </p:custDataLst>
                  </p:nvPr>
                </p:nvSpPr>
                <p:spPr bwMode="gray">
                  <a:xfrm>
                    <a:off x="2052133" y="2843783"/>
                    <a:ext cx="62750" cy="208866"/>
                  </a:xfrm>
                  <a:prstGeom prst="rect">
                    <a:avLst/>
                  </a:prstGeom>
                  <a:noFill/>
                  <a:ln/>
                </p:spPr>
                <p:txBody>
                  <a:bodyPr wrap="none" lIns="0" tIns="0" rIns="0" bIns="0" rtlCol="0">
                    <a:spAutoFit/>
                  </a:bodyPr>
                  <a:lstStyle/>
                  <a:p>
                    <a:pPr marL="0" marR="0" lvl="0" indent="0" algn="r" defTabSz="914400" rtl="0" eaLnBrk="1" fontAlgn="auto" latinLnBrk="0" hangingPunct="1">
                      <a:lnSpc>
                        <a:spcPct val="100000"/>
                      </a:lnSpc>
                      <a:spcBef>
                        <a:spcPts val="300"/>
                      </a:spcBef>
                      <a:spcAft>
                        <a:spcPts val="300"/>
                      </a:spcAft>
                      <a:buClr>
                        <a:srgbClr val="52328F"/>
                      </a:buClr>
                      <a:buSzTx/>
                      <a:buFontTx/>
                      <a:buNone/>
                      <a:tabLst/>
                      <a:defRPr/>
                    </a:pPr>
                    <a:r>
                      <a:rPr kumimoji="0" lang="ru-RU" sz="1100" b="0" i="0" u="none" strike="noStrike" kern="1200" cap="none" spc="0" normalizeH="0" baseline="0" noProof="0">
                        <a:ln>
                          <a:noFill/>
                        </a:ln>
                        <a:solidFill>
                          <a:srgbClr val="265374"/>
                        </a:solidFill>
                        <a:effectLst/>
                        <a:uLnTx/>
                        <a:uFillTx/>
                        <a:latin typeface="Verdana"/>
                        <a:ea typeface="Verdana" panose="020B0604030504040204" pitchFamily="34" charset="0"/>
                        <a:cs typeface="Verdana" panose="020B0604030504040204" pitchFamily="34" charset="0"/>
                      </a:rPr>
                      <a:t>2</a:t>
                    </a:r>
                  </a:p>
                </p:txBody>
              </p:sp>
              <p:sp>
                <p:nvSpPr>
                  <p:cNvPr id="265" name="Textfeld 264"/>
                  <p:cNvSpPr txBox="1"/>
                  <p:nvPr>
                    <p:custDataLst>
                      <p:tags r:id="rId26"/>
                    </p:custDataLst>
                  </p:nvPr>
                </p:nvSpPr>
                <p:spPr bwMode="gray">
                  <a:xfrm>
                    <a:off x="2046976" y="1909379"/>
                    <a:ext cx="62750" cy="208866"/>
                  </a:xfrm>
                  <a:prstGeom prst="rect">
                    <a:avLst/>
                  </a:prstGeom>
                  <a:noFill/>
                  <a:ln/>
                </p:spPr>
                <p:txBody>
                  <a:bodyPr wrap="none" lIns="0" tIns="0" rIns="0" bIns="0" rtlCol="0">
                    <a:spAutoFit/>
                  </a:bodyPr>
                  <a:lstStyle/>
                  <a:p>
                    <a:pPr marL="0" marR="0" lvl="0" indent="0" algn="r" defTabSz="914400" rtl="0" eaLnBrk="1" fontAlgn="auto" latinLnBrk="0" hangingPunct="1">
                      <a:lnSpc>
                        <a:spcPct val="100000"/>
                      </a:lnSpc>
                      <a:spcBef>
                        <a:spcPts val="300"/>
                      </a:spcBef>
                      <a:spcAft>
                        <a:spcPts val="300"/>
                      </a:spcAft>
                      <a:buClr>
                        <a:srgbClr val="52328F"/>
                      </a:buClr>
                      <a:buSzTx/>
                      <a:buFontTx/>
                      <a:buNone/>
                      <a:tabLst/>
                      <a:defRPr/>
                    </a:pPr>
                    <a:r>
                      <a:rPr kumimoji="0" lang="ru-RU" sz="1100" b="0" i="0" u="none" strike="noStrike" kern="1200" cap="none" spc="0" normalizeH="0" baseline="0" noProof="0">
                        <a:ln>
                          <a:noFill/>
                        </a:ln>
                        <a:solidFill>
                          <a:srgbClr val="265374"/>
                        </a:solidFill>
                        <a:effectLst/>
                        <a:uLnTx/>
                        <a:uFillTx/>
                        <a:latin typeface="Verdana"/>
                        <a:ea typeface="Verdana" panose="020B0604030504040204" pitchFamily="34" charset="0"/>
                        <a:cs typeface="Verdana" panose="020B0604030504040204" pitchFamily="34" charset="0"/>
                      </a:rPr>
                      <a:t>3</a:t>
                    </a:r>
                  </a:p>
                </p:txBody>
              </p:sp>
              <p:sp>
                <p:nvSpPr>
                  <p:cNvPr id="266" name="Textfeld 265"/>
                  <p:cNvSpPr txBox="1"/>
                  <p:nvPr>
                    <p:custDataLst>
                      <p:tags r:id="rId27"/>
                    </p:custDataLst>
                  </p:nvPr>
                </p:nvSpPr>
                <p:spPr bwMode="gray">
                  <a:xfrm rot="16200000">
                    <a:off x="-73659" y="3009078"/>
                    <a:ext cx="3757732" cy="215140"/>
                  </a:xfrm>
                  <a:prstGeom prst="rect">
                    <a:avLst/>
                  </a:prstGeom>
                  <a:noFill/>
                  <a:ln/>
                </p:spPr>
                <p:txBody>
                  <a:bodyPr wrap="square" lIns="0" tIns="0" rIns="0" bIns="0" rtlCol="0">
                    <a:spAutoFit/>
                  </a:body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ru-RU" sz="1000" b="0" i="0" u="none" strike="noStrike" kern="1200" cap="none" spc="0" normalizeH="0" baseline="0" noProof="0" dirty="0">
                        <a:ln>
                          <a:noFill/>
                        </a:ln>
                        <a:solidFill>
                          <a:srgbClr val="265374"/>
                        </a:solidFill>
                        <a:effectLst/>
                        <a:uLnTx/>
                        <a:uFillTx/>
                        <a:latin typeface="Verdana"/>
                        <a:ea typeface="Verdana" panose="020B0604030504040204" pitchFamily="34" charset="0"/>
                        <a:cs typeface="Verdana" panose="020B0604030504040204" pitchFamily="34" charset="0"/>
                      </a:rPr>
                      <a:t>Кумулятивная частота смерти </a:t>
                    </a:r>
                    <a:br>
                      <a:rPr kumimoji="0" lang="ru-RU" sz="1000" b="0" i="0" u="none" strike="noStrike" kern="1200" cap="none" spc="0" normalizeH="0" baseline="0" noProof="0" dirty="0">
                        <a:ln>
                          <a:noFill/>
                        </a:ln>
                        <a:solidFill>
                          <a:srgbClr val="265374"/>
                        </a:solidFill>
                        <a:effectLst/>
                        <a:uLnTx/>
                        <a:uFillTx/>
                        <a:latin typeface="Verdana"/>
                        <a:ea typeface="Verdana" panose="020B0604030504040204" pitchFamily="34" charset="0"/>
                        <a:cs typeface="Verdana" panose="020B0604030504040204" pitchFamily="34" charset="0"/>
                      </a:rPr>
                    </a:br>
                    <a:r>
                      <a:rPr kumimoji="0" lang="ru-RU" sz="1000" b="0" i="0" u="none" strike="noStrike" kern="1200" cap="none" spc="0" normalizeH="0" baseline="0" noProof="0" dirty="0">
                        <a:ln>
                          <a:noFill/>
                        </a:ln>
                        <a:solidFill>
                          <a:srgbClr val="265374"/>
                        </a:solidFill>
                        <a:effectLst/>
                        <a:uLnTx/>
                        <a:uFillTx/>
                        <a:latin typeface="Verdana"/>
                        <a:ea typeface="Verdana" panose="020B0604030504040204" pitchFamily="34" charset="0"/>
                        <a:cs typeface="Verdana" panose="020B0604030504040204" pitchFamily="34" charset="0"/>
                      </a:rPr>
                      <a:t>от сердечно-сосудистых причин (%)</a:t>
                    </a:r>
                    <a:endParaRPr kumimoji="0" lang="de-DE" sz="1000" b="0" i="0" u="none" strike="noStrike" kern="1200" cap="none" spc="0" normalizeH="0" baseline="0" noProof="0" dirty="0">
                      <a:ln>
                        <a:noFill/>
                      </a:ln>
                      <a:solidFill>
                        <a:srgbClr val="265374"/>
                      </a:solidFill>
                      <a:effectLst/>
                      <a:uLnTx/>
                      <a:uFillTx/>
                      <a:latin typeface="Verdana"/>
                      <a:ea typeface="Verdana" panose="020B0604030504040204" pitchFamily="34" charset="0"/>
                      <a:cs typeface="Verdana" panose="020B0604030504040204" pitchFamily="34" charset="0"/>
                    </a:endParaRPr>
                  </a:p>
                </p:txBody>
              </p:sp>
              <p:sp>
                <p:nvSpPr>
                  <p:cNvPr id="267" name="Textfeld 266"/>
                  <p:cNvSpPr txBox="1"/>
                  <p:nvPr>
                    <p:custDataLst>
                      <p:tags r:id="rId28"/>
                    </p:custDataLst>
                  </p:nvPr>
                </p:nvSpPr>
                <p:spPr bwMode="gray">
                  <a:xfrm>
                    <a:off x="4350183" y="5369254"/>
                    <a:ext cx="45" cy="265830"/>
                  </a:xfrm>
                  <a:prstGeom prst="rect">
                    <a:avLst/>
                  </a:prstGeom>
                  <a:noFill/>
                  <a:ln/>
                </p:spPr>
                <p:txBody>
                  <a:bodyPr wrap="none" lIns="0" tIns="0" rIns="0" bIns="0" rtlCol="0">
                    <a:spAutoFit/>
                  </a:bodyPr>
                  <a:lstStyle/>
                  <a:p>
                    <a:pPr marL="0" marR="0" lvl="0" indent="0" algn="l" defTabSz="914400" rtl="0" eaLnBrk="1" fontAlgn="auto" latinLnBrk="0" hangingPunct="1">
                      <a:lnSpc>
                        <a:spcPct val="100000"/>
                      </a:lnSpc>
                      <a:spcBef>
                        <a:spcPts val="300"/>
                      </a:spcBef>
                      <a:spcAft>
                        <a:spcPts val="300"/>
                      </a:spcAft>
                      <a:buClr>
                        <a:srgbClr val="52328F"/>
                      </a:buClr>
                      <a:buSzTx/>
                      <a:buFontTx/>
                      <a:buNone/>
                      <a:tabLst/>
                      <a:defRPr/>
                    </a:pPr>
                    <a:endParaRPr kumimoji="0" lang="de-DE" sz="1400" b="0" i="0" u="none" strike="noStrike" kern="1200" cap="none" spc="0" normalizeH="0" baseline="0" noProof="0" dirty="0">
                      <a:ln>
                        <a:noFill/>
                      </a:ln>
                      <a:solidFill>
                        <a:srgbClr val="265374"/>
                      </a:solidFill>
                      <a:effectLst/>
                      <a:uLnTx/>
                      <a:uFillTx/>
                      <a:latin typeface="Verdana"/>
                      <a:ea typeface="Verdana" panose="020B0604030504040204" pitchFamily="34" charset="0"/>
                      <a:cs typeface="Verdana" panose="020B0604030504040204" pitchFamily="34" charset="0"/>
                    </a:endParaRPr>
                  </a:p>
                </p:txBody>
              </p:sp>
              <p:sp>
                <p:nvSpPr>
                  <p:cNvPr id="268" name="Textfeld 267"/>
                  <p:cNvSpPr txBox="1"/>
                  <p:nvPr>
                    <p:custDataLst>
                      <p:tags r:id="rId29"/>
                    </p:custDataLst>
                  </p:nvPr>
                </p:nvSpPr>
                <p:spPr bwMode="gray">
                  <a:xfrm>
                    <a:off x="3496321" y="5036961"/>
                    <a:ext cx="228587" cy="227854"/>
                  </a:xfrm>
                  <a:prstGeom prst="rect">
                    <a:avLst/>
                  </a:prstGeom>
                  <a:noFill/>
                  <a:ln/>
                </p:spPr>
                <p:txBody>
                  <a:bodyPr wrap="none" lIns="0" tIns="0" rIns="0" bIns="0" rtlCol="0">
                    <a:spAutoFit/>
                  </a:body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dirty="0">
                        <a:ln>
                          <a:noFill/>
                        </a:ln>
                        <a:solidFill>
                          <a:srgbClr val="265374"/>
                        </a:solidFill>
                        <a:effectLst/>
                        <a:uLnTx/>
                        <a:uFillTx/>
                        <a:latin typeface="Verdana"/>
                        <a:ea typeface="Verdana" panose="020B0604030504040204" pitchFamily="34" charset="0"/>
                        <a:cs typeface="Verdana" panose="020B0604030504040204" pitchFamily="34" charset="0"/>
                      </a:rPr>
                      <a:t>200</a:t>
                    </a:r>
                    <a:endParaRPr kumimoji="0" lang="de-DE" sz="1200" b="1" i="0" u="none" strike="noStrike" kern="1200" cap="none" spc="0" normalizeH="0" baseline="0" noProof="0" dirty="0">
                      <a:ln>
                        <a:noFill/>
                      </a:ln>
                      <a:solidFill>
                        <a:srgbClr val="265374"/>
                      </a:solidFill>
                      <a:effectLst/>
                      <a:uLnTx/>
                      <a:uFillTx/>
                      <a:latin typeface="Verdana"/>
                      <a:ea typeface="Verdana" panose="020B0604030504040204" pitchFamily="34" charset="0"/>
                      <a:cs typeface="Verdana" panose="020B0604030504040204" pitchFamily="34" charset="0"/>
                    </a:endParaRPr>
                  </a:p>
                </p:txBody>
              </p:sp>
              <p:sp>
                <p:nvSpPr>
                  <p:cNvPr id="269" name="Textfeld 268"/>
                  <p:cNvSpPr txBox="1"/>
                  <p:nvPr>
                    <p:custDataLst>
                      <p:tags r:id="rId30"/>
                    </p:custDataLst>
                  </p:nvPr>
                </p:nvSpPr>
                <p:spPr bwMode="gray">
                  <a:xfrm>
                    <a:off x="4741914" y="5036180"/>
                    <a:ext cx="228587" cy="227854"/>
                  </a:xfrm>
                  <a:prstGeom prst="rect">
                    <a:avLst/>
                  </a:prstGeom>
                  <a:noFill/>
                  <a:ln/>
                </p:spPr>
                <p:txBody>
                  <a:bodyPr wrap="none" lIns="0" tIns="0" rIns="0" bIns="0" rtlCol="0">
                    <a:spAutoFit/>
                  </a:body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a:ln>
                          <a:noFill/>
                        </a:ln>
                        <a:solidFill>
                          <a:srgbClr val="265374"/>
                        </a:solidFill>
                        <a:effectLst/>
                        <a:uLnTx/>
                        <a:uFillTx/>
                        <a:latin typeface="Verdana"/>
                        <a:ea typeface="Verdana" panose="020B0604030504040204" pitchFamily="34" charset="0"/>
                        <a:cs typeface="Verdana" panose="020B0604030504040204" pitchFamily="34" charset="0"/>
                      </a:rPr>
                      <a:t>400</a:t>
                    </a:r>
                    <a:endParaRPr kumimoji="0" lang="de-DE" sz="1200" b="1" i="0" u="none" strike="noStrike" kern="1200" cap="none" spc="0" normalizeH="0" baseline="0" noProof="0" dirty="0">
                      <a:ln>
                        <a:noFill/>
                      </a:ln>
                      <a:solidFill>
                        <a:srgbClr val="265374"/>
                      </a:solidFill>
                      <a:effectLst/>
                      <a:uLnTx/>
                      <a:uFillTx/>
                      <a:latin typeface="Verdana"/>
                      <a:ea typeface="Verdana" panose="020B0604030504040204" pitchFamily="34" charset="0"/>
                      <a:cs typeface="Verdana" panose="020B0604030504040204" pitchFamily="34" charset="0"/>
                    </a:endParaRPr>
                  </a:p>
                </p:txBody>
              </p:sp>
              <p:sp>
                <p:nvSpPr>
                  <p:cNvPr id="270" name="Textfeld 269"/>
                  <p:cNvSpPr txBox="1"/>
                  <p:nvPr>
                    <p:custDataLst>
                      <p:tags r:id="rId31"/>
                    </p:custDataLst>
                  </p:nvPr>
                </p:nvSpPr>
                <p:spPr bwMode="gray">
                  <a:xfrm>
                    <a:off x="5998428" y="5039158"/>
                    <a:ext cx="228587" cy="227854"/>
                  </a:xfrm>
                  <a:prstGeom prst="rect">
                    <a:avLst/>
                  </a:prstGeom>
                  <a:noFill/>
                  <a:ln/>
                </p:spPr>
                <p:txBody>
                  <a:bodyPr wrap="none" lIns="0" tIns="0" rIns="0" bIns="0" rtlCol="0">
                    <a:spAutoFit/>
                  </a:body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a:ln>
                          <a:noFill/>
                        </a:ln>
                        <a:solidFill>
                          <a:srgbClr val="265374"/>
                        </a:solidFill>
                        <a:effectLst/>
                        <a:uLnTx/>
                        <a:uFillTx/>
                        <a:latin typeface="Verdana"/>
                        <a:ea typeface="Verdana" panose="020B0604030504040204" pitchFamily="34" charset="0"/>
                        <a:cs typeface="Verdana" panose="020B0604030504040204" pitchFamily="34" charset="0"/>
                      </a:rPr>
                      <a:t>600</a:t>
                    </a:r>
                  </a:p>
                </p:txBody>
              </p:sp>
              <p:sp>
                <p:nvSpPr>
                  <p:cNvPr id="271" name="Textfeld 270"/>
                  <p:cNvSpPr txBox="1"/>
                  <p:nvPr>
                    <p:custDataLst>
                      <p:tags r:id="rId32"/>
                    </p:custDataLst>
                  </p:nvPr>
                </p:nvSpPr>
                <p:spPr bwMode="gray">
                  <a:xfrm>
                    <a:off x="7240683" y="5038309"/>
                    <a:ext cx="228587" cy="227854"/>
                  </a:xfrm>
                  <a:prstGeom prst="rect">
                    <a:avLst/>
                  </a:prstGeom>
                  <a:noFill/>
                  <a:ln/>
                </p:spPr>
                <p:txBody>
                  <a:bodyPr wrap="none" lIns="0" tIns="0" rIns="0" bIns="0" rtlCol="0">
                    <a:spAutoFit/>
                  </a:body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a:ln>
                          <a:noFill/>
                        </a:ln>
                        <a:solidFill>
                          <a:srgbClr val="265374"/>
                        </a:solidFill>
                        <a:effectLst/>
                        <a:uLnTx/>
                        <a:uFillTx/>
                        <a:latin typeface="Verdana"/>
                        <a:ea typeface="Verdana" panose="020B0604030504040204" pitchFamily="34" charset="0"/>
                        <a:cs typeface="Verdana" panose="020B0604030504040204" pitchFamily="34" charset="0"/>
                      </a:rPr>
                      <a:t>800</a:t>
                    </a:r>
                  </a:p>
                </p:txBody>
              </p:sp>
              <p:sp>
                <p:nvSpPr>
                  <p:cNvPr id="273" name="Line 16"/>
                  <p:cNvSpPr>
                    <a:spLocks noChangeShapeType="1"/>
                  </p:cNvSpPr>
                  <p:nvPr>
                    <p:custDataLst>
                      <p:tags r:id="rId33"/>
                    </p:custDataLst>
                  </p:nvPr>
                </p:nvSpPr>
                <p:spPr bwMode="auto">
                  <a:xfrm>
                    <a:off x="2247900" y="997721"/>
                    <a:ext cx="0" cy="3945854"/>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265374"/>
                      </a:solidFill>
                      <a:effectLst/>
                      <a:uLnTx/>
                      <a:uFillTx/>
                      <a:latin typeface="Verdana"/>
                      <a:ea typeface="+mn-ea"/>
                      <a:cs typeface="+mn-cs"/>
                    </a:endParaRPr>
                  </a:p>
                </p:txBody>
              </p:sp>
              <p:sp>
                <p:nvSpPr>
                  <p:cNvPr id="274" name="Line 49"/>
                  <p:cNvSpPr>
                    <a:spLocks noChangeShapeType="1"/>
                  </p:cNvSpPr>
                  <p:nvPr>
                    <p:custDataLst>
                      <p:tags r:id="rId34"/>
                    </p:custDataLst>
                  </p:nvPr>
                </p:nvSpPr>
                <p:spPr bwMode="auto">
                  <a:xfrm>
                    <a:off x="2139298" y="4831413"/>
                    <a:ext cx="110887"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a:ea typeface="+mn-ea"/>
                      <a:cs typeface="+mn-cs"/>
                    </a:endParaRPr>
                  </a:p>
                </p:txBody>
              </p:sp>
              <p:sp>
                <p:nvSpPr>
                  <p:cNvPr id="275" name="Line 49"/>
                  <p:cNvSpPr>
                    <a:spLocks noChangeShapeType="1"/>
                  </p:cNvSpPr>
                  <p:nvPr>
                    <p:custDataLst>
                      <p:tags r:id="rId35"/>
                    </p:custDataLst>
                  </p:nvPr>
                </p:nvSpPr>
                <p:spPr bwMode="auto">
                  <a:xfrm>
                    <a:off x="2139298" y="3897406"/>
                    <a:ext cx="110887"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a:ea typeface="+mn-ea"/>
                      <a:cs typeface="+mn-cs"/>
                    </a:endParaRPr>
                  </a:p>
                </p:txBody>
              </p:sp>
              <p:sp>
                <p:nvSpPr>
                  <p:cNvPr id="276" name="Line 49"/>
                  <p:cNvSpPr>
                    <a:spLocks noChangeShapeType="1"/>
                  </p:cNvSpPr>
                  <p:nvPr>
                    <p:custDataLst>
                      <p:tags r:id="rId36"/>
                    </p:custDataLst>
                  </p:nvPr>
                </p:nvSpPr>
                <p:spPr bwMode="auto">
                  <a:xfrm>
                    <a:off x="2139298" y="2951303"/>
                    <a:ext cx="110887"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a:ea typeface="+mn-ea"/>
                      <a:cs typeface="+mn-cs"/>
                    </a:endParaRPr>
                  </a:p>
                </p:txBody>
              </p:sp>
              <p:sp>
                <p:nvSpPr>
                  <p:cNvPr id="277" name="Line 49"/>
                  <p:cNvSpPr>
                    <a:spLocks noChangeShapeType="1"/>
                  </p:cNvSpPr>
                  <p:nvPr>
                    <p:custDataLst>
                      <p:tags r:id="rId37"/>
                    </p:custDataLst>
                  </p:nvPr>
                </p:nvSpPr>
                <p:spPr bwMode="auto">
                  <a:xfrm>
                    <a:off x="2139298" y="2019236"/>
                    <a:ext cx="110887"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a:ea typeface="+mn-ea"/>
                      <a:cs typeface="+mn-cs"/>
                    </a:endParaRPr>
                  </a:p>
                </p:txBody>
              </p:sp>
            </p:grpSp>
            <p:sp>
              <p:nvSpPr>
                <p:cNvPr id="254" name="Line 49"/>
                <p:cNvSpPr>
                  <a:spLocks noChangeShapeType="1"/>
                </p:cNvSpPr>
                <p:nvPr>
                  <p:custDataLst>
                    <p:tags r:id="rId16"/>
                  </p:custDataLst>
                </p:nvPr>
              </p:nvSpPr>
              <p:spPr bwMode="auto">
                <a:xfrm>
                  <a:off x="753679" y="5246064"/>
                  <a:ext cx="0" cy="112519"/>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a:ea typeface="+mn-ea"/>
                    <a:cs typeface="+mn-cs"/>
                  </a:endParaRPr>
                </a:p>
              </p:txBody>
            </p:sp>
            <p:sp>
              <p:nvSpPr>
                <p:cNvPr id="255" name="Textfeld 254"/>
                <p:cNvSpPr txBox="1"/>
                <p:nvPr>
                  <p:custDataLst>
                    <p:tags r:id="rId17"/>
                  </p:custDataLst>
                </p:nvPr>
              </p:nvSpPr>
              <p:spPr bwMode="gray">
                <a:xfrm>
                  <a:off x="701434" y="5350438"/>
                  <a:ext cx="87360" cy="254344"/>
                </a:xfrm>
                <a:prstGeom prst="rect">
                  <a:avLst/>
                </a:prstGeom>
                <a:noFill/>
                <a:ln/>
              </p:spPr>
              <p:txBody>
                <a:bodyPr wrap="none" lIns="0" tIns="0" rIns="0" bIns="0" rtlCol="0">
                  <a:spAutoFit/>
                </a:bodyPr>
                <a:lstStyle/>
                <a:p>
                  <a:pPr marL="0" marR="0" lvl="0" indent="0" algn="l"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dirty="0">
                      <a:ln>
                        <a:noFill/>
                      </a:ln>
                      <a:solidFill>
                        <a:srgbClr val="265374"/>
                      </a:solidFill>
                      <a:effectLst/>
                      <a:uLnTx/>
                      <a:uFillTx/>
                      <a:latin typeface="Verdana"/>
                      <a:ea typeface="Verdana" panose="020B0604030504040204" pitchFamily="34" charset="0"/>
                      <a:cs typeface="Verdana" panose="020B0604030504040204" pitchFamily="34" charset="0"/>
                    </a:rPr>
                    <a:t>0</a:t>
                  </a:r>
                  <a:endParaRPr kumimoji="0" lang="de-DE" sz="1200" b="1" i="0" u="none" strike="noStrike" kern="1200" cap="none" spc="0" normalizeH="0" baseline="0" noProof="0" dirty="0">
                    <a:ln>
                      <a:noFill/>
                    </a:ln>
                    <a:solidFill>
                      <a:srgbClr val="265374"/>
                    </a:solidFill>
                    <a:effectLst/>
                    <a:uLnTx/>
                    <a:uFillTx/>
                    <a:latin typeface="Verdana"/>
                    <a:ea typeface="Verdana" panose="020B0604030504040204" pitchFamily="34" charset="0"/>
                    <a:cs typeface="Verdana" panose="020B0604030504040204" pitchFamily="34" charset="0"/>
                  </a:endParaRPr>
                </a:p>
              </p:txBody>
            </p:sp>
          </p:grpSp>
          <p:sp>
            <p:nvSpPr>
              <p:cNvPr id="278" name="Textfeld 277"/>
              <p:cNvSpPr txBox="1"/>
              <p:nvPr>
                <p:custDataLst>
                  <p:tags r:id="rId13"/>
                </p:custDataLst>
              </p:nvPr>
            </p:nvSpPr>
            <p:spPr bwMode="gray">
              <a:xfrm>
                <a:off x="2576571" y="1745912"/>
                <a:ext cx="69903" cy="222999"/>
              </a:xfrm>
              <a:prstGeom prst="rect">
                <a:avLst/>
              </a:prstGeom>
              <a:noFill/>
              <a:ln/>
            </p:spPr>
            <p:txBody>
              <a:bodyPr wrap="none" lIns="0" tIns="0" rIns="0" bIns="0" rtlCol="0">
                <a:spAutoFit/>
              </a:bodyPr>
              <a:lstStyle/>
              <a:p>
                <a:pPr marL="0" marR="0" lvl="0" indent="0" algn="r" defTabSz="914400" rtl="0" eaLnBrk="1" fontAlgn="auto" latinLnBrk="0" hangingPunct="1">
                  <a:lnSpc>
                    <a:spcPct val="100000"/>
                  </a:lnSpc>
                  <a:spcBef>
                    <a:spcPts val="300"/>
                  </a:spcBef>
                  <a:spcAft>
                    <a:spcPts val="300"/>
                  </a:spcAft>
                  <a:buClr>
                    <a:srgbClr val="52328F"/>
                  </a:buClr>
                  <a:buSzTx/>
                  <a:buFontTx/>
                  <a:buNone/>
                  <a:tabLst/>
                  <a:defRPr/>
                </a:pPr>
                <a:r>
                  <a:rPr kumimoji="0" lang="ru-RU" sz="1100" b="0" i="0" u="none" strike="noStrike" kern="1200" cap="none" spc="0" normalizeH="0" baseline="0" noProof="0" dirty="0">
                    <a:ln>
                      <a:noFill/>
                    </a:ln>
                    <a:solidFill>
                      <a:srgbClr val="265374"/>
                    </a:solidFill>
                    <a:effectLst/>
                    <a:uLnTx/>
                    <a:uFillTx/>
                    <a:latin typeface="Verdana"/>
                    <a:ea typeface="Verdana" panose="020B0604030504040204" pitchFamily="34" charset="0"/>
                    <a:cs typeface="Verdana" panose="020B0604030504040204" pitchFamily="34" charset="0"/>
                  </a:rPr>
                  <a:t>4</a:t>
                </a:r>
              </a:p>
            </p:txBody>
          </p:sp>
          <p:sp>
            <p:nvSpPr>
              <p:cNvPr id="279" name="Line 49"/>
              <p:cNvSpPr>
                <a:spLocks noChangeShapeType="1"/>
              </p:cNvSpPr>
              <p:nvPr>
                <p:custDataLst>
                  <p:tags r:id="rId14"/>
                </p:custDataLst>
              </p:nvPr>
            </p:nvSpPr>
            <p:spPr bwMode="auto">
              <a:xfrm>
                <a:off x="2679416" y="1863202"/>
                <a:ext cx="123528"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a:ea typeface="+mn-ea"/>
                  <a:cs typeface="+mn-cs"/>
                </a:endParaRPr>
              </a:p>
            </p:txBody>
          </p:sp>
        </p:grpSp>
        <p:grpSp>
          <p:nvGrpSpPr>
            <p:cNvPr id="8" name="Группа 7">
              <a:extLst>
                <a:ext uri="{FF2B5EF4-FFF2-40B4-BE49-F238E27FC236}">
                  <a16:creationId xmlns:a16="http://schemas.microsoft.com/office/drawing/2014/main" id="{C44291E7-4A0D-9BCE-5034-98FC820D66BF}"/>
                </a:ext>
              </a:extLst>
            </p:cNvPr>
            <p:cNvGrpSpPr/>
            <p:nvPr/>
          </p:nvGrpSpPr>
          <p:grpSpPr>
            <a:xfrm>
              <a:off x="2361398" y="2193722"/>
              <a:ext cx="9308088" cy="3526415"/>
              <a:chOff x="2361398" y="2193722"/>
              <a:chExt cx="9308088" cy="3526415"/>
            </a:xfrm>
          </p:grpSpPr>
          <p:sp>
            <p:nvSpPr>
              <p:cNvPr id="17" name="Freihandform 16"/>
              <p:cNvSpPr/>
              <p:nvPr>
                <p:custDataLst>
                  <p:tags r:id="rId7"/>
                </p:custDataLst>
              </p:nvPr>
            </p:nvSpPr>
            <p:spPr bwMode="gray">
              <a:xfrm>
                <a:off x="2737472" y="4119824"/>
                <a:ext cx="6747223" cy="1227986"/>
              </a:xfrm>
              <a:custGeom>
                <a:avLst/>
                <a:gdLst>
                  <a:gd name="connsiteX0" fmla="*/ 0 w 5254077"/>
                  <a:gd name="connsiteY0" fmla="*/ 1563714 h 1563714"/>
                  <a:gd name="connsiteX1" fmla="*/ 59570 w 5254077"/>
                  <a:gd name="connsiteY1" fmla="*/ 1563714 h 1563714"/>
                  <a:gd name="connsiteX2" fmla="*/ 59570 w 5254077"/>
                  <a:gd name="connsiteY2" fmla="*/ 1447552 h 1563714"/>
                  <a:gd name="connsiteX3" fmla="*/ 86376 w 5254077"/>
                  <a:gd name="connsiteY3" fmla="*/ 1447552 h 1563714"/>
                  <a:gd name="connsiteX4" fmla="*/ 86376 w 5254077"/>
                  <a:gd name="connsiteY4" fmla="*/ 1316498 h 1563714"/>
                  <a:gd name="connsiteX5" fmla="*/ 833980 w 5254077"/>
                  <a:gd name="connsiteY5" fmla="*/ 1316498 h 1563714"/>
                  <a:gd name="connsiteX6" fmla="*/ 833980 w 5254077"/>
                  <a:gd name="connsiteY6" fmla="*/ 1197358 h 1563714"/>
                  <a:gd name="connsiteX7" fmla="*/ 1027583 w 5254077"/>
                  <a:gd name="connsiteY7" fmla="*/ 1197358 h 1563714"/>
                  <a:gd name="connsiteX8" fmla="*/ 1027583 w 5254077"/>
                  <a:gd name="connsiteY8" fmla="*/ 1081196 h 1563714"/>
                  <a:gd name="connsiteX9" fmla="*/ 1382025 w 5254077"/>
                  <a:gd name="connsiteY9" fmla="*/ 1081196 h 1563714"/>
                  <a:gd name="connsiteX10" fmla="*/ 1382025 w 5254077"/>
                  <a:gd name="connsiteY10" fmla="*/ 953121 h 1563714"/>
                  <a:gd name="connsiteX11" fmla="*/ 1799015 w 5254077"/>
                  <a:gd name="connsiteY11" fmla="*/ 953121 h 1563714"/>
                  <a:gd name="connsiteX12" fmla="*/ 1799015 w 5254077"/>
                  <a:gd name="connsiteY12" fmla="*/ 828024 h 1563714"/>
                  <a:gd name="connsiteX13" fmla="*/ 2189198 w 5254077"/>
                  <a:gd name="connsiteY13" fmla="*/ 828024 h 1563714"/>
                  <a:gd name="connsiteX14" fmla="*/ 2189198 w 5254077"/>
                  <a:gd name="connsiteY14" fmla="*/ 699948 h 1563714"/>
                  <a:gd name="connsiteX15" fmla="*/ 2695544 w 5254077"/>
                  <a:gd name="connsiteY15" fmla="*/ 699948 h 1563714"/>
                  <a:gd name="connsiteX16" fmla="*/ 2695544 w 5254077"/>
                  <a:gd name="connsiteY16" fmla="*/ 580808 h 1563714"/>
                  <a:gd name="connsiteX17" fmla="*/ 3410384 w 5254077"/>
                  <a:gd name="connsiteY17" fmla="*/ 580808 h 1563714"/>
                  <a:gd name="connsiteX18" fmla="*/ 3410384 w 5254077"/>
                  <a:gd name="connsiteY18" fmla="*/ 437840 h 1563714"/>
                  <a:gd name="connsiteX19" fmla="*/ 3675471 w 5254077"/>
                  <a:gd name="connsiteY19" fmla="*/ 437840 h 1563714"/>
                  <a:gd name="connsiteX20" fmla="*/ 3675471 w 5254077"/>
                  <a:gd name="connsiteY20" fmla="*/ 166796 h 1563714"/>
                  <a:gd name="connsiteX21" fmla="*/ 4166924 w 5254077"/>
                  <a:gd name="connsiteY21" fmla="*/ 166796 h 1563714"/>
                  <a:gd name="connsiteX22" fmla="*/ 4166924 w 5254077"/>
                  <a:gd name="connsiteY22" fmla="*/ 0 h 1563714"/>
                  <a:gd name="connsiteX23" fmla="*/ 5254077 w 5254077"/>
                  <a:gd name="connsiteY23" fmla="*/ 0 h 1563714"/>
                  <a:gd name="connsiteX24" fmla="*/ 5254077 w 5254077"/>
                  <a:gd name="connsiteY24" fmla="*/ 0 h 156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254077" h="1563714">
                    <a:moveTo>
                      <a:pt x="0" y="1563714"/>
                    </a:moveTo>
                    <a:lnTo>
                      <a:pt x="59570" y="1563714"/>
                    </a:lnTo>
                    <a:lnTo>
                      <a:pt x="59570" y="1447552"/>
                    </a:lnTo>
                    <a:lnTo>
                      <a:pt x="86376" y="1447552"/>
                    </a:lnTo>
                    <a:lnTo>
                      <a:pt x="86376" y="1316498"/>
                    </a:lnTo>
                    <a:lnTo>
                      <a:pt x="833980" y="1316498"/>
                    </a:lnTo>
                    <a:lnTo>
                      <a:pt x="833980" y="1197358"/>
                    </a:lnTo>
                    <a:lnTo>
                      <a:pt x="1027583" y="1197358"/>
                    </a:lnTo>
                    <a:lnTo>
                      <a:pt x="1027583" y="1081196"/>
                    </a:lnTo>
                    <a:lnTo>
                      <a:pt x="1382025" y="1081196"/>
                    </a:lnTo>
                    <a:lnTo>
                      <a:pt x="1382025" y="953121"/>
                    </a:lnTo>
                    <a:lnTo>
                      <a:pt x="1799015" y="953121"/>
                    </a:lnTo>
                    <a:lnTo>
                      <a:pt x="1799015" y="828024"/>
                    </a:lnTo>
                    <a:lnTo>
                      <a:pt x="2189198" y="828024"/>
                    </a:lnTo>
                    <a:lnTo>
                      <a:pt x="2189198" y="699948"/>
                    </a:lnTo>
                    <a:lnTo>
                      <a:pt x="2695544" y="699948"/>
                    </a:lnTo>
                    <a:lnTo>
                      <a:pt x="2695544" y="580808"/>
                    </a:lnTo>
                    <a:lnTo>
                      <a:pt x="3410384" y="580808"/>
                    </a:lnTo>
                    <a:lnTo>
                      <a:pt x="3410384" y="437840"/>
                    </a:lnTo>
                    <a:lnTo>
                      <a:pt x="3675471" y="437840"/>
                    </a:lnTo>
                    <a:lnTo>
                      <a:pt x="3675471" y="166796"/>
                    </a:lnTo>
                    <a:lnTo>
                      <a:pt x="4166924" y="166796"/>
                    </a:lnTo>
                    <a:lnTo>
                      <a:pt x="4166924" y="0"/>
                    </a:lnTo>
                    <a:lnTo>
                      <a:pt x="5254077" y="0"/>
                    </a:lnTo>
                    <a:lnTo>
                      <a:pt x="5254077" y="0"/>
                    </a:lnTo>
                  </a:path>
                </a:pathLst>
              </a:custGeom>
              <a:ln w="31750">
                <a:solidFill>
                  <a:srgbClr val="E61E50"/>
                </a:solidFill>
              </a:ln>
            </p:spPr>
            <p:style>
              <a:lnRef idx="1">
                <a:schemeClr val="accent5"/>
              </a:lnRef>
              <a:fillRef idx="0">
                <a:schemeClr val="accent5"/>
              </a:fillRef>
              <a:effectRef idx="0">
                <a:schemeClr val="accent5"/>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a:ea typeface="+mn-ea"/>
                  <a:cs typeface="+mn-cs"/>
                </a:endParaRPr>
              </a:p>
            </p:txBody>
          </p:sp>
          <p:sp>
            <p:nvSpPr>
              <p:cNvPr id="16" name="Freihandform 15"/>
              <p:cNvSpPr/>
              <p:nvPr>
                <p:custDataLst>
                  <p:tags r:id="rId8"/>
                </p:custDataLst>
              </p:nvPr>
            </p:nvSpPr>
            <p:spPr bwMode="gray">
              <a:xfrm>
                <a:off x="2745121" y="4119824"/>
                <a:ext cx="6747223" cy="1227986"/>
              </a:xfrm>
              <a:custGeom>
                <a:avLst/>
                <a:gdLst>
                  <a:gd name="connsiteX0" fmla="*/ 0 w 5254077"/>
                  <a:gd name="connsiteY0" fmla="*/ 1563714 h 1563714"/>
                  <a:gd name="connsiteX1" fmla="*/ 53613 w 5254077"/>
                  <a:gd name="connsiteY1" fmla="*/ 1563714 h 1563714"/>
                  <a:gd name="connsiteX2" fmla="*/ 53613 w 5254077"/>
                  <a:gd name="connsiteY2" fmla="*/ 1450531 h 1563714"/>
                  <a:gd name="connsiteX3" fmla="*/ 71484 w 5254077"/>
                  <a:gd name="connsiteY3" fmla="*/ 1450531 h 1563714"/>
                  <a:gd name="connsiteX4" fmla="*/ 71484 w 5254077"/>
                  <a:gd name="connsiteY4" fmla="*/ 1322455 h 1563714"/>
                  <a:gd name="connsiteX5" fmla="*/ 828023 w 5254077"/>
                  <a:gd name="connsiteY5" fmla="*/ 1322455 h 1563714"/>
                  <a:gd name="connsiteX6" fmla="*/ 828023 w 5254077"/>
                  <a:gd name="connsiteY6" fmla="*/ 1197358 h 1563714"/>
                  <a:gd name="connsiteX7" fmla="*/ 1015669 w 5254077"/>
                  <a:gd name="connsiteY7" fmla="*/ 1197358 h 1563714"/>
                  <a:gd name="connsiteX8" fmla="*/ 1015669 w 5254077"/>
                  <a:gd name="connsiteY8" fmla="*/ 1081196 h 1563714"/>
                  <a:gd name="connsiteX9" fmla="*/ 1373089 w 5254077"/>
                  <a:gd name="connsiteY9" fmla="*/ 1081196 h 1563714"/>
                  <a:gd name="connsiteX10" fmla="*/ 1373089 w 5254077"/>
                  <a:gd name="connsiteY10" fmla="*/ 950142 h 1563714"/>
                  <a:gd name="connsiteX11" fmla="*/ 1787101 w 5254077"/>
                  <a:gd name="connsiteY11" fmla="*/ 950142 h 1563714"/>
                  <a:gd name="connsiteX12" fmla="*/ 1787101 w 5254077"/>
                  <a:gd name="connsiteY12" fmla="*/ 825045 h 1563714"/>
                  <a:gd name="connsiteX13" fmla="*/ 2183241 w 5254077"/>
                  <a:gd name="connsiteY13" fmla="*/ 825045 h 1563714"/>
                  <a:gd name="connsiteX14" fmla="*/ 2183241 w 5254077"/>
                  <a:gd name="connsiteY14" fmla="*/ 699948 h 1563714"/>
                  <a:gd name="connsiteX15" fmla="*/ 2689587 w 5254077"/>
                  <a:gd name="connsiteY15" fmla="*/ 699948 h 1563714"/>
                  <a:gd name="connsiteX16" fmla="*/ 2689587 w 5254077"/>
                  <a:gd name="connsiteY16" fmla="*/ 586765 h 1563714"/>
                  <a:gd name="connsiteX17" fmla="*/ 3395492 w 5254077"/>
                  <a:gd name="connsiteY17" fmla="*/ 586765 h 1563714"/>
                  <a:gd name="connsiteX18" fmla="*/ 3395492 w 5254077"/>
                  <a:gd name="connsiteY18" fmla="*/ 443797 h 1563714"/>
                  <a:gd name="connsiteX19" fmla="*/ 3666535 w 5254077"/>
                  <a:gd name="connsiteY19" fmla="*/ 443797 h 1563714"/>
                  <a:gd name="connsiteX20" fmla="*/ 3666535 w 5254077"/>
                  <a:gd name="connsiteY20" fmla="*/ 166796 h 1563714"/>
                  <a:gd name="connsiteX21" fmla="*/ 4155010 w 5254077"/>
                  <a:gd name="connsiteY21" fmla="*/ 166796 h 1563714"/>
                  <a:gd name="connsiteX22" fmla="*/ 4155010 w 5254077"/>
                  <a:gd name="connsiteY22" fmla="*/ 0 h 1563714"/>
                  <a:gd name="connsiteX23" fmla="*/ 5254077 w 5254077"/>
                  <a:gd name="connsiteY23" fmla="*/ 0 h 156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254077" h="1563714">
                    <a:moveTo>
                      <a:pt x="0" y="1563714"/>
                    </a:moveTo>
                    <a:lnTo>
                      <a:pt x="53613" y="1563714"/>
                    </a:lnTo>
                    <a:lnTo>
                      <a:pt x="53613" y="1450531"/>
                    </a:lnTo>
                    <a:lnTo>
                      <a:pt x="71484" y="1450531"/>
                    </a:lnTo>
                    <a:lnTo>
                      <a:pt x="71484" y="1322455"/>
                    </a:lnTo>
                    <a:lnTo>
                      <a:pt x="828023" y="1322455"/>
                    </a:lnTo>
                    <a:lnTo>
                      <a:pt x="828023" y="1197358"/>
                    </a:lnTo>
                    <a:lnTo>
                      <a:pt x="1015669" y="1197358"/>
                    </a:lnTo>
                    <a:lnTo>
                      <a:pt x="1015669" y="1081196"/>
                    </a:lnTo>
                    <a:lnTo>
                      <a:pt x="1373089" y="1081196"/>
                    </a:lnTo>
                    <a:lnTo>
                      <a:pt x="1373089" y="950142"/>
                    </a:lnTo>
                    <a:lnTo>
                      <a:pt x="1787101" y="950142"/>
                    </a:lnTo>
                    <a:lnTo>
                      <a:pt x="1787101" y="825045"/>
                    </a:lnTo>
                    <a:lnTo>
                      <a:pt x="2183241" y="825045"/>
                    </a:lnTo>
                    <a:lnTo>
                      <a:pt x="2183241" y="699948"/>
                    </a:lnTo>
                    <a:lnTo>
                      <a:pt x="2689587" y="699948"/>
                    </a:lnTo>
                    <a:lnTo>
                      <a:pt x="2689587" y="586765"/>
                    </a:lnTo>
                    <a:lnTo>
                      <a:pt x="3395492" y="586765"/>
                    </a:lnTo>
                    <a:lnTo>
                      <a:pt x="3395492" y="443797"/>
                    </a:lnTo>
                    <a:lnTo>
                      <a:pt x="3666535" y="443797"/>
                    </a:lnTo>
                    <a:lnTo>
                      <a:pt x="3666535" y="166796"/>
                    </a:lnTo>
                    <a:lnTo>
                      <a:pt x="4155010" y="166796"/>
                    </a:lnTo>
                    <a:lnTo>
                      <a:pt x="4155010" y="0"/>
                    </a:lnTo>
                    <a:lnTo>
                      <a:pt x="5254077" y="0"/>
                    </a:lnTo>
                  </a:path>
                </a:pathLst>
              </a:custGeom>
              <a:noFill/>
              <a:ln w="952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a:ea typeface="+mn-ea"/>
                  <a:cs typeface="+mn-cs"/>
                </a:endParaRPr>
              </a:p>
            </p:txBody>
          </p:sp>
          <p:sp>
            <p:nvSpPr>
              <p:cNvPr id="19" name="Freihandform 18"/>
              <p:cNvSpPr/>
              <p:nvPr>
                <p:custDataLst>
                  <p:tags r:id="rId9"/>
                </p:custDataLst>
              </p:nvPr>
            </p:nvSpPr>
            <p:spPr bwMode="gray">
              <a:xfrm>
                <a:off x="2361398" y="2334020"/>
                <a:ext cx="7143425" cy="2920190"/>
              </a:xfrm>
              <a:custGeom>
                <a:avLst/>
                <a:gdLst>
                  <a:gd name="connsiteX0" fmla="*/ 0 w 5562600"/>
                  <a:gd name="connsiteY0" fmla="*/ 3718560 h 3718560"/>
                  <a:gd name="connsiteX1" fmla="*/ 175260 w 5562600"/>
                  <a:gd name="connsiteY1" fmla="*/ 3718560 h 3718560"/>
                  <a:gd name="connsiteX2" fmla="*/ 175260 w 5562600"/>
                  <a:gd name="connsiteY2" fmla="*/ 3600450 h 3718560"/>
                  <a:gd name="connsiteX3" fmla="*/ 339090 w 5562600"/>
                  <a:gd name="connsiteY3" fmla="*/ 3600450 h 3718560"/>
                  <a:gd name="connsiteX4" fmla="*/ 339090 w 5562600"/>
                  <a:gd name="connsiteY4" fmla="*/ 3478530 h 3718560"/>
                  <a:gd name="connsiteX5" fmla="*/ 377190 w 5562600"/>
                  <a:gd name="connsiteY5" fmla="*/ 3478530 h 3718560"/>
                  <a:gd name="connsiteX6" fmla="*/ 377190 w 5562600"/>
                  <a:gd name="connsiteY6" fmla="*/ 3348990 h 3718560"/>
                  <a:gd name="connsiteX7" fmla="*/ 598170 w 5562600"/>
                  <a:gd name="connsiteY7" fmla="*/ 3348990 h 3718560"/>
                  <a:gd name="connsiteX8" fmla="*/ 598170 w 5562600"/>
                  <a:gd name="connsiteY8" fmla="*/ 3234690 h 3718560"/>
                  <a:gd name="connsiteX9" fmla="*/ 777240 w 5562600"/>
                  <a:gd name="connsiteY9" fmla="*/ 3234690 h 3718560"/>
                  <a:gd name="connsiteX10" fmla="*/ 777240 w 5562600"/>
                  <a:gd name="connsiteY10" fmla="*/ 3108960 h 3718560"/>
                  <a:gd name="connsiteX11" fmla="*/ 803910 w 5562600"/>
                  <a:gd name="connsiteY11" fmla="*/ 3108960 h 3718560"/>
                  <a:gd name="connsiteX12" fmla="*/ 803910 w 5562600"/>
                  <a:gd name="connsiteY12" fmla="*/ 2990850 h 3718560"/>
                  <a:gd name="connsiteX13" fmla="*/ 933450 w 5562600"/>
                  <a:gd name="connsiteY13" fmla="*/ 2990850 h 3718560"/>
                  <a:gd name="connsiteX14" fmla="*/ 933450 w 5562600"/>
                  <a:gd name="connsiteY14" fmla="*/ 2868930 h 3718560"/>
                  <a:gd name="connsiteX15" fmla="*/ 1104900 w 5562600"/>
                  <a:gd name="connsiteY15" fmla="*/ 2868930 h 3718560"/>
                  <a:gd name="connsiteX16" fmla="*/ 1104900 w 5562600"/>
                  <a:gd name="connsiteY16" fmla="*/ 2750820 h 3718560"/>
                  <a:gd name="connsiteX17" fmla="*/ 1619250 w 5562600"/>
                  <a:gd name="connsiteY17" fmla="*/ 2750820 h 3718560"/>
                  <a:gd name="connsiteX18" fmla="*/ 1619250 w 5562600"/>
                  <a:gd name="connsiteY18" fmla="*/ 2621280 h 3718560"/>
                  <a:gd name="connsiteX19" fmla="*/ 1630680 w 5562600"/>
                  <a:gd name="connsiteY19" fmla="*/ 2621280 h 3718560"/>
                  <a:gd name="connsiteX20" fmla="*/ 1630680 w 5562600"/>
                  <a:gd name="connsiteY20" fmla="*/ 2510790 h 3718560"/>
                  <a:gd name="connsiteX21" fmla="*/ 1630680 w 5562600"/>
                  <a:gd name="connsiteY21" fmla="*/ 2510790 h 3718560"/>
                  <a:gd name="connsiteX22" fmla="*/ 1630680 w 5562600"/>
                  <a:gd name="connsiteY22" fmla="*/ 2381250 h 3718560"/>
                  <a:gd name="connsiteX23" fmla="*/ 1680210 w 5562600"/>
                  <a:gd name="connsiteY23" fmla="*/ 2381250 h 3718560"/>
                  <a:gd name="connsiteX24" fmla="*/ 1680210 w 5562600"/>
                  <a:gd name="connsiteY24" fmla="*/ 2263140 h 3718560"/>
                  <a:gd name="connsiteX25" fmla="*/ 1939290 w 5562600"/>
                  <a:gd name="connsiteY25" fmla="*/ 2263140 h 3718560"/>
                  <a:gd name="connsiteX26" fmla="*/ 1939290 w 5562600"/>
                  <a:gd name="connsiteY26" fmla="*/ 2137410 h 3718560"/>
                  <a:gd name="connsiteX27" fmla="*/ 2377440 w 5562600"/>
                  <a:gd name="connsiteY27" fmla="*/ 2137410 h 3718560"/>
                  <a:gd name="connsiteX28" fmla="*/ 2377440 w 5562600"/>
                  <a:gd name="connsiteY28" fmla="*/ 2019300 h 3718560"/>
                  <a:gd name="connsiteX29" fmla="*/ 2423160 w 5562600"/>
                  <a:gd name="connsiteY29" fmla="*/ 2019300 h 3718560"/>
                  <a:gd name="connsiteX30" fmla="*/ 2423160 w 5562600"/>
                  <a:gd name="connsiteY30" fmla="*/ 1889760 h 3718560"/>
                  <a:gd name="connsiteX31" fmla="*/ 2800350 w 5562600"/>
                  <a:gd name="connsiteY31" fmla="*/ 1889760 h 3718560"/>
                  <a:gd name="connsiteX32" fmla="*/ 2800350 w 5562600"/>
                  <a:gd name="connsiteY32" fmla="*/ 1775460 h 3718560"/>
                  <a:gd name="connsiteX33" fmla="*/ 2880360 w 5562600"/>
                  <a:gd name="connsiteY33" fmla="*/ 1775460 h 3718560"/>
                  <a:gd name="connsiteX34" fmla="*/ 2880360 w 5562600"/>
                  <a:gd name="connsiteY34" fmla="*/ 1642110 h 3718560"/>
                  <a:gd name="connsiteX35" fmla="*/ 3044190 w 5562600"/>
                  <a:gd name="connsiteY35" fmla="*/ 1642110 h 3718560"/>
                  <a:gd name="connsiteX36" fmla="*/ 3044190 w 5562600"/>
                  <a:gd name="connsiteY36" fmla="*/ 1512570 h 3718560"/>
                  <a:gd name="connsiteX37" fmla="*/ 3383280 w 5562600"/>
                  <a:gd name="connsiteY37" fmla="*/ 1512570 h 3718560"/>
                  <a:gd name="connsiteX38" fmla="*/ 3383280 w 5562600"/>
                  <a:gd name="connsiteY38" fmla="*/ 1394460 h 3718560"/>
                  <a:gd name="connsiteX39" fmla="*/ 3665220 w 5562600"/>
                  <a:gd name="connsiteY39" fmla="*/ 1394460 h 3718560"/>
                  <a:gd name="connsiteX40" fmla="*/ 3665220 w 5562600"/>
                  <a:gd name="connsiteY40" fmla="*/ 1268730 h 3718560"/>
                  <a:gd name="connsiteX41" fmla="*/ 3710940 w 5562600"/>
                  <a:gd name="connsiteY41" fmla="*/ 1268730 h 3718560"/>
                  <a:gd name="connsiteX42" fmla="*/ 3710940 w 5562600"/>
                  <a:gd name="connsiteY42" fmla="*/ 1139190 h 3718560"/>
                  <a:gd name="connsiteX43" fmla="*/ 3912870 w 5562600"/>
                  <a:gd name="connsiteY43" fmla="*/ 1139190 h 3718560"/>
                  <a:gd name="connsiteX44" fmla="*/ 3912870 w 5562600"/>
                  <a:gd name="connsiteY44" fmla="*/ 998220 h 3718560"/>
                  <a:gd name="connsiteX45" fmla="*/ 4000500 w 5562600"/>
                  <a:gd name="connsiteY45" fmla="*/ 998220 h 3718560"/>
                  <a:gd name="connsiteX46" fmla="*/ 4000500 w 5562600"/>
                  <a:gd name="connsiteY46" fmla="*/ 853440 h 3718560"/>
                  <a:gd name="connsiteX47" fmla="*/ 4366260 w 5562600"/>
                  <a:gd name="connsiteY47" fmla="*/ 853440 h 3718560"/>
                  <a:gd name="connsiteX48" fmla="*/ 4366260 w 5562600"/>
                  <a:gd name="connsiteY48" fmla="*/ 681990 h 3718560"/>
                  <a:gd name="connsiteX49" fmla="*/ 4568190 w 5562600"/>
                  <a:gd name="connsiteY49" fmla="*/ 681990 h 3718560"/>
                  <a:gd name="connsiteX50" fmla="*/ 4568190 w 5562600"/>
                  <a:gd name="connsiteY50" fmla="*/ 518160 h 3718560"/>
                  <a:gd name="connsiteX51" fmla="*/ 4728210 w 5562600"/>
                  <a:gd name="connsiteY51" fmla="*/ 518160 h 3718560"/>
                  <a:gd name="connsiteX52" fmla="*/ 4728210 w 5562600"/>
                  <a:gd name="connsiteY52" fmla="*/ 327660 h 3718560"/>
                  <a:gd name="connsiteX53" fmla="*/ 5410200 w 5562600"/>
                  <a:gd name="connsiteY53" fmla="*/ 327660 h 3718560"/>
                  <a:gd name="connsiteX54" fmla="*/ 5410200 w 5562600"/>
                  <a:gd name="connsiteY54" fmla="*/ 0 h 3718560"/>
                  <a:gd name="connsiteX55" fmla="*/ 5562600 w 5562600"/>
                  <a:gd name="connsiteY55" fmla="*/ 0 h 3718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5562600" h="3718560">
                    <a:moveTo>
                      <a:pt x="0" y="3718560"/>
                    </a:moveTo>
                    <a:lnTo>
                      <a:pt x="175260" y="3718560"/>
                    </a:lnTo>
                    <a:lnTo>
                      <a:pt x="175260" y="3600450"/>
                    </a:lnTo>
                    <a:lnTo>
                      <a:pt x="339090" y="3600450"/>
                    </a:lnTo>
                    <a:lnTo>
                      <a:pt x="339090" y="3478530"/>
                    </a:lnTo>
                    <a:lnTo>
                      <a:pt x="377190" y="3478530"/>
                    </a:lnTo>
                    <a:lnTo>
                      <a:pt x="377190" y="3348990"/>
                    </a:lnTo>
                    <a:lnTo>
                      <a:pt x="598170" y="3348990"/>
                    </a:lnTo>
                    <a:lnTo>
                      <a:pt x="598170" y="3234690"/>
                    </a:lnTo>
                    <a:lnTo>
                      <a:pt x="777240" y="3234690"/>
                    </a:lnTo>
                    <a:lnTo>
                      <a:pt x="777240" y="3108960"/>
                    </a:lnTo>
                    <a:lnTo>
                      <a:pt x="803910" y="3108960"/>
                    </a:lnTo>
                    <a:lnTo>
                      <a:pt x="803910" y="2990850"/>
                    </a:lnTo>
                    <a:lnTo>
                      <a:pt x="933450" y="2990850"/>
                    </a:lnTo>
                    <a:lnTo>
                      <a:pt x="933450" y="2868930"/>
                    </a:lnTo>
                    <a:lnTo>
                      <a:pt x="1104900" y="2868930"/>
                    </a:lnTo>
                    <a:lnTo>
                      <a:pt x="1104900" y="2750820"/>
                    </a:lnTo>
                    <a:lnTo>
                      <a:pt x="1619250" y="2750820"/>
                    </a:lnTo>
                    <a:lnTo>
                      <a:pt x="1619250" y="2621280"/>
                    </a:lnTo>
                    <a:lnTo>
                      <a:pt x="1630680" y="2621280"/>
                    </a:lnTo>
                    <a:lnTo>
                      <a:pt x="1630680" y="2510790"/>
                    </a:lnTo>
                    <a:lnTo>
                      <a:pt x="1630680" y="2510790"/>
                    </a:lnTo>
                    <a:lnTo>
                      <a:pt x="1630680" y="2381250"/>
                    </a:lnTo>
                    <a:lnTo>
                      <a:pt x="1680210" y="2381250"/>
                    </a:lnTo>
                    <a:lnTo>
                      <a:pt x="1680210" y="2263140"/>
                    </a:lnTo>
                    <a:lnTo>
                      <a:pt x="1939290" y="2263140"/>
                    </a:lnTo>
                    <a:lnTo>
                      <a:pt x="1939290" y="2137410"/>
                    </a:lnTo>
                    <a:lnTo>
                      <a:pt x="2377440" y="2137410"/>
                    </a:lnTo>
                    <a:lnTo>
                      <a:pt x="2377440" y="2019300"/>
                    </a:lnTo>
                    <a:lnTo>
                      <a:pt x="2423160" y="2019300"/>
                    </a:lnTo>
                    <a:lnTo>
                      <a:pt x="2423160" y="1889760"/>
                    </a:lnTo>
                    <a:lnTo>
                      <a:pt x="2800350" y="1889760"/>
                    </a:lnTo>
                    <a:lnTo>
                      <a:pt x="2800350" y="1775460"/>
                    </a:lnTo>
                    <a:lnTo>
                      <a:pt x="2880360" y="1775460"/>
                    </a:lnTo>
                    <a:lnTo>
                      <a:pt x="2880360" y="1642110"/>
                    </a:lnTo>
                    <a:lnTo>
                      <a:pt x="3044190" y="1642110"/>
                    </a:lnTo>
                    <a:lnTo>
                      <a:pt x="3044190" y="1512570"/>
                    </a:lnTo>
                    <a:lnTo>
                      <a:pt x="3383280" y="1512570"/>
                    </a:lnTo>
                    <a:lnTo>
                      <a:pt x="3383280" y="1394460"/>
                    </a:lnTo>
                    <a:lnTo>
                      <a:pt x="3665220" y="1394460"/>
                    </a:lnTo>
                    <a:lnTo>
                      <a:pt x="3665220" y="1268730"/>
                    </a:lnTo>
                    <a:lnTo>
                      <a:pt x="3710940" y="1268730"/>
                    </a:lnTo>
                    <a:lnTo>
                      <a:pt x="3710940" y="1139190"/>
                    </a:lnTo>
                    <a:lnTo>
                      <a:pt x="3912870" y="1139190"/>
                    </a:lnTo>
                    <a:lnTo>
                      <a:pt x="3912870" y="998220"/>
                    </a:lnTo>
                    <a:lnTo>
                      <a:pt x="4000500" y="998220"/>
                    </a:lnTo>
                    <a:lnTo>
                      <a:pt x="4000500" y="853440"/>
                    </a:lnTo>
                    <a:lnTo>
                      <a:pt x="4366260" y="853440"/>
                    </a:lnTo>
                    <a:lnTo>
                      <a:pt x="4366260" y="681990"/>
                    </a:lnTo>
                    <a:lnTo>
                      <a:pt x="4568190" y="681990"/>
                    </a:lnTo>
                    <a:lnTo>
                      <a:pt x="4568190" y="518160"/>
                    </a:lnTo>
                    <a:lnTo>
                      <a:pt x="4728210" y="518160"/>
                    </a:lnTo>
                    <a:lnTo>
                      <a:pt x="4728210" y="327660"/>
                    </a:lnTo>
                    <a:lnTo>
                      <a:pt x="5410200" y="327660"/>
                    </a:lnTo>
                    <a:lnTo>
                      <a:pt x="5410200" y="0"/>
                    </a:lnTo>
                    <a:lnTo>
                      <a:pt x="5562600" y="0"/>
                    </a:lnTo>
                  </a:path>
                </a:pathLst>
              </a:custGeom>
              <a:ln w="31750">
                <a:solidFill>
                  <a:srgbClr val="A5CD50"/>
                </a:solidFill>
              </a:ln>
            </p:spPr>
            <p:style>
              <a:lnRef idx="1">
                <a:schemeClr val="accent5"/>
              </a:lnRef>
              <a:fillRef idx="0">
                <a:schemeClr val="accent5"/>
              </a:fillRef>
              <a:effectRef idx="0">
                <a:schemeClr val="accent5"/>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a:ea typeface="+mn-ea"/>
                  <a:cs typeface="+mn-cs"/>
                </a:endParaRPr>
              </a:p>
            </p:txBody>
          </p:sp>
          <p:sp>
            <p:nvSpPr>
              <p:cNvPr id="281" name="Textfeld 217"/>
              <p:cNvSpPr txBox="1"/>
              <p:nvPr>
                <p:custDataLst>
                  <p:tags r:id="rId10"/>
                </p:custDataLst>
              </p:nvPr>
            </p:nvSpPr>
            <p:spPr bwMode="gray">
              <a:xfrm>
                <a:off x="2443407" y="2422787"/>
                <a:ext cx="2147557" cy="675792"/>
              </a:xfrm>
              <a:prstGeom prst="rect">
                <a:avLst/>
              </a:prstGeom>
              <a:solidFill>
                <a:schemeClr val="bg1"/>
              </a:solidFill>
            </p:spPr>
            <p:txBody>
              <a:bodyPr wrap="none" lIns="72000" tIns="72000" rIns="72000" bIns="7200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268288" rtl="0" eaLnBrk="1" fontAlgn="auto" latinLnBrk="0" hangingPunct="1">
                  <a:lnSpc>
                    <a:spcPct val="100000"/>
                  </a:lnSpc>
                  <a:spcBef>
                    <a:spcPts val="300"/>
                  </a:spcBef>
                  <a:spcAft>
                    <a:spcPts val="300"/>
                  </a:spcAft>
                  <a:buClr>
                    <a:srgbClr val="503291"/>
                  </a:buClr>
                  <a:buSzTx/>
                  <a:buFontTx/>
                  <a:buNone/>
                  <a:tabLst/>
                  <a:defRPr/>
                </a:pP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ОШ=0,43 [0,22-0,82]</a:t>
                </a:r>
              </a:p>
              <a:p>
                <a:pPr marL="0" marR="0" lvl="0" indent="0" algn="l" defTabSz="268288" rtl="0" eaLnBrk="1" fontAlgn="auto" latinLnBrk="0" hangingPunct="1">
                  <a:lnSpc>
                    <a:spcPct val="100000"/>
                  </a:lnSpc>
                  <a:spcBef>
                    <a:spcPts val="300"/>
                  </a:spcBef>
                  <a:spcAft>
                    <a:spcPts val="300"/>
                  </a:spcAft>
                  <a:buClr>
                    <a:srgbClr val="503291"/>
                  </a:buClr>
                  <a:buSzTx/>
                  <a:buFontTx/>
                  <a:buNone/>
                  <a:tabLst/>
                  <a:defRPr/>
                </a:pPr>
                <a:r>
                  <a:rPr kumimoji="0" lang="ru-RU" sz="1400" b="0" i="1"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P</a:t>
                </a: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=0,011	</a:t>
                </a:r>
                <a:endParaRPr kumimoji="0" lang="de-DE"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282" name="Textfeld 217"/>
              <p:cNvSpPr txBox="1"/>
              <p:nvPr>
                <p:custDataLst>
                  <p:tags r:id="rId11"/>
                </p:custDataLst>
              </p:nvPr>
            </p:nvSpPr>
            <p:spPr bwMode="gray">
              <a:xfrm>
                <a:off x="6345476" y="2193722"/>
                <a:ext cx="3502611" cy="405149"/>
              </a:xfrm>
              <a:prstGeom prst="rect">
                <a:avLst/>
              </a:prstGeom>
              <a:noFill/>
            </p:spPr>
            <p:txBody>
              <a:bodyPr wrap="square" lIns="72000" tIns="72000" rIns="72000" bIns="7200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268288" rtl="0" eaLnBrk="1" fontAlgn="auto" latinLnBrk="0" hangingPunct="1">
                  <a:lnSpc>
                    <a:spcPct val="100000"/>
                  </a:lnSpc>
                  <a:spcBef>
                    <a:spcPts val="300"/>
                  </a:spcBef>
                  <a:spcAft>
                    <a:spcPts val="300"/>
                  </a:spcAft>
                  <a:buClr>
                    <a:srgbClr val="503291"/>
                  </a:buClr>
                  <a:buSzTx/>
                  <a:buFontTx/>
                  <a:buNone/>
                  <a:tabLst/>
                  <a:defRPr/>
                </a:pPr>
                <a:r>
                  <a:rPr kumimoji="0" lang="ru-RU" sz="16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Без β-</a:t>
                </a:r>
                <a:r>
                  <a:rPr kumimoji="0" lang="ru-RU" sz="16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адреноблокатора</a:t>
                </a:r>
                <a:r>
                  <a:rPr kumimoji="0" lang="ru-RU" sz="16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	</a:t>
                </a:r>
                <a:endParaRPr kumimoji="0" lang="de-DE" sz="16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283" name="Textfeld 217"/>
              <p:cNvSpPr txBox="1"/>
              <p:nvPr>
                <p:custDataLst>
                  <p:tags r:id="rId12"/>
                </p:custDataLst>
              </p:nvPr>
            </p:nvSpPr>
            <p:spPr bwMode="gray">
              <a:xfrm>
                <a:off x="7697611" y="4310850"/>
                <a:ext cx="2921403" cy="405149"/>
              </a:xfrm>
              <a:prstGeom prst="rect">
                <a:avLst/>
              </a:prstGeom>
              <a:noFill/>
            </p:spPr>
            <p:txBody>
              <a:bodyPr wrap="square" lIns="72000" tIns="72000" rIns="72000" bIns="7200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268288" rtl="0" eaLnBrk="1" fontAlgn="auto" latinLnBrk="0" hangingPunct="1">
                  <a:lnSpc>
                    <a:spcPct val="100000"/>
                  </a:lnSpc>
                  <a:spcBef>
                    <a:spcPts val="300"/>
                  </a:spcBef>
                  <a:spcAft>
                    <a:spcPts val="300"/>
                  </a:spcAft>
                  <a:buClr>
                    <a:srgbClr val="503291"/>
                  </a:buClr>
                  <a:buSzTx/>
                  <a:buFontTx/>
                  <a:buNone/>
                  <a:tabLst/>
                  <a:defRPr/>
                </a:pPr>
                <a:r>
                  <a:rPr kumimoji="0" lang="ru-RU" sz="16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β-адреноблокатор	</a:t>
                </a:r>
                <a:endParaRPr kumimoji="0" lang="de-DE" sz="16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7" name="TextBox 6">
                <a:extLst>
                  <a:ext uri="{FF2B5EF4-FFF2-40B4-BE49-F238E27FC236}">
                    <a16:creationId xmlns:a16="http://schemas.microsoft.com/office/drawing/2014/main" id="{33A481EC-EA61-64B5-22F3-C6B1B367C300}"/>
                  </a:ext>
                </a:extLst>
              </p:cNvPr>
              <p:cNvSpPr txBox="1"/>
              <p:nvPr/>
            </p:nvSpPr>
            <p:spPr>
              <a:xfrm>
                <a:off x="9848087" y="5274373"/>
                <a:ext cx="1821399" cy="445764"/>
              </a:xfrm>
              <a:prstGeom prst="rect">
                <a:avLst/>
              </a:prstGeom>
              <a:noFill/>
            </p:spPr>
            <p:txBody>
              <a:bodyPr wrap="square">
                <a:spAutoFit/>
              </a:bodyPr>
              <a:lstStyle/>
              <a:p>
                <a:pPr marL="0" marR="0" lvl="0" indent="0" algn="l" defTabSz="914400" rtl="0" eaLnBrk="1" fontAlgn="auto" latinLnBrk="0" hangingPunct="1">
                  <a:lnSpc>
                    <a:spcPct val="100000"/>
                  </a:lnSpc>
                  <a:spcBef>
                    <a:spcPts val="300"/>
                  </a:spcBef>
                  <a:spcAft>
                    <a:spcPts val="300"/>
                  </a:spcAft>
                  <a:buClr>
                    <a:srgbClr val="52328F"/>
                  </a:buClr>
                  <a:buSzTx/>
                  <a:buFontTx/>
                  <a:buNone/>
                  <a:tabLst/>
                  <a:defRPr/>
                </a:pPr>
                <a:r>
                  <a:rPr kumimoji="0" lang="ru-RU" sz="1100" b="0" i="0" u="none" strike="noStrike" kern="1200" cap="none" spc="0" normalizeH="0" baseline="0" noProof="0" dirty="0">
                    <a:ln>
                      <a:noFill/>
                    </a:ln>
                    <a:solidFill>
                      <a:srgbClr val="265374"/>
                    </a:solidFill>
                    <a:effectLst/>
                    <a:uLnTx/>
                    <a:uFillTx/>
                    <a:latin typeface="Verdana"/>
                    <a:ea typeface="Verdana" panose="020B0604030504040204" pitchFamily="34" charset="0"/>
                    <a:cs typeface="Verdana" panose="020B0604030504040204" pitchFamily="34" charset="0"/>
                  </a:rPr>
                  <a:t>Последующее наблюдение (дни)</a:t>
                </a:r>
                <a:endParaRPr kumimoji="0" lang="de-DE" sz="1100" b="0" i="0" u="none" strike="noStrike" kern="1200" cap="none" spc="0" normalizeH="0" baseline="0" noProof="0" dirty="0">
                  <a:ln>
                    <a:noFill/>
                  </a:ln>
                  <a:solidFill>
                    <a:srgbClr val="265374"/>
                  </a:solidFill>
                  <a:effectLst/>
                  <a:uLnTx/>
                  <a:uFillTx/>
                  <a:latin typeface="Verdana"/>
                  <a:ea typeface="Verdana" panose="020B0604030504040204" pitchFamily="34" charset="0"/>
                  <a:cs typeface="Verdana" panose="020B0604030504040204" pitchFamily="34" charset="0"/>
                </a:endParaRPr>
              </a:p>
            </p:txBody>
          </p:sp>
        </p:grpSp>
      </p:grpSp>
      <p:sp>
        <p:nvSpPr>
          <p:cNvPr id="2" name="Rectangle 115">
            <a:extLst>
              <a:ext uri="{FF2B5EF4-FFF2-40B4-BE49-F238E27FC236}">
                <a16:creationId xmlns:a16="http://schemas.microsoft.com/office/drawing/2014/main" id="{5ADE7186-8B55-0B2A-9A96-BA6F9DCCCD05}"/>
              </a:ext>
            </a:extLst>
          </p:cNvPr>
          <p:cNvSpPr>
            <a:spLocks noChangeArrowheads="1"/>
          </p:cNvSpPr>
          <p:nvPr>
            <p:custDataLst>
              <p:tags r:id="rId4"/>
            </p:custDataLst>
          </p:nvPr>
        </p:nvSpPr>
        <p:spPr bwMode="auto">
          <a:xfrm>
            <a:off x="924970" y="1286561"/>
            <a:ext cx="10042913" cy="688971"/>
          </a:xfrm>
          <a:prstGeom prst="rect">
            <a:avLst/>
          </a:prstGeom>
          <a:noFill/>
          <a:ln w="9525">
            <a:noFill/>
            <a:miter lim="800000"/>
            <a:headEnd/>
            <a:tailEnd/>
          </a:ln>
          <a:effectLst/>
        </p:spPr>
        <p:txBody>
          <a:bodyPr wrap="square" lIns="0" tIns="0" rIns="0" bIns="0" rtlCol="0">
            <a:spAutoFit/>
          </a:bodyPr>
          <a:lstStyle/>
          <a:p>
            <a:pPr marL="0" marR="0" lvl="0" indent="0" algn="l" defTabSz="914400" rtl="0" eaLnBrk="1" fontAlgn="base" latinLnBrk="0" hangingPunct="1">
              <a:lnSpc>
                <a:spcPct val="110000"/>
              </a:lnSpc>
              <a:spcBef>
                <a:spcPct val="0"/>
              </a:spcBef>
              <a:spcAft>
                <a:spcPct val="0"/>
              </a:spcAft>
              <a:buClrTx/>
              <a:buSzTx/>
              <a:buFontTx/>
              <a:buNone/>
              <a:tabLst/>
              <a:defRPr/>
            </a:pPr>
            <a:r>
              <a:rPr kumimoji="0" lang="ru-RU" sz="1400" b="0" i="0" u="none" strike="noStrike" kern="1200" cap="none" spc="0" normalizeH="0" baseline="0" noProof="0" dirty="0">
                <a:ln>
                  <a:noFill/>
                </a:ln>
                <a:solidFill>
                  <a:srgbClr val="398ACB"/>
                </a:solidFill>
                <a:effectLst/>
                <a:uLnTx/>
                <a:uFillTx/>
                <a:latin typeface="Verdana"/>
                <a:ea typeface="+mn-ea"/>
                <a:cs typeface="Arial" charset="0"/>
              </a:rPr>
              <a:t>Исследование </a:t>
            </a:r>
            <a:r>
              <a:rPr kumimoji="0" lang="ru-RU" sz="1400" b="1" i="0" u="none" strike="noStrike" kern="1200" cap="none" spc="0" normalizeH="0" baseline="0" noProof="0" dirty="0">
                <a:ln>
                  <a:noFill/>
                </a:ln>
                <a:solidFill>
                  <a:srgbClr val="398ACB"/>
                </a:solidFill>
                <a:effectLst/>
                <a:uLnTx/>
                <a:uFillTx/>
                <a:latin typeface="Verdana"/>
                <a:ea typeface="+mn-ea"/>
                <a:cs typeface="Arial" charset="0"/>
              </a:rPr>
              <a:t>CORONOR. </a:t>
            </a:r>
            <a:r>
              <a:rPr kumimoji="0" lang="ru-RU" sz="1400" b="0" i="0" u="none" strike="noStrike" kern="1200" cap="none" spc="0" normalizeH="0" baseline="0" noProof="0" dirty="0" err="1">
                <a:ln>
                  <a:noFill/>
                </a:ln>
                <a:solidFill>
                  <a:srgbClr val="398ACB"/>
                </a:solidFill>
                <a:effectLst/>
                <a:uLnTx/>
                <a:uFillTx/>
                <a:latin typeface="Verdana"/>
                <a:ea typeface="+mn-ea"/>
                <a:cs typeface="Arial" charset="0"/>
              </a:rPr>
              <a:t>Проспективное</a:t>
            </a:r>
            <a:r>
              <a:rPr kumimoji="0" lang="ru-RU" sz="1400" b="0" i="0" u="none" strike="noStrike" kern="1200" cap="none" spc="0" normalizeH="0" baseline="0" noProof="0" dirty="0">
                <a:ln>
                  <a:noFill/>
                </a:ln>
                <a:solidFill>
                  <a:srgbClr val="398ACB"/>
                </a:solidFill>
                <a:effectLst/>
                <a:uLnTx/>
                <a:uFillTx/>
                <a:latin typeface="Verdana"/>
                <a:ea typeface="+mn-ea"/>
                <a:cs typeface="Arial" charset="0"/>
              </a:rPr>
              <a:t> многоцентровое исследование 4149 последовательно набранных амбулаторных больных со стабильной ИБС (предшествующий ИМ или </a:t>
            </a:r>
            <a:r>
              <a:rPr kumimoji="0" lang="ru-RU" sz="1400" b="0" i="0" u="none" strike="noStrike" kern="1200" cap="none" spc="0" normalizeH="0" baseline="0" noProof="0" dirty="0" err="1">
                <a:ln>
                  <a:noFill/>
                </a:ln>
                <a:solidFill>
                  <a:srgbClr val="398ACB"/>
                </a:solidFill>
                <a:effectLst/>
                <a:uLnTx/>
                <a:uFillTx/>
                <a:latin typeface="Verdana"/>
                <a:ea typeface="+mn-ea"/>
                <a:cs typeface="Arial" charset="0"/>
              </a:rPr>
              <a:t>реваскуляризация</a:t>
            </a:r>
            <a:r>
              <a:rPr kumimoji="0" lang="ru-RU" sz="1400" b="0" i="0" u="none" strike="noStrike" kern="1200" cap="none" spc="0" normalizeH="0" baseline="0" noProof="0" dirty="0">
                <a:ln>
                  <a:noFill/>
                </a:ln>
                <a:solidFill>
                  <a:srgbClr val="398ACB"/>
                </a:solidFill>
                <a:effectLst/>
                <a:uLnTx/>
                <a:uFillTx/>
                <a:latin typeface="Verdana"/>
                <a:ea typeface="+mn-ea"/>
                <a:cs typeface="Arial" charset="0"/>
              </a:rPr>
              <a:t> более 1 года назад и/или обструкция ≥50% по крайней мере одной коронарной артерии)</a:t>
            </a:r>
            <a:r>
              <a:rPr kumimoji="0" lang="ru-RU" sz="1400" b="0" i="0" u="none" strike="noStrike" kern="1200" cap="none" spc="0" normalizeH="0" baseline="30000" noProof="0" dirty="0">
                <a:ln>
                  <a:noFill/>
                </a:ln>
                <a:solidFill>
                  <a:srgbClr val="398ACB"/>
                </a:solidFill>
                <a:effectLst/>
                <a:uLnTx/>
                <a:uFillTx/>
                <a:latin typeface="Verdana"/>
                <a:ea typeface="+mn-ea"/>
                <a:cs typeface="Arial" charset="0"/>
              </a:rPr>
              <a:t>1</a:t>
            </a:r>
            <a:endParaRPr kumimoji="0" lang="en-US" sz="1400" b="0" i="0" u="none" strike="noStrike" kern="1200" cap="none" spc="0" normalizeH="0" baseline="30000" noProof="0" dirty="0">
              <a:ln>
                <a:noFill/>
              </a:ln>
              <a:solidFill>
                <a:srgbClr val="398ACB"/>
              </a:solidFill>
              <a:effectLst/>
              <a:uLnTx/>
              <a:uFillTx/>
              <a:latin typeface="Verdana"/>
              <a:ea typeface="+mn-ea"/>
              <a:cs typeface="Arial" charset="0"/>
            </a:endParaRPr>
          </a:p>
        </p:txBody>
      </p:sp>
      <p:sp>
        <p:nvSpPr>
          <p:cNvPr id="3" name="Объект 2">
            <a:extLst>
              <a:ext uri="{FF2B5EF4-FFF2-40B4-BE49-F238E27FC236}">
                <a16:creationId xmlns:a16="http://schemas.microsoft.com/office/drawing/2014/main" id="{74F12BE0-B714-96CC-61CD-985FE3E05820}"/>
              </a:ext>
            </a:extLst>
          </p:cNvPr>
          <p:cNvSpPr txBox="1">
            <a:spLocks/>
          </p:cNvSpPr>
          <p:nvPr/>
        </p:nvSpPr>
        <p:spPr>
          <a:xfrm>
            <a:off x="924971" y="6112772"/>
            <a:ext cx="9694043" cy="457738"/>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300"/>
              </a:spcBef>
              <a:buFontTx/>
              <a:buNone/>
              <a:defRPr sz="800" kern="1200">
                <a:solidFill>
                  <a:schemeClr val="tx2"/>
                </a:solidFill>
                <a:latin typeface="Calibri" panose="020F0502020204030204" pitchFamily="34" charset="0"/>
                <a:ea typeface="+mn-ea"/>
                <a:cs typeface="Calibri" panose="020F0502020204030204" pitchFamily="34" charset="0"/>
              </a:defRPr>
            </a:lvl1pPr>
            <a:lvl2pPr marL="457200" indent="0" algn="l" defTabSz="914400" rtl="0" eaLnBrk="1" latinLnBrk="0" hangingPunct="1">
              <a:lnSpc>
                <a:spcPct val="110000"/>
              </a:lnSpc>
              <a:spcBef>
                <a:spcPts val="800"/>
              </a:spcBef>
              <a:buFontTx/>
              <a:buNone/>
              <a:defRPr sz="1600" kern="1200">
                <a:solidFill>
                  <a:schemeClr val="tx2"/>
                </a:solidFill>
                <a:latin typeface="Calibri" panose="020F0502020204030204" pitchFamily="34" charset="0"/>
                <a:ea typeface="+mn-ea"/>
                <a:cs typeface="Calibri" panose="020F0502020204030204" pitchFamily="34" charset="0"/>
              </a:defRPr>
            </a:lvl2pPr>
            <a:lvl3pPr marL="914400" indent="0" algn="l" defTabSz="914400" rtl="0" eaLnBrk="1" latinLnBrk="0" hangingPunct="1">
              <a:lnSpc>
                <a:spcPct val="110000"/>
              </a:lnSpc>
              <a:spcBef>
                <a:spcPts val="800"/>
              </a:spcBef>
              <a:buFontTx/>
              <a:buNone/>
              <a:defRPr sz="1400" kern="1200">
                <a:solidFill>
                  <a:schemeClr val="tx2"/>
                </a:solidFill>
                <a:latin typeface="Calibri" panose="020F0502020204030204" pitchFamily="34" charset="0"/>
                <a:ea typeface="+mn-ea"/>
                <a:cs typeface="Calibri" panose="020F0502020204030204" pitchFamily="34" charset="0"/>
              </a:defRPr>
            </a:lvl3pPr>
            <a:lvl4pPr marL="1371600" indent="0" algn="l" defTabSz="914400" rtl="0" eaLnBrk="1" latinLnBrk="0" hangingPunct="1">
              <a:lnSpc>
                <a:spcPct val="110000"/>
              </a:lnSpc>
              <a:spcBef>
                <a:spcPts val="800"/>
              </a:spcBef>
              <a:buFontTx/>
              <a:buNone/>
              <a:defRPr sz="1200" kern="1200">
                <a:solidFill>
                  <a:schemeClr val="tx2"/>
                </a:solidFill>
                <a:latin typeface="Calibri" panose="020F0502020204030204" pitchFamily="34" charset="0"/>
                <a:ea typeface="+mn-ea"/>
                <a:cs typeface="Calibri" panose="020F0502020204030204" pitchFamily="34" charset="0"/>
              </a:defRPr>
            </a:lvl4pPr>
            <a:lvl5pPr marL="1828800" indent="0" algn="l" defTabSz="914400" rtl="0" eaLnBrk="1" latinLnBrk="0" hangingPunct="1">
              <a:lnSpc>
                <a:spcPct val="110000"/>
              </a:lnSpc>
              <a:spcBef>
                <a:spcPts val="800"/>
              </a:spcBef>
              <a:buFontTx/>
              <a:buNone/>
              <a:defRPr sz="1200" kern="1200">
                <a:solidFill>
                  <a:schemeClr val="tx2"/>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ИБС</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 ишемическая болезнь сердца, </a:t>
            </a: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ССЗ</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 сердечно-сосудистые заболевания</a:t>
            </a:r>
          </a:p>
          <a:p>
            <a:pPr marL="0" marR="0" lvl="0" indent="0" algn="l" defTabSz="914400" rtl="0" eaLnBrk="1" fontAlgn="auto" latinLnBrk="0" hangingPunct="1">
              <a:lnSpc>
                <a:spcPct val="100000"/>
              </a:lnSpc>
              <a:spcBef>
                <a:spcPts val="300"/>
              </a:spcBef>
              <a:spcAft>
                <a:spcPts val="0"/>
              </a:spcAft>
              <a:buClrTx/>
              <a:buSzTx/>
              <a:buFontTx/>
              <a:buNone/>
              <a:tabLst/>
              <a:defRPr/>
            </a:pP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График адаптирован из </a:t>
            </a: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1</a:t>
            </a:r>
            <a:endParaRPr kumimoji="0" lang="de-DE" sz="800" b="1" i="0" u="none" strike="noStrike" kern="1200" cap="none" spc="0" normalizeH="0" baseline="0" noProof="0" dirty="0">
              <a:ln>
                <a:noFill/>
              </a:ln>
              <a:solidFill>
                <a:srgbClr val="323F48"/>
              </a:solidFill>
              <a:effectLst/>
              <a:uLnTx/>
              <a:uFillTx/>
              <a:latin typeface="Calibri" panose="020F0502020204030204" pitchFamily="34" charset="0"/>
              <a:ea typeface="Verdana" panose="020B0604030504040204" pitchFamily="34" charset="0"/>
              <a:cs typeface="Calibri" panose="020F0502020204030204" pitchFamily="34" charset="0"/>
            </a:endParaRPr>
          </a:p>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1. </a:t>
            </a:r>
            <a:r>
              <a:rPr kumimoji="0" lang="en-US" sz="800" b="0" i="0" u="none" strike="noStrike" kern="1200" cap="none" spc="0" normalizeH="0" baseline="0" noProof="0" dirty="0" err="1">
                <a:ln>
                  <a:noFill/>
                </a:ln>
                <a:solidFill>
                  <a:srgbClr val="323F48"/>
                </a:solidFill>
                <a:effectLst/>
                <a:uLnTx/>
                <a:uFillTx/>
                <a:latin typeface="Calibri" panose="020F0502020204030204" pitchFamily="34" charset="0"/>
                <a:ea typeface="+mn-ea"/>
                <a:cs typeface="Calibri" panose="020F0502020204030204" pitchFamily="34" charset="0"/>
              </a:rPr>
              <a:t>Bauters</a:t>
            </a:r>
            <a:r>
              <a:rPr kumimoji="0" lang="en-US"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C, </a:t>
            </a:r>
            <a:r>
              <a:rPr kumimoji="0" lang="en-US" sz="800" b="0" i="0" u="none" strike="noStrike" kern="1200" cap="none" spc="0" normalizeH="0" baseline="0" noProof="0" dirty="0" err="1">
                <a:ln>
                  <a:noFill/>
                </a:ln>
                <a:solidFill>
                  <a:srgbClr val="323F48"/>
                </a:solidFill>
                <a:effectLst/>
                <a:uLnTx/>
                <a:uFillTx/>
                <a:latin typeface="Calibri" panose="020F0502020204030204" pitchFamily="34" charset="0"/>
                <a:ea typeface="+mn-ea"/>
                <a:cs typeface="Calibri" panose="020F0502020204030204" pitchFamily="34" charset="0"/>
              </a:rPr>
              <a:t>Lemesle</a:t>
            </a:r>
            <a:r>
              <a:rPr kumimoji="0" lang="en-US"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G, </a:t>
            </a:r>
            <a:r>
              <a:rPr kumimoji="0" lang="en-US" sz="800" b="0" i="0" u="none" strike="noStrike" kern="1200" cap="none" spc="0" normalizeH="0" baseline="0" noProof="0" dirty="0" err="1">
                <a:ln>
                  <a:noFill/>
                </a:ln>
                <a:solidFill>
                  <a:srgbClr val="323F48"/>
                </a:solidFill>
                <a:effectLst/>
                <a:uLnTx/>
                <a:uFillTx/>
                <a:latin typeface="Calibri" panose="020F0502020204030204" pitchFamily="34" charset="0"/>
                <a:ea typeface="+mn-ea"/>
                <a:cs typeface="Calibri" panose="020F0502020204030204" pitchFamily="34" charset="0"/>
              </a:rPr>
              <a:t>Meurice</a:t>
            </a:r>
            <a:r>
              <a:rPr kumimoji="0" lang="en-US"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T et al. Prognostic impact of β-blocker use in patients with stable coronary artery disease. Heart. 2014;100:1757-61.</a:t>
            </a:r>
          </a:p>
        </p:txBody>
      </p:sp>
      <p:sp>
        <p:nvSpPr>
          <p:cNvPr id="12" name="Titel 17">
            <a:extLst>
              <a:ext uri="{FF2B5EF4-FFF2-40B4-BE49-F238E27FC236}">
                <a16:creationId xmlns:a16="http://schemas.microsoft.com/office/drawing/2014/main" id="{2D5DB94A-0FC6-CA07-6074-B021C79C9BDB}"/>
              </a:ext>
            </a:extLst>
          </p:cNvPr>
          <p:cNvSpPr txBox="1">
            <a:spLocks/>
          </p:cNvSpPr>
          <p:nvPr>
            <p:custDataLst>
              <p:tags r:id="rId5"/>
            </p:custDataLst>
          </p:nvPr>
        </p:nvSpPr>
        <p:spPr bwMode="gray">
          <a:xfrm>
            <a:off x="895943" y="497766"/>
            <a:ext cx="9895429" cy="783083"/>
          </a:xfrm>
          <a:prstGeom prst="rect">
            <a:avLst/>
          </a:prstGeom>
          <a:noFill/>
        </p:spPr>
        <p:txBody>
          <a:bodyPr vert="horz" lIns="0" tIns="0" rIns="0" bIns="0" rtlCol="0" anchor="t" anchorCtr="0">
            <a:norm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ru-RU" sz="2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Бета-адреноблокаторы снижают риск сердечно-сосудистой смерти у пациентов со стабильной ИБС на 57%</a:t>
            </a:r>
            <a:r>
              <a:rPr kumimoji="0" lang="ru-RU" sz="1600" b="0" i="0" u="none" strike="noStrike" kern="1200" cap="none" spc="0" normalizeH="0" baseline="50000" noProof="0" dirty="0">
                <a:ln>
                  <a:noFill/>
                </a:ln>
                <a:solidFill>
                  <a:srgbClr val="265374"/>
                </a:solidFill>
                <a:effectLst/>
                <a:uLnTx/>
                <a:uFillTx/>
                <a:latin typeface="Verdana" panose="020B0604030504040204" pitchFamily="34" charset="0"/>
                <a:ea typeface="Verdana" panose="020B0604030504040204" pitchFamily="34" charset="0"/>
                <a:cs typeface="+mj-cs"/>
              </a:rPr>
              <a:t>1</a:t>
            </a:r>
            <a:endParaRPr kumimoji="0" lang="de-DE" sz="1600" b="0" i="0" u="none" strike="noStrike" kern="1200" cap="none" spc="0" normalizeH="0" baseline="50000" noProof="0" dirty="0">
              <a:ln>
                <a:noFill/>
              </a:ln>
              <a:solidFill>
                <a:srgbClr val="265374"/>
              </a:solidFill>
              <a:effectLst/>
              <a:uLnTx/>
              <a:uFillTx/>
              <a:latin typeface="Verdana" panose="020B0604030504040204" pitchFamily="34" charset="0"/>
              <a:ea typeface="Verdana" panose="020B0604030504040204" pitchFamily="34" charset="0"/>
              <a:cs typeface="+mj-cs"/>
            </a:endParaRPr>
          </a:p>
        </p:txBody>
      </p:sp>
    </p:spTree>
    <p:custDataLst>
      <p:tags r:id="rId1"/>
    </p:custDataLst>
    <p:extLst>
      <p:ext uri="{BB962C8B-B14F-4D97-AF65-F5344CB8AC3E}">
        <p14:creationId xmlns:p14="http://schemas.microsoft.com/office/powerpoint/2010/main" val="2754418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childTnLst>
                          </p:cTn>
                        </p:par>
                        <p:par>
                          <p:cTn id="7" fill="hold">
                            <p:stCondLst>
                              <p:cond delay="0"/>
                            </p:stCondLst>
                            <p:childTnLst>
                              <p:par>
                                <p:cTn id="8" presetID="10" presetClass="entr" presetSubtype="0" fill="hold" grpId="0" nodeType="afterEffect">
                                  <p:stCondLst>
                                    <p:cond delay="1000"/>
                                  </p:stCondLst>
                                  <p:childTnLst>
                                    <p:set>
                                      <p:cBhvr>
                                        <p:cTn id="9" dur="1" fill="hold">
                                          <p:stCondLst>
                                            <p:cond delay="0"/>
                                          </p:stCondLst>
                                        </p:cTn>
                                        <p:tgtEl>
                                          <p:spTgt spid="285"/>
                                        </p:tgtEl>
                                        <p:attrNameLst>
                                          <p:attrName>style.visibility</p:attrName>
                                        </p:attrNameLst>
                                      </p:cBhvr>
                                      <p:to>
                                        <p:strVal val="visible"/>
                                      </p:to>
                                    </p:set>
                                    <p:animEffect transition="in" filter="fade">
                                      <p:cBhvr>
                                        <p:cTn id="10" dur="1250"/>
                                        <p:tgtEl>
                                          <p:spTgt spid="2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28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Номер слайда 6">
            <a:extLst>
              <a:ext uri="{FF2B5EF4-FFF2-40B4-BE49-F238E27FC236}">
                <a16:creationId xmlns:a16="http://schemas.microsoft.com/office/drawing/2014/main" id="{0E7E4DB8-9587-B56B-8AFF-4BED15D91285}"/>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sp>
        <p:nvSpPr>
          <p:cNvPr id="227" name="Rectangle 115"/>
          <p:cNvSpPr>
            <a:spLocks noChangeArrowheads="1"/>
          </p:cNvSpPr>
          <p:nvPr>
            <p:custDataLst>
              <p:tags r:id="rId2"/>
            </p:custDataLst>
          </p:nvPr>
        </p:nvSpPr>
        <p:spPr bwMode="auto">
          <a:xfrm>
            <a:off x="838555" y="1236269"/>
            <a:ext cx="11032691" cy="952762"/>
          </a:xfrm>
          <a:prstGeom prst="rect">
            <a:avLst/>
          </a:prstGeom>
          <a:noFill/>
          <a:ln w="9525">
            <a:noFill/>
            <a:miter lim="800000"/>
            <a:headEnd/>
            <a:tailEnd/>
          </a:ln>
          <a:effectLst/>
        </p:spPr>
        <p:txBody>
          <a:bodyPr wrap="square" lIns="92075" tIns="46038" rIns="92075" bIns="46038" rtlCol="0">
            <a:spAutoFit/>
          </a:bodyPr>
          <a:lstStyle/>
          <a:p>
            <a:pPr marL="0" marR="0" lvl="0" indent="0" algn="l" defTabSz="914400" rtl="0" eaLnBrk="1" fontAlgn="base" latinLnBrk="0" hangingPunct="1">
              <a:lnSpc>
                <a:spcPct val="110000"/>
              </a:lnSpc>
              <a:spcBef>
                <a:spcPct val="0"/>
              </a:spcBef>
              <a:spcAft>
                <a:spcPct val="0"/>
              </a:spcAft>
              <a:buClrTx/>
              <a:buSzTx/>
              <a:buFontTx/>
              <a:buNone/>
              <a:tabLst/>
              <a:defRPr/>
            </a:pPr>
            <a:r>
              <a:rPr kumimoji="0" lang="ru-RU" sz="1300" b="1" i="0" u="none" strike="noStrike" kern="1200" cap="none" spc="-20" normalizeH="0" baseline="0" noProof="0" dirty="0">
                <a:ln>
                  <a:noFill/>
                </a:ln>
                <a:solidFill>
                  <a:srgbClr val="398ACB"/>
                </a:solidFill>
                <a:effectLst/>
                <a:uLnTx/>
                <a:uFillTx/>
                <a:latin typeface="Verdana"/>
                <a:ea typeface="+mn-ea"/>
                <a:cs typeface="Arial" charset="0"/>
              </a:rPr>
              <a:t>Исследование общей ишемической нагрузки при терапии </a:t>
            </a:r>
            <a:r>
              <a:rPr kumimoji="0" lang="ru-RU" sz="1300" b="1" i="0" u="none" strike="noStrike" kern="1200" cap="none" spc="-20" normalizeH="0" baseline="0" noProof="0" dirty="0" err="1">
                <a:ln>
                  <a:noFill/>
                </a:ln>
                <a:solidFill>
                  <a:srgbClr val="398ACB"/>
                </a:solidFill>
                <a:effectLst/>
                <a:uLnTx/>
                <a:uFillTx/>
                <a:latin typeface="Verdana"/>
                <a:ea typeface="+mn-ea"/>
                <a:cs typeface="Arial" charset="0"/>
              </a:rPr>
              <a:t>бисопрололом</a:t>
            </a:r>
            <a:r>
              <a:rPr kumimoji="0" lang="ru-RU" sz="1300" b="1" i="0" u="none" strike="noStrike" kern="1200" cap="none" spc="-20" normalizeH="0" baseline="0" noProof="0" dirty="0">
                <a:ln>
                  <a:noFill/>
                </a:ln>
                <a:solidFill>
                  <a:srgbClr val="398ACB"/>
                </a:solidFill>
                <a:effectLst/>
                <a:uLnTx/>
                <a:uFillTx/>
                <a:latin typeface="Verdana"/>
                <a:ea typeface="+mn-ea"/>
                <a:cs typeface="Arial" charset="0"/>
              </a:rPr>
              <a:t> </a:t>
            </a:r>
            <a:br>
              <a:rPr kumimoji="0" lang="ru-RU" sz="1300" b="1" i="0" u="none" strike="noStrike" kern="1200" cap="none" spc="-20" normalizeH="0" baseline="0" noProof="0" dirty="0">
                <a:ln>
                  <a:noFill/>
                </a:ln>
                <a:solidFill>
                  <a:srgbClr val="398ACB"/>
                </a:solidFill>
                <a:effectLst/>
                <a:uLnTx/>
                <a:uFillTx/>
                <a:latin typeface="Verdana"/>
                <a:ea typeface="+mn-ea"/>
                <a:cs typeface="Arial" charset="0"/>
              </a:rPr>
            </a:br>
            <a:r>
              <a:rPr kumimoji="0" lang="ru-RU" sz="1300" b="1" i="0" u="none" strike="noStrike" kern="1200" cap="none" spc="-20" normalizeH="0" baseline="0" noProof="0" dirty="0">
                <a:ln>
                  <a:noFill/>
                </a:ln>
                <a:solidFill>
                  <a:srgbClr val="398ACB"/>
                </a:solidFill>
                <a:effectLst/>
                <a:uLnTx/>
                <a:uFillTx/>
                <a:latin typeface="Verdana"/>
                <a:ea typeface="+mn-ea"/>
                <a:cs typeface="Arial" charset="0"/>
              </a:rPr>
              <a:t>(Total </a:t>
            </a:r>
            <a:r>
              <a:rPr kumimoji="0" lang="ru-RU" sz="1300" b="1" i="0" u="none" strike="noStrike" kern="1200" cap="none" spc="-20" normalizeH="0" baseline="0" noProof="0" dirty="0" err="1">
                <a:ln>
                  <a:noFill/>
                </a:ln>
                <a:solidFill>
                  <a:srgbClr val="398ACB"/>
                </a:solidFill>
                <a:effectLst/>
                <a:uLnTx/>
                <a:uFillTx/>
                <a:latin typeface="Verdana"/>
                <a:ea typeface="+mn-ea"/>
                <a:cs typeface="Arial" charset="0"/>
              </a:rPr>
              <a:t>Ischemic</a:t>
            </a:r>
            <a:r>
              <a:rPr kumimoji="0" lang="ru-RU" sz="1300" b="1" i="0" u="none" strike="noStrike" kern="1200" cap="none" spc="-20" normalizeH="0" baseline="0" noProof="0" dirty="0">
                <a:ln>
                  <a:noFill/>
                </a:ln>
                <a:solidFill>
                  <a:srgbClr val="398ACB"/>
                </a:solidFill>
                <a:effectLst/>
                <a:uLnTx/>
                <a:uFillTx/>
                <a:latin typeface="Verdana"/>
                <a:ea typeface="+mn-ea"/>
                <a:cs typeface="Arial" charset="0"/>
              </a:rPr>
              <a:t> </a:t>
            </a:r>
            <a:r>
              <a:rPr kumimoji="0" lang="ru-RU" sz="1300" b="1" i="0" u="none" strike="noStrike" kern="1200" cap="none" spc="-20" normalizeH="0" baseline="0" noProof="0" dirty="0" err="1">
                <a:ln>
                  <a:noFill/>
                </a:ln>
                <a:solidFill>
                  <a:srgbClr val="398ACB"/>
                </a:solidFill>
                <a:effectLst/>
                <a:uLnTx/>
                <a:uFillTx/>
                <a:latin typeface="Verdana"/>
                <a:ea typeface="+mn-ea"/>
                <a:cs typeface="Arial" charset="0"/>
              </a:rPr>
              <a:t>Burden</a:t>
            </a:r>
            <a:r>
              <a:rPr kumimoji="0" lang="ru-RU" sz="1300" b="1" i="0" u="none" strike="noStrike" kern="1200" cap="none" spc="-20" normalizeH="0" baseline="0" noProof="0" dirty="0">
                <a:ln>
                  <a:noFill/>
                </a:ln>
                <a:solidFill>
                  <a:srgbClr val="398ACB"/>
                </a:solidFill>
                <a:effectLst/>
                <a:uLnTx/>
                <a:uFillTx/>
                <a:latin typeface="Verdana"/>
                <a:ea typeface="+mn-ea"/>
                <a:cs typeface="Arial" charset="0"/>
              </a:rPr>
              <a:t> </a:t>
            </a:r>
            <a:r>
              <a:rPr kumimoji="0" lang="ru-RU" sz="1300" b="1" i="0" u="none" strike="noStrike" kern="1200" cap="none" spc="-20" normalizeH="0" baseline="0" noProof="0" dirty="0" err="1">
                <a:ln>
                  <a:noFill/>
                </a:ln>
                <a:solidFill>
                  <a:srgbClr val="398ACB"/>
                </a:solidFill>
                <a:effectLst/>
                <a:uLnTx/>
                <a:uFillTx/>
                <a:latin typeface="Verdana"/>
                <a:ea typeface="+mn-ea"/>
                <a:cs typeface="Arial" charset="0"/>
              </a:rPr>
              <a:t>Bisoprolol</a:t>
            </a:r>
            <a:r>
              <a:rPr kumimoji="0" lang="ru-RU" sz="1300" b="1" i="0" u="none" strike="noStrike" kern="1200" cap="none" spc="-20" normalizeH="0" baseline="0" noProof="0" dirty="0">
                <a:ln>
                  <a:noFill/>
                </a:ln>
                <a:solidFill>
                  <a:srgbClr val="398ACB"/>
                </a:solidFill>
                <a:effectLst/>
                <a:uLnTx/>
                <a:uFillTx/>
                <a:latin typeface="Verdana"/>
                <a:ea typeface="+mn-ea"/>
                <a:cs typeface="Arial" charset="0"/>
              </a:rPr>
              <a:t> Study, TIBBS)</a:t>
            </a:r>
            <a:r>
              <a:rPr kumimoji="0" lang="ru-RU" sz="1300" b="0" i="0" u="none" strike="noStrike" kern="1200" cap="none" spc="0" normalizeH="0" baseline="30000" noProof="0" dirty="0">
                <a:ln>
                  <a:noFill/>
                </a:ln>
                <a:solidFill>
                  <a:srgbClr val="398ACB"/>
                </a:solidFill>
                <a:effectLst/>
                <a:uLnTx/>
                <a:uFillTx/>
                <a:latin typeface="Verdana"/>
                <a:ea typeface="+mn-ea"/>
                <a:cs typeface="Arial" charset="0"/>
              </a:rPr>
              <a:t>2</a:t>
            </a:r>
            <a:br>
              <a:rPr kumimoji="0" lang="en-US" sz="1300" b="0" i="0" u="none" strike="noStrike" kern="1200" cap="none" spc="0" normalizeH="0" baseline="0" noProof="0" dirty="0">
                <a:ln>
                  <a:noFill/>
                </a:ln>
                <a:solidFill>
                  <a:srgbClr val="398ACB"/>
                </a:solidFill>
                <a:effectLst/>
                <a:uLnTx/>
                <a:uFillTx/>
                <a:latin typeface="Verdana"/>
                <a:ea typeface="+mn-ea"/>
                <a:cs typeface="Arial" charset="0"/>
              </a:rPr>
            </a:br>
            <a:r>
              <a:rPr kumimoji="0" lang="ru-RU" sz="1300" b="0" i="0" u="none" strike="noStrike" kern="1200" cap="none" spc="0" normalizeH="0" baseline="0" noProof="0" dirty="0">
                <a:ln>
                  <a:noFill/>
                </a:ln>
                <a:solidFill>
                  <a:srgbClr val="398ACB"/>
                </a:solidFill>
                <a:effectLst/>
                <a:uLnTx/>
                <a:uFillTx/>
                <a:latin typeface="Verdana"/>
                <a:ea typeface="+mn-ea"/>
                <a:cs typeface="+mn-cs"/>
              </a:rPr>
              <a:t>Длительное последующее наблюдение 317 пациентов со стабильной стенокардией, рандомизированных по группам, </a:t>
            </a:r>
            <a:br>
              <a:rPr kumimoji="0" lang="ru-RU" sz="1300" b="0" i="0" u="none" strike="noStrike" kern="1200" cap="none" spc="0" normalizeH="0" baseline="0" noProof="0" dirty="0">
                <a:ln>
                  <a:noFill/>
                </a:ln>
                <a:solidFill>
                  <a:srgbClr val="398ACB"/>
                </a:solidFill>
                <a:effectLst/>
                <a:uLnTx/>
                <a:uFillTx/>
                <a:latin typeface="Verdana"/>
                <a:ea typeface="+mn-ea"/>
                <a:cs typeface="+mn-cs"/>
              </a:rPr>
            </a:br>
            <a:r>
              <a:rPr kumimoji="0" lang="ru-RU" sz="1300" b="0" i="0" u="none" strike="noStrike" kern="1200" cap="none" spc="0" normalizeH="0" baseline="0" noProof="0" dirty="0">
                <a:ln>
                  <a:noFill/>
                </a:ln>
                <a:solidFill>
                  <a:srgbClr val="398ACB"/>
                </a:solidFill>
                <a:effectLst/>
                <a:uLnTx/>
                <a:uFillTx/>
                <a:latin typeface="Verdana"/>
                <a:ea typeface="+mn-ea"/>
                <a:cs typeface="+mn-cs"/>
              </a:rPr>
              <a:t>получавших в рамках двойного слепого исследования </a:t>
            </a:r>
            <a:r>
              <a:rPr kumimoji="0" lang="ru-RU" sz="1300" b="0" i="0" u="none" strike="noStrike" kern="1200" cap="none" spc="0" normalizeH="0" baseline="0" noProof="0" dirty="0" err="1">
                <a:ln>
                  <a:noFill/>
                </a:ln>
                <a:solidFill>
                  <a:srgbClr val="398ACB"/>
                </a:solidFill>
                <a:effectLst/>
                <a:uLnTx/>
                <a:uFillTx/>
                <a:latin typeface="Verdana"/>
                <a:ea typeface="+mn-ea"/>
                <a:cs typeface="+mn-cs"/>
              </a:rPr>
              <a:t>бисопролол</a:t>
            </a:r>
            <a:r>
              <a:rPr kumimoji="0" lang="ru-RU" sz="1300" b="0" i="0" u="none" strike="noStrike" kern="1200" cap="none" spc="0" normalizeH="0" baseline="0" noProof="0" dirty="0">
                <a:ln>
                  <a:noFill/>
                </a:ln>
                <a:solidFill>
                  <a:srgbClr val="398ACB"/>
                </a:solidFill>
                <a:effectLst/>
                <a:uLnTx/>
                <a:uFillTx/>
                <a:latin typeface="Verdana"/>
                <a:ea typeface="+mn-ea"/>
                <a:cs typeface="+mn-cs"/>
              </a:rPr>
              <a:t> либо </a:t>
            </a:r>
            <a:r>
              <a:rPr kumimoji="0" lang="ru-RU" sz="1300" b="0" i="0" u="none" strike="noStrike" kern="1200" cap="none" spc="0" normalizeH="0" baseline="0" noProof="0" dirty="0" err="1">
                <a:ln>
                  <a:noFill/>
                </a:ln>
                <a:solidFill>
                  <a:srgbClr val="398ACB"/>
                </a:solidFill>
                <a:effectLst/>
                <a:uLnTx/>
                <a:uFillTx/>
                <a:latin typeface="Verdana"/>
                <a:ea typeface="+mn-ea"/>
                <a:cs typeface="+mn-cs"/>
              </a:rPr>
              <a:t>нифедипин</a:t>
            </a:r>
            <a:r>
              <a:rPr kumimoji="0" lang="ru-RU" sz="1300" b="0" i="0" u="none" strike="noStrike" kern="1200" cap="none" spc="0" normalizeH="0" baseline="0" noProof="0" dirty="0">
                <a:ln>
                  <a:noFill/>
                </a:ln>
                <a:solidFill>
                  <a:srgbClr val="398ACB"/>
                </a:solidFill>
                <a:effectLst/>
                <a:uLnTx/>
                <a:uFillTx/>
                <a:latin typeface="Verdana"/>
                <a:ea typeface="+mn-ea"/>
                <a:cs typeface="+mn-cs"/>
              </a:rPr>
              <a:t> в течение 8 недель</a:t>
            </a:r>
            <a:r>
              <a:rPr kumimoji="0" lang="ru-RU" sz="1300" b="0" i="0" u="none" strike="noStrike" kern="1200" cap="none" spc="0" normalizeH="0" baseline="30000" noProof="0" dirty="0">
                <a:ln>
                  <a:noFill/>
                </a:ln>
                <a:solidFill>
                  <a:srgbClr val="398ACB"/>
                </a:solidFill>
                <a:effectLst/>
                <a:uLnTx/>
                <a:uFillTx/>
                <a:latin typeface="Verdana"/>
                <a:ea typeface="+mn-ea"/>
                <a:cs typeface="+mn-cs"/>
              </a:rPr>
              <a:t>†2</a:t>
            </a:r>
            <a:endParaRPr kumimoji="0" lang="en-US" sz="1300" b="0" i="0" u="none" strike="noStrike" kern="1200" cap="none" spc="0" normalizeH="0" baseline="30000" noProof="0" dirty="0">
              <a:ln>
                <a:noFill/>
              </a:ln>
              <a:solidFill>
                <a:srgbClr val="398ACB"/>
              </a:solidFill>
              <a:effectLst/>
              <a:uLnTx/>
              <a:uFillTx/>
              <a:latin typeface="Verdana"/>
              <a:ea typeface="+mn-ea"/>
              <a:cs typeface="Arial" charset="0"/>
            </a:endParaRPr>
          </a:p>
        </p:txBody>
      </p:sp>
      <p:sp>
        <p:nvSpPr>
          <p:cNvPr id="13" name="Freihandform 12"/>
          <p:cNvSpPr/>
          <p:nvPr>
            <p:custDataLst>
              <p:tags r:id="rId3"/>
            </p:custDataLst>
          </p:nvPr>
        </p:nvSpPr>
        <p:spPr bwMode="gray">
          <a:xfrm>
            <a:off x="3223464" y="5459266"/>
            <a:ext cx="2083855" cy="409717"/>
          </a:xfrm>
          <a:custGeom>
            <a:avLst/>
            <a:gdLst>
              <a:gd name="connsiteX0" fmla="*/ 0 w 2083855"/>
              <a:gd name="connsiteY0" fmla="*/ 409717 h 409717"/>
              <a:gd name="connsiteX1" fmla="*/ 59693 w 2083855"/>
              <a:gd name="connsiteY1" fmla="*/ 409717 h 409717"/>
              <a:gd name="connsiteX2" fmla="*/ 59693 w 2083855"/>
              <a:gd name="connsiteY2" fmla="*/ 293043 h 409717"/>
              <a:gd name="connsiteX3" fmla="*/ 59693 w 2083855"/>
              <a:gd name="connsiteY3" fmla="*/ 293043 h 409717"/>
              <a:gd name="connsiteX4" fmla="*/ 754312 w 2083855"/>
              <a:gd name="connsiteY4" fmla="*/ 293043 h 409717"/>
              <a:gd name="connsiteX5" fmla="*/ 1267135 w 2083855"/>
              <a:gd name="connsiteY5" fmla="*/ 293043 h 409717"/>
              <a:gd name="connsiteX6" fmla="*/ 1267135 w 2083855"/>
              <a:gd name="connsiteY6" fmla="*/ 143808 h 409717"/>
              <a:gd name="connsiteX7" fmla="*/ 1462497 w 2083855"/>
              <a:gd name="connsiteY7" fmla="*/ 143808 h 409717"/>
              <a:gd name="connsiteX8" fmla="*/ 1462497 w 2083855"/>
              <a:gd name="connsiteY8" fmla="*/ 5427 h 409717"/>
              <a:gd name="connsiteX9" fmla="*/ 2083855 w 2083855"/>
              <a:gd name="connsiteY9" fmla="*/ 0 h 409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83855" h="409717">
                <a:moveTo>
                  <a:pt x="0" y="409717"/>
                </a:moveTo>
                <a:lnTo>
                  <a:pt x="59693" y="409717"/>
                </a:lnTo>
                <a:lnTo>
                  <a:pt x="59693" y="293043"/>
                </a:lnTo>
                <a:lnTo>
                  <a:pt x="59693" y="293043"/>
                </a:lnTo>
                <a:lnTo>
                  <a:pt x="754312" y="293043"/>
                </a:lnTo>
                <a:lnTo>
                  <a:pt x="1267135" y="293043"/>
                </a:lnTo>
                <a:lnTo>
                  <a:pt x="1267135" y="143808"/>
                </a:lnTo>
                <a:lnTo>
                  <a:pt x="1462497" y="143808"/>
                </a:lnTo>
                <a:lnTo>
                  <a:pt x="1462497" y="5427"/>
                </a:lnTo>
                <a:lnTo>
                  <a:pt x="2083855" y="0"/>
                </a:lnTo>
              </a:path>
            </a:pathLst>
          </a:custGeom>
          <a:noFill/>
          <a:ln w="952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Verdana"/>
              <a:ea typeface="+mn-ea"/>
              <a:cs typeface="+mn-cs"/>
            </a:endParaRPr>
          </a:p>
        </p:txBody>
      </p:sp>
      <p:sp>
        <p:nvSpPr>
          <p:cNvPr id="2" name="Textfeld 1"/>
          <p:cNvSpPr txBox="1"/>
          <p:nvPr>
            <p:custDataLst>
              <p:tags r:id="rId4"/>
            </p:custDataLst>
          </p:nvPr>
        </p:nvSpPr>
        <p:spPr bwMode="gray">
          <a:xfrm>
            <a:off x="924971" y="5710152"/>
            <a:ext cx="10777172"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300"/>
              </a:spcBef>
              <a:spcAft>
                <a:spcPts val="300"/>
              </a:spcAft>
              <a:buClr>
                <a:srgbClr val="503291"/>
              </a:buClr>
              <a:buSzTx/>
              <a:buFontTx/>
              <a:buNone/>
              <a:tabLst/>
              <a:defRPr/>
            </a:pPr>
            <a:r>
              <a:rPr kumimoji="0" lang="ru-RU" sz="1200" b="0" i="0" u="none" strike="noStrike" kern="1200" cap="none" spc="0" normalizeH="0" baseline="30000" noProof="0" dirty="0">
                <a:ln>
                  <a:noFill/>
                </a:ln>
                <a:solidFill>
                  <a:srgbClr val="265374"/>
                </a:solidFill>
                <a:effectLst/>
                <a:uLnTx/>
                <a:uFillTx/>
                <a:latin typeface="Verdana"/>
                <a:ea typeface="+mn-ea"/>
                <a:cs typeface="+mn-cs"/>
              </a:rPr>
              <a:t>†</a:t>
            </a:r>
            <a:r>
              <a:rPr kumimoji="0" lang="ru-RU" sz="1200" b="0" i="0" u="none" strike="noStrike" kern="1200" cap="none" spc="0" normalizeH="0" baseline="0" noProof="0" dirty="0">
                <a:ln>
                  <a:noFill/>
                </a:ln>
                <a:solidFill>
                  <a:srgbClr val="265374"/>
                </a:solidFill>
                <a:effectLst/>
                <a:uLnTx/>
                <a:uFillTx/>
                <a:latin typeface="Verdana"/>
                <a:ea typeface="+mn-ea"/>
                <a:cs typeface="+mn-cs"/>
              </a:rPr>
              <a:t>По окончании 8 недель двойного слепого приема препаратов лечение пациентов продолжали на усмотрение их лечащих врачей</a:t>
            </a:r>
            <a:r>
              <a:rPr kumimoji="0" lang="ru-RU" sz="1200" b="0" i="0" u="none" strike="noStrike" kern="1200" cap="none" spc="0" normalizeH="0" baseline="30000" noProof="0" dirty="0">
                <a:ln>
                  <a:noFill/>
                </a:ln>
                <a:solidFill>
                  <a:srgbClr val="265374"/>
                </a:solidFill>
                <a:effectLst/>
                <a:uLnTx/>
                <a:uFillTx/>
                <a:latin typeface="Verdana"/>
                <a:ea typeface="+mn-ea"/>
                <a:cs typeface="+mn-cs"/>
              </a:rPr>
              <a:t>2</a:t>
            </a:r>
          </a:p>
        </p:txBody>
      </p:sp>
      <p:grpSp>
        <p:nvGrpSpPr>
          <p:cNvPr id="22" name="Группа 21">
            <a:extLst>
              <a:ext uri="{FF2B5EF4-FFF2-40B4-BE49-F238E27FC236}">
                <a16:creationId xmlns:a16="http://schemas.microsoft.com/office/drawing/2014/main" id="{21E6DF7B-302E-1811-7E15-EF38D3F97928}"/>
              </a:ext>
            </a:extLst>
          </p:cNvPr>
          <p:cNvGrpSpPr/>
          <p:nvPr/>
        </p:nvGrpSpPr>
        <p:grpSpPr>
          <a:xfrm>
            <a:off x="885616" y="2189031"/>
            <a:ext cx="10357707" cy="3429471"/>
            <a:chOff x="885616" y="2139621"/>
            <a:chExt cx="10357707" cy="3479008"/>
          </a:xfrm>
        </p:grpSpPr>
        <p:sp>
          <p:nvSpPr>
            <p:cNvPr id="225" name="Freeform 22"/>
            <p:cNvSpPr>
              <a:spLocks/>
            </p:cNvSpPr>
            <p:nvPr>
              <p:custDataLst>
                <p:tags r:id="rId6"/>
              </p:custDataLst>
            </p:nvPr>
          </p:nvSpPr>
          <p:spPr bwMode="auto">
            <a:xfrm>
              <a:off x="2062128" y="2317927"/>
              <a:ext cx="7248945" cy="1730099"/>
            </a:xfrm>
            <a:custGeom>
              <a:avLst/>
              <a:gdLst>
                <a:gd name="T0" fmla="*/ 396 w 5541"/>
                <a:gd name="T1" fmla="*/ 77 h 1261"/>
                <a:gd name="T2" fmla="*/ 229 w 5541"/>
                <a:gd name="T3" fmla="*/ 30 h 1261"/>
                <a:gd name="T4" fmla="*/ 285 w 5541"/>
                <a:gd name="T5" fmla="*/ 12 h 1261"/>
                <a:gd name="T6" fmla="*/ 440 w 5541"/>
                <a:gd name="T7" fmla="*/ 51 h 1261"/>
                <a:gd name="T8" fmla="*/ 489 w 5541"/>
                <a:gd name="T9" fmla="*/ 81 h 1261"/>
                <a:gd name="T10" fmla="*/ 979 w 5541"/>
                <a:gd name="T11" fmla="*/ 107 h 1261"/>
                <a:gd name="T12" fmla="*/ 1053 w 5541"/>
                <a:gd name="T13" fmla="*/ 141 h 1261"/>
                <a:gd name="T14" fmla="*/ 1376 w 5541"/>
                <a:gd name="T15" fmla="*/ 184 h 1261"/>
                <a:gd name="T16" fmla="*/ 1512 w 5541"/>
                <a:gd name="T17" fmla="*/ 213 h 1261"/>
                <a:gd name="T18" fmla="*/ 1617 w 5541"/>
                <a:gd name="T19" fmla="*/ 243 h 1261"/>
                <a:gd name="T20" fmla="*/ 1717 w 5541"/>
                <a:gd name="T21" fmla="*/ 286 h 1261"/>
                <a:gd name="T22" fmla="*/ 1903 w 5541"/>
                <a:gd name="T23" fmla="*/ 372 h 1261"/>
                <a:gd name="T24" fmla="*/ 1989 w 5541"/>
                <a:gd name="T25" fmla="*/ 406 h 1261"/>
                <a:gd name="T26" fmla="*/ 2070 w 5541"/>
                <a:gd name="T27" fmla="*/ 436 h 1261"/>
                <a:gd name="T28" fmla="*/ 2237 w 5541"/>
                <a:gd name="T29" fmla="*/ 466 h 1261"/>
                <a:gd name="T30" fmla="*/ 2305 w 5541"/>
                <a:gd name="T31" fmla="*/ 496 h 1261"/>
                <a:gd name="T32" fmla="*/ 2789 w 5541"/>
                <a:gd name="T33" fmla="*/ 564 h 1261"/>
                <a:gd name="T34" fmla="*/ 2863 w 5541"/>
                <a:gd name="T35" fmla="*/ 594 h 1261"/>
                <a:gd name="T36" fmla="*/ 3012 w 5541"/>
                <a:gd name="T37" fmla="*/ 632 h 1261"/>
                <a:gd name="T38" fmla="*/ 3068 w 5541"/>
                <a:gd name="T39" fmla="*/ 714 h 1261"/>
                <a:gd name="T40" fmla="*/ 3142 w 5541"/>
                <a:gd name="T41" fmla="*/ 752 h 1261"/>
                <a:gd name="T42" fmla="*/ 3372 w 5541"/>
                <a:gd name="T43" fmla="*/ 782 h 1261"/>
                <a:gd name="T44" fmla="*/ 3471 w 5541"/>
                <a:gd name="T45" fmla="*/ 872 h 1261"/>
                <a:gd name="T46" fmla="*/ 3582 w 5541"/>
                <a:gd name="T47" fmla="*/ 915 h 1261"/>
                <a:gd name="T48" fmla="*/ 3948 w 5541"/>
                <a:gd name="T49" fmla="*/ 945 h 1261"/>
                <a:gd name="T50" fmla="*/ 4060 w 5541"/>
                <a:gd name="T51" fmla="*/ 987 h 1261"/>
                <a:gd name="T52" fmla="*/ 4196 w 5541"/>
                <a:gd name="T53" fmla="*/ 1000 h 1261"/>
                <a:gd name="T54" fmla="*/ 4816 w 5541"/>
                <a:gd name="T55" fmla="*/ 1056 h 1261"/>
                <a:gd name="T56" fmla="*/ 4977 w 5541"/>
                <a:gd name="T57" fmla="*/ 1120 h 1261"/>
                <a:gd name="T58" fmla="*/ 5250 w 5541"/>
                <a:gd name="T59" fmla="*/ 1154 h 1261"/>
                <a:gd name="T60" fmla="*/ 5293 w 5541"/>
                <a:gd name="T61" fmla="*/ 1205 h 1261"/>
                <a:gd name="T62" fmla="*/ 5529 w 5541"/>
                <a:gd name="T63" fmla="*/ 1231 h 1261"/>
                <a:gd name="T64" fmla="*/ 5318 w 5541"/>
                <a:gd name="T65" fmla="*/ 1235 h 1261"/>
                <a:gd name="T66" fmla="*/ 5213 w 5541"/>
                <a:gd name="T67" fmla="*/ 1210 h 1261"/>
                <a:gd name="T68" fmla="*/ 5033 w 5541"/>
                <a:gd name="T69" fmla="*/ 1171 h 1261"/>
                <a:gd name="T70" fmla="*/ 4921 w 5541"/>
                <a:gd name="T71" fmla="*/ 1107 h 1261"/>
                <a:gd name="T72" fmla="*/ 4766 w 5541"/>
                <a:gd name="T73" fmla="*/ 1073 h 1261"/>
                <a:gd name="T74" fmla="*/ 4134 w 5541"/>
                <a:gd name="T75" fmla="*/ 1030 h 1261"/>
                <a:gd name="T76" fmla="*/ 3991 w 5541"/>
                <a:gd name="T77" fmla="*/ 992 h 1261"/>
                <a:gd name="T78" fmla="*/ 3719 w 5541"/>
                <a:gd name="T79" fmla="*/ 962 h 1261"/>
                <a:gd name="T80" fmla="*/ 3514 w 5541"/>
                <a:gd name="T81" fmla="*/ 910 h 1261"/>
                <a:gd name="T82" fmla="*/ 3359 w 5541"/>
                <a:gd name="T83" fmla="*/ 885 h 1261"/>
                <a:gd name="T84" fmla="*/ 3235 w 5541"/>
                <a:gd name="T85" fmla="*/ 795 h 1261"/>
                <a:gd name="T86" fmla="*/ 3049 w 5541"/>
                <a:gd name="T87" fmla="*/ 756 h 1261"/>
                <a:gd name="T88" fmla="*/ 3012 w 5541"/>
                <a:gd name="T89" fmla="*/ 692 h 1261"/>
                <a:gd name="T90" fmla="*/ 2956 w 5541"/>
                <a:gd name="T91" fmla="*/ 645 h 1261"/>
                <a:gd name="T92" fmla="*/ 2783 w 5541"/>
                <a:gd name="T93" fmla="*/ 620 h 1261"/>
                <a:gd name="T94" fmla="*/ 2721 w 5541"/>
                <a:gd name="T95" fmla="*/ 573 h 1261"/>
                <a:gd name="T96" fmla="*/ 2237 w 5541"/>
                <a:gd name="T97" fmla="*/ 517 h 1261"/>
                <a:gd name="T98" fmla="*/ 2175 w 5541"/>
                <a:gd name="T99" fmla="*/ 483 h 1261"/>
                <a:gd name="T100" fmla="*/ 2008 w 5541"/>
                <a:gd name="T101" fmla="*/ 444 h 1261"/>
                <a:gd name="T102" fmla="*/ 1884 w 5541"/>
                <a:gd name="T103" fmla="*/ 414 h 1261"/>
                <a:gd name="T104" fmla="*/ 1692 w 5541"/>
                <a:gd name="T105" fmla="*/ 376 h 1261"/>
                <a:gd name="T106" fmla="*/ 1593 w 5541"/>
                <a:gd name="T107" fmla="*/ 290 h 1261"/>
                <a:gd name="T108" fmla="*/ 1487 w 5541"/>
                <a:gd name="T109" fmla="*/ 248 h 1261"/>
                <a:gd name="T110" fmla="*/ 1345 w 5541"/>
                <a:gd name="T111" fmla="*/ 213 h 1261"/>
                <a:gd name="T112" fmla="*/ 1022 w 5541"/>
                <a:gd name="T113" fmla="*/ 192 h 1261"/>
                <a:gd name="T114" fmla="*/ 936 w 5541"/>
                <a:gd name="T115" fmla="*/ 154 h 1261"/>
                <a:gd name="T116" fmla="*/ 477 w 5541"/>
                <a:gd name="T117" fmla="*/ 115 h 1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541" h="1261">
                  <a:moveTo>
                    <a:pt x="446" y="107"/>
                  </a:moveTo>
                  <a:lnTo>
                    <a:pt x="446" y="107"/>
                  </a:lnTo>
                  <a:lnTo>
                    <a:pt x="446" y="102"/>
                  </a:lnTo>
                  <a:lnTo>
                    <a:pt x="440" y="102"/>
                  </a:lnTo>
                  <a:lnTo>
                    <a:pt x="440" y="102"/>
                  </a:lnTo>
                  <a:lnTo>
                    <a:pt x="433" y="94"/>
                  </a:lnTo>
                  <a:lnTo>
                    <a:pt x="427" y="89"/>
                  </a:lnTo>
                  <a:lnTo>
                    <a:pt x="427" y="89"/>
                  </a:lnTo>
                  <a:lnTo>
                    <a:pt x="421" y="85"/>
                  </a:lnTo>
                  <a:lnTo>
                    <a:pt x="415" y="85"/>
                  </a:lnTo>
                  <a:lnTo>
                    <a:pt x="415" y="85"/>
                  </a:lnTo>
                  <a:lnTo>
                    <a:pt x="402" y="85"/>
                  </a:lnTo>
                  <a:lnTo>
                    <a:pt x="396" y="81"/>
                  </a:lnTo>
                  <a:lnTo>
                    <a:pt x="396" y="77"/>
                  </a:lnTo>
                  <a:lnTo>
                    <a:pt x="396" y="77"/>
                  </a:lnTo>
                  <a:lnTo>
                    <a:pt x="396" y="72"/>
                  </a:lnTo>
                  <a:lnTo>
                    <a:pt x="390" y="68"/>
                  </a:lnTo>
                  <a:lnTo>
                    <a:pt x="378" y="68"/>
                  </a:lnTo>
                  <a:lnTo>
                    <a:pt x="378" y="68"/>
                  </a:lnTo>
                  <a:lnTo>
                    <a:pt x="254" y="68"/>
                  </a:lnTo>
                  <a:lnTo>
                    <a:pt x="254" y="68"/>
                  </a:lnTo>
                  <a:lnTo>
                    <a:pt x="241" y="68"/>
                  </a:lnTo>
                  <a:lnTo>
                    <a:pt x="241" y="60"/>
                  </a:lnTo>
                  <a:lnTo>
                    <a:pt x="241" y="60"/>
                  </a:lnTo>
                  <a:lnTo>
                    <a:pt x="241" y="38"/>
                  </a:lnTo>
                  <a:lnTo>
                    <a:pt x="241" y="38"/>
                  </a:lnTo>
                  <a:lnTo>
                    <a:pt x="241" y="30"/>
                  </a:lnTo>
                  <a:lnTo>
                    <a:pt x="229" y="30"/>
                  </a:lnTo>
                  <a:lnTo>
                    <a:pt x="229" y="30"/>
                  </a:lnTo>
                  <a:lnTo>
                    <a:pt x="0" y="30"/>
                  </a:lnTo>
                  <a:lnTo>
                    <a:pt x="0" y="30"/>
                  </a:lnTo>
                  <a:lnTo>
                    <a:pt x="0" y="17"/>
                  </a:lnTo>
                  <a:lnTo>
                    <a:pt x="0" y="17"/>
                  </a:lnTo>
                  <a:lnTo>
                    <a:pt x="0" y="0"/>
                  </a:lnTo>
                  <a:lnTo>
                    <a:pt x="0" y="0"/>
                  </a:lnTo>
                  <a:lnTo>
                    <a:pt x="266" y="0"/>
                  </a:lnTo>
                  <a:lnTo>
                    <a:pt x="266" y="0"/>
                  </a:lnTo>
                  <a:lnTo>
                    <a:pt x="279" y="0"/>
                  </a:lnTo>
                  <a:lnTo>
                    <a:pt x="285" y="12"/>
                  </a:lnTo>
                  <a:lnTo>
                    <a:pt x="285" y="12"/>
                  </a:lnTo>
                  <a:lnTo>
                    <a:pt x="285" y="12"/>
                  </a:lnTo>
                  <a:lnTo>
                    <a:pt x="285" y="12"/>
                  </a:lnTo>
                  <a:lnTo>
                    <a:pt x="285" y="30"/>
                  </a:lnTo>
                  <a:lnTo>
                    <a:pt x="285" y="34"/>
                  </a:lnTo>
                  <a:lnTo>
                    <a:pt x="285" y="42"/>
                  </a:lnTo>
                  <a:lnTo>
                    <a:pt x="285" y="42"/>
                  </a:lnTo>
                  <a:lnTo>
                    <a:pt x="297" y="42"/>
                  </a:lnTo>
                  <a:lnTo>
                    <a:pt x="303" y="42"/>
                  </a:lnTo>
                  <a:lnTo>
                    <a:pt x="328" y="42"/>
                  </a:lnTo>
                  <a:lnTo>
                    <a:pt x="328" y="42"/>
                  </a:lnTo>
                  <a:lnTo>
                    <a:pt x="421" y="42"/>
                  </a:lnTo>
                  <a:lnTo>
                    <a:pt x="421" y="42"/>
                  </a:lnTo>
                  <a:lnTo>
                    <a:pt x="433" y="42"/>
                  </a:lnTo>
                  <a:lnTo>
                    <a:pt x="440" y="47"/>
                  </a:lnTo>
                  <a:lnTo>
                    <a:pt x="440" y="51"/>
                  </a:lnTo>
                  <a:lnTo>
                    <a:pt x="440" y="51"/>
                  </a:lnTo>
                  <a:lnTo>
                    <a:pt x="440" y="55"/>
                  </a:lnTo>
                  <a:lnTo>
                    <a:pt x="440" y="55"/>
                  </a:lnTo>
                  <a:lnTo>
                    <a:pt x="452" y="55"/>
                  </a:lnTo>
                  <a:lnTo>
                    <a:pt x="452" y="55"/>
                  </a:lnTo>
                  <a:lnTo>
                    <a:pt x="464" y="60"/>
                  </a:lnTo>
                  <a:lnTo>
                    <a:pt x="471" y="60"/>
                  </a:lnTo>
                  <a:lnTo>
                    <a:pt x="471" y="68"/>
                  </a:lnTo>
                  <a:lnTo>
                    <a:pt x="471" y="68"/>
                  </a:lnTo>
                  <a:lnTo>
                    <a:pt x="471" y="72"/>
                  </a:lnTo>
                  <a:lnTo>
                    <a:pt x="477" y="72"/>
                  </a:lnTo>
                  <a:lnTo>
                    <a:pt x="477" y="72"/>
                  </a:lnTo>
                  <a:lnTo>
                    <a:pt x="483" y="72"/>
                  </a:lnTo>
                  <a:lnTo>
                    <a:pt x="489" y="81"/>
                  </a:lnTo>
                  <a:lnTo>
                    <a:pt x="489" y="81"/>
                  </a:lnTo>
                  <a:lnTo>
                    <a:pt x="495" y="81"/>
                  </a:lnTo>
                  <a:lnTo>
                    <a:pt x="508" y="81"/>
                  </a:lnTo>
                  <a:lnTo>
                    <a:pt x="508" y="81"/>
                  </a:lnTo>
                  <a:lnTo>
                    <a:pt x="514" y="81"/>
                  </a:lnTo>
                  <a:lnTo>
                    <a:pt x="514" y="85"/>
                  </a:lnTo>
                  <a:lnTo>
                    <a:pt x="514" y="85"/>
                  </a:lnTo>
                  <a:lnTo>
                    <a:pt x="520" y="94"/>
                  </a:lnTo>
                  <a:lnTo>
                    <a:pt x="533" y="94"/>
                  </a:lnTo>
                  <a:lnTo>
                    <a:pt x="533" y="94"/>
                  </a:lnTo>
                  <a:lnTo>
                    <a:pt x="948" y="94"/>
                  </a:lnTo>
                  <a:lnTo>
                    <a:pt x="948" y="94"/>
                  </a:lnTo>
                  <a:lnTo>
                    <a:pt x="967" y="98"/>
                  </a:lnTo>
                  <a:lnTo>
                    <a:pt x="973" y="102"/>
                  </a:lnTo>
                  <a:lnTo>
                    <a:pt x="979" y="107"/>
                  </a:lnTo>
                  <a:lnTo>
                    <a:pt x="979" y="107"/>
                  </a:lnTo>
                  <a:lnTo>
                    <a:pt x="979" y="119"/>
                  </a:lnTo>
                  <a:lnTo>
                    <a:pt x="979" y="119"/>
                  </a:lnTo>
                  <a:lnTo>
                    <a:pt x="979" y="128"/>
                  </a:lnTo>
                  <a:lnTo>
                    <a:pt x="985" y="128"/>
                  </a:lnTo>
                  <a:lnTo>
                    <a:pt x="985" y="128"/>
                  </a:lnTo>
                  <a:lnTo>
                    <a:pt x="991" y="128"/>
                  </a:lnTo>
                  <a:lnTo>
                    <a:pt x="991" y="132"/>
                  </a:lnTo>
                  <a:lnTo>
                    <a:pt x="991" y="132"/>
                  </a:lnTo>
                  <a:lnTo>
                    <a:pt x="998" y="141"/>
                  </a:lnTo>
                  <a:lnTo>
                    <a:pt x="1004" y="141"/>
                  </a:lnTo>
                  <a:lnTo>
                    <a:pt x="1004" y="141"/>
                  </a:lnTo>
                  <a:lnTo>
                    <a:pt x="1053" y="141"/>
                  </a:lnTo>
                  <a:lnTo>
                    <a:pt x="1053" y="141"/>
                  </a:lnTo>
                  <a:lnTo>
                    <a:pt x="1066" y="145"/>
                  </a:lnTo>
                  <a:lnTo>
                    <a:pt x="1066" y="154"/>
                  </a:lnTo>
                  <a:lnTo>
                    <a:pt x="1066" y="154"/>
                  </a:lnTo>
                  <a:lnTo>
                    <a:pt x="1066" y="162"/>
                  </a:lnTo>
                  <a:lnTo>
                    <a:pt x="1072" y="171"/>
                  </a:lnTo>
                  <a:lnTo>
                    <a:pt x="1078" y="171"/>
                  </a:lnTo>
                  <a:lnTo>
                    <a:pt x="1091" y="171"/>
                  </a:lnTo>
                  <a:lnTo>
                    <a:pt x="1091" y="171"/>
                  </a:lnTo>
                  <a:lnTo>
                    <a:pt x="1357" y="171"/>
                  </a:lnTo>
                  <a:lnTo>
                    <a:pt x="1357" y="171"/>
                  </a:lnTo>
                  <a:lnTo>
                    <a:pt x="1369" y="175"/>
                  </a:lnTo>
                  <a:lnTo>
                    <a:pt x="1369" y="175"/>
                  </a:lnTo>
                  <a:lnTo>
                    <a:pt x="1376" y="184"/>
                  </a:lnTo>
                  <a:lnTo>
                    <a:pt x="1376" y="184"/>
                  </a:lnTo>
                  <a:lnTo>
                    <a:pt x="1376" y="184"/>
                  </a:lnTo>
                  <a:lnTo>
                    <a:pt x="1382" y="188"/>
                  </a:lnTo>
                  <a:lnTo>
                    <a:pt x="1382" y="188"/>
                  </a:lnTo>
                  <a:lnTo>
                    <a:pt x="1388" y="188"/>
                  </a:lnTo>
                  <a:lnTo>
                    <a:pt x="1388" y="196"/>
                  </a:lnTo>
                  <a:lnTo>
                    <a:pt x="1388" y="196"/>
                  </a:lnTo>
                  <a:lnTo>
                    <a:pt x="1394" y="201"/>
                  </a:lnTo>
                  <a:lnTo>
                    <a:pt x="1400" y="201"/>
                  </a:lnTo>
                  <a:lnTo>
                    <a:pt x="1400" y="201"/>
                  </a:lnTo>
                  <a:lnTo>
                    <a:pt x="1493" y="201"/>
                  </a:lnTo>
                  <a:lnTo>
                    <a:pt x="1493" y="201"/>
                  </a:lnTo>
                  <a:lnTo>
                    <a:pt x="1506" y="205"/>
                  </a:lnTo>
                  <a:lnTo>
                    <a:pt x="1512" y="209"/>
                  </a:lnTo>
                  <a:lnTo>
                    <a:pt x="1512" y="213"/>
                  </a:lnTo>
                  <a:lnTo>
                    <a:pt x="1512" y="213"/>
                  </a:lnTo>
                  <a:lnTo>
                    <a:pt x="1512" y="218"/>
                  </a:lnTo>
                  <a:lnTo>
                    <a:pt x="1518" y="222"/>
                  </a:lnTo>
                  <a:lnTo>
                    <a:pt x="1518" y="222"/>
                  </a:lnTo>
                  <a:lnTo>
                    <a:pt x="1524" y="222"/>
                  </a:lnTo>
                  <a:lnTo>
                    <a:pt x="1524" y="222"/>
                  </a:lnTo>
                  <a:lnTo>
                    <a:pt x="1531" y="226"/>
                  </a:lnTo>
                  <a:lnTo>
                    <a:pt x="1537" y="231"/>
                  </a:lnTo>
                  <a:lnTo>
                    <a:pt x="1549" y="239"/>
                  </a:lnTo>
                  <a:lnTo>
                    <a:pt x="1549" y="239"/>
                  </a:lnTo>
                  <a:lnTo>
                    <a:pt x="1555" y="243"/>
                  </a:lnTo>
                  <a:lnTo>
                    <a:pt x="1562" y="243"/>
                  </a:lnTo>
                  <a:lnTo>
                    <a:pt x="1562" y="243"/>
                  </a:lnTo>
                  <a:lnTo>
                    <a:pt x="1617" y="243"/>
                  </a:lnTo>
                  <a:lnTo>
                    <a:pt x="1617" y="243"/>
                  </a:lnTo>
                  <a:lnTo>
                    <a:pt x="1630" y="248"/>
                  </a:lnTo>
                  <a:lnTo>
                    <a:pt x="1630" y="256"/>
                  </a:lnTo>
                  <a:lnTo>
                    <a:pt x="1630" y="256"/>
                  </a:lnTo>
                  <a:lnTo>
                    <a:pt x="1630" y="265"/>
                  </a:lnTo>
                  <a:lnTo>
                    <a:pt x="1636" y="273"/>
                  </a:lnTo>
                  <a:lnTo>
                    <a:pt x="1642" y="273"/>
                  </a:lnTo>
                  <a:lnTo>
                    <a:pt x="1661" y="273"/>
                  </a:lnTo>
                  <a:lnTo>
                    <a:pt x="1661" y="273"/>
                  </a:lnTo>
                  <a:lnTo>
                    <a:pt x="1698" y="273"/>
                  </a:lnTo>
                  <a:lnTo>
                    <a:pt x="1698" y="273"/>
                  </a:lnTo>
                  <a:lnTo>
                    <a:pt x="1710" y="273"/>
                  </a:lnTo>
                  <a:lnTo>
                    <a:pt x="1717" y="278"/>
                  </a:lnTo>
                  <a:lnTo>
                    <a:pt x="1717" y="286"/>
                  </a:lnTo>
                  <a:lnTo>
                    <a:pt x="1717" y="286"/>
                  </a:lnTo>
                  <a:lnTo>
                    <a:pt x="1717" y="342"/>
                  </a:lnTo>
                  <a:lnTo>
                    <a:pt x="1717" y="342"/>
                  </a:lnTo>
                  <a:lnTo>
                    <a:pt x="1723" y="346"/>
                  </a:lnTo>
                  <a:lnTo>
                    <a:pt x="1729" y="350"/>
                  </a:lnTo>
                  <a:lnTo>
                    <a:pt x="1729" y="350"/>
                  </a:lnTo>
                  <a:lnTo>
                    <a:pt x="1872" y="346"/>
                  </a:lnTo>
                  <a:lnTo>
                    <a:pt x="1872" y="346"/>
                  </a:lnTo>
                  <a:lnTo>
                    <a:pt x="1890" y="350"/>
                  </a:lnTo>
                  <a:lnTo>
                    <a:pt x="1890" y="355"/>
                  </a:lnTo>
                  <a:lnTo>
                    <a:pt x="1890" y="363"/>
                  </a:lnTo>
                  <a:lnTo>
                    <a:pt x="1890" y="363"/>
                  </a:lnTo>
                  <a:lnTo>
                    <a:pt x="1890" y="367"/>
                  </a:lnTo>
                  <a:lnTo>
                    <a:pt x="1903" y="372"/>
                  </a:lnTo>
                  <a:lnTo>
                    <a:pt x="1903" y="372"/>
                  </a:lnTo>
                  <a:lnTo>
                    <a:pt x="1909" y="372"/>
                  </a:lnTo>
                  <a:lnTo>
                    <a:pt x="1909" y="376"/>
                  </a:lnTo>
                  <a:lnTo>
                    <a:pt x="1909" y="376"/>
                  </a:lnTo>
                  <a:lnTo>
                    <a:pt x="1915" y="384"/>
                  </a:lnTo>
                  <a:lnTo>
                    <a:pt x="1927" y="384"/>
                  </a:lnTo>
                  <a:lnTo>
                    <a:pt x="1927" y="384"/>
                  </a:lnTo>
                  <a:lnTo>
                    <a:pt x="1971" y="384"/>
                  </a:lnTo>
                  <a:lnTo>
                    <a:pt x="1971" y="384"/>
                  </a:lnTo>
                  <a:lnTo>
                    <a:pt x="1983" y="384"/>
                  </a:lnTo>
                  <a:lnTo>
                    <a:pt x="1983" y="393"/>
                  </a:lnTo>
                  <a:lnTo>
                    <a:pt x="1983" y="393"/>
                  </a:lnTo>
                  <a:lnTo>
                    <a:pt x="1983" y="402"/>
                  </a:lnTo>
                  <a:lnTo>
                    <a:pt x="1989" y="406"/>
                  </a:lnTo>
                  <a:lnTo>
                    <a:pt x="1995" y="406"/>
                  </a:lnTo>
                  <a:lnTo>
                    <a:pt x="1995" y="406"/>
                  </a:lnTo>
                  <a:lnTo>
                    <a:pt x="1995" y="406"/>
                  </a:lnTo>
                  <a:lnTo>
                    <a:pt x="1995" y="406"/>
                  </a:lnTo>
                  <a:lnTo>
                    <a:pt x="2002" y="414"/>
                  </a:lnTo>
                  <a:lnTo>
                    <a:pt x="2008" y="419"/>
                  </a:lnTo>
                  <a:lnTo>
                    <a:pt x="2026" y="419"/>
                  </a:lnTo>
                  <a:lnTo>
                    <a:pt x="2026" y="419"/>
                  </a:lnTo>
                  <a:lnTo>
                    <a:pt x="2051" y="419"/>
                  </a:lnTo>
                  <a:lnTo>
                    <a:pt x="2051" y="419"/>
                  </a:lnTo>
                  <a:lnTo>
                    <a:pt x="2064" y="419"/>
                  </a:lnTo>
                  <a:lnTo>
                    <a:pt x="2070" y="427"/>
                  </a:lnTo>
                  <a:lnTo>
                    <a:pt x="2070" y="427"/>
                  </a:lnTo>
                  <a:lnTo>
                    <a:pt x="2070" y="436"/>
                  </a:lnTo>
                  <a:lnTo>
                    <a:pt x="2070" y="436"/>
                  </a:lnTo>
                  <a:lnTo>
                    <a:pt x="2070" y="444"/>
                  </a:lnTo>
                  <a:lnTo>
                    <a:pt x="2082" y="444"/>
                  </a:lnTo>
                  <a:lnTo>
                    <a:pt x="2082" y="444"/>
                  </a:lnTo>
                  <a:lnTo>
                    <a:pt x="2200" y="444"/>
                  </a:lnTo>
                  <a:lnTo>
                    <a:pt x="2200" y="444"/>
                  </a:lnTo>
                  <a:lnTo>
                    <a:pt x="2212" y="444"/>
                  </a:lnTo>
                  <a:lnTo>
                    <a:pt x="2219" y="449"/>
                  </a:lnTo>
                  <a:lnTo>
                    <a:pt x="2219" y="457"/>
                  </a:lnTo>
                  <a:lnTo>
                    <a:pt x="2219" y="457"/>
                  </a:lnTo>
                  <a:lnTo>
                    <a:pt x="2219" y="461"/>
                  </a:lnTo>
                  <a:lnTo>
                    <a:pt x="2225" y="461"/>
                  </a:lnTo>
                  <a:lnTo>
                    <a:pt x="2225" y="461"/>
                  </a:lnTo>
                  <a:lnTo>
                    <a:pt x="2237" y="466"/>
                  </a:lnTo>
                  <a:lnTo>
                    <a:pt x="2243" y="474"/>
                  </a:lnTo>
                  <a:lnTo>
                    <a:pt x="2243" y="474"/>
                  </a:lnTo>
                  <a:lnTo>
                    <a:pt x="2243" y="479"/>
                  </a:lnTo>
                  <a:lnTo>
                    <a:pt x="2256" y="483"/>
                  </a:lnTo>
                  <a:lnTo>
                    <a:pt x="2256" y="483"/>
                  </a:lnTo>
                  <a:lnTo>
                    <a:pt x="2268" y="483"/>
                  </a:lnTo>
                  <a:lnTo>
                    <a:pt x="2274" y="487"/>
                  </a:lnTo>
                  <a:lnTo>
                    <a:pt x="2274" y="491"/>
                  </a:lnTo>
                  <a:lnTo>
                    <a:pt x="2274" y="491"/>
                  </a:lnTo>
                  <a:lnTo>
                    <a:pt x="2274" y="496"/>
                  </a:lnTo>
                  <a:lnTo>
                    <a:pt x="2281" y="496"/>
                  </a:lnTo>
                  <a:lnTo>
                    <a:pt x="2281" y="496"/>
                  </a:lnTo>
                  <a:lnTo>
                    <a:pt x="2305" y="496"/>
                  </a:lnTo>
                  <a:lnTo>
                    <a:pt x="2305" y="496"/>
                  </a:lnTo>
                  <a:lnTo>
                    <a:pt x="2739" y="496"/>
                  </a:lnTo>
                  <a:lnTo>
                    <a:pt x="2739" y="496"/>
                  </a:lnTo>
                  <a:lnTo>
                    <a:pt x="2758" y="500"/>
                  </a:lnTo>
                  <a:lnTo>
                    <a:pt x="2758" y="508"/>
                  </a:lnTo>
                  <a:lnTo>
                    <a:pt x="2758" y="508"/>
                  </a:lnTo>
                  <a:lnTo>
                    <a:pt x="2758" y="538"/>
                  </a:lnTo>
                  <a:lnTo>
                    <a:pt x="2758" y="538"/>
                  </a:lnTo>
                  <a:lnTo>
                    <a:pt x="2764" y="543"/>
                  </a:lnTo>
                  <a:lnTo>
                    <a:pt x="2770" y="547"/>
                  </a:lnTo>
                  <a:lnTo>
                    <a:pt x="2770" y="547"/>
                  </a:lnTo>
                  <a:lnTo>
                    <a:pt x="2783" y="547"/>
                  </a:lnTo>
                  <a:lnTo>
                    <a:pt x="2789" y="555"/>
                  </a:lnTo>
                  <a:lnTo>
                    <a:pt x="2789" y="555"/>
                  </a:lnTo>
                  <a:lnTo>
                    <a:pt x="2789" y="564"/>
                  </a:lnTo>
                  <a:lnTo>
                    <a:pt x="2801" y="564"/>
                  </a:lnTo>
                  <a:lnTo>
                    <a:pt x="2801" y="564"/>
                  </a:lnTo>
                  <a:lnTo>
                    <a:pt x="2808" y="568"/>
                  </a:lnTo>
                  <a:lnTo>
                    <a:pt x="2808" y="568"/>
                  </a:lnTo>
                  <a:lnTo>
                    <a:pt x="2808" y="577"/>
                  </a:lnTo>
                  <a:lnTo>
                    <a:pt x="2808" y="577"/>
                  </a:lnTo>
                  <a:lnTo>
                    <a:pt x="2814" y="590"/>
                  </a:lnTo>
                  <a:lnTo>
                    <a:pt x="2820" y="590"/>
                  </a:lnTo>
                  <a:lnTo>
                    <a:pt x="2826" y="590"/>
                  </a:lnTo>
                  <a:lnTo>
                    <a:pt x="2826" y="590"/>
                  </a:lnTo>
                  <a:lnTo>
                    <a:pt x="2838" y="590"/>
                  </a:lnTo>
                  <a:lnTo>
                    <a:pt x="2838" y="590"/>
                  </a:lnTo>
                  <a:lnTo>
                    <a:pt x="2857" y="590"/>
                  </a:lnTo>
                  <a:lnTo>
                    <a:pt x="2863" y="594"/>
                  </a:lnTo>
                  <a:lnTo>
                    <a:pt x="2869" y="598"/>
                  </a:lnTo>
                  <a:lnTo>
                    <a:pt x="2869" y="611"/>
                  </a:lnTo>
                  <a:lnTo>
                    <a:pt x="2869" y="611"/>
                  </a:lnTo>
                  <a:lnTo>
                    <a:pt x="2876" y="615"/>
                  </a:lnTo>
                  <a:lnTo>
                    <a:pt x="2882" y="615"/>
                  </a:lnTo>
                  <a:lnTo>
                    <a:pt x="2882" y="615"/>
                  </a:lnTo>
                  <a:lnTo>
                    <a:pt x="2987" y="615"/>
                  </a:lnTo>
                  <a:lnTo>
                    <a:pt x="2987" y="615"/>
                  </a:lnTo>
                  <a:lnTo>
                    <a:pt x="3000" y="620"/>
                  </a:lnTo>
                  <a:lnTo>
                    <a:pt x="3000" y="628"/>
                  </a:lnTo>
                  <a:lnTo>
                    <a:pt x="3000" y="628"/>
                  </a:lnTo>
                  <a:lnTo>
                    <a:pt x="3000" y="632"/>
                  </a:lnTo>
                  <a:lnTo>
                    <a:pt x="3012" y="632"/>
                  </a:lnTo>
                  <a:lnTo>
                    <a:pt x="3012" y="632"/>
                  </a:lnTo>
                  <a:lnTo>
                    <a:pt x="3031" y="637"/>
                  </a:lnTo>
                  <a:lnTo>
                    <a:pt x="3031" y="650"/>
                  </a:lnTo>
                  <a:lnTo>
                    <a:pt x="3031" y="650"/>
                  </a:lnTo>
                  <a:lnTo>
                    <a:pt x="3031" y="658"/>
                  </a:lnTo>
                  <a:lnTo>
                    <a:pt x="3037" y="658"/>
                  </a:lnTo>
                  <a:lnTo>
                    <a:pt x="3049" y="658"/>
                  </a:lnTo>
                  <a:lnTo>
                    <a:pt x="3049" y="658"/>
                  </a:lnTo>
                  <a:lnTo>
                    <a:pt x="3055" y="662"/>
                  </a:lnTo>
                  <a:lnTo>
                    <a:pt x="3055" y="667"/>
                  </a:lnTo>
                  <a:lnTo>
                    <a:pt x="3055" y="667"/>
                  </a:lnTo>
                  <a:lnTo>
                    <a:pt x="3055" y="705"/>
                  </a:lnTo>
                  <a:lnTo>
                    <a:pt x="3055" y="705"/>
                  </a:lnTo>
                  <a:lnTo>
                    <a:pt x="3062" y="714"/>
                  </a:lnTo>
                  <a:lnTo>
                    <a:pt x="3068" y="714"/>
                  </a:lnTo>
                  <a:lnTo>
                    <a:pt x="3068" y="714"/>
                  </a:lnTo>
                  <a:lnTo>
                    <a:pt x="3074" y="714"/>
                  </a:lnTo>
                  <a:lnTo>
                    <a:pt x="3074" y="714"/>
                  </a:lnTo>
                  <a:lnTo>
                    <a:pt x="3093" y="714"/>
                  </a:lnTo>
                  <a:lnTo>
                    <a:pt x="3093" y="727"/>
                  </a:lnTo>
                  <a:lnTo>
                    <a:pt x="3093" y="727"/>
                  </a:lnTo>
                  <a:lnTo>
                    <a:pt x="3099" y="735"/>
                  </a:lnTo>
                  <a:lnTo>
                    <a:pt x="3111" y="735"/>
                  </a:lnTo>
                  <a:lnTo>
                    <a:pt x="3111" y="735"/>
                  </a:lnTo>
                  <a:lnTo>
                    <a:pt x="3117" y="735"/>
                  </a:lnTo>
                  <a:lnTo>
                    <a:pt x="3117" y="735"/>
                  </a:lnTo>
                  <a:lnTo>
                    <a:pt x="3136" y="739"/>
                  </a:lnTo>
                  <a:lnTo>
                    <a:pt x="3142" y="744"/>
                  </a:lnTo>
                  <a:lnTo>
                    <a:pt x="3142" y="752"/>
                  </a:lnTo>
                  <a:lnTo>
                    <a:pt x="3142" y="752"/>
                  </a:lnTo>
                  <a:lnTo>
                    <a:pt x="3142" y="761"/>
                  </a:lnTo>
                  <a:lnTo>
                    <a:pt x="3161" y="761"/>
                  </a:lnTo>
                  <a:lnTo>
                    <a:pt x="3161" y="761"/>
                  </a:lnTo>
                  <a:lnTo>
                    <a:pt x="3260" y="761"/>
                  </a:lnTo>
                  <a:lnTo>
                    <a:pt x="3260" y="761"/>
                  </a:lnTo>
                  <a:lnTo>
                    <a:pt x="3272" y="765"/>
                  </a:lnTo>
                  <a:lnTo>
                    <a:pt x="3279" y="774"/>
                  </a:lnTo>
                  <a:lnTo>
                    <a:pt x="3279" y="774"/>
                  </a:lnTo>
                  <a:lnTo>
                    <a:pt x="3279" y="782"/>
                  </a:lnTo>
                  <a:lnTo>
                    <a:pt x="3291" y="782"/>
                  </a:lnTo>
                  <a:lnTo>
                    <a:pt x="3291" y="782"/>
                  </a:lnTo>
                  <a:lnTo>
                    <a:pt x="3372" y="782"/>
                  </a:lnTo>
                  <a:lnTo>
                    <a:pt x="3372" y="782"/>
                  </a:lnTo>
                  <a:lnTo>
                    <a:pt x="3384" y="786"/>
                  </a:lnTo>
                  <a:lnTo>
                    <a:pt x="3390" y="795"/>
                  </a:lnTo>
                  <a:lnTo>
                    <a:pt x="3390" y="795"/>
                  </a:lnTo>
                  <a:lnTo>
                    <a:pt x="3390" y="851"/>
                  </a:lnTo>
                  <a:lnTo>
                    <a:pt x="3390" y="851"/>
                  </a:lnTo>
                  <a:lnTo>
                    <a:pt x="3390" y="855"/>
                  </a:lnTo>
                  <a:lnTo>
                    <a:pt x="3403" y="859"/>
                  </a:lnTo>
                  <a:lnTo>
                    <a:pt x="3403" y="859"/>
                  </a:lnTo>
                  <a:lnTo>
                    <a:pt x="3458" y="855"/>
                  </a:lnTo>
                  <a:lnTo>
                    <a:pt x="3458" y="855"/>
                  </a:lnTo>
                  <a:lnTo>
                    <a:pt x="3471" y="859"/>
                  </a:lnTo>
                  <a:lnTo>
                    <a:pt x="3471" y="863"/>
                  </a:lnTo>
                  <a:lnTo>
                    <a:pt x="3471" y="863"/>
                  </a:lnTo>
                  <a:lnTo>
                    <a:pt x="3471" y="872"/>
                  </a:lnTo>
                  <a:lnTo>
                    <a:pt x="3477" y="876"/>
                  </a:lnTo>
                  <a:lnTo>
                    <a:pt x="3489" y="876"/>
                  </a:lnTo>
                  <a:lnTo>
                    <a:pt x="3489" y="876"/>
                  </a:lnTo>
                  <a:lnTo>
                    <a:pt x="3551" y="876"/>
                  </a:lnTo>
                  <a:lnTo>
                    <a:pt x="3551" y="876"/>
                  </a:lnTo>
                  <a:lnTo>
                    <a:pt x="3564" y="880"/>
                  </a:lnTo>
                  <a:lnTo>
                    <a:pt x="3564" y="889"/>
                  </a:lnTo>
                  <a:lnTo>
                    <a:pt x="3564" y="889"/>
                  </a:lnTo>
                  <a:lnTo>
                    <a:pt x="3564" y="902"/>
                  </a:lnTo>
                  <a:lnTo>
                    <a:pt x="3564" y="906"/>
                  </a:lnTo>
                  <a:lnTo>
                    <a:pt x="3570" y="910"/>
                  </a:lnTo>
                  <a:lnTo>
                    <a:pt x="3570" y="910"/>
                  </a:lnTo>
                  <a:lnTo>
                    <a:pt x="3576" y="915"/>
                  </a:lnTo>
                  <a:lnTo>
                    <a:pt x="3582" y="915"/>
                  </a:lnTo>
                  <a:lnTo>
                    <a:pt x="3601" y="910"/>
                  </a:lnTo>
                  <a:lnTo>
                    <a:pt x="3601" y="910"/>
                  </a:lnTo>
                  <a:lnTo>
                    <a:pt x="3737" y="910"/>
                  </a:lnTo>
                  <a:lnTo>
                    <a:pt x="3737" y="910"/>
                  </a:lnTo>
                  <a:lnTo>
                    <a:pt x="3756" y="915"/>
                  </a:lnTo>
                  <a:lnTo>
                    <a:pt x="3756" y="927"/>
                  </a:lnTo>
                  <a:lnTo>
                    <a:pt x="3756" y="927"/>
                  </a:lnTo>
                  <a:lnTo>
                    <a:pt x="3756" y="932"/>
                  </a:lnTo>
                  <a:lnTo>
                    <a:pt x="3768" y="936"/>
                  </a:lnTo>
                  <a:lnTo>
                    <a:pt x="3768" y="936"/>
                  </a:lnTo>
                  <a:lnTo>
                    <a:pt x="3929" y="936"/>
                  </a:lnTo>
                  <a:lnTo>
                    <a:pt x="3929" y="936"/>
                  </a:lnTo>
                  <a:lnTo>
                    <a:pt x="3948" y="936"/>
                  </a:lnTo>
                  <a:lnTo>
                    <a:pt x="3948" y="945"/>
                  </a:lnTo>
                  <a:lnTo>
                    <a:pt x="3948" y="945"/>
                  </a:lnTo>
                  <a:lnTo>
                    <a:pt x="3948" y="953"/>
                  </a:lnTo>
                  <a:lnTo>
                    <a:pt x="3948" y="953"/>
                  </a:lnTo>
                  <a:lnTo>
                    <a:pt x="3948" y="957"/>
                  </a:lnTo>
                  <a:lnTo>
                    <a:pt x="3960" y="962"/>
                  </a:lnTo>
                  <a:lnTo>
                    <a:pt x="3960" y="962"/>
                  </a:lnTo>
                  <a:lnTo>
                    <a:pt x="4035" y="957"/>
                  </a:lnTo>
                  <a:lnTo>
                    <a:pt x="4035" y="957"/>
                  </a:lnTo>
                  <a:lnTo>
                    <a:pt x="4047" y="962"/>
                  </a:lnTo>
                  <a:lnTo>
                    <a:pt x="4047" y="970"/>
                  </a:lnTo>
                  <a:lnTo>
                    <a:pt x="4047" y="970"/>
                  </a:lnTo>
                  <a:lnTo>
                    <a:pt x="4047" y="979"/>
                  </a:lnTo>
                  <a:lnTo>
                    <a:pt x="4053" y="983"/>
                  </a:lnTo>
                  <a:lnTo>
                    <a:pt x="4060" y="987"/>
                  </a:lnTo>
                  <a:lnTo>
                    <a:pt x="4072" y="987"/>
                  </a:lnTo>
                  <a:lnTo>
                    <a:pt x="4072" y="987"/>
                  </a:lnTo>
                  <a:lnTo>
                    <a:pt x="4140" y="987"/>
                  </a:lnTo>
                  <a:lnTo>
                    <a:pt x="4140" y="987"/>
                  </a:lnTo>
                  <a:lnTo>
                    <a:pt x="4146" y="987"/>
                  </a:lnTo>
                  <a:lnTo>
                    <a:pt x="4153" y="992"/>
                  </a:lnTo>
                  <a:lnTo>
                    <a:pt x="4153" y="992"/>
                  </a:lnTo>
                  <a:lnTo>
                    <a:pt x="4153" y="996"/>
                  </a:lnTo>
                  <a:lnTo>
                    <a:pt x="4159" y="1000"/>
                  </a:lnTo>
                  <a:lnTo>
                    <a:pt x="4159" y="1000"/>
                  </a:lnTo>
                  <a:lnTo>
                    <a:pt x="4165" y="1000"/>
                  </a:lnTo>
                  <a:lnTo>
                    <a:pt x="4165" y="1000"/>
                  </a:lnTo>
                  <a:lnTo>
                    <a:pt x="4190" y="1000"/>
                  </a:lnTo>
                  <a:lnTo>
                    <a:pt x="4196" y="1000"/>
                  </a:lnTo>
                  <a:lnTo>
                    <a:pt x="4202" y="1009"/>
                  </a:lnTo>
                  <a:lnTo>
                    <a:pt x="4202" y="1022"/>
                  </a:lnTo>
                  <a:lnTo>
                    <a:pt x="4202" y="1022"/>
                  </a:lnTo>
                  <a:lnTo>
                    <a:pt x="4202" y="1030"/>
                  </a:lnTo>
                  <a:lnTo>
                    <a:pt x="4208" y="1030"/>
                  </a:lnTo>
                  <a:lnTo>
                    <a:pt x="4221" y="1030"/>
                  </a:lnTo>
                  <a:lnTo>
                    <a:pt x="4221" y="1030"/>
                  </a:lnTo>
                  <a:lnTo>
                    <a:pt x="4785" y="1030"/>
                  </a:lnTo>
                  <a:lnTo>
                    <a:pt x="4785" y="1030"/>
                  </a:lnTo>
                  <a:lnTo>
                    <a:pt x="4803" y="1034"/>
                  </a:lnTo>
                  <a:lnTo>
                    <a:pt x="4803" y="1047"/>
                  </a:lnTo>
                  <a:lnTo>
                    <a:pt x="4803" y="1047"/>
                  </a:lnTo>
                  <a:lnTo>
                    <a:pt x="4810" y="1056"/>
                  </a:lnTo>
                  <a:lnTo>
                    <a:pt x="4816" y="1056"/>
                  </a:lnTo>
                  <a:lnTo>
                    <a:pt x="4816" y="1056"/>
                  </a:lnTo>
                  <a:lnTo>
                    <a:pt x="4828" y="1060"/>
                  </a:lnTo>
                  <a:lnTo>
                    <a:pt x="4828" y="1064"/>
                  </a:lnTo>
                  <a:lnTo>
                    <a:pt x="4828" y="1064"/>
                  </a:lnTo>
                  <a:lnTo>
                    <a:pt x="4834" y="1077"/>
                  </a:lnTo>
                  <a:lnTo>
                    <a:pt x="4847" y="1077"/>
                  </a:lnTo>
                  <a:lnTo>
                    <a:pt x="4847" y="1077"/>
                  </a:lnTo>
                  <a:lnTo>
                    <a:pt x="4958" y="1077"/>
                  </a:lnTo>
                  <a:lnTo>
                    <a:pt x="4958" y="1077"/>
                  </a:lnTo>
                  <a:lnTo>
                    <a:pt x="4971" y="1077"/>
                  </a:lnTo>
                  <a:lnTo>
                    <a:pt x="4977" y="1086"/>
                  </a:lnTo>
                  <a:lnTo>
                    <a:pt x="4977" y="1086"/>
                  </a:lnTo>
                  <a:lnTo>
                    <a:pt x="4977" y="1120"/>
                  </a:lnTo>
                  <a:lnTo>
                    <a:pt x="4977" y="1120"/>
                  </a:lnTo>
                  <a:lnTo>
                    <a:pt x="4977" y="1128"/>
                  </a:lnTo>
                  <a:lnTo>
                    <a:pt x="4989" y="1128"/>
                  </a:lnTo>
                  <a:lnTo>
                    <a:pt x="4989" y="1128"/>
                  </a:lnTo>
                  <a:lnTo>
                    <a:pt x="5058" y="1128"/>
                  </a:lnTo>
                  <a:lnTo>
                    <a:pt x="5058" y="1128"/>
                  </a:lnTo>
                  <a:lnTo>
                    <a:pt x="5076" y="1133"/>
                  </a:lnTo>
                  <a:lnTo>
                    <a:pt x="5076" y="1141"/>
                  </a:lnTo>
                  <a:lnTo>
                    <a:pt x="5076" y="1141"/>
                  </a:lnTo>
                  <a:lnTo>
                    <a:pt x="5082" y="1150"/>
                  </a:lnTo>
                  <a:lnTo>
                    <a:pt x="5095" y="1154"/>
                  </a:lnTo>
                  <a:lnTo>
                    <a:pt x="5095" y="1154"/>
                  </a:lnTo>
                  <a:lnTo>
                    <a:pt x="5237" y="1154"/>
                  </a:lnTo>
                  <a:lnTo>
                    <a:pt x="5237" y="1154"/>
                  </a:lnTo>
                  <a:lnTo>
                    <a:pt x="5250" y="1154"/>
                  </a:lnTo>
                  <a:lnTo>
                    <a:pt x="5256" y="1163"/>
                  </a:lnTo>
                  <a:lnTo>
                    <a:pt x="5256" y="1163"/>
                  </a:lnTo>
                  <a:lnTo>
                    <a:pt x="5250" y="1171"/>
                  </a:lnTo>
                  <a:lnTo>
                    <a:pt x="5250" y="1171"/>
                  </a:lnTo>
                  <a:lnTo>
                    <a:pt x="5256" y="1184"/>
                  </a:lnTo>
                  <a:lnTo>
                    <a:pt x="5262" y="1184"/>
                  </a:lnTo>
                  <a:lnTo>
                    <a:pt x="5274" y="1184"/>
                  </a:lnTo>
                  <a:lnTo>
                    <a:pt x="5274" y="1184"/>
                  </a:lnTo>
                  <a:lnTo>
                    <a:pt x="5281" y="1184"/>
                  </a:lnTo>
                  <a:lnTo>
                    <a:pt x="5281" y="1188"/>
                  </a:lnTo>
                  <a:lnTo>
                    <a:pt x="5281" y="1197"/>
                  </a:lnTo>
                  <a:lnTo>
                    <a:pt x="5281" y="1197"/>
                  </a:lnTo>
                  <a:lnTo>
                    <a:pt x="5287" y="1201"/>
                  </a:lnTo>
                  <a:lnTo>
                    <a:pt x="5293" y="1205"/>
                  </a:lnTo>
                  <a:lnTo>
                    <a:pt x="5293" y="1205"/>
                  </a:lnTo>
                  <a:lnTo>
                    <a:pt x="5349" y="1205"/>
                  </a:lnTo>
                  <a:lnTo>
                    <a:pt x="5349" y="1205"/>
                  </a:lnTo>
                  <a:lnTo>
                    <a:pt x="5355" y="1205"/>
                  </a:lnTo>
                  <a:lnTo>
                    <a:pt x="5361" y="1214"/>
                  </a:lnTo>
                  <a:lnTo>
                    <a:pt x="5361" y="1214"/>
                  </a:lnTo>
                  <a:lnTo>
                    <a:pt x="5361" y="1223"/>
                  </a:lnTo>
                  <a:lnTo>
                    <a:pt x="5361" y="1227"/>
                  </a:lnTo>
                  <a:lnTo>
                    <a:pt x="5374" y="1231"/>
                  </a:lnTo>
                  <a:lnTo>
                    <a:pt x="5386" y="1231"/>
                  </a:lnTo>
                  <a:lnTo>
                    <a:pt x="5386" y="1231"/>
                  </a:lnTo>
                  <a:lnTo>
                    <a:pt x="5522" y="1231"/>
                  </a:lnTo>
                  <a:lnTo>
                    <a:pt x="5522" y="1231"/>
                  </a:lnTo>
                  <a:lnTo>
                    <a:pt x="5529" y="1231"/>
                  </a:lnTo>
                  <a:lnTo>
                    <a:pt x="5535" y="1231"/>
                  </a:lnTo>
                  <a:lnTo>
                    <a:pt x="5541" y="1248"/>
                  </a:lnTo>
                  <a:lnTo>
                    <a:pt x="5541" y="1248"/>
                  </a:lnTo>
                  <a:lnTo>
                    <a:pt x="5535" y="1257"/>
                  </a:lnTo>
                  <a:lnTo>
                    <a:pt x="5522" y="1261"/>
                  </a:lnTo>
                  <a:lnTo>
                    <a:pt x="5522" y="1261"/>
                  </a:lnTo>
                  <a:lnTo>
                    <a:pt x="5336" y="1261"/>
                  </a:lnTo>
                  <a:lnTo>
                    <a:pt x="5336" y="1261"/>
                  </a:lnTo>
                  <a:lnTo>
                    <a:pt x="5324" y="1261"/>
                  </a:lnTo>
                  <a:lnTo>
                    <a:pt x="5318" y="1252"/>
                  </a:lnTo>
                  <a:lnTo>
                    <a:pt x="5318" y="1252"/>
                  </a:lnTo>
                  <a:lnTo>
                    <a:pt x="5324" y="1244"/>
                  </a:lnTo>
                  <a:lnTo>
                    <a:pt x="5324" y="1244"/>
                  </a:lnTo>
                  <a:lnTo>
                    <a:pt x="5318" y="1235"/>
                  </a:lnTo>
                  <a:lnTo>
                    <a:pt x="5312" y="1235"/>
                  </a:lnTo>
                  <a:lnTo>
                    <a:pt x="5312" y="1235"/>
                  </a:lnTo>
                  <a:lnTo>
                    <a:pt x="5250" y="1235"/>
                  </a:lnTo>
                  <a:lnTo>
                    <a:pt x="5250" y="1235"/>
                  </a:lnTo>
                  <a:lnTo>
                    <a:pt x="5237" y="1231"/>
                  </a:lnTo>
                  <a:lnTo>
                    <a:pt x="5237" y="1227"/>
                  </a:lnTo>
                  <a:lnTo>
                    <a:pt x="5237" y="1227"/>
                  </a:lnTo>
                  <a:lnTo>
                    <a:pt x="5237" y="1214"/>
                  </a:lnTo>
                  <a:lnTo>
                    <a:pt x="5231" y="1214"/>
                  </a:lnTo>
                  <a:lnTo>
                    <a:pt x="5219" y="1214"/>
                  </a:lnTo>
                  <a:lnTo>
                    <a:pt x="5219" y="1214"/>
                  </a:lnTo>
                  <a:lnTo>
                    <a:pt x="5213" y="1210"/>
                  </a:lnTo>
                  <a:lnTo>
                    <a:pt x="5213" y="1210"/>
                  </a:lnTo>
                  <a:lnTo>
                    <a:pt x="5213" y="1210"/>
                  </a:lnTo>
                  <a:lnTo>
                    <a:pt x="5213" y="1205"/>
                  </a:lnTo>
                  <a:lnTo>
                    <a:pt x="5213" y="1205"/>
                  </a:lnTo>
                  <a:lnTo>
                    <a:pt x="5213" y="1193"/>
                  </a:lnTo>
                  <a:lnTo>
                    <a:pt x="5213" y="1188"/>
                  </a:lnTo>
                  <a:lnTo>
                    <a:pt x="5213" y="1184"/>
                  </a:lnTo>
                  <a:lnTo>
                    <a:pt x="5213" y="1184"/>
                  </a:lnTo>
                  <a:lnTo>
                    <a:pt x="5194" y="1180"/>
                  </a:lnTo>
                  <a:lnTo>
                    <a:pt x="5182" y="1180"/>
                  </a:lnTo>
                  <a:lnTo>
                    <a:pt x="5182" y="1180"/>
                  </a:lnTo>
                  <a:lnTo>
                    <a:pt x="5051" y="1180"/>
                  </a:lnTo>
                  <a:lnTo>
                    <a:pt x="5051" y="1180"/>
                  </a:lnTo>
                  <a:lnTo>
                    <a:pt x="5033" y="1180"/>
                  </a:lnTo>
                  <a:lnTo>
                    <a:pt x="5033" y="1175"/>
                  </a:lnTo>
                  <a:lnTo>
                    <a:pt x="5033" y="1171"/>
                  </a:lnTo>
                  <a:lnTo>
                    <a:pt x="5033" y="1171"/>
                  </a:lnTo>
                  <a:lnTo>
                    <a:pt x="5033" y="1163"/>
                  </a:lnTo>
                  <a:lnTo>
                    <a:pt x="5033" y="1158"/>
                  </a:lnTo>
                  <a:lnTo>
                    <a:pt x="5014" y="1158"/>
                  </a:lnTo>
                  <a:lnTo>
                    <a:pt x="5014" y="1158"/>
                  </a:lnTo>
                  <a:lnTo>
                    <a:pt x="4946" y="1158"/>
                  </a:lnTo>
                  <a:lnTo>
                    <a:pt x="4946" y="1158"/>
                  </a:lnTo>
                  <a:lnTo>
                    <a:pt x="4940" y="1158"/>
                  </a:lnTo>
                  <a:lnTo>
                    <a:pt x="4934" y="1150"/>
                  </a:lnTo>
                  <a:lnTo>
                    <a:pt x="4934" y="1150"/>
                  </a:lnTo>
                  <a:lnTo>
                    <a:pt x="4934" y="1116"/>
                  </a:lnTo>
                  <a:lnTo>
                    <a:pt x="4934" y="1116"/>
                  </a:lnTo>
                  <a:lnTo>
                    <a:pt x="4934" y="1107"/>
                  </a:lnTo>
                  <a:lnTo>
                    <a:pt x="4921" y="1107"/>
                  </a:lnTo>
                  <a:lnTo>
                    <a:pt x="4921" y="1107"/>
                  </a:lnTo>
                  <a:lnTo>
                    <a:pt x="4803" y="1107"/>
                  </a:lnTo>
                  <a:lnTo>
                    <a:pt x="4803" y="1107"/>
                  </a:lnTo>
                  <a:lnTo>
                    <a:pt x="4791" y="1103"/>
                  </a:lnTo>
                  <a:lnTo>
                    <a:pt x="4791" y="1099"/>
                  </a:lnTo>
                  <a:lnTo>
                    <a:pt x="4791" y="1094"/>
                  </a:lnTo>
                  <a:lnTo>
                    <a:pt x="4791" y="1094"/>
                  </a:lnTo>
                  <a:lnTo>
                    <a:pt x="4785" y="1090"/>
                  </a:lnTo>
                  <a:lnTo>
                    <a:pt x="4779" y="1086"/>
                  </a:lnTo>
                  <a:lnTo>
                    <a:pt x="4779" y="1086"/>
                  </a:lnTo>
                  <a:lnTo>
                    <a:pt x="4772" y="1086"/>
                  </a:lnTo>
                  <a:lnTo>
                    <a:pt x="4766" y="1081"/>
                  </a:lnTo>
                  <a:lnTo>
                    <a:pt x="4766" y="1073"/>
                  </a:lnTo>
                  <a:lnTo>
                    <a:pt x="4766" y="1073"/>
                  </a:lnTo>
                  <a:lnTo>
                    <a:pt x="4766" y="1069"/>
                  </a:lnTo>
                  <a:lnTo>
                    <a:pt x="4766" y="1064"/>
                  </a:lnTo>
                  <a:lnTo>
                    <a:pt x="4748" y="1060"/>
                  </a:lnTo>
                  <a:lnTo>
                    <a:pt x="4748" y="1060"/>
                  </a:lnTo>
                  <a:lnTo>
                    <a:pt x="4184" y="1064"/>
                  </a:lnTo>
                  <a:lnTo>
                    <a:pt x="4184" y="1064"/>
                  </a:lnTo>
                  <a:lnTo>
                    <a:pt x="4165" y="1060"/>
                  </a:lnTo>
                  <a:lnTo>
                    <a:pt x="4159" y="1047"/>
                  </a:lnTo>
                  <a:lnTo>
                    <a:pt x="4159" y="1047"/>
                  </a:lnTo>
                  <a:lnTo>
                    <a:pt x="4159" y="1039"/>
                  </a:lnTo>
                  <a:lnTo>
                    <a:pt x="4159" y="1030"/>
                  </a:lnTo>
                  <a:lnTo>
                    <a:pt x="4146" y="1030"/>
                  </a:lnTo>
                  <a:lnTo>
                    <a:pt x="4134" y="1030"/>
                  </a:lnTo>
                  <a:lnTo>
                    <a:pt x="4134" y="1030"/>
                  </a:lnTo>
                  <a:lnTo>
                    <a:pt x="4115" y="1030"/>
                  </a:lnTo>
                  <a:lnTo>
                    <a:pt x="4115" y="1026"/>
                  </a:lnTo>
                  <a:lnTo>
                    <a:pt x="4115" y="1017"/>
                  </a:lnTo>
                  <a:lnTo>
                    <a:pt x="4115" y="1017"/>
                  </a:lnTo>
                  <a:lnTo>
                    <a:pt x="4109" y="1017"/>
                  </a:lnTo>
                  <a:lnTo>
                    <a:pt x="4103" y="1017"/>
                  </a:lnTo>
                  <a:lnTo>
                    <a:pt x="4103" y="1017"/>
                  </a:lnTo>
                  <a:lnTo>
                    <a:pt x="4022" y="1017"/>
                  </a:lnTo>
                  <a:lnTo>
                    <a:pt x="4022" y="1017"/>
                  </a:lnTo>
                  <a:lnTo>
                    <a:pt x="4010" y="1013"/>
                  </a:lnTo>
                  <a:lnTo>
                    <a:pt x="4010" y="1004"/>
                  </a:lnTo>
                  <a:lnTo>
                    <a:pt x="4010" y="1004"/>
                  </a:lnTo>
                  <a:lnTo>
                    <a:pt x="4004" y="992"/>
                  </a:lnTo>
                  <a:lnTo>
                    <a:pt x="3991" y="992"/>
                  </a:lnTo>
                  <a:lnTo>
                    <a:pt x="3991" y="992"/>
                  </a:lnTo>
                  <a:lnTo>
                    <a:pt x="3917" y="992"/>
                  </a:lnTo>
                  <a:lnTo>
                    <a:pt x="3917" y="992"/>
                  </a:lnTo>
                  <a:lnTo>
                    <a:pt x="3911" y="987"/>
                  </a:lnTo>
                  <a:lnTo>
                    <a:pt x="3905" y="983"/>
                  </a:lnTo>
                  <a:lnTo>
                    <a:pt x="3905" y="983"/>
                  </a:lnTo>
                  <a:lnTo>
                    <a:pt x="3905" y="970"/>
                  </a:lnTo>
                  <a:lnTo>
                    <a:pt x="3905" y="966"/>
                  </a:lnTo>
                  <a:lnTo>
                    <a:pt x="3892" y="966"/>
                  </a:lnTo>
                  <a:lnTo>
                    <a:pt x="3880" y="962"/>
                  </a:lnTo>
                  <a:lnTo>
                    <a:pt x="3880" y="962"/>
                  </a:lnTo>
                  <a:lnTo>
                    <a:pt x="3731" y="966"/>
                  </a:lnTo>
                  <a:lnTo>
                    <a:pt x="3731" y="966"/>
                  </a:lnTo>
                  <a:lnTo>
                    <a:pt x="3719" y="962"/>
                  </a:lnTo>
                  <a:lnTo>
                    <a:pt x="3712" y="957"/>
                  </a:lnTo>
                  <a:lnTo>
                    <a:pt x="3712" y="953"/>
                  </a:lnTo>
                  <a:lnTo>
                    <a:pt x="3712" y="953"/>
                  </a:lnTo>
                  <a:lnTo>
                    <a:pt x="3712" y="945"/>
                  </a:lnTo>
                  <a:lnTo>
                    <a:pt x="3700" y="940"/>
                  </a:lnTo>
                  <a:lnTo>
                    <a:pt x="3700" y="940"/>
                  </a:lnTo>
                  <a:lnTo>
                    <a:pt x="3545" y="940"/>
                  </a:lnTo>
                  <a:lnTo>
                    <a:pt x="3545" y="940"/>
                  </a:lnTo>
                  <a:lnTo>
                    <a:pt x="3527" y="940"/>
                  </a:lnTo>
                  <a:lnTo>
                    <a:pt x="3527" y="927"/>
                  </a:lnTo>
                  <a:lnTo>
                    <a:pt x="3527" y="927"/>
                  </a:lnTo>
                  <a:lnTo>
                    <a:pt x="3527" y="915"/>
                  </a:lnTo>
                  <a:lnTo>
                    <a:pt x="3520" y="910"/>
                  </a:lnTo>
                  <a:lnTo>
                    <a:pt x="3514" y="910"/>
                  </a:lnTo>
                  <a:lnTo>
                    <a:pt x="3496" y="910"/>
                  </a:lnTo>
                  <a:lnTo>
                    <a:pt x="3496" y="910"/>
                  </a:lnTo>
                  <a:lnTo>
                    <a:pt x="3452" y="910"/>
                  </a:lnTo>
                  <a:lnTo>
                    <a:pt x="3452" y="910"/>
                  </a:lnTo>
                  <a:lnTo>
                    <a:pt x="3440" y="906"/>
                  </a:lnTo>
                  <a:lnTo>
                    <a:pt x="3434" y="902"/>
                  </a:lnTo>
                  <a:lnTo>
                    <a:pt x="3434" y="898"/>
                  </a:lnTo>
                  <a:lnTo>
                    <a:pt x="3434" y="898"/>
                  </a:lnTo>
                  <a:lnTo>
                    <a:pt x="3434" y="889"/>
                  </a:lnTo>
                  <a:lnTo>
                    <a:pt x="3434" y="885"/>
                  </a:lnTo>
                  <a:lnTo>
                    <a:pt x="3415" y="885"/>
                  </a:lnTo>
                  <a:lnTo>
                    <a:pt x="3415" y="885"/>
                  </a:lnTo>
                  <a:lnTo>
                    <a:pt x="3359" y="885"/>
                  </a:lnTo>
                  <a:lnTo>
                    <a:pt x="3359" y="885"/>
                  </a:lnTo>
                  <a:lnTo>
                    <a:pt x="3347" y="880"/>
                  </a:lnTo>
                  <a:lnTo>
                    <a:pt x="3347" y="876"/>
                  </a:lnTo>
                  <a:lnTo>
                    <a:pt x="3347" y="876"/>
                  </a:lnTo>
                  <a:lnTo>
                    <a:pt x="3347" y="821"/>
                  </a:lnTo>
                  <a:lnTo>
                    <a:pt x="3347" y="821"/>
                  </a:lnTo>
                  <a:lnTo>
                    <a:pt x="3341" y="812"/>
                  </a:lnTo>
                  <a:lnTo>
                    <a:pt x="3334" y="812"/>
                  </a:lnTo>
                  <a:lnTo>
                    <a:pt x="3334" y="812"/>
                  </a:lnTo>
                  <a:lnTo>
                    <a:pt x="3248" y="812"/>
                  </a:lnTo>
                  <a:lnTo>
                    <a:pt x="3248" y="812"/>
                  </a:lnTo>
                  <a:lnTo>
                    <a:pt x="3235" y="812"/>
                  </a:lnTo>
                  <a:lnTo>
                    <a:pt x="3235" y="803"/>
                  </a:lnTo>
                  <a:lnTo>
                    <a:pt x="3235" y="803"/>
                  </a:lnTo>
                  <a:lnTo>
                    <a:pt x="3235" y="795"/>
                  </a:lnTo>
                  <a:lnTo>
                    <a:pt x="3223" y="795"/>
                  </a:lnTo>
                  <a:lnTo>
                    <a:pt x="3223" y="795"/>
                  </a:lnTo>
                  <a:lnTo>
                    <a:pt x="3117" y="795"/>
                  </a:lnTo>
                  <a:lnTo>
                    <a:pt x="3117" y="795"/>
                  </a:lnTo>
                  <a:lnTo>
                    <a:pt x="3099" y="791"/>
                  </a:lnTo>
                  <a:lnTo>
                    <a:pt x="3099" y="782"/>
                  </a:lnTo>
                  <a:lnTo>
                    <a:pt x="3099" y="782"/>
                  </a:lnTo>
                  <a:lnTo>
                    <a:pt x="3099" y="769"/>
                  </a:lnTo>
                  <a:lnTo>
                    <a:pt x="3080" y="765"/>
                  </a:lnTo>
                  <a:lnTo>
                    <a:pt x="3080" y="765"/>
                  </a:lnTo>
                  <a:lnTo>
                    <a:pt x="3068" y="765"/>
                  </a:lnTo>
                  <a:lnTo>
                    <a:pt x="3068" y="765"/>
                  </a:lnTo>
                  <a:lnTo>
                    <a:pt x="3055" y="765"/>
                  </a:lnTo>
                  <a:lnTo>
                    <a:pt x="3049" y="756"/>
                  </a:lnTo>
                  <a:lnTo>
                    <a:pt x="3049" y="756"/>
                  </a:lnTo>
                  <a:lnTo>
                    <a:pt x="3049" y="748"/>
                  </a:lnTo>
                  <a:lnTo>
                    <a:pt x="3049" y="748"/>
                  </a:lnTo>
                  <a:lnTo>
                    <a:pt x="3049" y="744"/>
                  </a:lnTo>
                  <a:lnTo>
                    <a:pt x="3043" y="744"/>
                  </a:lnTo>
                  <a:lnTo>
                    <a:pt x="3043" y="744"/>
                  </a:lnTo>
                  <a:lnTo>
                    <a:pt x="3024" y="744"/>
                  </a:lnTo>
                  <a:lnTo>
                    <a:pt x="3018" y="739"/>
                  </a:lnTo>
                  <a:lnTo>
                    <a:pt x="3012" y="735"/>
                  </a:lnTo>
                  <a:lnTo>
                    <a:pt x="3012" y="722"/>
                  </a:lnTo>
                  <a:lnTo>
                    <a:pt x="3012" y="722"/>
                  </a:lnTo>
                  <a:lnTo>
                    <a:pt x="3012" y="697"/>
                  </a:lnTo>
                  <a:lnTo>
                    <a:pt x="3012" y="697"/>
                  </a:lnTo>
                  <a:lnTo>
                    <a:pt x="3012" y="692"/>
                  </a:lnTo>
                  <a:lnTo>
                    <a:pt x="3006" y="688"/>
                  </a:lnTo>
                  <a:lnTo>
                    <a:pt x="3006" y="688"/>
                  </a:lnTo>
                  <a:lnTo>
                    <a:pt x="2993" y="688"/>
                  </a:lnTo>
                  <a:lnTo>
                    <a:pt x="2987" y="688"/>
                  </a:lnTo>
                  <a:lnTo>
                    <a:pt x="2987" y="675"/>
                  </a:lnTo>
                  <a:lnTo>
                    <a:pt x="2987" y="675"/>
                  </a:lnTo>
                  <a:lnTo>
                    <a:pt x="2987" y="667"/>
                  </a:lnTo>
                  <a:lnTo>
                    <a:pt x="2981" y="662"/>
                  </a:lnTo>
                  <a:lnTo>
                    <a:pt x="2969" y="662"/>
                  </a:lnTo>
                  <a:lnTo>
                    <a:pt x="2969" y="662"/>
                  </a:lnTo>
                  <a:lnTo>
                    <a:pt x="2962" y="662"/>
                  </a:lnTo>
                  <a:lnTo>
                    <a:pt x="2956" y="654"/>
                  </a:lnTo>
                  <a:lnTo>
                    <a:pt x="2956" y="654"/>
                  </a:lnTo>
                  <a:lnTo>
                    <a:pt x="2956" y="645"/>
                  </a:lnTo>
                  <a:lnTo>
                    <a:pt x="2944" y="645"/>
                  </a:lnTo>
                  <a:lnTo>
                    <a:pt x="2944" y="645"/>
                  </a:lnTo>
                  <a:lnTo>
                    <a:pt x="2845" y="645"/>
                  </a:lnTo>
                  <a:lnTo>
                    <a:pt x="2845" y="645"/>
                  </a:lnTo>
                  <a:lnTo>
                    <a:pt x="2832" y="645"/>
                  </a:lnTo>
                  <a:lnTo>
                    <a:pt x="2832" y="637"/>
                  </a:lnTo>
                  <a:lnTo>
                    <a:pt x="2832" y="637"/>
                  </a:lnTo>
                  <a:lnTo>
                    <a:pt x="2832" y="628"/>
                  </a:lnTo>
                  <a:lnTo>
                    <a:pt x="2826" y="624"/>
                  </a:lnTo>
                  <a:lnTo>
                    <a:pt x="2808" y="620"/>
                  </a:lnTo>
                  <a:lnTo>
                    <a:pt x="2808" y="620"/>
                  </a:lnTo>
                  <a:lnTo>
                    <a:pt x="2801" y="620"/>
                  </a:lnTo>
                  <a:lnTo>
                    <a:pt x="2801" y="620"/>
                  </a:lnTo>
                  <a:lnTo>
                    <a:pt x="2783" y="620"/>
                  </a:lnTo>
                  <a:lnTo>
                    <a:pt x="2777" y="620"/>
                  </a:lnTo>
                  <a:lnTo>
                    <a:pt x="2770" y="611"/>
                  </a:lnTo>
                  <a:lnTo>
                    <a:pt x="2770" y="603"/>
                  </a:lnTo>
                  <a:lnTo>
                    <a:pt x="2770" y="603"/>
                  </a:lnTo>
                  <a:lnTo>
                    <a:pt x="2770" y="594"/>
                  </a:lnTo>
                  <a:lnTo>
                    <a:pt x="2758" y="594"/>
                  </a:lnTo>
                  <a:lnTo>
                    <a:pt x="2758" y="594"/>
                  </a:lnTo>
                  <a:lnTo>
                    <a:pt x="2746" y="594"/>
                  </a:lnTo>
                  <a:lnTo>
                    <a:pt x="2746" y="581"/>
                  </a:lnTo>
                  <a:lnTo>
                    <a:pt x="2746" y="581"/>
                  </a:lnTo>
                  <a:lnTo>
                    <a:pt x="2739" y="577"/>
                  </a:lnTo>
                  <a:lnTo>
                    <a:pt x="2733" y="573"/>
                  </a:lnTo>
                  <a:lnTo>
                    <a:pt x="2733" y="573"/>
                  </a:lnTo>
                  <a:lnTo>
                    <a:pt x="2721" y="573"/>
                  </a:lnTo>
                  <a:lnTo>
                    <a:pt x="2715" y="564"/>
                  </a:lnTo>
                  <a:lnTo>
                    <a:pt x="2715" y="564"/>
                  </a:lnTo>
                  <a:lnTo>
                    <a:pt x="2715" y="534"/>
                  </a:lnTo>
                  <a:lnTo>
                    <a:pt x="2715" y="534"/>
                  </a:lnTo>
                  <a:lnTo>
                    <a:pt x="2715" y="530"/>
                  </a:lnTo>
                  <a:lnTo>
                    <a:pt x="2702" y="526"/>
                  </a:lnTo>
                  <a:lnTo>
                    <a:pt x="2702" y="526"/>
                  </a:lnTo>
                  <a:lnTo>
                    <a:pt x="2491" y="526"/>
                  </a:lnTo>
                  <a:lnTo>
                    <a:pt x="2491" y="526"/>
                  </a:lnTo>
                  <a:lnTo>
                    <a:pt x="2256" y="526"/>
                  </a:lnTo>
                  <a:lnTo>
                    <a:pt x="2256" y="526"/>
                  </a:lnTo>
                  <a:lnTo>
                    <a:pt x="2237" y="526"/>
                  </a:lnTo>
                  <a:lnTo>
                    <a:pt x="2237" y="521"/>
                  </a:lnTo>
                  <a:lnTo>
                    <a:pt x="2237" y="517"/>
                  </a:lnTo>
                  <a:lnTo>
                    <a:pt x="2237" y="517"/>
                  </a:lnTo>
                  <a:lnTo>
                    <a:pt x="2237" y="513"/>
                  </a:lnTo>
                  <a:lnTo>
                    <a:pt x="2231" y="508"/>
                  </a:lnTo>
                  <a:lnTo>
                    <a:pt x="2225" y="508"/>
                  </a:lnTo>
                  <a:lnTo>
                    <a:pt x="2225" y="508"/>
                  </a:lnTo>
                  <a:lnTo>
                    <a:pt x="2206" y="508"/>
                  </a:lnTo>
                  <a:lnTo>
                    <a:pt x="2200" y="504"/>
                  </a:lnTo>
                  <a:lnTo>
                    <a:pt x="2200" y="496"/>
                  </a:lnTo>
                  <a:lnTo>
                    <a:pt x="2200" y="496"/>
                  </a:lnTo>
                  <a:lnTo>
                    <a:pt x="2194" y="491"/>
                  </a:lnTo>
                  <a:lnTo>
                    <a:pt x="2188" y="491"/>
                  </a:lnTo>
                  <a:lnTo>
                    <a:pt x="2188" y="491"/>
                  </a:lnTo>
                  <a:lnTo>
                    <a:pt x="2175" y="491"/>
                  </a:lnTo>
                  <a:lnTo>
                    <a:pt x="2175" y="483"/>
                  </a:lnTo>
                  <a:lnTo>
                    <a:pt x="2175" y="483"/>
                  </a:lnTo>
                  <a:lnTo>
                    <a:pt x="2175" y="474"/>
                  </a:lnTo>
                  <a:lnTo>
                    <a:pt x="2163" y="470"/>
                  </a:lnTo>
                  <a:lnTo>
                    <a:pt x="2163" y="470"/>
                  </a:lnTo>
                  <a:lnTo>
                    <a:pt x="2045" y="470"/>
                  </a:lnTo>
                  <a:lnTo>
                    <a:pt x="2045" y="470"/>
                  </a:lnTo>
                  <a:lnTo>
                    <a:pt x="2033" y="470"/>
                  </a:lnTo>
                  <a:lnTo>
                    <a:pt x="2026" y="466"/>
                  </a:lnTo>
                  <a:lnTo>
                    <a:pt x="2026" y="457"/>
                  </a:lnTo>
                  <a:lnTo>
                    <a:pt x="2026" y="457"/>
                  </a:lnTo>
                  <a:lnTo>
                    <a:pt x="2026" y="453"/>
                  </a:lnTo>
                  <a:lnTo>
                    <a:pt x="2026" y="449"/>
                  </a:lnTo>
                  <a:lnTo>
                    <a:pt x="2008" y="444"/>
                  </a:lnTo>
                  <a:lnTo>
                    <a:pt x="2008" y="444"/>
                  </a:lnTo>
                  <a:lnTo>
                    <a:pt x="1971" y="449"/>
                  </a:lnTo>
                  <a:lnTo>
                    <a:pt x="1971" y="449"/>
                  </a:lnTo>
                  <a:lnTo>
                    <a:pt x="1965" y="444"/>
                  </a:lnTo>
                  <a:lnTo>
                    <a:pt x="1965" y="444"/>
                  </a:lnTo>
                  <a:lnTo>
                    <a:pt x="1958" y="440"/>
                  </a:lnTo>
                  <a:lnTo>
                    <a:pt x="1952" y="432"/>
                  </a:lnTo>
                  <a:lnTo>
                    <a:pt x="1946" y="427"/>
                  </a:lnTo>
                  <a:lnTo>
                    <a:pt x="1940" y="419"/>
                  </a:lnTo>
                  <a:lnTo>
                    <a:pt x="1940" y="419"/>
                  </a:lnTo>
                  <a:lnTo>
                    <a:pt x="1940" y="414"/>
                  </a:lnTo>
                  <a:lnTo>
                    <a:pt x="1927" y="414"/>
                  </a:lnTo>
                  <a:lnTo>
                    <a:pt x="1927" y="414"/>
                  </a:lnTo>
                  <a:lnTo>
                    <a:pt x="1884" y="414"/>
                  </a:lnTo>
                  <a:lnTo>
                    <a:pt x="1884" y="414"/>
                  </a:lnTo>
                  <a:lnTo>
                    <a:pt x="1872" y="414"/>
                  </a:lnTo>
                  <a:lnTo>
                    <a:pt x="1872" y="406"/>
                  </a:lnTo>
                  <a:lnTo>
                    <a:pt x="1872" y="406"/>
                  </a:lnTo>
                  <a:lnTo>
                    <a:pt x="1872" y="397"/>
                  </a:lnTo>
                  <a:lnTo>
                    <a:pt x="1859" y="397"/>
                  </a:lnTo>
                  <a:lnTo>
                    <a:pt x="1859" y="397"/>
                  </a:lnTo>
                  <a:lnTo>
                    <a:pt x="1853" y="397"/>
                  </a:lnTo>
                  <a:lnTo>
                    <a:pt x="1853" y="393"/>
                  </a:lnTo>
                  <a:lnTo>
                    <a:pt x="1847" y="389"/>
                  </a:lnTo>
                  <a:lnTo>
                    <a:pt x="1847" y="389"/>
                  </a:lnTo>
                  <a:lnTo>
                    <a:pt x="1847" y="380"/>
                  </a:lnTo>
                  <a:lnTo>
                    <a:pt x="1834" y="376"/>
                  </a:lnTo>
                  <a:lnTo>
                    <a:pt x="1834" y="376"/>
                  </a:lnTo>
                  <a:lnTo>
                    <a:pt x="1692" y="376"/>
                  </a:lnTo>
                  <a:lnTo>
                    <a:pt x="1692" y="376"/>
                  </a:lnTo>
                  <a:lnTo>
                    <a:pt x="1679" y="376"/>
                  </a:lnTo>
                  <a:lnTo>
                    <a:pt x="1673" y="367"/>
                  </a:lnTo>
                  <a:lnTo>
                    <a:pt x="1673" y="367"/>
                  </a:lnTo>
                  <a:lnTo>
                    <a:pt x="1679" y="312"/>
                  </a:lnTo>
                  <a:lnTo>
                    <a:pt x="1679" y="312"/>
                  </a:lnTo>
                  <a:lnTo>
                    <a:pt x="1673" y="303"/>
                  </a:lnTo>
                  <a:lnTo>
                    <a:pt x="1667" y="303"/>
                  </a:lnTo>
                  <a:lnTo>
                    <a:pt x="1667" y="303"/>
                  </a:lnTo>
                  <a:lnTo>
                    <a:pt x="1611" y="303"/>
                  </a:lnTo>
                  <a:lnTo>
                    <a:pt x="1611" y="303"/>
                  </a:lnTo>
                  <a:lnTo>
                    <a:pt x="1593" y="299"/>
                  </a:lnTo>
                  <a:lnTo>
                    <a:pt x="1593" y="290"/>
                  </a:lnTo>
                  <a:lnTo>
                    <a:pt x="1593" y="290"/>
                  </a:lnTo>
                  <a:lnTo>
                    <a:pt x="1586" y="282"/>
                  </a:lnTo>
                  <a:lnTo>
                    <a:pt x="1586" y="278"/>
                  </a:lnTo>
                  <a:lnTo>
                    <a:pt x="1580" y="273"/>
                  </a:lnTo>
                  <a:lnTo>
                    <a:pt x="1568" y="273"/>
                  </a:lnTo>
                  <a:lnTo>
                    <a:pt x="1568" y="273"/>
                  </a:lnTo>
                  <a:lnTo>
                    <a:pt x="1531" y="273"/>
                  </a:lnTo>
                  <a:lnTo>
                    <a:pt x="1531" y="273"/>
                  </a:lnTo>
                  <a:lnTo>
                    <a:pt x="1518" y="273"/>
                  </a:lnTo>
                  <a:lnTo>
                    <a:pt x="1512" y="269"/>
                  </a:lnTo>
                  <a:lnTo>
                    <a:pt x="1512" y="269"/>
                  </a:lnTo>
                  <a:lnTo>
                    <a:pt x="1493" y="260"/>
                  </a:lnTo>
                  <a:lnTo>
                    <a:pt x="1487" y="256"/>
                  </a:lnTo>
                  <a:lnTo>
                    <a:pt x="1487" y="248"/>
                  </a:lnTo>
                  <a:lnTo>
                    <a:pt x="1487" y="248"/>
                  </a:lnTo>
                  <a:lnTo>
                    <a:pt x="1475" y="248"/>
                  </a:lnTo>
                  <a:lnTo>
                    <a:pt x="1469" y="248"/>
                  </a:lnTo>
                  <a:lnTo>
                    <a:pt x="1469" y="235"/>
                  </a:lnTo>
                  <a:lnTo>
                    <a:pt x="1469" y="235"/>
                  </a:lnTo>
                  <a:lnTo>
                    <a:pt x="1469" y="231"/>
                  </a:lnTo>
                  <a:lnTo>
                    <a:pt x="1462" y="231"/>
                  </a:lnTo>
                  <a:lnTo>
                    <a:pt x="1456" y="231"/>
                  </a:lnTo>
                  <a:lnTo>
                    <a:pt x="1456" y="231"/>
                  </a:lnTo>
                  <a:lnTo>
                    <a:pt x="1363" y="231"/>
                  </a:lnTo>
                  <a:lnTo>
                    <a:pt x="1363" y="231"/>
                  </a:lnTo>
                  <a:lnTo>
                    <a:pt x="1351" y="231"/>
                  </a:lnTo>
                  <a:lnTo>
                    <a:pt x="1351" y="222"/>
                  </a:lnTo>
                  <a:lnTo>
                    <a:pt x="1351" y="222"/>
                  </a:lnTo>
                  <a:lnTo>
                    <a:pt x="1345" y="213"/>
                  </a:lnTo>
                  <a:lnTo>
                    <a:pt x="1338" y="213"/>
                  </a:lnTo>
                  <a:lnTo>
                    <a:pt x="1338" y="213"/>
                  </a:lnTo>
                  <a:lnTo>
                    <a:pt x="1332" y="209"/>
                  </a:lnTo>
                  <a:lnTo>
                    <a:pt x="1326" y="209"/>
                  </a:lnTo>
                  <a:lnTo>
                    <a:pt x="1326" y="209"/>
                  </a:lnTo>
                  <a:lnTo>
                    <a:pt x="1326" y="205"/>
                  </a:lnTo>
                  <a:lnTo>
                    <a:pt x="1326" y="201"/>
                  </a:lnTo>
                  <a:lnTo>
                    <a:pt x="1314" y="201"/>
                  </a:lnTo>
                  <a:lnTo>
                    <a:pt x="1314" y="201"/>
                  </a:lnTo>
                  <a:lnTo>
                    <a:pt x="1047" y="201"/>
                  </a:lnTo>
                  <a:lnTo>
                    <a:pt x="1047" y="201"/>
                  </a:lnTo>
                  <a:lnTo>
                    <a:pt x="1035" y="201"/>
                  </a:lnTo>
                  <a:lnTo>
                    <a:pt x="1029" y="196"/>
                  </a:lnTo>
                  <a:lnTo>
                    <a:pt x="1022" y="192"/>
                  </a:lnTo>
                  <a:lnTo>
                    <a:pt x="1022" y="184"/>
                  </a:lnTo>
                  <a:lnTo>
                    <a:pt x="1022" y="184"/>
                  </a:lnTo>
                  <a:lnTo>
                    <a:pt x="1022" y="175"/>
                  </a:lnTo>
                  <a:lnTo>
                    <a:pt x="1004" y="171"/>
                  </a:lnTo>
                  <a:lnTo>
                    <a:pt x="1004" y="171"/>
                  </a:lnTo>
                  <a:lnTo>
                    <a:pt x="960" y="171"/>
                  </a:lnTo>
                  <a:lnTo>
                    <a:pt x="960" y="171"/>
                  </a:lnTo>
                  <a:lnTo>
                    <a:pt x="948" y="171"/>
                  </a:lnTo>
                  <a:lnTo>
                    <a:pt x="948" y="162"/>
                  </a:lnTo>
                  <a:lnTo>
                    <a:pt x="948" y="162"/>
                  </a:lnTo>
                  <a:lnTo>
                    <a:pt x="948" y="158"/>
                  </a:lnTo>
                  <a:lnTo>
                    <a:pt x="942" y="158"/>
                  </a:lnTo>
                  <a:lnTo>
                    <a:pt x="942" y="158"/>
                  </a:lnTo>
                  <a:lnTo>
                    <a:pt x="936" y="154"/>
                  </a:lnTo>
                  <a:lnTo>
                    <a:pt x="929" y="149"/>
                  </a:lnTo>
                  <a:lnTo>
                    <a:pt x="929" y="149"/>
                  </a:lnTo>
                  <a:lnTo>
                    <a:pt x="929" y="149"/>
                  </a:lnTo>
                  <a:lnTo>
                    <a:pt x="929" y="149"/>
                  </a:lnTo>
                  <a:lnTo>
                    <a:pt x="929" y="132"/>
                  </a:lnTo>
                  <a:lnTo>
                    <a:pt x="929" y="128"/>
                  </a:lnTo>
                  <a:lnTo>
                    <a:pt x="917" y="124"/>
                  </a:lnTo>
                  <a:lnTo>
                    <a:pt x="898" y="124"/>
                  </a:lnTo>
                  <a:lnTo>
                    <a:pt x="898" y="124"/>
                  </a:lnTo>
                  <a:lnTo>
                    <a:pt x="495" y="124"/>
                  </a:lnTo>
                  <a:lnTo>
                    <a:pt x="495" y="124"/>
                  </a:lnTo>
                  <a:lnTo>
                    <a:pt x="477" y="124"/>
                  </a:lnTo>
                  <a:lnTo>
                    <a:pt x="477" y="119"/>
                  </a:lnTo>
                  <a:lnTo>
                    <a:pt x="477" y="115"/>
                  </a:lnTo>
                  <a:lnTo>
                    <a:pt x="477" y="115"/>
                  </a:lnTo>
                  <a:lnTo>
                    <a:pt x="471" y="111"/>
                  </a:lnTo>
                  <a:lnTo>
                    <a:pt x="464" y="111"/>
                  </a:lnTo>
                  <a:lnTo>
                    <a:pt x="464" y="111"/>
                  </a:lnTo>
                  <a:lnTo>
                    <a:pt x="452" y="111"/>
                  </a:lnTo>
                  <a:lnTo>
                    <a:pt x="446" y="107"/>
                  </a:lnTo>
                  <a:lnTo>
                    <a:pt x="446" y="107"/>
                  </a:lnTo>
                  <a:close/>
                </a:path>
              </a:pathLst>
            </a:custGeom>
            <a:solidFill>
              <a:srgbClr val="149B5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226" name="Freeform 23"/>
            <p:cNvSpPr>
              <a:spLocks noEditPoints="1"/>
            </p:cNvSpPr>
            <p:nvPr>
              <p:custDataLst>
                <p:tags r:id="rId7"/>
              </p:custDataLst>
            </p:nvPr>
          </p:nvSpPr>
          <p:spPr bwMode="auto">
            <a:xfrm>
              <a:off x="2062128" y="2341252"/>
              <a:ext cx="7248945" cy="1085257"/>
            </a:xfrm>
            <a:custGeom>
              <a:avLst/>
              <a:gdLst>
                <a:gd name="T0" fmla="*/ 241 w 5541"/>
                <a:gd name="T1" fmla="*/ 21 h 791"/>
                <a:gd name="T2" fmla="*/ 396 w 5541"/>
                <a:gd name="T3" fmla="*/ 55 h 791"/>
                <a:gd name="T4" fmla="*/ 427 w 5541"/>
                <a:gd name="T5" fmla="*/ 72 h 791"/>
                <a:gd name="T6" fmla="*/ 353 w 5541"/>
                <a:gd name="T7" fmla="*/ 90 h 791"/>
                <a:gd name="T8" fmla="*/ 310 w 5541"/>
                <a:gd name="T9" fmla="*/ 55 h 791"/>
                <a:gd name="T10" fmla="*/ 161 w 5541"/>
                <a:gd name="T11" fmla="*/ 17 h 791"/>
                <a:gd name="T12" fmla="*/ 1060 w 5541"/>
                <a:gd name="T13" fmla="*/ 98 h 791"/>
                <a:gd name="T14" fmla="*/ 1115 w 5541"/>
                <a:gd name="T15" fmla="*/ 132 h 791"/>
                <a:gd name="T16" fmla="*/ 1469 w 5541"/>
                <a:gd name="T17" fmla="*/ 141 h 791"/>
                <a:gd name="T18" fmla="*/ 1748 w 5541"/>
                <a:gd name="T19" fmla="*/ 171 h 791"/>
                <a:gd name="T20" fmla="*/ 1772 w 5541"/>
                <a:gd name="T21" fmla="*/ 205 h 791"/>
                <a:gd name="T22" fmla="*/ 1822 w 5541"/>
                <a:gd name="T23" fmla="*/ 235 h 791"/>
                <a:gd name="T24" fmla="*/ 1915 w 5541"/>
                <a:gd name="T25" fmla="*/ 282 h 791"/>
                <a:gd name="T26" fmla="*/ 1965 w 5541"/>
                <a:gd name="T27" fmla="*/ 312 h 791"/>
                <a:gd name="T28" fmla="*/ 2082 w 5541"/>
                <a:gd name="T29" fmla="*/ 338 h 791"/>
                <a:gd name="T30" fmla="*/ 2219 w 5541"/>
                <a:gd name="T31" fmla="*/ 359 h 791"/>
                <a:gd name="T32" fmla="*/ 2243 w 5541"/>
                <a:gd name="T33" fmla="*/ 389 h 791"/>
                <a:gd name="T34" fmla="*/ 2696 w 5541"/>
                <a:gd name="T35" fmla="*/ 427 h 791"/>
                <a:gd name="T36" fmla="*/ 2919 w 5541"/>
                <a:gd name="T37" fmla="*/ 449 h 791"/>
                <a:gd name="T38" fmla="*/ 3018 w 5541"/>
                <a:gd name="T39" fmla="*/ 474 h 791"/>
                <a:gd name="T40" fmla="*/ 3148 w 5541"/>
                <a:gd name="T41" fmla="*/ 534 h 791"/>
                <a:gd name="T42" fmla="*/ 3248 w 5541"/>
                <a:gd name="T43" fmla="*/ 556 h 791"/>
                <a:gd name="T44" fmla="*/ 3564 w 5541"/>
                <a:gd name="T45" fmla="*/ 568 h 791"/>
                <a:gd name="T46" fmla="*/ 3836 w 5541"/>
                <a:gd name="T47" fmla="*/ 611 h 791"/>
                <a:gd name="T48" fmla="*/ 3917 w 5541"/>
                <a:gd name="T49" fmla="*/ 633 h 791"/>
                <a:gd name="T50" fmla="*/ 4208 w 5541"/>
                <a:gd name="T51" fmla="*/ 662 h 791"/>
                <a:gd name="T52" fmla="*/ 4562 w 5541"/>
                <a:gd name="T53" fmla="*/ 710 h 791"/>
                <a:gd name="T54" fmla="*/ 4946 w 5541"/>
                <a:gd name="T55" fmla="*/ 735 h 791"/>
                <a:gd name="T56" fmla="*/ 5367 w 5541"/>
                <a:gd name="T57" fmla="*/ 757 h 791"/>
                <a:gd name="T58" fmla="*/ 5510 w 5541"/>
                <a:gd name="T59" fmla="*/ 791 h 791"/>
                <a:gd name="T60" fmla="*/ 5448 w 5541"/>
                <a:gd name="T61" fmla="*/ 757 h 791"/>
                <a:gd name="T62" fmla="*/ 5405 w 5541"/>
                <a:gd name="T63" fmla="*/ 731 h 791"/>
                <a:gd name="T64" fmla="*/ 4983 w 5541"/>
                <a:gd name="T65" fmla="*/ 705 h 791"/>
                <a:gd name="T66" fmla="*/ 4419 w 5541"/>
                <a:gd name="T67" fmla="*/ 684 h 791"/>
                <a:gd name="T68" fmla="*/ 4270 w 5541"/>
                <a:gd name="T69" fmla="*/ 637 h 791"/>
                <a:gd name="T70" fmla="*/ 3960 w 5541"/>
                <a:gd name="T71" fmla="*/ 628 h 791"/>
                <a:gd name="T72" fmla="*/ 3880 w 5541"/>
                <a:gd name="T73" fmla="*/ 603 h 791"/>
                <a:gd name="T74" fmla="*/ 3607 w 5541"/>
                <a:gd name="T75" fmla="*/ 581 h 791"/>
                <a:gd name="T76" fmla="*/ 3316 w 5541"/>
                <a:gd name="T77" fmla="*/ 534 h 791"/>
                <a:gd name="T78" fmla="*/ 3192 w 5541"/>
                <a:gd name="T79" fmla="*/ 504 h 791"/>
                <a:gd name="T80" fmla="*/ 3167 w 5541"/>
                <a:gd name="T81" fmla="*/ 449 h 791"/>
                <a:gd name="T82" fmla="*/ 3031 w 5541"/>
                <a:gd name="T83" fmla="*/ 423 h 791"/>
                <a:gd name="T84" fmla="*/ 2938 w 5541"/>
                <a:gd name="T85" fmla="*/ 397 h 791"/>
                <a:gd name="T86" fmla="*/ 2733 w 5541"/>
                <a:gd name="T87" fmla="*/ 385 h 791"/>
                <a:gd name="T88" fmla="*/ 2281 w 5541"/>
                <a:gd name="T89" fmla="*/ 350 h 791"/>
                <a:gd name="T90" fmla="*/ 2256 w 5541"/>
                <a:gd name="T91" fmla="*/ 325 h 791"/>
                <a:gd name="T92" fmla="*/ 2126 w 5541"/>
                <a:gd name="T93" fmla="*/ 303 h 791"/>
                <a:gd name="T94" fmla="*/ 2008 w 5541"/>
                <a:gd name="T95" fmla="*/ 278 h 791"/>
                <a:gd name="T96" fmla="*/ 1958 w 5541"/>
                <a:gd name="T97" fmla="*/ 261 h 791"/>
                <a:gd name="T98" fmla="*/ 1865 w 5541"/>
                <a:gd name="T99" fmla="*/ 214 h 791"/>
                <a:gd name="T100" fmla="*/ 1828 w 5541"/>
                <a:gd name="T101" fmla="*/ 188 h 791"/>
                <a:gd name="T102" fmla="*/ 1791 w 5541"/>
                <a:gd name="T103" fmla="*/ 158 h 791"/>
                <a:gd name="T104" fmla="*/ 1512 w 5541"/>
                <a:gd name="T105" fmla="*/ 141 h 791"/>
                <a:gd name="T106" fmla="*/ 1171 w 5541"/>
                <a:gd name="T107" fmla="*/ 111 h 791"/>
                <a:gd name="T108" fmla="*/ 1109 w 5541"/>
                <a:gd name="T109" fmla="*/ 81 h 791"/>
                <a:gd name="T110" fmla="*/ 489 w 5541"/>
                <a:gd name="T111" fmla="*/ 64 h 791"/>
                <a:gd name="T112" fmla="*/ 533 w 5541"/>
                <a:gd name="T113" fmla="*/ 77 h 7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541" h="791">
                  <a:moveTo>
                    <a:pt x="0" y="0"/>
                  </a:moveTo>
                  <a:lnTo>
                    <a:pt x="0" y="0"/>
                  </a:lnTo>
                  <a:lnTo>
                    <a:pt x="0" y="13"/>
                  </a:lnTo>
                  <a:lnTo>
                    <a:pt x="0" y="13"/>
                  </a:lnTo>
                  <a:lnTo>
                    <a:pt x="229" y="13"/>
                  </a:lnTo>
                  <a:lnTo>
                    <a:pt x="229" y="13"/>
                  </a:lnTo>
                  <a:lnTo>
                    <a:pt x="241" y="13"/>
                  </a:lnTo>
                  <a:lnTo>
                    <a:pt x="241" y="21"/>
                  </a:lnTo>
                  <a:lnTo>
                    <a:pt x="241" y="21"/>
                  </a:lnTo>
                  <a:lnTo>
                    <a:pt x="241" y="43"/>
                  </a:lnTo>
                  <a:lnTo>
                    <a:pt x="241" y="43"/>
                  </a:lnTo>
                  <a:lnTo>
                    <a:pt x="241" y="51"/>
                  </a:lnTo>
                  <a:lnTo>
                    <a:pt x="254" y="51"/>
                  </a:lnTo>
                  <a:lnTo>
                    <a:pt x="254" y="51"/>
                  </a:lnTo>
                  <a:lnTo>
                    <a:pt x="378" y="51"/>
                  </a:lnTo>
                  <a:lnTo>
                    <a:pt x="378" y="51"/>
                  </a:lnTo>
                  <a:lnTo>
                    <a:pt x="390" y="51"/>
                  </a:lnTo>
                  <a:lnTo>
                    <a:pt x="396" y="55"/>
                  </a:lnTo>
                  <a:lnTo>
                    <a:pt x="396" y="60"/>
                  </a:lnTo>
                  <a:lnTo>
                    <a:pt x="396" y="60"/>
                  </a:lnTo>
                  <a:lnTo>
                    <a:pt x="396" y="64"/>
                  </a:lnTo>
                  <a:lnTo>
                    <a:pt x="402" y="68"/>
                  </a:lnTo>
                  <a:lnTo>
                    <a:pt x="415" y="68"/>
                  </a:lnTo>
                  <a:lnTo>
                    <a:pt x="415" y="68"/>
                  </a:lnTo>
                  <a:lnTo>
                    <a:pt x="421" y="68"/>
                  </a:lnTo>
                  <a:lnTo>
                    <a:pt x="427" y="72"/>
                  </a:lnTo>
                  <a:lnTo>
                    <a:pt x="427" y="72"/>
                  </a:lnTo>
                  <a:lnTo>
                    <a:pt x="433" y="77"/>
                  </a:lnTo>
                  <a:lnTo>
                    <a:pt x="440" y="85"/>
                  </a:lnTo>
                  <a:lnTo>
                    <a:pt x="440" y="85"/>
                  </a:lnTo>
                  <a:lnTo>
                    <a:pt x="446" y="85"/>
                  </a:lnTo>
                  <a:lnTo>
                    <a:pt x="446" y="90"/>
                  </a:lnTo>
                  <a:lnTo>
                    <a:pt x="446" y="90"/>
                  </a:lnTo>
                  <a:lnTo>
                    <a:pt x="365" y="90"/>
                  </a:lnTo>
                  <a:lnTo>
                    <a:pt x="365" y="90"/>
                  </a:lnTo>
                  <a:lnTo>
                    <a:pt x="353" y="90"/>
                  </a:lnTo>
                  <a:lnTo>
                    <a:pt x="353" y="81"/>
                  </a:lnTo>
                  <a:lnTo>
                    <a:pt x="353" y="81"/>
                  </a:lnTo>
                  <a:lnTo>
                    <a:pt x="353" y="68"/>
                  </a:lnTo>
                  <a:lnTo>
                    <a:pt x="353" y="60"/>
                  </a:lnTo>
                  <a:lnTo>
                    <a:pt x="347" y="55"/>
                  </a:lnTo>
                  <a:lnTo>
                    <a:pt x="347" y="55"/>
                  </a:lnTo>
                  <a:lnTo>
                    <a:pt x="334" y="51"/>
                  </a:lnTo>
                  <a:lnTo>
                    <a:pt x="310" y="55"/>
                  </a:lnTo>
                  <a:lnTo>
                    <a:pt x="310" y="55"/>
                  </a:lnTo>
                  <a:lnTo>
                    <a:pt x="217" y="55"/>
                  </a:lnTo>
                  <a:lnTo>
                    <a:pt x="217" y="55"/>
                  </a:lnTo>
                  <a:lnTo>
                    <a:pt x="204" y="51"/>
                  </a:lnTo>
                  <a:lnTo>
                    <a:pt x="204" y="43"/>
                  </a:lnTo>
                  <a:lnTo>
                    <a:pt x="204" y="43"/>
                  </a:lnTo>
                  <a:lnTo>
                    <a:pt x="204" y="17"/>
                  </a:lnTo>
                  <a:lnTo>
                    <a:pt x="204" y="17"/>
                  </a:lnTo>
                  <a:lnTo>
                    <a:pt x="161" y="17"/>
                  </a:lnTo>
                  <a:lnTo>
                    <a:pt x="161" y="17"/>
                  </a:lnTo>
                  <a:lnTo>
                    <a:pt x="0" y="17"/>
                  </a:lnTo>
                  <a:lnTo>
                    <a:pt x="0" y="17"/>
                  </a:lnTo>
                  <a:lnTo>
                    <a:pt x="0" y="25"/>
                  </a:lnTo>
                  <a:lnTo>
                    <a:pt x="0" y="0"/>
                  </a:lnTo>
                  <a:close/>
                  <a:moveTo>
                    <a:pt x="1053" y="90"/>
                  </a:moveTo>
                  <a:lnTo>
                    <a:pt x="1053" y="90"/>
                  </a:lnTo>
                  <a:lnTo>
                    <a:pt x="1060" y="94"/>
                  </a:lnTo>
                  <a:lnTo>
                    <a:pt x="1060" y="98"/>
                  </a:lnTo>
                  <a:lnTo>
                    <a:pt x="1060" y="98"/>
                  </a:lnTo>
                  <a:lnTo>
                    <a:pt x="1066" y="111"/>
                  </a:lnTo>
                  <a:lnTo>
                    <a:pt x="1084" y="111"/>
                  </a:lnTo>
                  <a:lnTo>
                    <a:pt x="1084" y="111"/>
                  </a:lnTo>
                  <a:lnTo>
                    <a:pt x="1097" y="111"/>
                  </a:lnTo>
                  <a:lnTo>
                    <a:pt x="1097" y="111"/>
                  </a:lnTo>
                  <a:lnTo>
                    <a:pt x="1109" y="115"/>
                  </a:lnTo>
                  <a:lnTo>
                    <a:pt x="1115" y="124"/>
                  </a:lnTo>
                  <a:lnTo>
                    <a:pt x="1115" y="124"/>
                  </a:lnTo>
                  <a:lnTo>
                    <a:pt x="1115" y="132"/>
                  </a:lnTo>
                  <a:lnTo>
                    <a:pt x="1115" y="137"/>
                  </a:lnTo>
                  <a:lnTo>
                    <a:pt x="1134" y="137"/>
                  </a:lnTo>
                  <a:lnTo>
                    <a:pt x="1134" y="137"/>
                  </a:lnTo>
                  <a:lnTo>
                    <a:pt x="1431" y="137"/>
                  </a:lnTo>
                  <a:lnTo>
                    <a:pt x="1431" y="137"/>
                  </a:lnTo>
                  <a:lnTo>
                    <a:pt x="1450" y="137"/>
                  </a:lnTo>
                  <a:lnTo>
                    <a:pt x="1462" y="137"/>
                  </a:lnTo>
                  <a:lnTo>
                    <a:pt x="1462" y="137"/>
                  </a:lnTo>
                  <a:lnTo>
                    <a:pt x="1469" y="141"/>
                  </a:lnTo>
                  <a:lnTo>
                    <a:pt x="1469" y="145"/>
                  </a:lnTo>
                  <a:lnTo>
                    <a:pt x="1462" y="158"/>
                  </a:lnTo>
                  <a:lnTo>
                    <a:pt x="1462" y="158"/>
                  </a:lnTo>
                  <a:lnTo>
                    <a:pt x="1469" y="167"/>
                  </a:lnTo>
                  <a:lnTo>
                    <a:pt x="1481" y="171"/>
                  </a:lnTo>
                  <a:lnTo>
                    <a:pt x="1481" y="171"/>
                  </a:lnTo>
                  <a:lnTo>
                    <a:pt x="1735" y="171"/>
                  </a:lnTo>
                  <a:lnTo>
                    <a:pt x="1735" y="171"/>
                  </a:lnTo>
                  <a:lnTo>
                    <a:pt x="1748" y="171"/>
                  </a:lnTo>
                  <a:lnTo>
                    <a:pt x="1754" y="179"/>
                  </a:lnTo>
                  <a:lnTo>
                    <a:pt x="1754" y="179"/>
                  </a:lnTo>
                  <a:lnTo>
                    <a:pt x="1754" y="184"/>
                  </a:lnTo>
                  <a:lnTo>
                    <a:pt x="1766" y="188"/>
                  </a:lnTo>
                  <a:lnTo>
                    <a:pt x="1766" y="188"/>
                  </a:lnTo>
                  <a:lnTo>
                    <a:pt x="1772" y="188"/>
                  </a:lnTo>
                  <a:lnTo>
                    <a:pt x="1772" y="196"/>
                  </a:lnTo>
                  <a:lnTo>
                    <a:pt x="1772" y="196"/>
                  </a:lnTo>
                  <a:lnTo>
                    <a:pt x="1772" y="205"/>
                  </a:lnTo>
                  <a:lnTo>
                    <a:pt x="1772" y="205"/>
                  </a:lnTo>
                  <a:lnTo>
                    <a:pt x="1779" y="214"/>
                  </a:lnTo>
                  <a:lnTo>
                    <a:pt x="1791" y="218"/>
                  </a:lnTo>
                  <a:lnTo>
                    <a:pt x="1791" y="218"/>
                  </a:lnTo>
                  <a:lnTo>
                    <a:pt x="1810" y="218"/>
                  </a:lnTo>
                  <a:lnTo>
                    <a:pt x="1816" y="218"/>
                  </a:lnTo>
                  <a:lnTo>
                    <a:pt x="1816" y="226"/>
                  </a:lnTo>
                  <a:lnTo>
                    <a:pt x="1822" y="235"/>
                  </a:lnTo>
                  <a:lnTo>
                    <a:pt x="1822" y="235"/>
                  </a:lnTo>
                  <a:lnTo>
                    <a:pt x="1822" y="243"/>
                  </a:lnTo>
                  <a:lnTo>
                    <a:pt x="1834" y="248"/>
                  </a:lnTo>
                  <a:lnTo>
                    <a:pt x="1834" y="248"/>
                  </a:lnTo>
                  <a:lnTo>
                    <a:pt x="1909" y="248"/>
                  </a:lnTo>
                  <a:lnTo>
                    <a:pt x="1909" y="248"/>
                  </a:lnTo>
                  <a:lnTo>
                    <a:pt x="1915" y="248"/>
                  </a:lnTo>
                  <a:lnTo>
                    <a:pt x="1915" y="256"/>
                  </a:lnTo>
                  <a:lnTo>
                    <a:pt x="1915" y="256"/>
                  </a:lnTo>
                  <a:lnTo>
                    <a:pt x="1915" y="282"/>
                  </a:lnTo>
                  <a:lnTo>
                    <a:pt x="1915" y="282"/>
                  </a:lnTo>
                  <a:lnTo>
                    <a:pt x="1921" y="295"/>
                  </a:lnTo>
                  <a:lnTo>
                    <a:pt x="1940" y="295"/>
                  </a:lnTo>
                  <a:lnTo>
                    <a:pt x="1940" y="295"/>
                  </a:lnTo>
                  <a:lnTo>
                    <a:pt x="1952" y="295"/>
                  </a:lnTo>
                  <a:lnTo>
                    <a:pt x="1965" y="299"/>
                  </a:lnTo>
                  <a:lnTo>
                    <a:pt x="1965" y="303"/>
                  </a:lnTo>
                  <a:lnTo>
                    <a:pt x="1965" y="312"/>
                  </a:lnTo>
                  <a:lnTo>
                    <a:pt x="1965" y="312"/>
                  </a:lnTo>
                  <a:lnTo>
                    <a:pt x="1965" y="320"/>
                  </a:lnTo>
                  <a:lnTo>
                    <a:pt x="1977" y="325"/>
                  </a:lnTo>
                  <a:lnTo>
                    <a:pt x="1977" y="325"/>
                  </a:lnTo>
                  <a:lnTo>
                    <a:pt x="2057" y="325"/>
                  </a:lnTo>
                  <a:lnTo>
                    <a:pt x="2057" y="325"/>
                  </a:lnTo>
                  <a:lnTo>
                    <a:pt x="2070" y="325"/>
                  </a:lnTo>
                  <a:lnTo>
                    <a:pt x="2076" y="325"/>
                  </a:lnTo>
                  <a:lnTo>
                    <a:pt x="2082" y="329"/>
                  </a:lnTo>
                  <a:lnTo>
                    <a:pt x="2082" y="338"/>
                  </a:lnTo>
                  <a:lnTo>
                    <a:pt x="2082" y="338"/>
                  </a:lnTo>
                  <a:lnTo>
                    <a:pt x="2082" y="350"/>
                  </a:lnTo>
                  <a:lnTo>
                    <a:pt x="2101" y="350"/>
                  </a:lnTo>
                  <a:lnTo>
                    <a:pt x="2101" y="350"/>
                  </a:lnTo>
                  <a:lnTo>
                    <a:pt x="2188" y="350"/>
                  </a:lnTo>
                  <a:lnTo>
                    <a:pt x="2188" y="350"/>
                  </a:lnTo>
                  <a:lnTo>
                    <a:pt x="2206" y="350"/>
                  </a:lnTo>
                  <a:lnTo>
                    <a:pt x="2212" y="355"/>
                  </a:lnTo>
                  <a:lnTo>
                    <a:pt x="2219" y="359"/>
                  </a:lnTo>
                  <a:lnTo>
                    <a:pt x="2219" y="372"/>
                  </a:lnTo>
                  <a:lnTo>
                    <a:pt x="2219" y="372"/>
                  </a:lnTo>
                  <a:lnTo>
                    <a:pt x="2219" y="376"/>
                  </a:lnTo>
                  <a:lnTo>
                    <a:pt x="2225" y="376"/>
                  </a:lnTo>
                  <a:lnTo>
                    <a:pt x="2225" y="376"/>
                  </a:lnTo>
                  <a:lnTo>
                    <a:pt x="2237" y="376"/>
                  </a:lnTo>
                  <a:lnTo>
                    <a:pt x="2237" y="380"/>
                  </a:lnTo>
                  <a:lnTo>
                    <a:pt x="2243" y="389"/>
                  </a:lnTo>
                  <a:lnTo>
                    <a:pt x="2243" y="389"/>
                  </a:lnTo>
                  <a:lnTo>
                    <a:pt x="2243" y="397"/>
                  </a:lnTo>
                  <a:lnTo>
                    <a:pt x="2256" y="402"/>
                  </a:lnTo>
                  <a:lnTo>
                    <a:pt x="2256" y="402"/>
                  </a:lnTo>
                  <a:lnTo>
                    <a:pt x="2677" y="402"/>
                  </a:lnTo>
                  <a:lnTo>
                    <a:pt x="2677" y="402"/>
                  </a:lnTo>
                  <a:lnTo>
                    <a:pt x="2690" y="402"/>
                  </a:lnTo>
                  <a:lnTo>
                    <a:pt x="2696" y="415"/>
                  </a:lnTo>
                  <a:lnTo>
                    <a:pt x="2696" y="415"/>
                  </a:lnTo>
                  <a:lnTo>
                    <a:pt x="2696" y="427"/>
                  </a:lnTo>
                  <a:lnTo>
                    <a:pt x="2715" y="427"/>
                  </a:lnTo>
                  <a:lnTo>
                    <a:pt x="2715" y="427"/>
                  </a:lnTo>
                  <a:lnTo>
                    <a:pt x="2888" y="427"/>
                  </a:lnTo>
                  <a:lnTo>
                    <a:pt x="2888" y="427"/>
                  </a:lnTo>
                  <a:lnTo>
                    <a:pt x="2900" y="432"/>
                  </a:lnTo>
                  <a:lnTo>
                    <a:pt x="2907" y="440"/>
                  </a:lnTo>
                  <a:lnTo>
                    <a:pt x="2907" y="440"/>
                  </a:lnTo>
                  <a:lnTo>
                    <a:pt x="2907" y="449"/>
                  </a:lnTo>
                  <a:lnTo>
                    <a:pt x="2919" y="449"/>
                  </a:lnTo>
                  <a:lnTo>
                    <a:pt x="2919" y="449"/>
                  </a:lnTo>
                  <a:lnTo>
                    <a:pt x="2981" y="449"/>
                  </a:lnTo>
                  <a:lnTo>
                    <a:pt x="2981" y="449"/>
                  </a:lnTo>
                  <a:lnTo>
                    <a:pt x="3000" y="453"/>
                  </a:lnTo>
                  <a:lnTo>
                    <a:pt x="3006" y="466"/>
                  </a:lnTo>
                  <a:lnTo>
                    <a:pt x="3006" y="466"/>
                  </a:lnTo>
                  <a:lnTo>
                    <a:pt x="3006" y="474"/>
                  </a:lnTo>
                  <a:lnTo>
                    <a:pt x="3018" y="474"/>
                  </a:lnTo>
                  <a:lnTo>
                    <a:pt x="3018" y="474"/>
                  </a:lnTo>
                  <a:lnTo>
                    <a:pt x="3124" y="474"/>
                  </a:lnTo>
                  <a:lnTo>
                    <a:pt x="3124" y="474"/>
                  </a:lnTo>
                  <a:lnTo>
                    <a:pt x="3130" y="474"/>
                  </a:lnTo>
                  <a:lnTo>
                    <a:pt x="3136" y="483"/>
                  </a:lnTo>
                  <a:lnTo>
                    <a:pt x="3136" y="483"/>
                  </a:lnTo>
                  <a:lnTo>
                    <a:pt x="3136" y="521"/>
                  </a:lnTo>
                  <a:lnTo>
                    <a:pt x="3136" y="521"/>
                  </a:lnTo>
                  <a:lnTo>
                    <a:pt x="3136" y="530"/>
                  </a:lnTo>
                  <a:lnTo>
                    <a:pt x="3148" y="534"/>
                  </a:lnTo>
                  <a:lnTo>
                    <a:pt x="3148" y="534"/>
                  </a:lnTo>
                  <a:lnTo>
                    <a:pt x="3229" y="530"/>
                  </a:lnTo>
                  <a:lnTo>
                    <a:pt x="3229" y="530"/>
                  </a:lnTo>
                  <a:lnTo>
                    <a:pt x="3248" y="534"/>
                  </a:lnTo>
                  <a:lnTo>
                    <a:pt x="3248" y="543"/>
                  </a:lnTo>
                  <a:lnTo>
                    <a:pt x="3248" y="543"/>
                  </a:lnTo>
                  <a:lnTo>
                    <a:pt x="3248" y="547"/>
                  </a:lnTo>
                  <a:lnTo>
                    <a:pt x="3248" y="547"/>
                  </a:lnTo>
                  <a:lnTo>
                    <a:pt x="3248" y="556"/>
                  </a:lnTo>
                  <a:lnTo>
                    <a:pt x="3248" y="560"/>
                  </a:lnTo>
                  <a:lnTo>
                    <a:pt x="3266" y="560"/>
                  </a:lnTo>
                  <a:lnTo>
                    <a:pt x="3266" y="560"/>
                  </a:lnTo>
                  <a:lnTo>
                    <a:pt x="3378" y="560"/>
                  </a:lnTo>
                  <a:lnTo>
                    <a:pt x="3378" y="560"/>
                  </a:lnTo>
                  <a:lnTo>
                    <a:pt x="3551" y="560"/>
                  </a:lnTo>
                  <a:lnTo>
                    <a:pt x="3551" y="560"/>
                  </a:lnTo>
                  <a:lnTo>
                    <a:pt x="3564" y="564"/>
                  </a:lnTo>
                  <a:lnTo>
                    <a:pt x="3564" y="568"/>
                  </a:lnTo>
                  <a:lnTo>
                    <a:pt x="3564" y="568"/>
                  </a:lnTo>
                  <a:lnTo>
                    <a:pt x="3564" y="598"/>
                  </a:lnTo>
                  <a:lnTo>
                    <a:pt x="3564" y="598"/>
                  </a:lnTo>
                  <a:lnTo>
                    <a:pt x="3564" y="607"/>
                  </a:lnTo>
                  <a:lnTo>
                    <a:pt x="3576" y="611"/>
                  </a:lnTo>
                  <a:lnTo>
                    <a:pt x="3576" y="611"/>
                  </a:lnTo>
                  <a:lnTo>
                    <a:pt x="3818" y="611"/>
                  </a:lnTo>
                  <a:lnTo>
                    <a:pt x="3818" y="611"/>
                  </a:lnTo>
                  <a:lnTo>
                    <a:pt x="3836" y="611"/>
                  </a:lnTo>
                  <a:lnTo>
                    <a:pt x="3836" y="615"/>
                  </a:lnTo>
                  <a:lnTo>
                    <a:pt x="3836" y="620"/>
                  </a:lnTo>
                  <a:lnTo>
                    <a:pt x="3836" y="620"/>
                  </a:lnTo>
                  <a:lnTo>
                    <a:pt x="3836" y="633"/>
                  </a:lnTo>
                  <a:lnTo>
                    <a:pt x="3855" y="633"/>
                  </a:lnTo>
                  <a:lnTo>
                    <a:pt x="3855" y="633"/>
                  </a:lnTo>
                  <a:lnTo>
                    <a:pt x="3911" y="633"/>
                  </a:lnTo>
                  <a:lnTo>
                    <a:pt x="3911" y="633"/>
                  </a:lnTo>
                  <a:lnTo>
                    <a:pt x="3917" y="633"/>
                  </a:lnTo>
                  <a:lnTo>
                    <a:pt x="3917" y="641"/>
                  </a:lnTo>
                  <a:lnTo>
                    <a:pt x="3917" y="641"/>
                  </a:lnTo>
                  <a:lnTo>
                    <a:pt x="3923" y="654"/>
                  </a:lnTo>
                  <a:lnTo>
                    <a:pt x="3923" y="662"/>
                  </a:lnTo>
                  <a:lnTo>
                    <a:pt x="3936" y="662"/>
                  </a:lnTo>
                  <a:lnTo>
                    <a:pt x="3954" y="662"/>
                  </a:lnTo>
                  <a:lnTo>
                    <a:pt x="3954" y="662"/>
                  </a:lnTo>
                  <a:lnTo>
                    <a:pt x="4208" y="662"/>
                  </a:lnTo>
                  <a:lnTo>
                    <a:pt x="4208" y="662"/>
                  </a:lnTo>
                  <a:lnTo>
                    <a:pt x="4227" y="667"/>
                  </a:lnTo>
                  <a:lnTo>
                    <a:pt x="4227" y="675"/>
                  </a:lnTo>
                  <a:lnTo>
                    <a:pt x="4227" y="675"/>
                  </a:lnTo>
                  <a:lnTo>
                    <a:pt x="4227" y="697"/>
                  </a:lnTo>
                  <a:lnTo>
                    <a:pt x="4227" y="697"/>
                  </a:lnTo>
                  <a:lnTo>
                    <a:pt x="4227" y="705"/>
                  </a:lnTo>
                  <a:lnTo>
                    <a:pt x="4239" y="710"/>
                  </a:lnTo>
                  <a:lnTo>
                    <a:pt x="4239" y="710"/>
                  </a:lnTo>
                  <a:lnTo>
                    <a:pt x="4562" y="710"/>
                  </a:lnTo>
                  <a:lnTo>
                    <a:pt x="4562" y="710"/>
                  </a:lnTo>
                  <a:lnTo>
                    <a:pt x="4580" y="710"/>
                  </a:lnTo>
                  <a:lnTo>
                    <a:pt x="4580" y="722"/>
                  </a:lnTo>
                  <a:lnTo>
                    <a:pt x="4580" y="722"/>
                  </a:lnTo>
                  <a:lnTo>
                    <a:pt x="4586" y="731"/>
                  </a:lnTo>
                  <a:lnTo>
                    <a:pt x="4599" y="735"/>
                  </a:lnTo>
                  <a:lnTo>
                    <a:pt x="4599" y="735"/>
                  </a:lnTo>
                  <a:lnTo>
                    <a:pt x="4946" y="735"/>
                  </a:lnTo>
                  <a:lnTo>
                    <a:pt x="4946" y="735"/>
                  </a:lnTo>
                  <a:lnTo>
                    <a:pt x="4958" y="735"/>
                  </a:lnTo>
                  <a:lnTo>
                    <a:pt x="4958" y="744"/>
                  </a:lnTo>
                  <a:lnTo>
                    <a:pt x="4958" y="744"/>
                  </a:lnTo>
                  <a:lnTo>
                    <a:pt x="4965" y="757"/>
                  </a:lnTo>
                  <a:lnTo>
                    <a:pt x="4983" y="757"/>
                  </a:lnTo>
                  <a:lnTo>
                    <a:pt x="4983" y="757"/>
                  </a:lnTo>
                  <a:lnTo>
                    <a:pt x="5349" y="757"/>
                  </a:lnTo>
                  <a:lnTo>
                    <a:pt x="5349" y="757"/>
                  </a:lnTo>
                  <a:lnTo>
                    <a:pt x="5367" y="757"/>
                  </a:lnTo>
                  <a:lnTo>
                    <a:pt x="5374" y="761"/>
                  </a:lnTo>
                  <a:lnTo>
                    <a:pt x="5380" y="769"/>
                  </a:lnTo>
                  <a:lnTo>
                    <a:pt x="5380" y="778"/>
                  </a:lnTo>
                  <a:lnTo>
                    <a:pt x="5380" y="778"/>
                  </a:lnTo>
                  <a:lnTo>
                    <a:pt x="5380" y="786"/>
                  </a:lnTo>
                  <a:lnTo>
                    <a:pt x="5392" y="791"/>
                  </a:lnTo>
                  <a:lnTo>
                    <a:pt x="5392" y="791"/>
                  </a:lnTo>
                  <a:lnTo>
                    <a:pt x="5510" y="791"/>
                  </a:lnTo>
                  <a:lnTo>
                    <a:pt x="5510" y="791"/>
                  </a:lnTo>
                  <a:lnTo>
                    <a:pt x="5529" y="791"/>
                  </a:lnTo>
                  <a:lnTo>
                    <a:pt x="5541" y="786"/>
                  </a:lnTo>
                  <a:lnTo>
                    <a:pt x="5541" y="782"/>
                  </a:lnTo>
                  <a:lnTo>
                    <a:pt x="5541" y="765"/>
                  </a:lnTo>
                  <a:lnTo>
                    <a:pt x="5541" y="765"/>
                  </a:lnTo>
                  <a:lnTo>
                    <a:pt x="5541" y="761"/>
                  </a:lnTo>
                  <a:lnTo>
                    <a:pt x="5529" y="757"/>
                  </a:lnTo>
                  <a:lnTo>
                    <a:pt x="5529" y="757"/>
                  </a:lnTo>
                  <a:lnTo>
                    <a:pt x="5448" y="757"/>
                  </a:lnTo>
                  <a:lnTo>
                    <a:pt x="5448" y="757"/>
                  </a:lnTo>
                  <a:lnTo>
                    <a:pt x="5429" y="757"/>
                  </a:lnTo>
                  <a:lnTo>
                    <a:pt x="5423" y="757"/>
                  </a:lnTo>
                  <a:lnTo>
                    <a:pt x="5417" y="748"/>
                  </a:lnTo>
                  <a:lnTo>
                    <a:pt x="5417" y="739"/>
                  </a:lnTo>
                  <a:lnTo>
                    <a:pt x="5417" y="739"/>
                  </a:lnTo>
                  <a:lnTo>
                    <a:pt x="5417" y="731"/>
                  </a:lnTo>
                  <a:lnTo>
                    <a:pt x="5405" y="731"/>
                  </a:lnTo>
                  <a:lnTo>
                    <a:pt x="5405" y="731"/>
                  </a:lnTo>
                  <a:lnTo>
                    <a:pt x="5014" y="731"/>
                  </a:lnTo>
                  <a:lnTo>
                    <a:pt x="5014" y="731"/>
                  </a:lnTo>
                  <a:lnTo>
                    <a:pt x="5002" y="727"/>
                  </a:lnTo>
                  <a:lnTo>
                    <a:pt x="5002" y="718"/>
                  </a:lnTo>
                  <a:lnTo>
                    <a:pt x="5002" y="718"/>
                  </a:lnTo>
                  <a:lnTo>
                    <a:pt x="5002" y="714"/>
                  </a:lnTo>
                  <a:lnTo>
                    <a:pt x="5002" y="710"/>
                  </a:lnTo>
                  <a:lnTo>
                    <a:pt x="4983" y="705"/>
                  </a:lnTo>
                  <a:lnTo>
                    <a:pt x="4983" y="705"/>
                  </a:lnTo>
                  <a:lnTo>
                    <a:pt x="4642" y="705"/>
                  </a:lnTo>
                  <a:lnTo>
                    <a:pt x="4642" y="705"/>
                  </a:lnTo>
                  <a:lnTo>
                    <a:pt x="4630" y="705"/>
                  </a:lnTo>
                  <a:lnTo>
                    <a:pt x="4624" y="692"/>
                  </a:lnTo>
                  <a:lnTo>
                    <a:pt x="4624" y="692"/>
                  </a:lnTo>
                  <a:lnTo>
                    <a:pt x="4624" y="684"/>
                  </a:lnTo>
                  <a:lnTo>
                    <a:pt x="4605" y="684"/>
                  </a:lnTo>
                  <a:lnTo>
                    <a:pt x="4605" y="684"/>
                  </a:lnTo>
                  <a:lnTo>
                    <a:pt x="4419" y="684"/>
                  </a:lnTo>
                  <a:lnTo>
                    <a:pt x="4419" y="684"/>
                  </a:lnTo>
                  <a:lnTo>
                    <a:pt x="4283" y="684"/>
                  </a:lnTo>
                  <a:lnTo>
                    <a:pt x="4283" y="684"/>
                  </a:lnTo>
                  <a:lnTo>
                    <a:pt x="4270" y="680"/>
                  </a:lnTo>
                  <a:lnTo>
                    <a:pt x="4270" y="675"/>
                  </a:lnTo>
                  <a:lnTo>
                    <a:pt x="4270" y="675"/>
                  </a:lnTo>
                  <a:lnTo>
                    <a:pt x="4270" y="645"/>
                  </a:lnTo>
                  <a:lnTo>
                    <a:pt x="4270" y="645"/>
                  </a:lnTo>
                  <a:lnTo>
                    <a:pt x="4270" y="637"/>
                  </a:lnTo>
                  <a:lnTo>
                    <a:pt x="4252" y="633"/>
                  </a:lnTo>
                  <a:lnTo>
                    <a:pt x="4252" y="633"/>
                  </a:lnTo>
                  <a:lnTo>
                    <a:pt x="4041" y="633"/>
                  </a:lnTo>
                  <a:lnTo>
                    <a:pt x="4041" y="633"/>
                  </a:lnTo>
                  <a:lnTo>
                    <a:pt x="3973" y="633"/>
                  </a:lnTo>
                  <a:lnTo>
                    <a:pt x="3973" y="633"/>
                  </a:lnTo>
                  <a:lnTo>
                    <a:pt x="3967" y="633"/>
                  </a:lnTo>
                  <a:lnTo>
                    <a:pt x="3960" y="628"/>
                  </a:lnTo>
                  <a:lnTo>
                    <a:pt x="3960" y="628"/>
                  </a:lnTo>
                  <a:lnTo>
                    <a:pt x="3960" y="620"/>
                  </a:lnTo>
                  <a:lnTo>
                    <a:pt x="3960" y="615"/>
                  </a:lnTo>
                  <a:lnTo>
                    <a:pt x="3960" y="615"/>
                  </a:lnTo>
                  <a:lnTo>
                    <a:pt x="3960" y="607"/>
                  </a:lnTo>
                  <a:lnTo>
                    <a:pt x="3948" y="607"/>
                  </a:lnTo>
                  <a:lnTo>
                    <a:pt x="3948" y="607"/>
                  </a:lnTo>
                  <a:lnTo>
                    <a:pt x="3892" y="607"/>
                  </a:lnTo>
                  <a:lnTo>
                    <a:pt x="3892" y="607"/>
                  </a:lnTo>
                  <a:lnTo>
                    <a:pt x="3880" y="603"/>
                  </a:lnTo>
                  <a:lnTo>
                    <a:pt x="3880" y="598"/>
                  </a:lnTo>
                  <a:lnTo>
                    <a:pt x="3880" y="598"/>
                  </a:lnTo>
                  <a:lnTo>
                    <a:pt x="3880" y="590"/>
                  </a:lnTo>
                  <a:lnTo>
                    <a:pt x="3874" y="586"/>
                  </a:lnTo>
                  <a:lnTo>
                    <a:pt x="3855" y="581"/>
                  </a:lnTo>
                  <a:lnTo>
                    <a:pt x="3855" y="581"/>
                  </a:lnTo>
                  <a:lnTo>
                    <a:pt x="3620" y="581"/>
                  </a:lnTo>
                  <a:lnTo>
                    <a:pt x="3620" y="581"/>
                  </a:lnTo>
                  <a:lnTo>
                    <a:pt x="3607" y="581"/>
                  </a:lnTo>
                  <a:lnTo>
                    <a:pt x="3607" y="573"/>
                  </a:lnTo>
                  <a:lnTo>
                    <a:pt x="3607" y="573"/>
                  </a:lnTo>
                  <a:lnTo>
                    <a:pt x="3607" y="543"/>
                  </a:lnTo>
                  <a:lnTo>
                    <a:pt x="3607" y="543"/>
                  </a:lnTo>
                  <a:lnTo>
                    <a:pt x="3601" y="534"/>
                  </a:lnTo>
                  <a:lnTo>
                    <a:pt x="3589" y="530"/>
                  </a:lnTo>
                  <a:lnTo>
                    <a:pt x="3589" y="530"/>
                  </a:lnTo>
                  <a:lnTo>
                    <a:pt x="3316" y="534"/>
                  </a:lnTo>
                  <a:lnTo>
                    <a:pt x="3316" y="534"/>
                  </a:lnTo>
                  <a:lnTo>
                    <a:pt x="3303" y="530"/>
                  </a:lnTo>
                  <a:lnTo>
                    <a:pt x="3291" y="530"/>
                  </a:lnTo>
                  <a:lnTo>
                    <a:pt x="3291" y="526"/>
                  </a:lnTo>
                  <a:lnTo>
                    <a:pt x="3291" y="513"/>
                  </a:lnTo>
                  <a:lnTo>
                    <a:pt x="3291" y="513"/>
                  </a:lnTo>
                  <a:lnTo>
                    <a:pt x="3285" y="504"/>
                  </a:lnTo>
                  <a:lnTo>
                    <a:pt x="3272" y="504"/>
                  </a:lnTo>
                  <a:lnTo>
                    <a:pt x="3272" y="504"/>
                  </a:lnTo>
                  <a:lnTo>
                    <a:pt x="3192" y="504"/>
                  </a:lnTo>
                  <a:lnTo>
                    <a:pt x="3192" y="504"/>
                  </a:lnTo>
                  <a:lnTo>
                    <a:pt x="3173" y="500"/>
                  </a:lnTo>
                  <a:lnTo>
                    <a:pt x="3173" y="496"/>
                  </a:lnTo>
                  <a:lnTo>
                    <a:pt x="3173" y="491"/>
                  </a:lnTo>
                  <a:lnTo>
                    <a:pt x="3173" y="491"/>
                  </a:lnTo>
                  <a:lnTo>
                    <a:pt x="3173" y="457"/>
                  </a:lnTo>
                  <a:lnTo>
                    <a:pt x="3173" y="457"/>
                  </a:lnTo>
                  <a:lnTo>
                    <a:pt x="3173" y="453"/>
                  </a:lnTo>
                  <a:lnTo>
                    <a:pt x="3167" y="449"/>
                  </a:lnTo>
                  <a:lnTo>
                    <a:pt x="3155" y="444"/>
                  </a:lnTo>
                  <a:lnTo>
                    <a:pt x="3155" y="444"/>
                  </a:lnTo>
                  <a:lnTo>
                    <a:pt x="3062" y="444"/>
                  </a:lnTo>
                  <a:lnTo>
                    <a:pt x="3062" y="444"/>
                  </a:lnTo>
                  <a:lnTo>
                    <a:pt x="3049" y="444"/>
                  </a:lnTo>
                  <a:lnTo>
                    <a:pt x="3043" y="436"/>
                  </a:lnTo>
                  <a:lnTo>
                    <a:pt x="3043" y="436"/>
                  </a:lnTo>
                  <a:lnTo>
                    <a:pt x="3043" y="423"/>
                  </a:lnTo>
                  <a:lnTo>
                    <a:pt x="3031" y="423"/>
                  </a:lnTo>
                  <a:lnTo>
                    <a:pt x="3031" y="423"/>
                  </a:lnTo>
                  <a:lnTo>
                    <a:pt x="2956" y="423"/>
                  </a:lnTo>
                  <a:lnTo>
                    <a:pt x="2956" y="423"/>
                  </a:lnTo>
                  <a:lnTo>
                    <a:pt x="2950" y="423"/>
                  </a:lnTo>
                  <a:lnTo>
                    <a:pt x="2944" y="415"/>
                  </a:lnTo>
                  <a:lnTo>
                    <a:pt x="2944" y="415"/>
                  </a:lnTo>
                  <a:lnTo>
                    <a:pt x="2944" y="406"/>
                  </a:lnTo>
                  <a:lnTo>
                    <a:pt x="2944" y="402"/>
                  </a:lnTo>
                  <a:lnTo>
                    <a:pt x="2938" y="397"/>
                  </a:lnTo>
                  <a:lnTo>
                    <a:pt x="2925" y="397"/>
                  </a:lnTo>
                  <a:lnTo>
                    <a:pt x="2925" y="397"/>
                  </a:lnTo>
                  <a:lnTo>
                    <a:pt x="2746" y="397"/>
                  </a:lnTo>
                  <a:lnTo>
                    <a:pt x="2746" y="397"/>
                  </a:lnTo>
                  <a:lnTo>
                    <a:pt x="2733" y="397"/>
                  </a:lnTo>
                  <a:lnTo>
                    <a:pt x="2733" y="389"/>
                  </a:lnTo>
                  <a:lnTo>
                    <a:pt x="2733" y="389"/>
                  </a:lnTo>
                  <a:lnTo>
                    <a:pt x="2733" y="385"/>
                  </a:lnTo>
                  <a:lnTo>
                    <a:pt x="2733" y="385"/>
                  </a:lnTo>
                  <a:lnTo>
                    <a:pt x="2733" y="376"/>
                  </a:lnTo>
                  <a:lnTo>
                    <a:pt x="2715" y="372"/>
                  </a:lnTo>
                  <a:lnTo>
                    <a:pt x="2715" y="372"/>
                  </a:lnTo>
                  <a:lnTo>
                    <a:pt x="2299" y="372"/>
                  </a:lnTo>
                  <a:lnTo>
                    <a:pt x="2299" y="372"/>
                  </a:lnTo>
                  <a:lnTo>
                    <a:pt x="2287" y="372"/>
                  </a:lnTo>
                  <a:lnTo>
                    <a:pt x="2281" y="359"/>
                  </a:lnTo>
                  <a:lnTo>
                    <a:pt x="2281" y="359"/>
                  </a:lnTo>
                  <a:lnTo>
                    <a:pt x="2281" y="350"/>
                  </a:lnTo>
                  <a:lnTo>
                    <a:pt x="2274" y="350"/>
                  </a:lnTo>
                  <a:lnTo>
                    <a:pt x="2268" y="350"/>
                  </a:lnTo>
                  <a:lnTo>
                    <a:pt x="2268" y="350"/>
                  </a:lnTo>
                  <a:lnTo>
                    <a:pt x="2262" y="350"/>
                  </a:lnTo>
                  <a:lnTo>
                    <a:pt x="2262" y="342"/>
                  </a:lnTo>
                  <a:lnTo>
                    <a:pt x="2262" y="342"/>
                  </a:lnTo>
                  <a:lnTo>
                    <a:pt x="2262" y="333"/>
                  </a:lnTo>
                  <a:lnTo>
                    <a:pt x="2262" y="333"/>
                  </a:lnTo>
                  <a:lnTo>
                    <a:pt x="2256" y="325"/>
                  </a:lnTo>
                  <a:lnTo>
                    <a:pt x="2243" y="325"/>
                  </a:lnTo>
                  <a:lnTo>
                    <a:pt x="2243" y="325"/>
                  </a:lnTo>
                  <a:lnTo>
                    <a:pt x="2150" y="325"/>
                  </a:lnTo>
                  <a:lnTo>
                    <a:pt x="2150" y="325"/>
                  </a:lnTo>
                  <a:lnTo>
                    <a:pt x="2132" y="320"/>
                  </a:lnTo>
                  <a:lnTo>
                    <a:pt x="2126" y="320"/>
                  </a:lnTo>
                  <a:lnTo>
                    <a:pt x="2126" y="316"/>
                  </a:lnTo>
                  <a:lnTo>
                    <a:pt x="2126" y="303"/>
                  </a:lnTo>
                  <a:lnTo>
                    <a:pt x="2126" y="303"/>
                  </a:lnTo>
                  <a:lnTo>
                    <a:pt x="2119" y="295"/>
                  </a:lnTo>
                  <a:lnTo>
                    <a:pt x="2107" y="295"/>
                  </a:lnTo>
                  <a:lnTo>
                    <a:pt x="2107" y="295"/>
                  </a:lnTo>
                  <a:lnTo>
                    <a:pt x="2014" y="295"/>
                  </a:lnTo>
                  <a:lnTo>
                    <a:pt x="2014" y="295"/>
                  </a:lnTo>
                  <a:lnTo>
                    <a:pt x="2008" y="295"/>
                  </a:lnTo>
                  <a:lnTo>
                    <a:pt x="2002" y="291"/>
                  </a:lnTo>
                  <a:lnTo>
                    <a:pt x="2002" y="291"/>
                  </a:lnTo>
                  <a:lnTo>
                    <a:pt x="2008" y="278"/>
                  </a:lnTo>
                  <a:lnTo>
                    <a:pt x="2002" y="269"/>
                  </a:lnTo>
                  <a:lnTo>
                    <a:pt x="2002" y="269"/>
                  </a:lnTo>
                  <a:lnTo>
                    <a:pt x="1989" y="265"/>
                  </a:lnTo>
                  <a:lnTo>
                    <a:pt x="1971" y="269"/>
                  </a:lnTo>
                  <a:lnTo>
                    <a:pt x="1971" y="269"/>
                  </a:lnTo>
                  <a:lnTo>
                    <a:pt x="1971" y="269"/>
                  </a:lnTo>
                  <a:lnTo>
                    <a:pt x="1971" y="269"/>
                  </a:lnTo>
                  <a:lnTo>
                    <a:pt x="1958" y="265"/>
                  </a:lnTo>
                  <a:lnTo>
                    <a:pt x="1958" y="261"/>
                  </a:lnTo>
                  <a:lnTo>
                    <a:pt x="1958" y="261"/>
                  </a:lnTo>
                  <a:lnTo>
                    <a:pt x="1958" y="226"/>
                  </a:lnTo>
                  <a:lnTo>
                    <a:pt x="1958" y="226"/>
                  </a:lnTo>
                  <a:lnTo>
                    <a:pt x="1958" y="218"/>
                  </a:lnTo>
                  <a:lnTo>
                    <a:pt x="1940" y="218"/>
                  </a:lnTo>
                  <a:lnTo>
                    <a:pt x="1940" y="218"/>
                  </a:lnTo>
                  <a:lnTo>
                    <a:pt x="1872" y="218"/>
                  </a:lnTo>
                  <a:lnTo>
                    <a:pt x="1872" y="218"/>
                  </a:lnTo>
                  <a:lnTo>
                    <a:pt x="1865" y="214"/>
                  </a:lnTo>
                  <a:lnTo>
                    <a:pt x="1859" y="209"/>
                  </a:lnTo>
                  <a:lnTo>
                    <a:pt x="1859" y="209"/>
                  </a:lnTo>
                  <a:lnTo>
                    <a:pt x="1859" y="196"/>
                  </a:lnTo>
                  <a:lnTo>
                    <a:pt x="1859" y="188"/>
                  </a:lnTo>
                  <a:lnTo>
                    <a:pt x="1847" y="188"/>
                  </a:lnTo>
                  <a:lnTo>
                    <a:pt x="1828" y="188"/>
                  </a:lnTo>
                  <a:lnTo>
                    <a:pt x="1828" y="188"/>
                  </a:lnTo>
                  <a:lnTo>
                    <a:pt x="1828" y="188"/>
                  </a:lnTo>
                  <a:lnTo>
                    <a:pt x="1828" y="188"/>
                  </a:lnTo>
                  <a:lnTo>
                    <a:pt x="1816" y="188"/>
                  </a:lnTo>
                  <a:lnTo>
                    <a:pt x="1816" y="179"/>
                  </a:lnTo>
                  <a:lnTo>
                    <a:pt x="1816" y="179"/>
                  </a:lnTo>
                  <a:lnTo>
                    <a:pt x="1816" y="171"/>
                  </a:lnTo>
                  <a:lnTo>
                    <a:pt x="1816" y="171"/>
                  </a:lnTo>
                  <a:lnTo>
                    <a:pt x="1816" y="162"/>
                  </a:lnTo>
                  <a:lnTo>
                    <a:pt x="1797" y="158"/>
                  </a:lnTo>
                  <a:lnTo>
                    <a:pt x="1797" y="158"/>
                  </a:lnTo>
                  <a:lnTo>
                    <a:pt x="1791" y="158"/>
                  </a:lnTo>
                  <a:lnTo>
                    <a:pt x="1791" y="154"/>
                  </a:lnTo>
                  <a:lnTo>
                    <a:pt x="1791" y="154"/>
                  </a:lnTo>
                  <a:lnTo>
                    <a:pt x="1785" y="145"/>
                  </a:lnTo>
                  <a:lnTo>
                    <a:pt x="1772" y="141"/>
                  </a:lnTo>
                  <a:lnTo>
                    <a:pt x="1772" y="141"/>
                  </a:lnTo>
                  <a:lnTo>
                    <a:pt x="1537" y="141"/>
                  </a:lnTo>
                  <a:lnTo>
                    <a:pt x="1537" y="141"/>
                  </a:lnTo>
                  <a:lnTo>
                    <a:pt x="1524" y="141"/>
                  </a:lnTo>
                  <a:lnTo>
                    <a:pt x="1512" y="141"/>
                  </a:lnTo>
                  <a:lnTo>
                    <a:pt x="1512" y="132"/>
                  </a:lnTo>
                  <a:lnTo>
                    <a:pt x="1512" y="124"/>
                  </a:lnTo>
                  <a:lnTo>
                    <a:pt x="1512" y="124"/>
                  </a:lnTo>
                  <a:lnTo>
                    <a:pt x="1506" y="111"/>
                  </a:lnTo>
                  <a:lnTo>
                    <a:pt x="1493" y="111"/>
                  </a:lnTo>
                  <a:lnTo>
                    <a:pt x="1493" y="111"/>
                  </a:lnTo>
                  <a:lnTo>
                    <a:pt x="1183" y="111"/>
                  </a:lnTo>
                  <a:lnTo>
                    <a:pt x="1183" y="111"/>
                  </a:lnTo>
                  <a:lnTo>
                    <a:pt x="1171" y="111"/>
                  </a:lnTo>
                  <a:lnTo>
                    <a:pt x="1165" y="107"/>
                  </a:lnTo>
                  <a:lnTo>
                    <a:pt x="1159" y="102"/>
                  </a:lnTo>
                  <a:lnTo>
                    <a:pt x="1159" y="94"/>
                  </a:lnTo>
                  <a:lnTo>
                    <a:pt x="1159" y="94"/>
                  </a:lnTo>
                  <a:lnTo>
                    <a:pt x="1153" y="85"/>
                  </a:lnTo>
                  <a:lnTo>
                    <a:pt x="1146" y="81"/>
                  </a:lnTo>
                  <a:lnTo>
                    <a:pt x="1146" y="81"/>
                  </a:lnTo>
                  <a:lnTo>
                    <a:pt x="1109" y="81"/>
                  </a:lnTo>
                  <a:lnTo>
                    <a:pt x="1109" y="81"/>
                  </a:lnTo>
                  <a:lnTo>
                    <a:pt x="1103" y="81"/>
                  </a:lnTo>
                  <a:lnTo>
                    <a:pt x="1103" y="77"/>
                  </a:lnTo>
                  <a:lnTo>
                    <a:pt x="1103" y="77"/>
                  </a:lnTo>
                  <a:lnTo>
                    <a:pt x="1103" y="68"/>
                  </a:lnTo>
                  <a:lnTo>
                    <a:pt x="1097" y="64"/>
                  </a:lnTo>
                  <a:lnTo>
                    <a:pt x="1084" y="64"/>
                  </a:lnTo>
                  <a:lnTo>
                    <a:pt x="1084" y="64"/>
                  </a:lnTo>
                  <a:lnTo>
                    <a:pt x="489" y="64"/>
                  </a:lnTo>
                  <a:lnTo>
                    <a:pt x="489" y="64"/>
                  </a:lnTo>
                  <a:lnTo>
                    <a:pt x="495" y="64"/>
                  </a:lnTo>
                  <a:lnTo>
                    <a:pt x="508" y="64"/>
                  </a:lnTo>
                  <a:lnTo>
                    <a:pt x="508" y="64"/>
                  </a:lnTo>
                  <a:lnTo>
                    <a:pt x="514" y="64"/>
                  </a:lnTo>
                  <a:lnTo>
                    <a:pt x="514" y="68"/>
                  </a:lnTo>
                  <a:lnTo>
                    <a:pt x="514" y="68"/>
                  </a:lnTo>
                  <a:lnTo>
                    <a:pt x="520" y="77"/>
                  </a:lnTo>
                  <a:lnTo>
                    <a:pt x="533" y="77"/>
                  </a:lnTo>
                  <a:lnTo>
                    <a:pt x="533" y="77"/>
                  </a:lnTo>
                  <a:lnTo>
                    <a:pt x="948" y="77"/>
                  </a:lnTo>
                  <a:lnTo>
                    <a:pt x="948" y="77"/>
                  </a:lnTo>
                  <a:lnTo>
                    <a:pt x="967" y="81"/>
                  </a:lnTo>
                  <a:lnTo>
                    <a:pt x="973" y="85"/>
                  </a:lnTo>
                  <a:lnTo>
                    <a:pt x="979" y="90"/>
                  </a:lnTo>
                  <a:lnTo>
                    <a:pt x="979" y="90"/>
                  </a:lnTo>
                  <a:lnTo>
                    <a:pt x="1053" y="90"/>
                  </a:lnTo>
                  <a:lnTo>
                    <a:pt x="1053" y="90"/>
                  </a:lnTo>
                  <a:close/>
                </a:path>
              </a:pathLst>
            </a:custGeom>
            <a:solidFill>
              <a:srgbClr val="E61E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15" name="Text Box 553"/>
            <p:cNvSpPr txBox="1">
              <a:spLocks noChangeArrowheads="1"/>
            </p:cNvSpPr>
            <p:nvPr>
              <p:custDataLst>
                <p:tags r:id="rId8"/>
              </p:custDataLst>
            </p:nvPr>
          </p:nvSpPr>
          <p:spPr bwMode="auto">
            <a:xfrm>
              <a:off x="5260225" y="2523533"/>
              <a:ext cx="2265364" cy="312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tlCol="0">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30000"/>
                </a:spcBef>
                <a:spcAft>
                  <a:spcPts val="0"/>
                </a:spcAft>
                <a:buClrTx/>
                <a:buSzTx/>
                <a:buFontTx/>
                <a:buNone/>
                <a:tabLst/>
                <a:defRPr/>
              </a:pPr>
              <a:r>
                <a:rPr kumimoji="0" lang="ru-RU" sz="14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Бисопролол</a:t>
              </a: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 (n=154)</a:t>
              </a:r>
            </a:p>
          </p:txBody>
        </p:sp>
        <p:sp>
          <p:nvSpPr>
            <p:cNvPr id="116" name="Text Box 553"/>
            <p:cNvSpPr txBox="1">
              <a:spLocks noChangeArrowheads="1"/>
            </p:cNvSpPr>
            <p:nvPr>
              <p:custDataLst>
                <p:tags r:id="rId9"/>
              </p:custDataLst>
            </p:nvPr>
          </p:nvSpPr>
          <p:spPr bwMode="auto">
            <a:xfrm>
              <a:off x="3087306" y="3618409"/>
              <a:ext cx="3740126" cy="312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tlCol="0">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30000"/>
                </a:spcBef>
                <a:spcAft>
                  <a:spcPts val="0"/>
                </a:spcAft>
                <a:buClrTx/>
                <a:buSzTx/>
                <a:buFontTx/>
                <a:buNone/>
                <a:tabLst/>
                <a:defRPr/>
              </a:pPr>
              <a:r>
                <a:rPr kumimoji="0" lang="ru-RU" sz="14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Нифедипин</a:t>
              </a:r>
              <a:r>
                <a:rPr kumimoji="0" lang="ru-RU" sz="14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 </a:t>
              </a:r>
              <a:r>
                <a:rPr kumimoji="0" lang="ru-RU" sz="14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замедл</a:t>
              </a:r>
              <a:r>
                <a:rPr kumimoji="0" lang="ru-RU" sz="14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 </a:t>
              </a:r>
              <a:r>
                <a:rPr kumimoji="0" lang="ru-RU" sz="14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высв</a:t>
              </a:r>
              <a:r>
                <a:rPr kumimoji="0" lang="ru-RU" sz="14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 </a:t>
              </a: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(n=163)</a:t>
              </a:r>
            </a:p>
          </p:txBody>
        </p:sp>
        <p:sp>
          <p:nvSpPr>
            <p:cNvPr id="121" name="Text Box 553"/>
            <p:cNvSpPr txBox="1">
              <a:spLocks noChangeArrowheads="1"/>
            </p:cNvSpPr>
            <p:nvPr>
              <p:custDataLst>
                <p:tags r:id="rId10"/>
              </p:custDataLst>
            </p:nvPr>
          </p:nvSpPr>
          <p:spPr bwMode="auto">
            <a:xfrm>
              <a:off x="6610668" y="4892642"/>
              <a:ext cx="3409908" cy="312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tlCol="0">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30000"/>
                </a:spcBef>
                <a:spcAft>
                  <a:spcPts val="0"/>
                </a:spcAft>
                <a:buClrTx/>
                <a:buSzTx/>
                <a:buFontTx/>
                <a:buNone/>
                <a:tabLst/>
                <a:defRPr/>
              </a:pPr>
              <a:r>
                <a:rPr kumimoji="0" lang="ru-RU" sz="14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Логранговый</a:t>
              </a: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 критерий p=0,0197*</a:t>
              </a:r>
            </a:p>
          </p:txBody>
        </p:sp>
        <p:grpSp>
          <p:nvGrpSpPr>
            <p:cNvPr id="4" name="Gruppieren 3"/>
            <p:cNvGrpSpPr/>
            <p:nvPr>
              <p:custDataLst>
                <p:tags r:id="rId11"/>
              </p:custDataLst>
            </p:nvPr>
          </p:nvGrpSpPr>
          <p:grpSpPr>
            <a:xfrm>
              <a:off x="885616" y="2139621"/>
              <a:ext cx="8714776" cy="3479008"/>
              <a:chOff x="780829" y="1494724"/>
              <a:chExt cx="9017344" cy="3599791"/>
            </a:xfrm>
          </p:grpSpPr>
          <p:grpSp>
            <p:nvGrpSpPr>
              <p:cNvPr id="228" name="Gruppieren 227"/>
              <p:cNvGrpSpPr/>
              <p:nvPr/>
            </p:nvGrpSpPr>
            <p:grpSpPr>
              <a:xfrm>
                <a:off x="780829" y="1494724"/>
                <a:ext cx="9017344" cy="3599791"/>
                <a:chOff x="-46529" y="1449451"/>
                <a:chExt cx="10575071" cy="4025440"/>
              </a:xfrm>
            </p:grpSpPr>
            <p:grpSp>
              <p:nvGrpSpPr>
                <p:cNvPr id="68" name="Gruppieren 67"/>
                <p:cNvGrpSpPr/>
                <p:nvPr/>
              </p:nvGrpSpPr>
              <p:grpSpPr>
                <a:xfrm>
                  <a:off x="-46529" y="1449451"/>
                  <a:ext cx="10575071" cy="4025440"/>
                  <a:chOff x="51215" y="1536319"/>
                  <a:chExt cx="9676112" cy="4833506"/>
                </a:xfrm>
              </p:grpSpPr>
              <p:grpSp>
                <p:nvGrpSpPr>
                  <p:cNvPr id="69" name="Gruppieren 68"/>
                  <p:cNvGrpSpPr/>
                  <p:nvPr/>
                </p:nvGrpSpPr>
                <p:grpSpPr>
                  <a:xfrm>
                    <a:off x="51215" y="1536319"/>
                    <a:ext cx="9494565" cy="4833506"/>
                    <a:chOff x="1897395" y="1687773"/>
                    <a:chExt cx="6614745" cy="4865029"/>
                  </a:xfrm>
                </p:grpSpPr>
                <p:grpSp>
                  <p:nvGrpSpPr>
                    <p:cNvPr id="92" name="Gruppieren 91"/>
                    <p:cNvGrpSpPr/>
                    <p:nvPr/>
                  </p:nvGrpSpPr>
                  <p:grpSpPr>
                    <a:xfrm>
                      <a:off x="1897395" y="1687773"/>
                      <a:ext cx="6614745" cy="4865029"/>
                      <a:chOff x="-294941" y="752543"/>
                      <a:chExt cx="6807841" cy="5086460"/>
                    </a:xfrm>
                  </p:grpSpPr>
                  <p:grpSp>
                    <p:nvGrpSpPr>
                      <p:cNvPr id="95" name="Gruppieren 94"/>
                      <p:cNvGrpSpPr/>
                      <p:nvPr>
                        <p:custDataLst>
                          <p:tags r:id="rId41"/>
                        </p:custDataLst>
                      </p:nvPr>
                    </p:nvGrpSpPr>
                    <p:grpSpPr>
                      <a:xfrm>
                        <a:off x="-294941" y="752543"/>
                        <a:ext cx="6807841" cy="5086460"/>
                        <a:chOff x="1436413" y="918069"/>
                        <a:chExt cx="5937822" cy="4556692"/>
                      </a:xfrm>
                    </p:grpSpPr>
                    <p:sp>
                      <p:nvSpPr>
                        <p:cNvPr id="98" name="Line 16"/>
                        <p:cNvSpPr>
                          <a:spLocks noChangeShapeType="1"/>
                        </p:cNvSpPr>
                        <p:nvPr>
                          <p:custDataLst>
                            <p:tags r:id="rId44"/>
                          </p:custDataLst>
                        </p:nvPr>
                      </p:nvSpPr>
                      <p:spPr bwMode="auto">
                        <a:xfrm flipH="1" flipV="1">
                          <a:off x="2246436" y="4945141"/>
                          <a:ext cx="5127799"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99" name="Textfeld 98"/>
                        <p:cNvSpPr txBox="1"/>
                        <p:nvPr>
                          <p:custDataLst>
                            <p:tags r:id="rId45"/>
                          </p:custDataLst>
                        </p:nvPr>
                      </p:nvSpPr>
                      <p:spPr bwMode="gray">
                        <a:xfrm>
                          <a:off x="1925676" y="4551030"/>
                          <a:ext cx="174756" cy="245363"/>
                        </a:xfrm>
                        <a:prstGeom prst="rect">
                          <a:avLst/>
                        </a:prstGeom>
                        <a:noFill/>
                        <a:ln/>
                      </p:spPr>
                      <p:txBody>
                        <a:bodyPr wrap="none" lIns="0" tIns="0" rIns="0" bIns="0" rtlCol="0">
                          <a:spAutoFit/>
                        </a:bodyPr>
                        <a:lstStyle/>
                        <a:p>
                          <a:pPr marL="0" marR="0" lvl="0" indent="0" algn="r" defTabSz="914400" rtl="0" eaLnBrk="1" fontAlgn="auto" latinLnBrk="0" hangingPunct="1">
                            <a:lnSpc>
                              <a:spcPct val="100000"/>
                            </a:lnSpc>
                            <a:spcBef>
                              <a:spcPts val="300"/>
                            </a:spcBef>
                            <a:spcAft>
                              <a:spcPts val="300"/>
                            </a:spcAft>
                            <a:buClr>
                              <a:srgbClr val="52328F"/>
                            </a:buClr>
                            <a:buSzTx/>
                            <a:buFontTx/>
                            <a:buNone/>
                            <a:tabLst/>
                            <a:defRPr/>
                          </a:pPr>
                          <a:r>
                            <a:rPr kumimoji="0" lang="ru-RU" sz="12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0,5</a:t>
                          </a:r>
                        </a:p>
                      </p:txBody>
                    </p:sp>
                    <p:sp>
                      <p:nvSpPr>
                        <p:cNvPr id="101" name="Textfeld 100"/>
                        <p:cNvSpPr txBox="1"/>
                        <p:nvPr>
                          <p:custDataLst>
                            <p:tags r:id="rId46"/>
                          </p:custDataLst>
                        </p:nvPr>
                      </p:nvSpPr>
                      <p:spPr bwMode="gray">
                        <a:xfrm>
                          <a:off x="1925673" y="3155951"/>
                          <a:ext cx="174756" cy="245363"/>
                        </a:xfrm>
                        <a:prstGeom prst="rect">
                          <a:avLst/>
                        </a:prstGeom>
                        <a:noFill/>
                        <a:ln/>
                      </p:spPr>
                      <p:txBody>
                        <a:bodyPr wrap="none" lIns="0" tIns="0" rIns="0" bIns="0" rtlCol="0">
                          <a:spAutoFit/>
                        </a:bodyPr>
                        <a:lstStyle/>
                        <a:p>
                          <a:pPr marL="0" marR="0" lvl="0" indent="0" algn="r" defTabSz="914400" rtl="0" eaLnBrk="1" fontAlgn="auto" latinLnBrk="0" hangingPunct="1">
                            <a:lnSpc>
                              <a:spcPct val="100000"/>
                            </a:lnSpc>
                            <a:spcBef>
                              <a:spcPts val="300"/>
                            </a:spcBef>
                            <a:spcAft>
                              <a:spcPts val="300"/>
                            </a:spcAft>
                            <a:buClr>
                              <a:srgbClr val="52328F"/>
                            </a:buClr>
                            <a:buSzTx/>
                            <a:buFontTx/>
                            <a:buNone/>
                            <a:tabLst/>
                            <a:defRPr/>
                          </a:pPr>
                          <a:r>
                            <a:rPr kumimoji="0" lang="ru-RU" sz="12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0,7</a:t>
                          </a:r>
                        </a:p>
                      </p:txBody>
                    </p:sp>
                    <p:sp>
                      <p:nvSpPr>
                        <p:cNvPr id="102" name="Textfeld 101"/>
                        <p:cNvSpPr txBox="1"/>
                        <p:nvPr>
                          <p:custDataLst>
                            <p:tags r:id="rId47"/>
                          </p:custDataLst>
                        </p:nvPr>
                      </p:nvSpPr>
                      <p:spPr bwMode="gray">
                        <a:xfrm>
                          <a:off x="1920517" y="2466595"/>
                          <a:ext cx="174756" cy="245363"/>
                        </a:xfrm>
                        <a:prstGeom prst="rect">
                          <a:avLst/>
                        </a:prstGeom>
                        <a:noFill/>
                        <a:ln/>
                      </p:spPr>
                      <p:txBody>
                        <a:bodyPr wrap="none" lIns="0" tIns="0" rIns="0" bIns="0" rtlCol="0">
                          <a:spAutoFit/>
                        </a:bodyPr>
                        <a:lstStyle/>
                        <a:p>
                          <a:pPr marL="0" marR="0" lvl="0" indent="0" algn="r" defTabSz="914400" rtl="0" eaLnBrk="1" fontAlgn="auto" latinLnBrk="0" hangingPunct="1">
                            <a:lnSpc>
                              <a:spcPct val="100000"/>
                            </a:lnSpc>
                            <a:spcBef>
                              <a:spcPts val="300"/>
                            </a:spcBef>
                            <a:spcAft>
                              <a:spcPts val="300"/>
                            </a:spcAft>
                            <a:buClr>
                              <a:srgbClr val="52328F"/>
                            </a:buClr>
                            <a:buSzTx/>
                            <a:buFontTx/>
                            <a:buNone/>
                            <a:tabLst/>
                            <a:defRPr/>
                          </a:pPr>
                          <a:r>
                            <a:rPr kumimoji="0" lang="ru-RU" sz="12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0,8</a:t>
                          </a:r>
                          <a:endParaRPr kumimoji="0" lang="de-DE"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03" name="Textfeld 102"/>
                        <p:cNvSpPr txBox="1"/>
                        <p:nvPr>
                          <p:custDataLst>
                            <p:tags r:id="rId48"/>
                          </p:custDataLst>
                        </p:nvPr>
                      </p:nvSpPr>
                      <p:spPr bwMode="gray">
                        <a:xfrm rot="16200000">
                          <a:off x="-587756" y="2942238"/>
                          <a:ext cx="4475765" cy="427427"/>
                        </a:xfrm>
                        <a:prstGeom prst="rect">
                          <a:avLst/>
                        </a:prstGeom>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503291"/>
                            </a:buClr>
                            <a:buSzTx/>
                            <a:buFontTx/>
                            <a:buNone/>
                            <a:tabLst/>
                            <a:defRPr/>
                          </a:pPr>
                          <a:r>
                            <a:rPr kumimoji="0" lang="ru-RU" sz="10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Бессобытийная</a:t>
                          </a:r>
                          <a:r>
                            <a:rPr kumimoji="0" lang="ru-RU" sz="10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 выживаемость </a:t>
                          </a:r>
                          <a:br>
                            <a:rPr kumimoji="0" lang="en-US" sz="10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br>
                          <a:r>
                            <a:rPr kumimoji="0" lang="ru-RU" sz="10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(смерть, ИМ, госпитализация по поводу нестабильной стенокардии, </a:t>
                          </a:r>
                          <a:r>
                            <a:rPr kumimoji="0" lang="ru-RU" sz="10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реваскуляризация</a:t>
                          </a:r>
                          <a:r>
                            <a:rPr kumimoji="0" lang="ru-RU" sz="10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 коронарных артерий)</a:t>
                          </a:r>
                        </a:p>
                      </p:txBody>
                    </p:sp>
                    <p:sp>
                      <p:nvSpPr>
                        <p:cNvPr id="104" name="Textfeld 103"/>
                        <p:cNvSpPr txBox="1"/>
                        <p:nvPr>
                          <p:custDataLst>
                            <p:tags r:id="rId49"/>
                          </p:custDataLst>
                        </p:nvPr>
                      </p:nvSpPr>
                      <p:spPr bwMode="gray">
                        <a:xfrm>
                          <a:off x="4922428" y="5229398"/>
                          <a:ext cx="202583" cy="245363"/>
                        </a:xfrm>
                        <a:prstGeom prst="rect">
                          <a:avLst/>
                        </a:prstGeom>
                        <a:noFill/>
                        <a:ln/>
                      </p:spPr>
                      <p:txBody>
                        <a:bodyPr wrap="none" lIns="0" tIns="0" rIns="0" bIns="0" rtlCol="0">
                          <a:spAutoFit/>
                        </a:bodyPr>
                        <a:lstStyle/>
                        <a:p>
                          <a:pPr marL="0" marR="0" lvl="0" indent="0" algn="l" defTabSz="914400" rtl="0" eaLnBrk="1" fontAlgn="auto" latinLnBrk="0" hangingPunct="1">
                            <a:lnSpc>
                              <a:spcPct val="100000"/>
                            </a:lnSpc>
                            <a:spcBef>
                              <a:spcPts val="300"/>
                            </a:spcBef>
                            <a:spcAft>
                              <a:spcPts val="300"/>
                            </a:spcAft>
                            <a:buClr>
                              <a:srgbClr val="52328F"/>
                            </a:buClr>
                            <a:buSzTx/>
                            <a:buFontTx/>
                            <a:buNone/>
                            <a:tabLst/>
                            <a:defRPr/>
                          </a:pPr>
                          <a:r>
                            <a:rPr kumimoji="0" lang="ru-RU" sz="12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дни</a:t>
                          </a:r>
                          <a:endParaRPr kumimoji="0" lang="de-DE"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05" name="Line 16"/>
                        <p:cNvSpPr>
                          <a:spLocks noChangeShapeType="1"/>
                        </p:cNvSpPr>
                        <p:nvPr>
                          <p:custDataLst>
                            <p:tags r:id="rId50"/>
                          </p:custDataLst>
                        </p:nvPr>
                      </p:nvSpPr>
                      <p:spPr bwMode="auto">
                        <a:xfrm>
                          <a:off x="2246436" y="1138470"/>
                          <a:ext cx="0" cy="3804063"/>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06" name="Line 49"/>
                        <p:cNvSpPr>
                          <a:spLocks noChangeShapeType="1"/>
                        </p:cNvSpPr>
                        <p:nvPr>
                          <p:custDataLst>
                            <p:tags r:id="rId51"/>
                          </p:custDataLst>
                        </p:nvPr>
                      </p:nvSpPr>
                      <p:spPr bwMode="auto">
                        <a:xfrm>
                          <a:off x="2139298" y="4654883"/>
                          <a:ext cx="110887"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07" name="Line 49"/>
                        <p:cNvSpPr>
                          <a:spLocks noChangeShapeType="1"/>
                        </p:cNvSpPr>
                        <p:nvPr>
                          <p:custDataLst>
                            <p:tags r:id="rId52"/>
                          </p:custDataLst>
                        </p:nvPr>
                      </p:nvSpPr>
                      <p:spPr bwMode="auto">
                        <a:xfrm>
                          <a:off x="2139298" y="3262745"/>
                          <a:ext cx="110887"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08" name="Line 49"/>
                        <p:cNvSpPr>
                          <a:spLocks noChangeShapeType="1"/>
                        </p:cNvSpPr>
                        <p:nvPr>
                          <p:custDataLst>
                            <p:tags r:id="rId53"/>
                          </p:custDataLst>
                        </p:nvPr>
                      </p:nvSpPr>
                      <p:spPr bwMode="auto">
                        <a:xfrm>
                          <a:off x="2139298" y="2571234"/>
                          <a:ext cx="110887"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sp>
                    <p:nvSpPr>
                      <p:cNvPr id="96" name="Line 49"/>
                      <p:cNvSpPr>
                        <a:spLocks noChangeShapeType="1"/>
                      </p:cNvSpPr>
                      <p:nvPr>
                        <p:custDataLst>
                          <p:tags r:id="rId42"/>
                        </p:custDataLst>
                      </p:nvPr>
                    </p:nvSpPr>
                    <p:spPr bwMode="auto">
                      <a:xfrm>
                        <a:off x="634061" y="5246065"/>
                        <a:ext cx="0" cy="112519"/>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97" name="Textfeld 96"/>
                      <p:cNvSpPr txBox="1"/>
                      <p:nvPr>
                        <p:custDataLst>
                          <p:tags r:id="rId43"/>
                        </p:custDataLst>
                      </p:nvPr>
                    </p:nvSpPr>
                    <p:spPr bwMode="gray">
                      <a:xfrm>
                        <a:off x="589561" y="5350438"/>
                        <a:ext cx="86781" cy="273890"/>
                      </a:xfrm>
                      <a:prstGeom prst="rect">
                        <a:avLst/>
                      </a:prstGeom>
                      <a:noFill/>
                      <a:ln/>
                    </p:spPr>
                    <p:txBody>
                      <a:bodyPr wrap="none" lIns="0" tIns="0" rIns="0" bIns="0" rtlCol="0">
                        <a:spAutoFit/>
                      </a:body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pSp>
                <p:sp>
                  <p:nvSpPr>
                    <p:cNvPr id="93" name="Textfeld 92"/>
                    <p:cNvSpPr txBox="1"/>
                    <p:nvPr>
                      <p:custDataLst>
                        <p:tags r:id="rId39"/>
                      </p:custDataLst>
                    </p:nvPr>
                  </p:nvSpPr>
                  <p:spPr bwMode="gray">
                    <a:xfrm>
                      <a:off x="2435694" y="1827383"/>
                      <a:ext cx="194678" cy="261966"/>
                    </a:xfrm>
                    <a:prstGeom prst="rect">
                      <a:avLst/>
                    </a:prstGeom>
                    <a:noFill/>
                    <a:ln/>
                  </p:spPr>
                  <p:txBody>
                    <a:bodyPr wrap="none" lIns="0" tIns="0" rIns="0" bIns="0" rtlCol="0">
                      <a:spAutoFit/>
                    </a:bodyPr>
                    <a:lstStyle/>
                    <a:p>
                      <a:pPr marL="0" marR="0" lvl="0" indent="0" algn="r" defTabSz="914400" rtl="0" eaLnBrk="1" fontAlgn="auto" latinLnBrk="0" hangingPunct="1">
                        <a:lnSpc>
                          <a:spcPct val="100000"/>
                        </a:lnSpc>
                        <a:spcBef>
                          <a:spcPts val="300"/>
                        </a:spcBef>
                        <a:spcAft>
                          <a:spcPts val="300"/>
                        </a:spcAft>
                        <a:buClr>
                          <a:srgbClr val="52328F"/>
                        </a:buClr>
                        <a:buSzTx/>
                        <a:buFontTx/>
                        <a:buNone/>
                        <a:tabLst/>
                        <a:defRPr/>
                      </a:pPr>
                      <a:r>
                        <a:rPr kumimoji="0" lang="ru-RU" sz="12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1,0</a:t>
                      </a:r>
                    </a:p>
                  </p:txBody>
                </p:sp>
                <p:sp>
                  <p:nvSpPr>
                    <p:cNvPr id="94" name="Line 49"/>
                    <p:cNvSpPr>
                      <a:spLocks noChangeShapeType="1"/>
                    </p:cNvSpPr>
                    <p:nvPr>
                      <p:custDataLst>
                        <p:tags r:id="rId40"/>
                      </p:custDataLst>
                    </p:nvPr>
                  </p:nvSpPr>
                  <p:spPr bwMode="auto">
                    <a:xfrm>
                      <a:off x="2679416" y="1923090"/>
                      <a:ext cx="123528"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sp>
                <p:nvSpPr>
                  <p:cNvPr id="70" name="Line 49"/>
                  <p:cNvSpPr>
                    <a:spLocks noChangeShapeType="1"/>
                  </p:cNvSpPr>
                  <p:nvPr>
                    <p:custDataLst>
                      <p:tags r:id="rId23"/>
                    </p:custDataLst>
                  </p:nvPr>
                </p:nvSpPr>
                <p:spPr bwMode="auto">
                  <a:xfrm>
                    <a:off x="2257034" y="5805264"/>
                    <a:ext cx="0" cy="106923"/>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71" name="Textfeld 70"/>
                  <p:cNvSpPr txBox="1"/>
                  <p:nvPr>
                    <p:custDataLst>
                      <p:tags r:id="rId24"/>
                    </p:custDataLst>
                  </p:nvPr>
                </p:nvSpPr>
                <p:spPr bwMode="gray">
                  <a:xfrm>
                    <a:off x="2134466" y="5904446"/>
                    <a:ext cx="242057" cy="260269"/>
                  </a:xfrm>
                  <a:prstGeom prst="rect">
                    <a:avLst/>
                  </a:prstGeom>
                  <a:noFill/>
                  <a:ln/>
                </p:spPr>
                <p:txBody>
                  <a:bodyPr wrap="none" lIns="0" tIns="0" rIns="0" bIns="0" rtlCol="0">
                    <a:spAutoFit/>
                  </a:body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50</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74" name="Line 49"/>
                  <p:cNvSpPr>
                    <a:spLocks noChangeShapeType="1"/>
                  </p:cNvSpPr>
                  <p:nvPr>
                    <p:custDataLst>
                      <p:tags r:id="rId25"/>
                    </p:custDataLst>
                  </p:nvPr>
                </p:nvSpPr>
                <p:spPr bwMode="auto">
                  <a:xfrm>
                    <a:off x="3305323" y="5805264"/>
                    <a:ext cx="0" cy="106923"/>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75" name="Textfeld 74"/>
                  <p:cNvSpPr txBox="1"/>
                  <p:nvPr>
                    <p:custDataLst>
                      <p:tags r:id="rId26"/>
                    </p:custDataLst>
                  </p:nvPr>
                </p:nvSpPr>
                <p:spPr bwMode="gray">
                  <a:xfrm>
                    <a:off x="3122237" y="5904446"/>
                    <a:ext cx="363086" cy="260269"/>
                  </a:xfrm>
                  <a:prstGeom prst="rect">
                    <a:avLst/>
                  </a:prstGeom>
                  <a:noFill/>
                  <a:ln/>
                </p:spPr>
                <p:txBody>
                  <a:bodyPr wrap="none" lIns="0" tIns="0" rIns="0" bIns="0" rtlCol="0">
                    <a:spAutoFit/>
                  </a:body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100</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76" name="Line 49"/>
                  <p:cNvSpPr>
                    <a:spLocks noChangeShapeType="1"/>
                  </p:cNvSpPr>
                  <p:nvPr>
                    <p:custDataLst>
                      <p:tags r:id="rId27"/>
                    </p:custDataLst>
                  </p:nvPr>
                </p:nvSpPr>
                <p:spPr bwMode="auto">
                  <a:xfrm>
                    <a:off x="4328553" y="5805264"/>
                    <a:ext cx="0" cy="106923"/>
                  </a:xfrm>
                  <a:prstGeom prst="line">
                    <a:avLst/>
                  </a:prstGeom>
                  <a:noFill/>
                  <a:ln w="12700">
                    <a:solidFill>
                      <a:srgbClr val="50329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77" name="Textfeld 76"/>
                  <p:cNvSpPr txBox="1"/>
                  <p:nvPr>
                    <p:custDataLst>
                      <p:tags r:id="rId28"/>
                    </p:custDataLst>
                  </p:nvPr>
                </p:nvSpPr>
                <p:spPr bwMode="gray">
                  <a:xfrm>
                    <a:off x="4145466" y="5904446"/>
                    <a:ext cx="363086" cy="260269"/>
                  </a:xfrm>
                  <a:prstGeom prst="rect">
                    <a:avLst/>
                  </a:prstGeom>
                  <a:noFill/>
                  <a:ln/>
                </p:spPr>
                <p:txBody>
                  <a:bodyPr wrap="none" lIns="0" tIns="0" rIns="0" bIns="0" rtlCol="0">
                    <a:spAutoFit/>
                  </a:body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150</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78" name="Line 49"/>
                  <p:cNvSpPr>
                    <a:spLocks noChangeShapeType="1"/>
                  </p:cNvSpPr>
                  <p:nvPr>
                    <p:custDataLst>
                      <p:tags r:id="rId29"/>
                    </p:custDataLst>
                  </p:nvPr>
                </p:nvSpPr>
                <p:spPr bwMode="auto">
                  <a:xfrm>
                    <a:off x="5359173" y="5805264"/>
                    <a:ext cx="0" cy="106923"/>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79" name="Textfeld 78"/>
                  <p:cNvSpPr txBox="1"/>
                  <p:nvPr>
                    <p:custDataLst>
                      <p:tags r:id="rId30"/>
                    </p:custDataLst>
                  </p:nvPr>
                </p:nvSpPr>
                <p:spPr bwMode="gray">
                  <a:xfrm>
                    <a:off x="5176084" y="5904446"/>
                    <a:ext cx="363086" cy="260269"/>
                  </a:xfrm>
                  <a:prstGeom prst="rect">
                    <a:avLst/>
                  </a:prstGeom>
                  <a:noFill/>
                  <a:ln/>
                </p:spPr>
                <p:txBody>
                  <a:bodyPr wrap="none" lIns="0" tIns="0" rIns="0" bIns="0" rtlCol="0">
                    <a:spAutoFit/>
                  </a:body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200</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80" name="Line 49"/>
                  <p:cNvSpPr>
                    <a:spLocks noChangeShapeType="1"/>
                  </p:cNvSpPr>
                  <p:nvPr>
                    <p:custDataLst>
                      <p:tags r:id="rId31"/>
                    </p:custDataLst>
                  </p:nvPr>
                </p:nvSpPr>
                <p:spPr bwMode="auto">
                  <a:xfrm>
                    <a:off x="6401265" y="5809446"/>
                    <a:ext cx="0" cy="106923"/>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81" name="Textfeld 80"/>
                  <p:cNvSpPr txBox="1"/>
                  <p:nvPr>
                    <p:custDataLst>
                      <p:tags r:id="rId32"/>
                    </p:custDataLst>
                  </p:nvPr>
                </p:nvSpPr>
                <p:spPr bwMode="gray">
                  <a:xfrm>
                    <a:off x="6218175" y="5908630"/>
                    <a:ext cx="363086" cy="260269"/>
                  </a:xfrm>
                  <a:prstGeom prst="rect">
                    <a:avLst/>
                  </a:prstGeom>
                  <a:noFill/>
                  <a:ln/>
                </p:spPr>
                <p:txBody>
                  <a:bodyPr wrap="none" lIns="0" tIns="0" rIns="0" bIns="0" rtlCol="0">
                    <a:spAutoFit/>
                  </a:body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250</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84" name="Line 49"/>
                  <p:cNvSpPr>
                    <a:spLocks noChangeShapeType="1"/>
                  </p:cNvSpPr>
                  <p:nvPr>
                    <p:custDataLst>
                      <p:tags r:id="rId33"/>
                    </p:custDataLst>
                  </p:nvPr>
                </p:nvSpPr>
                <p:spPr bwMode="auto">
                  <a:xfrm>
                    <a:off x="7446022" y="5805264"/>
                    <a:ext cx="0" cy="106923"/>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85" name="Textfeld 84"/>
                  <p:cNvSpPr txBox="1"/>
                  <p:nvPr>
                    <p:custDataLst>
                      <p:tags r:id="rId34"/>
                    </p:custDataLst>
                  </p:nvPr>
                </p:nvSpPr>
                <p:spPr bwMode="gray">
                  <a:xfrm>
                    <a:off x="7262935" y="5904446"/>
                    <a:ext cx="363086" cy="260269"/>
                  </a:xfrm>
                  <a:prstGeom prst="rect">
                    <a:avLst/>
                  </a:prstGeom>
                  <a:noFill/>
                  <a:ln/>
                </p:spPr>
                <p:txBody>
                  <a:bodyPr wrap="none" lIns="0" tIns="0" rIns="0" bIns="0" rtlCol="0">
                    <a:spAutoFit/>
                  </a:body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300</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88" name="Line 49"/>
                  <p:cNvSpPr>
                    <a:spLocks noChangeShapeType="1"/>
                  </p:cNvSpPr>
                  <p:nvPr>
                    <p:custDataLst>
                      <p:tags r:id="rId35"/>
                    </p:custDataLst>
                  </p:nvPr>
                </p:nvSpPr>
                <p:spPr bwMode="auto">
                  <a:xfrm>
                    <a:off x="8476642" y="5805264"/>
                    <a:ext cx="0" cy="106923"/>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89" name="Textfeld 88"/>
                  <p:cNvSpPr txBox="1"/>
                  <p:nvPr>
                    <p:custDataLst>
                      <p:tags r:id="rId36"/>
                    </p:custDataLst>
                  </p:nvPr>
                </p:nvSpPr>
                <p:spPr bwMode="gray">
                  <a:xfrm>
                    <a:off x="8293554" y="5904446"/>
                    <a:ext cx="363086" cy="260269"/>
                  </a:xfrm>
                  <a:prstGeom prst="rect">
                    <a:avLst/>
                  </a:prstGeom>
                  <a:noFill/>
                  <a:ln/>
                </p:spPr>
                <p:txBody>
                  <a:bodyPr wrap="none" lIns="0" tIns="0" rIns="0" bIns="0" rtlCol="0">
                    <a:spAutoFit/>
                  </a:body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350</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90" name="Line 49"/>
                  <p:cNvSpPr>
                    <a:spLocks noChangeShapeType="1"/>
                  </p:cNvSpPr>
                  <p:nvPr>
                    <p:custDataLst>
                      <p:tags r:id="rId37"/>
                    </p:custDataLst>
                  </p:nvPr>
                </p:nvSpPr>
                <p:spPr bwMode="auto">
                  <a:xfrm>
                    <a:off x="9547331" y="5809448"/>
                    <a:ext cx="0" cy="106923"/>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91" name="Textfeld 90"/>
                  <p:cNvSpPr txBox="1"/>
                  <p:nvPr>
                    <p:custDataLst>
                      <p:tags r:id="rId38"/>
                    </p:custDataLst>
                  </p:nvPr>
                </p:nvSpPr>
                <p:spPr bwMode="gray">
                  <a:xfrm>
                    <a:off x="9364241" y="5908630"/>
                    <a:ext cx="363086" cy="260269"/>
                  </a:xfrm>
                  <a:prstGeom prst="rect">
                    <a:avLst/>
                  </a:prstGeom>
                  <a:noFill/>
                  <a:ln/>
                </p:spPr>
                <p:txBody>
                  <a:bodyPr wrap="none" lIns="0" tIns="0" rIns="0" bIns="0" rtlCol="0">
                    <a:spAutoFit/>
                  </a:body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400</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pSp>
            <p:sp>
              <p:nvSpPr>
                <p:cNvPr id="109" name="Textfeld 108"/>
                <p:cNvSpPr txBox="1"/>
                <p:nvPr>
                  <p:custDataLst>
                    <p:tags r:id="rId19"/>
                  </p:custDataLst>
                </p:nvPr>
              </p:nvSpPr>
              <p:spPr bwMode="gray">
                <a:xfrm>
                  <a:off x="806749" y="4036543"/>
                  <a:ext cx="305395" cy="216757"/>
                </a:xfrm>
                <a:prstGeom prst="rect">
                  <a:avLst/>
                </a:prstGeom>
                <a:noFill/>
                <a:ln/>
              </p:spPr>
              <p:txBody>
                <a:bodyPr wrap="none" lIns="0" tIns="0" rIns="0" bIns="0" rtlCol="0">
                  <a:spAutoFit/>
                </a:bodyPr>
                <a:lstStyle/>
                <a:p>
                  <a:pPr marL="0" marR="0" lvl="0" indent="0" algn="r" defTabSz="914400" rtl="0" eaLnBrk="1" fontAlgn="auto" latinLnBrk="0" hangingPunct="1">
                    <a:lnSpc>
                      <a:spcPct val="100000"/>
                    </a:lnSpc>
                    <a:spcBef>
                      <a:spcPts val="300"/>
                    </a:spcBef>
                    <a:spcAft>
                      <a:spcPts val="300"/>
                    </a:spcAft>
                    <a:buClr>
                      <a:srgbClr val="52328F"/>
                    </a:buClr>
                    <a:buSzTx/>
                    <a:buFontTx/>
                    <a:buNone/>
                    <a:tabLst/>
                    <a:defRPr/>
                  </a:pPr>
                  <a:r>
                    <a:rPr kumimoji="0" lang="ru-RU" sz="12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0,6</a:t>
                  </a:r>
                </a:p>
              </p:txBody>
            </p:sp>
            <p:sp>
              <p:nvSpPr>
                <p:cNvPr id="110" name="Line 49"/>
                <p:cNvSpPr>
                  <a:spLocks noChangeShapeType="1"/>
                </p:cNvSpPr>
                <p:nvPr>
                  <p:custDataLst>
                    <p:tags r:id="rId20"/>
                  </p:custDataLst>
                </p:nvPr>
              </p:nvSpPr>
              <p:spPr bwMode="auto">
                <a:xfrm>
                  <a:off x="1180069" y="4130885"/>
                  <a:ext cx="193781"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12" name="Textfeld 111"/>
                <p:cNvSpPr txBox="1"/>
                <p:nvPr>
                  <p:custDataLst>
                    <p:tags r:id="rId21"/>
                  </p:custDataLst>
                </p:nvPr>
              </p:nvSpPr>
              <p:spPr bwMode="gray">
                <a:xfrm>
                  <a:off x="798574" y="2202288"/>
                  <a:ext cx="305395" cy="216757"/>
                </a:xfrm>
                <a:prstGeom prst="rect">
                  <a:avLst/>
                </a:prstGeom>
                <a:noFill/>
                <a:ln/>
              </p:spPr>
              <p:txBody>
                <a:bodyPr wrap="none" lIns="0" tIns="0" rIns="0" bIns="0" rtlCol="0">
                  <a:spAutoFit/>
                </a:bodyPr>
                <a:lstStyle/>
                <a:p>
                  <a:pPr marL="0" marR="0" lvl="0" indent="0" algn="r" defTabSz="914400" rtl="0" eaLnBrk="1" fontAlgn="auto" latinLnBrk="0" hangingPunct="1">
                    <a:lnSpc>
                      <a:spcPct val="100000"/>
                    </a:lnSpc>
                    <a:spcBef>
                      <a:spcPts val="300"/>
                    </a:spcBef>
                    <a:spcAft>
                      <a:spcPts val="300"/>
                    </a:spcAft>
                    <a:buClr>
                      <a:srgbClr val="52328F"/>
                    </a:buClr>
                    <a:buSzTx/>
                    <a:buFontTx/>
                    <a:buNone/>
                    <a:tabLst/>
                    <a:defRPr/>
                  </a:pPr>
                  <a:r>
                    <a:rPr kumimoji="0" lang="ru-RU" sz="12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0,9</a:t>
                  </a:r>
                  <a:endParaRPr kumimoji="0" lang="de-DE"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13" name="Line 49"/>
                <p:cNvSpPr>
                  <a:spLocks noChangeShapeType="1"/>
                </p:cNvSpPr>
                <p:nvPr>
                  <p:custDataLst>
                    <p:tags r:id="rId22"/>
                  </p:custDataLst>
                </p:nvPr>
              </p:nvSpPr>
              <p:spPr bwMode="auto">
                <a:xfrm>
                  <a:off x="1180904" y="2294728"/>
                  <a:ext cx="193781"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231" name="Gruppieren 230"/>
              <p:cNvGrpSpPr/>
              <p:nvPr/>
            </p:nvGrpSpPr>
            <p:grpSpPr>
              <a:xfrm>
                <a:off x="1874906" y="4497895"/>
                <a:ext cx="219050" cy="129379"/>
                <a:chOff x="1766445" y="5458191"/>
                <a:chExt cx="219050" cy="129379"/>
              </a:xfrm>
            </p:grpSpPr>
            <p:sp>
              <p:nvSpPr>
                <p:cNvPr id="230" name="Rechteck 229"/>
                <p:cNvSpPr/>
                <p:nvPr>
                  <p:custDataLst>
                    <p:tags r:id="rId16"/>
                  </p:custDataLst>
                </p:nvPr>
              </p:nvSpPr>
              <p:spPr bwMode="gray">
                <a:xfrm>
                  <a:off x="1766445" y="5487052"/>
                  <a:ext cx="219050" cy="73820"/>
                </a:xfrm>
                <a:prstGeom prst="rect">
                  <a:avLst/>
                </a:prstGeom>
                <a:solidFill>
                  <a:schemeClr val="bg1"/>
                </a:solidFill>
                <a:ln w="9525" cap="flat" cmpd="sng" algn="ctr">
                  <a:noFill/>
                  <a:prstDash val="solid"/>
                </a:ln>
                <a:effectLst/>
              </p:spPr>
              <p:txBody>
                <a:bodyPr rtlCol="0" anchor="ctr" anchorCtr="0"/>
                <a:lstStyle/>
                <a:p>
                  <a:pPr marL="0" marR="0" lvl="0" indent="0" algn="ctr" defTabSz="914400" rtl="0" eaLnBrk="1" fontAlgn="auto" latinLnBrk="0" hangingPunct="1">
                    <a:lnSpc>
                      <a:spcPct val="100000"/>
                    </a:lnSpc>
                    <a:spcBef>
                      <a:spcPts val="300"/>
                    </a:spcBef>
                    <a:spcAft>
                      <a:spcPts val="300"/>
                    </a:spcAft>
                    <a:buClr>
                      <a:srgbClr val="FFFFFF"/>
                    </a:buClr>
                    <a:buSzPct val="100000"/>
                    <a:buFont typeface="Arial" panose="020B0604020202020204" pitchFamily="34" charset="0"/>
                    <a:buNone/>
                    <a:tabLst/>
                    <a:defRPr/>
                  </a:pPr>
                  <a:endParaRPr kumimoji="0" lang="de-DE" sz="1600" b="0" i="0" u="none" strike="noStrike" kern="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22" name="Freeform 43"/>
                <p:cNvSpPr>
                  <a:spLocks/>
                </p:cNvSpPr>
                <p:nvPr>
                  <p:custDataLst>
                    <p:tags r:id="rId17"/>
                  </p:custDataLst>
                </p:nvPr>
              </p:nvSpPr>
              <p:spPr bwMode="auto">
                <a:xfrm>
                  <a:off x="1812458" y="5458191"/>
                  <a:ext cx="122238" cy="55562"/>
                </a:xfrm>
                <a:custGeom>
                  <a:avLst/>
                  <a:gdLst>
                    <a:gd name="T0" fmla="*/ 2147483647 w 86"/>
                    <a:gd name="T1" fmla="*/ 0 h 43"/>
                    <a:gd name="T2" fmla="*/ 0 w 86"/>
                    <a:gd name="T3" fmla="*/ 2147483647 h 43"/>
                    <a:gd name="T4" fmla="*/ 0 w 86"/>
                    <a:gd name="T5" fmla="*/ 2147483647 h 43"/>
                    <a:gd name="T6" fmla="*/ 2147483647 w 86"/>
                    <a:gd name="T7" fmla="*/ 2147483647 h 43"/>
                    <a:gd name="T8" fmla="*/ 2147483647 w 86"/>
                    <a:gd name="T9" fmla="*/ 0 h 43"/>
                    <a:gd name="T10" fmla="*/ 0 60000 65536"/>
                    <a:gd name="T11" fmla="*/ 0 60000 65536"/>
                    <a:gd name="T12" fmla="*/ 0 60000 65536"/>
                    <a:gd name="T13" fmla="*/ 0 60000 65536"/>
                    <a:gd name="T14" fmla="*/ 0 60000 65536"/>
                    <a:gd name="T15" fmla="*/ 0 w 86"/>
                    <a:gd name="T16" fmla="*/ 0 h 43"/>
                    <a:gd name="T17" fmla="*/ 86 w 86"/>
                    <a:gd name="T18" fmla="*/ 43 h 43"/>
                  </a:gdLst>
                  <a:ahLst/>
                  <a:cxnLst>
                    <a:cxn ang="T10">
                      <a:pos x="T0" y="T1"/>
                    </a:cxn>
                    <a:cxn ang="T11">
                      <a:pos x="T2" y="T3"/>
                    </a:cxn>
                    <a:cxn ang="T12">
                      <a:pos x="T4" y="T5"/>
                    </a:cxn>
                    <a:cxn ang="T13">
                      <a:pos x="T6" y="T7"/>
                    </a:cxn>
                    <a:cxn ang="T14">
                      <a:pos x="T8" y="T9"/>
                    </a:cxn>
                  </a:cxnLst>
                  <a:rect l="T15" t="T16" r="T17" b="T18"/>
                  <a:pathLst>
                    <a:path w="86" h="43">
                      <a:moveTo>
                        <a:pt x="86" y="0"/>
                      </a:moveTo>
                      <a:lnTo>
                        <a:pt x="0" y="39"/>
                      </a:lnTo>
                      <a:lnTo>
                        <a:pt x="0" y="43"/>
                      </a:lnTo>
                      <a:lnTo>
                        <a:pt x="86" y="4"/>
                      </a:lnTo>
                      <a:lnTo>
                        <a:pt x="86" y="0"/>
                      </a:lnTo>
                      <a:close/>
                    </a:path>
                  </a:pathLst>
                </a:custGeom>
                <a:solidFill>
                  <a:srgbClr val="503291"/>
                </a:solidFill>
                <a:ln w="9525">
                  <a:solidFill>
                    <a:schemeClr val="bg1">
                      <a:lumMod val="75000"/>
                    </a:schemeClr>
                  </a:solidFill>
                  <a:round/>
                  <a:headEnd/>
                  <a:tailEnd/>
                </a:ln>
                <a:effectLst/>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23" name="Freeform 44"/>
                <p:cNvSpPr>
                  <a:spLocks/>
                </p:cNvSpPr>
                <p:nvPr>
                  <p:custDataLst>
                    <p:tags r:id="rId18"/>
                  </p:custDataLst>
                </p:nvPr>
              </p:nvSpPr>
              <p:spPr bwMode="auto">
                <a:xfrm>
                  <a:off x="1826747" y="5530420"/>
                  <a:ext cx="122237" cy="57150"/>
                </a:xfrm>
                <a:custGeom>
                  <a:avLst/>
                  <a:gdLst>
                    <a:gd name="T0" fmla="*/ 2147483647 w 86"/>
                    <a:gd name="T1" fmla="*/ 0 h 43"/>
                    <a:gd name="T2" fmla="*/ 0 w 86"/>
                    <a:gd name="T3" fmla="*/ 2147483647 h 43"/>
                    <a:gd name="T4" fmla="*/ 0 w 86"/>
                    <a:gd name="T5" fmla="*/ 2147483647 h 43"/>
                    <a:gd name="T6" fmla="*/ 2147483647 w 86"/>
                    <a:gd name="T7" fmla="*/ 2147483647 h 43"/>
                    <a:gd name="T8" fmla="*/ 2147483647 w 86"/>
                    <a:gd name="T9" fmla="*/ 0 h 43"/>
                    <a:gd name="T10" fmla="*/ 0 60000 65536"/>
                    <a:gd name="T11" fmla="*/ 0 60000 65536"/>
                    <a:gd name="T12" fmla="*/ 0 60000 65536"/>
                    <a:gd name="T13" fmla="*/ 0 60000 65536"/>
                    <a:gd name="T14" fmla="*/ 0 60000 65536"/>
                    <a:gd name="T15" fmla="*/ 0 w 86"/>
                    <a:gd name="T16" fmla="*/ 0 h 43"/>
                    <a:gd name="T17" fmla="*/ 86 w 86"/>
                    <a:gd name="T18" fmla="*/ 43 h 43"/>
                  </a:gdLst>
                  <a:ahLst/>
                  <a:cxnLst>
                    <a:cxn ang="T10">
                      <a:pos x="T0" y="T1"/>
                    </a:cxn>
                    <a:cxn ang="T11">
                      <a:pos x="T2" y="T3"/>
                    </a:cxn>
                    <a:cxn ang="T12">
                      <a:pos x="T4" y="T5"/>
                    </a:cxn>
                    <a:cxn ang="T13">
                      <a:pos x="T6" y="T7"/>
                    </a:cxn>
                    <a:cxn ang="T14">
                      <a:pos x="T8" y="T9"/>
                    </a:cxn>
                  </a:cxnLst>
                  <a:rect l="T15" t="T16" r="T17" b="T18"/>
                  <a:pathLst>
                    <a:path w="86" h="43">
                      <a:moveTo>
                        <a:pt x="86" y="0"/>
                      </a:moveTo>
                      <a:lnTo>
                        <a:pt x="0" y="38"/>
                      </a:lnTo>
                      <a:lnTo>
                        <a:pt x="0" y="43"/>
                      </a:lnTo>
                      <a:lnTo>
                        <a:pt x="86" y="4"/>
                      </a:lnTo>
                      <a:lnTo>
                        <a:pt x="86" y="0"/>
                      </a:lnTo>
                      <a:close/>
                    </a:path>
                  </a:pathLst>
                </a:custGeom>
                <a:solidFill>
                  <a:srgbClr val="503291"/>
                </a:solidFill>
                <a:ln w="9525">
                  <a:solidFill>
                    <a:schemeClr val="bg1">
                      <a:lumMod val="75000"/>
                    </a:schemeClr>
                  </a:solidFill>
                  <a:round/>
                  <a:headEnd/>
                  <a:tailEnd/>
                </a:ln>
                <a:effectLst/>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grpSp>
          <p:nvGrpSpPr>
            <p:cNvPr id="21" name="Группа 20">
              <a:extLst>
                <a:ext uri="{FF2B5EF4-FFF2-40B4-BE49-F238E27FC236}">
                  <a16:creationId xmlns:a16="http://schemas.microsoft.com/office/drawing/2014/main" id="{ED573FC7-BAAC-82FA-5EAD-1240002DA358}"/>
                </a:ext>
              </a:extLst>
            </p:cNvPr>
            <p:cNvGrpSpPr/>
            <p:nvPr/>
          </p:nvGrpSpPr>
          <p:grpSpPr>
            <a:xfrm>
              <a:off x="9436882" y="2506059"/>
              <a:ext cx="1806441" cy="2343795"/>
              <a:chOff x="9436882" y="2506059"/>
              <a:chExt cx="1806441" cy="2343795"/>
            </a:xfrm>
          </p:grpSpPr>
          <p:sp>
            <p:nvSpPr>
              <p:cNvPr id="120" name="Inhaltsplatzhalter 4"/>
              <p:cNvSpPr txBox="1">
                <a:spLocks/>
              </p:cNvSpPr>
              <p:nvPr>
                <p:custDataLst>
                  <p:tags r:id="rId12"/>
                </p:custDataLst>
              </p:nvPr>
            </p:nvSpPr>
            <p:spPr>
              <a:xfrm>
                <a:off x="9697781" y="2506059"/>
                <a:ext cx="1545542" cy="2343795"/>
              </a:xfrm>
              <a:prstGeom prst="roundRect">
                <a:avLst>
                  <a:gd name="adj" fmla="val 7149"/>
                </a:avLst>
              </a:prstGeom>
              <a:noFill/>
              <a:ln w="19050">
                <a:solidFill>
                  <a:schemeClr val="accent1">
                    <a:lumMod val="40000"/>
                    <a:lumOff val="60000"/>
                  </a:schemeClr>
                </a:solidFill>
              </a:ln>
            </p:spPr>
            <p:txBody>
              <a:bodyPr lIns="90000" rIns="360000" rtlCol="0" anchor="b"/>
              <a:lstStyle>
                <a:lvl1pPr marL="0" indent="0" algn="l" defTabSz="914400" rtl="0" eaLnBrk="1" latinLnBrk="0" hangingPunct="1">
                  <a:spcBef>
                    <a:spcPts val="600"/>
                  </a:spcBef>
                  <a:spcAft>
                    <a:spcPts val="300"/>
                  </a:spcAft>
                  <a:buClr>
                    <a:srgbClr val="52328F"/>
                  </a:buClr>
                  <a:buFont typeface="Wingdings" panose="05000000000000000000" pitchFamily="2" charset="2"/>
                  <a:buNone/>
                  <a:defRPr sz="1400" b="0" kern="1200">
                    <a:solidFill>
                      <a:schemeClr val="tx1"/>
                    </a:solidFill>
                    <a:latin typeface="+mn-lt"/>
                    <a:ea typeface="+mn-ea"/>
                    <a:cs typeface="+mn-cs"/>
                  </a:defRPr>
                </a:lvl1pPr>
                <a:lvl2pPr marL="180000" indent="-180000" algn="l" defTabSz="914400" rtl="0" eaLnBrk="1" latinLnBrk="0" hangingPunct="1">
                  <a:spcBef>
                    <a:spcPts val="300"/>
                  </a:spcBef>
                  <a:spcAft>
                    <a:spcPts val="300"/>
                  </a:spcAft>
                  <a:buClr>
                    <a:srgbClr val="52328F"/>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spcBef>
                    <a:spcPts val="300"/>
                  </a:spcBef>
                  <a:spcAft>
                    <a:spcPts val="300"/>
                  </a:spcAft>
                  <a:buClr>
                    <a:srgbClr val="52328F"/>
                  </a:buClr>
                  <a:buSzPct val="100000"/>
                  <a:buFont typeface="Symbol" panose="05050102010706020507" pitchFamily="18" charset="2"/>
                  <a:buChar char="-"/>
                  <a:defRPr lang="en-US" sz="1400" kern="1200" baseline="0" dirty="0" smtClean="0">
                    <a:solidFill>
                      <a:schemeClr val="tx1"/>
                    </a:solidFill>
                    <a:latin typeface="+mn-lt"/>
                    <a:ea typeface="+mn-ea"/>
                    <a:cs typeface="+mn-cs"/>
                  </a:defRPr>
                </a:lvl3pPr>
                <a:lvl4pPr marL="540000" indent="-180000" algn="l" defTabSz="914400" rtl="0" eaLnBrk="1" latinLnBrk="0" hangingPunct="1">
                  <a:spcBef>
                    <a:spcPts val="300"/>
                  </a:spcBef>
                  <a:spcAft>
                    <a:spcPts val="300"/>
                  </a:spcAft>
                  <a:buClr>
                    <a:srgbClr val="28BECD"/>
                  </a:buClr>
                  <a:buSzPct val="100000"/>
                  <a:buFont typeface="Symbol" panose="05050102010706020507" pitchFamily="18" charset="2"/>
                  <a:buChar char="-"/>
                  <a:defRPr lang="en-US" sz="1400" kern="1200" baseline="0" dirty="0" smtClean="0">
                    <a:solidFill>
                      <a:schemeClr val="tx1"/>
                    </a:solidFill>
                    <a:latin typeface="+mn-lt"/>
                    <a:ea typeface="+mn-ea"/>
                    <a:cs typeface="+mn-cs"/>
                  </a:defRPr>
                </a:lvl4pPr>
                <a:lvl5pPr marL="720000" indent="-180000" algn="l" defTabSz="914400" rtl="0" eaLnBrk="1" latinLnBrk="0" hangingPunct="1">
                  <a:spcBef>
                    <a:spcPts val="300"/>
                  </a:spcBef>
                  <a:spcAft>
                    <a:spcPts val="300"/>
                  </a:spcAft>
                  <a:buClr>
                    <a:srgbClr val="28BECD"/>
                  </a:buClr>
                  <a:buSzPct val="100000"/>
                  <a:buFont typeface="Symbol" panose="05050102010706020507" pitchFamily="18" charset="2"/>
                  <a:buChar char="-"/>
                  <a:defRPr sz="1400" kern="1200">
                    <a:solidFill>
                      <a:schemeClr val="tx1"/>
                    </a:solidFill>
                    <a:latin typeface="+mn-lt"/>
                    <a:ea typeface="+mn-ea"/>
                    <a:cs typeface="+mn-cs"/>
                  </a:defRPr>
                </a:lvl5pPr>
                <a:lvl6pPr marL="900000" indent="-180000" algn="l" defTabSz="914400" rtl="0" eaLnBrk="1" latinLnBrk="0" hangingPunct="1">
                  <a:spcBef>
                    <a:spcPts val="300"/>
                  </a:spcBef>
                  <a:spcAft>
                    <a:spcPts val="300"/>
                  </a:spcAft>
                  <a:buClr>
                    <a:srgbClr val="28BECD"/>
                  </a:buClr>
                  <a:buSzPct val="100000"/>
                  <a:buFont typeface="Symbol" panose="05050102010706020507" pitchFamily="18" charset="2"/>
                  <a:buChar char="-"/>
                  <a:defRPr sz="1400" kern="1200">
                    <a:solidFill>
                      <a:schemeClr val="tx1"/>
                    </a:solidFill>
                    <a:latin typeface="+mn-lt"/>
                    <a:ea typeface="+mn-ea"/>
                    <a:cs typeface="+mn-cs"/>
                  </a:defRPr>
                </a:lvl6pPr>
                <a:lvl7pPr marL="900000" indent="-180000" algn="l" defTabSz="914400" rtl="0" eaLnBrk="1" latinLnBrk="0" hangingPunct="1">
                  <a:spcBef>
                    <a:spcPts val="300"/>
                  </a:spcBef>
                  <a:spcAft>
                    <a:spcPts val="300"/>
                  </a:spcAft>
                  <a:buClr>
                    <a:srgbClr val="28BECD"/>
                  </a:buClr>
                  <a:buSzPct val="100000"/>
                  <a:buFont typeface="Symbol" panose="05050102010706020507" pitchFamily="18" charset="2"/>
                  <a:buChar char="-"/>
                  <a:defRPr sz="1400" kern="1200">
                    <a:solidFill>
                      <a:schemeClr val="tx1"/>
                    </a:solidFill>
                    <a:latin typeface="+mn-lt"/>
                    <a:ea typeface="+mn-ea"/>
                    <a:cs typeface="+mn-cs"/>
                  </a:defRPr>
                </a:lvl7pPr>
                <a:lvl8pPr marL="900000" indent="-180000" algn="l" defTabSz="914400" rtl="0" eaLnBrk="1" latinLnBrk="0" hangingPunct="1">
                  <a:spcBef>
                    <a:spcPts val="300"/>
                  </a:spcBef>
                  <a:spcAft>
                    <a:spcPts val="300"/>
                  </a:spcAft>
                  <a:buClr>
                    <a:srgbClr val="28BECD"/>
                  </a:buClr>
                  <a:buSzPct val="100000"/>
                  <a:buFont typeface="Symbol" panose="05050102010706020507" pitchFamily="18" charset="2"/>
                  <a:buChar char="-"/>
                  <a:defRPr sz="1400" kern="1200">
                    <a:solidFill>
                      <a:schemeClr val="tx1"/>
                    </a:solidFill>
                    <a:latin typeface="+mn-lt"/>
                    <a:ea typeface="+mn-ea"/>
                    <a:cs typeface="+mn-cs"/>
                  </a:defRPr>
                </a:lvl8pPr>
                <a:lvl9pPr marL="900000" indent="-180000" algn="l" defTabSz="914400" rtl="0" eaLnBrk="1" latinLnBrk="0" hangingPunct="1">
                  <a:spcBef>
                    <a:spcPts val="300"/>
                  </a:spcBef>
                  <a:spcAft>
                    <a:spcPts val="300"/>
                  </a:spcAft>
                  <a:buClr>
                    <a:srgbClr val="28BECD"/>
                  </a:buClr>
                  <a:buSzPct val="100000"/>
                  <a:buFont typeface="Symbol" panose="05050102010706020507" pitchFamily="18" charset="2"/>
                  <a:buChar char="-"/>
                  <a:defRPr sz="14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
                    <a:srgbClr val="52328F"/>
                  </a:buClr>
                  <a:buSzTx/>
                  <a:buFont typeface="Wingdings" panose="05000000000000000000" pitchFamily="2" charset="2"/>
                  <a:buNone/>
                  <a:tabLst/>
                  <a:defRPr/>
                </a:pPr>
                <a:endParaRPr kumimoji="0" lang="en-US"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charset="0"/>
                </a:endParaRPr>
              </a:p>
            </p:txBody>
          </p:sp>
          <p:sp>
            <p:nvSpPr>
              <p:cNvPr id="119" name="Text Box 553"/>
              <p:cNvSpPr txBox="1">
                <a:spLocks noChangeArrowheads="1"/>
              </p:cNvSpPr>
              <p:nvPr>
                <p:custDataLst>
                  <p:tags r:id="rId13"/>
                </p:custDataLst>
              </p:nvPr>
            </p:nvSpPr>
            <p:spPr bwMode="auto">
              <a:xfrm>
                <a:off x="9848055" y="2610215"/>
                <a:ext cx="1362874" cy="543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tlCol="0">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ru-RU" sz="16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Частота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ru-RU" sz="16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событий</a:t>
                </a:r>
                <a:r>
                  <a:rPr kumimoji="0" lang="ru-RU" sz="1600" b="0" i="0" u="none" strike="noStrike" kern="1200" cap="none" spc="0" normalizeH="0" baseline="3000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*2</a:t>
                </a:r>
              </a:p>
            </p:txBody>
          </p:sp>
          <p:sp>
            <p:nvSpPr>
              <p:cNvPr id="63" name="Text Box 553"/>
              <p:cNvSpPr txBox="1">
                <a:spLocks noChangeArrowheads="1"/>
              </p:cNvSpPr>
              <p:nvPr>
                <p:custDataLst>
                  <p:tags r:id="rId14"/>
                </p:custDataLst>
              </p:nvPr>
            </p:nvSpPr>
            <p:spPr bwMode="auto">
              <a:xfrm>
                <a:off x="9935090" y="3225985"/>
                <a:ext cx="1030731" cy="374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rtlCol="0">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30000"/>
                  </a:spcBef>
                  <a:spcAft>
                    <a:spcPts val="0"/>
                  </a:spcAft>
                  <a:buClrTx/>
                  <a:buSzTx/>
                  <a:buFontTx/>
                  <a:buNone/>
                  <a:tabLst/>
                  <a:defRPr/>
                </a:pPr>
                <a:r>
                  <a:rPr kumimoji="0" lang="ru-RU" sz="24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22,1</a:t>
                </a:r>
                <a:r>
                  <a:rPr kumimoji="0" lang="ru-RU" sz="16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a:t>
                </a:r>
              </a:p>
            </p:txBody>
          </p:sp>
          <p:sp>
            <p:nvSpPr>
              <p:cNvPr id="64" name="Text Box 553"/>
              <p:cNvSpPr txBox="1">
                <a:spLocks noChangeArrowheads="1"/>
              </p:cNvSpPr>
              <p:nvPr>
                <p:custDataLst>
                  <p:tags r:id="rId15"/>
                </p:custDataLst>
              </p:nvPr>
            </p:nvSpPr>
            <p:spPr bwMode="auto">
              <a:xfrm>
                <a:off x="9935091" y="3841909"/>
                <a:ext cx="1093248" cy="374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rtlCol="0">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30000"/>
                  </a:spcBef>
                  <a:spcAft>
                    <a:spcPts val="0"/>
                  </a:spcAft>
                  <a:buClrTx/>
                  <a:buSzTx/>
                  <a:buFontTx/>
                  <a:buNone/>
                  <a:tabLst/>
                  <a:defRPr/>
                </a:pPr>
                <a:r>
                  <a:rPr kumimoji="0" lang="ru-RU" sz="24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33,1</a:t>
                </a:r>
                <a:r>
                  <a:rPr kumimoji="0" lang="ru-RU" sz="16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a:t>
                </a: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 </a:t>
                </a:r>
              </a:p>
            </p:txBody>
          </p:sp>
          <p:sp>
            <p:nvSpPr>
              <p:cNvPr id="12" name="TextBox 11">
                <a:extLst>
                  <a:ext uri="{FF2B5EF4-FFF2-40B4-BE49-F238E27FC236}">
                    <a16:creationId xmlns:a16="http://schemas.microsoft.com/office/drawing/2014/main" id="{97E1EABD-6D2E-817E-3579-6C6435290630}"/>
                  </a:ext>
                </a:extLst>
              </p:cNvPr>
              <p:cNvSpPr txBox="1"/>
              <p:nvPr/>
            </p:nvSpPr>
            <p:spPr>
              <a:xfrm>
                <a:off x="10249827" y="4584380"/>
                <a:ext cx="961102" cy="248216"/>
              </a:xfrm>
              <a:prstGeom prst="rect">
                <a:avLst/>
              </a:prstGeom>
              <a:noFill/>
            </p:spPr>
            <p:txBody>
              <a:bodyPr wrap="square">
                <a:spAutoFit/>
              </a:bodyPr>
              <a:lstStyle/>
              <a:p>
                <a:pPr marL="0" marR="0" lvl="0" indent="0" algn="r" defTabSz="914400" rtl="0" eaLnBrk="1" fontAlgn="auto" latinLnBrk="0" hangingPunct="1">
                  <a:lnSpc>
                    <a:spcPct val="90000"/>
                  </a:lnSpc>
                  <a:spcBef>
                    <a:spcPts val="0"/>
                  </a:spcBef>
                  <a:spcAft>
                    <a:spcPts val="0"/>
                  </a:spcAft>
                  <a:buClrTx/>
                  <a:buSzTx/>
                  <a:buFontTx/>
                  <a:buNone/>
                  <a:tabLst/>
                  <a:defRPr/>
                </a:pP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*p=0,03</a:t>
                </a:r>
              </a:p>
            </p:txBody>
          </p:sp>
          <p:grpSp>
            <p:nvGrpSpPr>
              <p:cNvPr id="16" name="Группа 15">
                <a:extLst>
                  <a:ext uri="{FF2B5EF4-FFF2-40B4-BE49-F238E27FC236}">
                    <a16:creationId xmlns:a16="http://schemas.microsoft.com/office/drawing/2014/main" id="{9EE196CA-E894-3D36-43CD-ED7582CA1396}"/>
                  </a:ext>
                </a:extLst>
              </p:cNvPr>
              <p:cNvGrpSpPr/>
              <p:nvPr/>
            </p:nvGrpSpPr>
            <p:grpSpPr>
              <a:xfrm>
                <a:off x="9436882" y="3862628"/>
                <a:ext cx="411171" cy="327894"/>
                <a:chOff x="9277016" y="5042024"/>
                <a:chExt cx="549437" cy="399626"/>
              </a:xfrm>
              <a:solidFill>
                <a:srgbClr val="149B5F"/>
              </a:solidFill>
            </p:grpSpPr>
            <p:sp>
              <p:nvSpPr>
                <p:cNvPr id="14" name="Полилиния: фигура 13">
                  <a:extLst>
                    <a:ext uri="{FF2B5EF4-FFF2-40B4-BE49-F238E27FC236}">
                      <a16:creationId xmlns:a16="http://schemas.microsoft.com/office/drawing/2014/main" id="{999747E3-AB08-75B3-FAFF-7DF1D8F18E54}"/>
                    </a:ext>
                  </a:extLst>
                </p:cNvPr>
                <p:cNvSpPr/>
                <p:nvPr/>
              </p:nvSpPr>
              <p:spPr>
                <a:xfrm rot="16200000">
                  <a:off x="9189491" y="5129549"/>
                  <a:ext cx="399626" cy="224575"/>
                </a:xfrm>
                <a:custGeom>
                  <a:avLst/>
                  <a:gdLst>
                    <a:gd name="connsiteX0" fmla="*/ 374529 w 383107"/>
                    <a:gd name="connsiteY0" fmla="*/ 195941 h 230516"/>
                    <a:gd name="connsiteX1" fmla="*/ 358527 w 383107"/>
                    <a:gd name="connsiteY1" fmla="*/ 230516 h 230516"/>
                    <a:gd name="connsiteX2" fmla="*/ 24581 w 383107"/>
                    <a:gd name="connsiteY2" fmla="*/ 230516 h 230516"/>
                    <a:gd name="connsiteX3" fmla="*/ 8579 w 383107"/>
                    <a:gd name="connsiteY3" fmla="*/ 195941 h 230516"/>
                    <a:gd name="connsiteX4" fmla="*/ 162312 w 383107"/>
                    <a:gd name="connsiteY4" fmla="*/ 14299 h 230516"/>
                    <a:gd name="connsiteX5" fmla="*/ 214309 w 383107"/>
                    <a:gd name="connsiteY5" fmla="*/ 7812 h 230516"/>
                    <a:gd name="connsiteX6" fmla="*/ 220796 w 383107"/>
                    <a:gd name="connsiteY6" fmla="*/ 14299 h 230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3107" h="230516">
                      <a:moveTo>
                        <a:pt x="374529" y="195941"/>
                      </a:moveTo>
                      <a:cubicBezTo>
                        <a:pt x="390626" y="214991"/>
                        <a:pt x="383387" y="230516"/>
                        <a:pt x="358527" y="230516"/>
                      </a:cubicBezTo>
                      <a:lnTo>
                        <a:pt x="24581" y="230516"/>
                      </a:lnTo>
                      <a:cubicBezTo>
                        <a:pt x="-280" y="230516"/>
                        <a:pt x="-7519" y="214991"/>
                        <a:pt x="8579" y="195941"/>
                      </a:cubicBezTo>
                      <a:lnTo>
                        <a:pt x="162312" y="14299"/>
                      </a:lnTo>
                      <a:cubicBezTo>
                        <a:pt x="174876" y="-1851"/>
                        <a:pt x="198155" y="-4755"/>
                        <a:pt x="214309" y="7812"/>
                      </a:cubicBezTo>
                      <a:cubicBezTo>
                        <a:pt x="216728" y="9697"/>
                        <a:pt x="218910" y="11876"/>
                        <a:pt x="220796" y="142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5" name="Прямоугольник: скругленные углы 14">
                  <a:extLst>
                    <a:ext uri="{FF2B5EF4-FFF2-40B4-BE49-F238E27FC236}">
                      <a16:creationId xmlns:a16="http://schemas.microsoft.com/office/drawing/2014/main" id="{9634222B-F539-AAE9-0A34-C59277379EBD}"/>
                    </a:ext>
                  </a:extLst>
                </p:cNvPr>
                <p:cNvSpPr/>
                <p:nvPr/>
              </p:nvSpPr>
              <p:spPr>
                <a:xfrm>
                  <a:off x="9430882" y="5136610"/>
                  <a:ext cx="395571" cy="227104"/>
                </a:xfrm>
                <a:prstGeom prst="roundRect">
                  <a:avLst/>
                </a:prstGeom>
                <a:grp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17" name="Группа 16">
                <a:extLst>
                  <a:ext uri="{FF2B5EF4-FFF2-40B4-BE49-F238E27FC236}">
                    <a16:creationId xmlns:a16="http://schemas.microsoft.com/office/drawing/2014/main" id="{22D17281-7D4F-0964-9D36-E57C453BFC7C}"/>
                  </a:ext>
                </a:extLst>
              </p:cNvPr>
              <p:cNvGrpSpPr/>
              <p:nvPr/>
            </p:nvGrpSpPr>
            <p:grpSpPr>
              <a:xfrm>
                <a:off x="9436882" y="3242142"/>
                <a:ext cx="411171" cy="327894"/>
                <a:chOff x="9277016" y="5042024"/>
                <a:chExt cx="549437" cy="399626"/>
              </a:xfrm>
              <a:solidFill>
                <a:srgbClr val="149B5F"/>
              </a:solidFill>
            </p:grpSpPr>
            <p:sp>
              <p:nvSpPr>
                <p:cNvPr id="19" name="Полилиния: фигура 18">
                  <a:extLst>
                    <a:ext uri="{FF2B5EF4-FFF2-40B4-BE49-F238E27FC236}">
                      <a16:creationId xmlns:a16="http://schemas.microsoft.com/office/drawing/2014/main" id="{82094268-FCCD-4327-624E-385BAF6EC573}"/>
                    </a:ext>
                  </a:extLst>
                </p:cNvPr>
                <p:cNvSpPr/>
                <p:nvPr/>
              </p:nvSpPr>
              <p:spPr>
                <a:xfrm rot="16200000">
                  <a:off x="9189491" y="5129549"/>
                  <a:ext cx="399626" cy="224575"/>
                </a:xfrm>
                <a:custGeom>
                  <a:avLst/>
                  <a:gdLst>
                    <a:gd name="connsiteX0" fmla="*/ 374529 w 383107"/>
                    <a:gd name="connsiteY0" fmla="*/ 195941 h 230516"/>
                    <a:gd name="connsiteX1" fmla="*/ 358527 w 383107"/>
                    <a:gd name="connsiteY1" fmla="*/ 230516 h 230516"/>
                    <a:gd name="connsiteX2" fmla="*/ 24581 w 383107"/>
                    <a:gd name="connsiteY2" fmla="*/ 230516 h 230516"/>
                    <a:gd name="connsiteX3" fmla="*/ 8579 w 383107"/>
                    <a:gd name="connsiteY3" fmla="*/ 195941 h 230516"/>
                    <a:gd name="connsiteX4" fmla="*/ 162312 w 383107"/>
                    <a:gd name="connsiteY4" fmla="*/ 14299 h 230516"/>
                    <a:gd name="connsiteX5" fmla="*/ 214309 w 383107"/>
                    <a:gd name="connsiteY5" fmla="*/ 7812 h 230516"/>
                    <a:gd name="connsiteX6" fmla="*/ 220796 w 383107"/>
                    <a:gd name="connsiteY6" fmla="*/ 14299 h 230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3107" h="230516">
                      <a:moveTo>
                        <a:pt x="374529" y="195941"/>
                      </a:moveTo>
                      <a:cubicBezTo>
                        <a:pt x="390626" y="214991"/>
                        <a:pt x="383387" y="230516"/>
                        <a:pt x="358527" y="230516"/>
                      </a:cubicBezTo>
                      <a:lnTo>
                        <a:pt x="24581" y="230516"/>
                      </a:lnTo>
                      <a:cubicBezTo>
                        <a:pt x="-280" y="230516"/>
                        <a:pt x="-7519" y="214991"/>
                        <a:pt x="8579" y="195941"/>
                      </a:cubicBezTo>
                      <a:lnTo>
                        <a:pt x="162312" y="14299"/>
                      </a:lnTo>
                      <a:cubicBezTo>
                        <a:pt x="174876" y="-1851"/>
                        <a:pt x="198155" y="-4755"/>
                        <a:pt x="214309" y="7812"/>
                      </a:cubicBezTo>
                      <a:cubicBezTo>
                        <a:pt x="216728" y="9697"/>
                        <a:pt x="218910" y="11876"/>
                        <a:pt x="220796" y="142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20" name="Прямоугольник: скругленные углы 19">
                  <a:extLst>
                    <a:ext uri="{FF2B5EF4-FFF2-40B4-BE49-F238E27FC236}">
                      <a16:creationId xmlns:a16="http://schemas.microsoft.com/office/drawing/2014/main" id="{C79C352E-0375-9005-17DC-A63C34A11E21}"/>
                    </a:ext>
                  </a:extLst>
                </p:cNvPr>
                <p:cNvSpPr/>
                <p:nvPr/>
              </p:nvSpPr>
              <p:spPr>
                <a:xfrm>
                  <a:off x="9430882" y="5136610"/>
                  <a:ext cx="395571" cy="227104"/>
                </a:xfrm>
                <a:prstGeom prst="roundRect">
                  <a:avLst/>
                </a:prstGeom>
                <a:grp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grpSp>
      <p:sp>
        <p:nvSpPr>
          <p:cNvPr id="6" name="Объект 8">
            <a:extLst>
              <a:ext uri="{FF2B5EF4-FFF2-40B4-BE49-F238E27FC236}">
                <a16:creationId xmlns:a16="http://schemas.microsoft.com/office/drawing/2014/main" id="{B7348613-8112-EB8B-0E1C-09BF9C9E6371}"/>
              </a:ext>
            </a:extLst>
          </p:cNvPr>
          <p:cNvSpPr>
            <a:spLocks noGrp="1"/>
          </p:cNvSpPr>
          <p:nvPr>
            <p:ph idx="4294967295"/>
          </p:nvPr>
        </p:nvSpPr>
        <p:spPr>
          <a:xfrm>
            <a:off x="924971" y="6004884"/>
            <a:ext cx="9694043" cy="759448"/>
          </a:xfrm>
        </p:spPr>
        <p:txBody>
          <a:bodyPr>
            <a:normAutofit/>
          </a:bodyPr>
          <a:lstStyle/>
          <a:p>
            <a:pPr marL="0" indent="0">
              <a:lnSpc>
                <a:spcPct val="100000"/>
              </a:lnSpc>
              <a:spcBef>
                <a:spcPts val="300"/>
              </a:spcBef>
              <a:buNone/>
            </a:pP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График адаптирован из </a:t>
            </a: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1</a:t>
            </a:r>
            <a:endParaRPr lang="ru-RU" sz="800" b="1" dirty="0">
              <a:solidFill>
                <a:srgbClr val="323F48"/>
              </a:solidFill>
              <a:latin typeface="Calibri" panose="020F0502020204030204" pitchFamily="34" charset="0"/>
              <a:cs typeface="Calibri" panose="020F0502020204030204" pitchFamily="34" charset="0"/>
            </a:endParaRPr>
          </a:p>
          <a:p>
            <a:pPr marL="0" indent="0">
              <a:lnSpc>
                <a:spcPct val="100000"/>
              </a:lnSpc>
              <a:spcBef>
                <a:spcPts val="300"/>
              </a:spcBef>
              <a:buNone/>
            </a:pPr>
            <a:r>
              <a:rPr lang="ru-RU" sz="800" dirty="0">
                <a:solidFill>
                  <a:srgbClr val="323F48"/>
                </a:solidFill>
                <a:latin typeface="Calibri" panose="020F0502020204030204" pitchFamily="34" charset="0"/>
                <a:cs typeface="Calibri" panose="020F0502020204030204" pitchFamily="34" charset="0"/>
              </a:rPr>
              <a:t>*непараметрический критерий, используемый для сравнения двух кривых выживаемости ..</a:t>
            </a:r>
          </a:p>
          <a:p>
            <a:pPr marL="0" indent="0">
              <a:lnSpc>
                <a:spcPct val="100000"/>
              </a:lnSpc>
              <a:spcBef>
                <a:spcPts val="300"/>
              </a:spcBef>
              <a:buNone/>
            </a:pPr>
            <a:r>
              <a:rPr lang="ru-RU" sz="800" b="1" dirty="0">
                <a:solidFill>
                  <a:srgbClr val="323F48"/>
                </a:solidFill>
                <a:latin typeface="Calibri" panose="020F0502020204030204" pitchFamily="34" charset="0"/>
                <a:cs typeface="Calibri" panose="020F0502020204030204" pitchFamily="34" charset="0"/>
              </a:rPr>
              <a:t>1. </a:t>
            </a:r>
            <a:r>
              <a:rPr lang="en-US" sz="800" dirty="0">
                <a:solidFill>
                  <a:srgbClr val="323F48"/>
                </a:solidFill>
                <a:latin typeface="Calibri" panose="020F0502020204030204" pitchFamily="34" charset="0"/>
                <a:cs typeface="Calibri" panose="020F0502020204030204" pitchFamily="34" charset="0"/>
              </a:rPr>
              <a:t>Cruickshank JM. The Modern Role of Beta-blockers in Cardiovascular Medicine. Shelton, CT: People's Medical Publishing House-USA;2011, Fig. 2-13. </a:t>
            </a:r>
            <a:r>
              <a:rPr lang="en-US" sz="800" b="1" dirty="0">
                <a:solidFill>
                  <a:srgbClr val="323F48"/>
                </a:solidFill>
                <a:latin typeface="Calibri" panose="020F0502020204030204" pitchFamily="34" charset="0"/>
                <a:cs typeface="Calibri" panose="020F0502020204030204" pitchFamily="34" charset="0"/>
              </a:rPr>
              <a:t>2. </a:t>
            </a:r>
            <a:r>
              <a:rPr lang="en-US" sz="800" dirty="0">
                <a:solidFill>
                  <a:srgbClr val="323F48"/>
                </a:solidFill>
                <a:latin typeface="Calibri" panose="020F0502020204030204" pitchFamily="34" charset="0"/>
                <a:cs typeface="Calibri" panose="020F0502020204030204" pitchFamily="34" charset="0"/>
              </a:rPr>
              <a:t>von Arnim T, for the TIBBS Investigators. Prognostic significance of transient ischemic episodes: response to treatment shows improved prognosis. Results of the Total Ischemic Burden Bisoprolol Study (TIBBS) Follow-Up. J Am Coll </a:t>
            </a:r>
            <a:r>
              <a:rPr lang="en-US" sz="800" dirty="0" err="1">
                <a:solidFill>
                  <a:srgbClr val="323F48"/>
                </a:solidFill>
                <a:latin typeface="Calibri" panose="020F0502020204030204" pitchFamily="34" charset="0"/>
                <a:cs typeface="Calibri" panose="020F0502020204030204" pitchFamily="34" charset="0"/>
              </a:rPr>
              <a:t>Cardiol</a:t>
            </a:r>
            <a:r>
              <a:rPr lang="en-US" sz="800" dirty="0">
                <a:solidFill>
                  <a:srgbClr val="323F48"/>
                </a:solidFill>
                <a:latin typeface="Calibri" panose="020F0502020204030204" pitchFamily="34" charset="0"/>
                <a:cs typeface="Calibri" panose="020F0502020204030204" pitchFamily="34" charset="0"/>
              </a:rPr>
              <a:t> 1996;28:20–4.</a:t>
            </a:r>
          </a:p>
        </p:txBody>
      </p:sp>
      <p:sp>
        <p:nvSpPr>
          <p:cNvPr id="23" name="Titel 17">
            <a:extLst>
              <a:ext uri="{FF2B5EF4-FFF2-40B4-BE49-F238E27FC236}">
                <a16:creationId xmlns:a16="http://schemas.microsoft.com/office/drawing/2014/main" id="{0A58C65F-09E1-01B7-0548-7D5A0312A3C4}"/>
              </a:ext>
            </a:extLst>
          </p:cNvPr>
          <p:cNvSpPr txBox="1">
            <a:spLocks/>
          </p:cNvSpPr>
          <p:nvPr>
            <p:custDataLst>
              <p:tags r:id="rId5"/>
            </p:custDataLst>
          </p:nvPr>
        </p:nvSpPr>
        <p:spPr>
          <a:xfrm>
            <a:off x="885615" y="497766"/>
            <a:ext cx="10909300" cy="783083"/>
          </a:xfrm>
          <a:prstGeom prst="rect">
            <a:avLst/>
          </a:prstGeom>
        </p:spPr>
        <p:txBody>
          <a:bodyPr vert="horz" lIns="0" tIns="0" rIns="0" bIns="0" rtlCol="0" anchor="t" anchorCtr="0">
            <a:normAutofit fontScale="97500"/>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ru-RU" sz="2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Первоначальное лечение </a:t>
            </a:r>
            <a:r>
              <a:rPr kumimoji="0" lang="ru-RU" sz="22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бисопрололом</a:t>
            </a:r>
            <a:r>
              <a:rPr kumimoji="0" lang="ru-RU" sz="2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приводило к улучшению отдаленного прогноза у пациентов со стабильной стенокардией</a:t>
            </a:r>
            <a:r>
              <a:rPr kumimoji="0" lang="ru-RU" sz="1800" b="0" i="0" u="none" strike="noStrike" kern="1200" cap="none" spc="0" normalizeH="0" baseline="50000" noProof="0" dirty="0">
                <a:ln>
                  <a:noFill/>
                </a:ln>
                <a:solidFill>
                  <a:srgbClr val="265374"/>
                </a:solidFill>
                <a:effectLst/>
                <a:uLnTx/>
                <a:uFillTx/>
                <a:latin typeface="Verdana" panose="020B0604030504040204" pitchFamily="34" charset="0"/>
                <a:ea typeface="Verdana" panose="020B0604030504040204" pitchFamily="34" charset="0"/>
                <a:cs typeface="+mj-cs"/>
              </a:rPr>
              <a:t>2</a:t>
            </a:r>
            <a:endParaRPr kumimoji="0" lang="en-US" sz="1800" b="0" i="0" u="none" strike="noStrike" kern="1200" cap="none" spc="0" normalizeH="0" baseline="50000" noProof="0" dirty="0">
              <a:ln>
                <a:noFill/>
              </a:ln>
              <a:solidFill>
                <a:srgbClr val="265374"/>
              </a:solidFill>
              <a:effectLst/>
              <a:uLnTx/>
              <a:uFillTx/>
              <a:latin typeface="Verdana" panose="020B0604030504040204" pitchFamily="34" charset="0"/>
              <a:ea typeface="Verdana" panose="020B0604030504040204" pitchFamily="34" charset="0"/>
              <a:cs typeface="+mj-cs"/>
            </a:endParaRPr>
          </a:p>
        </p:txBody>
      </p:sp>
    </p:spTree>
    <p:custDataLst>
      <p:tags r:id="rId1"/>
    </p:custDataLst>
    <p:extLst>
      <p:ext uri="{BB962C8B-B14F-4D97-AF65-F5344CB8AC3E}">
        <p14:creationId xmlns:p14="http://schemas.microsoft.com/office/powerpoint/2010/main" val="21470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40EB444E-CA6F-BD82-D228-2C0970569DBF}"/>
              </a:ext>
            </a:extLst>
          </p:cNvPr>
          <p:cNvSpPr/>
          <p:nvPr/>
        </p:nvSpPr>
        <p:spPr>
          <a:xfrm>
            <a:off x="272551" y="3617627"/>
            <a:ext cx="3312000" cy="2952000"/>
          </a:xfrm>
          <a:prstGeom prst="roundRect">
            <a:avLst>
              <a:gd name="adj" fmla="val 4635"/>
            </a:avLst>
          </a:prstGeom>
          <a:noFill/>
          <a:ln w="19050" cap="rnd" cmpd="sng" algn="ctr">
            <a:solidFill>
              <a:srgbClr val="00A3E0"/>
            </a:solidFill>
            <a:prstDash val="solid"/>
            <a:round/>
          </a:ln>
          <a:effectLst/>
        </p:spPr>
        <p:txBody>
          <a:bodyPr lIns="91440" tIns="45720" rIns="91440" rtlCol="0" anchor="ctr" anchorCtr="0"/>
          <a:lstStyle/>
          <a:p>
            <a:pPr marL="0" marR="0" lvl="0" indent="0" defTabSz="914400" eaLnBrk="1" fontAlgn="auto" latinLnBrk="0" hangingPunct="1">
              <a:lnSpc>
                <a:spcPct val="100000"/>
              </a:lnSpc>
              <a:spcBef>
                <a:spcPts val="0"/>
              </a:spcBef>
              <a:spcAft>
                <a:spcPts val="200"/>
              </a:spcAft>
              <a:buClrTx/>
              <a:buSzTx/>
              <a:buFontTx/>
              <a:buNone/>
              <a:tabLst/>
              <a:defRPr/>
            </a:pPr>
            <a:r>
              <a:rPr kumimoji="0" lang="ru-RU" sz="1600" b="1" i="0" u="none" strike="noStrike" kern="0" cap="none" spc="0" normalizeH="0" baseline="0" noProof="0" dirty="0">
                <a:ln>
                  <a:noFill/>
                </a:ln>
                <a:solidFill>
                  <a:srgbClr val="00A3E0"/>
                </a:solidFill>
                <a:effectLst/>
                <a:uLnTx/>
                <a:uFillTx/>
                <a:latin typeface="Arial" panose="020B0604020202020204"/>
                <a:ea typeface="+mn-ea"/>
                <a:cs typeface="+mn-cs"/>
              </a:rPr>
              <a:t>Мета-анализ, 90 РКИ</a:t>
            </a:r>
            <a:endParaRPr kumimoji="0" lang="en-US" sz="1600" b="1" i="0" u="none" strike="noStrike" kern="0" cap="none" spc="0" normalizeH="0" baseline="0" noProof="0" dirty="0">
              <a:ln>
                <a:noFill/>
              </a:ln>
              <a:solidFill>
                <a:srgbClr val="00A3E0"/>
              </a:solidFill>
              <a:effectLst/>
              <a:uLnTx/>
              <a:uFillTx/>
              <a:latin typeface="Arial" panose="020B0604020202020204"/>
              <a:ea typeface="+mn-ea"/>
              <a:cs typeface="+mn-cs"/>
            </a:endParaRPr>
          </a:p>
          <a:p>
            <a:pPr marL="182880" lvl="0" indent="-182880" fontAlgn="base">
              <a:spcAft>
                <a:spcPts val="600"/>
              </a:spcAft>
              <a:buFont typeface="Arial" panose="020B0604020202020204" pitchFamily="34" charset="0"/>
              <a:buChar char="•"/>
              <a:defRPr/>
            </a:pPr>
            <a:r>
              <a:rPr kumimoji="0" lang="ru-RU" sz="1400" b="0" i="0" u="none" strike="noStrike" kern="0" cap="none" spc="0" normalizeH="0" baseline="0" noProof="0" dirty="0" err="1">
                <a:ln>
                  <a:noFill/>
                </a:ln>
                <a:solidFill>
                  <a:srgbClr val="2B3A42"/>
                </a:solidFill>
                <a:effectLst/>
                <a:uLnTx/>
                <a:uFillTx/>
                <a:latin typeface="Arial" panose="020B0604020202020204"/>
                <a:ea typeface="+mn-ea"/>
                <a:cs typeface="Arial" panose="020B0604020202020204" pitchFamily="34" charset="0"/>
              </a:rPr>
              <a:t>Сравнени</a:t>
            </a:r>
            <a:r>
              <a:rPr lang="ru-RU" sz="1400" kern="0" dirty="0">
                <a:solidFill>
                  <a:srgbClr val="2B3A42"/>
                </a:solidFill>
                <a:latin typeface="Arial" panose="020B0604020202020204"/>
                <a:cs typeface="Arial" panose="020B0604020202020204" pitchFamily="34" charset="0"/>
              </a:rPr>
              <a:t>е </a:t>
            </a:r>
            <a:r>
              <a:rPr lang="ru-RU" sz="1400" kern="0" dirty="0" err="1">
                <a:solidFill>
                  <a:srgbClr val="2B3A42"/>
                </a:solidFill>
                <a:latin typeface="Arial" panose="020B0604020202020204"/>
                <a:cs typeface="Arial" panose="020B0604020202020204" pitchFamily="34" charset="0"/>
              </a:rPr>
              <a:t>монотерапии</a:t>
            </a:r>
            <a:r>
              <a:rPr lang="ru-RU" sz="1400" kern="0" dirty="0">
                <a:solidFill>
                  <a:srgbClr val="2B3A42"/>
                </a:solidFill>
                <a:latin typeface="Arial" panose="020B0604020202020204"/>
                <a:cs typeface="Arial" panose="020B0604020202020204" pitchFamily="34" charset="0"/>
              </a:rPr>
              <a:t> β-блокаторами, нитратами и АК</a:t>
            </a:r>
            <a:endParaRPr kumimoji="0" lang="en-US"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endParaRPr>
          </a:p>
          <a:p>
            <a:pPr marL="182880" lvl="0" indent="-182880" fontAlgn="base">
              <a:spcAft>
                <a:spcPts val="200"/>
              </a:spcAft>
              <a:buFont typeface="Arial" panose="020B0604020202020204" pitchFamily="34" charset="0"/>
              <a:buChar char="•"/>
              <a:defRPr/>
            </a:pPr>
            <a:r>
              <a:rPr kumimoji="0" lang="ru-RU"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При физической нагрузке статистически значимых различий во времени до развития ишемии (депрессии сегмента ST на 1 мм) между антагонистами кальция </a:t>
            </a:r>
            <a:r>
              <a:rPr lang="ru-RU" sz="1400" kern="0" dirty="0">
                <a:solidFill>
                  <a:srgbClr val="2B3A42"/>
                </a:solidFill>
                <a:latin typeface="Arial" panose="020B0604020202020204"/>
                <a:cs typeface="Arial" panose="020B0604020202020204" pitchFamily="34" charset="0"/>
              </a:rPr>
              <a:t>и β-блокаторами </a:t>
            </a:r>
            <a:r>
              <a:rPr kumimoji="0" lang="ru-RU"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не выявлено.</a:t>
            </a:r>
          </a:p>
          <a:p>
            <a:pPr marL="182880" lvl="0" indent="-182880" fontAlgn="base">
              <a:spcAft>
                <a:spcPts val="200"/>
              </a:spcAft>
              <a:buFont typeface="Arial" panose="020B0604020202020204" pitchFamily="34" charset="0"/>
              <a:buChar char="•"/>
              <a:defRPr/>
            </a:pPr>
            <a:r>
              <a:rPr kumimoji="0" lang="ru-RU"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β-блокаторы реже отменялись из-за побочных эффектов, чем БКК* (OR 0,72; p&lt;0,001)</a:t>
            </a:r>
            <a:endParaRPr kumimoji="0" lang="en-US"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endParaRPr>
          </a:p>
        </p:txBody>
      </p:sp>
      <p:sp>
        <p:nvSpPr>
          <p:cNvPr id="14" name="Freeform: Shape 13">
            <a:extLst>
              <a:ext uri="{FF2B5EF4-FFF2-40B4-BE49-F238E27FC236}">
                <a16:creationId xmlns:a16="http://schemas.microsoft.com/office/drawing/2014/main" id="{E661F851-3C65-976D-61B1-57D85658ABF3}"/>
              </a:ext>
            </a:extLst>
          </p:cNvPr>
          <p:cNvSpPr/>
          <p:nvPr/>
        </p:nvSpPr>
        <p:spPr>
          <a:xfrm rot="16200000">
            <a:off x="1863648" y="3378496"/>
            <a:ext cx="1872000" cy="1944000"/>
          </a:xfrm>
          <a:custGeom>
            <a:avLst/>
            <a:gdLst>
              <a:gd name="connsiteX0" fmla="*/ 1371600 w 1371600"/>
              <a:gd name="connsiteY0" fmla="*/ 45720 h 1371600"/>
              <a:gd name="connsiteX1" fmla="*/ 1371600 w 1371600"/>
              <a:gd name="connsiteY1" fmla="*/ 1325880 h 1371600"/>
              <a:gd name="connsiteX2" fmla="*/ 1325880 w 1371600"/>
              <a:gd name="connsiteY2" fmla="*/ 1371600 h 1371600"/>
              <a:gd name="connsiteX3" fmla="*/ 45720 w 1371600"/>
              <a:gd name="connsiteY3" fmla="*/ 1371600 h 1371600"/>
              <a:gd name="connsiteX4" fmla="*/ 0 w 1371600"/>
              <a:gd name="connsiteY4" fmla="*/ 1325880 h 1371600"/>
              <a:gd name="connsiteX5" fmla="*/ 45720 w 1371600"/>
              <a:gd name="connsiteY5" fmla="*/ 1280160 h 1371600"/>
              <a:gd name="connsiteX6" fmla="*/ 1280160 w 1371600"/>
              <a:gd name="connsiteY6" fmla="*/ 1280160 h 1371600"/>
              <a:gd name="connsiteX7" fmla="*/ 1280160 w 1371600"/>
              <a:gd name="connsiteY7" fmla="*/ 45720 h 1371600"/>
              <a:gd name="connsiteX8" fmla="*/ 1325880 w 1371600"/>
              <a:gd name="connsiteY8" fmla="*/ 0 h 1371600"/>
              <a:gd name="connsiteX9" fmla="*/ 1371600 w 1371600"/>
              <a:gd name="connsiteY9" fmla="*/ 4572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71600" h="1371600">
                <a:moveTo>
                  <a:pt x="1371600" y="45720"/>
                </a:moveTo>
                <a:lnTo>
                  <a:pt x="1371600" y="1325880"/>
                </a:lnTo>
                <a:cubicBezTo>
                  <a:pt x="1371600" y="1351130"/>
                  <a:pt x="1351130" y="1371600"/>
                  <a:pt x="1325880" y="1371600"/>
                </a:cubicBezTo>
                <a:lnTo>
                  <a:pt x="45720" y="1371600"/>
                </a:lnTo>
                <a:cubicBezTo>
                  <a:pt x="20470" y="1371600"/>
                  <a:pt x="0" y="1351130"/>
                  <a:pt x="0" y="1325880"/>
                </a:cubicBezTo>
                <a:cubicBezTo>
                  <a:pt x="0" y="1300630"/>
                  <a:pt x="20470" y="1280160"/>
                  <a:pt x="45720" y="1280160"/>
                </a:cubicBezTo>
                <a:lnTo>
                  <a:pt x="1280160" y="1280160"/>
                </a:lnTo>
                <a:lnTo>
                  <a:pt x="1280160" y="45720"/>
                </a:lnTo>
                <a:cubicBezTo>
                  <a:pt x="1280160" y="20470"/>
                  <a:pt x="1300630" y="0"/>
                  <a:pt x="1325880" y="0"/>
                </a:cubicBezTo>
                <a:cubicBezTo>
                  <a:pt x="1351130" y="0"/>
                  <a:pt x="1371600" y="20470"/>
                  <a:pt x="1371600" y="45720"/>
                </a:cubicBezTo>
                <a:close/>
              </a:path>
            </a:pathLst>
          </a:custGeom>
          <a:solidFill>
            <a:srgbClr val="00A3E0"/>
          </a:solidFill>
          <a:ln w="12700" cap="flat" cmpd="sng" algn="ctr">
            <a:noFill/>
            <a:prstDash val="solid"/>
            <a:miter lim="800000"/>
          </a:ln>
          <a:effectLst/>
        </p:spPr>
        <p:txBody>
          <a:bodyPr wrap="square" rtlCol="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15" name="Rectangle: Rounded Corners 14">
            <a:extLst>
              <a:ext uri="{FF2B5EF4-FFF2-40B4-BE49-F238E27FC236}">
                <a16:creationId xmlns:a16="http://schemas.microsoft.com/office/drawing/2014/main" id="{D03CD81B-1701-878D-5F9F-1292B7649FDB}"/>
              </a:ext>
            </a:extLst>
          </p:cNvPr>
          <p:cNvSpPr/>
          <p:nvPr/>
        </p:nvSpPr>
        <p:spPr>
          <a:xfrm>
            <a:off x="4028715" y="2376644"/>
            <a:ext cx="3996000" cy="2772000"/>
          </a:xfrm>
          <a:prstGeom prst="roundRect">
            <a:avLst>
              <a:gd name="adj" fmla="val 4635"/>
            </a:avLst>
          </a:prstGeom>
          <a:noFill/>
          <a:ln w="19050" cap="rnd" cmpd="sng" algn="ctr">
            <a:solidFill>
              <a:srgbClr val="005587"/>
            </a:solidFill>
            <a:prstDash val="solid"/>
            <a:round/>
          </a:ln>
          <a:effectLst/>
        </p:spPr>
        <p:txBody>
          <a:bodyPr lIns="91440" tIns="45720" rIns="91440" rtlCol="0" anchor="ctr" anchorCtr="0"/>
          <a:lstStyle/>
          <a:p>
            <a:pPr marL="0" marR="0" lvl="0" indent="0" defTabSz="914400" eaLnBrk="1" fontAlgn="auto" latinLnBrk="0" hangingPunct="1">
              <a:lnSpc>
                <a:spcPct val="100000"/>
              </a:lnSpc>
              <a:spcBef>
                <a:spcPts val="0"/>
              </a:spcBef>
              <a:spcAft>
                <a:spcPts val="300"/>
              </a:spcAft>
              <a:buClrTx/>
              <a:buSzTx/>
              <a:buFontTx/>
              <a:buNone/>
              <a:tabLst/>
              <a:defRPr/>
            </a:pPr>
            <a:r>
              <a:rPr kumimoji="0" lang="ru-RU" sz="1600" b="1" i="0" u="none" strike="noStrike" kern="0" cap="none" spc="0" normalizeH="0" baseline="0" noProof="0" dirty="0">
                <a:ln>
                  <a:noFill/>
                </a:ln>
                <a:solidFill>
                  <a:srgbClr val="005587"/>
                </a:solidFill>
                <a:effectLst/>
                <a:uLnTx/>
                <a:uFillTx/>
                <a:latin typeface="Arial" panose="020B0604020202020204"/>
                <a:ea typeface="+mn-ea"/>
                <a:cs typeface="+mn-cs"/>
              </a:rPr>
              <a:t>Мета-анализ, 22 РКИ, двойные-слепые</a:t>
            </a:r>
            <a:endParaRPr kumimoji="0" lang="en-US" sz="1600" b="1" i="0" u="none" strike="noStrike" kern="0" cap="none" spc="0" normalizeH="0" baseline="0" noProof="0" dirty="0">
              <a:ln>
                <a:noFill/>
              </a:ln>
              <a:solidFill>
                <a:srgbClr val="005587"/>
              </a:solidFill>
              <a:effectLst/>
              <a:uLnTx/>
              <a:uFillTx/>
              <a:latin typeface="Arial" panose="020B0604020202020204"/>
              <a:ea typeface="+mn-ea"/>
              <a:cs typeface="+mn-cs"/>
            </a:endParaRPr>
          </a:p>
          <a:p>
            <a:pPr marL="182880" marR="0" lvl="0" indent="-182880" defTabSz="91440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ru-RU"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1980–1999 годы</a:t>
            </a:r>
            <a:r>
              <a:rPr lang="ru-RU" sz="1400" kern="0" dirty="0">
                <a:solidFill>
                  <a:srgbClr val="2B3A42"/>
                </a:solidFill>
                <a:latin typeface="Arial" panose="020B0604020202020204"/>
                <a:cs typeface="Arial" panose="020B0604020202020204" pitchFamily="34" charset="0"/>
              </a:rPr>
              <a:t>, </a:t>
            </a:r>
            <a:r>
              <a:rPr lang="ru-RU" sz="1400" kern="0" dirty="0" err="1">
                <a:solidFill>
                  <a:srgbClr val="2B3A42"/>
                </a:solidFill>
                <a:latin typeface="Arial" panose="020B0604020202020204"/>
                <a:cs typeface="Arial" panose="020B0604020202020204" pitchFamily="34" charset="0"/>
              </a:rPr>
              <a:t>монотерапия</a:t>
            </a:r>
            <a:r>
              <a:rPr lang="ru-RU" sz="1400" kern="0" dirty="0">
                <a:solidFill>
                  <a:srgbClr val="2B3A42"/>
                </a:solidFill>
                <a:latin typeface="Arial" panose="020B0604020202020204"/>
                <a:cs typeface="Arial" panose="020B0604020202020204" pitchFamily="34" charset="0"/>
              </a:rPr>
              <a:t> </a:t>
            </a:r>
            <a:r>
              <a:rPr lang="en-US" sz="1400" kern="0" dirty="0">
                <a:solidFill>
                  <a:srgbClr val="2B3A42"/>
                </a:solidFill>
                <a:latin typeface="Arial" panose="020B0604020202020204"/>
                <a:cs typeface="Arial" panose="020B0604020202020204" pitchFamily="34" charset="0"/>
              </a:rPr>
              <a:t>vs </a:t>
            </a:r>
            <a:r>
              <a:rPr lang="ru-RU" sz="1400" kern="0" dirty="0">
                <a:solidFill>
                  <a:srgbClr val="2B3A42"/>
                </a:solidFill>
                <a:latin typeface="Arial" panose="020B0604020202020204"/>
                <a:cs typeface="Arial" panose="020B0604020202020204" pitchFamily="34" charset="0"/>
              </a:rPr>
              <a:t>комбинация</a:t>
            </a:r>
            <a:endParaRPr kumimoji="0" lang="en-US"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endParaRPr>
          </a:p>
          <a:p>
            <a:pPr marL="182880" marR="0" lvl="0" indent="-182880" defTabSz="914400" eaLnBrk="1" fontAlgn="base" latinLnBrk="0" hangingPunct="1">
              <a:lnSpc>
                <a:spcPct val="100000"/>
              </a:lnSpc>
              <a:spcBef>
                <a:spcPts val="0"/>
              </a:spcBef>
              <a:spcAft>
                <a:spcPts val="200"/>
              </a:spcAft>
              <a:buClrTx/>
              <a:buSzTx/>
              <a:buFont typeface="Arial" panose="020B0604020202020204" pitchFamily="34" charset="0"/>
              <a:buChar char="•"/>
              <a:tabLst/>
              <a:defRPr/>
            </a:pPr>
            <a:r>
              <a:rPr kumimoji="0" lang="ru-RU" sz="1400" b="1"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Комбинированная терапия увеличивала время до ишемии, длительность нагрузки и время до ангинозной боли по сравнению с </a:t>
            </a:r>
            <a:r>
              <a:rPr kumimoji="0" lang="ru-RU" sz="1400" b="1" i="0" u="none" strike="noStrike" kern="0" cap="none" spc="0" normalizeH="0" baseline="0" noProof="0" dirty="0" err="1">
                <a:ln>
                  <a:noFill/>
                </a:ln>
                <a:solidFill>
                  <a:srgbClr val="2B3A42"/>
                </a:solidFill>
                <a:effectLst/>
                <a:uLnTx/>
                <a:uFillTx/>
                <a:latin typeface="Arial" panose="020B0604020202020204"/>
                <a:ea typeface="+mn-ea"/>
                <a:cs typeface="Arial" panose="020B0604020202020204" pitchFamily="34" charset="0"/>
              </a:rPr>
              <a:t>монотерапией</a:t>
            </a:r>
            <a:r>
              <a:rPr kumimoji="0" lang="ru-RU" sz="1400" b="1"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 β-блокатором (+8%, +5% и +12%).</a:t>
            </a:r>
          </a:p>
        </p:txBody>
      </p:sp>
      <p:sp>
        <p:nvSpPr>
          <p:cNvPr id="16" name="Freeform: Shape 15">
            <a:extLst>
              <a:ext uri="{FF2B5EF4-FFF2-40B4-BE49-F238E27FC236}">
                <a16:creationId xmlns:a16="http://schemas.microsoft.com/office/drawing/2014/main" id="{35C680BB-CCE8-5DFF-04F1-297D4F62623E}"/>
              </a:ext>
            </a:extLst>
          </p:cNvPr>
          <p:cNvSpPr/>
          <p:nvPr/>
        </p:nvSpPr>
        <p:spPr>
          <a:xfrm rot="16200000">
            <a:off x="6335477" y="2129954"/>
            <a:ext cx="1858980" cy="1936492"/>
          </a:xfrm>
          <a:custGeom>
            <a:avLst/>
            <a:gdLst>
              <a:gd name="connsiteX0" fmla="*/ 1371600 w 1371600"/>
              <a:gd name="connsiteY0" fmla="*/ 45720 h 1371600"/>
              <a:gd name="connsiteX1" fmla="*/ 1371600 w 1371600"/>
              <a:gd name="connsiteY1" fmla="*/ 1325880 h 1371600"/>
              <a:gd name="connsiteX2" fmla="*/ 1325880 w 1371600"/>
              <a:gd name="connsiteY2" fmla="*/ 1371600 h 1371600"/>
              <a:gd name="connsiteX3" fmla="*/ 45720 w 1371600"/>
              <a:gd name="connsiteY3" fmla="*/ 1371600 h 1371600"/>
              <a:gd name="connsiteX4" fmla="*/ 0 w 1371600"/>
              <a:gd name="connsiteY4" fmla="*/ 1325880 h 1371600"/>
              <a:gd name="connsiteX5" fmla="*/ 45720 w 1371600"/>
              <a:gd name="connsiteY5" fmla="*/ 1280160 h 1371600"/>
              <a:gd name="connsiteX6" fmla="*/ 1280160 w 1371600"/>
              <a:gd name="connsiteY6" fmla="*/ 1280160 h 1371600"/>
              <a:gd name="connsiteX7" fmla="*/ 1280160 w 1371600"/>
              <a:gd name="connsiteY7" fmla="*/ 45720 h 1371600"/>
              <a:gd name="connsiteX8" fmla="*/ 1325880 w 1371600"/>
              <a:gd name="connsiteY8" fmla="*/ 0 h 1371600"/>
              <a:gd name="connsiteX9" fmla="*/ 1371600 w 1371600"/>
              <a:gd name="connsiteY9" fmla="*/ 4572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71600" h="1371600">
                <a:moveTo>
                  <a:pt x="1371600" y="45720"/>
                </a:moveTo>
                <a:lnTo>
                  <a:pt x="1371600" y="1325880"/>
                </a:lnTo>
                <a:cubicBezTo>
                  <a:pt x="1371600" y="1351130"/>
                  <a:pt x="1351130" y="1371600"/>
                  <a:pt x="1325880" y="1371600"/>
                </a:cubicBezTo>
                <a:lnTo>
                  <a:pt x="45720" y="1371600"/>
                </a:lnTo>
                <a:cubicBezTo>
                  <a:pt x="20470" y="1371600"/>
                  <a:pt x="0" y="1351130"/>
                  <a:pt x="0" y="1325880"/>
                </a:cubicBezTo>
                <a:cubicBezTo>
                  <a:pt x="0" y="1300630"/>
                  <a:pt x="20470" y="1280160"/>
                  <a:pt x="45720" y="1280160"/>
                </a:cubicBezTo>
                <a:lnTo>
                  <a:pt x="1280160" y="1280160"/>
                </a:lnTo>
                <a:lnTo>
                  <a:pt x="1280160" y="45720"/>
                </a:lnTo>
                <a:cubicBezTo>
                  <a:pt x="1280160" y="20470"/>
                  <a:pt x="1300630" y="0"/>
                  <a:pt x="1325880" y="0"/>
                </a:cubicBezTo>
                <a:cubicBezTo>
                  <a:pt x="1351130" y="0"/>
                  <a:pt x="1371600" y="20470"/>
                  <a:pt x="1371600" y="45720"/>
                </a:cubicBezTo>
                <a:close/>
              </a:path>
            </a:pathLst>
          </a:custGeom>
          <a:solidFill>
            <a:srgbClr val="005587"/>
          </a:solidFill>
          <a:ln w="12700" cap="flat" cmpd="sng" algn="ctr">
            <a:noFill/>
            <a:prstDash val="solid"/>
            <a:miter lim="800000"/>
          </a:ln>
          <a:effectLst/>
        </p:spPr>
        <p:txBody>
          <a:bodyPr wrap="square" rtlCol="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grpSp>
        <p:nvGrpSpPr>
          <p:cNvPr id="20" name="Group 19">
            <a:extLst>
              <a:ext uri="{FF2B5EF4-FFF2-40B4-BE49-F238E27FC236}">
                <a16:creationId xmlns:a16="http://schemas.microsoft.com/office/drawing/2014/main" id="{CEB99FC6-B742-9A50-CFD2-290E69CC2040}"/>
              </a:ext>
            </a:extLst>
          </p:cNvPr>
          <p:cNvGrpSpPr/>
          <p:nvPr/>
        </p:nvGrpSpPr>
        <p:grpSpPr>
          <a:xfrm>
            <a:off x="8422634" y="1133605"/>
            <a:ext cx="3277097" cy="2705675"/>
            <a:chOff x="9241031" y="1706563"/>
            <a:chExt cx="2479069" cy="1941402"/>
          </a:xfrm>
        </p:grpSpPr>
        <p:sp>
          <p:nvSpPr>
            <p:cNvPr id="21" name="Rectangle: Rounded Corners 20">
              <a:extLst>
                <a:ext uri="{FF2B5EF4-FFF2-40B4-BE49-F238E27FC236}">
                  <a16:creationId xmlns:a16="http://schemas.microsoft.com/office/drawing/2014/main" id="{860F46A2-DB9F-7227-6BCB-81D18D3609FD}"/>
                </a:ext>
              </a:extLst>
            </p:cNvPr>
            <p:cNvSpPr/>
            <p:nvPr/>
          </p:nvSpPr>
          <p:spPr>
            <a:xfrm>
              <a:off x="9241031" y="1865621"/>
              <a:ext cx="2314838" cy="1782344"/>
            </a:xfrm>
            <a:prstGeom prst="roundRect">
              <a:avLst>
                <a:gd name="adj" fmla="val 4635"/>
              </a:avLst>
            </a:prstGeom>
            <a:noFill/>
            <a:ln w="19050" cap="rnd" cmpd="sng" algn="ctr">
              <a:solidFill>
                <a:srgbClr val="00BFB3"/>
              </a:solidFill>
              <a:prstDash val="solid"/>
              <a:round/>
            </a:ln>
            <a:effectLst/>
          </p:spPr>
          <p:txBody>
            <a:bodyPr lIns="91440" tIns="45720" rIns="91440" rtlCol="0" anchor="ctr" anchorCtr="0"/>
            <a:lstStyle/>
            <a:p>
              <a:pPr marL="0" marR="0" lvl="0" indent="0" defTabSz="914400" eaLnBrk="1" fontAlgn="auto" latinLnBrk="0" hangingPunct="1">
                <a:lnSpc>
                  <a:spcPct val="100000"/>
                </a:lnSpc>
                <a:spcBef>
                  <a:spcPts val="0"/>
                </a:spcBef>
                <a:spcAft>
                  <a:spcPts val="300"/>
                </a:spcAft>
                <a:buClrTx/>
                <a:buSzTx/>
                <a:buFontTx/>
                <a:buNone/>
                <a:tabLst/>
                <a:defRPr/>
              </a:pPr>
              <a:r>
                <a:rPr lang="ru-RU" sz="1600" b="1" kern="0" dirty="0">
                  <a:solidFill>
                    <a:srgbClr val="00BFB3"/>
                  </a:solidFill>
                  <a:latin typeface="Arial" panose="020B0604020202020204"/>
                </a:rPr>
                <a:t>Мета-анализ, 46 РКИ, 3957 пациентов</a:t>
              </a:r>
              <a:endParaRPr kumimoji="0" lang="en-US" sz="1600" b="1" i="0" u="none" strike="noStrike" kern="0" cap="none" spc="0" normalizeH="0" baseline="0" noProof="0" dirty="0">
                <a:ln>
                  <a:noFill/>
                </a:ln>
                <a:solidFill>
                  <a:srgbClr val="00BFB3"/>
                </a:solidFill>
                <a:effectLst/>
                <a:uLnTx/>
                <a:uFillTx/>
                <a:latin typeface="Arial" panose="020B0604020202020204"/>
                <a:ea typeface="+mn-ea"/>
                <a:cs typeface="+mn-cs"/>
              </a:endParaRPr>
            </a:p>
            <a:p>
              <a:pPr marL="182880" marR="0" lvl="0" indent="-182880" defTabSz="914400" eaLnBrk="1" fontAlgn="base" latinLnBrk="0" hangingPunct="1">
                <a:lnSpc>
                  <a:spcPct val="100000"/>
                </a:lnSpc>
                <a:spcBef>
                  <a:spcPts val="0"/>
                </a:spcBef>
                <a:spcAft>
                  <a:spcPts val="200"/>
                </a:spcAft>
                <a:buClrTx/>
                <a:buSzTx/>
                <a:buFont typeface="Arial" panose="020B0604020202020204" pitchFamily="34" charset="0"/>
                <a:buChar char="•"/>
                <a:tabLst/>
                <a:defRPr/>
              </a:pPr>
              <a:r>
                <a:rPr kumimoji="0" lang="ru-RU"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РКИ до сентября 2013 г.</a:t>
              </a:r>
            </a:p>
            <a:p>
              <a:pPr marL="182880" marR="0" lvl="0" indent="-182880" defTabSz="914400" eaLnBrk="1" fontAlgn="base" latinLnBrk="0" hangingPunct="1">
                <a:lnSpc>
                  <a:spcPct val="100000"/>
                </a:lnSpc>
                <a:spcBef>
                  <a:spcPts val="0"/>
                </a:spcBef>
                <a:spcAft>
                  <a:spcPts val="200"/>
                </a:spcAft>
                <a:buClrTx/>
                <a:buSzTx/>
                <a:buFont typeface="Arial" panose="020B0604020202020204" pitchFamily="34" charset="0"/>
                <a:buChar char="•"/>
                <a:tabLst/>
                <a:defRPr/>
              </a:pPr>
              <a:r>
                <a:rPr kumimoji="0" lang="ru-RU" sz="1400" b="1"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−18% </a:t>
              </a:r>
              <a:r>
                <a:rPr kumimoji="0" lang="ru-RU"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 Частота приступов стенокардии (p = 0,002)</a:t>
              </a:r>
              <a:endParaRPr kumimoji="0" lang="en-US"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endParaRPr>
            </a:p>
            <a:p>
              <a:pPr marL="182880" marR="0" lvl="0" indent="-182880" defTabSz="914400" eaLnBrk="1" fontAlgn="base" latinLnBrk="0" hangingPunct="1">
                <a:lnSpc>
                  <a:spcPct val="100000"/>
                </a:lnSpc>
                <a:spcBef>
                  <a:spcPts val="0"/>
                </a:spcBef>
                <a:spcAft>
                  <a:spcPts val="200"/>
                </a:spcAft>
                <a:buClrTx/>
                <a:buSzTx/>
                <a:buFont typeface="Arial" panose="020B0604020202020204" pitchFamily="34" charset="0"/>
                <a:buChar char="•"/>
                <a:tabLst/>
                <a:defRPr/>
              </a:pPr>
              <a:r>
                <a:rPr kumimoji="0" lang="ru-RU" sz="1400" b="1"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−23% </a:t>
              </a:r>
              <a:r>
                <a:rPr kumimoji="0" lang="ru-RU"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 Нитраты «по требованию» (p = 0,01)</a:t>
              </a:r>
              <a:endParaRPr kumimoji="0" lang="en-US"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endParaRPr>
            </a:p>
            <a:p>
              <a:pPr marL="182880" indent="-182880" fontAlgn="base">
                <a:spcAft>
                  <a:spcPts val="200"/>
                </a:spcAft>
                <a:buFont typeface="Arial" panose="020B0604020202020204" pitchFamily="34" charset="0"/>
                <a:buChar char="•"/>
                <a:defRPr/>
              </a:pPr>
              <a:r>
                <a:rPr lang="ru-RU" sz="1400" b="1" kern="0" dirty="0">
                  <a:solidFill>
                    <a:srgbClr val="2B3A42"/>
                  </a:solidFill>
                  <a:latin typeface="Arial" panose="020B0604020202020204"/>
                  <a:cs typeface="Arial" panose="020B0604020202020204" pitchFamily="34" charset="0"/>
                </a:rPr>
                <a:t>+3,3% </a:t>
              </a:r>
              <a:r>
                <a:rPr lang="ru-RU" sz="1400" kern="0" dirty="0">
                  <a:solidFill>
                    <a:srgbClr val="2B3A42"/>
                  </a:solidFill>
                  <a:latin typeface="Arial" panose="020B0604020202020204"/>
                  <a:cs typeface="Arial" panose="020B0604020202020204" pitchFamily="34" charset="0"/>
                </a:rPr>
                <a:t>— Общее время нагрузки (p &lt; 0,0001)</a:t>
              </a:r>
              <a:endParaRPr lang="en-US" sz="1400" kern="0" dirty="0">
                <a:solidFill>
                  <a:srgbClr val="2B3A42"/>
                </a:solidFill>
                <a:latin typeface="Arial" panose="020B0604020202020204"/>
                <a:cs typeface="Arial" panose="020B0604020202020204" pitchFamily="34" charset="0"/>
              </a:endParaRPr>
            </a:p>
          </p:txBody>
        </p:sp>
        <p:sp>
          <p:nvSpPr>
            <p:cNvPr id="22" name="Freeform: Shape 21">
              <a:extLst>
                <a:ext uri="{FF2B5EF4-FFF2-40B4-BE49-F238E27FC236}">
                  <a16:creationId xmlns:a16="http://schemas.microsoft.com/office/drawing/2014/main" id="{57C64347-A8EE-08E3-4AF1-6F36A954F71B}"/>
                </a:ext>
              </a:extLst>
            </p:cNvPr>
            <p:cNvSpPr/>
            <p:nvPr/>
          </p:nvSpPr>
          <p:spPr>
            <a:xfrm rot="16200000">
              <a:off x="10348500" y="1706563"/>
              <a:ext cx="1371600" cy="1371600"/>
            </a:xfrm>
            <a:custGeom>
              <a:avLst/>
              <a:gdLst>
                <a:gd name="connsiteX0" fmla="*/ 1371600 w 1371600"/>
                <a:gd name="connsiteY0" fmla="*/ 45720 h 1371600"/>
                <a:gd name="connsiteX1" fmla="*/ 1371600 w 1371600"/>
                <a:gd name="connsiteY1" fmla="*/ 1325880 h 1371600"/>
                <a:gd name="connsiteX2" fmla="*/ 1325880 w 1371600"/>
                <a:gd name="connsiteY2" fmla="*/ 1371600 h 1371600"/>
                <a:gd name="connsiteX3" fmla="*/ 45720 w 1371600"/>
                <a:gd name="connsiteY3" fmla="*/ 1371600 h 1371600"/>
                <a:gd name="connsiteX4" fmla="*/ 0 w 1371600"/>
                <a:gd name="connsiteY4" fmla="*/ 1325880 h 1371600"/>
                <a:gd name="connsiteX5" fmla="*/ 45720 w 1371600"/>
                <a:gd name="connsiteY5" fmla="*/ 1280160 h 1371600"/>
                <a:gd name="connsiteX6" fmla="*/ 1280160 w 1371600"/>
                <a:gd name="connsiteY6" fmla="*/ 1280160 h 1371600"/>
                <a:gd name="connsiteX7" fmla="*/ 1280160 w 1371600"/>
                <a:gd name="connsiteY7" fmla="*/ 45720 h 1371600"/>
                <a:gd name="connsiteX8" fmla="*/ 1325880 w 1371600"/>
                <a:gd name="connsiteY8" fmla="*/ 0 h 1371600"/>
                <a:gd name="connsiteX9" fmla="*/ 1371600 w 1371600"/>
                <a:gd name="connsiteY9" fmla="*/ 4572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71600" h="1371600">
                  <a:moveTo>
                    <a:pt x="1371600" y="45720"/>
                  </a:moveTo>
                  <a:lnTo>
                    <a:pt x="1371600" y="1325880"/>
                  </a:lnTo>
                  <a:cubicBezTo>
                    <a:pt x="1371600" y="1351130"/>
                    <a:pt x="1351130" y="1371600"/>
                    <a:pt x="1325880" y="1371600"/>
                  </a:cubicBezTo>
                  <a:lnTo>
                    <a:pt x="45720" y="1371600"/>
                  </a:lnTo>
                  <a:cubicBezTo>
                    <a:pt x="20470" y="1371600"/>
                    <a:pt x="0" y="1351130"/>
                    <a:pt x="0" y="1325880"/>
                  </a:cubicBezTo>
                  <a:cubicBezTo>
                    <a:pt x="0" y="1300630"/>
                    <a:pt x="20470" y="1280160"/>
                    <a:pt x="45720" y="1280160"/>
                  </a:cubicBezTo>
                  <a:lnTo>
                    <a:pt x="1280160" y="1280160"/>
                  </a:lnTo>
                  <a:lnTo>
                    <a:pt x="1280160" y="45720"/>
                  </a:lnTo>
                  <a:cubicBezTo>
                    <a:pt x="1280160" y="20470"/>
                    <a:pt x="1300630" y="0"/>
                    <a:pt x="1325880" y="0"/>
                  </a:cubicBezTo>
                  <a:cubicBezTo>
                    <a:pt x="1351130" y="0"/>
                    <a:pt x="1371600" y="20470"/>
                    <a:pt x="1371600" y="45720"/>
                  </a:cubicBezTo>
                  <a:close/>
                </a:path>
              </a:pathLst>
            </a:custGeom>
            <a:solidFill>
              <a:srgbClr val="00BFB3"/>
            </a:solidFill>
            <a:ln w="12700" cap="flat" cmpd="sng" algn="ctr">
              <a:noFill/>
              <a:prstDash val="solid"/>
              <a:miter lim="800000"/>
            </a:ln>
            <a:effectLst/>
          </p:spPr>
          <p:txBody>
            <a:bodyPr wrap="square" rtlCol="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grpSp>
      <p:sp>
        <p:nvSpPr>
          <p:cNvPr id="23" name="TextBox 22">
            <a:extLst>
              <a:ext uri="{FF2B5EF4-FFF2-40B4-BE49-F238E27FC236}">
                <a16:creationId xmlns:a16="http://schemas.microsoft.com/office/drawing/2014/main" id="{B5F1AAF2-1C07-D0E3-5CA4-2C4752F67535}"/>
              </a:ext>
            </a:extLst>
          </p:cNvPr>
          <p:cNvSpPr txBox="1"/>
          <p:nvPr/>
        </p:nvSpPr>
        <p:spPr>
          <a:xfrm>
            <a:off x="1719200" y="3035424"/>
            <a:ext cx="1808922" cy="369332"/>
          </a:xfrm>
          <a:prstGeom prst="rect">
            <a:avLst/>
          </a:prstGeom>
          <a:noFill/>
        </p:spPr>
        <p:txBody>
          <a:bodyPr wrap="square" rtlCol="0">
            <a:spAutoFit/>
          </a:bodyPr>
          <a:lstStyle/>
          <a:p>
            <a:r>
              <a:rPr lang="ru-RU" b="1" dirty="0">
                <a:solidFill>
                  <a:srgbClr val="00A3E0"/>
                </a:solidFill>
                <a:latin typeface="Arial" panose="020B0604020202020204" pitchFamily="34" charset="0"/>
                <a:cs typeface="Arial" panose="020B0604020202020204" pitchFamily="34" charset="0"/>
              </a:rPr>
              <a:t>1999</a:t>
            </a:r>
            <a:r>
              <a:rPr lang="ru-RU" b="1" baseline="30000" dirty="0">
                <a:solidFill>
                  <a:srgbClr val="00A3E0"/>
                </a:solidFill>
                <a:latin typeface="Arial" panose="020B0604020202020204" pitchFamily="34" charset="0"/>
                <a:cs typeface="Arial" panose="020B0604020202020204" pitchFamily="34" charset="0"/>
              </a:rPr>
              <a:t>1</a:t>
            </a:r>
          </a:p>
        </p:txBody>
      </p:sp>
      <p:sp>
        <p:nvSpPr>
          <p:cNvPr id="24" name="TextBox 23">
            <a:extLst>
              <a:ext uri="{FF2B5EF4-FFF2-40B4-BE49-F238E27FC236}">
                <a16:creationId xmlns:a16="http://schemas.microsoft.com/office/drawing/2014/main" id="{6FDB2C73-4873-EE50-F621-649397F7D6F2}"/>
              </a:ext>
            </a:extLst>
          </p:cNvPr>
          <p:cNvSpPr txBox="1"/>
          <p:nvPr/>
        </p:nvSpPr>
        <p:spPr>
          <a:xfrm>
            <a:off x="6199259" y="1788578"/>
            <a:ext cx="1808922" cy="369332"/>
          </a:xfrm>
          <a:prstGeom prst="rect">
            <a:avLst/>
          </a:prstGeom>
          <a:noFill/>
        </p:spPr>
        <p:txBody>
          <a:bodyPr wrap="square" rtlCol="0">
            <a:spAutoFit/>
          </a:bodyPr>
          <a:lstStyle/>
          <a:p>
            <a:r>
              <a:rPr lang="ru-RU" b="1" dirty="0">
                <a:solidFill>
                  <a:srgbClr val="005587"/>
                </a:solidFill>
                <a:latin typeface="Arial" panose="020B0604020202020204" pitchFamily="34" charset="0"/>
                <a:cs typeface="Arial" panose="020B0604020202020204" pitchFamily="34" charset="0"/>
              </a:rPr>
              <a:t>2002</a:t>
            </a:r>
            <a:r>
              <a:rPr lang="ru-RU" b="1" baseline="30000" dirty="0">
                <a:solidFill>
                  <a:srgbClr val="005587"/>
                </a:solidFill>
                <a:latin typeface="Arial" panose="020B0604020202020204" pitchFamily="34" charset="0"/>
                <a:cs typeface="Arial" panose="020B0604020202020204" pitchFamily="34" charset="0"/>
              </a:rPr>
              <a:t>2</a:t>
            </a:r>
          </a:p>
        </p:txBody>
      </p:sp>
      <p:sp>
        <p:nvSpPr>
          <p:cNvPr id="25" name="TextBox 24">
            <a:extLst>
              <a:ext uri="{FF2B5EF4-FFF2-40B4-BE49-F238E27FC236}">
                <a16:creationId xmlns:a16="http://schemas.microsoft.com/office/drawing/2014/main" id="{DE54AF30-D1D8-0559-CA00-C7AC40A86A5A}"/>
              </a:ext>
            </a:extLst>
          </p:cNvPr>
          <p:cNvSpPr txBox="1"/>
          <p:nvPr/>
        </p:nvSpPr>
        <p:spPr>
          <a:xfrm>
            <a:off x="9787613" y="746743"/>
            <a:ext cx="1808922" cy="369332"/>
          </a:xfrm>
          <a:prstGeom prst="rect">
            <a:avLst/>
          </a:prstGeom>
          <a:noFill/>
        </p:spPr>
        <p:txBody>
          <a:bodyPr wrap="square" rtlCol="0">
            <a:spAutoFit/>
          </a:bodyPr>
          <a:lstStyle/>
          <a:p>
            <a:r>
              <a:rPr lang="ru-RU" b="1" dirty="0">
                <a:solidFill>
                  <a:srgbClr val="00BFB3"/>
                </a:solidFill>
                <a:latin typeface="Arial" panose="020B0604020202020204" pitchFamily="34" charset="0"/>
                <a:cs typeface="Arial" panose="020B0604020202020204" pitchFamily="34" charset="0"/>
              </a:rPr>
              <a:t>2015</a:t>
            </a:r>
            <a:r>
              <a:rPr lang="ru-RU" b="1" baseline="30000" dirty="0">
                <a:solidFill>
                  <a:srgbClr val="00BFB3"/>
                </a:solidFill>
                <a:latin typeface="Arial" panose="020B0604020202020204" pitchFamily="34" charset="0"/>
                <a:cs typeface="Arial" panose="020B0604020202020204" pitchFamily="34" charset="0"/>
              </a:rPr>
              <a:t>3</a:t>
            </a:r>
          </a:p>
        </p:txBody>
      </p:sp>
      <p:sp>
        <p:nvSpPr>
          <p:cNvPr id="4" name="Title 1">
            <a:extLst>
              <a:ext uri="{FF2B5EF4-FFF2-40B4-BE49-F238E27FC236}">
                <a16:creationId xmlns:a16="http://schemas.microsoft.com/office/drawing/2014/main" id="{85C7F0E6-7F7C-5E3F-8FE5-32D4A87F6988}"/>
              </a:ext>
            </a:extLst>
          </p:cNvPr>
          <p:cNvSpPr txBox="1">
            <a:spLocks/>
          </p:cNvSpPr>
          <p:nvPr/>
        </p:nvSpPr>
        <p:spPr>
          <a:xfrm>
            <a:off x="384694" y="294468"/>
            <a:ext cx="11338560" cy="768263"/>
          </a:xfrm>
          <a:prstGeom prst="rect">
            <a:avLst/>
          </a:prstGeom>
        </p:spPr>
        <p:txBody>
          <a:bodyPr lIns="91440" tIns="45720" rIns="91440" bIns="45720" anchor="b" anchorCtr="0"/>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ru-RU" sz="2800" b="1" i="0" u="none" strike="noStrike" kern="1200" cap="none" spc="0" normalizeH="0" baseline="0" noProof="0" dirty="0">
                <a:ln>
                  <a:noFill/>
                </a:ln>
                <a:solidFill>
                  <a:srgbClr val="2B3A42"/>
                </a:solidFill>
                <a:effectLst/>
                <a:uLnTx/>
                <a:uFillTx/>
                <a:latin typeface="Arial" panose="020B0604020202020204"/>
                <a:ea typeface="+mj-ea"/>
                <a:cs typeface="+mj-cs"/>
              </a:rPr>
              <a:t>Комбинация БАБ </a:t>
            </a:r>
            <a:r>
              <a:rPr lang="ru-RU" dirty="0">
                <a:solidFill>
                  <a:srgbClr val="2B3A42"/>
                </a:solidFill>
                <a:latin typeface="Arial" panose="020B0604020202020204"/>
              </a:rPr>
              <a:t>и </a:t>
            </a:r>
            <a:r>
              <a:rPr lang="ru-RU" dirty="0" err="1">
                <a:solidFill>
                  <a:srgbClr val="2B3A42"/>
                </a:solidFill>
                <a:latin typeface="Arial" panose="020B0604020202020204"/>
              </a:rPr>
              <a:t>дигидропиридиновых</a:t>
            </a:r>
            <a:r>
              <a:rPr lang="ru-RU" dirty="0">
                <a:solidFill>
                  <a:srgbClr val="2B3A42"/>
                </a:solidFill>
                <a:latin typeface="Arial" panose="020B0604020202020204"/>
              </a:rPr>
              <a:t> БКК в лечении стенокардии -</a:t>
            </a:r>
            <a:r>
              <a:rPr kumimoji="0" lang="ru-RU" sz="2800" b="1" i="0" u="none" strike="noStrike" kern="1200" cap="none" spc="0" normalizeH="0" baseline="0" noProof="0" dirty="0">
                <a:ln>
                  <a:noFill/>
                </a:ln>
                <a:solidFill>
                  <a:srgbClr val="2B3A42"/>
                </a:solidFill>
                <a:effectLst/>
                <a:uLnTx/>
                <a:uFillTx/>
                <a:latin typeface="Arial" panose="020B0604020202020204"/>
                <a:ea typeface="+mj-ea"/>
                <a:cs typeface="+mj-cs"/>
              </a:rPr>
              <a:t> подтверждённая стратегия</a:t>
            </a:r>
            <a:endParaRPr kumimoji="0" lang="en-US" sz="2800" b="1" i="0" u="none" strike="noStrike" kern="1200" cap="none" spc="0" normalizeH="0" baseline="0" noProof="0" dirty="0">
              <a:ln>
                <a:noFill/>
              </a:ln>
              <a:solidFill>
                <a:srgbClr val="2B3A42"/>
              </a:solidFill>
              <a:effectLst/>
              <a:uLnTx/>
              <a:uFillTx/>
              <a:latin typeface="Arial" panose="020B0604020202020204"/>
              <a:ea typeface="+mj-ea"/>
              <a:cs typeface="+mj-cs"/>
            </a:endParaRPr>
          </a:p>
        </p:txBody>
      </p:sp>
      <p:grpSp>
        <p:nvGrpSpPr>
          <p:cNvPr id="12" name="Group 11">
            <a:extLst>
              <a:ext uri="{FF2B5EF4-FFF2-40B4-BE49-F238E27FC236}">
                <a16:creationId xmlns:a16="http://schemas.microsoft.com/office/drawing/2014/main" id="{53E62997-DE59-85B4-73F3-5231662D9EE6}"/>
              </a:ext>
            </a:extLst>
          </p:cNvPr>
          <p:cNvGrpSpPr/>
          <p:nvPr/>
        </p:nvGrpSpPr>
        <p:grpSpPr>
          <a:xfrm>
            <a:off x="8859451" y="4134525"/>
            <a:ext cx="2634777" cy="2303941"/>
            <a:chOff x="8346869" y="3776938"/>
            <a:chExt cx="2634777" cy="2989619"/>
          </a:xfrm>
        </p:grpSpPr>
        <p:sp>
          <p:nvSpPr>
            <p:cNvPr id="7" name="Rounded Rectangle 32">
              <a:extLst>
                <a:ext uri="{FF2B5EF4-FFF2-40B4-BE49-F238E27FC236}">
                  <a16:creationId xmlns:a16="http://schemas.microsoft.com/office/drawing/2014/main" id="{A85FCF35-3EEC-BD62-738D-8A33E57DB745}"/>
                </a:ext>
              </a:extLst>
            </p:cNvPr>
            <p:cNvSpPr/>
            <p:nvPr/>
          </p:nvSpPr>
          <p:spPr>
            <a:xfrm>
              <a:off x="8587865" y="4047885"/>
              <a:ext cx="2393781" cy="2710052"/>
            </a:xfrm>
            <a:prstGeom prst="roundRect">
              <a:avLst>
                <a:gd name="adj" fmla="val 2356"/>
              </a:avLst>
            </a:prstGeom>
            <a:noFill/>
            <a:ln w="38100" cap="flat" cmpd="sng" algn="ctr">
              <a:solidFill>
                <a:srgbClr val="00BFB3"/>
              </a:solidFill>
              <a:prstDash val="solid"/>
              <a:miter lim="800000"/>
            </a:ln>
            <a:effectLst/>
          </p:spPr>
          <p:txBody>
            <a:bodyPr rtlCol="0" anchor="t" anchorCtr="0"/>
            <a:lstStyle/>
            <a:p>
              <a:pPr marL="0" marR="0" lvl="0" indent="0" defTabSz="1304483"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err="1">
                <a:ln>
                  <a:noFill/>
                </a:ln>
                <a:solidFill>
                  <a:prstClr val="white"/>
                </a:solidFill>
                <a:effectLst/>
                <a:uLnTx/>
                <a:uFillTx/>
                <a:latin typeface="Arial"/>
                <a:ea typeface="+mn-ea"/>
                <a:cs typeface="+mn-cs"/>
              </a:endParaRPr>
            </a:p>
          </p:txBody>
        </p:sp>
        <p:sp>
          <p:nvSpPr>
            <p:cNvPr id="8" name="Rectangle 7">
              <a:extLst>
                <a:ext uri="{FF2B5EF4-FFF2-40B4-BE49-F238E27FC236}">
                  <a16:creationId xmlns:a16="http://schemas.microsoft.com/office/drawing/2014/main" id="{E405DDBA-6725-AA86-FF38-1A78DBD08E77}"/>
                </a:ext>
              </a:extLst>
            </p:cNvPr>
            <p:cNvSpPr/>
            <p:nvPr/>
          </p:nvSpPr>
          <p:spPr>
            <a:xfrm>
              <a:off x="8625392" y="4038490"/>
              <a:ext cx="2336549" cy="2080266"/>
            </a:xfrm>
            <a:prstGeom prst="rect">
              <a:avLst/>
            </a:prstGeom>
          </p:spPr>
          <p:txBody>
            <a:bodyPr wrap="square" lIns="144000" tIns="0" rIns="144000" bIns="0" anchor="ctr">
              <a:noAutofit/>
            </a:bodyPr>
            <a:lstStyle/>
            <a:p>
              <a:pPr algn="ctr">
                <a:spcBef>
                  <a:spcPts val="600"/>
                </a:spcBef>
              </a:pPr>
              <a:r>
                <a:rPr lang="ru-RU" sz="1200" dirty="0">
                  <a:solidFill>
                    <a:srgbClr val="00BFB3"/>
                  </a:solidFill>
                  <a:latin typeface="Arial" panose="020B0604020202020204"/>
                </a:rPr>
                <a:t>При стабильной стенокардии III-IV ФК при отсутствии противопоказаний рекомендуется сразу назначить комбинацию БАБ с ДГП-БКК для достижения ФК I.</a:t>
              </a:r>
            </a:p>
          </p:txBody>
        </p:sp>
        <p:sp>
          <p:nvSpPr>
            <p:cNvPr id="9" name="Round Same Side Corner Rectangle 44">
              <a:extLst>
                <a:ext uri="{FF2B5EF4-FFF2-40B4-BE49-F238E27FC236}">
                  <a16:creationId xmlns:a16="http://schemas.microsoft.com/office/drawing/2014/main" id="{175F95E3-ECAE-1142-F3BE-FE666950F909}"/>
                </a:ext>
              </a:extLst>
            </p:cNvPr>
            <p:cNvSpPr/>
            <p:nvPr/>
          </p:nvSpPr>
          <p:spPr>
            <a:xfrm>
              <a:off x="8577730" y="6118756"/>
              <a:ext cx="2403916" cy="647801"/>
            </a:xfrm>
            <a:prstGeom prst="round2SameRect">
              <a:avLst>
                <a:gd name="adj1" fmla="val 0"/>
                <a:gd name="adj2" fmla="val 12074"/>
              </a:avLst>
            </a:prstGeom>
            <a:solidFill>
              <a:srgbClr val="00BFB3"/>
            </a:solidFill>
          </p:spPr>
          <p:txBody>
            <a:bodyPr wrap="square" lIns="144000" tIns="72000" rIns="108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u-RU" sz="1200" b="1" i="0" u="none" strike="noStrike" kern="0" cap="none" spc="0" normalizeH="0" baseline="0" noProof="0" dirty="0">
                  <a:ln>
                    <a:noFill/>
                  </a:ln>
                  <a:solidFill>
                    <a:srgbClr val="FFFFFF"/>
                  </a:solidFill>
                  <a:effectLst/>
                  <a:uLnTx/>
                  <a:uFillTx/>
                  <a:latin typeface="Arial" panose="020B0604020202020204"/>
                </a:rPr>
                <a:t>Клинические рекомендации МЗ РФ 2024 Стабильная ИБС</a:t>
              </a:r>
              <a:endParaRPr kumimoji="0" lang="en-US" sz="1200" b="1" i="0" u="none" strike="noStrike" kern="0" cap="none" spc="0" normalizeH="0" baseline="0" noProof="0" dirty="0">
                <a:ln>
                  <a:noFill/>
                </a:ln>
                <a:solidFill>
                  <a:srgbClr val="FFFFFF"/>
                </a:solidFill>
                <a:effectLst/>
                <a:uLnTx/>
                <a:uFillTx/>
                <a:latin typeface="Arial" panose="020B0604020202020204"/>
              </a:endParaRPr>
            </a:p>
          </p:txBody>
        </p:sp>
        <p:sp>
          <p:nvSpPr>
            <p:cNvPr id="11" name="Rectangle 10">
              <a:extLst>
                <a:ext uri="{FF2B5EF4-FFF2-40B4-BE49-F238E27FC236}">
                  <a16:creationId xmlns:a16="http://schemas.microsoft.com/office/drawing/2014/main" id="{4315FBA4-F8C3-3725-F14C-A8F67FF0AB20}"/>
                </a:ext>
              </a:extLst>
            </p:cNvPr>
            <p:cNvSpPr/>
            <p:nvPr/>
          </p:nvSpPr>
          <p:spPr>
            <a:xfrm>
              <a:off x="8369229" y="4004853"/>
              <a:ext cx="650189" cy="457763"/>
            </a:xfrm>
            <a:prstGeom prst="rect">
              <a:avLst/>
            </a:prstGeom>
            <a:solidFill>
              <a:srgbClr val="FFFFFF"/>
            </a:solidFill>
            <a:ln w="12700" cap="flat" cmpd="sng" algn="ctr">
              <a:noFill/>
              <a:prstDash val="solid"/>
              <a:miter lim="800000"/>
            </a:ln>
            <a:effectLst/>
          </p:spPr>
          <p:txBody>
            <a:bodyPr rtlCol="0" anchor="t" anchorCtr="0"/>
            <a:lstStyle/>
            <a:p>
              <a:pPr marL="0" marR="0" lvl="0" indent="0" defTabSz="1304483"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err="1">
                <a:ln>
                  <a:noFill/>
                </a:ln>
                <a:solidFill>
                  <a:prstClr val="white"/>
                </a:solidFill>
                <a:effectLst/>
                <a:uLnTx/>
                <a:uFillTx/>
                <a:latin typeface="Arial"/>
                <a:ea typeface="+mn-ea"/>
                <a:cs typeface="+mn-cs"/>
              </a:endParaRPr>
            </a:p>
          </p:txBody>
        </p:sp>
        <p:pic>
          <p:nvPicPr>
            <p:cNvPr id="10" name="Graphic 9">
              <a:extLst>
                <a:ext uri="{FF2B5EF4-FFF2-40B4-BE49-F238E27FC236}">
                  <a16:creationId xmlns:a16="http://schemas.microsoft.com/office/drawing/2014/main" id="{1723AF6D-6048-6D80-AD54-56A78CE3160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346869" y="3776938"/>
              <a:ext cx="642991" cy="642991"/>
            </a:xfrm>
            <a:prstGeom prst="rect">
              <a:avLst/>
            </a:prstGeom>
          </p:spPr>
        </p:pic>
      </p:grpSp>
      <p:sp>
        <p:nvSpPr>
          <p:cNvPr id="18" name="TextBox 17">
            <a:extLst>
              <a:ext uri="{FF2B5EF4-FFF2-40B4-BE49-F238E27FC236}">
                <a16:creationId xmlns:a16="http://schemas.microsoft.com/office/drawing/2014/main" id="{881D1700-D6E2-F941-4DF5-236672736FA9}"/>
              </a:ext>
            </a:extLst>
          </p:cNvPr>
          <p:cNvSpPr txBox="1"/>
          <p:nvPr/>
        </p:nvSpPr>
        <p:spPr>
          <a:xfrm>
            <a:off x="3693473" y="6338794"/>
            <a:ext cx="6094140" cy="461665"/>
          </a:xfrm>
          <a:prstGeom prst="rect">
            <a:avLst/>
          </a:prstGeom>
          <a:noFill/>
        </p:spPr>
        <p:txBody>
          <a:bodyPr wrap="square">
            <a:spAutoFit/>
          </a:bodyPr>
          <a:lstStyle/>
          <a:p>
            <a:r>
              <a:rPr lang="en-US" sz="800" dirty="0">
                <a:latin typeface="Arial" panose="020B0604020202020204" pitchFamily="34" charset="0"/>
                <a:cs typeface="Arial" panose="020B0604020202020204" pitchFamily="34" charset="0"/>
              </a:rPr>
              <a:t>¹ Heidenreich PA et al. JAMA 1999;281:1927–1936. DOI: 10.1001/jama.281.20.1927</a:t>
            </a:r>
            <a:endParaRPr lang="ru-RU" sz="800" dirty="0">
              <a:latin typeface="Arial" panose="020B0604020202020204" pitchFamily="34" charset="0"/>
              <a:cs typeface="Arial" panose="020B0604020202020204" pitchFamily="34" charset="0"/>
            </a:endParaRPr>
          </a:p>
          <a:p>
            <a:r>
              <a:rPr lang="en-US" sz="800" dirty="0">
                <a:latin typeface="Arial" panose="020B0604020202020204" pitchFamily="34" charset="0"/>
                <a:cs typeface="Arial" panose="020B0604020202020204" pitchFamily="34" charset="0"/>
              </a:rPr>
              <a:t>² Klein WW, Jackson G, </a:t>
            </a:r>
            <a:r>
              <a:rPr lang="en-US" sz="800" dirty="0" err="1">
                <a:latin typeface="Arial" panose="020B0604020202020204" pitchFamily="34" charset="0"/>
                <a:cs typeface="Arial" panose="020B0604020202020204" pitchFamily="34" charset="0"/>
              </a:rPr>
              <a:t>Tavazzi</a:t>
            </a:r>
            <a:r>
              <a:rPr lang="en-US" sz="800" dirty="0">
                <a:latin typeface="Arial" panose="020B0604020202020204" pitchFamily="34" charset="0"/>
                <a:cs typeface="Arial" panose="020B0604020202020204" pitchFamily="34" charset="0"/>
              </a:rPr>
              <a:t> L. Coron Artery Dis 2002;13:427–436. DOI: 10.1097/00019501-200212000-00008</a:t>
            </a:r>
            <a:endParaRPr lang="ru-RU" sz="800" dirty="0">
              <a:latin typeface="Arial" panose="020B0604020202020204" pitchFamily="34" charset="0"/>
              <a:cs typeface="Arial" panose="020B0604020202020204" pitchFamily="34" charset="0"/>
            </a:endParaRPr>
          </a:p>
          <a:p>
            <a:r>
              <a:rPr lang="en-US" sz="800" dirty="0">
                <a:latin typeface="Arial" panose="020B0604020202020204" pitchFamily="34" charset="0"/>
                <a:cs typeface="Arial" panose="020B0604020202020204" pitchFamily="34" charset="0"/>
              </a:rPr>
              <a:t>³ Belsey J et al. </a:t>
            </a:r>
            <a:r>
              <a:rPr lang="en-US" sz="800" dirty="0" err="1">
                <a:latin typeface="Arial" panose="020B0604020202020204" pitchFamily="34" charset="0"/>
                <a:cs typeface="Arial" panose="020B0604020202020204" pitchFamily="34" charset="0"/>
              </a:rPr>
              <a:t>Eur</a:t>
            </a:r>
            <a:r>
              <a:rPr lang="en-US" sz="800" dirty="0">
                <a:latin typeface="Arial" panose="020B0604020202020204" pitchFamily="34" charset="0"/>
                <a:cs typeface="Arial" panose="020B0604020202020204" pitchFamily="34" charset="0"/>
              </a:rPr>
              <a:t> J Prev </a:t>
            </a:r>
            <a:r>
              <a:rPr lang="en-US" sz="800" dirty="0" err="1">
                <a:latin typeface="Arial" panose="020B0604020202020204" pitchFamily="34" charset="0"/>
                <a:cs typeface="Arial" panose="020B0604020202020204" pitchFamily="34" charset="0"/>
              </a:rPr>
              <a:t>Cardiol</a:t>
            </a:r>
            <a:r>
              <a:rPr lang="en-US" sz="800" dirty="0">
                <a:latin typeface="Arial" panose="020B0604020202020204" pitchFamily="34" charset="0"/>
                <a:cs typeface="Arial" panose="020B0604020202020204" pitchFamily="34" charset="0"/>
              </a:rPr>
              <a:t> 2015;22:837–848. DOI: 10.1177/2047487314533217</a:t>
            </a:r>
            <a:endParaRPr lang="ru-RU" sz="800"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5F2CBA57-F2F9-7A7F-389C-AF097C2AE6ED}"/>
              </a:ext>
            </a:extLst>
          </p:cNvPr>
          <p:cNvSpPr txBox="1"/>
          <p:nvPr/>
        </p:nvSpPr>
        <p:spPr>
          <a:xfrm>
            <a:off x="246313" y="6600231"/>
            <a:ext cx="2220812" cy="215444"/>
          </a:xfrm>
          <a:prstGeom prst="rect">
            <a:avLst/>
          </a:prstGeom>
          <a:noFill/>
        </p:spPr>
        <p:txBody>
          <a:bodyPr wrap="square" rtlCol="0">
            <a:spAutoFit/>
          </a:bodyPr>
          <a:lstStyle/>
          <a:p>
            <a:r>
              <a:rPr lang="ru-RU" sz="800" dirty="0"/>
              <a:t>*БКК – блокаторы кальциевых каналов</a:t>
            </a:r>
            <a:endParaRPr lang="ru-RU" dirty="0"/>
          </a:p>
        </p:txBody>
      </p:sp>
    </p:spTree>
    <p:extLst>
      <p:ext uri="{BB962C8B-B14F-4D97-AF65-F5344CB8AC3E}">
        <p14:creationId xmlns:p14="http://schemas.microsoft.com/office/powerpoint/2010/main" val="6868035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688D9-0075-4346-0853-32BAA53FFC9F}"/>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DDE8525C-2462-2DCB-816F-2C683FC3A5EE}"/>
              </a:ext>
            </a:extLst>
          </p:cNvPr>
          <p:cNvSpPr txBox="1"/>
          <p:nvPr/>
        </p:nvSpPr>
        <p:spPr>
          <a:xfrm>
            <a:off x="1211766" y="2951946"/>
            <a:ext cx="9768468" cy="954107"/>
          </a:xfrm>
          <a:prstGeom prst="rect">
            <a:avLst/>
          </a:prstGeom>
          <a:noFill/>
        </p:spPr>
        <p:txBody>
          <a:bodyPr wrap="square">
            <a:spAutoFit/>
          </a:bodyPr>
          <a:lstStyle/>
          <a:p>
            <a:pPr algn="ctr"/>
            <a:r>
              <a:rPr lang="ru-RU" sz="2800" b="1" dirty="0"/>
              <a:t>β-блокатор + ДГП-БКК — приоритетная комбинация при недостаточном контроле стенокардии</a:t>
            </a:r>
            <a:endParaRPr lang="ru-RU" sz="2800" dirty="0"/>
          </a:p>
        </p:txBody>
      </p:sp>
      <p:sp>
        <p:nvSpPr>
          <p:cNvPr id="2" name="Rectangle: Diagonal Corners Snipped 1">
            <a:extLst>
              <a:ext uri="{FF2B5EF4-FFF2-40B4-BE49-F238E27FC236}">
                <a16:creationId xmlns:a16="http://schemas.microsoft.com/office/drawing/2014/main" id="{360B1263-C595-27D8-3DEC-9A9D435A1DE2}"/>
              </a:ext>
            </a:extLst>
          </p:cNvPr>
          <p:cNvSpPr/>
          <p:nvPr/>
        </p:nvSpPr>
        <p:spPr>
          <a:xfrm>
            <a:off x="135265" y="54164"/>
            <a:ext cx="3220999" cy="400614"/>
          </a:xfrm>
          <a:prstGeom prst="snip2Diag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b="1" i="1" dirty="0">
                <a:latin typeface="Verdana" panose="020B0604030504040204" pitchFamily="34" charset="0"/>
                <a:ea typeface="Verdana" panose="020B0604030504040204" pitchFamily="34" charset="0"/>
              </a:rPr>
              <a:t>Главное из блока</a:t>
            </a:r>
          </a:p>
        </p:txBody>
      </p:sp>
    </p:spTree>
    <p:extLst>
      <p:ext uri="{BB962C8B-B14F-4D97-AF65-F5344CB8AC3E}">
        <p14:creationId xmlns:p14="http://schemas.microsoft.com/office/powerpoint/2010/main" val="26926319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Рисунок 19">
            <a:extLst>
              <a:ext uri="{FF2B5EF4-FFF2-40B4-BE49-F238E27FC236}">
                <a16:creationId xmlns:a16="http://schemas.microsoft.com/office/drawing/2014/main" id="{323B5633-2548-0B04-DAA7-EA315F28074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414" y="0"/>
            <a:ext cx="12181172" cy="6857999"/>
          </a:xfrm>
          <a:prstGeom prst="rect">
            <a:avLst/>
          </a:prstGeom>
        </p:spPr>
      </p:pic>
      <p:grpSp>
        <p:nvGrpSpPr>
          <p:cNvPr id="23" name="Группа 22">
            <a:extLst>
              <a:ext uri="{FF2B5EF4-FFF2-40B4-BE49-F238E27FC236}">
                <a16:creationId xmlns:a16="http://schemas.microsoft.com/office/drawing/2014/main" id="{C463A72F-6967-090B-054A-F0DD2993339F}"/>
              </a:ext>
            </a:extLst>
          </p:cNvPr>
          <p:cNvGrpSpPr/>
          <p:nvPr/>
        </p:nvGrpSpPr>
        <p:grpSpPr>
          <a:xfrm>
            <a:off x="10753760" y="6379029"/>
            <a:ext cx="1155242" cy="182109"/>
            <a:chOff x="5409247" y="3315652"/>
            <a:chExt cx="1371600" cy="216217"/>
          </a:xfrm>
          <a:solidFill>
            <a:srgbClr val="C1D82E"/>
          </a:solidFill>
        </p:grpSpPr>
        <p:sp>
          <p:nvSpPr>
            <p:cNvPr id="24" name="Полилиния: фигура 23">
              <a:extLst>
                <a:ext uri="{FF2B5EF4-FFF2-40B4-BE49-F238E27FC236}">
                  <a16:creationId xmlns:a16="http://schemas.microsoft.com/office/drawing/2014/main" id="{489390B2-DE03-29FF-A369-9E17864A0C2E}"/>
                </a:ext>
              </a:extLst>
            </p:cNvPr>
            <p:cNvSpPr/>
            <p:nvPr/>
          </p:nvSpPr>
          <p:spPr>
            <a:xfrm>
              <a:off x="6568440" y="3317557"/>
              <a:ext cx="212407" cy="213359"/>
            </a:xfrm>
            <a:custGeom>
              <a:avLst/>
              <a:gdLst>
                <a:gd name="connsiteX0" fmla="*/ 16192 w 212407"/>
                <a:gd name="connsiteY0" fmla="*/ 212407 h 213359"/>
                <a:gd name="connsiteX1" fmla="*/ 51435 w 212407"/>
                <a:gd name="connsiteY1" fmla="*/ 197167 h 213359"/>
                <a:gd name="connsiteX2" fmla="*/ 64770 w 212407"/>
                <a:gd name="connsiteY2" fmla="*/ 182880 h 213359"/>
                <a:gd name="connsiteX3" fmla="*/ 81915 w 212407"/>
                <a:gd name="connsiteY3" fmla="*/ 174307 h 213359"/>
                <a:gd name="connsiteX4" fmla="*/ 86677 w 212407"/>
                <a:gd name="connsiteY4" fmla="*/ 174307 h 213359"/>
                <a:gd name="connsiteX5" fmla="*/ 93345 w 212407"/>
                <a:gd name="connsiteY5" fmla="*/ 175260 h 213359"/>
                <a:gd name="connsiteX6" fmla="*/ 113347 w 212407"/>
                <a:gd name="connsiteY6" fmla="*/ 180975 h 213359"/>
                <a:gd name="connsiteX7" fmla="*/ 172402 w 212407"/>
                <a:gd name="connsiteY7" fmla="*/ 205740 h 213359"/>
                <a:gd name="connsiteX8" fmla="*/ 199072 w 212407"/>
                <a:gd name="connsiteY8" fmla="*/ 212407 h 213359"/>
                <a:gd name="connsiteX9" fmla="*/ 207645 w 212407"/>
                <a:gd name="connsiteY9" fmla="*/ 212407 h 213359"/>
                <a:gd name="connsiteX10" fmla="*/ 212407 w 212407"/>
                <a:gd name="connsiteY10" fmla="*/ 207645 h 213359"/>
                <a:gd name="connsiteX11" fmla="*/ 212407 w 212407"/>
                <a:gd name="connsiteY11" fmla="*/ 185738 h 213359"/>
                <a:gd name="connsiteX12" fmla="*/ 188595 w 212407"/>
                <a:gd name="connsiteY12" fmla="*/ 150495 h 213359"/>
                <a:gd name="connsiteX13" fmla="*/ 175260 w 212407"/>
                <a:gd name="connsiteY13" fmla="*/ 144780 h 213359"/>
                <a:gd name="connsiteX14" fmla="*/ 146685 w 212407"/>
                <a:gd name="connsiteY14" fmla="*/ 126682 h 213359"/>
                <a:gd name="connsiteX15" fmla="*/ 148590 w 212407"/>
                <a:gd name="connsiteY15" fmla="*/ 99060 h 213359"/>
                <a:gd name="connsiteX16" fmla="*/ 201930 w 212407"/>
                <a:gd name="connsiteY16" fmla="*/ 45720 h 213359"/>
                <a:gd name="connsiteX17" fmla="*/ 212407 w 212407"/>
                <a:gd name="connsiteY17" fmla="*/ 20002 h 213359"/>
                <a:gd name="connsiteX18" fmla="*/ 211455 w 212407"/>
                <a:gd name="connsiteY18" fmla="*/ 12382 h 213359"/>
                <a:gd name="connsiteX19" fmla="*/ 207645 w 212407"/>
                <a:gd name="connsiteY19" fmla="*/ 5715 h 213359"/>
                <a:gd name="connsiteX20" fmla="*/ 193357 w 212407"/>
                <a:gd name="connsiteY20" fmla="*/ 0 h 213359"/>
                <a:gd name="connsiteX21" fmla="*/ 184785 w 212407"/>
                <a:gd name="connsiteY21" fmla="*/ 0 h 213359"/>
                <a:gd name="connsiteX22" fmla="*/ 149542 w 212407"/>
                <a:gd name="connsiteY22" fmla="*/ 15240 h 213359"/>
                <a:gd name="connsiteX23" fmla="*/ 105727 w 212407"/>
                <a:gd name="connsiteY23" fmla="*/ 59055 h 213359"/>
                <a:gd name="connsiteX24" fmla="*/ 57150 w 212407"/>
                <a:gd name="connsiteY24" fmla="*/ 107632 h 213359"/>
                <a:gd name="connsiteX25" fmla="*/ 57150 w 212407"/>
                <a:gd name="connsiteY25" fmla="*/ 31432 h 213359"/>
                <a:gd name="connsiteX26" fmla="*/ 25717 w 212407"/>
                <a:gd name="connsiteY26" fmla="*/ 0 h 213359"/>
                <a:gd name="connsiteX27" fmla="*/ 13335 w 212407"/>
                <a:gd name="connsiteY27" fmla="*/ 0 h 213359"/>
                <a:gd name="connsiteX28" fmla="*/ 1905 w 212407"/>
                <a:gd name="connsiteY28" fmla="*/ 952 h 213359"/>
                <a:gd name="connsiteX29" fmla="*/ 0 w 212407"/>
                <a:gd name="connsiteY29" fmla="*/ 6667 h 213359"/>
                <a:gd name="connsiteX30" fmla="*/ 0 w 212407"/>
                <a:gd name="connsiteY30" fmla="*/ 208597 h 213359"/>
                <a:gd name="connsiteX31" fmla="*/ 4763 w 212407"/>
                <a:gd name="connsiteY31" fmla="*/ 213360 h 213359"/>
                <a:gd name="connsiteX32" fmla="*/ 16192 w 212407"/>
                <a:gd name="connsiteY32" fmla="*/ 213360 h 213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12407" h="213359">
                  <a:moveTo>
                    <a:pt x="16192" y="212407"/>
                  </a:moveTo>
                  <a:cubicBezTo>
                    <a:pt x="30480" y="212407"/>
                    <a:pt x="41910" y="205740"/>
                    <a:pt x="51435" y="197167"/>
                  </a:cubicBezTo>
                  <a:cubicBezTo>
                    <a:pt x="51435" y="197167"/>
                    <a:pt x="57150" y="190500"/>
                    <a:pt x="64770" y="182880"/>
                  </a:cubicBezTo>
                  <a:cubicBezTo>
                    <a:pt x="69532" y="178117"/>
                    <a:pt x="75247" y="175260"/>
                    <a:pt x="81915" y="174307"/>
                  </a:cubicBezTo>
                  <a:cubicBezTo>
                    <a:pt x="82867" y="174307"/>
                    <a:pt x="86677" y="174307"/>
                    <a:pt x="86677" y="174307"/>
                  </a:cubicBezTo>
                  <a:cubicBezTo>
                    <a:pt x="88582" y="174307"/>
                    <a:pt x="91440" y="174307"/>
                    <a:pt x="93345" y="175260"/>
                  </a:cubicBezTo>
                  <a:cubicBezTo>
                    <a:pt x="100965" y="176213"/>
                    <a:pt x="107632" y="178117"/>
                    <a:pt x="113347" y="180975"/>
                  </a:cubicBezTo>
                  <a:lnTo>
                    <a:pt x="172402" y="205740"/>
                  </a:lnTo>
                  <a:cubicBezTo>
                    <a:pt x="172402" y="205740"/>
                    <a:pt x="186690" y="212407"/>
                    <a:pt x="199072" y="212407"/>
                  </a:cubicBezTo>
                  <a:lnTo>
                    <a:pt x="207645" y="212407"/>
                  </a:lnTo>
                  <a:cubicBezTo>
                    <a:pt x="210502" y="212407"/>
                    <a:pt x="212407" y="209550"/>
                    <a:pt x="212407" y="207645"/>
                  </a:cubicBezTo>
                  <a:lnTo>
                    <a:pt x="212407" y="185738"/>
                  </a:lnTo>
                  <a:cubicBezTo>
                    <a:pt x="212407" y="170497"/>
                    <a:pt x="203835" y="156210"/>
                    <a:pt x="188595" y="150495"/>
                  </a:cubicBezTo>
                  <a:lnTo>
                    <a:pt x="175260" y="144780"/>
                  </a:lnTo>
                  <a:cubicBezTo>
                    <a:pt x="164782" y="140970"/>
                    <a:pt x="152400" y="132397"/>
                    <a:pt x="146685" y="126682"/>
                  </a:cubicBezTo>
                  <a:cubicBezTo>
                    <a:pt x="146685" y="126682"/>
                    <a:pt x="134302" y="112395"/>
                    <a:pt x="148590" y="99060"/>
                  </a:cubicBezTo>
                  <a:lnTo>
                    <a:pt x="201930" y="45720"/>
                  </a:lnTo>
                  <a:cubicBezTo>
                    <a:pt x="208597" y="38100"/>
                    <a:pt x="212407" y="29527"/>
                    <a:pt x="212407" y="20002"/>
                  </a:cubicBezTo>
                  <a:cubicBezTo>
                    <a:pt x="212407" y="20002"/>
                    <a:pt x="212407" y="16192"/>
                    <a:pt x="211455" y="12382"/>
                  </a:cubicBezTo>
                  <a:cubicBezTo>
                    <a:pt x="210502" y="9525"/>
                    <a:pt x="208597" y="6667"/>
                    <a:pt x="207645" y="5715"/>
                  </a:cubicBezTo>
                  <a:cubicBezTo>
                    <a:pt x="203835" y="1905"/>
                    <a:pt x="200025" y="952"/>
                    <a:pt x="193357" y="0"/>
                  </a:cubicBezTo>
                  <a:lnTo>
                    <a:pt x="184785" y="0"/>
                  </a:lnTo>
                  <a:cubicBezTo>
                    <a:pt x="170497" y="0"/>
                    <a:pt x="159067" y="6667"/>
                    <a:pt x="149542" y="15240"/>
                  </a:cubicBezTo>
                  <a:cubicBezTo>
                    <a:pt x="149542" y="15240"/>
                    <a:pt x="114300" y="50482"/>
                    <a:pt x="105727" y="59055"/>
                  </a:cubicBezTo>
                  <a:lnTo>
                    <a:pt x="57150" y="107632"/>
                  </a:lnTo>
                  <a:lnTo>
                    <a:pt x="57150" y="31432"/>
                  </a:lnTo>
                  <a:cubicBezTo>
                    <a:pt x="57150" y="14288"/>
                    <a:pt x="42863" y="0"/>
                    <a:pt x="25717" y="0"/>
                  </a:cubicBezTo>
                  <a:lnTo>
                    <a:pt x="13335" y="0"/>
                  </a:lnTo>
                  <a:cubicBezTo>
                    <a:pt x="9525" y="0"/>
                    <a:pt x="4763" y="0"/>
                    <a:pt x="1905" y="952"/>
                  </a:cubicBezTo>
                  <a:cubicBezTo>
                    <a:pt x="0" y="1905"/>
                    <a:pt x="0" y="3810"/>
                    <a:pt x="0" y="6667"/>
                  </a:cubicBezTo>
                  <a:lnTo>
                    <a:pt x="0" y="208597"/>
                  </a:lnTo>
                  <a:cubicBezTo>
                    <a:pt x="0" y="211455"/>
                    <a:pt x="1905" y="213360"/>
                    <a:pt x="4763" y="213360"/>
                  </a:cubicBezTo>
                  <a:lnTo>
                    <a:pt x="16192" y="21336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a:ea typeface="+mn-ea"/>
                <a:cs typeface="+mn-cs"/>
              </a:endParaRPr>
            </a:p>
          </p:txBody>
        </p:sp>
        <p:sp>
          <p:nvSpPr>
            <p:cNvPr id="25" name="Полилиния: фигура 24">
              <a:extLst>
                <a:ext uri="{FF2B5EF4-FFF2-40B4-BE49-F238E27FC236}">
                  <a16:creationId xmlns:a16="http://schemas.microsoft.com/office/drawing/2014/main" id="{1A5C99E7-C45D-BA61-85CC-D1A92DC62990}"/>
                </a:ext>
              </a:extLst>
            </p:cNvPr>
            <p:cNvSpPr/>
            <p:nvPr/>
          </p:nvSpPr>
          <p:spPr>
            <a:xfrm>
              <a:off x="6104572" y="3315652"/>
              <a:ext cx="233362" cy="214312"/>
            </a:xfrm>
            <a:custGeom>
              <a:avLst/>
              <a:gdLst>
                <a:gd name="connsiteX0" fmla="*/ 228600 w 233362"/>
                <a:gd name="connsiteY0" fmla="*/ 188595 h 214312"/>
                <a:gd name="connsiteX1" fmla="*/ 195263 w 233362"/>
                <a:gd name="connsiteY1" fmla="*/ 167640 h 214312"/>
                <a:gd name="connsiteX2" fmla="*/ 171450 w 233362"/>
                <a:gd name="connsiteY2" fmla="*/ 148590 h 214312"/>
                <a:gd name="connsiteX3" fmla="*/ 200977 w 233362"/>
                <a:gd name="connsiteY3" fmla="*/ 126683 h 214312"/>
                <a:gd name="connsiteX4" fmla="*/ 212407 w 233362"/>
                <a:gd name="connsiteY4" fmla="*/ 93345 h 214312"/>
                <a:gd name="connsiteX5" fmla="*/ 200977 w 233362"/>
                <a:gd name="connsiteY5" fmla="*/ 57150 h 214312"/>
                <a:gd name="connsiteX6" fmla="*/ 172402 w 233362"/>
                <a:gd name="connsiteY6" fmla="*/ 27623 h 214312"/>
                <a:gd name="connsiteX7" fmla="*/ 133350 w 233362"/>
                <a:gd name="connsiteY7" fmla="*/ 7620 h 214312"/>
                <a:gd name="connsiteX8" fmla="*/ 90488 w 233362"/>
                <a:gd name="connsiteY8" fmla="*/ 0 h 214312"/>
                <a:gd name="connsiteX9" fmla="*/ 4763 w 233362"/>
                <a:gd name="connsiteY9" fmla="*/ 0 h 214312"/>
                <a:gd name="connsiteX10" fmla="*/ 0 w 233362"/>
                <a:gd name="connsiteY10" fmla="*/ 4763 h 214312"/>
                <a:gd name="connsiteX11" fmla="*/ 0 w 233362"/>
                <a:gd name="connsiteY11" fmla="*/ 148590 h 214312"/>
                <a:gd name="connsiteX12" fmla="*/ 0 w 233362"/>
                <a:gd name="connsiteY12" fmla="*/ 180975 h 214312"/>
                <a:gd name="connsiteX13" fmla="*/ 0 w 233362"/>
                <a:gd name="connsiteY13" fmla="*/ 192405 h 214312"/>
                <a:gd name="connsiteX14" fmla="*/ 0 w 233362"/>
                <a:gd name="connsiteY14" fmla="*/ 206693 h 214312"/>
                <a:gd name="connsiteX15" fmla="*/ 1905 w 233362"/>
                <a:gd name="connsiteY15" fmla="*/ 212408 h 214312"/>
                <a:gd name="connsiteX16" fmla="*/ 14288 w 233362"/>
                <a:gd name="connsiteY16" fmla="*/ 214313 h 214312"/>
                <a:gd name="connsiteX17" fmla="*/ 29527 w 233362"/>
                <a:gd name="connsiteY17" fmla="*/ 212408 h 214312"/>
                <a:gd name="connsiteX18" fmla="*/ 47625 w 233362"/>
                <a:gd name="connsiteY18" fmla="*/ 199073 h 214312"/>
                <a:gd name="connsiteX19" fmla="*/ 58102 w 233362"/>
                <a:gd name="connsiteY19" fmla="*/ 162877 h 214312"/>
                <a:gd name="connsiteX20" fmla="*/ 58102 w 233362"/>
                <a:gd name="connsiteY20" fmla="*/ 75248 h 214312"/>
                <a:gd name="connsiteX21" fmla="*/ 59055 w 233362"/>
                <a:gd name="connsiteY21" fmla="*/ 69533 h 214312"/>
                <a:gd name="connsiteX22" fmla="*/ 60960 w 233362"/>
                <a:gd name="connsiteY22" fmla="*/ 65723 h 214312"/>
                <a:gd name="connsiteX23" fmla="*/ 114300 w 233362"/>
                <a:gd name="connsiteY23" fmla="*/ 55245 h 214312"/>
                <a:gd name="connsiteX24" fmla="*/ 152400 w 233362"/>
                <a:gd name="connsiteY24" fmla="*/ 95250 h 214312"/>
                <a:gd name="connsiteX25" fmla="*/ 122873 w 233362"/>
                <a:gd name="connsiteY25" fmla="*/ 112395 h 214312"/>
                <a:gd name="connsiteX26" fmla="*/ 101917 w 233362"/>
                <a:gd name="connsiteY26" fmla="*/ 108585 h 214312"/>
                <a:gd name="connsiteX27" fmla="*/ 93345 w 233362"/>
                <a:gd name="connsiteY27" fmla="*/ 105727 h 214312"/>
                <a:gd name="connsiteX28" fmla="*/ 85725 w 233362"/>
                <a:gd name="connsiteY28" fmla="*/ 103823 h 214312"/>
                <a:gd name="connsiteX29" fmla="*/ 81915 w 233362"/>
                <a:gd name="connsiteY29" fmla="*/ 109538 h 214312"/>
                <a:gd name="connsiteX30" fmla="*/ 81915 w 233362"/>
                <a:gd name="connsiteY30" fmla="*/ 132398 h 214312"/>
                <a:gd name="connsiteX31" fmla="*/ 89535 w 233362"/>
                <a:gd name="connsiteY31" fmla="*/ 151448 h 214312"/>
                <a:gd name="connsiteX32" fmla="*/ 160020 w 233362"/>
                <a:gd name="connsiteY32" fmla="*/ 206693 h 214312"/>
                <a:gd name="connsiteX33" fmla="*/ 181927 w 233362"/>
                <a:gd name="connsiteY33" fmla="*/ 214313 h 214312"/>
                <a:gd name="connsiteX34" fmla="*/ 228600 w 233362"/>
                <a:gd name="connsiteY34" fmla="*/ 214313 h 214312"/>
                <a:gd name="connsiteX35" fmla="*/ 233363 w 233362"/>
                <a:gd name="connsiteY35" fmla="*/ 208598 h 214312"/>
                <a:gd name="connsiteX36" fmla="*/ 233363 w 233362"/>
                <a:gd name="connsiteY36" fmla="*/ 193358 h 214312"/>
                <a:gd name="connsiteX37" fmla="*/ 228600 w 233362"/>
                <a:gd name="connsiteY37" fmla="*/ 188595 h 214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33362" h="214312">
                  <a:moveTo>
                    <a:pt x="228600" y="188595"/>
                  </a:moveTo>
                  <a:cubicBezTo>
                    <a:pt x="228600" y="188595"/>
                    <a:pt x="217170" y="185738"/>
                    <a:pt x="195263" y="167640"/>
                  </a:cubicBezTo>
                  <a:cubicBezTo>
                    <a:pt x="183832" y="158115"/>
                    <a:pt x="175260" y="151448"/>
                    <a:pt x="171450" y="148590"/>
                  </a:cubicBezTo>
                  <a:cubicBezTo>
                    <a:pt x="175260" y="145733"/>
                    <a:pt x="188595" y="140970"/>
                    <a:pt x="200977" y="126683"/>
                  </a:cubicBezTo>
                  <a:cubicBezTo>
                    <a:pt x="208598" y="118110"/>
                    <a:pt x="212407" y="106680"/>
                    <a:pt x="212407" y="93345"/>
                  </a:cubicBezTo>
                  <a:cubicBezTo>
                    <a:pt x="212407" y="80963"/>
                    <a:pt x="208598" y="68580"/>
                    <a:pt x="200977" y="57150"/>
                  </a:cubicBezTo>
                  <a:cubicBezTo>
                    <a:pt x="193357" y="45720"/>
                    <a:pt x="183832" y="36195"/>
                    <a:pt x="172402" y="27623"/>
                  </a:cubicBezTo>
                  <a:cubicBezTo>
                    <a:pt x="160973" y="19050"/>
                    <a:pt x="147638" y="12383"/>
                    <a:pt x="133350" y="7620"/>
                  </a:cubicBezTo>
                  <a:cubicBezTo>
                    <a:pt x="119063" y="2858"/>
                    <a:pt x="104775" y="0"/>
                    <a:pt x="90488" y="0"/>
                  </a:cubicBezTo>
                  <a:cubicBezTo>
                    <a:pt x="90488" y="0"/>
                    <a:pt x="4763" y="0"/>
                    <a:pt x="4763" y="0"/>
                  </a:cubicBezTo>
                  <a:cubicBezTo>
                    <a:pt x="1905" y="0"/>
                    <a:pt x="0" y="1905"/>
                    <a:pt x="0" y="4763"/>
                  </a:cubicBezTo>
                  <a:lnTo>
                    <a:pt x="0" y="148590"/>
                  </a:lnTo>
                  <a:lnTo>
                    <a:pt x="0" y="180975"/>
                  </a:lnTo>
                  <a:lnTo>
                    <a:pt x="0" y="192405"/>
                  </a:lnTo>
                  <a:lnTo>
                    <a:pt x="0" y="206693"/>
                  </a:lnTo>
                  <a:cubicBezTo>
                    <a:pt x="0" y="208598"/>
                    <a:pt x="0" y="210502"/>
                    <a:pt x="1905" y="212408"/>
                  </a:cubicBezTo>
                  <a:cubicBezTo>
                    <a:pt x="4763" y="213360"/>
                    <a:pt x="10477" y="214313"/>
                    <a:pt x="14288" y="214313"/>
                  </a:cubicBezTo>
                  <a:cubicBezTo>
                    <a:pt x="19050" y="214313"/>
                    <a:pt x="24765" y="213360"/>
                    <a:pt x="29527" y="212408"/>
                  </a:cubicBezTo>
                  <a:cubicBezTo>
                    <a:pt x="37148" y="209550"/>
                    <a:pt x="42863" y="204788"/>
                    <a:pt x="47625" y="199073"/>
                  </a:cubicBezTo>
                  <a:cubicBezTo>
                    <a:pt x="56198" y="188595"/>
                    <a:pt x="58102" y="176213"/>
                    <a:pt x="58102" y="162877"/>
                  </a:cubicBezTo>
                  <a:lnTo>
                    <a:pt x="58102" y="75248"/>
                  </a:lnTo>
                  <a:cubicBezTo>
                    <a:pt x="58102" y="74295"/>
                    <a:pt x="58102" y="71438"/>
                    <a:pt x="59055" y="69533"/>
                  </a:cubicBezTo>
                  <a:cubicBezTo>
                    <a:pt x="60007" y="67627"/>
                    <a:pt x="60960" y="65723"/>
                    <a:pt x="60960" y="65723"/>
                  </a:cubicBezTo>
                  <a:cubicBezTo>
                    <a:pt x="67627" y="53340"/>
                    <a:pt x="89535" y="48577"/>
                    <a:pt x="114300" y="55245"/>
                  </a:cubicBezTo>
                  <a:cubicBezTo>
                    <a:pt x="146685" y="63818"/>
                    <a:pt x="156210" y="85725"/>
                    <a:pt x="152400" y="95250"/>
                  </a:cubicBezTo>
                  <a:cubicBezTo>
                    <a:pt x="148590" y="105727"/>
                    <a:pt x="137160" y="112395"/>
                    <a:pt x="122873" y="112395"/>
                  </a:cubicBezTo>
                  <a:cubicBezTo>
                    <a:pt x="116205" y="112395"/>
                    <a:pt x="108585" y="111443"/>
                    <a:pt x="101917" y="108585"/>
                  </a:cubicBezTo>
                  <a:cubicBezTo>
                    <a:pt x="101917" y="108585"/>
                    <a:pt x="97155" y="107633"/>
                    <a:pt x="93345" y="105727"/>
                  </a:cubicBezTo>
                  <a:cubicBezTo>
                    <a:pt x="91440" y="104775"/>
                    <a:pt x="88582" y="103823"/>
                    <a:pt x="85725" y="103823"/>
                  </a:cubicBezTo>
                  <a:cubicBezTo>
                    <a:pt x="82867" y="103823"/>
                    <a:pt x="81915" y="105727"/>
                    <a:pt x="81915" y="109538"/>
                  </a:cubicBezTo>
                  <a:lnTo>
                    <a:pt x="81915" y="132398"/>
                  </a:lnTo>
                  <a:cubicBezTo>
                    <a:pt x="81915" y="140018"/>
                    <a:pt x="84773" y="147638"/>
                    <a:pt x="89535" y="151448"/>
                  </a:cubicBezTo>
                  <a:cubicBezTo>
                    <a:pt x="89535" y="151448"/>
                    <a:pt x="160020" y="206693"/>
                    <a:pt x="160020" y="206693"/>
                  </a:cubicBezTo>
                  <a:cubicBezTo>
                    <a:pt x="166688" y="211455"/>
                    <a:pt x="174307" y="214313"/>
                    <a:pt x="181927" y="214313"/>
                  </a:cubicBezTo>
                  <a:lnTo>
                    <a:pt x="228600" y="214313"/>
                  </a:lnTo>
                  <a:cubicBezTo>
                    <a:pt x="231457" y="214313"/>
                    <a:pt x="233363" y="212408"/>
                    <a:pt x="233363" y="208598"/>
                  </a:cubicBezTo>
                  <a:lnTo>
                    <a:pt x="233363" y="193358"/>
                  </a:lnTo>
                  <a:cubicBezTo>
                    <a:pt x="231457" y="191452"/>
                    <a:pt x="230505" y="188595"/>
                    <a:pt x="228600" y="188595"/>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a:ea typeface="+mn-ea"/>
                <a:cs typeface="+mn-cs"/>
              </a:endParaRPr>
            </a:p>
          </p:txBody>
        </p:sp>
        <p:sp>
          <p:nvSpPr>
            <p:cNvPr id="26" name="Полилиния: фигура 25">
              <a:extLst>
                <a:ext uri="{FF2B5EF4-FFF2-40B4-BE49-F238E27FC236}">
                  <a16:creationId xmlns:a16="http://schemas.microsoft.com/office/drawing/2014/main" id="{E6E2AC66-5740-DF99-381C-414FB5AFD965}"/>
                </a:ext>
              </a:extLst>
            </p:cNvPr>
            <p:cNvSpPr/>
            <p:nvPr/>
          </p:nvSpPr>
          <p:spPr>
            <a:xfrm>
              <a:off x="5873114" y="3315652"/>
              <a:ext cx="213360" cy="212407"/>
            </a:xfrm>
            <a:custGeom>
              <a:avLst/>
              <a:gdLst>
                <a:gd name="connsiteX0" fmla="*/ 180023 w 213360"/>
                <a:gd name="connsiteY0" fmla="*/ 159068 h 212407"/>
                <a:gd name="connsiteX1" fmla="*/ 118110 w 213360"/>
                <a:gd name="connsiteY1" fmla="*/ 159068 h 212407"/>
                <a:gd name="connsiteX2" fmla="*/ 93345 w 213360"/>
                <a:gd name="connsiteY2" fmla="*/ 153352 h 212407"/>
                <a:gd name="connsiteX3" fmla="*/ 73343 w 213360"/>
                <a:gd name="connsiteY3" fmla="*/ 138113 h 212407"/>
                <a:gd name="connsiteX4" fmla="*/ 60008 w 213360"/>
                <a:gd name="connsiteY4" fmla="*/ 116205 h 212407"/>
                <a:gd name="connsiteX5" fmla="*/ 55245 w 213360"/>
                <a:gd name="connsiteY5" fmla="*/ 91440 h 212407"/>
                <a:gd name="connsiteX6" fmla="*/ 64770 w 213360"/>
                <a:gd name="connsiteY6" fmla="*/ 65723 h 212407"/>
                <a:gd name="connsiteX7" fmla="*/ 71438 w 213360"/>
                <a:gd name="connsiteY7" fmla="*/ 60960 h 212407"/>
                <a:gd name="connsiteX8" fmla="*/ 80010 w 213360"/>
                <a:gd name="connsiteY8" fmla="*/ 58102 h 212407"/>
                <a:gd name="connsiteX9" fmla="*/ 92393 w 213360"/>
                <a:gd name="connsiteY9" fmla="*/ 57150 h 212407"/>
                <a:gd name="connsiteX10" fmla="*/ 104775 w 213360"/>
                <a:gd name="connsiteY10" fmla="*/ 58102 h 212407"/>
                <a:gd name="connsiteX11" fmla="*/ 124777 w 213360"/>
                <a:gd name="connsiteY11" fmla="*/ 66675 h 212407"/>
                <a:gd name="connsiteX12" fmla="*/ 151448 w 213360"/>
                <a:gd name="connsiteY12" fmla="*/ 90488 h 212407"/>
                <a:gd name="connsiteX13" fmla="*/ 87630 w 213360"/>
                <a:gd name="connsiteY13" fmla="*/ 90488 h 212407"/>
                <a:gd name="connsiteX14" fmla="*/ 81915 w 213360"/>
                <a:gd name="connsiteY14" fmla="*/ 95250 h 212407"/>
                <a:gd name="connsiteX15" fmla="*/ 85725 w 213360"/>
                <a:gd name="connsiteY15" fmla="*/ 111443 h 212407"/>
                <a:gd name="connsiteX16" fmla="*/ 125730 w 213360"/>
                <a:gd name="connsiteY16" fmla="*/ 135255 h 212407"/>
                <a:gd name="connsiteX17" fmla="*/ 185738 w 213360"/>
                <a:gd name="connsiteY17" fmla="*/ 135255 h 212407"/>
                <a:gd name="connsiteX18" fmla="*/ 207645 w 213360"/>
                <a:gd name="connsiteY18" fmla="*/ 126683 h 212407"/>
                <a:gd name="connsiteX19" fmla="*/ 212408 w 213360"/>
                <a:gd name="connsiteY19" fmla="*/ 108585 h 212407"/>
                <a:gd name="connsiteX20" fmla="*/ 202883 w 213360"/>
                <a:gd name="connsiteY20" fmla="*/ 71438 h 212407"/>
                <a:gd name="connsiteX21" fmla="*/ 176213 w 213360"/>
                <a:gd name="connsiteY21" fmla="*/ 36195 h 212407"/>
                <a:gd name="connsiteX22" fmla="*/ 138113 w 213360"/>
                <a:gd name="connsiteY22" fmla="*/ 10477 h 212407"/>
                <a:gd name="connsiteX23" fmla="*/ 92393 w 213360"/>
                <a:gd name="connsiteY23" fmla="*/ 0 h 212407"/>
                <a:gd name="connsiteX24" fmla="*/ 4763 w 213360"/>
                <a:gd name="connsiteY24" fmla="*/ 0 h 212407"/>
                <a:gd name="connsiteX25" fmla="*/ 0 w 213360"/>
                <a:gd name="connsiteY25" fmla="*/ 4763 h 212407"/>
                <a:gd name="connsiteX26" fmla="*/ 0 w 213360"/>
                <a:gd name="connsiteY26" fmla="*/ 92393 h 212407"/>
                <a:gd name="connsiteX27" fmla="*/ 9525 w 213360"/>
                <a:gd name="connsiteY27" fmla="*/ 139065 h 212407"/>
                <a:gd name="connsiteX28" fmla="*/ 35243 w 213360"/>
                <a:gd name="connsiteY28" fmla="*/ 177165 h 212407"/>
                <a:gd name="connsiteX29" fmla="*/ 73343 w 213360"/>
                <a:gd name="connsiteY29" fmla="*/ 202883 h 212407"/>
                <a:gd name="connsiteX30" fmla="*/ 120015 w 213360"/>
                <a:gd name="connsiteY30" fmla="*/ 212408 h 212407"/>
                <a:gd name="connsiteX31" fmla="*/ 208598 w 213360"/>
                <a:gd name="connsiteY31" fmla="*/ 212408 h 212407"/>
                <a:gd name="connsiteX32" fmla="*/ 213360 w 213360"/>
                <a:gd name="connsiteY32" fmla="*/ 207645 h 212407"/>
                <a:gd name="connsiteX33" fmla="*/ 213360 w 213360"/>
                <a:gd name="connsiteY33" fmla="*/ 189548 h 212407"/>
                <a:gd name="connsiteX34" fmla="*/ 204788 w 213360"/>
                <a:gd name="connsiteY34" fmla="*/ 165735 h 212407"/>
                <a:gd name="connsiteX35" fmla="*/ 180023 w 213360"/>
                <a:gd name="connsiteY35" fmla="*/ 159068 h 21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3360" h="212407">
                  <a:moveTo>
                    <a:pt x="180023" y="159068"/>
                  </a:moveTo>
                  <a:lnTo>
                    <a:pt x="118110" y="159068"/>
                  </a:lnTo>
                  <a:cubicBezTo>
                    <a:pt x="109538" y="159068"/>
                    <a:pt x="100965" y="157163"/>
                    <a:pt x="93345" y="153352"/>
                  </a:cubicBezTo>
                  <a:cubicBezTo>
                    <a:pt x="86677" y="150495"/>
                    <a:pt x="76200" y="141923"/>
                    <a:pt x="73343" y="138113"/>
                  </a:cubicBezTo>
                  <a:cubicBezTo>
                    <a:pt x="67627" y="131445"/>
                    <a:pt x="62865" y="124777"/>
                    <a:pt x="60008" y="116205"/>
                  </a:cubicBezTo>
                  <a:cubicBezTo>
                    <a:pt x="57150" y="107633"/>
                    <a:pt x="55245" y="100013"/>
                    <a:pt x="55245" y="91440"/>
                  </a:cubicBezTo>
                  <a:cubicBezTo>
                    <a:pt x="55245" y="80010"/>
                    <a:pt x="58102" y="71438"/>
                    <a:pt x="64770" y="65723"/>
                  </a:cubicBezTo>
                  <a:cubicBezTo>
                    <a:pt x="65723" y="64770"/>
                    <a:pt x="68580" y="62865"/>
                    <a:pt x="71438" y="60960"/>
                  </a:cubicBezTo>
                  <a:cubicBezTo>
                    <a:pt x="74295" y="59055"/>
                    <a:pt x="78105" y="58102"/>
                    <a:pt x="80010" y="58102"/>
                  </a:cubicBezTo>
                  <a:cubicBezTo>
                    <a:pt x="83820" y="57150"/>
                    <a:pt x="87630" y="57150"/>
                    <a:pt x="92393" y="57150"/>
                  </a:cubicBezTo>
                  <a:cubicBezTo>
                    <a:pt x="97155" y="57150"/>
                    <a:pt x="100965" y="58102"/>
                    <a:pt x="104775" y="58102"/>
                  </a:cubicBezTo>
                  <a:cubicBezTo>
                    <a:pt x="111443" y="59055"/>
                    <a:pt x="118110" y="61913"/>
                    <a:pt x="124777" y="66675"/>
                  </a:cubicBezTo>
                  <a:cubicBezTo>
                    <a:pt x="134302" y="72390"/>
                    <a:pt x="144780" y="81915"/>
                    <a:pt x="151448" y="90488"/>
                  </a:cubicBezTo>
                  <a:lnTo>
                    <a:pt x="87630" y="90488"/>
                  </a:lnTo>
                  <a:cubicBezTo>
                    <a:pt x="83820" y="90488"/>
                    <a:pt x="81915" y="92393"/>
                    <a:pt x="81915" y="95250"/>
                  </a:cubicBezTo>
                  <a:cubicBezTo>
                    <a:pt x="81915" y="101918"/>
                    <a:pt x="82868" y="105727"/>
                    <a:pt x="85725" y="111443"/>
                  </a:cubicBezTo>
                  <a:cubicBezTo>
                    <a:pt x="88583" y="117158"/>
                    <a:pt x="100965" y="135255"/>
                    <a:pt x="125730" y="135255"/>
                  </a:cubicBezTo>
                  <a:lnTo>
                    <a:pt x="185738" y="135255"/>
                  </a:lnTo>
                  <a:cubicBezTo>
                    <a:pt x="196215" y="135255"/>
                    <a:pt x="203835" y="132398"/>
                    <a:pt x="207645" y="126683"/>
                  </a:cubicBezTo>
                  <a:cubicBezTo>
                    <a:pt x="211455" y="120968"/>
                    <a:pt x="212408" y="116205"/>
                    <a:pt x="212408" y="108585"/>
                  </a:cubicBezTo>
                  <a:cubicBezTo>
                    <a:pt x="212408" y="96202"/>
                    <a:pt x="209550" y="84773"/>
                    <a:pt x="202883" y="71438"/>
                  </a:cubicBezTo>
                  <a:cubicBezTo>
                    <a:pt x="196215" y="58102"/>
                    <a:pt x="187643" y="46673"/>
                    <a:pt x="176213" y="36195"/>
                  </a:cubicBezTo>
                  <a:cubicBezTo>
                    <a:pt x="164783" y="25718"/>
                    <a:pt x="152400" y="17145"/>
                    <a:pt x="138113" y="10477"/>
                  </a:cubicBezTo>
                  <a:cubicBezTo>
                    <a:pt x="123825" y="3810"/>
                    <a:pt x="108585" y="0"/>
                    <a:pt x="92393" y="0"/>
                  </a:cubicBezTo>
                  <a:lnTo>
                    <a:pt x="4763" y="0"/>
                  </a:lnTo>
                  <a:cubicBezTo>
                    <a:pt x="1905" y="0"/>
                    <a:pt x="0" y="1905"/>
                    <a:pt x="0" y="4763"/>
                  </a:cubicBezTo>
                  <a:lnTo>
                    <a:pt x="0" y="92393"/>
                  </a:lnTo>
                  <a:cubicBezTo>
                    <a:pt x="0" y="108585"/>
                    <a:pt x="2858" y="123825"/>
                    <a:pt x="9525" y="139065"/>
                  </a:cubicBezTo>
                  <a:cubicBezTo>
                    <a:pt x="16193" y="153352"/>
                    <a:pt x="24765" y="166688"/>
                    <a:pt x="35243" y="177165"/>
                  </a:cubicBezTo>
                  <a:cubicBezTo>
                    <a:pt x="45720" y="188595"/>
                    <a:pt x="59055" y="197168"/>
                    <a:pt x="73343" y="202883"/>
                  </a:cubicBezTo>
                  <a:cubicBezTo>
                    <a:pt x="87630" y="209550"/>
                    <a:pt x="102870" y="212408"/>
                    <a:pt x="120015" y="212408"/>
                  </a:cubicBezTo>
                  <a:lnTo>
                    <a:pt x="208598" y="212408"/>
                  </a:lnTo>
                  <a:cubicBezTo>
                    <a:pt x="211455" y="212408"/>
                    <a:pt x="213360" y="210502"/>
                    <a:pt x="213360" y="207645"/>
                  </a:cubicBezTo>
                  <a:lnTo>
                    <a:pt x="213360" y="189548"/>
                  </a:lnTo>
                  <a:cubicBezTo>
                    <a:pt x="213360" y="179070"/>
                    <a:pt x="210502" y="171450"/>
                    <a:pt x="204788" y="165735"/>
                  </a:cubicBezTo>
                  <a:cubicBezTo>
                    <a:pt x="198120" y="161925"/>
                    <a:pt x="190500" y="159068"/>
                    <a:pt x="180023" y="159068"/>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a:ea typeface="+mn-ea"/>
                <a:cs typeface="+mn-cs"/>
              </a:endParaRPr>
            </a:p>
          </p:txBody>
        </p:sp>
        <p:sp>
          <p:nvSpPr>
            <p:cNvPr id="27" name="Полилиния: фигура 26">
              <a:extLst>
                <a:ext uri="{FF2B5EF4-FFF2-40B4-BE49-F238E27FC236}">
                  <a16:creationId xmlns:a16="http://schemas.microsoft.com/office/drawing/2014/main" id="{ED6D9498-8896-28BD-48AE-589DE13B90E0}"/>
                </a:ext>
              </a:extLst>
            </p:cNvPr>
            <p:cNvSpPr/>
            <p:nvPr/>
          </p:nvSpPr>
          <p:spPr>
            <a:xfrm>
              <a:off x="5409247" y="3315652"/>
              <a:ext cx="446722" cy="214312"/>
            </a:xfrm>
            <a:custGeom>
              <a:avLst/>
              <a:gdLst>
                <a:gd name="connsiteX0" fmla="*/ 444818 w 446722"/>
                <a:gd name="connsiteY0" fmla="*/ 32385 h 214312"/>
                <a:gd name="connsiteX1" fmla="*/ 413385 w 446722"/>
                <a:gd name="connsiteY1" fmla="*/ 952 h 214312"/>
                <a:gd name="connsiteX2" fmla="*/ 380048 w 446722"/>
                <a:gd name="connsiteY2" fmla="*/ 952 h 214312"/>
                <a:gd name="connsiteX3" fmla="*/ 376238 w 446722"/>
                <a:gd name="connsiteY3" fmla="*/ 2858 h 214312"/>
                <a:gd name="connsiteX4" fmla="*/ 309563 w 446722"/>
                <a:gd name="connsiteY4" fmla="*/ 64770 h 214312"/>
                <a:gd name="connsiteX5" fmla="*/ 222885 w 446722"/>
                <a:gd name="connsiteY5" fmla="*/ 98108 h 214312"/>
                <a:gd name="connsiteX6" fmla="*/ 133350 w 446722"/>
                <a:gd name="connsiteY6" fmla="*/ 61913 h 214312"/>
                <a:gd name="connsiteX7" fmla="*/ 83820 w 446722"/>
                <a:gd name="connsiteY7" fmla="*/ 15240 h 214312"/>
                <a:gd name="connsiteX8" fmla="*/ 46672 w 446722"/>
                <a:gd name="connsiteY8" fmla="*/ 0 h 214312"/>
                <a:gd name="connsiteX9" fmla="*/ 6668 w 446722"/>
                <a:gd name="connsiteY9" fmla="*/ 0 h 214312"/>
                <a:gd name="connsiteX10" fmla="*/ 0 w 446722"/>
                <a:gd name="connsiteY10" fmla="*/ 6668 h 214312"/>
                <a:gd name="connsiteX11" fmla="*/ 0 w 446722"/>
                <a:gd name="connsiteY11" fmla="*/ 181927 h 214312"/>
                <a:gd name="connsiteX12" fmla="*/ 31433 w 446722"/>
                <a:gd name="connsiteY12" fmla="*/ 213360 h 214312"/>
                <a:gd name="connsiteX13" fmla="*/ 43815 w 446722"/>
                <a:gd name="connsiteY13" fmla="*/ 213360 h 214312"/>
                <a:gd name="connsiteX14" fmla="*/ 52388 w 446722"/>
                <a:gd name="connsiteY14" fmla="*/ 213360 h 214312"/>
                <a:gd name="connsiteX15" fmla="*/ 59055 w 446722"/>
                <a:gd name="connsiteY15" fmla="*/ 206693 h 214312"/>
                <a:gd name="connsiteX16" fmla="*/ 59055 w 446722"/>
                <a:gd name="connsiteY16" fmla="*/ 144780 h 214312"/>
                <a:gd name="connsiteX17" fmla="*/ 88583 w 446722"/>
                <a:gd name="connsiteY17" fmla="*/ 115252 h 214312"/>
                <a:gd name="connsiteX18" fmla="*/ 159067 w 446722"/>
                <a:gd name="connsiteY18" fmla="*/ 158115 h 214312"/>
                <a:gd name="connsiteX19" fmla="*/ 223838 w 446722"/>
                <a:gd name="connsiteY19" fmla="*/ 199073 h 214312"/>
                <a:gd name="connsiteX20" fmla="*/ 288608 w 446722"/>
                <a:gd name="connsiteY20" fmla="*/ 158115 h 214312"/>
                <a:gd name="connsiteX21" fmla="*/ 359093 w 446722"/>
                <a:gd name="connsiteY21" fmla="*/ 115252 h 214312"/>
                <a:gd name="connsiteX22" fmla="*/ 388620 w 446722"/>
                <a:gd name="connsiteY22" fmla="*/ 144780 h 214312"/>
                <a:gd name="connsiteX23" fmla="*/ 388620 w 446722"/>
                <a:gd name="connsiteY23" fmla="*/ 182880 h 214312"/>
                <a:gd name="connsiteX24" fmla="*/ 420053 w 446722"/>
                <a:gd name="connsiteY24" fmla="*/ 214313 h 214312"/>
                <a:gd name="connsiteX25" fmla="*/ 433388 w 446722"/>
                <a:gd name="connsiteY25" fmla="*/ 214313 h 214312"/>
                <a:gd name="connsiteX26" fmla="*/ 440055 w 446722"/>
                <a:gd name="connsiteY26" fmla="*/ 214313 h 214312"/>
                <a:gd name="connsiteX27" fmla="*/ 440055 w 446722"/>
                <a:gd name="connsiteY27" fmla="*/ 214313 h 214312"/>
                <a:gd name="connsiteX28" fmla="*/ 446723 w 446722"/>
                <a:gd name="connsiteY28" fmla="*/ 207645 h 214312"/>
                <a:gd name="connsiteX29" fmla="*/ 444818 w 446722"/>
                <a:gd name="connsiteY29" fmla="*/ 32385 h 214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46722" h="214312">
                  <a:moveTo>
                    <a:pt x="444818" y="32385"/>
                  </a:moveTo>
                  <a:cubicBezTo>
                    <a:pt x="444818" y="15240"/>
                    <a:pt x="430530" y="952"/>
                    <a:pt x="413385" y="952"/>
                  </a:cubicBezTo>
                  <a:lnTo>
                    <a:pt x="380048" y="952"/>
                  </a:lnTo>
                  <a:cubicBezTo>
                    <a:pt x="378143" y="952"/>
                    <a:pt x="377190" y="1905"/>
                    <a:pt x="376238" y="2858"/>
                  </a:cubicBezTo>
                  <a:lnTo>
                    <a:pt x="309563" y="64770"/>
                  </a:lnTo>
                  <a:cubicBezTo>
                    <a:pt x="286703" y="85725"/>
                    <a:pt x="256223" y="98108"/>
                    <a:pt x="222885" y="98108"/>
                  </a:cubicBezTo>
                  <a:cubicBezTo>
                    <a:pt x="187642" y="98108"/>
                    <a:pt x="156210" y="84773"/>
                    <a:pt x="133350" y="61913"/>
                  </a:cubicBezTo>
                  <a:cubicBezTo>
                    <a:pt x="133350" y="61913"/>
                    <a:pt x="84773" y="16193"/>
                    <a:pt x="83820" y="15240"/>
                  </a:cubicBezTo>
                  <a:cubicBezTo>
                    <a:pt x="74295" y="6668"/>
                    <a:pt x="61913" y="952"/>
                    <a:pt x="46672" y="0"/>
                  </a:cubicBezTo>
                  <a:lnTo>
                    <a:pt x="6668" y="0"/>
                  </a:lnTo>
                  <a:cubicBezTo>
                    <a:pt x="2858" y="0"/>
                    <a:pt x="0" y="2858"/>
                    <a:pt x="0" y="6668"/>
                  </a:cubicBezTo>
                  <a:lnTo>
                    <a:pt x="0" y="181927"/>
                  </a:lnTo>
                  <a:cubicBezTo>
                    <a:pt x="0" y="199073"/>
                    <a:pt x="14288" y="213360"/>
                    <a:pt x="31433" y="213360"/>
                  </a:cubicBezTo>
                  <a:lnTo>
                    <a:pt x="43815" y="213360"/>
                  </a:lnTo>
                  <a:lnTo>
                    <a:pt x="52388" y="213360"/>
                  </a:lnTo>
                  <a:cubicBezTo>
                    <a:pt x="56197" y="213360"/>
                    <a:pt x="59055" y="210502"/>
                    <a:pt x="59055" y="206693"/>
                  </a:cubicBezTo>
                  <a:lnTo>
                    <a:pt x="59055" y="144780"/>
                  </a:lnTo>
                  <a:cubicBezTo>
                    <a:pt x="59055" y="128588"/>
                    <a:pt x="72390" y="115252"/>
                    <a:pt x="88583" y="115252"/>
                  </a:cubicBezTo>
                  <a:cubicBezTo>
                    <a:pt x="118110" y="115252"/>
                    <a:pt x="140017" y="140970"/>
                    <a:pt x="159067" y="158115"/>
                  </a:cubicBezTo>
                  <a:cubicBezTo>
                    <a:pt x="182880" y="179070"/>
                    <a:pt x="200978" y="199073"/>
                    <a:pt x="223838" y="199073"/>
                  </a:cubicBezTo>
                  <a:cubicBezTo>
                    <a:pt x="246698" y="199073"/>
                    <a:pt x="264795" y="179070"/>
                    <a:pt x="288608" y="158115"/>
                  </a:cubicBezTo>
                  <a:cubicBezTo>
                    <a:pt x="307658" y="140970"/>
                    <a:pt x="329565" y="115252"/>
                    <a:pt x="359093" y="115252"/>
                  </a:cubicBezTo>
                  <a:cubicBezTo>
                    <a:pt x="375285" y="115252"/>
                    <a:pt x="388620" y="128588"/>
                    <a:pt x="388620" y="144780"/>
                  </a:cubicBezTo>
                  <a:lnTo>
                    <a:pt x="388620" y="182880"/>
                  </a:lnTo>
                  <a:cubicBezTo>
                    <a:pt x="388620" y="200025"/>
                    <a:pt x="402907" y="214313"/>
                    <a:pt x="420053" y="214313"/>
                  </a:cubicBezTo>
                  <a:lnTo>
                    <a:pt x="433388" y="214313"/>
                  </a:lnTo>
                  <a:cubicBezTo>
                    <a:pt x="437198" y="214313"/>
                    <a:pt x="440055" y="214313"/>
                    <a:pt x="440055" y="214313"/>
                  </a:cubicBezTo>
                  <a:lnTo>
                    <a:pt x="440055" y="214313"/>
                  </a:lnTo>
                  <a:cubicBezTo>
                    <a:pt x="443865" y="214313"/>
                    <a:pt x="446723" y="211455"/>
                    <a:pt x="446723" y="207645"/>
                  </a:cubicBezTo>
                  <a:cubicBezTo>
                    <a:pt x="444818" y="207645"/>
                    <a:pt x="444818" y="34290"/>
                    <a:pt x="444818" y="32385"/>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a:ea typeface="+mn-ea"/>
                <a:cs typeface="+mn-cs"/>
              </a:endParaRPr>
            </a:p>
          </p:txBody>
        </p:sp>
        <p:sp>
          <p:nvSpPr>
            <p:cNvPr id="28" name="Полилиния: фигура 27">
              <a:extLst>
                <a:ext uri="{FF2B5EF4-FFF2-40B4-BE49-F238E27FC236}">
                  <a16:creationId xmlns:a16="http://schemas.microsoft.com/office/drawing/2014/main" id="{71112520-3F05-D6E1-B820-86647E821AB9}"/>
                </a:ext>
              </a:extLst>
            </p:cNvPr>
            <p:cNvSpPr/>
            <p:nvPr/>
          </p:nvSpPr>
          <p:spPr>
            <a:xfrm>
              <a:off x="6336029" y="3315652"/>
              <a:ext cx="213360" cy="216217"/>
            </a:xfrm>
            <a:custGeom>
              <a:avLst/>
              <a:gdLst>
                <a:gd name="connsiteX0" fmla="*/ 208598 w 213360"/>
                <a:gd name="connsiteY0" fmla="*/ 124777 h 216217"/>
                <a:gd name="connsiteX1" fmla="*/ 176213 w 213360"/>
                <a:gd name="connsiteY1" fmla="*/ 124777 h 216217"/>
                <a:gd name="connsiteX2" fmla="*/ 153353 w 213360"/>
                <a:gd name="connsiteY2" fmla="*/ 140018 h 216217"/>
                <a:gd name="connsiteX3" fmla="*/ 142875 w 213360"/>
                <a:gd name="connsiteY3" fmla="*/ 156210 h 216217"/>
                <a:gd name="connsiteX4" fmla="*/ 122873 w 213360"/>
                <a:gd name="connsiteY4" fmla="*/ 161925 h 216217"/>
                <a:gd name="connsiteX5" fmla="*/ 100013 w 213360"/>
                <a:gd name="connsiteY5" fmla="*/ 155258 h 216217"/>
                <a:gd name="connsiteX6" fmla="*/ 79058 w 213360"/>
                <a:gd name="connsiteY6" fmla="*/ 139065 h 216217"/>
                <a:gd name="connsiteX7" fmla="*/ 63817 w 213360"/>
                <a:gd name="connsiteY7" fmla="*/ 116205 h 216217"/>
                <a:gd name="connsiteX8" fmla="*/ 58103 w 213360"/>
                <a:gd name="connsiteY8" fmla="*/ 91440 h 216217"/>
                <a:gd name="connsiteX9" fmla="*/ 67628 w 213360"/>
                <a:gd name="connsiteY9" fmla="*/ 65723 h 216217"/>
                <a:gd name="connsiteX10" fmla="*/ 91440 w 213360"/>
                <a:gd name="connsiteY10" fmla="*/ 56198 h 216217"/>
                <a:gd name="connsiteX11" fmla="*/ 123825 w 213360"/>
                <a:gd name="connsiteY11" fmla="*/ 68580 h 216217"/>
                <a:gd name="connsiteX12" fmla="*/ 138113 w 213360"/>
                <a:gd name="connsiteY12" fmla="*/ 73343 h 216217"/>
                <a:gd name="connsiteX13" fmla="*/ 153353 w 213360"/>
                <a:gd name="connsiteY13" fmla="*/ 64770 h 216217"/>
                <a:gd name="connsiteX14" fmla="*/ 175260 w 213360"/>
                <a:gd name="connsiteY14" fmla="*/ 42863 h 216217"/>
                <a:gd name="connsiteX15" fmla="*/ 177165 w 213360"/>
                <a:gd name="connsiteY15" fmla="*/ 39052 h 216217"/>
                <a:gd name="connsiteX16" fmla="*/ 174308 w 213360"/>
                <a:gd name="connsiteY16" fmla="*/ 35243 h 216217"/>
                <a:gd name="connsiteX17" fmla="*/ 135255 w 213360"/>
                <a:gd name="connsiteY17" fmla="*/ 9525 h 216217"/>
                <a:gd name="connsiteX18" fmla="*/ 91440 w 213360"/>
                <a:gd name="connsiteY18" fmla="*/ 0 h 216217"/>
                <a:gd name="connsiteX19" fmla="*/ 4763 w 213360"/>
                <a:gd name="connsiteY19" fmla="*/ 0 h 216217"/>
                <a:gd name="connsiteX20" fmla="*/ 0 w 213360"/>
                <a:gd name="connsiteY20" fmla="*/ 5715 h 216217"/>
                <a:gd name="connsiteX21" fmla="*/ 0 w 213360"/>
                <a:gd name="connsiteY21" fmla="*/ 91440 h 216217"/>
                <a:gd name="connsiteX22" fmla="*/ 10478 w 213360"/>
                <a:gd name="connsiteY22" fmla="*/ 139065 h 216217"/>
                <a:gd name="connsiteX23" fmla="*/ 38100 w 213360"/>
                <a:gd name="connsiteY23" fmla="*/ 178118 h 216217"/>
                <a:gd name="connsiteX24" fmla="*/ 77153 w 213360"/>
                <a:gd name="connsiteY24" fmla="*/ 205740 h 216217"/>
                <a:gd name="connsiteX25" fmla="*/ 122873 w 213360"/>
                <a:gd name="connsiteY25" fmla="*/ 216218 h 216217"/>
                <a:gd name="connsiteX26" fmla="*/ 158115 w 213360"/>
                <a:gd name="connsiteY26" fmla="*/ 209550 h 216217"/>
                <a:gd name="connsiteX27" fmla="*/ 185738 w 213360"/>
                <a:gd name="connsiteY27" fmla="*/ 191452 h 216217"/>
                <a:gd name="connsiteX28" fmla="*/ 204788 w 213360"/>
                <a:gd name="connsiteY28" fmla="*/ 163830 h 216217"/>
                <a:gd name="connsiteX29" fmla="*/ 213360 w 213360"/>
                <a:gd name="connsiteY29" fmla="*/ 129540 h 216217"/>
                <a:gd name="connsiteX30" fmla="*/ 208598 w 213360"/>
                <a:gd name="connsiteY30" fmla="*/ 124777 h 216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13360" h="216217">
                  <a:moveTo>
                    <a:pt x="208598" y="124777"/>
                  </a:moveTo>
                  <a:lnTo>
                    <a:pt x="176213" y="124777"/>
                  </a:lnTo>
                  <a:cubicBezTo>
                    <a:pt x="164783" y="124777"/>
                    <a:pt x="156210" y="129540"/>
                    <a:pt x="153353" y="140018"/>
                  </a:cubicBezTo>
                  <a:cubicBezTo>
                    <a:pt x="151448" y="146685"/>
                    <a:pt x="147638" y="152400"/>
                    <a:pt x="142875" y="156210"/>
                  </a:cubicBezTo>
                  <a:cubicBezTo>
                    <a:pt x="138113" y="160020"/>
                    <a:pt x="131445" y="161925"/>
                    <a:pt x="122873" y="161925"/>
                  </a:cubicBezTo>
                  <a:cubicBezTo>
                    <a:pt x="115253" y="161925"/>
                    <a:pt x="107633" y="160020"/>
                    <a:pt x="100013" y="155258"/>
                  </a:cubicBezTo>
                  <a:cubicBezTo>
                    <a:pt x="92392" y="151448"/>
                    <a:pt x="85725" y="145733"/>
                    <a:pt x="79058" y="139065"/>
                  </a:cubicBezTo>
                  <a:cubicBezTo>
                    <a:pt x="73342" y="132398"/>
                    <a:pt x="67628" y="124777"/>
                    <a:pt x="63817" y="116205"/>
                  </a:cubicBezTo>
                  <a:cubicBezTo>
                    <a:pt x="60008" y="107633"/>
                    <a:pt x="58103" y="99060"/>
                    <a:pt x="58103" y="91440"/>
                  </a:cubicBezTo>
                  <a:cubicBezTo>
                    <a:pt x="58103" y="80963"/>
                    <a:pt x="60960" y="72390"/>
                    <a:pt x="67628" y="65723"/>
                  </a:cubicBezTo>
                  <a:cubicBezTo>
                    <a:pt x="74295" y="59055"/>
                    <a:pt x="81915" y="56198"/>
                    <a:pt x="91440" y="56198"/>
                  </a:cubicBezTo>
                  <a:cubicBezTo>
                    <a:pt x="102870" y="56198"/>
                    <a:pt x="113348" y="60008"/>
                    <a:pt x="123825" y="68580"/>
                  </a:cubicBezTo>
                  <a:cubicBezTo>
                    <a:pt x="128588" y="71438"/>
                    <a:pt x="133350" y="73343"/>
                    <a:pt x="138113" y="73343"/>
                  </a:cubicBezTo>
                  <a:cubicBezTo>
                    <a:pt x="142875" y="73343"/>
                    <a:pt x="148590" y="70485"/>
                    <a:pt x="153353" y="64770"/>
                  </a:cubicBezTo>
                  <a:lnTo>
                    <a:pt x="175260" y="42863"/>
                  </a:lnTo>
                  <a:cubicBezTo>
                    <a:pt x="176213" y="41910"/>
                    <a:pt x="177165" y="40005"/>
                    <a:pt x="177165" y="39052"/>
                  </a:cubicBezTo>
                  <a:cubicBezTo>
                    <a:pt x="177165" y="38100"/>
                    <a:pt x="176213" y="37148"/>
                    <a:pt x="174308" y="35243"/>
                  </a:cubicBezTo>
                  <a:cubicBezTo>
                    <a:pt x="162878" y="24765"/>
                    <a:pt x="149542" y="16193"/>
                    <a:pt x="135255" y="9525"/>
                  </a:cubicBezTo>
                  <a:cubicBezTo>
                    <a:pt x="120967" y="3810"/>
                    <a:pt x="106680" y="0"/>
                    <a:pt x="91440" y="0"/>
                  </a:cubicBezTo>
                  <a:lnTo>
                    <a:pt x="4763" y="0"/>
                  </a:lnTo>
                  <a:cubicBezTo>
                    <a:pt x="1905" y="0"/>
                    <a:pt x="0" y="1905"/>
                    <a:pt x="0" y="5715"/>
                  </a:cubicBezTo>
                  <a:lnTo>
                    <a:pt x="0" y="91440"/>
                  </a:lnTo>
                  <a:cubicBezTo>
                    <a:pt x="0" y="107633"/>
                    <a:pt x="3810" y="123825"/>
                    <a:pt x="10478" y="139065"/>
                  </a:cubicBezTo>
                  <a:cubicBezTo>
                    <a:pt x="17145" y="154305"/>
                    <a:pt x="26670" y="167640"/>
                    <a:pt x="38100" y="178118"/>
                  </a:cubicBezTo>
                  <a:cubicBezTo>
                    <a:pt x="49530" y="189548"/>
                    <a:pt x="62865" y="198120"/>
                    <a:pt x="77153" y="205740"/>
                  </a:cubicBezTo>
                  <a:cubicBezTo>
                    <a:pt x="91440" y="212408"/>
                    <a:pt x="106680" y="216218"/>
                    <a:pt x="122873" y="216218"/>
                  </a:cubicBezTo>
                  <a:cubicBezTo>
                    <a:pt x="135255" y="216218"/>
                    <a:pt x="147638" y="214313"/>
                    <a:pt x="158115" y="209550"/>
                  </a:cubicBezTo>
                  <a:cubicBezTo>
                    <a:pt x="168592" y="205740"/>
                    <a:pt x="178117" y="199073"/>
                    <a:pt x="185738" y="191452"/>
                  </a:cubicBezTo>
                  <a:cubicBezTo>
                    <a:pt x="193358" y="183833"/>
                    <a:pt x="200025" y="174308"/>
                    <a:pt x="204788" y="163830"/>
                  </a:cubicBezTo>
                  <a:cubicBezTo>
                    <a:pt x="209550" y="153352"/>
                    <a:pt x="212408" y="141923"/>
                    <a:pt x="213360" y="129540"/>
                  </a:cubicBezTo>
                  <a:cubicBezTo>
                    <a:pt x="213360" y="126683"/>
                    <a:pt x="212408" y="124777"/>
                    <a:pt x="208598" y="124777"/>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a:ea typeface="+mn-ea"/>
                <a:cs typeface="+mn-cs"/>
              </a:endParaRPr>
            </a:p>
          </p:txBody>
        </p:sp>
      </p:grpSp>
      <p:sp>
        <p:nvSpPr>
          <p:cNvPr id="13" name="Полилиния: фигура 12">
            <a:extLst>
              <a:ext uri="{FF2B5EF4-FFF2-40B4-BE49-F238E27FC236}">
                <a16:creationId xmlns:a16="http://schemas.microsoft.com/office/drawing/2014/main" id="{D3667F59-2F06-BB92-DEC0-9D762E9A7EF0}"/>
              </a:ext>
            </a:extLst>
          </p:cNvPr>
          <p:cNvSpPr/>
          <p:nvPr/>
        </p:nvSpPr>
        <p:spPr bwMode="gray">
          <a:xfrm flipH="1">
            <a:off x="0" y="3974122"/>
            <a:ext cx="8030254" cy="2897381"/>
          </a:xfrm>
          <a:custGeom>
            <a:avLst/>
            <a:gdLst>
              <a:gd name="connsiteX0" fmla="*/ 235513 w 8030254"/>
              <a:gd name="connsiteY0" fmla="*/ 1976 h 2897381"/>
              <a:gd name="connsiteX1" fmla="*/ 13997 w 8030254"/>
              <a:gd name="connsiteY1" fmla="*/ 401173 h 2897381"/>
              <a:gd name="connsiteX2" fmla="*/ 413306 w 8030254"/>
              <a:gd name="connsiteY2" fmla="*/ 2148810 h 2897381"/>
              <a:gd name="connsiteX3" fmla="*/ 279021 w 8030254"/>
              <a:gd name="connsiteY3" fmla="*/ 2877594 h 2897381"/>
              <a:gd name="connsiteX4" fmla="*/ 265657 w 8030254"/>
              <a:gd name="connsiteY4" fmla="*/ 2897381 h 2897381"/>
              <a:gd name="connsiteX5" fmla="*/ 8030254 w 8030254"/>
              <a:gd name="connsiteY5" fmla="*/ 2897381 h 2897381"/>
              <a:gd name="connsiteX6" fmla="*/ 8030254 w 8030254"/>
              <a:gd name="connsiteY6" fmla="*/ 904631 h 2897381"/>
              <a:gd name="connsiteX7" fmla="*/ 7259223 w 8030254"/>
              <a:gd name="connsiteY7" fmla="*/ 1620673 h 2897381"/>
              <a:gd name="connsiteX8" fmla="*/ 6322992 w 8030254"/>
              <a:gd name="connsiteY8" fmla="*/ 1834742 h 2897381"/>
              <a:gd name="connsiteX9" fmla="*/ 420738 w 8030254"/>
              <a:gd name="connsiteY9" fmla="*/ 24021 h 2897381"/>
              <a:gd name="connsiteX10" fmla="*/ 316789 w 8030254"/>
              <a:gd name="connsiteY10" fmla="*/ 2262 h 2897381"/>
              <a:gd name="connsiteX11" fmla="*/ 235513 w 8030254"/>
              <a:gd name="connsiteY11" fmla="*/ 1976 h 2897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030254" h="2897381">
                <a:moveTo>
                  <a:pt x="235513" y="1976"/>
                </a:moveTo>
                <a:cubicBezTo>
                  <a:pt x="57329" y="20859"/>
                  <a:pt x="-37609" y="173765"/>
                  <a:pt x="13997" y="401173"/>
                </a:cubicBezTo>
                <a:lnTo>
                  <a:pt x="413306" y="2148810"/>
                </a:lnTo>
                <a:cubicBezTo>
                  <a:pt x="464840" y="2371878"/>
                  <a:pt x="406148" y="2660033"/>
                  <a:pt x="279021" y="2877594"/>
                </a:cubicBezTo>
                <a:lnTo>
                  <a:pt x="265657" y="2897381"/>
                </a:lnTo>
                <a:lnTo>
                  <a:pt x="8030254" y="2897381"/>
                </a:lnTo>
                <a:lnTo>
                  <a:pt x="8030254" y="904631"/>
                </a:lnTo>
                <a:lnTo>
                  <a:pt x="7259223" y="1620673"/>
                </a:lnTo>
                <a:cubicBezTo>
                  <a:pt x="7036387" y="1828301"/>
                  <a:pt x="6614541" y="1924539"/>
                  <a:pt x="6322992" y="1834742"/>
                </a:cubicBezTo>
                <a:lnTo>
                  <a:pt x="420738" y="24021"/>
                </a:lnTo>
                <a:cubicBezTo>
                  <a:pt x="384294" y="12796"/>
                  <a:pt x="349553" y="5630"/>
                  <a:pt x="316789" y="2262"/>
                </a:cubicBezTo>
                <a:cubicBezTo>
                  <a:pt x="288122" y="-684"/>
                  <a:pt x="260967" y="-722"/>
                  <a:pt x="235513" y="1976"/>
                </a:cubicBezTo>
                <a:close/>
              </a:path>
            </a:pathLst>
          </a:custGeom>
          <a:gradFill>
            <a:gsLst>
              <a:gs pos="0">
                <a:srgbClr val="C1D82E"/>
              </a:gs>
              <a:gs pos="81000">
                <a:srgbClr val="05ADED">
                  <a:alpha val="17000"/>
                </a:srgbClr>
              </a:gs>
              <a:gs pos="34000">
                <a:srgbClr val="398ACB"/>
              </a:gs>
            </a:gsLst>
            <a:lin ang="5400000" scaled="0"/>
          </a:gradFill>
          <a:ln w="9525" cap="flat" cmpd="sng" algn="ctr">
            <a:noFill/>
            <a:prstDash val="solid"/>
          </a:ln>
          <a:effectLst/>
        </p:spPr>
        <p:txBody>
          <a:bodyPr wrap="square" lIns="0" tIns="0" rIns="0" bIns="0" rtlCol="0" anchor="b" anchorCtr="1">
            <a:noAutofit/>
          </a:bodyPr>
          <a:lstStyle/>
          <a:p>
            <a:pPr marL="0" marR="0" lvl="0" indent="0" algn="ctr" defTabSz="914400" rtl="0" eaLnBrk="1" fontAlgn="auto" latinLnBrk="0" hangingPunct="1">
              <a:lnSpc>
                <a:spcPct val="100000"/>
              </a:lnSpc>
              <a:spcBef>
                <a:spcPts val="300"/>
              </a:spcBef>
              <a:spcAft>
                <a:spcPts val="300"/>
              </a:spcAft>
              <a:buClr>
                <a:srgbClr val="FFFFFF"/>
              </a:buClr>
              <a:buSzPct val="100000"/>
              <a:buFont typeface="Arial" panose="020B0604020202020204" pitchFamily="34" charset="0"/>
              <a:buNone/>
              <a:tabLst/>
              <a:defRPr/>
            </a:pPr>
            <a:endParaRPr kumimoji="0" lang="en-US" sz="1600" b="0" i="0" u="none" strike="noStrike" kern="0" cap="none" spc="0" normalizeH="0" baseline="0" noProof="0" dirty="0" err="1">
              <a:ln>
                <a:noFill/>
              </a:ln>
              <a:solidFill>
                <a:srgbClr val="FFFFFF"/>
              </a:solidFill>
              <a:effectLst/>
              <a:uLnTx/>
              <a:uFillTx/>
              <a:latin typeface="Verdana"/>
              <a:ea typeface="+mn-ea"/>
              <a:cs typeface="+mn-cs"/>
            </a:endParaRPr>
          </a:p>
        </p:txBody>
      </p:sp>
      <p:sp>
        <p:nvSpPr>
          <p:cNvPr id="14" name="TextBox 13">
            <a:extLst>
              <a:ext uri="{FF2B5EF4-FFF2-40B4-BE49-F238E27FC236}">
                <a16:creationId xmlns:a16="http://schemas.microsoft.com/office/drawing/2014/main" id="{3000F227-7CA4-783D-506E-58CBB309FE23}"/>
              </a:ext>
            </a:extLst>
          </p:cNvPr>
          <p:cNvSpPr txBox="1"/>
          <p:nvPr/>
        </p:nvSpPr>
        <p:spPr>
          <a:xfrm>
            <a:off x="7264899" y="1259081"/>
            <a:ext cx="5055390" cy="1975926"/>
          </a:xfrm>
          <a:prstGeom prst="rect">
            <a:avLst/>
          </a:prstGeom>
          <a:noFill/>
        </p:spPr>
        <p:txBody>
          <a:bodyPr wrap="square">
            <a:sp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ru-RU" sz="20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Взаимодополняющие молекулы </a:t>
            </a:r>
            <a:r>
              <a:rPr kumimoji="0" lang="ru-RU" sz="2000" b="0" i="0" u="none" strike="noStrike" kern="1200" cap="none" spc="0" normalizeH="0" baseline="0" noProof="0" dirty="0" err="1">
                <a:ln>
                  <a:noFill/>
                </a:ln>
                <a:solidFill>
                  <a:srgbClr val="FFFFFF"/>
                </a:solidFill>
                <a:effectLst/>
                <a:uLnTx/>
                <a:uFillTx/>
                <a:latin typeface="Verdana" panose="020B0604030504040204" pitchFamily="34" charset="0"/>
                <a:ea typeface="Verdana" panose="020B0604030504040204" pitchFamily="34" charset="0"/>
                <a:cs typeface="+mn-cs"/>
              </a:rPr>
              <a:t>бисопролола</a:t>
            </a:r>
            <a:r>
              <a:rPr kumimoji="0" lang="ru-RU" sz="20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 и </a:t>
            </a:r>
            <a:r>
              <a:rPr kumimoji="0" lang="ru-RU" sz="2000" b="0" i="0" u="none" strike="noStrike" kern="1200" cap="none" spc="0" normalizeH="0" baseline="0" noProof="0" dirty="0" err="1">
                <a:ln>
                  <a:noFill/>
                </a:ln>
                <a:solidFill>
                  <a:srgbClr val="FFFFFF"/>
                </a:solidFill>
                <a:effectLst/>
                <a:uLnTx/>
                <a:uFillTx/>
                <a:latin typeface="Verdana" panose="020B0604030504040204" pitchFamily="34" charset="0"/>
                <a:ea typeface="Verdana" panose="020B0604030504040204" pitchFamily="34" charset="0"/>
                <a:cs typeface="+mn-cs"/>
              </a:rPr>
              <a:t>амлодипина</a:t>
            </a:r>
            <a:r>
              <a:rPr kumimoji="0" lang="ru-RU" sz="20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 </a:t>
            </a:r>
            <a:br>
              <a:rPr kumimoji="0" lang="ru-RU" sz="2600" b="1" i="0" u="none" strike="noStrike" kern="1200" cap="none" spc="0" normalizeH="0" baseline="0" noProof="0" dirty="0">
                <a:ln>
                  <a:noFill/>
                </a:ln>
                <a:solidFill>
                  <a:srgbClr val="FFFFFF"/>
                </a:solidFill>
                <a:effectLst/>
                <a:uLnTx/>
                <a:uFillTx/>
                <a:latin typeface="Verdana"/>
                <a:ea typeface="+mn-ea"/>
                <a:cs typeface="+mn-cs"/>
              </a:rPr>
            </a:br>
            <a:r>
              <a:rPr kumimoji="0" lang="ru-RU" sz="32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в фиксированной комбинации </a:t>
            </a:r>
            <a:br>
              <a:rPr kumimoji="0" lang="ru-RU" sz="32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br>
            <a:r>
              <a:rPr kumimoji="0" lang="ru-RU" sz="3200" b="1" i="0" u="none" strike="noStrike" kern="1200" cap="none" spc="0" normalizeH="0" baseline="0" noProof="0" dirty="0" err="1">
                <a:ln>
                  <a:noFill/>
                </a:ln>
                <a:solidFill>
                  <a:srgbClr val="FFFFFF"/>
                </a:solidFill>
                <a:effectLst/>
                <a:uLnTx/>
                <a:uFillTx/>
                <a:latin typeface="Verdana" panose="020B0604030504040204" pitchFamily="34" charset="0"/>
                <a:ea typeface="Verdana" panose="020B0604030504040204" pitchFamily="34" charset="0"/>
                <a:cs typeface="+mn-cs"/>
              </a:rPr>
              <a:t>Конкор</a:t>
            </a:r>
            <a:r>
              <a:rPr kumimoji="0" lang="ru-RU" sz="2000" b="0" i="0" u="none" strike="noStrike" kern="1200" cap="none" spc="0" normalizeH="0" baseline="50000" noProof="0" dirty="0">
                <a:ln>
                  <a:noFill/>
                </a:ln>
                <a:solidFill>
                  <a:srgbClr val="FFFFFF"/>
                </a:solidFill>
                <a:effectLst/>
                <a:uLnTx/>
                <a:uFillTx/>
                <a:latin typeface="Verdana" panose="020B0604030504040204" pitchFamily="34" charset="0"/>
                <a:ea typeface="Verdana" panose="020B0604030504040204" pitchFamily="34" charset="0"/>
                <a:cs typeface="+mn-cs"/>
              </a:rPr>
              <a:t>®</a:t>
            </a:r>
            <a:r>
              <a:rPr kumimoji="0" lang="ru-RU" sz="32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 АМ</a:t>
            </a:r>
            <a:endParaRPr kumimoji="0" lang="ru-RU" sz="26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5" name="Полилиния: фигура 4">
            <a:extLst>
              <a:ext uri="{FF2B5EF4-FFF2-40B4-BE49-F238E27FC236}">
                <a16:creationId xmlns:a16="http://schemas.microsoft.com/office/drawing/2014/main" id="{7914A54C-CAFA-090C-D3DF-9687F4A813E2}"/>
              </a:ext>
            </a:extLst>
          </p:cNvPr>
          <p:cNvSpPr/>
          <p:nvPr/>
        </p:nvSpPr>
        <p:spPr>
          <a:xfrm rot="15727563">
            <a:off x="3147577" y="-57952"/>
            <a:ext cx="3484963" cy="4120369"/>
          </a:xfrm>
          <a:custGeom>
            <a:avLst/>
            <a:gdLst>
              <a:gd name="connsiteX0" fmla="*/ 2603298 w 3346335"/>
              <a:gd name="connsiteY0" fmla="*/ 891724 h 3956466"/>
              <a:gd name="connsiteX1" fmla="*/ 1402101 w 3346335"/>
              <a:gd name="connsiteY1" fmla="*/ 89338 h 3956466"/>
              <a:gd name="connsiteX2" fmla="*/ 666580 w 3346335"/>
              <a:gd name="connsiteY2" fmla="*/ 235833 h 3956466"/>
              <a:gd name="connsiteX3" fmla="*/ 595619 w 3346335"/>
              <a:gd name="connsiteY3" fmla="*/ 490531 h 3956466"/>
              <a:gd name="connsiteX4" fmla="*/ 314917 w 3346335"/>
              <a:gd name="connsiteY4" fmla="*/ 1376356 h 3956466"/>
              <a:gd name="connsiteX5" fmla="*/ 592 w 3346335"/>
              <a:gd name="connsiteY5" fmla="*/ 2239226 h 3956466"/>
              <a:gd name="connsiteX6" fmla="*/ 743542 w 3346335"/>
              <a:gd name="connsiteY6" fmla="*/ 3675215 h 3956466"/>
              <a:gd name="connsiteX7" fmla="*/ 3064975 w 3346335"/>
              <a:gd name="connsiteY7" fmla="*/ 3212871 h 3956466"/>
              <a:gd name="connsiteX8" fmla="*/ 2603298 w 3346335"/>
              <a:gd name="connsiteY8" fmla="*/ 891724 h 3956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6335" h="3956466">
                <a:moveTo>
                  <a:pt x="2603298" y="891724"/>
                </a:moveTo>
                <a:lnTo>
                  <a:pt x="1402101" y="89338"/>
                </a:lnTo>
                <a:cubicBezTo>
                  <a:pt x="1158534" y="-73291"/>
                  <a:pt x="829250" y="-7707"/>
                  <a:pt x="666580" y="235833"/>
                </a:cubicBezTo>
                <a:cubicBezTo>
                  <a:pt x="617622" y="309080"/>
                  <a:pt x="606477" y="390042"/>
                  <a:pt x="595619" y="490531"/>
                </a:cubicBezTo>
                <a:cubicBezTo>
                  <a:pt x="588099" y="806476"/>
                  <a:pt x="490732" y="1113741"/>
                  <a:pt x="314917" y="1376356"/>
                </a:cubicBezTo>
                <a:cubicBezTo>
                  <a:pt x="40311" y="1787550"/>
                  <a:pt x="20785" y="2048440"/>
                  <a:pt x="592" y="2239226"/>
                </a:cubicBezTo>
                <a:cubicBezTo>
                  <a:pt x="-14665" y="2813684"/>
                  <a:pt x="265821" y="3355812"/>
                  <a:pt x="743542" y="3675215"/>
                </a:cubicBezTo>
                <a:cubicBezTo>
                  <a:pt x="1510971" y="4187755"/>
                  <a:pt x="2552435" y="3980015"/>
                  <a:pt x="3064975" y="3212871"/>
                </a:cubicBezTo>
                <a:cubicBezTo>
                  <a:pt x="3577516" y="2445728"/>
                  <a:pt x="3370061" y="1404455"/>
                  <a:pt x="2603298" y="891724"/>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a:ea typeface="+mn-ea"/>
              <a:cs typeface="+mn-cs"/>
            </a:endParaRPr>
          </a:p>
        </p:txBody>
      </p:sp>
      <p:sp>
        <p:nvSpPr>
          <p:cNvPr id="8" name="Полилиния: фигура 7">
            <a:extLst>
              <a:ext uri="{FF2B5EF4-FFF2-40B4-BE49-F238E27FC236}">
                <a16:creationId xmlns:a16="http://schemas.microsoft.com/office/drawing/2014/main" id="{690FA100-C0D0-821A-6B3C-6635527297D9}"/>
              </a:ext>
            </a:extLst>
          </p:cNvPr>
          <p:cNvSpPr/>
          <p:nvPr/>
        </p:nvSpPr>
        <p:spPr>
          <a:xfrm rot="15727563">
            <a:off x="1079420" y="2407526"/>
            <a:ext cx="3485108" cy="4120374"/>
          </a:xfrm>
          <a:custGeom>
            <a:avLst/>
            <a:gdLst>
              <a:gd name="connsiteX0" fmla="*/ 2750576 w 3346474"/>
              <a:gd name="connsiteY0" fmla="*/ 3465654 h 3956470"/>
              <a:gd name="connsiteX1" fmla="*/ 3064901 w 3346474"/>
              <a:gd name="connsiteY1" fmla="*/ 2602879 h 3956470"/>
              <a:gd name="connsiteX2" fmla="*/ 2602843 w 3346474"/>
              <a:gd name="connsiteY2" fmla="*/ 281351 h 3956470"/>
              <a:gd name="connsiteX3" fmla="*/ 281410 w 3346474"/>
              <a:gd name="connsiteY3" fmla="*/ 743695 h 3956470"/>
              <a:gd name="connsiteX4" fmla="*/ 743087 w 3346474"/>
              <a:gd name="connsiteY4" fmla="*/ 3064461 h 3956470"/>
              <a:gd name="connsiteX5" fmla="*/ 1944094 w 3346474"/>
              <a:gd name="connsiteY5" fmla="*/ 3867133 h 3956470"/>
              <a:gd name="connsiteX6" fmla="*/ 2679615 w 3346474"/>
              <a:gd name="connsiteY6" fmla="*/ 3720638 h 3956470"/>
              <a:gd name="connsiteX7" fmla="*/ 2750576 w 3346474"/>
              <a:gd name="connsiteY7" fmla="*/ 3465654 h 395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6474" h="3956470">
                <a:moveTo>
                  <a:pt x="2750576" y="3465654"/>
                </a:moveTo>
                <a:cubicBezTo>
                  <a:pt x="2771245" y="3275154"/>
                  <a:pt x="2790676" y="3013979"/>
                  <a:pt x="3064901" y="2602879"/>
                </a:cubicBezTo>
                <a:cubicBezTo>
                  <a:pt x="3577507" y="1834040"/>
                  <a:pt x="3370770" y="795324"/>
                  <a:pt x="2602843" y="281351"/>
                </a:cubicBezTo>
                <a:cubicBezTo>
                  <a:pt x="1835414" y="-231189"/>
                  <a:pt x="793950" y="-23830"/>
                  <a:pt x="281410" y="743695"/>
                </a:cubicBezTo>
                <a:cubicBezTo>
                  <a:pt x="-231130" y="1511219"/>
                  <a:pt x="-23866" y="2551730"/>
                  <a:pt x="743087" y="3064461"/>
                </a:cubicBezTo>
                <a:lnTo>
                  <a:pt x="1944094" y="3867133"/>
                </a:lnTo>
                <a:cubicBezTo>
                  <a:pt x="2187661" y="4029762"/>
                  <a:pt x="2516945" y="3964178"/>
                  <a:pt x="2679615" y="3720638"/>
                </a:cubicBezTo>
                <a:cubicBezTo>
                  <a:pt x="2728573" y="3647105"/>
                  <a:pt x="2739717" y="3566143"/>
                  <a:pt x="2750576" y="3465654"/>
                </a:cubicBezTo>
                <a:close/>
              </a:path>
            </a:pathLst>
          </a:custGeom>
          <a:solidFill>
            <a:srgbClr val="C1D82E"/>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a:ea typeface="+mn-ea"/>
              <a:cs typeface="+mn-cs"/>
            </a:endParaRPr>
          </a:p>
        </p:txBody>
      </p:sp>
      <p:sp>
        <p:nvSpPr>
          <p:cNvPr id="10" name="Полилиния: фигура 9">
            <a:extLst>
              <a:ext uri="{FF2B5EF4-FFF2-40B4-BE49-F238E27FC236}">
                <a16:creationId xmlns:a16="http://schemas.microsoft.com/office/drawing/2014/main" id="{5A579F1C-7EE9-C12C-79BE-D74222036FE3}"/>
              </a:ext>
            </a:extLst>
          </p:cNvPr>
          <p:cNvSpPr/>
          <p:nvPr/>
        </p:nvSpPr>
        <p:spPr>
          <a:xfrm rot="15727563">
            <a:off x="4835336" y="3932936"/>
            <a:ext cx="518872" cy="518870"/>
          </a:xfrm>
          <a:custGeom>
            <a:avLst/>
            <a:gdLst>
              <a:gd name="connsiteX0" fmla="*/ 244020 w 266728"/>
              <a:gd name="connsiteY0" fmla="*/ 207777 h 266727"/>
              <a:gd name="connsiteX1" fmla="*/ 58950 w 266728"/>
              <a:gd name="connsiteY1" fmla="*/ 244020 h 266727"/>
              <a:gd name="connsiteX2" fmla="*/ 22707 w 266728"/>
              <a:gd name="connsiteY2" fmla="*/ 58950 h 266727"/>
              <a:gd name="connsiteX3" fmla="*/ 207063 w 266728"/>
              <a:gd name="connsiteY3" fmla="*/ 22230 h 266727"/>
              <a:gd name="connsiteX4" fmla="*/ 244497 w 266728"/>
              <a:gd name="connsiteY4" fmla="*/ 207063 h 266727"/>
              <a:gd name="connsiteX5" fmla="*/ 244020 w 266728"/>
              <a:gd name="connsiteY5" fmla="*/ 207777 h 266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6728" h="266727">
                <a:moveTo>
                  <a:pt x="244020" y="207777"/>
                </a:moveTo>
                <a:cubicBezTo>
                  <a:pt x="202923" y="268891"/>
                  <a:pt x="120064" y="285118"/>
                  <a:pt x="58950" y="244020"/>
                </a:cubicBezTo>
                <a:cubicBezTo>
                  <a:pt x="-2164" y="202923"/>
                  <a:pt x="-18390" y="120064"/>
                  <a:pt x="22707" y="58950"/>
                </a:cubicBezTo>
                <a:cubicBezTo>
                  <a:pt x="63618" y="-1886"/>
                  <a:pt x="145965" y="-18287"/>
                  <a:pt x="207063" y="22230"/>
                </a:cubicBezTo>
                <a:cubicBezTo>
                  <a:pt x="268440" y="62933"/>
                  <a:pt x="285200" y="145686"/>
                  <a:pt x="244497" y="207063"/>
                </a:cubicBezTo>
                <a:cubicBezTo>
                  <a:pt x="244339" y="207302"/>
                  <a:pt x="244180" y="207540"/>
                  <a:pt x="244020" y="207777"/>
                </a:cubicBezTo>
                <a:close/>
              </a:path>
            </a:pathLst>
          </a:custGeom>
          <a:solidFill>
            <a:srgbClr val="C1D82E"/>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a:ea typeface="+mn-ea"/>
              <a:cs typeface="+mn-cs"/>
            </a:endParaRPr>
          </a:p>
        </p:txBody>
      </p:sp>
      <p:sp>
        <p:nvSpPr>
          <p:cNvPr id="11" name="Полилиния: фигура 10">
            <a:extLst>
              <a:ext uri="{FF2B5EF4-FFF2-40B4-BE49-F238E27FC236}">
                <a16:creationId xmlns:a16="http://schemas.microsoft.com/office/drawing/2014/main" id="{F45FF095-8CFD-5349-0492-D138D0FADF9F}"/>
              </a:ext>
            </a:extLst>
          </p:cNvPr>
          <p:cNvSpPr/>
          <p:nvPr/>
        </p:nvSpPr>
        <p:spPr>
          <a:xfrm rot="14254563">
            <a:off x="2317620" y="1980216"/>
            <a:ext cx="487242" cy="487240"/>
          </a:xfrm>
          <a:custGeom>
            <a:avLst/>
            <a:gdLst>
              <a:gd name="connsiteX0" fmla="*/ 267462 w 267462"/>
              <a:gd name="connsiteY0" fmla="*/ 133731 h 267461"/>
              <a:gd name="connsiteX1" fmla="*/ 133731 w 267462"/>
              <a:gd name="connsiteY1" fmla="*/ 267462 h 267461"/>
              <a:gd name="connsiteX2" fmla="*/ 0 w 267462"/>
              <a:gd name="connsiteY2" fmla="*/ 133731 h 267461"/>
              <a:gd name="connsiteX3" fmla="*/ 133731 w 267462"/>
              <a:gd name="connsiteY3" fmla="*/ 0 h 267461"/>
              <a:gd name="connsiteX4" fmla="*/ 267462 w 267462"/>
              <a:gd name="connsiteY4" fmla="*/ 133731 h 2674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462" h="267461">
                <a:moveTo>
                  <a:pt x="267462" y="133731"/>
                </a:moveTo>
                <a:cubicBezTo>
                  <a:pt x="267462" y="207589"/>
                  <a:pt x="207589" y="267462"/>
                  <a:pt x="133731" y="267462"/>
                </a:cubicBezTo>
                <a:cubicBezTo>
                  <a:pt x="59873" y="267462"/>
                  <a:pt x="0" y="207589"/>
                  <a:pt x="0" y="133731"/>
                </a:cubicBezTo>
                <a:cubicBezTo>
                  <a:pt x="0" y="59873"/>
                  <a:pt x="59873" y="0"/>
                  <a:pt x="133731" y="0"/>
                </a:cubicBezTo>
                <a:cubicBezTo>
                  <a:pt x="207589" y="0"/>
                  <a:pt x="267462" y="59873"/>
                  <a:pt x="267462" y="133731"/>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a:ea typeface="+mn-ea"/>
              <a:cs typeface="+mn-cs"/>
            </a:endParaRPr>
          </a:p>
        </p:txBody>
      </p:sp>
      <p:sp>
        <p:nvSpPr>
          <p:cNvPr id="16" name="Полилиния: фигура 15">
            <a:extLst>
              <a:ext uri="{FF2B5EF4-FFF2-40B4-BE49-F238E27FC236}">
                <a16:creationId xmlns:a16="http://schemas.microsoft.com/office/drawing/2014/main" id="{1C556AA1-3146-70A1-0C41-3391B11DE58E}"/>
              </a:ext>
            </a:extLst>
          </p:cNvPr>
          <p:cNvSpPr/>
          <p:nvPr/>
        </p:nvSpPr>
        <p:spPr>
          <a:xfrm rot="14254563">
            <a:off x="1948127" y="1874584"/>
            <a:ext cx="191841" cy="191840"/>
          </a:xfrm>
          <a:custGeom>
            <a:avLst/>
            <a:gdLst>
              <a:gd name="connsiteX0" fmla="*/ 267462 w 267462"/>
              <a:gd name="connsiteY0" fmla="*/ 133731 h 267461"/>
              <a:gd name="connsiteX1" fmla="*/ 133731 w 267462"/>
              <a:gd name="connsiteY1" fmla="*/ 267462 h 267461"/>
              <a:gd name="connsiteX2" fmla="*/ 0 w 267462"/>
              <a:gd name="connsiteY2" fmla="*/ 133731 h 267461"/>
              <a:gd name="connsiteX3" fmla="*/ 133731 w 267462"/>
              <a:gd name="connsiteY3" fmla="*/ 0 h 267461"/>
              <a:gd name="connsiteX4" fmla="*/ 267462 w 267462"/>
              <a:gd name="connsiteY4" fmla="*/ 133731 h 2674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462" h="267461">
                <a:moveTo>
                  <a:pt x="267462" y="133731"/>
                </a:moveTo>
                <a:cubicBezTo>
                  <a:pt x="267462" y="207589"/>
                  <a:pt x="207589" y="267462"/>
                  <a:pt x="133731" y="267462"/>
                </a:cubicBezTo>
                <a:cubicBezTo>
                  <a:pt x="59873" y="267462"/>
                  <a:pt x="0" y="207589"/>
                  <a:pt x="0" y="133731"/>
                </a:cubicBezTo>
                <a:cubicBezTo>
                  <a:pt x="0" y="59873"/>
                  <a:pt x="59873" y="0"/>
                  <a:pt x="133731" y="0"/>
                </a:cubicBezTo>
                <a:cubicBezTo>
                  <a:pt x="207589" y="0"/>
                  <a:pt x="267462" y="59873"/>
                  <a:pt x="267462" y="133731"/>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a:ea typeface="+mn-ea"/>
              <a:cs typeface="+mn-cs"/>
            </a:endParaRPr>
          </a:p>
        </p:txBody>
      </p:sp>
      <p:sp>
        <p:nvSpPr>
          <p:cNvPr id="18" name="Полилиния: фигура 17">
            <a:extLst>
              <a:ext uri="{FF2B5EF4-FFF2-40B4-BE49-F238E27FC236}">
                <a16:creationId xmlns:a16="http://schemas.microsoft.com/office/drawing/2014/main" id="{55D856CD-1A27-217F-9488-9BC4648CF725}"/>
              </a:ext>
            </a:extLst>
          </p:cNvPr>
          <p:cNvSpPr/>
          <p:nvPr/>
        </p:nvSpPr>
        <p:spPr>
          <a:xfrm rot="14254563">
            <a:off x="1846528" y="1497212"/>
            <a:ext cx="191841" cy="191840"/>
          </a:xfrm>
          <a:custGeom>
            <a:avLst/>
            <a:gdLst>
              <a:gd name="connsiteX0" fmla="*/ 267462 w 267462"/>
              <a:gd name="connsiteY0" fmla="*/ 133731 h 267461"/>
              <a:gd name="connsiteX1" fmla="*/ 133731 w 267462"/>
              <a:gd name="connsiteY1" fmla="*/ 267462 h 267461"/>
              <a:gd name="connsiteX2" fmla="*/ 0 w 267462"/>
              <a:gd name="connsiteY2" fmla="*/ 133731 h 267461"/>
              <a:gd name="connsiteX3" fmla="*/ 133731 w 267462"/>
              <a:gd name="connsiteY3" fmla="*/ 0 h 267461"/>
              <a:gd name="connsiteX4" fmla="*/ 267462 w 267462"/>
              <a:gd name="connsiteY4" fmla="*/ 133731 h 2674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462" h="267461">
                <a:moveTo>
                  <a:pt x="267462" y="133731"/>
                </a:moveTo>
                <a:cubicBezTo>
                  <a:pt x="267462" y="207589"/>
                  <a:pt x="207589" y="267462"/>
                  <a:pt x="133731" y="267462"/>
                </a:cubicBezTo>
                <a:cubicBezTo>
                  <a:pt x="59873" y="267462"/>
                  <a:pt x="0" y="207589"/>
                  <a:pt x="0" y="133731"/>
                </a:cubicBezTo>
                <a:cubicBezTo>
                  <a:pt x="0" y="59873"/>
                  <a:pt x="59873" y="0"/>
                  <a:pt x="133731" y="0"/>
                </a:cubicBezTo>
                <a:cubicBezTo>
                  <a:pt x="207589" y="0"/>
                  <a:pt x="267462" y="59873"/>
                  <a:pt x="267462" y="133731"/>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a:ea typeface="+mn-ea"/>
              <a:cs typeface="+mn-cs"/>
            </a:endParaRPr>
          </a:p>
        </p:txBody>
      </p:sp>
      <p:pic>
        <p:nvPicPr>
          <p:cNvPr id="19" name="Рисунок 18">
            <a:extLst>
              <a:ext uri="{FF2B5EF4-FFF2-40B4-BE49-F238E27FC236}">
                <a16:creationId xmlns:a16="http://schemas.microsoft.com/office/drawing/2014/main" id="{35187B9F-D42E-6E15-F091-0645C888FD0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461583" y="683305"/>
            <a:ext cx="3376809" cy="2380651"/>
          </a:xfrm>
          <a:prstGeom prst="rect">
            <a:avLst/>
          </a:prstGeom>
        </p:spPr>
      </p:pic>
      <p:pic>
        <p:nvPicPr>
          <p:cNvPr id="21" name="Рисунок 20">
            <a:extLst>
              <a:ext uri="{FF2B5EF4-FFF2-40B4-BE49-F238E27FC236}">
                <a16:creationId xmlns:a16="http://schemas.microsoft.com/office/drawing/2014/main" id="{25558488-4182-3C2B-7A2C-E86C81A4A040}"/>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l="418" t="-57" r="9344" b="57"/>
          <a:stretch/>
        </p:blipFill>
        <p:spPr>
          <a:xfrm rot="1604973">
            <a:off x="774596" y="2349387"/>
            <a:ext cx="4019254" cy="3140085"/>
          </a:xfrm>
          <a:prstGeom prst="rect">
            <a:avLst/>
          </a:prstGeom>
        </p:spPr>
      </p:pic>
      <p:sp>
        <p:nvSpPr>
          <p:cNvPr id="2" name="TextBox 1">
            <a:extLst>
              <a:ext uri="{FF2B5EF4-FFF2-40B4-BE49-F238E27FC236}">
                <a16:creationId xmlns:a16="http://schemas.microsoft.com/office/drawing/2014/main" id="{A57EEF67-64A6-4EB3-1896-4E9CEE6C89EA}"/>
              </a:ext>
            </a:extLst>
          </p:cNvPr>
          <p:cNvSpPr txBox="1"/>
          <p:nvPr/>
        </p:nvSpPr>
        <p:spPr>
          <a:xfrm rot="16200000">
            <a:off x="11462418" y="4488461"/>
            <a:ext cx="893171" cy="1982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FFFFFF">
                    <a:lumMod val="75000"/>
                  </a:srgbClr>
                </a:solidFill>
                <a:effectLst/>
                <a:uLnTx/>
                <a:uFillTx/>
                <a:latin typeface="Calibri" panose="020F0502020204030204" pitchFamily="34" charset="0"/>
                <a:ea typeface="+mn-ea"/>
                <a:cs typeface="Calibri" panose="020F0502020204030204" pitchFamily="34" charset="0"/>
              </a:rPr>
              <a:t>РУ ЛП- 001137 </a:t>
            </a:r>
            <a:endParaRPr kumimoji="0" lang="ru-RU" sz="100" b="0" i="0" u="none" strike="noStrike" kern="1200" cap="none" spc="0" normalizeH="0" baseline="0" noProof="0" dirty="0">
              <a:ln>
                <a:noFill/>
              </a:ln>
              <a:solidFill>
                <a:srgbClr val="FFFFFF">
                  <a:lumMod val="75000"/>
                </a:srgbClr>
              </a:solidFill>
              <a:effectLst/>
              <a:uLnTx/>
              <a:uFillTx/>
              <a:latin typeface="Calibri" panose="020F0502020204030204" pitchFamily="34" charset="0"/>
              <a:ea typeface="+mn-ea"/>
              <a:cs typeface="Calibri" panose="020F0502020204030204" pitchFamily="34" charset="0"/>
            </a:endParaRPr>
          </a:p>
        </p:txBody>
      </p:sp>
    </p:spTree>
    <p:extLst>
      <p:ext uri="{BB962C8B-B14F-4D97-AF65-F5344CB8AC3E}">
        <p14:creationId xmlns:p14="http://schemas.microsoft.com/office/powerpoint/2010/main" val="1827262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TextBox 23"/>
          <p:cNvSpPr txBox="1"/>
          <p:nvPr/>
        </p:nvSpPr>
        <p:spPr>
          <a:xfrm>
            <a:off x="821103" y="6177063"/>
            <a:ext cx="9354029" cy="467963"/>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1. </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Розин А.Н., Розина Н.А. Клиническая эффективность </a:t>
            </a:r>
            <a:r>
              <a:rPr kumimoji="0" lang="ru-RU" sz="800" b="0" i="0" u="none" strike="noStrike" kern="1200" cap="none" spc="0" normalizeH="0" baseline="0" noProof="0" dirty="0" err="1">
                <a:ln>
                  <a:noFill/>
                </a:ln>
                <a:solidFill>
                  <a:srgbClr val="323F48"/>
                </a:solidFill>
                <a:effectLst/>
                <a:uLnTx/>
                <a:uFillTx/>
                <a:latin typeface="Calibri" panose="020F0502020204030204" pitchFamily="34" charset="0"/>
                <a:ea typeface="+mn-ea"/>
                <a:cs typeface="Calibri" panose="020F0502020204030204" pitchFamily="34" charset="0"/>
              </a:rPr>
              <a:t>бисопролола</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и его фиксированной </a:t>
            </a:r>
            <a:r>
              <a:rPr kumimoji="0" lang="ru-RU" sz="800" b="0" i="0" u="none" strike="noStrike" kern="1200" cap="none" spc="0" normalizeH="0" baseline="0" noProof="0" dirty="0" err="1">
                <a:ln>
                  <a:noFill/>
                </a:ln>
                <a:solidFill>
                  <a:srgbClr val="323F48"/>
                </a:solidFill>
                <a:effectLst/>
                <a:uLnTx/>
                <a:uFillTx/>
                <a:latin typeface="Calibri" panose="020F0502020204030204" pitchFamily="34" charset="0"/>
                <a:ea typeface="+mn-ea"/>
                <a:cs typeface="Calibri" panose="020F0502020204030204" pitchFamily="34" charset="0"/>
              </a:rPr>
              <a:t>комбинациис</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a:t>
            </a:r>
            <a:r>
              <a:rPr kumimoji="0" lang="ru-RU" sz="800" b="0" i="0" u="none" strike="noStrike" kern="1200" cap="none" spc="0" normalizeH="0" baseline="0" noProof="0" dirty="0" err="1">
                <a:ln>
                  <a:noFill/>
                </a:ln>
                <a:solidFill>
                  <a:srgbClr val="323F48"/>
                </a:solidFill>
                <a:effectLst/>
                <a:uLnTx/>
                <a:uFillTx/>
                <a:latin typeface="Calibri" panose="020F0502020204030204" pitchFamily="34" charset="0"/>
                <a:ea typeface="+mn-ea"/>
                <a:cs typeface="Calibri" panose="020F0502020204030204" pitchFamily="34" charset="0"/>
              </a:rPr>
              <a:t>амлодипином</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 РМЖ. – 2015. – №5. – С. 294-297. </a:t>
            </a: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2. </a:t>
            </a:r>
            <a:r>
              <a:rPr kumimoji="0" lang="ru-RU" sz="800" b="0" i="0" u="none" strike="noStrike" kern="1200" cap="none" spc="0" normalizeH="0" baseline="0" noProof="0" dirty="0" err="1">
                <a:ln>
                  <a:noFill/>
                </a:ln>
                <a:solidFill>
                  <a:srgbClr val="323F48"/>
                </a:solidFill>
                <a:effectLst/>
                <a:uLnTx/>
                <a:uFillTx/>
                <a:latin typeface="Calibri" panose="020F0502020204030204" pitchFamily="34" charset="0"/>
                <a:ea typeface="+mn-ea"/>
                <a:cs typeface="Calibri" panose="020F0502020204030204" pitchFamily="34" charset="0"/>
              </a:rPr>
              <a:t>Скибицкий</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В.В., </a:t>
            </a:r>
            <a:r>
              <a:rPr kumimoji="0" lang="ru-RU" sz="800" b="0" i="0" u="none" strike="noStrike" kern="1200" cap="none" spc="0" normalizeH="0" baseline="0" noProof="0" dirty="0" err="1">
                <a:ln>
                  <a:noFill/>
                </a:ln>
                <a:solidFill>
                  <a:srgbClr val="323F48"/>
                </a:solidFill>
                <a:effectLst/>
                <a:uLnTx/>
                <a:uFillTx/>
                <a:latin typeface="Calibri" panose="020F0502020204030204" pitchFamily="34" charset="0"/>
                <a:ea typeface="+mn-ea"/>
                <a:cs typeface="Calibri" panose="020F0502020204030204" pitchFamily="34" charset="0"/>
              </a:rPr>
              <a:t>Фендрикова</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А.В., </a:t>
            </a:r>
            <a:r>
              <a:rPr kumimoji="0" lang="ru-RU" sz="800" b="0" i="0" u="none" strike="noStrike" kern="1200" cap="none" spc="0" normalizeH="0" baseline="0" noProof="0" dirty="0" err="1">
                <a:ln>
                  <a:noFill/>
                </a:ln>
                <a:solidFill>
                  <a:srgbClr val="323F48"/>
                </a:solidFill>
                <a:effectLst/>
                <a:uLnTx/>
                <a:uFillTx/>
                <a:latin typeface="Calibri" panose="020F0502020204030204" pitchFamily="34" charset="0"/>
                <a:ea typeface="+mn-ea"/>
                <a:cs typeface="Calibri" panose="020F0502020204030204" pitchFamily="34" charset="0"/>
              </a:rPr>
              <a:t>Скибицкий</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А.В., Сиротенко Д.В. Эффективность фиксированной комбинации </a:t>
            </a:r>
            <a:r>
              <a:rPr kumimoji="0" lang="ru-RU" sz="800" b="0" i="0" u="none" strike="noStrike" kern="1200" cap="none" spc="0" normalizeH="0" baseline="0" noProof="0" dirty="0" err="1">
                <a:ln>
                  <a:noFill/>
                </a:ln>
                <a:solidFill>
                  <a:srgbClr val="323F48"/>
                </a:solidFill>
                <a:effectLst/>
                <a:uLnTx/>
                <a:uFillTx/>
                <a:latin typeface="Calibri" panose="020F0502020204030204" pitchFamily="34" charset="0"/>
                <a:ea typeface="+mn-ea"/>
                <a:cs typeface="Calibri" panose="020F0502020204030204" pitchFamily="34" charset="0"/>
              </a:rPr>
              <a:t>бисопролола</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и </a:t>
            </a:r>
            <a:r>
              <a:rPr kumimoji="0" lang="ru-RU" sz="800" b="0" i="0" u="none" strike="noStrike" kern="1200" cap="none" spc="0" normalizeH="0" baseline="0" noProof="0" dirty="0" err="1">
                <a:ln>
                  <a:noFill/>
                </a:ln>
                <a:solidFill>
                  <a:srgbClr val="323F48"/>
                </a:solidFill>
                <a:effectLst/>
                <a:uLnTx/>
                <a:uFillTx/>
                <a:latin typeface="Calibri" panose="020F0502020204030204" pitchFamily="34" charset="0"/>
                <a:ea typeface="+mn-ea"/>
                <a:cs typeface="Calibri" panose="020F0502020204030204" pitchFamily="34" charset="0"/>
              </a:rPr>
              <a:t>амлодипина</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у пациентов с артериальной гипертонией, ишемической болезнью сердца и метаболическим синдромом. Системные гипертензии. 2015; 1: 26–31. </a:t>
            </a: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3. </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Инструкция по медицинскому применению лекарственного препарата </a:t>
            </a:r>
            <a:r>
              <a:rPr kumimoji="0" lang="ru-RU" sz="800" b="0" i="0" u="none" strike="noStrike" kern="1200" cap="none" spc="0" normalizeH="0" baseline="0" noProof="0" dirty="0" err="1">
                <a:ln>
                  <a:noFill/>
                </a:ln>
                <a:solidFill>
                  <a:srgbClr val="323F48"/>
                </a:solidFill>
                <a:effectLst/>
                <a:uLnTx/>
                <a:uFillTx/>
                <a:latin typeface="Calibri" panose="020F0502020204030204" pitchFamily="34" charset="0"/>
                <a:ea typeface="+mn-ea"/>
                <a:cs typeface="Calibri" panose="020F0502020204030204" pitchFamily="34" charset="0"/>
              </a:rPr>
              <a:t>Конкор</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АМ</a:t>
            </a:r>
            <a:r>
              <a:rPr lang="ru-RU" sz="800" dirty="0">
                <a:solidFill>
                  <a:srgbClr val="323F48"/>
                </a:solidFill>
                <a:latin typeface="Calibri" panose="020F0502020204030204" pitchFamily="34" charset="0"/>
                <a:cs typeface="Calibri" panose="020F0502020204030204" pitchFamily="34" charset="0"/>
              </a:rPr>
              <a:t> - </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ЛП-№(012650)-(РГ-</a:t>
            </a:r>
            <a:r>
              <a:rPr kumimoji="0" lang="en-US"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RU)</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a:t>
            </a:r>
          </a:p>
        </p:txBody>
      </p:sp>
      <p:sp>
        <p:nvSpPr>
          <p:cNvPr id="10" name="Номер слайда 9">
            <a:extLst>
              <a:ext uri="{FF2B5EF4-FFF2-40B4-BE49-F238E27FC236}">
                <a16:creationId xmlns:a16="http://schemas.microsoft.com/office/drawing/2014/main" id="{257143A1-9201-CA80-262D-681A8D12EBA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37</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grpSp>
        <p:nvGrpSpPr>
          <p:cNvPr id="21" name="Группа 20">
            <a:extLst>
              <a:ext uri="{FF2B5EF4-FFF2-40B4-BE49-F238E27FC236}">
                <a16:creationId xmlns:a16="http://schemas.microsoft.com/office/drawing/2014/main" id="{73DE0CCF-2F0C-AA51-9A05-7F752213F49D}"/>
              </a:ext>
            </a:extLst>
          </p:cNvPr>
          <p:cNvGrpSpPr/>
          <p:nvPr/>
        </p:nvGrpSpPr>
        <p:grpSpPr>
          <a:xfrm>
            <a:off x="895943" y="1357296"/>
            <a:ext cx="10821023" cy="2980662"/>
            <a:chOff x="895943" y="1357295"/>
            <a:chExt cx="10821023" cy="3119189"/>
          </a:xfrm>
        </p:grpSpPr>
        <p:sp>
          <p:nvSpPr>
            <p:cNvPr id="7" name="Скругленный прямоугольник 6"/>
            <p:cNvSpPr/>
            <p:nvPr/>
          </p:nvSpPr>
          <p:spPr>
            <a:xfrm>
              <a:off x="2079857" y="1357295"/>
              <a:ext cx="8051332" cy="521293"/>
            </a:xfrm>
            <a:prstGeom prst="roundRect">
              <a:avLst>
                <a:gd name="adj" fmla="val 50000"/>
              </a:avLst>
            </a:prstGeom>
            <a:gradFill>
              <a:gsLst>
                <a:gs pos="100000">
                  <a:srgbClr val="C1D82E"/>
                </a:gs>
                <a:gs pos="52000">
                  <a:srgbClr val="398ACB"/>
                </a:gs>
              </a:gsLst>
              <a:lin ang="1800000" scaled="0"/>
            </a:gradFill>
            <a:ln w="12700">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Антиишемическое действие селективных </a:t>
              </a:r>
              <a:r>
                <a:rPr kumimoji="0" lang="el-GR" sz="18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β-</a:t>
              </a:r>
              <a:r>
                <a:rPr kumimoji="0" lang="ru-RU" sz="18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блокаторов</a:t>
              </a:r>
              <a:r>
                <a:rPr kumimoji="0" lang="ru-RU" sz="1800" b="0" i="0" u="none" strike="noStrike" kern="1200" cap="none" spc="0" normalizeH="0" baseline="30000" noProof="0" dirty="0">
                  <a:ln>
                    <a:noFill/>
                  </a:ln>
                  <a:solidFill>
                    <a:srgbClr val="FFFFFF"/>
                  </a:solidFill>
                  <a:effectLst/>
                  <a:uLnTx/>
                  <a:uFillTx/>
                  <a:latin typeface="Verdana" panose="020B0604030504040204" pitchFamily="34" charset="0"/>
                  <a:ea typeface="Verdana" panose="020B0604030504040204" pitchFamily="34" charset="0"/>
                  <a:cs typeface="+mn-cs"/>
                </a:rPr>
                <a:t>1</a:t>
              </a:r>
            </a:p>
          </p:txBody>
        </p:sp>
        <p:grpSp>
          <p:nvGrpSpPr>
            <p:cNvPr id="20" name="Группа 19">
              <a:extLst>
                <a:ext uri="{FF2B5EF4-FFF2-40B4-BE49-F238E27FC236}">
                  <a16:creationId xmlns:a16="http://schemas.microsoft.com/office/drawing/2014/main" id="{C2EBB2A2-8E73-683E-E326-BEF6C1AF816D}"/>
                </a:ext>
              </a:extLst>
            </p:cNvPr>
            <p:cNvGrpSpPr/>
            <p:nvPr/>
          </p:nvGrpSpPr>
          <p:grpSpPr>
            <a:xfrm>
              <a:off x="895943" y="1965190"/>
              <a:ext cx="10821023" cy="2511294"/>
              <a:chOff x="895943" y="1965190"/>
              <a:chExt cx="10821023" cy="2511294"/>
            </a:xfrm>
          </p:grpSpPr>
          <p:sp>
            <p:nvSpPr>
              <p:cNvPr id="4" name="Полилиния: фигура 3">
                <a:extLst>
                  <a:ext uri="{FF2B5EF4-FFF2-40B4-BE49-F238E27FC236}">
                    <a16:creationId xmlns:a16="http://schemas.microsoft.com/office/drawing/2014/main" id="{5DFE1D91-E89F-60EE-DFE3-A7E499A942BB}"/>
                  </a:ext>
                </a:extLst>
              </p:cNvPr>
              <p:cNvSpPr/>
              <p:nvPr/>
            </p:nvSpPr>
            <p:spPr>
              <a:xfrm rot="10800000">
                <a:off x="3152869" y="1965190"/>
                <a:ext cx="577688" cy="315275"/>
              </a:xfrm>
              <a:custGeom>
                <a:avLst/>
                <a:gdLst>
                  <a:gd name="connsiteX0" fmla="*/ 459233 w 490717"/>
                  <a:gd name="connsiteY0" fmla="*/ 267810 h 267810"/>
                  <a:gd name="connsiteX1" fmla="*/ 400399 w 490717"/>
                  <a:gd name="connsiteY1" fmla="*/ 267810 h 267810"/>
                  <a:gd name="connsiteX2" fmla="*/ 282815 w 490717"/>
                  <a:gd name="connsiteY2" fmla="*/ 141798 h 267810"/>
                  <a:gd name="connsiteX3" fmla="*/ 274506 w 490717"/>
                  <a:gd name="connsiteY3" fmla="*/ 134262 h 267810"/>
                  <a:gd name="connsiteX4" fmla="*/ 207903 w 490717"/>
                  <a:gd name="connsiteY4" fmla="*/ 141798 h 267810"/>
                  <a:gd name="connsiteX5" fmla="*/ 90320 w 490717"/>
                  <a:gd name="connsiteY5" fmla="*/ 267810 h 267810"/>
                  <a:gd name="connsiteX6" fmla="*/ 31485 w 490717"/>
                  <a:gd name="connsiteY6" fmla="*/ 267810 h 267810"/>
                  <a:gd name="connsiteX7" fmla="*/ 10989 w 490717"/>
                  <a:gd name="connsiteY7" fmla="*/ 227641 h 267810"/>
                  <a:gd name="connsiteX8" fmla="*/ 207903 w 490717"/>
                  <a:gd name="connsiteY8" fmla="*/ 16612 h 267810"/>
                  <a:gd name="connsiteX9" fmla="*/ 274506 w 490717"/>
                  <a:gd name="connsiteY9" fmla="*/ 9076 h 267810"/>
                  <a:gd name="connsiteX10" fmla="*/ 282815 w 490717"/>
                  <a:gd name="connsiteY10" fmla="*/ 16612 h 267810"/>
                  <a:gd name="connsiteX11" fmla="*/ 479730 w 490717"/>
                  <a:gd name="connsiteY11" fmla="*/ 227641 h 267810"/>
                  <a:gd name="connsiteX12" fmla="*/ 459233 w 490717"/>
                  <a:gd name="connsiteY12" fmla="*/ 267810 h 267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0717" h="267810">
                    <a:moveTo>
                      <a:pt x="459233" y="267810"/>
                    </a:moveTo>
                    <a:lnTo>
                      <a:pt x="400399" y="267810"/>
                    </a:lnTo>
                    <a:lnTo>
                      <a:pt x="282815" y="141798"/>
                    </a:lnTo>
                    <a:cubicBezTo>
                      <a:pt x="280399" y="138983"/>
                      <a:pt x="277604" y="136452"/>
                      <a:pt x="274506" y="134262"/>
                    </a:cubicBezTo>
                    <a:cubicBezTo>
                      <a:pt x="253814" y="119662"/>
                      <a:pt x="223997" y="123036"/>
                      <a:pt x="207903" y="141798"/>
                    </a:cubicBezTo>
                    <a:lnTo>
                      <a:pt x="90320" y="267810"/>
                    </a:lnTo>
                    <a:lnTo>
                      <a:pt x="31485" y="267810"/>
                    </a:lnTo>
                    <a:cubicBezTo>
                      <a:pt x="-359" y="267810"/>
                      <a:pt x="-9631" y="249773"/>
                      <a:pt x="10989" y="227641"/>
                    </a:cubicBezTo>
                    <a:lnTo>
                      <a:pt x="207903" y="16612"/>
                    </a:lnTo>
                    <a:cubicBezTo>
                      <a:pt x="223997" y="-2151"/>
                      <a:pt x="253814" y="-5524"/>
                      <a:pt x="274506" y="9076"/>
                    </a:cubicBezTo>
                    <a:cubicBezTo>
                      <a:pt x="277604" y="11266"/>
                      <a:pt x="280399" y="13797"/>
                      <a:pt x="282815" y="16612"/>
                    </a:cubicBezTo>
                    <a:lnTo>
                      <a:pt x="479730" y="227641"/>
                    </a:lnTo>
                    <a:cubicBezTo>
                      <a:pt x="500348" y="249773"/>
                      <a:pt x="491076" y="267810"/>
                      <a:pt x="459233" y="267810"/>
                    </a:cubicBezTo>
                    <a:close/>
                  </a:path>
                </a:pathLst>
              </a:custGeom>
              <a:gradFill>
                <a:gsLst>
                  <a:gs pos="15000">
                    <a:srgbClr val="398ACB"/>
                  </a:gs>
                  <a:gs pos="83000">
                    <a:srgbClr val="28BECD"/>
                  </a:gs>
                </a:gsLst>
              </a:gra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1" name="Полилиния: фигура 10">
                <a:extLst>
                  <a:ext uri="{FF2B5EF4-FFF2-40B4-BE49-F238E27FC236}">
                    <a16:creationId xmlns:a16="http://schemas.microsoft.com/office/drawing/2014/main" id="{B61BA584-65D1-86BB-BA5B-E1C518CE7259}"/>
                  </a:ext>
                </a:extLst>
              </p:cNvPr>
              <p:cNvSpPr/>
              <p:nvPr/>
            </p:nvSpPr>
            <p:spPr>
              <a:xfrm rot="10800000" flipH="1" flipV="1">
                <a:off x="895943" y="2476587"/>
                <a:ext cx="5013610" cy="521293"/>
              </a:xfrm>
              <a:custGeom>
                <a:avLst/>
                <a:gdLst>
                  <a:gd name="connsiteX0" fmla="*/ 3618641 w 5960467"/>
                  <a:gd name="connsiteY0" fmla="*/ 1051743 h 1051743"/>
                  <a:gd name="connsiteX1" fmla="*/ 2540621 w 5960467"/>
                  <a:gd name="connsiteY1" fmla="*/ 1051743 h 1051743"/>
                  <a:gd name="connsiteX2" fmla="*/ 1121514 w 5960467"/>
                  <a:gd name="connsiteY2" fmla="*/ 1051743 h 1051743"/>
                  <a:gd name="connsiteX3" fmla="*/ 43493 w 5960467"/>
                  <a:gd name="connsiteY3" fmla="*/ 1051743 h 1051743"/>
                  <a:gd name="connsiteX4" fmla="*/ 756 w 5960467"/>
                  <a:gd name="connsiteY4" fmla="*/ 985575 h 1051743"/>
                  <a:gd name="connsiteX5" fmla="*/ 110654 w 5960467"/>
                  <a:gd name="connsiteY5" fmla="*/ 65870 h 1051743"/>
                  <a:gd name="connsiteX6" fmla="*/ 170792 w 5960467"/>
                  <a:gd name="connsiteY6" fmla="*/ 1 h 1051743"/>
                  <a:gd name="connsiteX7" fmla="*/ 496679 w 5960467"/>
                  <a:gd name="connsiteY7" fmla="*/ 1 h 1051743"/>
                  <a:gd name="connsiteX8" fmla="*/ 496681 w 5960467"/>
                  <a:gd name="connsiteY8" fmla="*/ 0 h 1051743"/>
                  <a:gd name="connsiteX9" fmla="*/ 1485582 w 5960467"/>
                  <a:gd name="connsiteY9" fmla="*/ 0 h 1051743"/>
                  <a:gd name="connsiteX10" fmla="*/ 1574701 w 5960467"/>
                  <a:gd name="connsiteY10" fmla="*/ 0 h 1051743"/>
                  <a:gd name="connsiteX11" fmla="*/ 2341826 w 5960467"/>
                  <a:gd name="connsiteY11" fmla="*/ 0 h 1051743"/>
                  <a:gd name="connsiteX12" fmla="*/ 2563602 w 5960467"/>
                  <a:gd name="connsiteY12" fmla="*/ 0 h 1051743"/>
                  <a:gd name="connsiteX13" fmla="*/ 2993807 w 5960467"/>
                  <a:gd name="connsiteY13" fmla="*/ 0 h 1051743"/>
                  <a:gd name="connsiteX14" fmla="*/ 3419846 w 5960467"/>
                  <a:gd name="connsiteY14" fmla="*/ 0 h 1051743"/>
                  <a:gd name="connsiteX15" fmla="*/ 3982708 w 5960467"/>
                  <a:gd name="connsiteY15" fmla="*/ 0 h 1051743"/>
                  <a:gd name="connsiteX16" fmla="*/ 4071827 w 5960467"/>
                  <a:gd name="connsiteY16" fmla="*/ 0 h 1051743"/>
                  <a:gd name="connsiteX17" fmla="*/ 4838953 w 5960467"/>
                  <a:gd name="connsiteY17" fmla="*/ 0 h 1051743"/>
                  <a:gd name="connsiteX18" fmla="*/ 5060728 w 5960467"/>
                  <a:gd name="connsiteY18" fmla="*/ 0 h 1051743"/>
                  <a:gd name="connsiteX19" fmla="*/ 5916973 w 5960467"/>
                  <a:gd name="connsiteY19" fmla="*/ 0 h 1051743"/>
                  <a:gd name="connsiteX20" fmla="*/ 5959711 w 5960467"/>
                  <a:gd name="connsiteY20" fmla="*/ 66169 h 1051743"/>
                  <a:gd name="connsiteX21" fmla="*/ 5849812 w 5960467"/>
                  <a:gd name="connsiteY21" fmla="*/ 985873 h 1051743"/>
                  <a:gd name="connsiteX22" fmla="*/ 5789674 w 5960467"/>
                  <a:gd name="connsiteY22" fmla="*/ 1051742 h 1051743"/>
                  <a:gd name="connsiteX23" fmla="*/ 4933429 w 5960467"/>
                  <a:gd name="connsiteY23" fmla="*/ 1051742 h 1051743"/>
                  <a:gd name="connsiteX24" fmla="*/ 4711654 w 5960467"/>
                  <a:gd name="connsiteY24" fmla="*/ 1051742 h 1051743"/>
                  <a:gd name="connsiteX25" fmla="*/ 3944528 w 5960467"/>
                  <a:gd name="connsiteY25" fmla="*/ 1051742 h 1051743"/>
                  <a:gd name="connsiteX26" fmla="*/ 3855409 w 5960467"/>
                  <a:gd name="connsiteY26" fmla="*/ 1051742 h 1051743"/>
                  <a:gd name="connsiteX27" fmla="*/ 3618642 w 5960467"/>
                  <a:gd name="connsiteY27" fmla="*/ 1051742 h 1051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960467" h="1051743">
                    <a:moveTo>
                      <a:pt x="3618641" y="1051743"/>
                    </a:moveTo>
                    <a:lnTo>
                      <a:pt x="2540621" y="1051743"/>
                    </a:lnTo>
                    <a:lnTo>
                      <a:pt x="1121514" y="1051743"/>
                    </a:lnTo>
                    <a:lnTo>
                      <a:pt x="43493" y="1051743"/>
                    </a:lnTo>
                    <a:cubicBezTo>
                      <a:pt x="15164" y="1051743"/>
                      <a:pt x="-4129" y="1021803"/>
                      <a:pt x="756" y="985575"/>
                    </a:cubicBezTo>
                    <a:lnTo>
                      <a:pt x="110654" y="65870"/>
                    </a:lnTo>
                    <a:cubicBezTo>
                      <a:pt x="115355" y="29462"/>
                      <a:pt x="142463" y="1"/>
                      <a:pt x="170792" y="1"/>
                    </a:cubicBezTo>
                    <a:lnTo>
                      <a:pt x="496679" y="1"/>
                    </a:lnTo>
                    <a:lnTo>
                      <a:pt x="496681" y="0"/>
                    </a:lnTo>
                    <a:lnTo>
                      <a:pt x="1485582" y="0"/>
                    </a:lnTo>
                    <a:lnTo>
                      <a:pt x="1574701" y="0"/>
                    </a:lnTo>
                    <a:lnTo>
                      <a:pt x="2341826" y="0"/>
                    </a:lnTo>
                    <a:lnTo>
                      <a:pt x="2563602" y="0"/>
                    </a:lnTo>
                    <a:lnTo>
                      <a:pt x="2993807" y="0"/>
                    </a:lnTo>
                    <a:lnTo>
                      <a:pt x="3419846" y="0"/>
                    </a:lnTo>
                    <a:lnTo>
                      <a:pt x="3982708" y="0"/>
                    </a:lnTo>
                    <a:lnTo>
                      <a:pt x="4071827" y="0"/>
                    </a:lnTo>
                    <a:lnTo>
                      <a:pt x="4838953" y="0"/>
                    </a:lnTo>
                    <a:lnTo>
                      <a:pt x="5060728" y="0"/>
                    </a:lnTo>
                    <a:lnTo>
                      <a:pt x="5916973" y="0"/>
                    </a:lnTo>
                    <a:cubicBezTo>
                      <a:pt x="5945302" y="0"/>
                      <a:pt x="5964595" y="29941"/>
                      <a:pt x="5959711" y="66169"/>
                    </a:cubicBezTo>
                    <a:lnTo>
                      <a:pt x="5849812" y="985873"/>
                    </a:lnTo>
                    <a:cubicBezTo>
                      <a:pt x="5845112" y="1022281"/>
                      <a:pt x="5818003" y="1051742"/>
                      <a:pt x="5789674" y="1051742"/>
                    </a:cubicBezTo>
                    <a:lnTo>
                      <a:pt x="4933429" y="1051742"/>
                    </a:lnTo>
                    <a:lnTo>
                      <a:pt x="4711654" y="1051742"/>
                    </a:lnTo>
                    <a:lnTo>
                      <a:pt x="3944528" y="1051742"/>
                    </a:lnTo>
                    <a:lnTo>
                      <a:pt x="3855409" y="1051742"/>
                    </a:lnTo>
                    <a:lnTo>
                      <a:pt x="3618642" y="1051742"/>
                    </a:lnTo>
                    <a:close/>
                  </a:path>
                </a:pathLst>
              </a:custGeom>
              <a:noFill/>
              <a:ln w="13331" cap="flat">
                <a:solidFill>
                  <a:srgbClr val="398ACB"/>
                </a:solidFill>
                <a:prstDash val="solid"/>
                <a:miter/>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3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Снижение артериального давления</a:t>
                </a:r>
              </a:p>
            </p:txBody>
          </p:sp>
          <p:sp>
            <p:nvSpPr>
              <p:cNvPr id="12" name="Полилиния: фигура 11">
                <a:extLst>
                  <a:ext uri="{FF2B5EF4-FFF2-40B4-BE49-F238E27FC236}">
                    <a16:creationId xmlns:a16="http://schemas.microsoft.com/office/drawing/2014/main" id="{01DBD841-2A18-1C3B-AF75-54E8B46186BB}"/>
                  </a:ext>
                </a:extLst>
              </p:cNvPr>
              <p:cNvSpPr/>
              <p:nvPr/>
            </p:nvSpPr>
            <p:spPr>
              <a:xfrm rot="10800000" flipH="1" flipV="1">
                <a:off x="6337570" y="2476587"/>
                <a:ext cx="5379396" cy="521293"/>
              </a:xfrm>
              <a:custGeom>
                <a:avLst/>
                <a:gdLst>
                  <a:gd name="connsiteX0" fmla="*/ 3618641 w 5960467"/>
                  <a:gd name="connsiteY0" fmla="*/ 1051743 h 1051743"/>
                  <a:gd name="connsiteX1" fmla="*/ 2540621 w 5960467"/>
                  <a:gd name="connsiteY1" fmla="*/ 1051743 h 1051743"/>
                  <a:gd name="connsiteX2" fmla="*/ 1121514 w 5960467"/>
                  <a:gd name="connsiteY2" fmla="*/ 1051743 h 1051743"/>
                  <a:gd name="connsiteX3" fmla="*/ 43493 w 5960467"/>
                  <a:gd name="connsiteY3" fmla="*/ 1051743 h 1051743"/>
                  <a:gd name="connsiteX4" fmla="*/ 756 w 5960467"/>
                  <a:gd name="connsiteY4" fmla="*/ 985575 h 1051743"/>
                  <a:gd name="connsiteX5" fmla="*/ 110654 w 5960467"/>
                  <a:gd name="connsiteY5" fmla="*/ 65870 h 1051743"/>
                  <a:gd name="connsiteX6" fmla="*/ 170792 w 5960467"/>
                  <a:gd name="connsiteY6" fmla="*/ 1 h 1051743"/>
                  <a:gd name="connsiteX7" fmla="*/ 496679 w 5960467"/>
                  <a:gd name="connsiteY7" fmla="*/ 1 h 1051743"/>
                  <a:gd name="connsiteX8" fmla="*/ 496681 w 5960467"/>
                  <a:gd name="connsiteY8" fmla="*/ 0 h 1051743"/>
                  <a:gd name="connsiteX9" fmla="*/ 1485582 w 5960467"/>
                  <a:gd name="connsiteY9" fmla="*/ 0 h 1051743"/>
                  <a:gd name="connsiteX10" fmla="*/ 1574701 w 5960467"/>
                  <a:gd name="connsiteY10" fmla="*/ 0 h 1051743"/>
                  <a:gd name="connsiteX11" fmla="*/ 2341826 w 5960467"/>
                  <a:gd name="connsiteY11" fmla="*/ 0 h 1051743"/>
                  <a:gd name="connsiteX12" fmla="*/ 2563602 w 5960467"/>
                  <a:gd name="connsiteY12" fmla="*/ 0 h 1051743"/>
                  <a:gd name="connsiteX13" fmla="*/ 2993807 w 5960467"/>
                  <a:gd name="connsiteY13" fmla="*/ 0 h 1051743"/>
                  <a:gd name="connsiteX14" fmla="*/ 3419846 w 5960467"/>
                  <a:gd name="connsiteY14" fmla="*/ 0 h 1051743"/>
                  <a:gd name="connsiteX15" fmla="*/ 3982708 w 5960467"/>
                  <a:gd name="connsiteY15" fmla="*/ 0 h 1051743"/>
                  <a:gd name="connsiteX16" fmla="*/ 4071827 w 5960467"/>
                  <a:gd name="connsiteY16" fmla="*/ 0 h 1051743"/>
                  <a:gd name="connsiteX17" fmla="*/ 4838953 w 5960467"/>
                  <a:gd name="connsiteY17" fmla="*/ 0 h 1051743"/>
                  <a:gd name="connsiteX18" fmla="*/ 5060728 w 5960467"/>
                  <a:gd name="connsiteY18" fmla="*/ 0 h 1051743"/>
                  <a:gd name="connsiteX19" fmla="*/ 5916973 w 5960467"/>
                  <a:gd name="connsiteY19" fmla="*/ 0 h 1051743"/>
                  <a:gd name="connsiteX20" fmla="*/ 5959711 w 5960467"/>
                  <a:gd name="connsiteY20" fmla="*/ 66169 h 1051743"/>
                  <a:gd name="connsiteX21" fmla="*/ 5849812 w 5960467"/>
                  <a:gd name="connsiteY21" fmla="*/ 985873 h 1051743"/>
                  <a:gd name="connsiteX22" fmla="*/ 5789674 w 5960467"/>
                  <a:gd name="connsiteY22" fmla="*/ 1051742 h 1051743"/>
                  <a:gd name="connsiteX23" fmla="*/ 4933429 w 5960467"/>
                  <a:gd name="connsiteY23" fmla="*/ 1051742 h 1051743"/>
                  <a:gd name="connsiteX24" fmla="*/ 4711654 w 5960467"/>
                  <a:gd name="connsiteY24" fmla="*/ 1051742 h 1051743"/>
                  <a:gd name="connsiteX25" fmla="*/ 3944528 w 5960467"/>
                  <a:gd name="connsiteY25" fmla="*/ 1051742 h 1051743"/>
                  <a:gd name="connsiteX26" fmla="*/ 3855409 w 5960467"/>
                  <a:gd name="connsiteY26" fmla="*/ 1051742 h 1051743"/>
                  <a:gd name="connsiteX27" fmla="*/ 3618642 w 5960467"/>
                  <a:gd name="connsiteY27" fmla="*/ 1051742 h 1051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960467" h="1051743">
                    <a:moveTo>
                      <a:pt x="3618641" y="1051743"/>
                    </a:moveTo>
                    <a:lnTo>
                      <a:pt x="2540621" y="1051743"/>
                    </a:lnTo>
                    <a:lnTo>
                      <a:pt x="1121514" y="1051743"/>
                    </a:lnTo>
                    <a:lnTo>
                      <a:pt x="43493" y="1051743"/>
                    </a:lnTo>
                    <a:cubicBezTo>
                      <a:pt x="15164" y="1051743"/>
                      <a:pt x="-4129" y="1021803"/>
                      <a:pt x="756" y="985575"/>
                    </a:cubicBezTo>
                    <a:lnTo>
                      <a:pt x="110654" y="65870"/>
                    </a:lnTo>
                    <a:cubicBezTo>
                      <a:pt x="115355" y="29462"/>
                      <a:pt x="142463" y="1"/>
                      <a:pt x="170792" y="1"/>
                    </a:cubicBezTo>
                    <a:lnTo>
                      <a:pt x="496679" y="1"/>
                    </a:lnTo>
                    <a:lnTo>
                      <a:pt x="496681" y="0"/>
                    </a:lnTo>
                    <a:lnTo>
                      <a:pt x="1485582" y="0"/>
                    </a:lnTo>
                    <a:lnTo>
                      <a:pt x="1574701" y="0"/>
                    </a:lnTo>
                    <a:lnTo>
                      <a:pt x="2341826" y="0"/>
                    </a:lnTo>
                    <a:lnTo>
                      <a:pt x="2563602" y="0"/>
                    </a:lnTo>
                    <a:lnTo>
                      <a:pt x="2993807" y="0"/>
                    </a:lnTo>
                    <a:lnTo>
                      <a:pt x="3419846" y="0"/>
                    </a:lnTo>
                    <a:lnTo>
                      <a:pt x="3982708" y="0"/>
                    </a:lnTo>
                    <a:lnTo>
                      <a:pt x="4071827" y="0"/>
                    </a:lnTo>
                    <a:lnTo>
                      <a:pt x="4838953" y="0"/>
                    </a:lnTo>
                    <a:lnTo>
                      <a:pt x="5060728" y="0"/>
                    </a:lnTo>
                    <a:lnTo>
                      <a:pt x="5916973" y="0"/>
                    </a:lnTo>
                    <a:cubicBezTo>
                      <a:pt x="5945302" y="0"/>
                      <a:pt x="5964595" y="29941"/>
                      <a:pt x="5959711" y="66169"/>
                    </a:cubicBezTo>
                    <a:lnTo>
                      <a:pt x="5849812" y="985873"/>
                    </a:lnTo>
                    <a:cubicBezTo>
                      <a:pt x="5845112" y="1022281"/>
                      <a:pt x="5818003" y="1051742"/>
                      <a:pt x="5789674" y="1051742"/>
                    </a:cubicBezTo>
                    <a:lnTo>
                      <a:pt x="4933429" y="1051742"/>
                    </a:lnTo>
                    <a:lnTo>
                      <a:pt x="4711654" y="1051742"/>
                    </a:lnTo>
                    <a:lnTo>
                      <a:pt x="3944528" y="1051742"/>
                    </a:lnTo>
                    <a:lnTo>
                      <a:pt x="3855409" y="1051742"/>
                    </a:lnTo>
                    <a:lnTo>
                      <a:pt x="3618642" y="1051742"/>
                    </a:lnTo>
                    <a:close/>
                  </a:path>
                </a:pathLst>
              </a:custGeom>
              <a:noFill/>
              <a:ln w="13331" cap="flat">
                <a:solidFill>
                  <a:srgbClr val="398ACB"/>
                </a:solidFill>
                <a:prstDash val="solid"/>
                <a:miter/>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3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Снижение частоты сердечных сокращений (ЧСС)</a:t>
                </a:r>
              </a:p>
            </p:txBody>
          </p:sp>
          <p:sp>
            <p:nvSpPr>
              <p:cNvPr id="13" name="Полилиния: фигура 12">
                <a:extLst>
                  <a:ext uri="{FF2B5EF4-FFF2-40B4-BE49-F238E27FC236}">
                    <a16:creationId xmlns:a16="http://schemas.microsoft.com/office/drawing/2014/main" id="{ADA346EA-188E-23C9-5A37-520D407BE1C5}"/>
                  </a:ext>
                </a:extLst>
              </p:cNvPr>
              <p:cNvSpPr/>
              <p:nvPr/>
            </p:nvSpPr>
            <p:spPr>
              <a:xfrm rot="10800000">
                <a:off x="8738424" y="1965190"/>
                <a:ext cx="577688" cy="315275"/>
              </a:xfrm>
              <a:custGeom>
                <a:avLst/>
                <a:gdLst>
                  <a:gd name="connsiteX0" fmla="*/ 459233 w 490717"/>
                  <a:gd name="connsiteY0" fmla="*/ 267810 h 267810"/>
                  <a:gd name="connsiteX1" fmla="*/ 400399 w 490717"/>
                  <a:gd name="connsiteY1" fmla="*/ 267810 h 267810"/>
                  <a:gd name="connsiteX2" fmla="*/ 282815 w 490717"/>
                  <a:gd name="connsiteY2" fmla="*/ 141798 h 267810"/>
                  <a:gd name="connsiteX3" fmla="*/ 274506 w 490717"/>
                  <a:gd name="connsiteY3" fmla="*/ 134262 h 267810"/>
                  <a:gd name="connsiteX4" fmla="*/ 207903 w 490717"/>
                  <a:gd name="connsiteY4" fmla="*/ 141798 h 267810"/>
                  <a:gd name="connsiteX5" fmla="*/ 90320 w 490717"/>
                  <a:gd name="connsiteY5" fmla="*/ 267810 h 267810"/>
                  <a:gd name="connsiteX6" fmla="*/ 31485 w 490717"/>
                  <a:gd name="connsiteY6" fmla="*/ 267810 h 267810"/>
                  <a:gd name="connsiteX7" fmla="*/ 10989 w 490717"/>
                  <a:gd name="connsiteY7" fmla="*/ 227641 h 267810"/>
                  <a:gd name="connsiteX8" fmla="*/ 207903 w 490717"/>
                  <a:gd name="connsiteY8" fmla="*/ 16612 h 267810"/>
                  <a:gd name="connsiteX9" fmla="*/ 274506 w 490717"/>
                  <a:gd name="connsiteY9" fmla="*/ 9076 h 267810"/>
                  <a:gd name="connsiteX10" fmla="*/ 282815 w 490717"/>
                  <a:gd name="connsiteY10" fmla="*/ 16612 h 267810"/>
                  <a:gd name="connsiteX11" fmla="*/ 479730 w 490717"/>
                  <a:gd name="connsiteY11" fmla="*/ 227641 h 267810"/>
                  <a:gd name="connsiteX12" fmla="*/ 459233 w 490717"/>
                  <a:gd name="connsiteY12" fmla="*/ 267810 h 267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0717" h="267810">
                    <a:moveTo>
                      <a:pt x="459233" y="267810"/>
                    </a:moveTo>
                    <a:lnTo>
                      <a:pt x="400399" y="267810"/>
                    </a:lnTo>
                    <a:lnTo>
                      <a:pt x="282815" y="141798"/>
                    </a:lnTo>
                    <a:cubicBezTo>
                      <a:pt x="280399" y="138983"/>
                      <a:pt x="277604" y="136452"/>
                      <a:pt x="274506" y="134262"/>
                    </a:cubicBezTo>
                    <a:cubicBezTo>
                      <a:pt x="253814" y="119662"/>
                      <a:pt x="223997" y="123036"/>
                      <a:pt x="207903" y="141798"/>
                    </a:cubicBezTo>
                    <a:lnTo>
                      <a:pt x="90320" y="267810"/>
                    </a:lnTo>
                    <a:lnTo>
                      <a:pt x="31485" y="267810"/>
                    </a:lnTo>
                    <a:cubicBezTo>
                      <a:pt x="-359" y="267810"/>
                      <a:pt x="-9631" y="249773"/>
                      <a:pt x="10989" y="227641"/>
                    </a:cubicBezTo>
                    <a:lnTo>
                      <a:pt x="207903" y="16612"/>
                    </a:lnTo>
                    <a:cubicBezTo>
                      <a:pt x="223997" y="-2151"/>
                      <a:pt x="253814" y="-5524"/>
                      <a:pt x="274506" y="9076"/>
                    </a:cubicBezTo>
                    <a:cubicBezTo>
                      <a:pt x="277604" y="11266"/>
                      <a:pt x="280399" y="13797"/>
                      <a:pt x="282815" y="16612"/>
                    </a:cubicBezTo>
                    <a:lnTo>
                      <a:pt x="479730" y="227641"/>
                    </a:lnTo>
                    <a:cubicBezTo>
                      <a:pt x="500348" y="249773"/>
                      <a:pt x="491076" y="267810"/>
                      <a:pt x="459233" y="267810"/>
                    </a:cubicBezTo>
                    <a:close/>
                  </a:path>
                </a:pathLst>
              </a:custGeom>
              <a:gradFill>
                <a:gsLst>
                  <a:gs pos="15000">
                    <a:srgbClr val="398ACB"/>
                  </a:gs>
                  <a:gs pos="83000">
                    <a:srgbClr val="C1D82E"/>
                  </a:gs>
                </a:gsLst>
              </a:gra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4" name="Полилиния: фигура 13">
                <a:extLst>
                  <a:ext uri="{FF2B5EF4-FFF2-40B4-BE49-F238E27FC236}">
                    <a16:creationId xmlns:a16="http://schemas.microsoft.com/office/drawing/2014/main" id="{54BA9C2E-2FAE-8D6B-4E2D-F72CE1859203}"/>
                  </a:ext>
                </a:extLst>
              </p:cNvPr>
              <p:cNvSpPr/>
              <p:nvPr/>
            </p:nvSpPr>
            <p:spPr>
              <a:xfrm rot="10800000" flipH="1" flipV="1">
                <a:off x="895943" y="3138068"/>
                <a:ext cx="5013610" cy="694628"/>
              </a:xfrm>
              <a:custGeom>
                <a:avLst/>
                <a:gdLst>
                  <a:gd name="connsiteX0" fmla="*/ 3618641 w 5960467"/>
                  <a:gd name="connsiteY0" fmla="*/ 1051743 h 1051743"/>
                  <a:gd name="connsiteX1" fmla="*/ 2540621 w 5960467"/>
                  <a:gd name="connsiteY1" fmla="*/ 1051743 h 1051743"/>
                  <a:gd name="connsiteX2" fmla="*/ 1121514 w 5960467"/>
                  <a:gd name="connsiteY2" fmla="*/ 1051743 h 1051743"/>
                  <a:gd name="connsiteX3" fmla="*/ 43493 w 5960467"/>
                  <a:gd name="connsiteY3" fmla="*/ 1051743 h 1051743"/>
                  <a:gd name="connsiteX4" fmla="*/ 756 w 5960467"/>
                  <a:gd name="connsiteY4" fmla="*/ 985575 h 1051743"/>
                  <a:gd name="connsiteX5" fmla="*/ 110654 w 5960467"/>
                  <a:gd name="connsiteY5" fmla="*/ 65870 h 1051743"/>
                  <a:gd name="connsiteX6" fmla="*/ 170792 w 5960467"/>
                  <a:gd name="connsiteY6" fmla="*/ 1 h 1051743"/>
                  <a:gd name="connsiteX7" fmla="*/ 496679 w 5960467"/>
                  <a:gd name="connsiteY7" fmla="*/ 1 h 1051743"/>
                  <a:gd name="connsiteX8" fmla="*/ 496681 w 5960467"/>
                  <a:gd name="connsiteY8" fmla="*/ 0 h 1051743"/>
                  <a:gd name="connsiteX9" fmla="*/ 1485582 w 5960467"/>
                  <a:gd name="connsiteY9" fmla="*/ 0 h 1051743"/>
                  <a:gd name="connsiteX10" fmla="*/ 1574701 w 5960467"/>
                  <a:gd name="connsiteY10" fmla="*/ 0 h 1051743"/>
                  <a:gd name="connsiteX11" fmla="*/ 2341826 w 5960467"/>
                  <a:gd name="connsiteY11" fmla="*/ 0 h 1051743"/>
                  <a:gd name="connsiteX12" fmla="*/ 2563602 w 5960467"/>
                  <a:gd name="connsiteY12" fmla="*/ 0 h 1051743"/>
                  <a:gd name="connsiteX13" fmla="*/ 2993807 w 5960467"/>
                  <a:gd name="connsiteY13" fmla="*/ 0 h 1051743"/>
                  <a:gd name="connsiteX14" fmla="*/ 3419846 w 5960467"/>
                  <a:gd name="connsiteY14" fmla="*/ 0 h 1051743"/>
                  <a:gd name="connsiteX15" fmla="*/ 3982708 w 5960467"/>
                  <a:gd name="connsiteY15" fmla="*/ 0 h 1051743"/>
                  <a:gd name="connsiteX16" fmla="*/ 4071827 w 5960467"/>
                  <a:gd name="connsiteY16" fmla="*/ 0 h 1051743"/>
                  <a:gd name="connsiteX17" fmla="*/ 4838953 w 5960467"/>
                  <a:gd name="connsiteY17" fmla="*/ 0 h 1051743"/>
                  <a:gd name="connsiteX18" fmla="*/ 5060728 w 5960467"/>
                  <a:gd name="connsiteY18" fmla="*/ 0 h 1051743"/>
                  <a:gd name="connsiteX19" fmla="*/ 5916973 w 5960467"/>
                  <a:gd name="connsiteY19" fmla="*/ 0 h 1051743"/>
                  <a:gd name="connsiteX20" fmla="*/ 5959711 w 5960467"/>
                  <a:gd name="connsiteY20" fmla="*/ 66169 h 1051743"/>
                  <a:gd name="connsiteX21" fmla="*/ 5849812 w 5960467"/>
                  <a:gd name="connsiteY21" fmla="*/ 985873 h 1051743"/>
                  <a:gd name="connsiteX22" fmla="*/ 5789674 w 5960467"/>
                  <a:gd name="connsiteY22" fmla="*/ 1051742 h 1051743"/>
                  <a:gd name="connsiteX23" fmla="*/ 4933429 w 5960467"/>
                  <a:gd name="connsiteY23" fmla="*/ 1051742 h 1051743"/>
                  <a:gd name="connsiteX24" fmla="*/ 4711654 w 5960467"/>
                  <a:gd name="connsiteY24" fmla="*/ 1051742 h 1051743"/>
                  <a:gd name="connsiteX25" fmla="*/ 3944528 w 5960467"/>
                  <a:gd name="connsiteY25" fmla="*/ 1051742 h 1051743"/>
                  <a:gd name="connsiteX26" fmla="*/ 3855409 w 5960467"/>
                  <a:gd name="connsiteY26" fmla="*/ 1051742 h 1051743"/>
                  <a:gd name="connsiteX27" fmla="*/ 3618642 w 5960467"/>
                  <a:gd name="connsiteY27" fmla="*/ 1051742 h 1051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960467" h="1051743">
                    <a:moveTo>
                      <a:pt x="3618641" y="1051743"/>
                    </a:moveTo>
                    <a:lnTo>
                      <a:pt x="2540621" y="1051743"/>
                    </a:lnTo>
                    <a:lnTo>
                      <a:pt x="1121514" y="1051743"/>
                    </a:lnTo>
                    <a:lnTo>
                      <a:pt x="43493" y="1051743"/>
                    </a:lnTo>
                    <a:cubicBezTo>
                      <a:pt x="15164" y="1051743"/>
                      <a:pt x="-4129" y="1021803"/>
                      <a:pt x="756" y="985575"/>
                    </a:cubicBezTo>
                    <a:lnTo>
                      <a:pt x="110654" y="65870"/>
                    </a:lnTo>
                    <a:cubicBezTo>
                      <a:pt x="115355" y="29462"/>
                      <a:pt x="142463" y="1"/>
                      <a:pt x="170792" y="1"/>
                    </a:cubicBezTo>
                    <a:lnTo>
                      <a:pt x="496679" y="1"/>
                    </a:lnTo>
                    <a:lnTo>
                      <a:pt x="496681" y="0"/>
                    </a:lnTo>
                    <a:lnTo>
                      <a:pt x="1485582" y="0"/>
                    </a:lnTo>
                    <a:lnTo>
                      <a:pt x="1574701" y="0"/>
                    </a:lnTo>
                    <a:lnTo>
                      <a:pt x="2341826" y="0"/>
                    </a:lnTo>
                    <a:lnTo>
                      <a:pt x="2563602" y="0"/>
                    </a:lnTo>
                    <a:lnTo>
                      <a:pt x="2993807" y="0"/>
                    </a:lnTo>
                    <a:lnTo>
                      <a:pt x="3419846" y="0"/>
                    </a:lnTo>
                    <a:lnTo>
                      <a:pt x="3982708" y="0"/>
                    </a:lnTo>
                    <a:lnTo>
                      <a:pt x="4071827" y="0"/>
                    </a:lnTo>
                    <a:lnTo>
                      <a:pt x="4838953" y="0"/>
                    </a:lnTo>
                    <a:lnTo>
                      <a:pt x="5060728" y="0"/>
                    </a:lnTo>
                    <a:lnTo>
                      <a:pt x="5916973" y="0"/>
                    </a:lnTo>
                    <a:cubicBezTo>
                      <a:pt x="5945302" y="0"/>
                      <a:pt x="5964595" y="29941"/>
                      <a:pt x="5959711" y="66169"/>
                    </a:cubicBezTo>
                    <a:lnTo>
                      <a:pt x="5849812" y="985873"/>
                    </a:lnTo>
                    <a:cubicBezTo>
                      <a:pt x="5845112" y="1022281"/>
                      <a:pt x="5818003" y="1051742"/>
                      <a:pt x="5789674" y="1051742"/>
                    </a:cubicBezTo>
                    <a:lnTo>
                      <a:pt x="4933429" y="1051742"/>
                    </a:lnTo>
                    <a:lnTo>
                      <a:pt x="4711654" y="1051742"/>
                    </a:lnTo>
                    <a:lnTo>
                      <a:pt x="3944528" y="1051742"/>
                    </a:lnTo>
                    <a:lnTo>
                      <a:pt x="3855409" y="1051742"/>
                    </a:lnTo>
                    <a:lnTo>
                      <a:pt x="3618642" y="1051742"/>
                    </a:lnTo>
                    <a:close/>
                  </a:path>
                </a:pathLst>
              </a:custGeom>
              <a:noFill/>
              <a:ln w="13331" cap="flat">
                <a:solidFill>
                  <a:srgbClr val="398ACB"/>
                </a:solidFill>
                <a:prstDash val="solid"/>
                <a:miter/>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3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Снижение </a:t>
                </a:r>
                <a:r>
                  <a:rPr kumimoji="0" lang="ru-RU" sz="13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постнагрузки</a:t>
                </a:r>
                <a:r>
                  <a:rPr kumimoji="0" lang="ru-RU" sz="13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и незначительное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3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снижение сократимости миокарда</a:t>
                </a:r>
              </a:p>
            </p:txBody>
          </p:sp>
          <p:sp>
            <p:nvSpPr>
              <p:cNvPr id="15" name="Полилиния: фигура 14">
                <a:extLst>
                  <a:ext uri="{FF2B5EF4-FFF2-40B4-BE49-F238E27FC236}">
                    <a16:creationId xmlns:a16="http://schemas.microsoft.com/office/drawing/2014/main" id="{B97BC979-A53D-A6C4-4BE0-59C06BB1D95A}"/>
                  </a:ext>
                </a:extLst>
              </p:cNvPr>
              <p:cNvSpPr/>
              <p:nvPr/>
            </p:nvSpPr>
            <p:spPr>
              <a:xfrm rot="10800000" flipH="1" flipV="1">
                <a:off x="6337570" y="3138068"/>
                <a:ext cx="5379396" cy="694628"/>
              </a:xfrm>
              <a:custGeom>
                <a:avLst/>
                <a:gdLst>
                  <a:gd name="connsiteX0" fmla="*/ 3618641 w 5960467"/>
                  <a:gd name="connsiteY0" fmla="*/ 1051743 h 1051743"/>
                  <a:gd name="connsiteX1" fmla="*/ 2540621 w 5960467"/>
                  <a:gd name="connsiteY1" fmla="*/ 1051743 h 1051743"/>
                  <a:gd name="connsiteX2" fmla="*/ 1121514 w 5960467"/>
                  <a:gd name="connsiteY2" fmla="*/ 1051743 h 1051743"/>
                  <a:gd name="connsiteX3" fmla="*/ 43493 w 5960467"/>
                  <a:gd name="connsiteY3" fmla="*/ 1051743 h 1051743"/>
                  <a:gd name="connsiteX4" fmla="*/ 756 w 5960467"/>
                  <a:gd name="connsiteY4" fmla="*/ 985575 h 1051743"/>
                  <a:gd name="connsiteX5" fmla="*/ 110654 w 5960467"/>
                  <a:gd name="connsiteY5" fmla="*/ 65870 h 1051743"/>
                  <a:gd name="connsiteX6" fmla="*/ 170792 w 5960467"/>
                  <a:gd name="connsiteY6" fmla="*/ 1 h 1051743"/>
                  <a:gd name="connsiteX7" fmla="*/ 496679 w 5960467"/>
                  <a:gd name="connsiteY7" fmla="*/ 1 h 1051743"/>
                  <a:gd name="connsiteX8" fmla="*/ 496681 w 5960467"/>
                  <a:gd name="connsiteY8" fmla="*/ 0 h 1051743"/>
                  <a:gd name="connsiteX9" fmla="*/ 1485582 w 5960467"/>
                  <a:gd name="connsiteY9" fmla="*/ 0 h 1051743"/>
                  <a:gd name="connsiteX10" fmla="*/ 1574701 w 5960467"/>
                  <a:gd name="connsiteY10" fmla="*/ 0 h 1051743"/>
                  <a:gd name="connsiteX11" fmla="*/ 2341826 w 5960467"/>
                  <a:gd name="connsiteY11" fmla="*/ 0 h 1051743"/>
                  <a:gd name="connsiteX12" fmla="*/ 2563602 w 5960467"/>
                  <a:gd name="connsiteY12" fmla="*/ 0 h 1051743"/>
                  <a:gd name="connsiteX13" fmla="*/ 2993807 w 5960467"/>
                  <a:gd name="connsiteY13" fmla="*/ 0 h 1051743"/>
                  <a:gd name="connsiteX14" fmla="*/ 3419846 w 5960467"/>
                  <a:gd name="connsiteY14" fmla="*/ 0 h 1051743"/>
                  <a:gd name="connsiteX15" fmla="*/ 3982708 w 5960467"/>
                  <a:gd name="connsiteY15" fmla="*/ 0 h 1051743"/>
                  <a:gd name="connsiteX16" fmla="*/ 4071827 w 5960467"/>
                  <a:gd name="connsiteY16" fmla="*/ 0 h 1051743"/>
                  <a:gd name="connsiteX17" fmla="*/ 4838953 w 5960467"/>
                  <a:gd name="connsiteY17" fmla="*/ 0 h 1051743"/>
                  <a:gd name="connsiteX18" fmla="*/ 5060728 w 5960467"/>
                  <a:gd name="connsiteY18" fmla="*/ 0 h 1051743"/>
                  <a:gd name="connsiteX19" fmla="*/ 5916973 w 5960467"/>
                  <a:gd name="connsiteY19" fmla="*/ 0 h 1051743"/>
                  <a:gd name="connsiteX20" fmla="*/ 5959711 w 5960467"/>
                  <a:gd name="connsiteY20" fmla="*/ 66169 h 1051743"/>
                  <a:gd name="connsiteX21" fmla="*/ 5849812 w 5960467"/>
                  <a:gd name="connsiteY21" fmla="*/ 985873 h 1051743"/>
                  <a:gd name="connsiteX22" fmla="*/ 5789674 w 5960467"/>
                  <a:gd name="connsiteY22" fmla="*/ 1051742 h 1051743"/>
                  <a:gd name="connsiteX23" fmla="*/ 4933429 w 5960467"/>
                  <a:gd name="connsiteY23" fmla="*/ 1051742 h 1051743"/>
                  <a:gd name="connsiteX24" fmla="*/ 4711654 w 5960467"/>
                  <a:gd name="connsiteY24" fmla="*/ 1051742 h 1051743"/>
                  <a:gd name="connsiteX25" fmla="*/ 3944528 w 5960467"/>
                  <a:gd name="connsiteY25" fmla="*/ 1051742 h 1051743"/>
                  <a:gd name="connsiteX26" fmla="*/ 3855409 w 5960467"/>
                  <a:gd name="connsiteY26" fmla="*/ 1051742 h 1051743"/>
                  <a:gd name="connsiteX27" fmla="*/ 3618642 w 5960467"/>
                  <a:gd name="connsiteY27" fmla="*/ 1051742 h 1051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960467" h="1051743">
                    <a:moveTo>
                      <a:pt x="3618641" y="1051743"/>
                    </a:moveTo>
                    <a:lnTo>
                      <a:pt x="2540621" y="1051743"/>
                    </a:lnTo>
                    <a:lnTo>
                      <a:pt x="1121514" y="1051743"/>
                    </a:lnTo>
                    <a:lnTo>
                      <a:pt x="43493" y="1051743"/>
                    </a:lnTo>
                    <a:cubicBezTo>
                      <a:pt x="15164" y="1051743"/>
                      <a:pt x="-4129" y="1021803"/>
                      <a:pt x="756" y="985575"/>
                    </a:cubicBezTo>
                    <a:lnTo>
                      <a:pt x="110654" y="65870"/>
                    </a:lnTo>
                    <a:cubicBezTo>
                      <a:pt x="115355" y="29462"/>
                      <a:pt x="142463" y="1"/>
                      <a:pt x="170792" y="1"/>
                    </a:cubicBezTo>
                    <a:lnTo>
                      <a:pt x="496679" y="1"/>
                    </a:lnTo>
                    <a:lnTo>
                      <a:pt x="496681" y="0"/>
                    </a:lnTo>
                    <a:lnTo>
                      <a:pt x="1485582" y="0"/>
                    </a:lnTo>
                    <a:lnTo>
                      <a:pt x="1574701" y="0"/>
                    </a:lnTo>
                    <a:lnTo>
                      <a:pt x="2341826" y="0"/>
                    </a:lnTo>
                    <a:lnTo>
                      <a:pt x="2563602" y="0"/>
                    </a:lnTo>
                    <a:lnTo>
                      <a:pt x="2993807" y="0"/>
                    </a:lnTo>
                    <a:lnTo>
                      <a:pt x="3419846" y="0"/>
                    </a:lnTo>
                    <a:lnTo>
                      <a:pt x="3982708" y="0"/>
                    </a:lnTo>
                    <a:lnTo>
                      <a:pt x="4071827" y="0"/>
                    </a:lnTo>
                    <a:lnTo>
                      <a:pt x="4838953" y="0"/>
                    </a:lnTo>
                    <a:lnTo>
                      <a:pt x="5060728" y="0"/>
                    </a:lnTo>
                    <a:lnTo>
                      <a:pt x="5916973" y="0"/>
                    </a:lnTo>
                    <a:cubicBezTo>
                      <a:pt x="5945302" y="0"/>
                      <a:pt x="5964595" y="29941"/>
                      <a:pt x="5959711" y="66169"/>
                    </a:cubicBezTo>
                    <a:lnTo>
                      <a:pt x="5849812" y="985873"/>
                    </a:lnTo>
                    <a:cubicBezTo>
                      <a:pt x="5845112" y="1022281"/>
                      <a:pt x="5818003" y="1051742"/>
                      <a:pt x="5789674" y="1051742"/>
                    </a:cubicBezTo>
                    <a:lnTo>
                      <a:pt x="4933429" y="1051742"/>
                    </a:lnTo>
                    <a:lnTo>
                      <a:pt x="4711654" y="1051742"/>
                    </a:lnTo>
                    <a:lnTo>
                      <a:pt x="3944528" y="1051742"/>
                    </a:lnTo>
                    <a:lnTo>
                      <a:pt x="3855409" y="1051742"/>
                    </a:lnTo>
                    <a:lnTo>
                      <a:pt x="3618642" y="1051742"/>
                    </a:lnTo>
                    <a:close/>
                  </a:path>
                </a:pathLst>
              </a:custGeom>
              <a:noFill/>
              <a:ln w="13331" cap="flat">
                <a:solidFill>
                  <a:srgbClr val="398ACB"/>
                </a:solidFill>
                <a:prstDash val="solid"/>
                <a:miter/>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3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Удлинение диастолы</a:t>
                </a:r>
              </a:p>
            </p:txBody>
          </p:sp>
          <p:sp>
            <p:nvSpPr>
              <p:cNvPr id="17" name="Полилиния: фигура 16">
                <a:extLst>
                  <a:ext uri="{FF2B5EF4-FFF2-40B4-BE49-F238E27FC236}">
                    <a16:creationId xmlns:a16="http://schemas.microsoft.com/office/drawing/2014/main" id="{FF278A7D-C21D-3808-E682-1857013D0312}"/>
                  </a:ext>
                </a:extLst>
              </p:cNvPr>
              <p:cNvSpPr/>
              <p:nvPr/>
            </p:nvSpPr>
            <p:spPr>
              <a:xfrm rot="10800000" flipH="1" flipV="1">
                <a:off x="895943" y="3955191"/>
                <a:ext cx="5013610" cy="521293"/>
              </a:xfrm>
              <a:custGeom>
                <a:avLst/>
                <a:gdLst>
                  <a:gd name="connsiteX0" fmla="*/ 3618641 w 5960467"/>
                  <a:gd name="connsiteY0" fmla="*/ 1051743 h 1051743"/>
                  <a:gd name="connsiteX1" fmla="*/ 2540621 w 5960467"/>
                  <a:gd name="connsiteY1" fmla="*/ 1051743 h 1051743"/>
                  <a:gd name="connsiteX2" fmla="*/ 1121514 w 5960467"/>
                  <a:gd name="connsiteY2" fmla="*/ 1051743 h 1051743"/>
                  <a:gd name="connsiteX3" fmla="*/ 43493 w 5960467"/>
                  <a:gd name="connsiteY3" fmla="*/ 1051743 h 1051743"/>
                  <a:gd name="connsiteX4" fmla="*/ 756 w 5960467"/>
                  <a:gd name="connsiteY4" fmla="*/ 985575 h 1051743"/>
                  <a:gd name="connsiteX5" fmla="*/ 110654 w 5960467"/>
                  <a:gd name="connsiteY5" fmla="*/ 65870 h 1051743"/>
                  <a:gd name="connsiteX6" fmla="*/ 170792 w 5960467"/>
                  <a:gd name="connsiteY6" fmla="*/ 1 h 1051743"/>
                  <a:gd name="connsiteX7" fmla="*/ 496679 w 5960467"/>
                  <a:gd name="connsiteY7" fmla="*/ 1 h 1051743"/>
                  <a:gd name="connsiteX8" fmla="*/ 496681 w 5960467"/>
                  <a:gd name="connsiteY8" fmla="*/ 0 h 1051743"/>
                  <a:gd name="connsiteX9" fmla="*/ 1485582 w 5960467"/>
                  <a:gd name="connsiteY9" fmla="*/ 0 h 1051743"/>
                  <a:gd name="connsiteX10" fmla="*/ 1574701 w 5960467"/>
                  <a:gd name="connsiteY10" fmla="*/ 0 h 1051743"/>
                  <a:gd name="connsiteX11" fmla="*/ 2341826 w 5960467"/>
                  <a:gd name="connsiteY11" fmla="*/ 0 h 1051743"/>
                  <a:gd name="connsiteX12" fmla="*/ 2563602 w 5960467"/>
                  <a:gd name="connsiteY12" fmla="*/ 0 h 1051743"/>
                  <a:gd name="connsiteX13" fmla="*/ 2993807 w 5960467"/>
                  <a:gd name="connsiteY13" fmla="*/ 0 h 1051743"/>
                  <a:gd name="connsiteX14" fmla="*/ 3419846 w 5960467"/>
                  <a:gd name="connsiteY14" fmla="*/ 0 h 1051743"/>
                  <a:gd name="connsiteX15" fmla="*/ 3982708 w 5960467"/>
                  <a:gd name="connsiteY15" fmla="*/ 0 h 1051743"/>
                  <a:gd name="connsiteX16" fmla="*/ 4071827 w 5960467"/>
                  <a:gd name="connsiteY16" fmla="*/ 0 h 1051743"/>
                  <a:gd name="connsiteX17" fmla="*/ 4838953 w 5960467"/>
                  <a:gd name="connsiteY17" fmla="*/ 0 h 1051743"/>
                  <a:gd name="connsiteX18" fmla="*/ 5060728 w 5960467"/>
                  <a:gd name="connsiteY18" fmla="*/ 0 h 1051743"/>
                  <a:gd name="connsiteX19" fmla="*/ 5916973 w 5960467"/>
                  <a:gd name="connsiteY19" fmla="*/ 0 h 1051743"/>
                  <a:gd name="connsiteX20" fmla="*/ 5959711 w 5960467"/>
                  <a:gd name="connsiteY20" fmla="*/ 66169 h 1051743"/>
                  <a:gd name="connsiteX21" fmla="*/ 5849812 w 5960467"/>
                  <a:gd name="connsiteY21" fmla="*/ 985873 h 1051743"/>
                  <a:gd name="connsiteX22" fmla="*/ 5789674 w 5960467"/>
                  <a:gd name="connsiteY22" fmla="*/ 1051742 h 1051743"/>
                  <a:gd name="connsiteX23" fmla="*/ 4933429 w 5960467"/>
                  <a:gd name="connsiteY23" fmla="*/ 1051742 h 1051743"/>
                  <a:gd name="connsiteX24" fmla="*/ 4711654 w 5960467"/>
                  <a:gd name="connsiteY24" fmla="*/ 1051742 h 1051743"/>
                  <a:gd name="connsiteX25" fmla="*/ 3944528 w 5960467"/>
                  <a:gd name="connsiteY25" fmla="*/ 1051742 h 1051743"/>
                  <a:gd name="connsiteX26" fmla="*/ 3855409 w 5960467"/>
                  <a:gd name="connsiteY26" fmla="*/ 1051742 h 1051743"/>
                  <a:gd name="connsiteX27" fmla="*/ 3618642 w 5960467"/>
                  <a:gd name="connsiteY27" fmla="*/ 1051742 h 1051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960467" h="1051743">
                    <a:moveTo>
                      <a:pt x="3618641" y="1051743"/>
                    </a:moveTo>
                    <a:lnTo>
                      <a:pt x="2540621" y="1051743"/>
                    </a:lnTo>
                    <a:lnTo>
                      <a:pt x="1121514" y="1051743"/>
                    </a:lnTo>
                    <a:lnTo>
                      <a:pt x="43493" y="1051743"/>
                    </a:lnTo>
                    <a:cubicBezTo>
                      <a:pt x="15164" y="1051743"/>
                      <a:pt x="-4129" y="1021803"/>
                      <a:pt x="756" y="985575"/>
                    </a:cubicBezTo>
                    <a:lnTo>
                      <a:pt x="110654" y="65870"/>
                    </a:lnTo>
                    <a:cubicBezTo>
                      <a:pt x="115355" y="29462"/>
                      <a:pt x="142463" y="1"/>
                      <a:pt x="170792" y="1"/>
                    </a:cubicBezTo>
                    <a:lnTo>
                      <a:pt x="496679" y="1"/>
                    </a:lnTo>
                    <a:lnTo>
                      <a:pt x="496681" y="0"/>
                    </a:lnTo>
                    <a:lnTo>
                      <a:pt x="1485582" y="0"/>
                    </a:lnTo>
                    <a:lnTo>
                      <a:pt x="1574701" y="0"/>
                    </a:lnTo>
                    <a:lnTo>
                      <a:pt x="2341826" y="0"/>
                    </a:lnTo>
                    <a:lnTo>
                      <a:pt x="2563602" y="0"/>
                    </a:lnTo>
                    <a:lnTo>
                      <a:pt x="2993807" y="0"/>
                    </a:lnTo>
                    <a:lnTo>
                      <a:pt x="3419846" y="0"/>
                    </a:lnTo>
                    <a:lnTo>
                      <a:pt x="3982708" y="0"/>
                    </a:lnTo>
                    <a:lnTo>
                      <a:pt x="4071827" y="0"/>
                    </a:lnTo>
                    <a:lnTo>
                      <a:pt x="4838953" y="0"/>
                    </a:lnTo>
                    <a:lnTo>
                      <a:pt x="5060728" y="0"/>
                    </a:lnTo>
                    <a:lnTo>
                      <a:pt x="5916973" y="0"/>
                    </a:lnTo>
                    <a:cubicBezTo>
                      <a:pt x="5945302" y="0"/>
                      <a:pt x="5964595" y="29941"/>
                      <a:pt x="5959711" y="66169"/>
                    </a:cubicBezTo>
                    <a:lnTo>
                      <a:pt x="5849812" y="985873"/>
                    </a:lnTo>
                    <a:cubicBezTo>
                      <a:pt x="5845112" y="1022281"/>
                      <a:pt x="5818003" y="1051742"/>
                      <a:pt x="5789674" y="1051742"/>
                    </a:cubicBezTo>
                    <a:lnTo>
                      <a:pt x="4933429" y="1051742"/>
                    </a:lnTo>
                    <a:lnTo>
                      <a:pt x="4711654" y="1051742"/>
                    </a:lnTo>
                    <a:lnTo>
                      <a:pt x="3944528" y="1051742"/>
                    </a:lnTo>
                    <a:lnTo>
                      <a:pt x="3855409" y="1051742"/>
                    </a:lnTo>
                    <a:lnTo>
                      <a:pt x="3618642" y="1051742"/>
                    </a:lnTo>
                    <a:close/>
                  </a:path>
                </a:pathLst>
              </a:custGeom>
              <a:noFill/>
              <a:ln w="13331" cap="flat">
                <a:solidFill>
                  <a:srgbClr val="398ACB"/>
                </a:solidFill>
                <a:prstDash val="solid"/>
                <a:miter/>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3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Снижение потребления миокардом кислорода</a:t>
                </a:r>
              </a:p>
            </p:txBody>
          </p:sp>
          <p:sp>
            <p:nvSpPr>
              <p:cNvPr id="18" name="Полилиния: фигура 17">
                <a:extLst>
                  <a:ext uri="{FF2B5EF4-FFF2-40B4-BE49-F238E27FC236}">
                    <a16:creationId xmlns:a16="http://schemas.microsoft.com/office/drawing/2014/main" id="{050D9F14-E39E-B71E-DD98-D87408F20076}"/>
                  </a:ext>
                </a:extLst>
              </p:cNvPr>
              <p:cNvSpPr/>
              <p:nvPr/>
            </p:nvSpPr>
            <p:spPr>
              <a:xfrm rot="10800000" flipH="1" flipV="1">
                <a:off x="6337570" y="3955191"/>
                <a:ext cx="5379396" cy="521293"/>
              </a:xfrm>
              <a:custGeom>
                <a:avLst/>
                <a:gdLst>
                  <a:gd name="connsiteX0" fmla="*/ 3618641 w 5960467"/>
                  <a:gd name="connsiteY0" fmla="*/ 1051743 h 1051743"/>
                  <a:gd name="connsiteX1" fmla="*/ 2540621 w 5960467"/>
                  <a:gd name="connsiteY1" fmla="*/ 1051743 h 1051743"/>
                  <a:gd name="connsiteX2" fmla="*/ 1121514 w 5960467"/>
                  <a:gd name="connsiteY2" fmla="*/ 1051743 h 1051743"/>
                  <a:gd name="connsiteX3" fmla="*/ 43493 w 5960467"/>
                  <a:gd name="connsiteY3" fmla="*/ 1051743 h 1051743"/>
                  <a:gd name="connsiteX4" fmla="*/ 756 w 5960467"/>
                  <a:gd name="connsiteY4" fmla="*/ 985575 h 1051743"/>
                  <a:gd name="connsiteX5" fmla="*/ 110654 w 5960467"/>
                  <a:gd name="connsiteY5" fmla="*/ 65870 h 1051743"/>
                  <a:gd name="connsiteX6" fmla="*/ 170792 w 5960467"/>
                  <a:gd name="connsiteY6" fmla="*/ 1 h 1051743"/>
                  <a:gd name="connsiteX7" fmla="*/ 496679 w 5960467"/>
                  <a:gd name="connsiteY7" fmla="*/ 1 h 1051743"/>
                  <a:gd name="connsiteX8" fmla="*/ 496681 w 5960467"/>
                  <a:gd name="connsiteY8" fmla="*/ 0 h 1051743"/>
                  <a:gd name="connsiteX9" fmla="*/ 1485582 w 5960467"/>
                  <a:gd name="connsiteY9" fmla="*/ 0 h 1051743"/>
                  <a:gd name="connsiteX10" fmla="*/ 1574701 w 5960467"/>
                  <a:gd name="connsiteY10" fmla="*/ 0 h 1051743"/>
                  <a:gd name="connsiteX11" fmla="*/ 2341826 w 5960467"/>
                  <a:gd name="connsiteY11" fmla="*/ 0 h 1051743"/>
                  <a:gd name="connsiteX12" fmla="*/ 2563602 w 5960467"/>
                  <a:gd name="connsiteY12" fmla="*/ 0 h 1051743"/>
                  <a:gd name="connsiteX13" fmla="*/ 2993807 w 5960467"/>
                  <a:gd name="connsiteY13" fmla="*/ 0 h 1051743"/>
                  <a:gd name="connsiteX14" fmla="*/ 3419846 w 5960467"/>
                  <a:gd name="connsiteY14" fmla="*/ 0 h 1051743"/>
                  <a:gd name="connsiteX15" fmla="*/ 3982708 w 5960467"/>
                  <a:gd name="connsiteY15" fmla="*/ 0 h 1051743"/>
                  <a:gd name="connsiteX16" fmla="*/ 4071827 w 5960467"/>
                  <a:gd name="connsiteY16" fmla="*/ 0 h 1051743"/>
                  <a:gd name="connsiteX17" fmla="*/ 4838953 w 5960467"/>
                  <a:gd name="connsiteY17" fmla="*/ 0 h 1051743"/>
                  <a:gd name="connsiteX18" fmla="*/ 5060728 w 5960467"/>
                  <a:gd name="connsiteY18" fmla="*/ 0 h 1051743"/>
                  <a:gd name="connsiteX19" fmla="*/ 5916973 w 5960467"/>
                  <a:gd name="connsiteY19" fmla="*/ 0 h 1051743"/>
                  <a:gd name="connsiteX20" fmla="*/ 5959711 w 5960467"/>
                  <a:gd name="connsiteY20" fmla="*/ 66169 h 1051743"/>
                  <a:gd name="connsiteX21" fmla="*/ 5849812 w 5960467"/>
                  <a:gd name="connsiteY21" fmla="*/ 985873 h 1051743"/>
                  <a:gd name="connsiteX22" fmla="*/ 5789674 w 5960467"/>
                  <a:gd name="connsiteY22" fmla="*/ 1051742 h 1051743"/>
                  <a:gd name="connsiteX23" fmla="*/ 4933429 w 5960467"/>
                  <a:gd name="connsiteY23" fmla="*/ 1051742 h 1051743"/>
                  <a:gd name="connsiteX24" fmla="*/ 4711654 w 5960467"/>
                  <a:gd name="connsiteY24" fmla="*/ 1051742 h 1051743"/>
                  <a:gd name="connsiteX25" fmla="*/ 3944528 w 5960467"/>
                  <a:gd name="connsiteY25" fmla="*/ 1051742 h 1051743"/>
                  <a:gd name="connsiteX26" fmla="*/ 3855409 w 5960467"/>
                  <a:gd name="connsiteY26" fmla="*/ 1051742 h 1051743"/>
                  <a:gd name="connsiteX27" fmla="*/ 3618642 w 5960467"/>
                  <a:gd name="connsiteY27" fmla="*/ 1051742 h 1051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960467" h="1051743">
                    <a:moveTo>
                      <a:pt x="3618641" y="1051743"/>
                    </a:moveTo>
                    <a:lnTo>
                      <a:pt x="2540621" y="1051743"/>
                    </a:lnTo>
                    <a:lnTo>
                      <a:pt x="1121514" y="1051743"/>
                    </a:lnTo>
                    <a:lnTo>
                      <a:pt x="43493" y="1051743"/>
                    </a:lnTo>
                    <a:cubicBezTo>
                      <a:pt x="15164" y="1051743"/>
                      <a:pt x="-4129" y="1021803"/>
                      <a:pt x="756" y="985575"/>
                    </a:cubicBezTo>
                    <a:lnTo>
                      <a:pt x="110654" y="65870"/>
                    </a:lnTo>
                    <a:cubicBezTo>
                      <a:pt x="115355" y="29462"/>
                      <a:pt x="142463" y="1"/>
                      <a:pt x="170792" y="1"/>
                    </a:cubicBezTo>
                    <a:lnTo>
                      <a:pt x="496679" y="1"/>
                    </a:lnTo>
                    <a:lnTo>
                      <a:pt x="496681" y="0"/>
                    </a:lnTo>
                    <a:lnTo>
                      <a:pt x="1485582" y="0"/>
                    </a:lnTo>
                    <a:lnTo>
                      <a:pt x="1574701" y="0"/>
                    </a:lnTo>
                    <a:lnTo>
                      <a:pt x="2341826" y="0"/>
                    </a:lnTo>
                    <a:lnTo>
                      <a:pt x="2563602" y="0"/>
                    </a:lnTo>
                    <a:lnTo>
                      <a:pt x="2993807" y="0"/>
                    </a:lnTo>
                    <a:lnTo>
                      <a:pt x="3419846" y="0"/>
                    </a:lnTo>
                    <a:lnTo>
                      <a:pt x="3982708" y="0"/>
                    </a:lnTo>
                    <a:lnTo>
                      <a:pt x="4071827" y="0"/>
                    </a:lnTo>
                    <a:lnTo>
                      <a:pt x="4838953" y="0"/>
                    </a:lnTo>
                    <a:lnTo>
                      <a:pt x="5060728" y="0"/>
                    </a:lnTo>
                    <a:lnTo>
                      <a:pt x="5916973" y="0"/>
                    </a:lnTo>
                    <a:cubicBezTo>
                      <a:pt x="5945302" y="0"/>
                      <a:pt x="5964595" y="29941"/>
                      <a:pt x="5959711" y="66169"/>
                    </a:cubicBezTo>
                    <a:lnTo>
                      <a:pt x="5849812" y="985873"/>
                    </a:lnTo>
                    <a:cubicBezTo>
                      <a:pt x="5845112" y="1022281"/>
                      <a:pt x="5818003" y="1051742"/>
                      <a:pt x="5789674" y="1051742"/>
                    </a:cubicBezTo>
                    <a:lnTo>
                      <a:pt x="4933429" y="1051742"/>
                    </a:lnTo>
                    <a:lnTo>
                      <a:pt x="4711654" y="1051742"/>
                    </a:lnTo>
                    <a:lnTo>
                      <a:pt x="3944528" y="1051742"/>
                    </a:lnTo>
                    <a:lnTo>
                      <a:pt x="3855409" y="1051742"/>
                    </a:lnTo>
                    <a:lnTo>
                      <a:pt x="3618642" y="1051742"/>
                    </a:lnTo>
                    <a:close/>
                  </a:path>
                </a:pathLst>
              </a:custGeom>
              <a:noFill/>
              <a:ln w="13331" cap="flat">
                <a:solidFill>
                  <a:srgbClr val="398ACB"/>
                </a:solidFill>
                <a:prstDash val="solid"/>
                <a:miter/>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3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Улучшение перфузии миокарда</a:t>
                </a:r>
              </a:p>
            </p:txBody>
          </p:sp>
        </p:grpSp>
      </p:grpSp>
      <p:grpSp>
        <p:nvGrpSpPr>
          <p:cNvPr id="37" name="Группа 36">
            <a:extLst>
              <a:ext uri="{FF2B5EF4-FFF2-40B4-BE49-F238E27FC236}">
                <a16:creationId xmlns:a16="http://schemas.microsoft.com/office/drawing/2014/main" id="{4157DA0C-91DD-DC97-94EE-B4FE8A65AFA0}"/>
              </a:ext>
            </a:extLst>
          </p:cNvPr>
          <p:cNvGrpSpPr/>
          <p:nvPr/>
        </p:nvGrpSpPr>
        <p:grpSpPr>
          <a:xfrm>
            <a:off x="895943" y="4678163"/>
            <a:ext cx="10412461" cy="1113899"/>
            <a:chOff x="895943" y="4678163"/>
            <a:chExt cx="10412461" cy="1113899"/>
          </a:xfrm>
        </p:grpSpPr>
        <p:sp>
          <p:nvSpPr>
            <p:cNvPr id="19" name="Скругленный прямоугольник 6">
              <a:extLst>
                <a:ext uri="{FF2B5EF4-FFF2-40B4-BE49-F238E27FC236}">
                  <a16:creationId xmlns:a16="http://schemas.microsoft.com/office/drawing/2014/main" id="{1C52CB62-9132-B19F-1998-506DCE3660D9}"/>
                </a:ext>
              </a:extLst>
            </p:cNvPr>
            <p:cNvSpPr/>
            <p:nvPr/>
          </p:nvSpPr>
          <p:spPr>
            <a:xfrm>
              <a:off x="2470355" y="4678163"/>
              <a:ext cx="7307821" cy="457447"/>
            </a:xfrm>
            <a:prstGeom prst="roundRect">
              <a:avLst>
                <a:gd name="adj" fmla="val 50000"/>
              </a:avLst>
            </a:prstGeom>
            <a:gradFill>
              <a:gsLst>
                <a:gs pos="0">
                  <a:srgbClr val="C1D82E"/>
                </a:gs>
                <a:gs pos="52000">
                  <a:srgbClr val="398ACB"/>
                </a:gs>
              </a:gsLst>
              <a:lin ang="1800000" scaled="0"/>
            </a:gradFill>
            <a:ln w="12700">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6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Антиишемическое действие блокаторов кальциевых каналов</a:t>
              </a:r>
              <a:r>
                <a:rPr kumimoji="0" lang="ru-RU" sz="1400" b="0" i="0" u="none" strike="noStrike" kern="1200" cap="none" spc="0" normalizeH="0" baseline="30000" noProof="0" dirty="0">
                  <a:ln>
                    <a:noFill/>
                  </a:ln>
                  <a:solidFill>
                    <a:srgbClr val="FFFFFF"/>
                  </a:solidFill>
                  <a:effectLst/>
                  <a:uLnTx/>
                  <a:uFillTx/>
                  <a:latin typeface="Verdana" panose="020B0604030504040204" pitchFamily="34" charset="0"/>
                  <a:ea typeface="Verdana" panose="020B0604030504040204" pitchFamily="34" charset="0"/>
                  <a:cs typeface="+mn-cs"/>
                </a:rPr>
                <a:t>1–3</a:t>
              </a:r>
            </a:p>
          </p:txBody>
        </p:sp>
        <p:sp>
          <p:nvSpPr>
            <p:cNvPr id="30" name="Полилиния: фигура 29">
              <a:extLst>
                <a:ext uri="{FF2B5EF4-FFF2-40B4-BE49-F238E27FC236}">
                  <a16:creationId xmlns:a16="http://schemas.microsoft.com/office/drawing/2014/main" id="{43FAF2AE-DDDA-39F0-F451-0029A5FA5DC3}"/>
                </a:ext>
              </a:extLst>
            </p:cNvPr>
            <p:cNvSpPr/>
            <p:nvPr/>
          </p:nvSpPr>
          <p:spPr>
            <a:xfrm rot="10800000" flipH="1" flipV="1">
              <a:off x="895943" y="5252753"/>
              <a:ext cx="5013610" cy="539309"/>
            </a:xfrm>
            <a:custGeom>
              <a:avLst/>
              <a:gdLst>
                <a:gd name="connsiteX0" fmla="*/ 3618641 w 5960467"/>
                <a:gd name="connsiteY0" fmla="*/ 1051743 h 1051743"/>
                <a:gd name="connsiteX1" fmla="*/ 2540621 w 5960467"/>
                <a:gd name="connsiteY1" fmla="*/ 1051743 h 1051743"/>
                <a:gd name="connsiteX2" fmla="*/ 1121514 w 5960467"/>
                <a:gd name="connsiteY2" fmla="*/ 1051743 h 1051743"/>
                <a:gd name="connsiteX3" fmla="*/ 43493 w 5960467"/>
                <a:gd name="connsiteY3" fmla="*/ 1051743 h 1051743"/>
                <a:gd name="connsiteX4" fmla="*/ 756 w 5960467"/>
                <a:gd name="connsiteY4" fmla="*/ 985575 h 1051743"/>
                <a:gd name="connsiteX5" fmla="*/ 110654 w 5960467"/>
                <a:gd name="connsiteY5" fmla="*/ 65870 h 1051743"/>
                <a:gd name="connsiteX6" fmla="*/ 170792 w 5960467"/>
                <a:gd name="connsiteY6" fmla="*/ 1 h 1051743"/>
                <a:gd name="connsiteX7" fmla="*/ 496679 w 5960467"/>
                <a:gd name="connsiteY7" fmla="*/ 1 h 1051743"/>
                <a:gd name="connsiteX8" fmla="*/ 496681 w 5960467"/>
                <a:gd name="connsiteY8" fmla="*/ 0 h 1051743"/>
                <a:gd name="connsiteX9" fmla="*/ 1485582 w 5960467"/>
                <a:gd name="connsiteY9" fmla="*/ 0 h 1051743"/>
                <a:gd name="connsiteX10" fmla="*/ 1574701 w 5960467"/>
                <a:gd name="connsiteY10" fmla="*/ 0 h 1051743"/>
                <a:gd name="connsiteX11" fmla="*/ 2341826 w 5960467"/>
                <a:gd name="connsiteY11" fmla="*/ 0 h 1051743"/>
                <a:gd name="connsiteX12" fmla="*/ 2563602 w 5960467"/>
                <a:gd name="connsiteY12" fmla="*/ 0 h 1051743"/>
                <a:gd name="connsiteX13" fmla="*/ 2993807 w 5960467"/>
                <a:gd name="connsiteY13" fmla="*/ 0 h 1051743"/>
                <a:gd name="connsiteX14" fmla="*/ 3419846 w 5960467"/>
                <a:gd name="connsiteY14" fmla="*/ 0 h 1051743"/>
                <a:gd name="connsiteX15" fmla="*/ 3982708 w 5960467"/>
                <a:gd name="connsiteY15" fmla="*/ 0 h 1051743"/>
                <a:gd name="connsiteX16" fmla="*/ 4071827 w 5960467"/>
                <a:gd name="connsiteY16" fmla="*/ 0 h 1051743"/>
                <a:gd name="connsiteX17" fmla="*/ 4838953 w 5960467"/>
                <a:gd name="connsiteY17" fmla="*/ 0 h 1051743"/>
                <a:gd name="connsiteX18" fmla="*/ 5060728 w 5960467"/>
                <a:gd name="connsiteY18" fmla="*/ 0 h 1051743"/>
                <a:gd name="connsiteX19" fmla="*/ 5916973 w 5960467"/>
                <a:gd name="connsiteY19" fmla="*/ 0 h 1051743"/>
                <a:gd name="connsiteX20" fmla="*/ 5959711 w 5960467"/>
                <a:gd name="connsiteY20" fmla="*/ 66169 h 1051743"/>
                <a:gd name="connsiteX21" fmla="*/ 5849812 w 5960467"/>
                <a:gd name="connsiteY21" fmla="*/ 985873 h 1051743"/>
                <a:gd name="connsiteX22" fmla="*/ 5789674 w 5960467"/>
                <a:gd name="connsiteY22" fmla="*/ 1051742 h 1051743"/>
                <a:gd name="connsiteX23" fmla="*/ 4933429 w 5960467"/>
                <a:gd name="connsiteY23" fmla="*/ 1051742 h 1051743"/>
                <a:gd name="connsiteX24" fmla="*/ 4711654 w 5960467"/>
                <a:gd name="connsiteY24" fmla="*/ 1051742 h 1051743"/>
                <a:gd name="connsiteX25" fmla="*/ 3944528 w 5960467"/>
                <a:gd name="connsiteY25" fmla="*/ 1051742 h 1051743"/>
                <a:gd name="connsiteX26" fmla="*/ 3855409 w 5960467"/>
                <a:gd name="connsiteY26" fmla="*/ 1051742 h 1051743"/>
                <a:gd name="connsiteX27" fmla="*/ 3618642 w 5960467"/>
                <a:gd name="connsiteY27" fmla="*/ 1051742 h 1051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960467" h="1051743">
                  <a:moveTo>
                    <a:pt x="3618641" y="1051743"/>
                  </a:moveTo>
                  <a:lnTo>
                    <a:pt x="2540621" y="1051743"/>
                  </a:lnTo>
                  <a:lnTo>
                    <a:pt x="1121514" y="1051743"/>
                  </a:lnTo>
                  <a:lnTo>
                    <a:pt x="43493" y="1051743"/>
                  </a:lnTo>
                  <a:cubicBezTo>
                    <a:pt x="15164" y="1051743"/>
                    <a:pt x="-4129" y="1021803"/>
                    <a:pt x="756" y="985575"/>
                  </a:cubicBezTo>
                  <a:lnTo>
                    <a:pt x="110654" y="65870"/>
                  </a:lnTo>
                  <a:cubicBezTo>
                    <a:pt x="115355" y="29462"/>
                    <a:pt x="142463" y="1"/>
                    <a:pt x="170792" y="1"/>
                  </a:cubicBezTo>
                  <a:lnTo>
                    <a:pt x="496679" y="1"/>
                  </a:lnTo>
                  <a:lnTo>
                    <a:pt x="496681" y="0"/>
                  </a:lnTo>
                  <a:lnTo>
                    <a:pt x="1485582" y="0"/>
                  </a:lnTo>
                  <a:lnTo>
                    <a:pt x="1574701" y="0"/>
                  </a:lnTo>
                  <a:lnTo>
                    <a:pt x="2341826" y="0"/>
                  </a:lnTo>
                  <a:lnTo>
                    <a:pt x="2563602" y="0"/>
                  </a:lnTo>
                  <a:lnTo>
                    <a:pt x="2993807" y="0"/>
                  </a:lnTo>
                  <a:lnTo>
                    <a:pt x="3419846" y="0"/>
                  </a:lnTo>
                  <a:lnTo>
                    <a:pt x="3982708" y="0"/>
                  </a:lnTo>
                  <a:lnTo>
                    <a:pt x="4071827" y="0"/>
                  </a:lnTo>
                  <a:lnTo>
                    <a:pt x="4838953" y="0"/>
                  </a:lnTo>
                  <a:lnTo>
                    <a:pt x="5060728" y="0"/>
                  </a:lnTo>
                  <a:lnTo>
                    <a:pt x="5916973" y="0"/>
                  </a:lnTo>
                  <a:cubicBezTo>
                    <a:pt x="5945302" y="0"/>
                    <a:pt x="5964595" y="29941"/>
                    <a:pt x="5959711" y="66169"/>
                  </a:cubicBezTo>
                  <a:lnTo>
                    <a:pt x="5849812" y="985873"/>
                  </a:lnTo>
                  <a:cubicBezTo>
                    <a:pt x="5845112" y="1022281"/>
                    <a:pt x="5818003" y="1051742"/>
                    <a:pt x="5789674" y="1051742"/>
                  </a:cubicBezTo>
                  <a:lnTo>
                    <a:pt x="4933429" y="1051742"/>
                  </a:lnTo>
                  <a:lnTo>
                    <a:pt x="4711654" y="1051742"/>
                  </a:lnTo>
                  <a:lnTo>
                    <a:pt x="3944528" y="1051742"/>
                  </a:lnTo>
                  <a:lnTo>
                    <a:pt x="3855409" y="1051742"/>
                  </a:lnTo>
                  <a:lnTo>
                    <a:pt x="3618642" y="1051742"/>
                  </a:lnTo>
                  <a:close/>
                </a:path>
              </a:pathLst>
            </a:custGeom>
            <a:noFill/>
            <a:ln w="13331" cap="flat">
              <a:solidFill>
                <a:srgbClr val="398ACB"/>
              </a:solidFill>
              <a:prstDash val="solid"/>
              <a:miter/>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3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Снижение потребления миокардом кислорода</a:t>
              </a:r>
            </a:p>
          </p:txBody>
        </p:sp>
        <p:sp>
          <p:nvSpPr>
            <p:cNvPr id="34" name="Полилиния: фигура 33">
              <a:extLst>
                <a:ext uri="{FF2B5EF4-FFF2-40B4-BE49-F238E27FC236}">
                  <a16:creationId xmlns:a16="http://schemas.microsoft.com/office/drawing/2014/main" id="{613005A2-58C8-7181-8074-47CF6035D453}"/>
                </a:ext>
              </a:extLst>
            </p:cNvPr>
            <p:cNvSpPr/>
            <p:nvPr/>
          </p:nvSpPr>
          <p:spPr>
            <a:xfrm rot="10800000" flipH="1" flipV="1">
              <a:off x="6294794" y="5252753"/>
              <a:ext cx="5013610" cy="539309"/>
            </a:xfrm>
            <a:custGeom>
              <a:avLst/>
              <a:gdLst>
                <a:gd name="connsiteX0" fmla="*/ 3618641 w 5960467"/>
                <a:gd name="connsiteY0" fmla="*/ 1051743 h 1051743"/>
                <a:gd name="connsiteX1" fmla="*/ 2540621 w 5960467"/>
                <a:gd name="connsiteY1" fmla="*/ 1051743 h 1051743"/>
                <a:gd name="connsiteX2" fmla="*/ 1121514 w 5960467"/>
                <a:gd name="connsiteY2" fmla="*/ 1051743 h 1051743"/>
                <a:gd name="connsiteX3" fmla="*/ 43493 w 5960467"/>
                <a:gd name="connsiteY3" fmla="*/ 1051743 h 1051743"/>
                <a:gd name="connsiteX4" fmla="*/ 756 w 5960467"/>
                <a:gd name="connsiteY4" fmla="*/ 985575 h 1051743"/>
                <a:gd name="connsiteX5" fmla="*/ 110654 w 5960467"/>
                <a:gd name="connsiteY5" fmla="*/ 65870 h 1051743"/>
                <a:gd name="connsiteX6" fmla="*/ 170792 w 5960467"/>
                <a:gd name="connsiteY6" fmla="*/ 1 h 1051743"/>
                <a:gd name="connsiteX7" fmla="*/ 496679 w 5960467"/>
                <a:gd name="connsiteY7" fmla="*/ 1 h 1051743"/>
                <a:gd name="connsiteX8" fmla="*/ 496681 w 5960467"/>
                <a:gd name="connsiteY8" fmla="*/ 0 h 1051743"/>
                <a:gd name="connsiteX9" fmla="*/ 1485582 w 5960467"/>
                <a:gd name="connsiteY9" fmla="*/ 0 h 1051743"/>
                <a:gd name="connsiteX10" fmla="*/ 1574701 w 5960467"/>
                <a:gd name="connsiteY10" fmla="*/ 0 h 1051743"/>
                <a:gd name="connsiteX11" fmla="*/ 2341826 w 5960467"/>
                <a:gd name="connsiteY11" fmla="*/ 0 h 1051743"/>
                <a:gd name="connsiteX12" fmla="*/ 2563602 w 5960467"/>
                <a:gd name="connsiteY12" fmla="*/ 0 h 1051743"/>
                <a:gd name="connsiteX13" fmla="*/ 2993807 w 5960467"/>
                <a:gd name="connsiteY13" fmla="*/ 0 h 1051743"/>
                <a:gd name="connsiteX14" fmla="*/ 3419846 w 5960467"/>
                <a:gd name="connsiteY14" fmla="*/ 0 h 1051743"/>
                <a:gd name="connsiteX15" fmla="*/ 3982708 w 5960467"/>
                <a:gd name="connsiteY15" fmla="*/ 0 h 1051743"/>
                <a:gd name="connsiteX16" fmla="*/ 4071827 w 5960467"/>
                <a:gd name="connsiteY16" fmla="*/ 0 h 1051743"/>
                <a:gd name="connsiteX17" fmla="*/ 4838953 w 5960467"/>
                <a:gd name="connsiteY17" fmla="*/ 0 h 1051743"/>
                <a:gd name="connsiteX18" fmla="*/ 5060728 w 5960467"/>
                <a:gd name="connsiteY18" fmla="*/ 0 h 1051743"/>
                <a:gd name="connsiteX19" fmla="*/ 5916973 w 5960467"/>
                <a:gd name="connsiteY19" fmla="*/ 0 h 1051743"/>
                <a:gd name="connsiteX20" fmla="*/ 5959711 w 5960467"/>
                <a:gd name="connsiteY20" fmla="*/ 66169 h 1051743"/>
                <a:gd name="connsiteX21" fmla="*/ 5849812 w 5960467"/>
                <a:gd name="connsiteY21" fmla="*/ 985873 h 1051743"/>
                <a:gd name="connsiteX22" fmla="*/ 5789674 w 5960467"/>
                <a:gd name="connsiteY22" fmla="*/ 1051742 h 1051743"/>
                <a:gd name="connsiteX23" fmla="*/ 4933429 w 5960467"/>
                <a:gd name="connsiteY23" fmla="*/ 1051742 h 1051743"/>
                <a:gd name="connsiteX24" fmla="*/ 4711654 w 5960467"/>
                <a:gd name="connsiteY24" fmla="*/ 1051742 h 1051743"/>
                <a:gd name="connsiteX25" fmla="*/ 3944528 w 5960467"/>
                <a:gd name="connsiteY25" fmla="*/ 1051742 h 1051743"/>
                <a:gd name="connsiteX26" fmla="*/ 3855409 w 5960467"/>
                <a:gd name="connsiteY26" fmla="*/ 1051742 h 1051743"/>
                <a:gd name="connsiteX27" fmla="*/ 3618642 w 5960467"/>
                <a:gd name="connsiteY27" fmla="*/ 1051742 h 1051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960467" h="1051743">
                  <a:moveTo>
                    <a:pt x="3618641" y="1051743"/>
                  </a:moveTo>
                  <a:lnTo>
                    <a:pt x="2540621" y="1051743"/>
                  </a:lnTo>
                  <a:lnTo>
                    <a:pt x="1121514" y="1051743"/>
                  </a:lnTo>
                  <a:lnTo>
                    <a:pt x="43493" y="1051743"/>
                  </a:lnTo>
                  <a:cubicBezTo>
                    <a:pt x="15164" y="1051743"/>
                    <a:pt x="-4129" y="1021803"/>
                    <a:pt x="756" y="985575"/>
                  </a:cubicBezTo>
                  <a:lnTo>
                    <a:pt x="110654" y="65870"/>
                  </a:lnTo>
                  <a:cubicBezTo>
                    <a:pt x="115355" y="29462"/>
                    <a:pt x="142463" y="1"/>
                    <a:pt x="170792" y="1"/>
                  </a:cubicBezTo>
                  <a:lnTo>
                    <a:pt x="496679" y="1"/>
                  </a:lnTo>
                  <a:lnTo>
                    <a:pt x="496681" y="0"/>
                  </a:lnTo>
                  <a:lnTo>
                    <a:pt x="1485582" y="0"/>
                  </a:lnTo>
                  <a:lnTo>
                    <a:pt x="1574701" y="0"/>
                  </a:lnTo>
                  <a:lnTo>
                    <a:pt x="2341826" y="0"/>
                  </a:lnTo>
                  <a:lnTo>
                    <a:pt x="2563602" y="0"/>
                  </a:lnTo>
                  <a:lnTo>
                    <a:pt x="2993807" y="0"/>
                  </a:lnTo>
                  <a:lnTo>
                    <a:pt x="3419846" y="0"/>
                  </a:lnTo>
                  <a:lnTo>
                    <a:pt x="3982708" y="0"/>
                  </a:lnTo>
                  <a:lnTo>
                    <a:pt x="4071827" y="0"/>
                  </a:lnTo>
                  <a:lnTo>
                    <a:pt x="4838953" y="0"/>
                  </a:lnTo>
                  <a:lnTo>
                    <a:pt x="5060728" y="0"/>
                  </a:lnTo>
                  <a:lnTo>
                    <a:pt x="5916973" y="0"/>
                  </a:lnTo>
                  <a:cubicBezTo>
                    <a:pt x="5945302" y="0"/>
                    <a:pt x="5964595" y="29941"/>
                    <a:pt x="5959711" y="66169"/>
                  </a:cubicBezTo>
                  <a:lnTo>
                    <a:pt x="5849812" y="985873"/>
                  </a:lnTo>
                  <a:cubicBezTo>
                    <a:pt x="5845112" y="1022281"/>
                    <a:pt x="5818003" y="1051742"/>
                    <a:pt x="5789674" y="1051742"/>
                  </a:cubicBezTo>
                  <a:lnTo>
                    <a:pt x="4933429" y="1051742"/>
                  </a:lnTo>
                  <a:lnTo>
                    <a:pt x="4711654" y="1051742"/>
                  </a:lnTo>
                  <a:lnTo>
                    <a:pt x="3944528" y="1051742"/>
                  </a:lnTo>
                  <a:lnTo>
                    <a:pt x="3855409" y="1051742"/>
                  </a:lnTo>
                  <a:lnTo>
                    <a:pt x="3618642" y="1051742"/>
                  </a:lnTo>
                  <a:close/>
                </a:path>
              </a:pathLst>
            </a:custGeom>
            <a:noFill/>
            <a:ln w="13331" cap="flat">
              <a:solidFill>
                <a:srgbClr val="398ACB"/>
              </a:solidFill>
              <a:prstDash val="solid"/>
              <a:miter/>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3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Расширение крупных коронарных артерий</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3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и артериол</a:t>
              </a:r>
            </a:p>
          </p:txBody>
        </p:sp>
      </p:grpSp>
      <p:sp>
        <p:nvSpPr>
          <p:cNvPr id="2" name="Заголовок 1">
            <a:extLst>
              <a:ext uri="{FF2B5EF4-FFF2-40B4-BE49-F238E27FC236}">
                <a16:creationId xmlns:a16="http://schemas.microsoft.com/office/drawing/2014/main" id="{D691F081-A6A5-3B39-F51C-EFE4E11F6846}"/>
              </a:ext>
            </a:extLst>
          </p:cNvPr>
          <p:cNvSpPr txBox="1">
            <a:spLocks/>
          </p:cNvSpPr>
          <p:nvPr/>
        </p:nvSpPr>
        <p:spPr>
          <a:xfrm>
            <a:off x="895942" y="497766"/>
            <a:ext cx="10909300" cy="783083"/>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ru-RU" sz="2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Синергизм антиангинального действия </a:t>
            </a:r>
            <a:r>
              <a:rPr kumimoji="0" lang="ru-RU" sz="22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бисопролола</a:t>
            </a:r>
            <a:br>
              <a:rPr kumimoji="0" lang="ru-RU" sz="2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br>
            <a:r>
              <a:rPr kumimoji="0" lang="ru-RU" sz="2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и амлодипина</a:t>
            </a:r>
            <a:r>
              <a:rPr kumimoji="0" lang="ru-RU" sz="1600" b="0" i="0" u="none" strike="noStrike" kern="1200" cap="none" spc="0" normalizeH="0" baseline="5000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1</a:t>
            </a:r>
            <a:r>
              <a:rPr kumimoji="0" lang="en-US" sz="1600" b="0" i="0" u="none" strike="noStrike" kern="1200" cap="none" spc="0" normalizeH="0" baseline="5000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a:t>
            </a:r>
            <a:r>
              <a:rPr kumimoji="0" lang="ru-RU" sz="1600" b="0" i="0" u="none" strike="noStrike" kern="1200" cap="none" spc="0" normalizeH="0" baseline="5000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3</a:t>
            </a:r>
          </a:p>
        </p:txBody>
      </p:sp>
    </p:spTree>
    <p:extLst>
      <p:ext uri="{BB962C8B-B14F-4D97-AF65-F5344CB8AC3E}">
        <p14:creationId xmlns:p14="http://schemas.microsoft.com/office/powerpoint/2010/main" val="4294285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fade">
                                      <p:cBhvr>
                                        <p:cTn id="12"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Номер слайда 13">
            <a:extLst>
              <a:ext uri="{FF2B5EF4-FFF2-40B4-BE49-F238E27FC236}">
                <a16:creationId xmlns:a16="http://schemas.microsoft.com/office/drawing/2014/main" id="{2ACD876B-336E-AA32-4A1D-D6C956813CEC}"/>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38</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grpSp>
        <p:nvGrpSpPr>
          <p:cNvPr id="2" name="Группа 1">
            <a:extLst>
              <a:ext uri="{FF2B5EF4-FFF2-40B4-BE49-F238E27FC236}">
                <a16:creationId xmlns:a16="http://schemas.microsoft.com/office/drawing/2014/main" id="{686E84FA-BE13-2AAC-5229-5044F01C0E56}"/>
              </a:ext>
            </a:extLst>
          </p:cNvPr>
          <p:cNvGrpSpPr/>
          <p:nvPr/>
        </p:nvGrpSpPr>
        <p:grpSpPr>
          <a:xfrm>
            <a:off x="274355" y="958370"/>
            <a:ext cx="4261405" cy="5038378"/>
            <a:chOff x="274355" y="958370"/>
            <a:chExt cx="4261405" cy="5038378"/>
          </a:xfrm>
        </p:grpSpPr>
        <p:sp>
          <p:nvSpPr>
            <p:cNvPr id="43" name="Полилиния: фигура 42">
              <a:extLst>
                <a:ext uri="{FF2B5EF4-FFF2-40B4-BE49-F238E27FC236}">
                  <a16:creationId xmlns:a16="http://schemas.microsoft.com/office/drawing/2014/main" id="{4570B9C3-B303-B99A-E161-A01FDBFAD903}"/>
                </a:ext>
              </a:extLst>
            </p:cNvPr>
            <p:cNvSpPr/>
            <p:nvPr/>
          </p:nvSpPr>
          <p:spPr>
            <a:xfrm rot="19800000">
              <a:off x="274355" y="958370"/>
              <a:ext cx="4261405" cy="5038378"/>
            </a:xfrm>
            <a:custGeom>
              <a:avLst/>
              <a:gdLst>
                <a:gd name="connsiteX0" fmla="*/ 2603298 w 3346335"/>
                <a:gd name="connsiteY0" fmla="*/ 891724 h 3956466"/>
                <a:gd name="connsiteX1" fmla="*/ 1402101 w 3346335"/>
                <a:gd name="connsiteY1" fmla="*/ 89338 h 3956466"/>
                <a:gd name="connsiteX2" fmla="*/ 666580 w 3346335"/>
                <a:gd name="connsiteY2" fmla="*/ 235833 h 3956466"/>
                <a:gd name="connsiteX3" fmla="*/ 595619 w 3346335"/>
                <a:gd name="connsiteY3" fmla="*/ 490531 h 3956466"/>
                <a:gd name="connsiteX4" fmla="*/ 314917 w 3346335"/>
                <a:gd name="connsiteY4" fmla="*/ 1376356 h 3956466"/>
                <a:gd name="connsiteX5" fmla="*/ 592 w 3346335"/>
                <a:gd name="connsiteY5" fmla="*/ 2239226 h 3956466"/>
                <a:gd name="connsiteX6" fmla="*/ 743542 w 3346335"/>
                <a:gd name="connsiteY6" fmla="*/ 3675215 h 3956466"/>
                <a:gd name="connsiteX7" fmla="*/ 3064975 w 3346335"/>
                <a:gd name="connsiteY7" fmla="*/ 3212871 h 3956466"/>
                <a:gd name="connsiteX8" fmla="*/ 2603298 w 3346335"/>
                <a:gd name="connsiteY8" fmla="*/ 891724 h 3956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6335" h="3956466">
                  <a:moveTo>
                    <a:pt x="2603298" y="891724"/>
                  </a:moveTo>
                  <a:lnTo>
                    <a:pt x="1402101" y="89338"/>
                  </a:lnTo>
                  <a:cubicBezTo>
                    <a:pt x="1158534" y="-73291"/>
                    <a:pt x="829250" y="-7707"/>
                    <a:pt x="666580" y="235833"/>
                  </a:cubicBezTo>
                  <a:cubicBezTo>
                    <a:pt x="617622" y="309080"/>
                    <a:pt x="606477" y="390042"/>
                    <a:pt x="595619" y="490531"/>
                  </a:cubicBezTo>
                  <a:cubicBezTo>
                    <a:pt x="588099" y="806476"/>
                    <a:pt x="490732" y="1113741"/>
                    <a:pt x="314917" y="1376356"/>
                  </a:cubicBezTo>
                  <a:cubicBezTo>
                    <a:pt x="40311" y="1787550"/>
                    <a:pt x="20785" y="2048440"/>
                    <a:pt x="592" y="2239226"/>
                  </a:cubicBezTo>
                  <a:cubicBezTo>
                    <a:pt x="-14665" y="2813684"/>
                    <a:pt x="265821" y="3355812"/>
                    <a:pt x="743542" y="3675215"/>
                  </a:cubicBezTo>
                  <a:cubicBezTo>
                    <a:pt x="1510971" y="4187755"/>
                    <a:pt x="2552435" y="3980015"/>
                    <a:pt x="3064975" y="3212871"/>
                  </a:cubicBezTo>
                  <a:cubicBezTo>
                    <a:pt x="3577516" y="2445728"/>
                    <a:pt x="3370061" y="1404455"/>
                    <a:pt x="2603298" y="891724"/>
                  </a:cubicBezTo>
                  <a:close/>
                </a:path>
              </a:pathLst>
            </a:custGeom>
            <a:solidFill>
              <a:srgbClr val="C1D82E"/>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a:ea typeface="+mn-ea"/>
                <a:cs typeface="+mn-cs"/>
              </a:endParaRPr>
            </a:p>
          </p:txBody>
        </p:sp>
        <p:grpSp>
          <p:nvGrpSpPr>
            <p:cNvPr id="38" name="Группа 37">
              <a:extLst>
                <a:ext uri="{FF2B5EF4-FFF2-40B4-BE49-F238E27FC236}">
                  <a16:creationId xmlns:a16="http://schemas.microsoft.com/office/drawing/2014/main" id="{B4040B8A-B785-43E4-A6BD-23B830DC65AF}"/>
                </a:ext>
              </a:extLst>
            </p:cNvPr>
            <p:cNvGrpSpPr/>
            <p:nvPr/>
          </p:nvGrpSpPr>
          <p:grpSpPr>
            <a:xfrm>
              <a:off x="1060661" y="3995057"/>
              <a:ext cx="3373287" cy="1584829"/>
              <a:chOff x="955653" y="3511239"/>
              <a:chExt cx="3373287" cy="1584829"/>
            </a:xfrm>
          </p:grpSpPr>
          <p:pic>
            <p:nvPicPr>
              <p:cNvPr id="9" name="Рисунок 34">
                <a:extLst>
                  <a:ext uri="{FF2B5EF4-FFF2-40B4-BE49-F238E27FC236}">
                    <a16:creationId xmlns:a16="http://schemas.microsoft.com/office/drawing/2014/main" id="{6D6DFF75-866F-4496-9F55-71894F6B1145}"/>
                  </a:ext>
                </a:extLst>
              </p:cNvPr>
              <p:cNvPicPr>
                <a:picLocks noChangeAspect="1"/>
              </p:cNvPicPr>
              <p:nvPr/>
            </p:nvPicPr>
            <p:blipFill>
              <a:blip r:embed="rId3"/>
              <a:stretch>
                <a:fillRect/>
              </a:stretch>
            </p:blipFill>
            <p:spPr>
              <a:xfrm>
                <a:off x="1251159" y="3511239"/>
                <a:ext cx="566661" cy="882960"/>
              </a:xfrm>
              <a:prstGeom prst="rect">
                <a:avLst/>
              </a:prstGeom>
              <a:effectLst/>
            </p:spPr>
          </p:pic>
          <p:pic>
            <p:nvPicPr>
              <p:cNvPr id="10" name="Рисунок 35">
                <a:extLst>
                  <a:ext uri="{FF2B5EF4-FFF2-40B4-BE49-F238E27FC236}">
                    <a16:creationId xmlns:a16="http://schemas.microsoft.com/office/drawing/2014/main" id="{6AF4E85D-A8A4-47D2-84D7-3945265048FC}"/>
                  </a:ext>
                </a:extLst>
              </p:cNvPr>
              <p:cNvPicPr>
                <a:picLocks noChangeAspect="1"/>
              </p:cNvPicPr>
              <p:nvPr/>
            </p:nvPicPr>
            <p:blipFill>
              <a:blip r:embed="rId4"/>
              <a:stretch>
                <a:fillRect/>
              </a:stretch>
            </p:blipFill>
            <p:spPr>
              <a:xfrm>
                <a:off x="2253752" y="3945862"/>
                <a:ext cx="603384" cy="819168"/>
              </a:xfrm>
              <a:prstGeom prst="rect">
                <a:avLst/>
              </a:prstGeom>
              <a:effectLst/>
            </p:spPr>
          </p:pic>
          <p:pic>
            <p:nvPicPr>
              <p:cNvPr id="11" name="Рисунок 36">
                <a:extLst>
                  <a:ext uri="{FF2B5EF4-FFF2-40B4-BE49-F238E27FC236}">
                    <a16:creationId xmlns:a16="http://schemas.microsoft.com/office/drawing/2014/main" id="{8E5BBD01-46CA-46CE-AF3E-E5C617885734}"/>
                  </a:ext>
                </a:extLst>
              </p:cNvPr>
              <p:cNvPicPr>
                <a:picLocks noChangeAspect="1"/>
              </p:cNvPicPr>
              <p:nvPr/>
            </p:nvPicPr>
            <p:blipFill>
              <a:blip r:embed="rId5"/>
              <a:stretch>
                <a:fillRect/>
              </a:stretch>
            </p:blipFill>
            <p:spPr>
              <a:xfrm>
                <a:off x="3376109" y="3704991"/>
                <a:ext cx="446916" cy="614374"/>
              </a:xfrm>
              <a:prstGeom prst="rect">
                <a:avLst/>
              </a:prstGeom>
              <a:effectLst/>
            </p:spPr>
          </p:pic>
          <p:sp>
            <p:nvSpPr>
              <p:cNvPr id="17" name="TextBox 16">
                <a:extLst>
                  <a:ext uri="{FF2B5EF4-FFF2-40B4-BE49-F238E27FC236}">
                    <a16:creationId xmlns:a16="http://schemas.microsoft.com/office/drawing/2014/main" id="{AED50FD5-9DDC-260A-9BDF-AA5E70774AEC}"/>
                  </a:ext>
                </a:extLst>
              </p:cNvPr>
              <p:cNvSpPr txBox="1"/>
              <p:nvPr/>
            </p:nvSpPr>
            <p:spPr>
              <a:xfrm>
                <a:off x="955653" y="4411341"/>
                <a:ext cx="1152640" cy="36997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8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Times New Roman" panose="02020603050405020304" pitchFamily="18" charset="0"/>
                  </a:rPr>
                  <a:t>СНС</a:t>
                </a:r>
              </a:p>
            </p:txBody>
          </p:sp>
          <p:sp>
            <p:nvSpPr>
              <p:cNvPr id="18" name="TextBox 17">
                <a:extLst>
                  <a:ext uri="{FF2B5EF4-FFF2-40B4-BE49-F238E27FC236}">
                    <a16:creationId xmlns:a16="http://schemas.microsoft.com/office/drawing/2014/main" id="{B10290B3-04E8-1296-8595-D5BD8EABD0B4}"/>
                  </a:ext>
                </a:extLst>
              </p:cNvPr>
              <p:cNvSpPr txBox="1"/>
              <p:nvPr/>
            </p:nvSpPr>
            <p:spPr>
              <a:xfrm>
                <a:off x="1797565" y="4726736"/>
                <a:ext cx="1458745"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8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Times New Roman" panose="02020603050405020304" pitchFamily="18" charset="0"/>
                  </a:rPr>
                  <a:t>Артерии</a:t>
                </a:r>
              </a:p>
            </p:txBody>
          </p:sp>
          <p:sp>
            <p:nvSpPr>
              <p:cNvPr id="19" name="TextBox 18">
                <a:extLst>
                  <a:ext uri="{FF2B5EF4-FFF2-40B4-BE49-F238E27FC236}">
                    <a16:creationId xmlns:a16="http://schemas.microsoft.com/office/drawing/2014/main" id="{0D96AE3A-0E1E-019B-9B7E-0D1EF32B8041}"/>
                  </a:ext>
                </a:extLst>
              </p:cNvPr>
              <p:cNvSpPr txBox="1"/>
              <p:nvPr/>
            </p:nvSpPr>
            <p:spPr>
              <a:xfrm>
                <a:off x="2870195" y="4349493"/>
                <a:ext cx="1458745"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8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Times New Roman" panose="02020603050405020304" pitchFamily="18" charset="0"/>
                  </a:rPr>
                  <a:t>РААС</a:t>
                </a:r>
              </a:p>
            </p:txBody>
          </p:sp>
        </p:grpSp>
        <p:sp>
          <p:nvSpPr>
            <p:cNvPr id="35" name="TextBox 34">
              <a:extLst>
                <a:ext uri="{FF2B5EF4-FFF2-40B4-BE49-F238E27FC236}">
                  <a16:creationId xmlns:a16="http://schemas.microsoft.com/office/drawing/2014/main" id="{A888DC50-C165-6BC0-76D7-8883A166B0A0}"/>
                </a:ext>
              </a:extLst>
            </p:cNvPr>
            <p:cNvSpPr txBox="1"/>
            <p:nvPr/>
          </p:nvSpPr>
          <p:spPr>
            <a:xfrm>
              <a:off x="713768" y="2432344"/>
              <a:ext cx="3781660" cy="1471172"/>
            </a:xfrm>
            <a:prstGeom prst="rect">
              <a:avLst/>
            </a:prstGeom>
            <a:noFill/>
          </p:spPr>
          <p:txBody>
            <a:bodyPr wrap="square">
              <a:spAutoFit/>
            </a:bodyPr>
            <a:lstStyle/>
            <a:p>
              <a:pPr marL="0" marR="0" lvl="0" indent="0" algn="ctr" defTabSz="801188" rtl="0" eaLnBrk="1" fontAlgn="auto" latinLnBrk="0" hangingPunct="1">
                <a:lnSpc>
                  <a:spcPct val="90000"/>
                </a:lnSpc>
                <a:spcBef>
                  <a:spcPts val="0"/>
                </a:spcBef>
                <a:spcAft>
                  <a:spcPts val="0"/>
                </a:spcAft>
                <a:buClrTx/>
                <a:buSzTx/>
                <a:buFontTx/>
                <a:buNone/>
                <a:tabLst/>
                <a:defRPr/>
              </a:pPr>
              <a:r>
                <a:rPr kumimoji="0" lang="ru-RU" sz="16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Оптимальным для </a:t>
              </a:r>
              <a:r>
                <a:rPr kumimoji="0" lang="ru-RU" sz="24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фиксированной</a:t>
              </a:r>
              <a:endParaRPr kumimoji="0" lang="en-US" sz="24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a:p>
              <a:pPr marL="0" marR="0" lvl="0" indent="0" algn="ctr" defTabSz="801188" rtl="0" eaLnBrk="1" fontAlgn="auto" latinLnBrk="0" hangingPunct="1">
                <a:lnSpc>
                  <a:spcPct val="90000"/>
                </a:lnSpc>
                <a:spcBef>
                  <a:spcPts val="0"/>
                </a:spcBef>
                <a:spcAft>
                  <a:spcPts val="0"/>
                </a:spcAft>
                <a:buClrTx/>
                <a:buSzTx/>
                <a:buFontTx/>
                <a:buNone/>
                <a:tabLst/>
                <a:defRPr/>
              </a:pPr>
              <a:r>
                <a:rPr kumimoji="0" lang="ru-RU" sz="24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комбинации </a:t>
              </a:r>
              <a:endParaRPr kumimoji="0" lang="en-US" sz="24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a:p>
              <a:pPr marL="0" marR="0" lvl="0" indent="0" algn="ctr" defTabSz="801188" rtl="0" eaLnBrk="1" fontAlgn="auto" latinLnBrk="0" hangingPunct="1">
                <a:lnSpc>
                  <a:spcPct val="100000"/>
                </a:lnSpc>
                <a:spcBef>
                  <a:spcPts val="0"/>
                </a:spcBef>
                <a:spcAft>
                  <a:spcPts val="0"/>
                </a:spcAft>
                <a:buClrTx/>
                <a:buSzTx/>
                <a:buFontTx/>
                <a:buNone/>
                <a:tabLst/>
                <a:defRPr/>
              </a:pPr>
              <a:r>
                <a:rPr kumimoji="0" lang="ru-RU" sz="16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является влияние на три механизма действия </a:t>
              </a:r>
            </a:p>
          </p:txBody>
        </p:sp>
        <p:pic>
          <p:nvPicPr>
            <p:cNvPr id="46" name="Рисунок 45" descr="Изображение выглядит как внутренний, белый, черный, посуда&#10;&#10;Автоматически созданное описание">
              <a:extLst>
                <a:ext uri="{FF2B5EF4-FFF2-40B4-BE49-F238E27FC236}">
                  <a16:creationId xmlns:a16="http://schemas.microsoft.com/office/drawing/2014/main" id="{B1162D67-D681-C27E-F7F2-B749C7FB1882}"/>
                </a:ext>
              </a:extLst>
            </p:cNvPr>
            <p:cNvPicPr>
              <a:picLocks noChangeAspect="1"/>
            </p:cNvPicPr>
            <p:nvPr/>
          </p:nvPicPr>
          <p:blipFill>
            <a:blip r:embed="rId6">
              <a:extLst>
                <a:ext uri="{BEBA8EAE-BF5A-486C-A8C5-ECC9F3942E4B}">
                  <a14:imgProps xmlns:a14="http://schemas.microsoft.com/office/drawing/2010/main">
                    <a14:imgLayer r:embed="rId7">
                      <a14:imgEffect>
                        <a14:brightnessContrast bright="8000"/>
                      </a14:imgEffect>
                    </a14:imgLayer>
                  </a14:imgProps>
                </a:ext>
                <a:ext uri="{28A0092B-C50C-407E-A947-70E740481C1C}">
                  <a14:useLocalDpi xmlns:a14="http://schemas.microsoft.com/office/drawing/2010/main" val="0"/>
                </a:ext>
              </a:extLst>
            </a:blip>
            <a:stretch>
              <a:fillRect/>
            </a:stretch>
          </p:blipFill>
          <p:spPr>
            <a:xfrm>
              <a:off x="320541" y="1666443"/>
              <a:ext cx="1035626" cy="1035626"/>
            </a:xfrm>
            <a:prstGeom prst="rect">
              <a:avLst/>
            </a:prstGeom>
          </p:spPr>
        </p:pic>
      </p:grpSp>
      <p:sp>
        <p:nvSpPr>
          <p:cNvPr id="4" name="Объект 11">
            <a:extLst>
              <a:ext uri="{FF2B5EF4-FFF2-40B4-BE49-F238E27FC236}">
                <a16:creationId xmlns:a16="http://schemas.microsoft.com/office/drawing/2014/main" id="{66779A39-C7D7-2A40-DEC9-5EE250316C9E}"/>
              </a:ext>
            </a:extLst>
          </p:cNvPr>
          <p:cNvSpPr>
            <a:spLocks noGrp="1"/>
          </p:cNvSpPr>
          <p:nvPr>
            <p:ph idx="4294967295"/>
          </p:nvPr>
        </p:nvSpPr>
        <p:spPr>
          <a:xfrm>
            <a:off x="924971" y="6306218"/>
            <a:ext cx="4312047" cy="444752"/>
          </a:xfrm>
        </p:spPr>
        <p:txBody>
          <a:bodyPr>
            <a:noAutofit/>
          </a:bodyPr>
          <a:lstStyle/>
          <a:p>
            <a:pPr marL="0" indent="0">
              <a:lnSpc>
                <a:spcPct val="100000"/>
              </a:lnSpc>
              <a:spcBef>
                <a:spcPts val="300"/>
              </a:spcBef>
              <a:buNone/>
            </a:pPr>
            <a:r>
              <a:rPr lang="ru-RU" sz="800" b="1" dirty="0">
                <a:solidFill>
                  <a:srgbClr val="323F48"/>
                </a:solidFill>
                <a:latin typeface="Calibri" panose="020F0502020204030204" pitchFamily="34" charset="0"/>
                <a:cs typeface="Calibri" panose="020F0502020204030204" pitchFamily="34" charset="0"/>
              </a:rPr>
              <a:t>АД </a:t>
            </a:r>
            <a:r>
              <a:rPr lang="ru-RU" sz="800" dirty="0">
                <a:solidFill>
                  <a:srgbClr val="323F48"/>
                </a:solidFill>
                <a:latin typeface="Calibri" panose="020F0502020204030204" pitchFamily="34" charset="0"/>
                <a:cs typeface="Calibri" panose="020F0502020204030204" pitchFamily="34" charset="0"/>
              </a:rPr>
              <a:t>– артериальное давление</a:t>
            </a:r>
          </a:p>
          <a:p>
            <a:pPr marL="0" indent="0">
              <a:lnSpc>
                <a:spcPct val="100000"/>
              </a:lnSpc>
              <a:spcBef>
                <a:spcPts val="300"/>
              </a:spcBef>
              <a:buNone/>
            </a:pPr>
            <a:r>
              <a:rPr lang="en-US" sz="800" b="1" dirty="0">
                <a:solidFill>
                  <a:srgbClr val="323F48"/>
                </a:solidFill>
                <a:latin typeface="Calibri" panose="020F0502020204030204" pitchFamily="34" charset="0"/>
                <a:cs typeface="Calibri" panose="020F0502020204030204" pitchFamily="34" charset="0"/>
              </a:rPr>
              <a:t>1. </a:t>
            </a:r>
            <a:r>
              <a:rPr lang="en-US" sz="800" dirty="0">
                <a:solidFill>
                  <a:srgbClr val="323F48"/>
                </a:solidFill>
                <a:latin typeface="Calibri" panose="020F0502020204030204" pitchFamily="34" charset="0"/>
                <a:cs typeface="Calibri" panose="020F0502020204030204" pitchFamily="34" charset="0"/>
              </a:rPr>
              <a:t>Williams B, </a:t>
            </a:r>
            <a:r>
              <a:rPr lang="en-US" sz="800" dirty="0" err="1">
                <a:solidFill>
                  <a:srgbClr val="323F48"/>
                </a:solidFill>
                <a:latin typeface="Calibri" panose="020F0502020204030204" pitchFamily="34" charset="0"/>
                <a:cs typeface="Calibri" panose="020F0502020204030204" pitchFamily="34" charset="0"/>
              </a:rPr>
              <a:t>Mancia</a:t>
            </a:r>
            <a:r>
              <a:rPr lang="en-US" sz="800" dirty="0">
                <a:solidFill>
                  <a:srgbClr val="323F48"/>
                </a:solidFill>
                <a:latin typeface="Calibri" panose="020F0502020204030204" pitchFamily="34" charset="0"/>
                <a:cs typeface="Calibri" panose="020F0502020204030204" pitchFamily="34" charset="0"/>
              </a:rPr>
              <a:t> G, Spiering W et al. </a:t>
            </a:r>
            <a:r>
              <a:rPr lang="en-US" sz="800" dirty="0" err="1">
                <a:solidFill>
                  <a:srgbClr val="323F48"/>
                </a:solidFill>
                <a:latin typeface="Calibri" panose="020F0502020204030204" pitchFamily="34" charset="0"/>
                <a:cs typeface="Calibri" panose="020F0502020204030204" pitchFamily="34" charset="0"/>
              </a:rPr>
              <a:t>Eur</a:t>
            </a:r>
            <a:r>
              <a:rPr lang="en-US" sz="800" dirty="0">
                <a:solidFill>
                  <a:srgbClr val="323F48"/>
                </a:solidFill>
                <a:latin typeface="Calibri" panose="020F0502020204030204" pitchFamily="34" charset="0"/>
                <a:cs typeface="Calibri" panose="020F0502020204030204" pitchFamily="34" charset="0"/>
              </a:rPr>
              <a:t> Heart J. 2018 Sep 1;39(33):3021-3104</a:t>
            </a:r>
          </a:p>
        </p:txBody>
      </p:sp>
      <p:sp>
        <p:nvSpPr>
          <p:cNvPr id="16" name="Заголовок 6">
            <a:extLst>
              <a:ext uri="{FF2B5EF4-FFF2-40B4-BE49-F238E27FC236}">
                <a16:creationId xmlns:a16="http://schemas.microsoft.com/office/drawing/2014/main" id="{F14D78A8-CB4D-3468-EE4E-CEDCB6326909}"/>
              </a:ext>
            </a:extLst>
          </p:cNvPr>
          <p:cNvSpPr txBox="1">
            <a:spLocks/>
          </p:cNvSpPr>
          <p:nvPr/>
        </p:nvSpPr>
        <p:spPr>
          <a:xfrm>
            <a:off x="911225" y="497766"/>
            <a:ext cx="9960429" cy="783083"/>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ru-RU" sz="2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Дисбаланс в нескольких системах может способствовать повышению</a:t>
            </a:r>
            <a:r>
              <a:rPr kumimoji="0" lang="en-US" sz="2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a:t>
            </a:r>
            <a:r>
              <a:rPr kumimoji="0" lang="ru-RU" sz="2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сердечно-сосудистого риска</a:t>
            </a:r>
            <a:r>
              <a:rPr kumimoji="0" lang="ru-RU" sz="1800" b="0" i="0" u="none" strike="noStrike" kern="1200" cap="none" spc="0" normalizeH="0" baseline="50000" noProof="0" dirty="0">
                <a:ln>
                  <a:noFill/>
                </a:ln>
                <a:solidFill>
                  <a:srgbClr val="265374"/>
                </a:solidFill>
                <a:effectLst/>
                <a:uLnTx/>
                <a:uFillTx/>
                <a:latin typeface="Verdana" panose="020B0604030504040204" pitchFamily="34" charset="0"/>
                <a:ea typeface="Verdana" panose="020B0604030504040204" pitchFamily="34" charset="0"/>
                <a:cs typeface="+mj-cs"/>
              </a:rPr>
              <a:t>1</a:t>
            </a:r>
          </a:p>
        </p:txBody>
      </p:sp>
      <p:graphicFrame>
        <p:nvGraphicFramePr>
          <p:cNvPr id="3" name="Таблица 10">
            <a:extLst>
              <a:ext uri="{FF2B5EF4-FFF2-40B4-BE49-F238E27FC236}">
                <a16:creationId xmlns:a16="http://schemas.microsoft.com/office/drawing/2014/main" id="{55926C7A-058B-08E7-81B7-F2C3195D2F31}"/>
              </a:ext>
            </a:extLst>
          </p:cNvPr>
          <p:cNvGraphicFramePr>
            <a:graphicFrameLocks noGrp="1"/>
          </p:cNvGraphicFramePr>
          <p:nvPr/>
        </p:nvGraphicFramePr>
        <p:xfrm>
          <a:off x="5127618" y="2668074"/>
          <a:ext cx="6644948" cy="3505200"/>
        </p:xfrm>
        <a:graphic>
          <a:graphicData uri="http://schemas.openxmlformats.org/drawingml/2006/table">
            <a:tbl>
              <a:tblPr firstRow="1" bandRow="1">
                <a:tableStyleId>{00A15C55-8517-42AA-B614-E9B94910E393}</a:tableStyleId>
              </a:tblPr>
              <a:tblGrid>
                <a:gridCol w="2123554">
                  <a:extLst>
                    <a:ext uri="{9D8B030D-6E8A-4147-A177-3AD203B41FA5}">
                      <a16:colId xmlns:a16="http://schemas.microsoft.com/office/drawing/2014/main" val="3748459583"/>
                    </a:ext>
                  </a:extLst>
                </a:gridCol>
                <a:gridCol w="2997200">
                  <a:extLst>
                    <a:ext uri="{9D8B030D-6E8A-4147-A177-3AD203B41FA5}">
                      <a16:colId xmlns:a16="http://schemas.microsoft.com/office/drawing/2014/main" val="2969583733"/>
                    </a:ext>
                  </a:extLst>
                </a:gridCol>
                <a:gridCol w="1524194">
                  <a:extLst>
                    <a:ext uri="{9D8B030D-6E8A-4147-A177-3AD203B41FA5}">
                      <a16:colId xmlns:a16="http://schemas.microsoft.com/office/drawing/2014/main" val="4264403516"/>
                    </a:ext>
                  </a:extLst>
                </a:gridCol>
              </a:tblGrid>
              <a:tr h="454410">
                <a:tc>
                  <a:txBody>
                    <a:bodyPr/>
                    <a:lstStyle/>
                    <a:p>
                      <a:pPr algn="l"/>
                      <a:r>
                        <a:rPr lang="ru-RU" sz="1400" dirty="0">
                          <a:solidFill>
                            <a:schemeClr val="bg1"/>
                          </a:solidFill>
                          <a:effectLst/>
                          <a:latin typeface="Verdana" panose="020B0604030504040204" pitchFamily="34" charset="0"/>
                          <a:ea typeface="Verdana" panose="020B0604030504040204" pitchFamily="34" charset="0"/>
                        </a:rPr>
                        <a:t>Система</a:t>
                      </a:r>
                      <a:endParaRPr lang="ru-RU" sz="1400" dirty="0">
                        <a:solidFill>
                          <a:schemeClr val="bg1"/>
                        </a:solidFill>
                        <a:effectLst/>
                        <a:latin typeface="Verdana" panose="020B0604030504040204" pitchFamily="34" charset="0"/>
                        <a:ea typeface="Verdana" panose="020B0604030504040204" pitchFamily="34" charset="0"/>
                        <a:cs typeface="Times New Roman" panose="02020603050405020304" pitchFamily="18" charset="0"/>
                      </a:endParaRPr>
                    </a:p>
                  </a:txBody>
                  <a:tcPr marL="137160" marR="137160" marT="137160" marB="137160" anchor="ctr">
                    <a:solidFill>
                      <a:srgbClr val="398ACB">
                        <a:alpha val="66000"/>
                      </a:srgbClr>
                    </a:solidFill>
                  </a:tcPr>
                </a:tc>
                <a:tc>
                  <a:txBody>
                    <a:bodyPr/>
                    <a:lstStyle/>
                    <a:p>
                      <a:pPr algn="ctr"/>
                      <a:r>
                        <a:rPr lang="ru-RU" sz="1400" dirty="0">
                          <a:solidFill>
                            <a:schemeClr val="bg1"/>
                          </a:solidFill>
                          <a:effectLst/>
                          <a:latin typeface="Verdana" panose="020B0604030504040204" pitchFamily="34" charset="0"/>
                          <a:ea typeface="Verdana" panose="020B0604030504040204" pitchFamily="34" charset="0"/>
                        </a:rPr>
                        <a:t>Проявления</a:t>
                      </a:r>
                      <a:endParaRPr lang="ru-RU" sz="1400" dirty="0">
                        <a:solidFill>
                          <a:schemeClr val="bg1"/>
                        </a:solidFill>
                        <a:effectLst/>
                        <a:latin typeface="Verdana" panose="020B0604030504040204" pitchFamily="34" charset="0"/>
                        <a:ea typeface="Verdana" panose="020B0604030504040204" pitchFamily="34" charset="0"/>
                        <a:cs typeface="Times New Roman" panose="02020603050405020304" pitchFamily="18" charset="0"/>
                      </a:endParaRPr>
                    </a:p>
                  </a:txBody>
                  <a:tcPr marL="137160" marR="137160" marT="137160" marB="137160" anchor="ctr">
                    <a:solidFill>
                      <a:srgbClr val="398ACB">
                        <a:alpha val="66000"/>
                      </a:srgbClr>
                    </a:solidFill>
                  </a:tcPr>
                </a:tc>
                <a:tc>
                  <a:txBody>
                    <a:bodyPr/>
                    <a:lstStyle/>
                    <a:p>
                      <a:pPr algn="ctr"/>
                      <a:r>
                        <a:rPr lang="ru-RU" sz="1400" dirty="0">
                          <a:solidFill>
                            <a:schemeClr val="bg1"/>
                          </a:solidFill>
                          <a:effectLst/>
                          <a:latin typeface="Verdana" panose="020B0604030504040204" pitchFamily="34" charset="0"/>
                          <a:ea typeface="Verdana" panose="020B0604030504040204" pitchFamily="34" charset="0"/>
                        </a:rPr>
                        <a:t>Эффект</a:t>
                      </a:r>
                      <a:endParaRPr lang="ru-RU" sz="1400" dirty="0">
                        <a:solidFill>
                          <a:schemeClr val="bg1"/>
                        </a:solidFill>
                        <a:effectLst/>
                        <a:latin typeface="Verdana" panose="020B0604030504040204" pitchFamily="34" charset="0"/>
                        <a:ea typeface="Verdana" panose="020B0604030504040204" pitchFamily="34" charset="0"/>
                        <a:cs typeface="Times New Roman" panose="02020603050405020304" pitchFamily="18" charset="0"/>
                      </a:endParaRPr>
                    </a:p>
                  </a:txBody>
                  <a:tcPr marL="137160" marR="137160" marT="137160" marB="137160" anchor="ctr">
                    <a:solidFill>
                      <a:srgbClr val="398ACB">
                        <a:alpha val="66000"/>
                      </a:srgbClr>
                    </a:solidFill>
                  </a:tcPr>
                </a:tc>
                <a:extLst>
                  <a:ext uri="{0D108BD9-81ED-4DB2-BD59-A6C34878D82A}">
                    <a16:rowId xmlns:a16="http://schemas.microsoft.com/office/drawing/2014/main" val="634666408"/>
                  </a:ext>
                </a:extLst>
              </a:tr>
              <a:tr h="756081">
                <a:tc>
                  <a:txBody>
                    <a:bodyPr/>
                    <a:lstStyle/>
                    <a:p>
                      <a:pPr algn="l"/>
                      <a:r>
                        <a:rPr lang="ru-RU" sz="1400" b="1" dirty="0">
                          <a:solidFill>
                            <a:srgbClr val="265374"/>
                          </a:solidFill>
                          <a:effectLst/>
                          <a:latin typeface="Verdana" panose="020B0604030504040204" pitchFamily="34" charset="0"/>
                          <a:ea typeface="Verdana" panose="020B0604030504040204" pitchFamily="34" charset="0"/>
                        </a:rPr>
                        <a:t>Кровеносная система</a:t>
                      </a:r>
                    </a:p>
                  </a:txBody>
                  <a:tcPr marL="137160" marR="137160" marT="137160" marB="137160" anchor="ctr">
                    <a:solidFill>
                      <a:srgbClr val="D3F3F6"/>
                    </a:solidFill>
                  </a:tcPr>
                </a:tc>
                <a:tc>
                  <a:txBody>
                    <a:bodyPr/>
                    <a:lstStyle/>
                    <a:p>
                      <a:pPr algn="ctr"/>
                      <a:r>
                        <a:rPr lang="ru-RU" sz="1600" dirty="0">
                          <a:solidFill>
                            <a:srgbClr val="265374"/>
                          </a:solidFill>
                          <a:effectLst/>
                          <a:latin typeface="Verdana" panose="020B0604030504040204" pitchFamily="34" charset="0"/>
                          <a:ea typeface="Verdana" panose="020B0604030504040204" pitchFamily="34" charset="0"/>
                        </a:rPr>
                        <a:t>Сосудистое</a:t>
                      </a:r>
                      <a:r>
                        <a:rPr lang="ru-RU" sz="1600" baseline="0" dirty="0">
                          <a:solidFill>
                            <a:srgbClr val="265374"/>
                          </a:solidFill>
                          <a:effectLst/>
                          <a:latin typeface="Verdana" panose="020B0604030504040204" pitchFamily="34" charset="0"/>
                          <a:ea typeface="Verdana" panose="020B0604030504040204" pitchFamily="34" charset="0"/>
                        </a:rPr>
                        <a:t> </a:t>
                      </a:r>
                      <a:r>
                        <a:rPr lang="ru-RU" sz="1600" dirty="0">
                          <a:solidFill>
                            <a:srgbClr val="265374"/>
                          </a:solidFill>
                          <a:effectLst/>
                          <a:latin typeface="Verdana" panose="020B0604030504040204" pitchFamily="34" charset="0"/>
                          <a:ea typeface="Verdana" panose="020B0604030504040204" pitchFamily="34" charset="0"/>
                        </a:rPr>
                        <a:t>сопротивление (артерий)</a:t>
                      </a:r>
                      <a:endPar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137160" marR="137160" marT="137160" marB="137160" anchor="ctr">
                    <a:solidFill>
                      <a:srgbClr val="D3F3F6"/>
                    </a:solidFill>
                  </a:tcPr>
                </a:tc>
                <a:tc>
                  <a:txBody>
                    <a:bodyPr/>
                    <a:lstStyle/>
                    <a:p>
                      <a:pPr algn="ctr"/>
                      <a:r>
                        <a:rPr lang="ru-RU" sz="1600" dirty="0">
                          <a:solidFill>
                            <a:srgbClr val="265374"/>
                          </a:solidFill>
                          <a:effectLst/>
                          <a:latin typeface="Verdana" panose="020B0604030504040204" pitchFamily="34" charset="0"/>
                          <a:ea typeface="Verdana" panose="020B0604030504040204" pitchFamily="34" charset="0"/>
                        </a:rPr>
                        <a:t>АД</a:t>
                      </a:r>
                      <a:endPar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137160" marR="137160" marT="137160" marB="137160" anchor="ctr">
                    <a:solidFill>
                      <a:srgbClr val="D3F3F6"/>
                    </a:solidFill>
                  </a:tcPr>
                </a:tc>
                <a:extLst>
                  <a:ext uri="{0D108BD9-81ED-4DB2-BD59-A6C34878D82A}">
                    <a16:rowId xmlns:a16="http://schemas.microsoft.com/office/drawing/2014/main" val="1049719057"/>
                  </a:ext>
                </a:extLst>
              </a:tr>
              <a:tr h="852019">
                <a:tc>
                  <a:txBody>
                    <a:bodyPr/>
                    <a:lstStyle/>
                    <a:p>
                      <a:pPr algn="l"/>
                      <a:r>
                        <a:rPr lang="ru-RU" sz="1400" b="1" dirty="0">
                          <a:solidFill>
                            <a:srgbClr val="265374"/>
                          </a:solidFill>
                          <a:effectLst/>
                          <a:latin typeface="Verdana" panose="020B0604030504040204" pitchFamily="34" charset="0"/>
                          <a:ea typeface="Verdana" panose="020B0604030504040204" pitchFamily="34" charset="0"/>
                        </a:rPr>
                        <a:t>Симпатическая </a:t>
                      </a:r>
                      <a:endParaRPr lang="en-US" sz="1400" b="1" dirty="0">
                        <a:solidFill>
                          <a:srgbClr val="265374"/>
                        </a:solidFill>
                        <a:effectLst/>
                        <a:latin typeface="Verdana" panose="020B0604030504040204" pitchFamily="34" charset="0"/>
                        <a:ea typeface="Verdana" panose="020B0604030504040204" pitchFamily="34" charset="0"/>
                      </a:endParaRPr>
                    </a:p>
                    <a:p>
                      <a:pPr algn="l"/>
                      <a:r>
                        <a:rPr lang="ru-RU" sz="1400" b="1" dirty="0">
                          <a:solidFill>
                            <a:srgbClr val="265374"/>
                          </a:solidFill>
                          <a:effectLst/>
                          <a:latin typeface="Verdana" panose="020B0604030504040204" pitchFamily="34" charset="0"/>
                          <a:ea typeface="Verdana" panose="020B0604030504040204" pitchFamily="34" charset="0"/>
                        </a:rPr>
                        <a:t>нервная система </a:t>
                      </a:r>
                      <a:endParaRPr lang="en-US" sz="1400" b="1" dirty="0">
                        <a:solidFill>
                          <a:srgbClr val="265374"/>
                        </a:solidFill>
                        <a:effectLst/>
                        <a:latin typeface="Verdana" panose="020B0604030504040204" pitchFamily="34" charset="0"/>
                        <a:ea typeface="Verdana" panose="020B0604030504040204" pitchFamily="34" charset="0"/>
                      </a:endParaRPr>
                    </a:p>
                    <a:p>
                      <a:pPr algn="l"/>
                      <a:r>
                        <a:rPr lang="ru-RU" sz="1400" b="1" dirty="0">
                          <a:solidFill>
                            <a:srgbClr val="265374"/>
                          </a:solidFill>
                          <a:effectLst/>
                          <a:latin typeface="Verdana" panose="020B0604030504040204" pitchFamily="34" charset="0"/>
                          <a:ea typeface="Verdana" panose="020B0604030504040204" pitchFamily="34" charset="0"/>
                        </a:rPr>
                        <a:t>(СНС)</a:t>
                      </a:r>
                      <a:endParaRPr lang="ru-RU" sz="1400" b="1"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137160" marR="137160" marT="137160" marB="137160" anchor="ctr">
                    <a:solidFill>
                      <a:srgbClr val="D3F3F6">
                        <a:alpha val="62000"/>
                      </a:srgbClr>
                    </a:solidFill>
                  </a:tcPr>
                </a:tc>
                <a:tc>
                  <a:txBody>
                    <a:bodyPr/>
                    <a:lstStyle/>
                    <a:p>
                      <a:pPr algn="ctr"/>
                      <a:r>
                        <a:rPr lang="ru-RU" sz="1600" dirty="0">
                          <a:solidFill>
                            <a:srgbClr val="265374"/>
                          </a:solidFill>
                          <a:effectLst/>
                          <a:latin typeface="Verdana" panose="020B0604030504040204" pitchFamily="34" charset="0"/>
                          <a:ea typeface="Verdana" panose="020B0604030504040204" pitchFamily="34" charset="0"/>
                        </a:rPr>
                        <a:t>Частота сердечных сокращений</a:t>
                      </a:r>
                      <a:endPar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137160" marR="137160" marT="137160" marB="137160" anchor="ctr">
                    <a:solidFill>
                      <a:srgbClr val="D3F3F6">
                        <a:alpha val="62000"/>
                      </a:srgbClr>
                    </a:solidFill>
                  </a:tcPr>
                </a:tc>
                <a:tc>
                  <a:txBody>
                    <a:bodyPr/>
                    <a:lstStyle/>
                    <a:p>
                      <a:pPr algn="ctr"/>
                      <a:r>
                        <a:rPr lang="ru-RU" sz="1600" dirty="0">
                          <a:solidFill>
                            <a:srgbClr val="265374"/>
                          </a:solidFill>
                          <a:effectLst/>
                          <a:latin typeface="Verdana" panose="020B0604030504040204" pitchFamily="34" charset="0"/>
                          <a:ea typeface="Verdana" panose="020B0604030504040204" pitchFamily="34" charset="0"/>
                        </a:rPr>
                        <a:t>Сердечный выброс</a:t>
                      </a:r>
                      <a:endPar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137160" marR="137160" marT="137160" marB="137160" anchor="ctr">
                    <a:solidFill>
                      <a:srgbClr val="D3F3F6">
                        <a:alpha val="62000"/>
                      </a:srgbClr>
                    </a:solidFill>
                  </a:tcPr>
                </a:tc>
                <a:extLst>
                  <a:ext uri="{0D108BD9-81ED-4DB2-BD59-A6C34878D82A}">
                    <a16:rowId xmlns:a16="http://schemas.microsoft.com/office/drawing/2014/main" val="2513534370"/>
                  </a:ext>
                </a:extLst>
              </a:tr>
              <a:tr h="1249628">
                <a:tc>
                  <a:txBody>
                    <a:bodyPr/>
                    <a:lstStyle/>
                    <a:p>
                      <a:pPr algn="l">
                        <a:spcBef>
                          <a:spcPts val="500"/>
                        </a:spcBef>
                      </a:pPr>
                      <a:r>
                        <a:rPr lang="ru-RU" sz="1400" b="1" dirty="0">
                          <a:solidFill>
                            <a:srgbClr val="265374"/>
                          </a:solidFill>
                          <a:effectLst/>
                          <a:latin typeface="Verdana" panose="020B0604030504040204" pitchFamily="34" charset="0"/>
                          <a:ea typeface="Verdana" panose="020B0604030504040204" pitchFamily="34" charset="0"/>
                        </a:rPr>
                        <a:t>Ренин-</a:t>
                      </a:r>
                      <a:r>
                        <a:rPr lang="ru-RU" sz="1400" b="1" dirty="0" err="1">
                          <a:solidFill>
                            <a:srgbClr val="265374"/>
                          </a:solidFill>
                          <a:effectLst/>
                          <a:latin typeface="Verdana" panose="020B0604030504040204" pitchFamily="34" charset="0"/>
                          <a:ea typeface="Verdana" panose="020B0604030504040204" pitchFamily="34" charset="0"/>
                        </a:rPr>
                        <a:t>ангиотензин</a:t>
                      </a:r>
                      <a:r>
                        <a:rPr lang="ru-RU" sz="1400" b="1" dirty="0">
                          <a:solidFill>
                            <a:srgbClr val="265374"/>
                          </a:solidFill>
                          <a:effectLst/>
                          <a:latin typeface="Verdana" panose="020B0604030504040204" pitchFamily="34" charset="0"/>
                          <a:ea typeface="Verdana" panose="020B0604030504040204" pitchFamily="34" charset="0"/>
                        </a:rPr>
                        <a:t>-</a:t>
                      </a:r>
                      <a:r>
                        <a:rPr lang="ru-RU" sz="1400" b="1" dirty="0" err="1">
                          <a:solidFill>
                            <a:srgbClr val="265374"/>
                          </a:solidFill>
                          <a:effectLst/>
                          <a:latin typeface="Verdana" panose="020B0604030504040204" pitchFamily="34" charset="0"/>
                          <a:ea typeface="Verdana" panose="020B0604030504040204" pitchFamily="34" charset="0"/>
                        </a:rPr>
                        <a:t>альдостероновая</a:t>
                      </a:r>
                      <a:r>
                        <a:rPr lang="ru-RU" sz="1400" b="1" dirty="0">
                          <a:solidFill>
                            <a:srgbClr val="265374"/>
                          </a:solidFill>
                          <a:effectLst/>
                          <a:latin typeface="Verdana" panose="020B0604030504040204" pitchFamily="34" charset="0"/>
                          <a:ea typeface="Verdana" panose="020B0604030504040204" pitchFamily="34" charset="0"/>
                        </a:rPr>
                        <a:t> система (РААС)</a:t>
                      </a:r>
                    </a:p>
                    <a:p>
                      <a:pPr algn="l"/>
                      <a:r>
                        <a:rPr lang="ru-RU" sz="1400" b="1" dirty="0">
                          <a:solidFill>
                            <a:srgbClr val="265374"/>
                          </a:solidFill>
                          <a:effectLst/>
                          <a:latin typeface="Verdana" panose="020B0604030504040204" pitchFamily="34" charset="0"/>
                          <a:ea typeface="Verdana" panose="020B0604030504040204" pitchFamily="34" charset="0"/>
                        </a:rPr>
                        <a:t> </a:t>
                      </a:r>
                      <a:endParaRPr lang="ru-RU" sz="1400" b="1"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137160" marR="137160" marT="137160" marB="137160" anchor="ctr">
                    <a:solidFill>
                      <a:srgbClr val="D3F3F6"/>
                    </a:solidFill>
                  </a:tcPr>
                </a:tc>
                <a:tc>
                  <a:txBody>
                    <a:bodyPr/>
                    <a:lstStyle/>
                    <a:p>
                      <a:pPr algn="ctr"/>
                      <a:r>
                        <a:rPr lang="ru-RU" sz="1600" dirty="0">
                          <a:solidFill>
                            <a:srgbClr val="265374"/>
                          </a:solidFill>
                          <a:effectLst/>
                          <a:latin typeface="Verdana" panose="020B0604030504040204" pitchFamily="34" charset="0"/>
                          <a:ea typeface="Verdana" panose="020B0604030504040204" pitchFamily="34" charset="0"/>
                        </a:rPr>
                        <a:t>Активность ренина плазмы, </a:t>
                      </a:r>
                      <a:br>
                        <a:rPr lang="en-US" sz="1600" dirty="0">
                          <a:solidFill>
                            <a:srgbClr val="265374"/>
                          </a:solidFill>
                          <a:effectLst/>
                          <a:latin typeface="Verdana" panose="020B0604030504040204" pitchFamily="34" charset="0"/>
                          <a:ea typeface="Verdana" panose="020B0604030504040204" pitchFamily="34" charset="0"/>
                        </a:rPr>
                      </a:br>
                      <a:r>
                        <a:rPr lang="ru-RU" sz="1600" dirty="0">
                          <a:solidFill>
                            <a:srgbClr val="265374"/>
                          </a:solidFill>
                          <a:effectLst/>
                          <a:latin typeface="Verdana" panose="020B0604030504040204" pitchFamily="34" charset="0"/>
                          <a:ea typeface="Verdana" panose="020B0604030504040204" pitchFamily="34" charset="0"/>
                        </a:rPr>
                        <a:t>нейрогуморальная </a:t>
                      </a:r>
                      <a:br>
                        <a:rPr lang="en-US" sz="1600" dirty="0">
                          <a:solidFill>
                            <a:srgbClr val="265374"/>
                          </a:solidFill>
                          <a:effectLst/>
                          <a:latin typeface="Verdana" panose="020B0604030504040204" pitchFamily="34" charset="0"/>
                          <a:ea typeface="Verdana" panose="020B0604030504040204" pitchFamily="34" charset="0"/>
                        </a:rPr>
                      </a:br>
                      <a:r>
                        <a:rPr lang="ru-RU" sz="1600" dirty="0">
                          <a:solidFill>
                            <a:srgbClr val="265374"/>
                          </a:solidFill>
                          <a:effectLst/>
                          <a:latin typeface="Verdana" panose="020B0604030504040204" pitchFamily="34" charset="0"/>
                          <a:ea typeface="Verdana" panose="020B0604030504040204" pitchFamily="34" charset="0"/>
                        </a:rPr>
                        <a:t>активность</a:t>
                      </a:r>
                      <a:endPar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137160" marR="137160" marT="137160" marB="137160" anchor="ctr">
                    <a:solidFill>
                      <a:srgbClr val="D3F3F6"/>
                    </a:solidFill>
                  </a:tcPr>
                </a:tc>
                <a:tc>
                  <a:txBody>
                    <a:bodyPr/>
                    <a:lstStyle/>
                    <a:p>
                      <a:pPr algn="ctr"/>
                      <a:r>
                        <a:rPr lang="ru-RU" sz="1600" dirty="0">
                          <a:solidFill>
                            <a:srgbClr val="265374"/>
                          </a:solidFill>
                          <a:effectLst/>
                          <a:latin typeface="Verdana" panose="020B0604030504040204" pitchFamily="34" charset="0"/>
                          <a:ea typeface="Verdana" panose="020B0604030504040204" pitchFamily="34" charset="0"/>
                        </a:rPr>
                        <a:t>АД</a:t>
                      </a:r>
                      <a:endPar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137160" marR="137160" marT="137160" marB="137160" anchor="ctr">
                    <a:solidFill>
                      <a:srgbClr val="D3F3F6"/>
                    </a:solidFill>
                  </a:tcPr>
                </a:tc>
                <a:extLst>
                  <a:ext uri="{0D108BD9-81ED-4DB2-BD59-A6C34878D82A}">
                    <a16:rowId xmlns:a16="http://schemas.microsoft.com/office/drawing/2014/main" val="3307979478"/>
                  </a:ext>
                </a:extLst>
              </a:tr>
            </a:tbl>
          </a:graphicData>
        </a:graphic>
      </p:graphicFrame>
      <p:sp>
        <p:nvSpPr>
          <p:cNvPr id="7" name="TextBox 6">
            <a:extLst>
              <a:ext uri="{FF2B5EF4-FFF2-40B4-BE49-F238E27FC236}">
                <a16:creationId xmlns:a16="http://schemas.microsoft.com/office/drawing/2014/main" id="{E2F06BCD-63C2-6CDF-C07D-72831DA5CF00}"/>
              </a:ext>
            </a:extLst>
          </p:cNvPr>
          <p:cNvSpPr txBox="1"/>
          <p:nvPr/>
        </p:nvSpPr>
        <p:spPr>
          <a:xfrm>
            <a:off x="4608624" y="1611800"/>
            <a:ext cx="7465303" cy="92333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Совокупность влияния на </a:t>
            </a:r>
            <a:r>
              <a:rPr kumimoji="0" lang="en-US" sz="18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3</a:t>
            </a:r>
            <a:r>
              <a:rPr kumimoji="0" lang="ru-RU" sz="18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механизма повышения АД </a:t>
            </a:r>
            <a:br>
              <a:rPr kumimoji="0" lang="ru-RU" sz="18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br>
            <a:r>
              <a:rPr kumimoji="0" lang="ru-RU" sz="18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имеет большое значение для индивидуальной</a:t>
            </a:r>
            <a:br>
              <a:rPr kumimoji="0" lang="ru-RU" sz="18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br>
            <a:r>
              <a:rPr kumimoji="0" lang="ru-RU" sz="18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реакции на антигипертензивные препараты</a:t>
            </a:r>
            <a:r>
              <a:rPr kumimoji="0" lang="ru-RU" sz="1800" b="0" i="0" u="none" strike="noStrike" kern="1200" cap="none" spc="0" normalizeH="0" baseline="30000" noProof="0" dirty="0">
                <a:ln>
                  <a:noFill/>
                </a:ln>
                <a:solidFill>
                  <a:srgbClr val="265374"/>
                </a:solidFill>
                <a:effectLst/>
                <a:uLnTx/>
                <a:uFillTx/>
                <a:latin typeface="Verdana" panose="020B0604030504040204" pitchFamily="34" charset="0"/>
                <a:ea typeface="Verdana" panose="020B0604030504040204" pitchFamily="34" charset="0"/>
                <a:cs typeface="+mn-cs"/>
              </a:rPr>
              <a:t>1</a:t>
            </a:r>
            <a:endParaRPr kumimoji="0" lang="ru-RU" sz="18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Tree>
    <p:extLst>
      <p:ext uri="{BB962C8B-B14F-4D97-AF65-F5344CB8AC3E}">
        <p14:creationId xmlns:p14="http://schemas.microsoft.com/office/powerpoint/2010/main" val="3650198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Группа 8">
            <a:extLst>
              <a:ext uri="{FF2B5EF4-FFF2-40B4-BE49-F238E27FC236}">
                <a16:creationId xmlns:a16="http://schemas.microsoft.com/office/drawing/2014/main" id="{3EB167AE-CBE4-2C95-B5B1-C81331883C4D}"/>
              </a:ext>
            </a:extLst>
          </p:cNvPr>
          <p:cNvGrpSpPr/>
          <p:nvPr/>
        </p:nvGrpSpPr>
        <p:grpSpPr>
          <a:xfrm>
            <a:off x="3668467" y="1557000"/>
            <a:ext cx="8322110" cy="4315843"/>
            <a:chOff x="3668467" y="1557000"/>
            <a:chExt cx="8322110" cy="4315843"/>
          </a:xfrm>
        </p:grpSpPr>
        <p:grpSp>
          <p:nvGrpSpPr>
            <p:cNvPr id="27" name="Группа 26">
              <a:extLst>
                <a:ext uri="{FF2B5EF4-FFF2-40B4-BE49-F238E27FC236}">
                  <a16:creationId xmlns:a16="http://schemas.microsoft.com/office/drawing/2014/main" id="{09D2F3E5-B60A-7216-63AD-2AE8CB1E35A5}"/>
                </a:ext>
              </a:extLst>
            </p:cNvPr>
            <p:cNvGrpSpPr/>
            <p:nvPr/>
          </p:nvGrpSpPr>
          <p:grpSpPr>
            <a:xfrm>
              <a:off x="3668467" y="1557000"/>
              <a:ext cx="8322110" cy="4315843"/>
              <a:chOff x="3668467" y="1557000"/>
              <a:chExt cx="8322110" cy="4563418"/>
            </a:xfrm>
          </p:grpSpPr>
          <p:sp>
            <p:nvSpPr>
              <p:cNvPr id="18" name="Полилиния: фигура 17">
                <a:extLst>
                  <a:ext uri="{FF2B5EF4-FFF2-40B4-BE49-F238E27FC236}">
                    <a16:creationId xmlns:a16="http://schemas.microsoft.com/office/drawing/2014/main" id="{8F0EC2E6-E3D3-82BB-4159-1CAD43DB207E}"/>
                  </a:ext>
                </a:extLst>
              </p:cNvPr>
              <p:cNvSpPr/>
              <p:nvPr/>
            </p:nvSpPr>
            <p:spPr>
              <a:xfrm flipH="1">
                <a:off x="3668467" y="1557000"/>
                <a:ext cx="8322110" cy="4563418"/>
              </a:xfrm>
              <a:custGeom>
                <a:avLst/>
                <a:gdLst>
                  <a:gd name="connsiteX0" fmla="*/ 7108213 w 8322110"/>
                  <a:gd name="connsiteY0" fmla="*/ 0 h 4563418"/>
                  <a:gd name="connsiteX1" fmla="*/ 5943443 w 8322110"/>
                  <a:gd name="connsiteY1" fmla="*/ 0 h 4563418"/>
                  <a:gd name="connsiteX2" fmla="*/ 5175999 w 8322110"/>
                  <a:gd name="connsiteY2" fmla="*/ 0 h 4563418"/>
                  <a:gd name="connsiteX3" fmla="*/ 4011229 w 8322110"/>
                  <a:gd name="connsiteY3" fmla="*/ 0 h 4563418"/>
                  <a:gd name="connsiteX4" fmla="*/ 3292409 w 8322110"/>
                  <a:gd name="connsiteY4" fmla="*/ 0 h 4563418"/>
                  <a:gd name="connsiteX5" fmla="*/ 2127639 w 8322110"/>
                  <a:gd name="connsiteY5" fmla="*/ 0 h 4563418"/>
                  <a:gd name="connsiteX6" fmla="*/ 1360195 w 8322110"/>
                  <a:gd name="connsiteY6" fmla="*/ 0 h 4563418"/>
                  <a:gd name="connsiteX7" fmla="*/ 195425 w 8322110"/>
                  <a:gd name="connsiteY7" fmla="*/ 0 h 4563418"/>
                  <a:gd name="connsiteX8" fmla="*/ 3222 w 8322110"/>
                  <a:gd name="connsiteY8" fmla="*/ 286972 h 4563418"/>
                  <a:gd name="connsiteX9" fmla="*/ 496733 w 8322110"/>
                  <a:gd name="connsiteY9" fmla="*/ 4276446 h 4563418"/>
                  <a:gd name="connsiteX10" fmla="*/ 766759 w 8322110"/>
                  <a:gd name="connsiteY10" fmla="*/ 4563418 h 4563418"/>
                  <a:gd name="connsiteX11" fmla="*/ 1931529 w 8322110"/>
                  <a:gd name="connsiteY11" fmla="*/ 4563418 h 4563418"/>
                  <a:gd name="connsiteX12" fmla="*/ 2698973 w 8322110"/>
                  <a:gd name="connsiteY12" fmla="*/ 4563418 h 4563418"/>
                  <a:gd name="connsiteX13" fmla="*/ 3536750 w 8322110"/>
                  <a:gd name="connsiteY13" fmla="*/ 4563418 h 4563418"/>
                  <a:gd name="connsiteX14" fmla="*/ 3863743 w 8322110"/>
                  <a:gd name="connsiteY14" fmla="*/ 4563418 h 4563418"/>
                  <a:gd name="connsiteX15" fmla="*/ 4701520 w 8322110"/>
                  <a:gd name="connsiteY15" fmla="*/ 4563418 h 4563418"/>
                  <a:gd name="connsiteX16" fmla="*/ 5468964 w 8322110"/>
                  <a:gd name="connsiteY16" fmla="*/ 4563418 h 4563418"/>
                  <a:gd name="connsiteX17" fmla="*/ 6633734 w 8322110"/>
                  <a:gd name="connsiteY17" fmla="*/ 4563418 h 4563418"/>
                  <a:gd name="connsiteX18" fmla="*/ 6984034 w 8322110"/>
                  <a:gd name="connsiteY18" fmla="*/ 4313959 h 4563418"/>
                  <a:gd name="connsiteX19" fmla="*/ 7733345 w 8322110"/>
                  <a:gd name="connsiteY19" fmla="*/ 2833815 h 4563418"/>
                  <a:gd name="connsiteX20" fmla="*/ 8322110 w 8322110"/>
                  <a:gd name="connsiteY20" fmla="*/ 2544521 h 4563418"/>
                  <a:gd name="connsiteX21" fmla="*/ 8322110 w 8322110"/>
                  <a:gd name="connsiteY21" fmla="*/ 2366872 h 4563418"/>
                  <a:gd name="connsiteX22" fmla="*/ 7857806 w 8322110"/>
                  <a:gd name="connsiteY22" fmla="*/ 2140635 h 4563418"/>
                  <a:gd name="connsiteX23" fmla="*/ 7406788 w 8322110"/>
                  <a:gd name="connsiteY23" fmla="*/ 278487 h 4563418"/>
                  <a:gd name="connsiteX24" fmla="*/ 7108213 w 8322110"/>
                  <a:gd name="connsiteY24" fmla="*/ 0 h 4563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322110" h="4563418">
                    <a:moveTo>
                      <a:pt x="7108213" y="0"/>
                    </a:moveTo>
                    <a:lnTo>
                      <a:pt x="5943443" y="0"/>
                    </a:lnTo>
                    <a:lnTo>
                      <a:pt x="5175999" y="0"/>
                    </a:lnTo>
                    <a:lnTo>
                      <a:pt x="4011229" y="0"/>
                    </a:lnTo>
                    <a:lnTo>
                      <a:pt x="3292409" y="0"/>
                    </a:lnTo>
                    <a:lnTo>
                      <a:pt x="2127639" y="0"/>
                    </a:lnTo>
                    <a:lnTo>
                      <a:pt x="1360195" y="0"/>
                    </a:lnTo>
                    <a:lnTo>
                      <a:pt x="195425" y="0"/>
                    </a:lnTo>
                    <a:cubicBezTo>
                      <a:pt x="68420" y="0"/>
                      <a:pt x="-18071" y="129151"/>
                      <a:pt x="3222" y="286972"/>
                    </a:cubicBezTo>
                    <a:lnTo>
                      <a:pt x="496733" y="4276446"/>
                    </a:lnTo>
                    <a:cubicBezTo>
                      <a:pt x="518120" y="4434267"/>
                      <a:pt x="639660" y="4563418"/>
                      <a:pt x="766759" y="4563418"/>
                    </a:cubicBezTo>
                    <a:lnTo>
                      <a:pt x="1931529" y="4563418"/>
                    </a:lnTo>
                    <a:lnTo>
                      <a:pt x="2698973" y="4563418"/>
                    </a:lnTo>
                    <a:lnTo>
                      <a:pt x="3536750" y="4563418"/>
                    </a:lnTo>
                    <a:lnTo>
                      <a:pt x="3863743" y="4563418"/>
                    </a:lnTo>
                    <a:lnTo>
                      <a:pt x="4701520" y="4563418"/>
                    </a:lnTo>
                    <a:lnTo>
                      <a:pt x="5468964" y="4563418"/>
                    </a:lnTo>
                    <a:lnTo>
                      <a:pt x="6633734" y="4563418"/>
                    </a:lnTo>
                    <a:cubicBezTo>
                      <a:pt x="6760928" y="4563418"/>
                      <a:pt x="6918553" y="4451148"/>
                      <a:pt x="6984034" y="4313959"/>
                    </a:cubicBezTo>
                    <a:lnTo>
                      <a:pt x="7733345" y="2833815"/>
                    </a:lnTo>
                    <a:cubicBezTo>
                      <a:pt x="7872599" y="2583731"/>
                      <a:pt x="8183422" y="2559347"/>
                      <a:pt x="8322110" y="2544521"/>
                    </a:cubicBezTo>
                    <a:lnTo>
                      <a:pt x="8322110" y="2366872"/>
                    </a:lnTo>
                    <a:cubicBezTo>
                      <a:pt x="8139328" y="2368747"/>
                      <a:pt x="7887579" y="2297473"/>
                      <a:pt x="7857806" y="2140635"/>
                    </a:cubicBezTo>
                    <a:lnTo>
                      <a:pt x="7406788" y="278487"/>
                    </a:lnTo>
                    <a:cubicBezTo>
                      <a:pt x="7369666" y="125042"/>
                      <a:pt x="7235312" y="0"/>
                      <a:pt x="7108213" y="0"/>
                    </a:cubicBezTo>
                    <a:close/>
                  </a:path>
                </a:pathLst>
              </a:custGeom>
              <a:solidFill>
                <a:srgbClr val="F3F7D5"/>
              </a:solidFill>
              <a:ln w="940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a:ea typeface="+mn-ea"/>
                  <a:cs typeface="+mn-cs"/>
                </a:endParaRPr>
              </a:p>
            </p:txBody>
          </p:sp>
          <p:sp>
            <p:nvSpPr>
              <p:cNvPr id="26" name="Полилиния: фигура 25">
                <a:extLst>
                  <a:ext uri="{FF2B5EF4-FFF2-40B4-BE49-F238E27FC236}">
                    <a16:creationId xmlns:a16="http://schemas.microsoft.com/office/drawing/2014/main" id="{122D269B-017B-95C8-8ED0-4F69E1C0CCA1}"/>
                  </a:ext>
                </a:extLst>
              </p:cNvPr>
              <p:cNvSpPr/>
              <p:nvPr/>
            </p:nvSpPr>
            <p:spPr>
              <a:xfrm flipH="1">
                <a:off x="6017723" y="1567947"/>
                <a:ext cx="5969131" cy="1032378"/>
              </a:xfrm>
              <a:custGeom>
                <a:avLst/>
                <a:gdLst>
                  <a:gd name="connsiteX0" fmla="*/ 5487961 w 5969131"/>
                  <a:gd name="connsiteY0" fmla="*/ 0 h 1032378"/>
                  <a:gd name="connsiteX1" fmla="*/ 5175999 w 5969131"/>
                  <a:gd name="connsiteY1" fmla="*/ 0 h 1032378"/>
                  <a:gd name="connsiteX2" fmla="*/ 4323191 w 5969131"/>
                  <a:gd name="connsiteY2" fmla="*/ 0 h 1032378"/>
                  <a:gd name="connsiteX3" fmla="*/ 4011229 w 5969131"/>
                  <a:gd name="connsiteY3" fmla="*/ 0 h 1032378"/>
                  <a:gd name="connsiteX4" fmla="*/ 1672157 w 5969131"/>
                  <a:gd name="connsiteY4" fmla="*/ 0 h 1032378"/>
                  <a:gd name="connsiteX5" fmla="*/ 1360195 w 5969131"/>
                  <a:gd name="connsiteY5" fmla="*/ 0 h 1032378"/>
                  <a:gd name="connsiteX6" fmla="*/ 507387 w 5969131"/>
                  <a:gd name="connsiteY6" fmla="*/ 0 h 1032378"/>
                  <a:gd name="connsiteX7" fmla="*/ 195425 w 5969131"/>
                  <a:gd name="connsiteY7" fmla="*/ 0 h 1032378"/>
                  <a:gd name="connsiteX8" fmla="*/ 3222 w 5969131"/>
                  <a:gd name="connsiteY8" fmla="*/ 286972 h 1032378"/>
                  <a:gd name="connsiteX9" fmla="*/ 95431 w 5969131"/>
                  <a:gd name="connsiteY9" fmla="*/ 1032378 h 1032378"/>
                  <a:gd name="connsiteX10" fmla="*/ 5969131 w 5969131"/>
                  <a:gd name="connsiteY10" fmla="*/ 1032378 h 1032378"/>
                  <a:gd name="connsiteX11" fmla="*/ 5786536 w 5969131"/>
                  <a:gd name="connsiteY11" fmla="*/ 278487 h 1032378"/>
                  <a:gd name="connsiteX12" fmla="*/ 5487961 w 5969131"/>
                  <a:gd name="connsiteY12" fmla="*/ 0 h 1032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969131" h="1032378">
                    <a:moveTo>
                      <a:pt x="5487961" y="0"/>
                    </a:moveTo>
                    <a:lnTo>
                      <a:pt x="5175999" y="0"/>
                    </a:lnTo>
                    <a:lnTo>
                      <a:pt x="4323191" y="0"/>
                    </a:lnTo>
                    <a:lnTo>
                      <a:pt x="4011229" y="0"/>
                    </a:lnTo>
                    <a:lnTo>
                      <a:pt x="1672157" y="0"/>
                    </a:lnTo>
                    <a:lnTo>
                      <a:pt x="1360195" y="0"/>
                    </a:lnTo>
                    <a:lnTo>
                      <a:pt x="507387" y="0"/>
                    </a:lnTo>
                    <a:lnTo>
                      <a:pt x="195425" y="0"/>
                    </a:lnTo>
                    <a:cubicBezTo>
                      <a:pt x="68420" y="0"/>
                      <a:pt x="-18071" y="129151"/>
                      <a:pt x="3222" y="286972"/>
                    </a:cubicBezTo>
                    <a:lnTo>
                      <a:pt x="95431" y="1032378"/>
                    </a:lnTo>
                    <a:lnTo>
                      <a:pt x="5969131" y="1032378"/>
                    </a:lnTo>
                    <a:lnTo>
                      <a:pt x="5786536" y="278487"/>
                    </a:lnTo>
                    <a:cubicBezTo>
                      <a:pt x="5749414" y="125042"/>
                      <a:pt x="5615060" y="0"/>
                      <a:pt x="5487961" y="0"/>
                    </a:cubicBezTo>
                    <a:close/>
                  </a:path>
                </a:pathLst>
              </a:custGeom>
              <a:solidFill>
                <a:srgbClr val="C1D82E"/>
              </a:solidFill>
              <a:ln w="940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a:ea typeface="+mn-ea"/>
                  <a:cs typeface="+mn-cs"/>
                </a:endParaRPr>
              </a:p>
            </p:txBody>
          </p:sp>
        </p:grpSp>
        <p:sp>
          <p:nvSpPr>
            <p:cNvPr id="6" name="Текст 6">
              <a:extLst>
                <a:ext uri="{FF2B5EF4-FFF2-40B4-BE49-F238E27FC236}">
                  <a16:creationId xmlns:a16="http://schemas.microsoft.com/office/drawing/2014/main" id="{85D2ABEE-C156-4699-B43F-E1C446A0AC29}"/>
                </a:ext>
              </a:extLst>
            </p:cNvPr>
            <p:cNvSpPr txBox="1">
              <a:spLocks/>
            </p:cNvSpPr>
            <p:nvPr/>
          </p:nvSpPr>
          <p:spPr>
            <a:xfrm>
              <a:off x="6771984" y="2677224"/>
              <a:ext cx="4804660" cy="3072452"/>
            </a:xfrm>
            <a:prstGeom prst="rect">
              <a:avLst/>
            </a:prstGeom>
            <a:noFill/>
            <a:ln>
              <a:no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tx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179388" marR="0" lvl="0" indent="-179388"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Выраженно снижает периферическое сосудистое сопротивление, что приводит к эффективному снижению АД</a:t>
              </a:r>
              <a:r>
                <a:rPr kumimoji="0" lang="ru-RU" sz="1400" b="0" i="0" u="none" strike="noStrike" kern="1200" cap="none" spc="0" normalizeH="0" baseline="30000" noProof="0" dirty="0">
                  <a:ln>
                    <a:noFill/>
                  </a:ln>
                  <a:solidFill>
                    <a:srgbClr val="265374"/>
                  </a:solidFill>
                  <a:effectLst/>
                  <a:uLnTx/>
                  <a:uFillTx/>
                  <a:latin typeface="Verdana" panose="020B0604030504040204" pitchFamily="34" charset="0"/>
                  <a:ea typeface="Verdana" panose="020B0604030504040204" pitchFamily="34" charset="0"/>
                  <a:cs typeface="+mn-cs"/>
                </a:rPr>
                <a:t>2</a:t>
              </a:r>
            </a:p>
            <a:p>
              <a:pPr marL="179388" marR="0" lvl="0" indent="-179388"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Несколько широкомасштабных клинических исследований подтверждают обоснованность его выбора в качестве препарата первой линии – </a:t>
              </a:r>
              <a:r>
                <a:rPr kumimoji="0" lang="ru-RU" sz="14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ALLHAT, VALUE, ASCOT-BPLA, CAMELOT</a:t>
              </a:r>
              <a:r>
                <a:rPr kumimoji="0" lang="ru-RU" sz="1400" b="1" i="0" u="none" strike="noStrike" kern="1200" cap="none" spc="0" normalizeH="0" baseline="30000" noProof="0" dirty="0">
                  <a:ln>
                    <a:noFill/>
                  </a:ln>
                  <a:solidFill>
                    <a:srgbClr val="265374"/>
                  </a:solidFill>
                  <a:effectLst/>
                  <a:uLnTx/>
                  <a:uFillTx/>
                  <a:latin typeface="Verdana" panose="020B0604030504040204" pitchFamily="34" charset="0"/>
                  <a:ea typeface="Verdana" panose="020B0604030504040204" pitchFamily="34" charset="0"/>
                  <a:cs typeface="+mn-cs"/>
                </a:rPr>
                <a:t>3-6</a:t>
              </a:r>
            </a:p>
            <a:p>
              <a:pPr marL="179388" marR="0" lvl="0" indent="-179388"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В исследованиях, посвященных гипертонии, показано положительное влияние на исходы сердечно-сосудистых заболеваний и снижение относительного риска инсульта</a:t>
              </a:r>
              <a:r>
                <a:rPr kumimoji="0" lang="ru-RU" sz="1400" b="0" i="0" u="none" strike="noStrike" kern="1200" cap="none" spc="0" normalizeH="0" baseline="30000" noProof="0" dirty="0">
                  <a:ln>
                    <a:noFill/>
                  </a:ln>
                  <a:solidFill>
                    <a:srgbClr val="265374"/>
                  </a:solidFill>
                  <a:effectLst/>
                  <a:uLnTx/>
                  <a:uFillTx/>
                  <a:latin typeface="Verdana" panose="020B0604030504040204" pitchFamily="34" charset="0"/>
                  <a:ea typeface="Verdana" panose="020B0604030504040204" pitchFamily="34" charset="0"/>
                  <a:cs typeface="+mn-cs"/>
                </a:rPr>
                <a:t>2</a:t>
              </a:r>
              <a:endPar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sp>
        <p:nvSpPr>
          <p:cNvPr id="4" name="Прямоугольник 12">
            <a:extLst>
              <a:ext uri="{FF2B5EF4-FFF2-40B4-BE49-F238E27FC236}">
                <a16:creationId xmlns:a16="http://schemas.microsoft.com/office/drawing/2014/main" id="{6EDDEB9F-3F92-4147-ABC6-E751A96C4641}"/>
              </a:ext>
            </a:extLst>
          </p:cNvPr>
          <p:cNvSpPr/>
          <p:nvPr/>
        </p:nvSpPr>
        <p:spPr>
          <a:xfrm>
            <a:off x="6701839" y="1697215"/>
            <a:ext cx="5059250" cy="830997"/>
          </a:xfrm>
          <a:prstGeom prst="rect">
            <a:avLst/>
          </a:prstGeom>
          <a:ln>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6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Times New Roman" panose="02020603050405020304" pitchFamily="18" charset="0"/>
              </a:rPr>
              <a:t>Почему </a:t>
            </a:r>
            <a:r>
              <a:rPr kumimoji="0" lang="ru-RU" sz="1600" b="1" i="0" u="sng" strike="noStrike" kern="1200" cap="none" spc="0" normalizeH="0" baseline="0" noProof="0" dirty="0" err="1">
                <a:ln>
                  <a:noFill/>
                </a:ln>
                <a:solidFill>
                  <a:srgbClr val="FFFFFF"/>
                </a:solidFill>
                <a:effectLst/>
                <a:uLnTx/>
                <a:uFillTx/>
                <a:latin typeface="Verdana" panose="020B0604030504040204" pitchFamily="34" charset="0"/>
                <a:ea typeface="Verdana" panose="020B0604030504040204" pitchFamily="34" charset="0"/>
                <a:cs typeface="Times New Roman" panose="02020603050405020304" pitchFamily="18" charset="0"/>
              </a:rPr>
              <a:t>амлодипин</a:t>
            </a:r>
            <a:r>
              <a:rPr kumimoji="0" lang="ru-RU" sz="16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Times New Roman" panose="02020603050405020304" pitchFamily="18" charset="0"/>
              </a:rPr>
              <a:t> является оптимальным блокатором </a:t>
            </a:r>
            <a:br>
              <a:rPr kumimoji="0" lang="ru-RU" sz="16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Times New Roman" panose="02020603050405020304" pitchFamily="18" charset="0"/>
              </a:rPr>
            </a:br>
            <a:r>
              <a:rPr kumimoji="0" lang="ru-RU" sz="16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Times New Roman" panose="02020603050405020304" pitchFamily="18" charset="0"/>
              </a:rPr>
              <a:t>кальциевых каналов?</a:t>
            </a:r>
          </a:p>
        </p:txBody>
      </p:sp>
      <p:sp>
        <p:nvSpPr>
          <p:cNvPr id="12" name="Номер слайда 11">
            <a:extLst>
              <a:ext uri="{FF2B5EF4-FFF2-40B4-BE49-F238E27FC236}">
                <a16:creationId xmlns:a16="http://schemas.microsoft.com/office/drawing/2014/main" id="{21EA7E8C-619E-D1AA-DB8A-6535F9FE5ECA}"/>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39</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grpSp>
        <p:nvGrpSpPr>
          <p:cNvPr id="30" name="Группа 29">
            <a:extLst>
              <a:ext uri="{FF2B5EF4-FFF2-40B4-BE49-F238E27FC236}">
                <a16:creationId xmlns:a16="http://schemas.microsoft.com/office/drawing/2014/main" id="{36AF28D6-8124-5BAB-4CC6-7E85F6D2F712}"/>
              </a:ext>
            </a:extLst>
          </p:cNvPr>
          <p:cNvGrpSpPr/>
          <p:nvPr/>
        </p:nvGrpSpPr>
        <p:grpSpPr>
          <a:xfrm>
            <a:off x="-19" y="1551557"/>
            <a:ext cx="6816158" cy="4315843"/>
            <a:chOff x="-19" y="1557000"/>
            <a:chExt cx="6816158" cy="4315843"/>
          </a:xfrm>
        </p:grpSpPr>
        <p:sp>
          <p:nvSpPr>
            <p:cNvPr id="28" name="Полилиния: фигура 27">
              <a:extLst>
                <a:ext uri="{FF2B5EF4-FFF2-40B4-BE49-F238E27FC236}">
                  <a16:creationId xmlns:a16="http://schemas.microsoft.com/office/drawing/2014/main" id="{DA6A7743-AF11-8100-4880-862E11FBAE94}"/>
                </a:ext>
              </a:extLst>
            </p:cNvPr>
            <p:cNvSpPr/>
            <p:nvPr/>
          </p:nvSpPr>
          <p:spPr>
            <a:xfrm flipH="1">
              <a:off x="114281" y="1557000"/>
              <a:ext cx="6701858" cy="4315843"/>
            </a:xfrm>
            <a:custGeom>
              <a:avLst/>
              <a:gdLst>
                <a:gd name="connsiteX0" fmla="*/ 5487961 w 6701858"/>
                <a:gd name="connsiteY0" fmla="*/ 0 h 4563418"/>
                <a:gd name="connsiteX1" fmla="*/ 5175999 w 6701858"/>
                <a:gd name="connsiteY1" fmla="*/ 0 h 4563418"/>
                <a:gd name="connsiteX2" fmla="*/ 4323191 w 6701858"/>
                <a:gd name="connsiteY2" fmla="*/ 0 h 4563418"/>
                <a:gd name="connsiteX3" fmla="*/ 4011229 w 6701858"/>
                <a:gd name="connsiteY3" fmla="*/ 0 h 4563418"/>
                <a:gd name="connsiteX4" fmla="*/ 1672157 w 6701858"/>
                <a:gd name="connsiteY4" fmla="*/ 0 h 4563418"/>
                <a:gd name="connsiteX5" fmla="*/ 1360195 w 6701858"/>
                <a:gd name="connsiteY5" fmla="*/ 0 h 4563418"/>
                <a:gd name="connsiteX6" fmla="*/ 507387 w 6701858"/>
                <a:gd name="connsiteY6" fmla="*/ 0 h 4563418"/>
                <a:gd name="connsiteX7" fmla="*/ 195425 w 6701858"/>
                <a:gd name="connsiteY7" fmla="*/ 0 h 4563418"/>
                <a:gd name="connsiteX8" fmla="*/ 3222 w 6701858"/>
                <a:gd name="connsiteY8" fmla="*/ 286972 h 4563418"/>
                <a:gd name="connsiteX9" fmla="*/ 496733 w 6701858"/>
                <a:gd name="connsiteY9" fmla="*/ 4276446 h 4563418"/>
                <a:gd name="connsiteX10" fmla="*/ 766759 w 6701858"/>
                <a:gd name="connsiteY10" fmla="*/ 4563418 h 4563418"/>
                <a:gd name="connsiteX11" fmla="*/ 1078721 w 6701858"/>
                <a:gd name="connsiteY11" fmla="*/ 4563418 h 4563418"/>
                <a:gd name="connsiteX12" fmla="*/ 1931529 w 6701858"/>
                <a:gd name="connsiteY12" fmla="*/ 4563418 h 4563418"/>
                <a:gd name="connsiteX13" fmla="*/ 2243491 w 6701858"/>
                <a:gd name="connsiteY13" fmla="*/ 4563418 h 4563418"/>
                <a:gd name="connsiteX14" fmla="*/ 3536750 w 6701858"/>
                <a:gd name="connsiteY14" fmla="*/ 4563418 h 4563418"/>
                <a:gd name="connsiteX15" fmla="*/ 3848712 w 6701858"/>
                <a:gd name="connsiteY15" fmla="*/ 4563418 h 4563418"/>
                <a:gd name="connsiteX16" fmla="*/ 4701520 w 6701858"/>
                <a:gd name="connsiteY16" fmla="*/ 4563418 h 4563418"/>
                <a:gd name="connsiteX17" fmla="*/ 5013482 w 6701858"/>
                <a:gd name="connsiteY17" fmla="*/ 4563418 h 4563418"/>
                <a:gd name="connsiteX18" fmla="*/ 5363782 w 6701858"/>
                <a:gd name="connsiteY18" fmla="*/ 4313959 h 4563418"/>
                <a:gd name="connsiteX19" fmla="*/ 6113093 w 6701858"/>
                <a:gd name="connsiteY19" fmla="*/ 2833815 h 4563418"/>
                <a:gd name="connsiteX20" fmla="*/ 6701858 w 6701858"/>
                <a:gd name="connsiteY20" fmla="*/ 2544521 h 4563418"/>
                <a:gd name="connsiteX21" fmla="*/ 6701858 w 6701858"/>
                <a:gd name="connsiteY21" fmla="*/ 2366872 h 4563418"/>
                <a:gd name="connsiteX22" fmla="*/ 6237554 w 6701858"/>
                <a:gd name="connsiteY22" fmla="*/ 2140635 h 4563418"/>
                <a:gd name="connsiteX23" fmla="*/ 5786536 w 6701858"/>
                <a:gd name="connsiteY23" fmla="*/ 278487 h 4563418"/>
                <a:gd name="connsiteX24" fmla="*/ 5487961 w 6701858"/>
                <a:gd name="connsiteY24" fmla="*/ 0 h 4563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701858" h="4563418">
                  <a:moveTo>
                    <a:pt x="5487961" y="0"/>
                  </a:moveTo>
                  <a:lnTo>
                    <a:pt x="5175999" y="0"/>
                  </a:lnTo>
                  <a:lnTo>
                    <a:pt x="4323191" y="0"/>
                  </a:lnTo>
                  <a:lnTo>
                    <a:pt x="4011229" y="0"/>
                  </a:lnTo>
                  <a:lnTo>
                    <a:pt x="1672157" y="0"/>
                  </a:lnTo>
                  <a:lnTo>
                    <a:pt x="1360195" y="0"/>
                  </a:lnTo>
                  <a:lnTo>
                    <a:pt x="507387" y="0"/>
                  </a:lnTo>
                  <a:lnTo>
                    <a:pt x="195425" y="0"/>
                  </a:lnTo>
                  <a:cubicBezTo>
                    <a:pt x="68420" y="0"/>
                    <a:pt x="-18071" y="129151"/>
                    <a:pt x="3222" y="286972"/>
                  </a:cubicBezTo>
                  <a:lnTo>
                    <a:pt x="496733" y="4276446"/>
                  </a:lnTo>
                  <a:cubicBezTo>
                    <a:pt x="518120" y="4434267"/>
                    <a:pt x="639660" y="4563418"/>
                    <a:pt x="766759" y="4563418"/>
                  </a:cubicBezTo>
                  <a:lnTo>
                    <a:pt x="1078721" y="4563418"/>
                  </a:lnTo>
                  <a:lnTo>
                    <a:pt x="1931529" y="4563418"/>
                  </a:lnTo>
                  <a:lnTo>
                    <a:pt x="2243491" y="4563418"/>
                  </a:lnTo>
                  <a:lnTo>
                    <a:pt x="3536750" y="4563418"/>
                  </a:lnTo>
                  <a:lnTo>
                    <a:pt x="3848712" y="4563418"/>
                  </a:lnTo>
                  <a:lnTo>
                    <a:pt x="4701520" y="4563418"/>
                  </a:lnTo>
                  <a:lnTo>
                    <a:pt x="5013482" y="4563418"/>
                  </a:lnTo>
                  <a:cubicBezTo>
                    <a:pt x="5140676" y="4563418"/>
                    <a:pt x="5298301" y="4451148"/>
                    <a:pt x="5363782" y="4313959"/>
                  </a:cubicBezTo>
                  <a:lnTo>
                    <a:pt x="6113093" y="2833815"/>
                  </a:lnTo>
                  <a:cubicBezTo>
                    <a:pt x="6252347" y="2583731"/>
                    <a:pt x="6563170" y="2559347"/>
                    <a:pt x="6701858" y="2544521"/>
                  </a:cubicBezTo>
                  <a:lnTo>
                    <a:pt x="6701858" y="2366872"/>
                  </a:lnTo>
                  <a:cubicBezTo>
                    <a:pt x="6519076" y="2368747"/>
                    <a:pt x="6267327" y="2297473"/>
                    <a:pt x="6237554" y="2140635"/>
                  </a:cubicBezTo>
                  <a:lnTo>
                    <a:pt x="5786536" y="278487"/>
                  </a:lnTo>
                  <a:cubicBezTo>
                    <a:pt x="5749414" y="125042"/>
                    <a:pt x="5615060" y="0"/>
                    <a:pt x="5487961" y="0"/>
                  </a:cubicBezTo>
                  <a:close/>
                </a:path>
              </a:pathLst>
            </a:custGeom>
            <a:solidFill>
              <a:schemeClr val="bg1"/>
            </a:solidFill>
            <a:ln w="940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20" name="Полилиния: фигура 19">
              <a:extLst>
                <a:ext uri="{FF2B5EF4-FFF2-40B4-BE49-F238E27FC236}">
                  <a16:creationId xmlns:a16="http://schemas.microsoft.com/office/drawing/2014/main" id="{93864303-5C3A-12D1-D91B-1C465FD89CD4}"/>
                </a:ext>
              </a:extLst>
            </p:cNvPr>
            <p:cNvSpPr/>
            <p:nvPr/>
          </p:nvSpPr>
          <p:spPr>
            <a:xfrm flipH="1">
              <a:off x="-19" y="1557000"/>
              <a:ext cx="6701858" cy="4315843"/>
            </a:xfrm>
            <a:custGeom>
              <a:avLst/>
              <a:gdLst>
                <a:gd name="connsiteX0" fmla="*/ 5487961 w 6701858"/>
                <a:gd name="connsiteY0" fmla="*/ 0 h 4563418"/>
                <a:gd name="connsiteX1" fmla="*/ 5175999 w 6701858"/>
                <a:gd name="connsiteY1" fmla="*/ 0 h 4563418"/>
                <a:gd name="connsiteX2" fmla="*/ 4323191 w 6701858"/>
                <a:gd name="connsiteY2" fmla="*/ 0 h 4563418"/>
                <a:gd name="connsiteX3" fmla="*/ 4011229 w 6701858"/>
                <a:gd name="connsiteY3" fmla="*/ 0 h 4563418"/>
                <a:gd name="connsiteX4" fmla="*/ 1672157 w 6701858"/>
                <a:gd name="connsiteY4" fmla="*/ 0 h 4563418"/>
                <a:gd name="connsiteX5" fmla="*/ 1360195 w 6701858"/>
                <a:gd name="connsiteY5" fmla="*/ 0 h 4563418"/>
                <a:gd name="connsiteX6" fmla="*/ 507387 w 6701858"/>
                <a:gd name="connsiteY6" fmla="*/ 0 h 4563418"/>
                <a:gd name="connsiteX7" fmla="*/ 195425 w 6701858"/>
                <a:gd name="connsiteY7" fmla="*/ 0 h 4563418"/>
                <a:gd name="connsiteX8" fmla="*/ 3222 w 6701858"/>
                <a:gd name="connsiteY8" fmla="*/ 286972 h 4563418"/>
                <a:gd name="connsiteX9" fmla="*/ 496733 w 6701858"/>
                <a:gd name="connsiteY9" fmla="*/ 4276446 h 4563418"/>
                <a:gd name="connsiteX10" fmla="*/ 766759 w 6701858"/>
                <a:gd name="connsiteY10" fmla="*/ 4563418 h 4563418"/>
                <a:gd name="connsiteX11" fmla="*/ 1078721 w 6701858"/>
                <a:gd name="connsiteY11" fmla="*/ 4563418 h 4563418"/>
                <a:gd name="connsiteX12" fmla="*/ 1931529 w 6701858"/>
                <a:gd name="connsiteY12" fmla="*/ 4563418 h 4563418"/>
                <a:gd name="connsiteX13" fmla="*/ 2243491 w 6701858"/>
                <a:gd name="connsiteY13" fmla="*/ 4563418 h 4563418"/>
                <a:gd name="connsiteX14" fmla="*/ 3536750 w 6701858"/>
                <a:gd name="connsiteY14" fmla="*/ 4563418 h 4563418"/>
                <a:gd name="connsiteX15" fmla="*/ 3848712 w 6701858"/>
                <a:gd name="connsiteY15" fmla="*/ 4563418 h 4563418"/>
                <a:gd name="connsiteX16" fmla="*/ 4701520 w 6701858"/>
                <a:gd name="connsiteY16" fmla="*/ 4563418 h 4563418"/>
                <a:gd name="connsiteX17" fmla="*/ 5013482 w 6701858"/>
                <a:gd name="connsiteY17" fmla="*/ 4563418 h 4563418"/>
                <a:gd name="connsiteX18" fmla="*/ 5363782 w 6701858"/>
                <a:gd name="connsiteY18" fmla="*/ 4313959 h 4563418"/>
                <a:gd name="connsiteX19" fmla="*/ 6113093 w 6701858"/>
                <a:gd name="connsiteY19" fmla="*/ 2833815 h 4563418"/>
                <a:gd name="connsiteX20" fmla="*/ 6701858 w 6701858"/>
                <a:gd name="connsiteY20" fmla="*/ 2544521 h 4563418"/>
                <a:gd name="connsiteX21" fmla="*/ 6701858 w 6701858"/>
                <a:gd name="connsiteY21" fmla="*/ 2366872 h 4563418"/>
                <a:gd name="connsiteX22" fmla="*/ 6237554 w 6701858"/>
                <a:gd name="connsiteY22" fmla="*/ 2140635 h 4563418"/>
                <a:gd name="connsiteX23" fmla="*/ 5786536 w 6701858"/>
                <a:gd name="connsiteY23" fmla="*/ 278487 h 4563418"/>
                <a:gd name="connsiteX24" fmla="*/ 5487961 w 6701858"/>
                <a:gd name="connsiteY24" fmla="*/ 0 h 4563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701858" h="4563418">
                  <a:moveTo>
                    <a:pt x="5487961" y="0"/>
                  </a:moveTo>
                  <a:lnTo>
                    <a:pt x="5175999" y="0"/>
                  </a:lnTo>
                  <a:lnTo>
                    <a:pt x="4323191" y="0"/>
                  </a:lnTo>
                  <a:lnTo>
                    <a:pt x="4011229" y="0"/>
                  </a:lnTo>
                  <a:lnTo>
                    <a:pt x="1672157" y="0"/>
                  </a:lnTo>
                  <a:lnTo>
                    <a:pt x="1360195" y="0"/>
                  </a:lnTo>
                  <a:lnTo>
                    <a:pt x="507387" y="0"/>
                  </a:lnTo>
                  <a:lnTo>
                    <a:pt x="195425" y="0"/>
                  </a:lnTo>
                  <a:cubicBezTo>
                    <a:pt x="68420" y="0"/>
                    <a:pt x="-18071" y="129151"/>
                    <a:pt x="3222" y="286972"/>
                  </a:cubicBezTo>
                  <a:lnTo>
                    <a:pt x="496733" y="4276446"/>
                  </a:lnTo>
                  <a:cubicBezTo>
                    <a:pt x="518120" y="4434267"/>
                    <a:pt x="639660" y="4563418"/>
                    <a:pt x="766759" y="4563418"/>
                  </a:cubicBezTo>
                  <a:lnTo>
                    <a:pt x="1078721" y="4563418"/>
                  </a:lnTo>
                  <a:lnTo>
                    <a:pt x="1931529" y="4563418"/>
                  </a:lnTo>
                  <a:lnTo>
                    <a:pt x="2243491" y="4563418"/>
                  </a:lnTo>
                  <a:lnTo>
                    <a:pt x="3536750" y="4563418"/>
                  </a:lnTo>
                  <a:lnTo>
                    <a:pt x="3848712" y="4563418"/>
                  </a:lnTo>
                  <a:lnTo>
                    <a:pt x="4701520" y="4563418"/>
                  </a:lnTo>
                  <a:lnTo>
                    <a:pt x="5013482" y="4563418"/>
                  </a:lnTo>
                  <a:cubicBezTo>
                    <a:pt x="5140676" y="4563418"/>
                    <a:pt x="5298301" y="4451148"/>
                    <a:pt x="5363782" y="4313959"/>
                  </a:cubicBezTo>
                  <a:lnTo>
                    <a:pt x="6113093" y="2833815"/>
                  </a:lnTo>
                  <a:cubicBezTo>
                    <a:pt x="6252347" y="2583731"/>
                    <a:pt x="6563170" y="2559347"/>
                    <a:pt x="6701858" y="2544521"/>
                  </a:cubicBezTo>
                  <a:lnTo>
                    <a:pt x="6701858" y="2366872"/>
                  </a:lnTo>
                  <a:cubicBezTo>
                    <a:pt x="6519076" y="2368747"/>
                    <a:pt x="6267327" y="2297473"/>
                    <a:pt x="6237554" y="2140635"/>
                  </a:cubicBezTo>
                  <a:lnTo>
                    <a:pt x="5786536" y="278487"/>
                  </a:lnTo>
                  <a:cubicBezTo>
                    <a:pt x="5749414" y="125042"/>
                    <a:pt x="5615060" y="0"/>
                    <a:pt x="5487961" y="0"/>
                  </a:cubicBezTo>
                  <a:close/>
                </a:path>
              </a:pathLst>
            </a:custGeom>
            <a:solidFill>
              <a:srgbClr val="D7E8F5"/>
            </a:solidFill>
            <a:ln w="940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24" name="Полилиния: фигура 23">
              <a:extLst>
                <a:ext uri="{FF2B5EF4-FFF2-40B4-BE49-F238E27FC236}">
                  <a16:creationId xmlns:a16="http://schemas.microsoft.com/office/drawing/2014/main" id="{EDAA8C43-2806-8CBE-20C2-D098BBFA7E4A}"/>
                </a:ext>
              </a:extLst>
            </p:cNvPr>
            <p:cNvSpPr/>
            <p:nvPr/>
          </p:nvSpPr>
          <p:spPr>
            <a:xfrm flipH="1">
              <a:off x="732708" y="1567947"/>
              <a:ext cx="5969131" cy="976369"/>
            </a:xfrm>
            <a:custGeom>
              <a:avLst/>
              <a:gdLst>
                <a:gd name="connsiteX0" fmla="*/ 5487961 w 5969131"/>
                <a:gd name="connsiteY0" fmla="*/ 0 h 1032378"/>
                <a:gd name="connsiteX1" fmla="*/ 5175999 w 5969131"/>
                <a:gd name="connsiteY1" fmla="*/ 0 h 1032378"/>
                <a:gd name="connsiteX2" fmla="*/ 4323191 w 5969131"/>
                <a:gd name="connsiteY2" fmla="*/ 0 h 1032378"/>
                <a:gd name="connsiteX3" fmla="*/ 4011229 w 5969131"/>
                <a:gd name="connsiteY3" fmla="*/ 0 h 1032378"/>
                <a:gd name="connsiteX4" fmla="*/ 1672157 w 5969131"/>
                <a:gd name="connsiteY4" fmla="*/ 0 h 1032378"/>
                <a:gd name="connsiteX5" fmla="*/ 1360195 w 5969131"/>
                <a:gd name="connsiteY5" fmla="*/ 0 h 1032378"/>
                <a:gd name="connsiteX6" fmla="*/ 507387 w 5969131"/>
                <a:gd name="connsiteY6" fmla="*/ 0 h 1032378"/>
                <a:gd name="connsiteX7" fmla="*/ 195425 w 5969131"/>
                <a:gd name="connsiteY7" fmla="*/ 0 h 1032378"/>
                <a:gd name="connsiteX8" fmla="*/ 3222 w 5969131"/>
                <a:gd name="connsiteY8" fmla="*/ 286972 h 1032378"/>
                <a:gd name="connsiteX9" fmla="*/ 95431 w 5969131"/>
                <a:gd name="connsiteY9" fmla="*/ 1032378 h 1032378"/>
                <a:gd name="connsiteX10" fmla="*/ 5969131 w 5969131"/>
                <a:gd name="connsiteY10" fmla="*/ 1032378 h 1032378"/>
                <a:gd name="connsiteX11" fmla="*/ 5786536 w 5969131"/>
                <a:gd name="connsiteY11" fmla="*/ 278487 h 1032378"/>
                <a:gd name="connsiteX12" fmla="*/ 5487961 w 5969131"/>
                <a:gd name="connsiteY12" fmla="*/ 0 h 1032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969131" h="1032378">
                  <a:moveTo>
                    <a:pt x="5487961" y="0"/>
                  </a:moveTo>
                  <a:lnTo>
                    <a:pt x="5175999" y="0"/>
                  </a:lnTo>
                  <a:lnTo>
                    <a:pt x="4323191" y="0"/>
                  </a:lnTo>
                  <a:lnTo>
                    <a:pt x="4011229" y="0"/>
                  </a:lnTo>
                  <a:lnTo>
                    <a:pt x="1672157" y="0"/>
                  </a:lnTo>
                  <a:lnTo>
                    <a:pt x="1360195" y="0"/>
                  </a:lnTo>
                  <a:lnTo>
                    <a:pt x="507387" y="0"/>
                  </a:lnTo>
                  <a:lnTo>
                    <a:pt x="195425" y="0"/>
                  </a:lnTo>
                  <a:cubicBezTo>
                    <a:pt x="68420" y="0"/>
                    <a:pt x="-18071" y="129151"/>
                    <a:pt x="3222" y="286972"/>
                  </a:cubicBezTo>
                  <a:lnTo>
                    <a:pt x="95431" y="1032378"/>
                  </a:lnTo>
                  <a:lnTo>
                    <a:pt x="5969131" y="1032378"/>
                  </a:lnTo>
                  <a:lnTo>
                    <a:pt x="5786536" y="278487"/>
                  </a:lnTo>
                  <a:cubicBezTo>
                    <a:pt x="5749414" y="125042"/>
                    <a:pt x="5615060" y="0"/>
                    <a:pt x="5487961" y="0"/>
                  </a:cubicBezTo>
                  <a:close/>
                </a:path>
              </a:pathLst>
            </a:custGeom>
            <a:solidFill>
              <a:srgbClr val="398ACB"/>
            </a:solidFill>
            <a:ln w="940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3" name="Прямоугольник 12">
              <a:extLst>
                <a:ext uri="{FF2B5EF4-FFF2-40B4-BE49-F238E27FC236}">
                  <a16:creationId xmlns:a16="http://schemas.microsoft.com/office/drawing/2014/main" id="{1547C159-A5AD-44D0-9740-DCB26B1B4AFB}"/>
                </a:ext>
              </a:extLst>
            </p:cNvPr>
            <p:cNvSpPr/>
            <p:nvPr/>
          </p:nvSpPr>
          <p:spPr>
            <a:xfrm>
              <a:off x="1054792" y="1697215"/>
              <a:ext cx="5185954" cy="830997"/>
            </a:xfrm>
            <a:prstGeom prst="rect">
              <a:avLst/>
            </a:prstGeom>
            <a:ln>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6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Times New Roman" panose="02020603050405020304" pitchFamily="18" charset="0"/>
                </a:rPr>
                <a:t>Почему </a:t>
              </a:r>
              <a:r>
                <a:rPr kumimoji="0" lang="ru-RU" sz="1600" b="1" i="0" u="sng" strike="noStrike" kern="1200" cap="none" spc="0" normalizeH="0" baseline="0" noProof="0" dirty="0" err="1">
                  <a:ln>
                    <a:noFill/>
                  </a:ln>
                  <a:solidFill>
                    <a:srgbClr val="FFFFFF"/>
                  </a:solidFill>
                  <a:effectLst/>
                  <a:uLnTx/>
                  <a:uFillTx/>
                  <a:latin typeface="Verdana" panose="020B0604030504040204" pitchFamily="34" charset="0"/>
                  <a:ea typeface="Verdana" panose="020B0604030504040204" pitchFamily="34" charset="0"/>
                  <a:cs typeface="Times New Roman" panose="02020603050405020304" pitchFamily="18" charset="0"/>
                </a:rPr>
                <a:t>бисопролол</a:t>
              </a:r>
              <a:r>
                <a:rPr kumimoji="0" lang="ru-RU" sz="16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Times New Roman" panose="02020603050405020304" pitchFamily="18" charset="0"/>
                </a:rPr>
                <a:t> является оптимальным</a:t>
              </a:r>
              <a:br>
                <a:rPr kumimoji="0" lang="ru-RU" sz="16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Times New Roman" panose="02020603050405020304" pitchFamily="18" charset="0"/>
                </a:rPr>
              </a:br>
              <a:r>
                <a:rPr kumimoji="0" lang="ru-RU" sz="16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Times New Roman" panose="02020603050405020304" pitchFamily="18" charset="0"/>
                </a:rPr>
                <a:t>бета-адреноблокатором?</a:t>
              </a:r>
            </a:p>
          </p:txBody>
        </p:sp>
        <p:sp>
          <p:nvSpPr>
            <p:cNvPr id="5" name="Текст 6">
              <a:extLst>
                <a:ext uri="{FF2B5EF4-FFF2-40B4-BE49-F238E27FC236}">
                  <a16:creationId xmlns:a16="http://schemas.microsoft.com/office/drawing/2014/main" id="{489A5790-EC5B-4F85-963E-18F5E75D688D}"/>
                </a:ext>
              </a:extLst>
            </p:cNvPr>
            <p:cNvSpPr txBox="1">
              <a:spLocks/>
            </p:cNvSpPr>
            <p:nvPr/>
          </p:nvSpPr>
          <p:spPr>
            <a:xfrm>
              <a:off x="1255254" y="2682667"/>
              <a:ext cx="4924039" cy="3062099"/>
            </a:xfrm>
            <a:prstGeom prst="rect">
              <a:avLst/>
            </a:prstGeom>
            <a:noFill/>
            <a:ln>
              <a:no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Показывает </a:t>
              </a:r>
              <a:r>
                <a:rPr kumimoji="0" lang="ru-RU" sz="14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дозозависимое</a:t>
              </a: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снижение АД в течение 24 часов</a:t>
              </a:r>
              <a:r>
                <a:rPr kumimoji="0" lang="ru-RU" sz="1400" b="0" i="0" u="none" strike="noStrike" kern="1200" cap="none" spc="0" normalizeH="0" baseline="30000" noProof="0" dirty="0">
                  <a:ln>
                    <a:noFill/>
                  </a:ln>
                  <a:solidFill>
                    <a:srgbClr val="265374"/>
                  </a:solidFill>
                  <a:effectLst/>
                  <a:uLnTx/>
                  <a:uFillTx/>
                  <a:latin typeface="Verdana" panose="020B0604030504040204" pitchFamily="34" charset="0"/>
                  <a:ea typeface="Verdana" panose="020B0604030504040204" pitchFamily="34" charset="0"/>
                  <a:cs typeface="+mn-cs"/>
                </a:rPr>
                <a:t>2</a:t>
              </a:r>
            </a:p>
            <a:p>
              <a:pPr marL="228600" marR="0" lvl="0" indent="-22860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Взаимодействует с симпатической нервной системой (СНС), блокируя симпатическую активность надпочечников</a:t>
              </a:r>
              <a:r>
                <a:rPr kumimoji="0" lang="ru-RU" sz="1400" b="0" i="0" u="none" strike="noStrike" kern="1200" cap="none" spc="0" normalizeH="0" baseline="30000" noProof="0" dirty="0">
                  <a:ln>
                    <a:noFill/>
                  </a:ln>
                  <a:solidFill>
                    <a:srgbClr val="265374"/>
                  </a:solidFill>
                  <a:effectLst/>
                  <a:uLnTx/>
                  <a:uFillTx/>
                  <a:latin typeface="Verdana" panose="020B0604030504040204" pitchFamily="34" charset="0"/>
                  <a:ea typeface="Verdana" panose="020B0604030504040204" pitchFamily="34" charset="0"/>
                  <a:cs typeface="+mn-cs"/>
                </a:rPr>
                <a:t>3</a:t>
              </a:r>
            </a:p>
            <a:p>
              <a:pPr marL="228600" marR="0" lvl="0" indent="-22860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Взаимодействует с РААС, снижая активность ренина плазмы</a:t>
              </a:r>
              <a:r>
                <a:rPr kumimoji="0" lang="ru-RU" sz="1400" b="0" i="0" u="none" strike="noStrike" kern="1200" cap="none" spc="0" normalizeH="0" baseline="30000" noProof="0" dirty="0">
                  <a:ln>
                    <a:noFill/>
                  </a:ln>
                  <a:solidFill>
                    <a:srgbClr val="265374"/>
                  </a:solidFill>
                  <a:effectLst/>
                  <a:uLnTx/>
                  <a:uFillTx/>
                  <a:latin typeface="Verdana" panose="020B0604030504040204" pitchFamily="34" charset="0"/>
                  <a:ea typeface="Verdana" panose="020B0604030504040204" pitchFamily="34" charset="0"/>
                  <a:cs typeface="+mn-cs"/>
                </a:rPr>
                <a:t>3</a:t>
              </a:r>
            </a:p>
            <a:p>
              <a:pPr marL="228600" marR="0" lvl="0" indent="-22860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Снижает ЧСС</a:t>
              </a:r>
              <a:r>
                <a:rPr kumimoji="0" lang="ru-RU" sz="1400" b="0" i="0" u="none" strike="noStrike" kern="1200" cap="none" spc="0" normalizeH="0" baseline="30000" noProof="0" dirty="0">
                  <a:ln>
                    <a:noFill/>
                  </a:ln>
                  <a:solidFill>
                    <a:srgbClr val="265374"/>
                  </a:solidFill>
                  <a:effectLst/>
                  <a:uLnTx/>
                  <a:uFillTx/>
                  <a:latin typeface="Verdana" panose="020B0604030504040204" pitchFamily="34" charset="0"/>
                  <a:ea typeface="Verdana" panose="020B0604030504040204" pitchFamily="34" charset="0"/>
                  <a:cs typeface="+mn-cs"/>
                </a:rPr>
                <a:t>4,5</a:t>
              </a:r>
            </a:p>
            <a:p>
              <a:pPr marL="228600" marR="0" lvl="0" indent="-22860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Максимально высокая </a:t>
              </a:r>
              <a:r>
                <a:rPr kumimoji="0" lang="ru-RU" sz="14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кардиоселективность</a:t>
              </a: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связанная с защитой сердца и отсутствием </a:t>
              </a:r>
              <a:b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br>
              <a:r>
                <a:rPr kumimoji="0" lang="el-GR"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β</a:t>
              </a:r>
              <a:r>
                <a:rPr kumimoji="0" lang="ru-RU" sz="1400" b="0" i="0" u="none" strike="noStrike" kern="1200" cap="none" spc="0" normalizeH="0" baseline="-25000" noProof="0" dirty="0">
                  <a:ln>
                    <a:noFill/>
                  </a:ln>
                  <a:solidFill>
                    <a:srgbClr val="265374"/>
                  </a:solidFill>
                  <a:effectLst/>
                  <a:uLnTx/>
                  <a:uFillTx/>
                  <a:latin typeface="Verdana" panose="020B0604030504040204" pitchFamily="34" charset="0"/>
                  <a:ea typeface="Verdana" panose="020B0604030504040204" pitchFamily="34" charset="0"/>
                  <a:cs typeface="+mn-cs"/>
                </a:rPr>
                <a:t>2</a:t>
              </a: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-опосредованных побочных эффектов</a:t>
              </a:r>
              <a:r>
                <a:rPr kumimoji="0" lang="ru-RU" sz="1400" b="0" i="0" u="none" strike="noStrike" kern="1200" cap="none" spc="0" normalizeH="0" baseline="30000" noProof="0" dirty="0">
                  <a:ln>
                    <a:noFill/>
                  </a:ln>
                  <a:solidFill>
                    <a:srgbClr val="265374"/>
                  </a:solidFill>
                  <a:effectLst/>
                  <a:uLnTx/>
                  <a:uFillTx/>
                  <a:latin typeface="Verdana" panose="020B0604030504040204" pitchFamily="34" charset="0"/>
                  <a:ea typeface="Verdana" panose="020B0604030504040204" pitchFamily="34" charset="0"/>
                  <a:cs typeface="+mn-cs"/>
                </a:rPr>
                <a:t>6,7</a:t>
              </a:r>
              <a:endPar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sp>
        <p:nvSpPr>
          <p:cNvPr id="8" name="Объект 10">
            <a:extLst>
              <a:ext uri="{FF2B5EF4-FFF2-40B4-BE49-F238E27FC236}">
                <a16:creationId xmlns:a16="http://schemas.microsoft.com/office/drawing/2014/main" id="{A99362D0-2338-B945-A9C6-7F68E36B6119}"/>
              </a:ext>
            </a:extLst>
          </p:cNvPr>
          <p:cNvSpPr>
            <a:spLocks noGrp="1"/>
          </p:cNvSpPr>
          <p:nvPr>
            <p:ph idx="4294967295"/>
          </p:nvPr>
        </p:nvSpPr>
        <p:spPr>
          <a:xfrm>
            <a:off x="805543" y="6116317"/>
            <a:ext cx="9802586" cy="457738"/>
          </a:xfrm>
        </p:spPr>
        <p:txBody>
          <a:bodyPr>
            <a:noAutofit/>
          </a:bodyPr>
          <a:lstStyle/>
          <a:p>
            <a:pPr marL="0" indent="0">
              <a:lnSpc>
                <a:spcPct val="120000"/>
              </a:lnSpc>
              <a:spcBef>
                <a:spcPts val="300"/>
              </a:spcBef>
              <a:buNone/>
            </a:pPr>
            <a:r>
              <a:rPr lang="ru-RU" sz="800" b="1" dirty="0">
                <a:solidFill>
                  <a:srgbClr val="323F48"/>
                </a:solidFill>
                <a:latin typeface="Calibri" panose="020F0502020204030204" pitchFamily="34" charset="0"/>
                <a:cs typeface="Calibri" panose="020F0502020204030204" pitchFamily="34" charset="0"/>
              </a:rPr>
              <a:t>АД</a:t>
            </a:r>
            <a:r>
              <a:rPr lang="ru-RU" sz="800" dirty="0">
                <a:solidFill>
                  <a:srgbClr val="323F48"/>
                </a:solidFill>
                <a:latin typeface="Calibri" panose="020F0502020204030204" pitchFamily="34" charset="0"/>
                <a:cs typeface="Calibri" panose="020F0502020204030204" pitchFamily="34" charset="0"/>
              </a:rPr>
              <a:t> – артериальное давление, </a:t>
            </a:r>
            <a:r>
              <a:rPr lang="ru-RU" sz="800" b="1" dirty="0">
                <a:solidFill>
                  <a:srgbClr val="323F48"/>
                </a:solidFill>
                <a:latin typeface="Calibri" panose="020F0502020204030204" pitchFamily="34" charset="0"/>
                <a:cs typeface="Calibri" panose="020F0502020204030204" pitchFamily="34" charset="0"/>
              </a:rPr>
              <a:t>РААС</a:t>
            </a:r>
            <a:r>
              <a:rPr lang="ru-RU" sz="800" dirty="0">
                <a:solidFill>
                  <a:srgbClr val="323F48"/>
                </a:solidFill>
                <a:latin typeface="Calibri" panose="020F0502020204030204" pitchFamily="34" charset="0"/>
                <a:cs typeface="Calibri" panose="020F0502020204030204" pitchFamily="34" charset="0"/>
              </a:rPr>
              <a:t> – ренин-ангиотензин-</a:t>
            </a:r>
            <a:r>
              <a:rPr lang="ru-RU" sz="800" dirty="0" err="1">
                <a:solidFill>
                  <a:srgbClr val="323F48"/>
                </a:solidFill>
                <a:latin typeface="Calibri" panose="020F0502020204030204" pitchFamily="34" charset="0"/>
                <a:cs typeface="Calibri" panose="020F0502020204030204" pitchFamily="34" charset="0"/>
              </a:rPr>
              <a:t>альдостероновая</a:t>
            </a:r>
            <a:r>
              <a:rPr lang="ru-RU" sz="800" dirty="0">
                <a:solidFill>
                  <a:srgbClr val="323F48"/>
                </a:solidFill>
                <a:latin typeface="Calibri" panose="020F0502020204030204" pitchFamily="34" charset="0"/>
                <a:cs typeface="Calibri" panose="020F0502020204030204" pitchFamily="34" charset="0"/>
              </a:rPr>
              <a:t> система, </a:t>
            </a:r>
            <a:r>
              <a:rPr lang="ru-RU" sz="800" b="1" dirty="0">
                <a:solidFill>
                  <a:srgbClr val="323F48"/>
                </a:solidFill>
                <a:latin typeface="Calibri" panose="020F0502020204030204" pitchFamily="34" charset="0"/>
                <a:cs typeface="Calibri" panose="020F0502020204030204" pitchFamily="34" charset="0"/>
              </a:rPr>
              <a:t>СНС</a:t>
            </a:r>
            <a:r>
              <a:rPr lang="ru-RU" sz="800" dirty="0">
                <a:solidFill>
                  <a:srgbClr val="323F48"/>
                </a:solidFill>
                <a:latin typeface="Calibri" panose="020F0502020204030204" pitchFamily="34" charset="0"/>
                <a:cs typeface="Calibri" panose="020F0502020204030204" pitchFamily="34" charset="0"/>
              </a:rPr>
              <a:t> – симпатическая нервная система, </a:t>
            </a:r>
            <a:r>
              <a:rPr lang="ru-RU" sz="800" b="1" dirty="0">
                <a:solidFill>
                  <a:srgbClr val="323F48"/>
                </a:solidFill>
                <a:latin typeface="Calibri" panose="020F0502020204030204" pitchFamily="34" charset="0"/>
                <a:cs typeface="Calibri" panose="020F0502020204030204" pitchFamily="34" charset="0"/>
              </a:rPr>
              <a:t>ЧСС</a:t>
            </a:r>
            <a:r>
              <a:rPr lang="ru-RU" sz="800" dirty="0">
                <a:solidFill>
                  <a:srgbClr val="323F48"/>
                </a:solidFill>
                <a:latin typeface="Calibri" panose="020F0502020204030204" pitchFamily="34" charset="0"/>
                <a:cs typeface="Calibri" panose="020F0502020204030204" pitchFamily="34" charset="0"/>
              </a:rPr>
              <a:t> – частота сердечных сокращений</a:t>
            </a:r>
          </a:p>
          <a:p>
            <a:pPr marL="0" indent="0">
              <a:lnSpc>
                <a:spcPct val="120000"/>
              </a:lnSpc>
              <a:spcBef>
                <a:spcPts val="300"/>
              </a:spcBef>
              <a:buNone/>
            </a:pPr>
            <a:r>
              <a:rPr lang="ru-RU" sz="800" b="1" dirty="0">
                <a:solidFill>
                  <a:srgbClr val="323F48"/>
                </a:solidFill>
                <a:latin typeface="Calibri" panose="020F0502020204030204" pitchFamily="34" charset="0"/>
                <a:cs typeface="Calibri" panose="020F0502020204030204" pitchFamily="34" charset="0"/>
              </a:rPr>
              <a:t>1. </a:t>
            </a:r>
            <a:r>
              <a:rPr lang="en-US" sz="800" dirty="0">
                <a:solidFill>
                  <a:srgbClr val="323F48"/>
                </a:solidFill>
                <a:latin typeface="Calibri" panose="020F0502020204030204" pitchFamily="34" charset="0"/>
                <a:cs typeface="Calibri" panose="020F0502020204030204" pitchFamily="34" charset="0"/>
              </a:rPr>
              <a:t>Gupta AK, Arshad S, Poulter NR. Hypertension 2010;55:399-407.; Davidov ME, Singh SE, </a:t>
            </a:r>
            <a:r>
              <a:rPr lang="en-US" sz="800" dirty="0" err="1">
                <a:solidFill>
                  <a:srgbClr val="323F48"/>
                </a:solidFill>
                <a:latin typeface="Calibri" panose="020F0502020204030204" pitchFamily="34" charset="0"/>
                <a:cs typeface="Calibri" panose="020F0502020204030204" pitchFamily="34" charset="0"/>
              </a:rPr>
              <a:t>Vlachakis</a:t>
            </a:r>
            <a:r>
              <a:rPr lang="en-US" sz="800" dirty="0">
                <a:solidFill>
                  <a:srgbClr val="323F48"/>
                </a:solidFill>
                <a:latin typeface="Calibri" panose="020F0502020204030204" pitchFamily="34" charset="0"/>
                <a:cs typeface="Calibri" panose="020F0502020204030204" pitchFamily="34" charset="0"/>
              </a:rPr>
              <a:t> ND. Clin </a:t>
            </a:r>
            <a:r>
              <a:rPr lang="en-US" sz="800" dirty="0" err="1">
                <a:solidFill>
                  <a:srgbClr val="323F48"/>
                </a:solidFill>
                <a:latin typeface="Calibri" panose="020F0502020204030204" pitchFamily="34" charset="0"/>
                <a:cs typeface="Calibri" panose="020F0502020204030204" pitchFamily="34" charset="0"/>
              </a:rPr>
              <a:t>Cardiol</a:t>
            </a:r>
            <a:r>
              <a:rPr lang="en-US" sz="800" dirty="0">
                <a:solidFill>
                  <a:srgbClr val="323F48"/>
                </a:solidFill>
                <a:latin typeface="Calibri" panose="020F0502020204030204" pitchFamily="34" charset="0"/>
                <a:cs typeface="Calibri" panose="020F0502020204030204" pitchFamily="34" charset="0"/>
              </a:rPr>
              <a:t> 1994;17: 263-8. ;Sun N, Hong T, Zhang R et al. </a:t>
            </a:r>
            <a:r>
              <a:rPr lang="en-US" sz="800" dirty="0" err="1">
                <a:solidFill>
                  <a:srgbClr val="323F48"/>
                </a:solidFill>
                <a:latin typeface="Calibri" panose="020F0502020204030204" pitchFamily="34" charset="0"/>
                <a:cs typeface="Calibri" panose="020F0502020204030204" pitchFamily="34" charset="0"/>
              </a:rPr>
              <a:t>Hypertens</a:t>
            </a:r>
            <a:r>
              <a:rPr lang="en-US" sz="800" dirty="0">
                <a:solidFill>
                  <a:srgbClr val="323F48"/>
                </a:solidFill>
                <a:latin typeface="Calibri" panose="020F0502020204030204" pitchFamily="34" charset="0"/>
                <a:cs typeface="Calibri" panose="020F0502020204030204" pitchFamily="34" charset="0"/>
              </a:rPr>
              <a:t> Res 2000;23:537-40.; </a:t>
            </a:r>
            <a:r>
              <a:rPr lang="en-US" sz="800" dirty="0" err="1">
                <a:solidFill>
                  <a:srgbClr val="323F48"/>
                </a:solidFill>
                <a:latin typeface="Calibri" panose="020F0502020204030204" pitchFamily="34" charset="0"/>
                <a:cs typeface="Calibri" panose="020F0502020204030204" pitchFamily="34" charset="0"/>
              </a:rPr>
              <a:t>Stoschitzky</a:t>
            </a:r>
            <a:r>
              <a:rPr lang="en-US" sz="800" dirty="0">
                <a:solidFill>
                  <a:srgbClr val="323F48"/>
                </a:solidFill>
                <a:latin typeface="Calibri" panose="020F0502020204030204" pitchFamily="34" charset="0"/>
                <a:cs typeface="Calibri" panose="020F0502020204030204" pitchFamily="34" charset="0"/>
              </a:rPr>
              <a:t> K , </a:t>
            </a:r>
            <a:r>
              <a:rPr lang="en-US" sz="800" dirty="0" err="1">
                <a:solidFill>
                  <a:srgbClr val="323F48"/>
                </a:solidFill>
                <a:latin typeface="Calibri" panose="020F0502020204030204" pitchFamily="34" charset="0"/>
                <a:cs typeface="Calibri" panose="020F0502020204030204" pitchFamily="34" charset="0"/>
              </a:rPr>
              <a:t>Stoschitzky</a:t>
            </a:r>
            <a:r>
              <a:rPr lang="en-US" sz="800" dirty="0">
                <a:solidFill>
                  <a:srgbClr val="323F48"/>
                </a:solidFill>
                <a:latin typeface="Calibri" panose="020F0502020204030204" pitchFamily="34" charset="0"/>
                <a:cs typeface="Calibri" panose="020F0502020204030204" pitchFamily="34" charset="0"/>
              </a:rPr>
              <a:t> G, </a:t>
            </a:r>
            <a:r>
              <a:rPr lang="en-US" sz="800" dirty="0" err="1">
                <a:solidFill>
                  <a:srgbClr val="323F48"/>
                </a:solidFill>
                <a:latin typeface="Calibri" panose="020F0502020204030204" pitchFamily="34" charset="0"/>
                <a:cs typeface="Calibri" panose="020F0502020204030204" pitchFamily="34" charset="0"/>
              </a:rPr>
              <a:t>Brussee</a:t>
            </a:r>
            <a:r>
              <a:rPr lang="en-US" sz="800" dirty="0">
                <a:solidFill>
                  <a:srgbClr val="323F48"/>
                </a:solidFill>
                <a:latin typeface="Calibri" panose="020F0502020204030204" pitchFamily="34" charset="0"/>
                <a:cs typeface="Calibri" panose="020F0502020204030204" pitchFamily="34" charset="0"/>
              </a:rPr>
              <a:t> H et al. Cardiology2006;106:199-206.</a:t>
            </a:r>
            <a:r>
              <a:rPr lang="ru-RU" sz="800" dirty="0">
                <a:solidFill>
                  <a:srgbClr val="323F48"/>
                </a:solidFill>
                <a:latin typeface="Calibri" panose="020F0502020204030204" pitchFamily="34" charset="0"/>
                <a:cs typeface="Calibri" panose="020F0502020204030204" pitchFamily="34" charset="0"/>
              </a:rPr>
              <a:t> </a:t>
            </a:r>
            <a:r>
              <a:rPr lang="ru-RU" sz="800" b="1" dirty="0">
                <a:solidFill>
                  <a:srgbClr val="323F48"/>
                </a:solidFill>
                <a:latin typeface="Calibri" panose="020F0502020204030204" pitchFamily="34" charset="0"/>
                <a:cs typeface="Calibri" panose="020F0502020204030204" pitchFamily="34" charset="0"/>
              </a:rPr>
              <a:t>2. </a:t>
            </a:r>
            <a:r>
              <a:rPr lang="en-US" sz="800" dirty="0" err="1">
                <a:solidFill>
                  <a:srgbClr val="323F48"/>
                </a:solidFill>
                <a:latin typeface="Calibri" panose="020F0502020204030204" pitchFamily="34" charset="0"/>
                <a:cs typeface="Calibri" panose="020F0502020204030204" pitchFamily="34" charset="0"/>
              </a:rPr>
              <a:t>Koshucharova</a:t>
            </a:r>
            <a:r>
              <a:rPr lang="en-US" sz="800" dirty="0">
                <a:solidFill>
                  <a:srgbClr val="323F48"/>
                </a:solidFill>
                <a:latin typeface="Calibri" panose="020F0502020204030204" pitchFamily="34" charset="0"/>
                <a:cs typeface="Calibri" panose="020F0502020204030204" pitchFamily="34" charset="0"/>
              </a:rPr>
              <a:t> G, Klein W, </a:t>
            </a:r>
            <a:r>
              <a:rPr lang="en-US" sz="800" dirty="0" err="1">
                <a:solidFill>
                  <a:srgbClr val="323F48"/>
                </a:solidFill>
                <a:latin typeface="Calibri" panose="020F0502020204030204" pitchFamily="34" charset="0"/>
                <a:cs typeface="Calibri" panose="020F0502020204030204" pitchFamily="34" charset="0"/>
              </a:rPr>
              <a:t>Lercher</a:t>
            </a:r>
            <a:r>
              <a:rPr lang="en-US" sz="800" dirty="0">
                <a:solidFill>
                  <a:srgbClr val="323F48"/>
                </a:solidFill>
                <a:latin typeface="Calibri" panose="020F0502020204030204" pitchFamily="34" charset="0"/>
                <a:cs typeface="Calibri" panose="020F0502020204030204" pitchFamily="34" charset="0"/>
              </a:rPr>
              <a:t> P et al. J Clin Basic </a:t>
            </a:r>
            <a:r>
              <a:rPr lang="en-US" sz="800" dirty="0" err="1">
                <a:solidFill>
                  <a:srgbClr val="323F48"/>
                </a:solidFill>
                <a:latin typeface="Calibri" panose="020F0502020204030204" pitchFamily="34" charset="0"/>
                <a:cs typeface="Calibri" panose="020F0502020204030204" pitchFamily="34" charset="0"/>
              </a:rPr>
              <a:t>Cardiol</a:t>
            </a:r>
            <a:r>
              <a:rPr lang="en-US" sz="800" dirty="0">
                <a:solidFill>
                  <a:srgbClr val="323F48"/>
                </a:solidFill>
                <a:latin typeface="Calibri" panose="020F0502020204030204" pitchFamily="34" charset="0"/>
                <a:cs typeface="Calibri" panose="020F0502020204030204" pitchFamily="34" charset="0"/>
              </a:rPr>
              <a:t> 2001;4(1):53-6.;Cruickshank J. Int J </a:t>
            </a:r>
            <a:r>
              <a:rPr lang="en-US" sz="800" dirty="0" err="1">
                <a:solidFill>
                  <a:srgbClr val="323F48"/>
                </a:solidFill>
                <a:latin typeface="Calibri" panose="020F0502020204030204" pitchFamily="34" charset="0"/>
                <a:cs typeface="Calibri" panose="020F0502020204030204" pitchFamily="34" charset="0"/>
              </a:rPr>
              <a:t>Cardiol</a:t>
            </a:r>
            <a:r>
              <a:rPr lang="en-US" sz="800" dirty="0">
                <a:solidFill>
                  <a:srgbClr val="323F48"/>
                </a:solidFill>
                <a:latin typeface="Calibri" panose="020F0502020204030204" pitchFamily="34" charset="0"/>
                <a:cs typeface="Calibri" panose="020F0502020204030204" pitchFamily="34" charset="0"/>
              </a:rPr>
              <a:t> 2007;120:10-27.;Smith C and </a:t>
            </a:r>
            <a:r>
              <a:rPr lang="en-US" sz="800" dirty="0" err="1">
                <a:solidFill>
                  <a:srgbClr val="323F48"/>
                </a:solidFill>
                <a:latin typeface="Calibri" panose="020F0502020204030204" pitchFamily="34" charset="0"/>
                <a:cs typeface="Calibri" panose="020F0502020204030204" pitchFamily="34" charset="0"/>
              </a:rPr>
              <a:t>Teitler</a:t>
            </a:r>
            <a:r>
              <a:rPr lang="en-US" sz="800" dirty="0">
                <a:solidFill>
                  <a:srgbClr val="323F48"/>
                </a:solidFill>
                <a:latin typeface="Calibri" panose="020F0502020204030204" pitchFamily="34" charset="0"/>
                <a:cs typeface="Calibri" panose="020F0502020204030204" pitchFamily="34" charset="0"/>
              </a:rPr>
              <a:t> M. Cardiovasc Drugs </a:t>
            </a:r>
            <a:r>
              <a:rPr lang="en-US" sz="800" dirty="0" err="1">
                <a:solidFill>
                  <a:srgbClr val="323F48"/>
                </a:solidFill>
                <a:latin typeface="Calibri" panose="020F0502020204030204" pitchFamily="34" charset="0"/>
                <a:cs typeface="Calibri" panose="020F0502020204030204" pitchFamily="34" charset="0"/>
              </a:rPr>
              <a:t>Ther</a:t>
            </a:r>
            <a:r>
              <a:rPr lang="en-US" sz="800" dirty="0">
                <a:solidFill>
                  <a:srgbClr val="323F48"/>
                </a:solidFill>
                <a:latin typeface="Calibri" panose="020F0502020204030204" pitchFamily="34" charset="0"/>
                <a:cs typeface="Calibri" panose="020F0502020204030204" pitchFamily="34" charset="0"/>
              </a:rPr>
              <a:t> 1999;13:123-126.</a:t>
            </a:r>
          </a:p>
        </p:txBody>
      </p:sp>
      <p:sp>
        <p:nvSpPr>
          <p:cNvPr id="16" name="Заголовок 9">
            <a:extLst>
              <a:ext uri="{FF2B5EF4-FFF2-40B4-BE49-F238E27FC236}">
                <a16:creationId xmlns:a16="http://schemas.microsoft.com/office/drawing/2014/main" id="{E6BD4392-40A4-94D4-42C9-F4ADA5A821CD}"/>
              </a:ext>
            </a:extLst>
          </p:cNvPr>
          <p:cNvSpPr txBox="1">
            <a:spLocks/>
          </p:cNvSpPr>
          <p:nvPr/>
        </p:nvSpPr>
        <p:spPr>
          <a:xfrm>
            <a:off x="924971" y="497766"/>
            <a:ext cx="10909300" cy="783083"/>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ru-RU" sz="18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Использование </a:t>
            </a:r>
            <a:r>
              <a:rPr kumimoji="0" lang="ru-RU" sz="18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Конкор</a:t>
            </a:r>
            <a:r>
              <a:rPr kumimoji="0" lang="ru-RU" sz="18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АМ способствует лучшему контролю АД по сравнению</a:t>
            </a:r>
            <a:br>
              <a:rPr kumimoji="0" lang="ru-RU" sz="18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br>
            <a:r>
              <a:rPr kumimoji="0" lang="ru-RU" sz="18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с эквивалентной комбинацией отдельных препаратов</a:t>
            </a:r>
            <a:r>
              <a:rPr kumimoji="0" lang="ru-RU" sz="1800" b="0" i="0" u="none" strike="noStrike" kern="1200" cap="none" spc="0" normalizeH="0" baseline="30000" noProof="0" dirty="0">
                <a:ln>
                  <a:noFill/>
                </a:ln>
                <a:solidFill>
                  <a:srgbClr val="265374"/>
                </a:solidFill>
                <a:effectLst/>
                <a:uLnTx/>
                <a:uFillTx/>
                <a:latin typeface="Verdana" panose="020B0604030504040204" pitchFamily="34" charset="0"/>
                <a:ea typeface="Verdana" panose="020B0604030504040204" pitchFamily="34" charset="0"/>
                <a:cs typeface="+mj-cs"/>
              </a:rPr>
              <a:t>1</a:t>
            </a:r>
          </a:p>
        </p:txBody>
      </p:sp>
    </p:spTree>
    <p:extLst>
      <p:ext uri="{BB962C8B-B14F-4D97-AF65-F5344CB8AC3E}">
        <p14:creationId xmlns:p14="http://schemas.microsoft.com/office/powerpoint/2010/main" val="1532640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19358-DBE6-F80D-45CA-E1EFF5D7D0AA}"/>
              </a:ext>
            </a:extLst>
          </p:cNvPr>
          <p:cNvSpPr txBox="1">
            <a:spLocks/>
          </p:cNvSpPr>
          <p:nvPr/>
        </p:nvSpPr>
        <p:spPr>
          <a:xfrm>
            <a:off x="426720" y="627349"/>
            <a:ext cx="11338560" cy="768263"/>
          </a:xfrm>
          <a:prstGeom prst="rect">
            <a:avLst/>
          </a:prstGeom>
        </p:spPr>
        <p:txBody>
          <a:bodyPr lIns="91440" tIns="45720" rIns="91440" bIns="45720" anchor="b" anchorCtr="0"/>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ru-RU" sz="2800" b="1" i="0" u="none" strike="noStrike" kern="1200" cap="none" spc="0" normalizeH="0" baseline="0" noProof="0" dirty="0">
                <a:ln>
                  <a:noFill/>
                </a:ln>
                <a:solidFill>
                  <a:srgbClr val="2B3A42"/>
                </a:solidFill>
                <a:effectLst/>
                <a:uLnTx/>
                <a:uFillTx/>
                <a:latin typeface="Arial" panose="020B0604020202020204"/>
                <a:ea typeface="+mj-ea"/>
                <a:cs typeface="+mj-cs"/>
              </a:rPr>
              <a:t>ESC 2024: прямая рекомендация для фиксированной комбинации у пациента с хроническими коронарными синдромами (ХКС)</a:t>
            </a:r>
            <a:endParaRPr kumimoji="0" lang="en-US" sz="2800" b="1" i="0" u="none" strike="noStrike" kern="1200" cap="none" spc="0" normalizeH="0" baseline="0" noProof="0" dirty="0">
              <a:ln>
                <a:noFill/>
              </a:ln>
              <a:solidFill>
                <a:srgbClr val="2B3A42"/>
              </a:solidFill>
              <a:effectLst/>
              <a:uLnTx/>
              <a:uFillTx/>
              <a:latin typeface="Arial" panose="020B0604020202020204"/>
              <a:ea typeface="+mj-ea"/>
              <a:cs typeface="+mj-cs"/>
            </a:endParaRPr>
          </a:p>
        </p:txBody>
      </p:sp>
      <p:grpSp>
        <p:nvGrpSpPr>
          <p:cNvPr id="3" name="Graphic 15">
            <a:extLst>
              <a:ext uri="{FF2B5EF4-FFF2-40B4-BE49-F238E27FC236}">
                <a16:creationId xmlns:a16="http://schemas.microsoft.com/office/drawing/2014/main" id="{00D8B619-0308-3ED1-5A76-99519F81CFD7}"/>
              </a:ext>
            </a:extLst>
          </p:cNvPr>
          <p:cNvGrpSpPr/>
          <p:nvPr/>
        </p:nvGrpSpPr>
        <p:grpSpPr>
          <a:xfrm>
            <a:off x="3610646" y="1823299"/>
            <a:ext cx="4462463" cy="4067288"/>
            <a:chOff x="3728085" y="1689949"/>
            <a:chExt cx="4462463" cy="4067288"/>
          </a:xfrm>
        </p:grpSpPr>
        <p:sp>
          <p:nvSpPr>
            <p:cNvPr id="4" name="Freeform: Shape 3">
              <a:extLst>
                <a:ext uri="{FF2B5EF4-FFF2-40B4-BE49-F238E27FC236}">
                  <a16:creationId xmlns:a16="http://schemas.microsoft.com/office/drawing/2014/main" id="{6F2EDE9B-317A-30FA-2833-9EFE14382710}"/>
                </a:ext>
              </a:extLst>
            </p:cNvPr>
            <p:cNvSpPr/>
            <p:nvPr/>
          </p:nvSpPr>
          <p:spPr>
            <a:xfrm>
              <a:off x="3728085" y="1689949"/>
              <a:ext cx="9525" cy="9525"/>
            </a:xfrm>
            <a:custGeom>
              <a:avLst/>
              <a:gdLst/>
              <a:ahLst/>
              <a:cxnLst/>
              <a:rect l="l" t="t" r="r" b="b"/>
              <a:pathLst>
                <a:path/>
              </a:pathLst>
            </a:custGeom>
            <a:noFill/>
            <a:ln w="28575" cap="rnd">
              <a:solidFill>
                <a:srgbClr val="000000"/>
              </a:solidFill>
              <a:prstDash val="solid"/>
              <a:round/>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B3A42"/>
                </a:solidFill>
                <a:effectLst/>
                <a:uLnTx/>
                <a:uFillTx/>
                <a:latin typeface="Arial" panose="020B0604020202020204"/>
              </a:endParaRPr>
            </a:p>
          </p:txBody>
        </p:sp>
        <p:sp>
          <p:nvSpPr>
            <p:cNvPr id="5" name="Freeform: Shape 4">
              <a:extLst>
                <a:ext uri="{FF2B5EF4-FFF2-40B4-BE49-F238E27FC236}">
                  <a16:creationId xmlns:a16="http://schemas.microsoft.com/office/drawing/2014/main" id="{01ED2183-9E96-0454-4327-BD37395A6082}"/>
                </a:ext>
              </a:extLst>
            </p:cNvPr>
            <p:cNvSpPr/>
            <p:nvPr/>
          </p:nvSpPr>
          <p:spPr>
            <a:xfrm>
              <a:off x="3742632" y="2965346"/>
              <a:ext cx="1609725" cy="2790825"/>
            </a:xfrm>
            <a:custGeom>
              <a:avLst/>
              <a:gdLst>
                <a:gd name="connsiteX0" fmla="*/ 1355148 w 1609725"/>
                <a:gd name="connsiteY0" fmla="*/ 1410653 h 2790825"/>
                <a:gd name="connsiteX1" fmla="*/ 385503 w 1609725"/>
                <a:gd name="connsiteY1" fmla="*/ 1309688 h 2790825"/>
                <a:gd name="connsiteX2" fmla="*/ 117850 w 1609725"/>
                <a:gd name="connsiteY2" fmla="*/ 2414588 h 2790825"/>
                <a:gd name="connsiteX3" fmla="*/ 1222750 w 1609725"/>
                <a:gd name="connsiteY3" fmla="*/ 2682240 h 2790825"/>
                <a:gd name="connsiteX4" fmla="*/ 1538028 w 1609725"/>
                <a:gd name="connsiteY4" fmla="*/ 2324100 h 2790825"/>
                <a:gd name="connsiteX5" fmla="*/ 1501833 w 1609725"/>
                <a:gd name="connsiteY5" fmla="*/ 1355408 h 2790825"/>
                <a:gd name="connsiteX6" fmla="*/ 1224656 w 1609725"/>
                <a:gd name="connsiteY6" fmla="*/ 0 h 2790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09725" h="2790825">
                  <a:moveTo>
                    <a:pt x="1355148" y="1410653"/>
                  </a:moveTo>
                  <a:cubicBezTo>
                    <a:pt x="1097973" y="1167765"/>
                    <a:pt x="701733" y="1116330"/>
                    <a:pt x="385503" y="1309688"/>
                  </a:cubicBezTo>
                  <a:cubicBezTo>
                    <a:pt x="6408" y="1541145"/>
                    <a:pt x="-113607" y="2035493"/>
                    <a:pt x="117850" y="2414588"/>
                  </a:cubicBezTo>
                  <a:cubicBezTo>
                    <a:pt x="349308" y="2793683"/>
                    <a:pt x="843655" y="2913698"/>
                    <a:pt x="1222750" y="2682240"/>
                  </a:cubicBezTo>
                  <a:cubicBezTo>
                    <a:pt x="1367531" y="2594610"/>
                    <a:pt x="1474211" y="2467928"/>
                    <a:pt x="1538028" y="2324100"/>
                  </a:cubicBezTo>
                  <a:cubicBezTo>
                    <a:pt x="1538028" y="2324100"/>
                    <a:pt x="1728528" y="1971675"/>
                    <a:pt x="1501833" y="1355408"/>
                  </a:cubicBezTo>
                  <a:cubicBezTo>
                    <a:pt x="1269423" y="726758"/>
                    <a:pt x="1204653" y="79058"/>
                    <a:pt x="1224656" y="0"/>
                  </a:cubicBezTo>
                </a:path>
              </a:pathLst>
            </a:custGeom>
            <a:noFill/>
            <a:ln w="28575" cap="rnd">
              <a:solidFill>
                <a:srgbClr val="43B02A"/>
              </a:solidFill>
              <a:prstDash val="solid"/>
              <a:round/>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B3A42"/>
                </a:solidFill>
                <a:effectLst/>
                <a:uLnTx/>
                <a:uFillTx/>
                <a:latin typeface="Arial" panose="020B0604020202020204"/>
              </a:endParaRPr>
            </a:p>
          </p:txBody>
        </p:sp>
        <p:sp>
          <p:nvSpPr>
            <p:cNvPr id="6" name="Freeform: Shape 5">
              <a:extLst>
                <a:ext uri="{FF2B5EF4-FFF2-40B4-BE49-F238E27FC236}">
                  <a16:creationId xmlns:a16="http://schemas.microsoft.com/office/drawing/2014/main" id="{983C1504-C291-FD56-9681-50D1DBD0E94B}"/>
                </a:ext>
              </a:extLst>
            </p:cNvPr>
            <p:cNvSpPr/>
            <p:nvPr/>
          </p:nvSpPr>
          <p:spPr>
            <a:xfrm>
              <a:off x="4876258" y="2853164"/>
              <a:ext cx="161925" cy="152400"/>
            </a:xfrm>
            <a:custGeom>
              <a:avLst/>
              <a:gdLst>
                <a:gd name="connsiteX0" fmla="*/ 83410 w 161925"/>
                <a:gd name="connsiteY0" fmla="*/ 4550 h 152400"/>
                <a:gd name="connsiteX1" fmla="*/ 1495 w 161925"/>
                <a:gd name="connsiteY1" fmla="*/ 132185 h 152400"/>
                <a:gd name="connsiteX2" fmla="*/ 9115 w 161925"/>
                <a:gd name="connsiteY2" fmla="*/ 147425 h 152400"/>
                <a:gd name="connsiteX3" fmla="*/ 160562 w 161925"/>
                <a:gd name="connsiteY3" fmla="*/ 155045 h 152400"/>
                <a:gd name="connsiteX4" fmla="*/ 170087 w 161925"/>
                <a:gd name="connsiteY4" fmla="*/ 140757 h 152400"/>
                <a:gd name="connsiteX5" fmla="*/ 100555 w 161925"/>
                <a:gd name="connsiteY5" fmla="*/ 5502 h 152400"/>
                <a:gd name="connsiteX6" fmla="*/ 83410 w 161925"/>
                <a:gd name="connsiteY6" fmla="*/ 455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925" h="152400">
                  <a:moveTo>
                    <a:pt x="83410" y="4550"/>
                  </a:moveTo>
                  <a:lnTo>
                    <a:pt x="1495" y="132185"/>
                  </a:lnTo>
                  <a:cubicBezTo>
                    <a:pt x="-2315" y="138852"/>
                    <a:pt x="1495" y="147425"/>
                    <a:pt x="9115" y="147425"/>
                  </a:cubicBezTo>
                  <a:lnTo>
                    <a:pt x="160562" y="155045"/>
                  </a:lnTo>
                  <a:cubicBezTo>
                    <a:pt x="168182" y="155045"/>
                    <a:pt x="172945" y="147425"/>
                    <a:pt x="170087" y="140757"/>
                  </a:cubicBezTo>
                  <a:lnTo>
                    <a:pt x="100555" y="5502"/>
                  </a:lnTo>
                  <a:cubicBezTo>
                    <a:pt x="97697" y="-1165"/>
                    <a:pt x="88172" y="-2118"/>
                    <a:pt x="83410" y="4550"/>
                  </a:cubicBezTo>
                  <a:close/>
                </a:path>
              </a:pathLst>
            </a:custGeom>
            <a:solidFill>
              <a:srgbClr val="43B02A"/>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B3A42"/>
                </a:solidFill>
                <a:effectLst/>
                <a:uLnTx/>
                <a:uFillTx/>
                <a:latin typeface="Arial" panose="020B0604020202020204"/>
              </a:endParaRPr>
            </a:p>
          </p:txBody>
        </p:sp>
        <p:sp>
          <p:nvSpPr>
            <p:cNvPr id="7" name="Freeform: Shape 6">
              <a:extLst>
                <a:ext uri="{FF2B5EF4-FFF2-40B4-BE49-F238E27FC236}">
                  <a16:creationId xmlns:a16="http://schemas.microsoft.com/office/drawing/2014/main" id="{48BB7ACA-D9BD-AEA0-4304-59B1A9EE81DB}"/>
                </a:ext>
              </a:extLst>
            </p:cNvPr>
            <p:cNvSpPr/>
            <p:nvPr/>
          </p:nvSpPr>
          <p:spPr>
            <a:xfrm>
              <a:off x="5151067" y="1705142"/>
              <a:ext cx="2266950" cy="2219325"/>
            </a:xfrm>
            <a:custGeom>
              <a:avLst/>
              <a:gdLst>
                <a:gd name="connsiteX0" fmla="*/ 1005893 w 2266950"/>
                <a:gd name="connsiteY0" fmla="*/ 1581198 h 2219325"/>
                <a:gd name="connsiteX1" fmla="*/ 1606921 w 2266950"/>
                <a:gd name="connsiteY1" fmla="*/ 813482 h 2219325"/>
                <a:gd name="connsiteX2" fmla="*/ 813488 w 2266950"/>
                <a:gd name="connsiteY2" fmla="*/ 47 h 2219325"/>
                <a:gd name="connsiteX3" fmla="*/ 53 w 2266950"/>
                <a:gd name="connsiteY3" fmla="*/ 793480 h 2219325"/>
                <a:gd name="connsiteX4" fmla="*/ 135308 w 2266950"/>
                <a:gd name="connsiteY4" fmla="*/ 1250680 h 2219325"/>
                <a:gd name="connsiteX5" fmla="*/ 975413 w 2266950"/>
                <a:gd name="connsiteY5" fmla="*/ 1734550 h 2219325"/>
                <a:gd name="connsiteX6" fmla="*/ 2271766 w 2266950"/>
                <a:gd name="connsiteY6" fmla="*/ 2219373 h 221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66950" h="2219325">
                  <a:moveTo>
                    <a:pt x="1005893" y="1581198"/>
                  </a:moveTo>
                  <a:cubicBezTo>
                    <a:pt x="1347841" y="1492615"/>
                    <a:pt x="1602158" y="1184005"/>
                    <a:pt x="1606921" y="813482"/>
                  </a:cubicBezTo>
                  <a:cubicBezTo>
                    <a:pt x="1612636" y="369617"/>
                    <a:pt x="1257353" y="4810"/>
                    <a:pt x="813488" y="47"/>
                  </a:cubicBezTo>
                  <a:cubicBezTo>
                    <a:pt x="369623" y="-4715"/>
                    <a:pt x="4816" y="349615"/>
                    <a:pt x="53" y="793480"/>
                  </a:cubicBezTo>
                  <a:cubicBezTo>
                    <a:pt x="-1852" y="962072"/>
                    <a:pt x="47678" y="1120187"/>
                    <a:pt x="135308" y="1250680"/>
                  </a:cubicBezTo>
                  <a:cubicBezTo>
                    <a:pt x="135308" y="1250680"/>
                    <a:pt x="332476" y="1599295"/>
                    <a:pt x="975413" y="1734550"/>
                  </a:cubicBezTo>
                  <a:cubicBezTo>
                    <a:pt x="1631686" y="1872662"/>
                    <a:pt x="2214616" y="2161270"/>
                    <a:pt x="2271766" y="2219373"/>
                  </a:cubicBezTo>
                </a:path>
              </a:pathLst>
            </a:custGeom>
            <a:noFill/>
            <a:ln w="28575" cap="rnd">
              <a:solidFill>
                <a:srgbClr val="005587"/>
              </a:solidFill>
              <a:prstDash val="solid"/>
              <a:round/>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B3A42"/>
                </a:solidFill>
                <a:effectLst/>
                <a:uLnTx/>
                <a:uFillTx/>
                <a:latin typeface="Arial" panose="020B0604020202020204"/>
              </a:endParaRPr>
            </a:p>
          </p:txBody>
        </p:sp>
        <p:sp>
          <p:nvSpPr>
            <p:cNvPr id="8" name="Freeform: Shape 7">
              <a:extLst>
                <a:ext uri="{FF2B5EF4-FFF2-40B4-BE49-F238E27FC236}">
                  <a16:creationId xmlns:a16="http://schemas.microsoft.com/office/drawing/2014/main" id="{FEE0EB75-A779-31C7-3F81-3A5BE8090E61}"/>
                </a:ext>
              </a:extLst>
            </p:cNvPr>
            <p:cNvSpPr/>
            <p:nvPr/>
          </p:nvSpPr>
          <p:spPr>
            <a:xfrm>
              <a:off x="7345678" y="3833131"/>
              <a:ext cx="161925" cy="152400"/>
            </a:xfrm>
            <a:custGeom>
              <a:avLst/>
              <a:gdLst>
                <a:gd name="connsiteX0" fmla="*/ 170499 w 161925"/>
                <a:gd name="connsiteY0" fmla="*/ 142818 h 152400"/>
                <a:gd name="connsiteX1" fmla="*/ 105729 w 161925"/>
                <a:gd name="connsiteY1" fmla="*/ 5658 h 152400"/>
                <a:gd name="connsiteX2" fmla="*/ 88584 w 161925"/>
                <a:gd name="connsiteY2" fmla="*/ 3753 h 152400"/>
                <a:gd name="connsiteX3" fmla="*/ 1907 w 161925"/>
                <a:gd name="connsiteY3" fmla="*/ 128530 h 152400"/>
                <a:gd name="connsiteX4" fmla="*/ 9527 w 161925"/>
                <a:gd name="connsiteY4" fmla="*/ 143770 h 152400"/>
                <a:gd name="connsiteX5" fmla="*/ 160974 w 161925"/>
                <a:gd name="connsiteY5" fmla="*/ 156153 h 152400"/>
                <a:gd name="connsiteX6" fmla="*/ 170499 w 161925"/>
                <a:gd name="connsiteY6" fmla="*/ 142818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925" h="152400">
                  <a:moveTo>
                    <a:pt x="170499" y="142818"/>
                  </a:moveTo>
                  <a:lnTo>
                    <a:pt x="105729" y="5658"/>
                  </a:lnTo>
                  <a:cubicBezTo>
                    <a:pt x="102872" y="-1010"/>
                    <a:pt x="93347" y="-1962"/>
                    <a:pt x="88584" y="3753"/>
                  </a:cubicBezTo>
                  <a:lnTo>
                    <a:pt x="1907" y="128530"/>
                  </a:lnTo>
                  <a:cubicBezTo>
                    <a:pt x="-2856" y="135198"/>
                    <a:pt x="1907" y="143770"/>
                    <a:pt x="9527" y="143770"/>
                  </a:cubicBezTo>
                  <a:lnTo>
                    <a:pt x="160974" y="156153"/>
                  </a:lnTo>
                  <a:cubicBezTo>
                    <a:pt x="168594" y="158058"/>
                    <a:pt x="173357" y="149485"/>
                    <a:pt x="170499" y="142818"/>
                  </a:cubicBezTo>
                  <a:close/>
                </a:path>
              </a:pathLst>
            </a:custGeom>
            <a:solidFill>
              <a:srgbClr val="005587"/>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B3A42"/>
                </a:solidFill>
                <a:effectLst/>
                <a:uLnTx/>
                <a:uFillTx/>
                <a:latin typeface="Arial" panose="020B0604020202020204"/>
              </a:endParaRPr>
            </a:p>
          </p:txBody>
        </p:sp>
        <p:sp>
          <p:nvSpPr>
            <p:cNvPr id="9" name="Freeform: Shape 8">
              <a:extLst>
                <a:ext uri="{FF2B5EF4-FFF2-40B4-BE49-F238E27FC236}">
                  <a16:creationId xmlns:a16="http://schemas.microsoft.com/office/drawing/2014/main" id="{9E4C2A44-CE4B-FC33-41F4-6CB68C486471}"/>
                </a:ext>
              </a:extLst>
            </p:cNvPr>
            <p:cNvSpPr/>
            <p:nvPr/>
          </p:nvSpPr>
          <p:spPr>
            <a:xfrm>
              <a:off x="5428298" y="4157037"/>
              <a:ext cx="2762250" cy="1600200"/>
            </a:xfrm>
            <a:custGeom>
              <a:avLst/>
              <a:gdLst>
                <a:gd name="connsiteX0" fmla="*/ 1185863 w 2762250"/>
                <a:gd name="connsiteY0" fmla="*/ 590437 h 1600200"/>
                <a:gd name="connsiteX1" fmla="*/ 1549718 w 2762250"/>
                <a:gd name="connsiteY1" fmla="*/ 1495312 h 1600200"/>
                <a:gd name="connsiteX2" fmla="*/ 2651760 w 2762250"/>
                <a:gd name="connsiteY2" fmla="*/ 1215277 h 1600200"/>
                <a:gd name="connsiteX3" fmla="*/ 2371725 w 2762250"/>
                <a:gd name="connsiteY3" fmla="*/ 113235 h 1600200"/>
                <a:gd name="connsiteX4" fmla="*/ 1907857 w 2762250"/>
                <a:gd name="connsiteY4" fmla="*/ 1792 h 1600200"/>
                <a:gd name="connsiteX5" fmla="*/ 1068705 w 2762250"/>
                <a:gd name="connsiteY5" fmla="*/ 487567 h 1600200"/>
                <a:gd name="connsiteX6" fmla="*/ 0 w 2762250"/>
                <a:gd name="connsiteY6" fmla="*/ 1367677 h 16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62250" h="1600200">
                  <a:moveTo>
                    <a:pt x="1185863" y="590437"/>
                  </a:moveTo>
                  <a:cubicBezTo>
                    <a:pt x="1091565" y="931432"/>
                    <a:pt x="1231582" y="1305765"/>
                    <a:pt x="1549718" y="1495312"/>
                  </a:cubicBezTo>
                  <a:cubicBezTo>
                    <a:pt x="1931670" y="1722007"/>
                    <a:pt x="2424113" y="1597230"/>
                    <a:pt x="2651760" y="1215277"/>
                  </a:cubicBezTo>
                  <a:cubicBezTo>
                    <a:pt x="2878455" y="833325"/>
                    <a:pt x="2753678" y="340882"/>
                    <a:pt x="2371725" y="113235"/>
                  </a:cubicBezTo>
                  <a:cubicBezTo>
                    <a:pt x="2225993" y="26557"/>
                    <a:pt x="2065020" y="-8685"/>
                    <a:pt x="1907857" y="1792"/>
                  </a:cubicBezTo>
                  <a:cubicBezTo>
                    <a:pt x="1907857" y="1792"/>
                    <a:pt x="1506855" y="-2018"/>
                    <a:pt x="1068705" y="487567"/>
                  </a:cubicBezTo>
                  <a:cubicBezTo>
                    <a:pt x="621030" y="986677"/>
                    <a:pt x="80010" y="1346722"/>
                    <a:pt x="0" y="1367677"/>
                  </a:cubicBezTo>
                </a:path>
              </a:pathLst>
            </a:custGeom>
            <a:noFill/>
            <a:ln w="28575" cap="rnd">
              <a:solidFill>
                <a:srgbClr val="00A3E0"/>
              </a:solidFill>
              <a:prstDash val="solid"/>
              <a:round/>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B3A42"/>
                </a:solidFill>
                <a:effectLst/>
                <a:uLnTx/>
                <a:uFillTx/>
                <a:latin typeface="Arial" panose="020B0604020202020204"/>
              </a:endParaRPr>
            </a:p>
          </p:txBody>
        </p:sp>
        <p:sp>
          <p:nvSpPr>
            <p:cNvPr id="10" name="Freeform: Shape 9">
              <a:extLst>
                <a:ext uri="{FF2B5EF4-FFF2-40B4-BE49-F238E27FC236}">
                  <a16:creationId xmlns:a16="http://schemas.microsoft.com/office/drawing/2014/main" id="{0096DBDD-2A8C-CD74-2079-EF78C2AB1EA7}"/>
                </a:ext>
              </a:extLst>
            </p:cNvPr>
            <p:cNvSpPr/>
            <p:nvPr/>
          </p:nvSpPr>
          <p:spPr>
            <a:xfrm>
              <a:off x="5327743" y="5434284"/>
              <a:ext cx="161925" cy="152400"/>
            </a:xfrm>
            <a:custGeom>
              <a:avLst/>
              <a:gdLst>
                <a:gd name="connsiteX0" fmla="*/ 9115 w 161925"/>
                <a:gd name="connsiteY0" fmla="*/ 144722 h 152400"/>
                <a:gd name="connsiteX1" fmla="*/ 160562 w 161925"/>
                <a:gd name="connsiteY1" fmla="*/ 157105 h 152400"/>
                <a:gd name="connsiteX2" fmla="*/ 170087 w 161925"/>
                <a:gd name="connsiteY2" fmla="*/ 142818 h 152400"/>
                <a:gd name="connsiteX3" fmla="*/ 105317 w 161925"/>
                <a:gd name="connsiteY3" fmla="*/ 5658 h 152400"/>
                <a:gd name="connsiteX4" fmla="*/ 88172 w 161925"/>
                <a:gd name="connsiteY4" fmla="*/ 3753 h 152400"/>
                <a:gd name="connsiteX5" fmla="*/ 1495 w 161925"/>
                <a:gd name="connsiteY5" fmla="*/ 128530 h 152400"/>
                <a:gd name="connsiteX6" fmla="*/ 9115 w 161925"/>
                <a:gd name="connsiteY6" fmla="*/ 144722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925" h="152400">
                  <a:moveTo>
                    <a:pt x="9115" y="144722"/>
                  </a:moveTo>
                  <a:lnTo>
                    <a:pt x="160562" y="157105"/>
                  </a:lnTo>
                  <a:cubicBezTo>
                    <a:pt x="168182" y="158058"/>
                    <a:pt x="173897" y="149485"/>
                    <a:pt x="170087" y="142818"/>
                  </a:cubicBezTo>
                  <a:lnTo>
                    <a:pt x="105317" y="5658"/>
                  </a:lnTo>
                  <a:cubicBezTo>
                    <a:pt x="102460" y="-1010"/>
                    <a:pt x="92935" y="-1962"/>
                    <a:pt x="88172" y="3753"/>
                  </a:cubicBezTo>
                  <a:lnTo>
                    <a:pt x="1495" y="128530"/>
                  </a:lnTo>
                  <a:cubicBezTo>
                    <a:pt x="-2315" y="136150"/>
                    <a:pt x="1495" y="144722"/>
                    <a:pt x="9115" y="144722"/>
                  </a:cubicBezTo>
                  <a:close/>
                </a:path>
              </a:pathLst>
            </a:custGeom>
            <a:solidFill>
              <a:srgbClr val="00A3E0"/>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B3A42"/>
                </a:solidFill>
                <a:effectLst/>
                <a:uLnTx/>
                <a:uFillTx/>
                <a:latin typeface="Arial" panose="020B0604020202020204"/>
              </a:endParaRPr>
            </a:p>
          </p:txBody>
        </p:sp>
      </p:grpSp>
      <p:sp>
        <p:nvSpPr>
          <p:cNvPr id="14" name="Rectangle 13">
            <a:extLst>
              <a:ext uri="{FF2B5EF4-FFF2-40B4-BE49-F238E27FC236}">
                <a16:creationId xmlns:a16="http://schemas.microsoft.com/office/drawing/2014/main" id="{ECE4087E-A7A3-57A5-DD5A-1E71343CF81B}"/>
              </a:ext>
            </a:extLst>
          </p:cNvPr>
          <p:cNvSpPr/>
          <p:nvPr/>
        </p:nvSpPr>
        <p:spPr>
          <a:xfrm>
            <a:off x="5111610" y="3636518"/>
            <a:ext cx="1428587" cy="1200329"/>
          </a:xfrm>
          <a:prstGeom prst="rect">
            <a:avLst/>
          </a:prstGeom>
        </p:spPr>
        <p:txBody>
          <a:bodyPr wrap="square">
            <a:spAutoFit/>
          </a:bodyPr>
          <a:lstStyle/>
          <a:p>
            <a:pPr algn="ctr"/>
            <a:r>
              <a:rPr lang="ru-RU" b="1" dirty="0">
                <a:solidFill>
                  <a:srgbClr val="2B3A42"/>
                </a:solidFill>
                <a:latin typeface="Arial" panose="020B0604020202020204"/>
              </a:rPr>
              <a:t>Всё сходится в одной таблетке</a:t>
            </a:r>
            <a:endParaRPr lang="en-US" b="1" dirty="0">
              <a:solidFill>
                <a:srgbClr val="2B3A42"/>
              </a:solidFill>
              <a:latin typeface="Arial" panose="020B0604020202020204"/>
            </a:endParaRPr>
          </a:p>
        </p:txBody>
      </p:sp>
      <p:sp>
        <p:nvSpPr>
          <p:cNvPr id="15" name="TextBox 14">
            <a:extLst>
              <a:ext uri="{FF2B5EF4-FFF2-40B4-BE49-F238E27FC236}">
                <a16:creationId xmlns:a16="http://schemas.microsoft.com/office/drawing/2014/main" id="{C8171E30-3C6C-09DE-6F03-BA248805F1B3}"/>
              </a:ext>
            </a:extLst>
          </p:cNvPr>
          <p:cNvSpPr txBox="1"/>
          <p:nvPr/>
        </p:nvSpPr>
        <p:spPr>
          <a:xfrm>
            <a:off x="2269096" y="1755949"/>
            <a:ext cx="3041763" cy="434478"/>
          </a:xfrm>
          <a:prstGeom prst="rect">
            <a:avLst/>
          </a:prstGeom>
        </p:spPr>
        <p:txBody>
          <a:bodyPr wrap="square" lIns="91440" tIns="91440" rIns="18288" bIns="18288" rtlCol="0" anchor="t" anchorCtr="0">
            <a:spAutoFit/>
          </a:bodyPr>
          <a:lstStyle/>
          <a:p>
            <a:pPr fontAlgn="base">
              <a:lnSpc>
                <a:spcPct val="150000"/>
              </a:lnSpc>
              <a:spcAft>
                <a:spcPts val="600"/>
              </a:spcAft>
              <a:defRPr/>
            </a:pPr>
            <a:r>
              <a:rPr lang="ru-RU" sz="1600" b="1" dirty="0">
                <a:solidFill>
                  <a:srgbClr val="005587"/>
                </a:solidFill>
                <a:latin typeface="Arial" panose="020B0604020202020204" pitchFamily="34" charset="0"/>
                <a:cs typeface="Arial" panose="020B0604020202020204" pitchFamily="34" charset="0"/>
              </a:rPr>
              <a:t>Выбирай </a:t>
            </a:r>
            <a:r>
              <a:rPr lang="el-GR" sz="1600" b="1" dirty="0">
                <a:solidFill>
                  <a:srgbClr val="005587"/>
                </a:solidFill>
                <a:latin typeface="Arial" panose="020B0604020202020204" pitchFamily="34" charset="0"/>
                <a:cs typeface="Arial" panose="020B0604020202020204" pitchFamily="34" charset="0"/>
              </a:rPr>
              <a:t>β-</a:t>
            </a:r>
            <a:r>
              <a:rPr lang="ru-RU" sz="1600" b="1" dirty="0">
                <a:solidFill>
                  <a:srgbClr val="005587"/>
                </a:solidFill>
                <a:latin typeface="Arial" panose="020B0604020202020204" pitchFamily="34" charset="0"/>
                <a:cs typeface="Arial" panose="020B0604020202020204" pitchFamily="34" charset="0"/>
              </a:rPr>
              <a:t>блокатор + БКК</a:t>
            </a:r>
            <a:r>
              <a:rPr lang="ru-RU" sz="1600" b="1" baseline="30000" dirty="0">
                <a:solidFill>
                  <a:srgbClr val="005587"/>
                </a:solidFill>
                <a:latin typeface="Arial" panose="020B0604020202020204" pitchFamily="34" charset="0"/>
                <a:cs typeface="Arial" panose="020B0604020202020204" pitchFamily="34" charset="0"/>
              </a:rPr>
              <a:t>2</a:t>
            </a:r>
            <a:endParaRPr lang="en-US" sz="1400" b="1" baseline="30000" dirty="0">
              <a:solidFill>
                <a:srgbClr val="005587"/>
              </a:solidFill>
              <a:latin typeface="Arial" panose="020B0604020202020204" pitchFamily="34" charset="0"/>
              <a:cs typeface="Arial" panose="020B0604020202020204" pitchFamily="34" charset="0"/>
            </a:endParaRPr>
          </a:p>
        </p:txBody>
      </p:sp>
      <p:cxnSp>
        <p:nvCxnSpPr>
          <p:cNvPr id="16" name="Straight Connector 15">
            <a:extLst>
              <a:ext uri="{FF2B5EF4-FFF2-40B4-BE49-F238E27FC236}">
                <a16:creationId xmlns:a16="http://schemas.microsoft.com/office/drawing/2014/main" id="{A85ADD44-2178-A672-B864-468539BF321E}"/>
              </a:ext>
            </a:extLst>
          </p:cNvPr>
          <p:cNvCxnSpPr>
            <a:cxnSpLocks/>
          </p:cNvCxnSpPr>
          <p:nvPr/>
        </p:nvCxnSpPr>
        <p:spPr>
          <a:xfrm flipH="1">
            <a:off x="2357120" y="2222951"/>
            <a:ext cx="2743200" cy="0"/>
          </a:xfrm>
          <a:prstGeom prst="line">
            <a:avLst/>
          </a:prstGeom>
          <a:noFill/>
          <a:ln w="28575" cap="rnd" cmpd="sng" algn="ctr">
            <a:solidFill>
              <a:srgbClr val="005587"/>
            </a:solidFill>
            <a:prstDash val="solid"/>
            <a:round/>
          </a:ln>
          <a:effectLst/>
        </p:spPr>
      </p:cxnSp>
      <p:sp>
        <p:nvSpPr>
          <p:cNvPr id="17" name="TextBox 16">
            <a:extLst>
              <a:ext uri="{FF2B5EF4-FFF2-40B4-BE49-F238E27FC236}">
                <a16:creationId xmlns:a16="http://schemas.microsoft.com/office/drawing/2014/main" id="{62C2CBEC-CC2B-8B35-B33C-39499ED0ABBD}"/>
              </a:ext>
            </a:extLst>
          </p:cNvPr>
          <p:cNvSpPr txBox="1"/>
          <p:nvPr/>
        </p:nvSpPr>
        <p:spPr>
          <a:xfrm>
            <a:off x="8858756" y="3963086"/>
            <a:ext cx="2219962" cy="434478"/>
          </a:xfrm>
          <a:prstGeom prst="rect">
            <a:avLst/>
          </a:prstGeom>
        </p:spPr>
        <p:txBody>
          <a:bodyPr wrap="square" lIns="91440" tIns="91440" rIns="18288" bIns="18288" rtlCol="0" anchor="t" anchorCtr="0">
            <a:spAutoFit/>
          </a:bodyPr>
          <a:lstStyle/>
          <a:p>
            <a:pPr fontAlgn="base">
              <a:lnSpc>
                <a:spcPct val="150000"/>
              </a:lnSpc>
              <a:spcAft>
                <a:spcPts val="600"/>
              </a:spcAft>
              <a:defRPr/>
            </a:pPr>
            <a:r>
              <a:rPr lang="ru-RU" sz="1600" b="1" dirty="0">
                <a:solidFill>
                  <a:srgbClr val="00A3E0"/>
                </a:solidFill>
                <a:latin typeface="Arial" panose="020B0604020202020204" pitchFamily="34" charset="0"/>
                <a:cs typeface="Arial" panose="020B0604020202020204" pitchFamily="34" charset="0"/>
              </a:rPr>
              <a:t>Упрощай приём</a:t>
            </a:r>
            <a:r>
              <a:rPr lang="ru-RU" sz="1600" b="1" baseline="30000" dirty="0">
                <a:solidFill>
                  <a:srgbClr val="00A3E0"/>
                </a:solidFill>
                <a:latin typeface="Arial" panose="020B0604020202020204" pitchFamily="34" charset="0"/>
                <a:cs typeface="Arial" panose="020B0604020202020204" pitchFamily="34" charset="0"/>
              </a:rPr>
              <a:t>2</a:t>
            </a:r>
            <a:endParaRPr lang="en-US" sz="1400" b="1" baseline="30000" dirty="0">
              <a:solidFill>
                <a:srgbClr val="00A3E0"/>
              </a:solidFill>
              <a:latin typeface="Arial" panose="020B0604020202020204" pitchFamily="34" charset="0"/>
              <a:cs typeface="Arial" panose="020B0604020202020204" pitchFamily="34" charset="0"/>
            </a:endParaRPr>
          </a:p>
        </p:txBody>
      </p:sp>
      <p:cxnSp>
        <p:nvCxnSpPr>
          <p:cNvPr id="18" name="Straight Connector 17">
            <a:extLst>
              <a:ext uri="{FF2B5EF4-FFF2-40B4-BE49-F238E27FC236}">
                <a16:creationId xmlns:a16="http://schemas.microsoft.com/office/drawing/2014/main" id="{A47933F6-8C90-A930-9AA5-5AA90DA4A486}"/>
              </a:ext>
            </a:extLst>
          </p:cNvPr>
          <p:cNvCxnSpPr>
            <a:cxnSpLocks/>
          </p:cNvCxnSpPr>
          <p:nvPr/>
        </p:nvCxnSpPr>
        <p:spPr>
          <a:xfrm flipH="1">
            <a:off x="7784333" y="4462717"/>
            <a:ext cx="2743200" cy="0"/>
          </a:xfrm>
          <a:prstGeom prst="line">
            <a:avLst/>
          </a:prstGeom>
          <a:noFill/>
          <a:ln w="28575" cap="rnd" cmpd="sng" algn="ctr">
            <a:solidFill>
              <a:srgbClr val="00A3E0"/>
            </a:solidFill>
            <a:prstDash val="solid"/>
            <a:round/>
          </a:ln>
          <a:effectLst/>
        </p:spPr>
      </p:cxnSp>
      <p:cxnSp>
        <p:nvCxnSpPr>
          <p:cNvPr id="19" name="Straight Connector 18">
            <a:extLst>
              <a:ext uri="{FF2B5EF4-FFF2-40B4-BE49-F238E27FC236}">
                <a16:creationId xmlns:a16="http://schemas.microsoft.com/office/drawing/2014/main" id="{AC66E9D4-CD0A-6E96-A691-BD2FA3257629}"/>
              </a:ext>
            </a:extLst>
          </p:cNvPr>
          <p:cNvCxnSpPr>
            <a:cxnSpLocks/>
          </p:cNvCxnSpPr>
          <p:nvPr/>
        </p:nvCxnSpPr>
        <p:spPr>
          <a:xfrm flipH="1">
            <a:off x="1188719" y="4462717"/>
            <a:ext cx="2743200" cy="0"/>
          </a:xfrm>
          <a:prstGeom prst="line">
            <a:avLst/>
          </a:prstGeom>
          <a:noFill/>
          <a:ln w="28575" cap="rnd" cmpd="sng" algn="ctr">
            <a:solidFill>
              <a:srgbClr val="43B02A"/>
            </a:solidFill>
            <a:prstDash val="solid"/>
            <a:round/>
          </a:ln>
          <a:effectLst/>
        </p:spPr>
      </p:cxnSp>
      <p:sp>
        <p:nvSpPr>
          <p:cNvPr id="20" name="TextBox 19">
            <a:extLst>
              <a:ext uri="{FF2B5EF4-FFF2-40B4-BE49-F238E27FC236}">
                <a16:creationId xmlns:a16="http://schemas.microsoft.com/office/drawing/2014/main" id="{71E3EC15-E941-0B0D-0816-EA6FB65E8F69}"/>
              </a:ext>
            </a:extLst>
          </p:cNvPr>
          <p:cNvSpPr txBox="1"/>
          <p:nvPr/>
        </p:nvSpPr>
        <p:spPr>
          <a:xfrm>
            <a:off x="1113282" y="3796812"/>
            <a:ext cx="2895004" cy="603242"/>
          </a:xfrm>
          <a:prstGeom prst="rect">
            <a:avLst/>
          </a:prstGeom>
        </p:spPr>
        <p:txBody>
          <a:bodyPr wrap="square" lIns="91440" tIns="91440" rIns="18288" bIns="18288" rtlCol="0" anchor="t" anchorCtr="0">
            <a:spAutoFit/>
          </a:bodyPr>
          <a:lstStyle/>
          <a:p>
            <a:pPr fontAlgn="base">
              <a:defRPr/>
            </a:pPr>
            <a:r>
              <a:rPr lang="ru-RU" sz="1600" b="1" dirty="0">
                <a:solidFill>
                  <a:srgbClr val="43B02A"/>
                </a:solidFill>
                <a:latin typeface="Arial" panose="020B0604020202020204" pitchFamily="34" charset="0"/>
                <a:cs typeface="Arial" panose="020B0604020202020204" pitchFamily="34" charset="0"/>
              </a:rPr>
              <a:t>Назначай фиксированную комбинацию</a:t>
            </a:r>
            <a:r>
              <a:rPr lang="ru-RU" sz="1600" b="1" baseline="30000" dirty="0">
                <a:solidFill>
                  <a:srgbClr val="43B02A"/>
                </a:solidFill>
                <a:latin typeface="Arial" panose="020B0604020202020204" pitchFamily="34" charset="0"/>
                <a:cs typeface="Arial" panose="020B0604020202020204" pitchFamily="34" charset="0"/>
              </a:rPr>
              <a:t>1</a:t>
            </a:r>
            <a:endParaRPr lang="en-US" sz="1400" b="1" baseline="30000" dirty="0">
              <a:solidFill>
                <a:srgbClr val="43B02A"/>
              </a:solidFill>
              <a:latin typeface="Arial" panose="020B0604020202020204" pitchFamily="34" charset="0"/>
              <a:cs typeface="Arial" panose="020B0604020202020204" pitchFamily="34" charset="0"/>
            </a:endParaRPr>
          </a:p>
        </p:txBody>
      </p:sp>
      <p:sp>
        <p:nvSpPr>
          <p:cNvPr id="21" name="Rectangle 20">
            <a:extLst>
              <a:ext uri="{FF2B5EF4-FFF2-40B4-BE49-F238E27FC236}">
                <a16:creationId xmlns:a16="http://schemas.microsoft.com/office/drawing/2014/main" id="{CA3FE5AD-AD6E-3E77-360D-6E3079273B4E}"/>
              </a:ext>
            </a:extLst>
          </p:cNvPr>
          <p:cNvSpPr/>
          <p:nvPr/>
        </p:nvSpPr>
        <p:spPr>
          <a:xfrm>
            <a:off x="5218524" y="2243858"/>
            <a:ext cx="1296000" cy="830997"/>
          </a:xfrm>
          <a:prstGeom prst="rect">
            <a:avLst/>
          </a:prstGeom>
        </p:spPr>
        <p:txBody>
          <a:bodyPr wrap="square">
            <a:spAutoFit/>
          </a:bodyPr>
          <a:lstStyle/>
          <a:p>
            <a:pPr algn="ctr"/>
            <a:r>
              <a:rPr lang="ru-RU" sz="1200" b="1" dirty="0">
                <a:solidFill>
                  <a:srgbClr val="005587"/>
                </a:solidFill>
                <a:latin typeface="Arial" panose="020B0604020202020204" pitchFamily="34" charset="0"/>
                <a:cs typeface="Arial" panose="020B0604020202020204" pitchFamily="34" charset="0"/>
              </a:rPr>
              <a:t>Выбор для большинства при стенокардии</a:t>
            </a:r>
          </a:p>
        </p:txBody>
      </p:sp>
      <p:sp>
        <p:nvSpPr>
          <p:cNvPr id="22" name="Rectangle 21">
            <a:extLst>
              <a:ext uri="{FF2B5EF4-FFF2-40B4-BE49-F238E27FC236}">
                <a16:creationId xmlns:a16="http://schemas.microsoft.com/office/drawing/2014/main" id="{20CD77F1-AB85-795B-6915-8C4DCCFDB230}"/>
              </a:ext>
            </a:extLst>
          </p:cNvPr>
          <p:cNvSpPr/>
          <p:nvPr/>
        </p:nvSpPr>
        <p:spPr>
          <a:xfrm>
            <a:off x="1113282" y="4494108"/>
            <a:ext cx="2359626" cy="1575496"/>
          </a:xfrm>
          <a:prstGeom prst="rect">
            <a:avLst/>
          </a:prstGeom>
        </p:spPr>
        <p:txBody>
          <a:bodyPr wrap="square">
            <a:spAutoFit/>
          </a:bodyPr>
          <a:lstStyle/>
          <a:p>
            <a:pPr fontAlgn="base">
              <a:lnSpc>
                <a:spcPct val="110000"/>
              </a:lnSpc>
              <a:spcAft>
                <a:spcPts val="600"/>
              </a:spcAft>
              <a:defRPr/>
            </a:pPr>
            <a:r>
              <a:rPr lang="ru-RU" sz="1200" dirty="0">
                <a:solidFill>
                  <a:srgbClr val="2B3A42"/>
                </a:solidFill>
                <a:latin typeface="Arial" panose="020B0604020202020204" pitchFamily="34" charset="0"/>
                <a:cs typeface="Arial" panose="020B0604020202020204" pitchFamily="34" charset="0"/>
              </a:rPr>
              <a:t>Пациенту с ХКС на комбинированной антигипертензивной терапии рекомендована фиксированная комбинация (одна таблетка)</a:t>
            </a:r>
          </a:p>
          <a:p>
            <a:pPr fontAlgn="base">
              <a:lnSpc>
                <a:spcPct val="110000"/>
              </a:lnSpc>
              <a:spcAft>
                <a:spcPts val="600"/>
              </a:spcAft>
              <a:defRPr/>
            </a:pPr>
            <a:r>
              <a:rPr lang="ru-RU" sz="1100" i="1" dirty="0">
                <a:solidFill>
                  <a:srgbClr val="2B3A42"/>
                </a:solidFill>
                <a:latin typeface="Arial" panose="020B0604020202020204" pitchFamily="34" charset="0"/>
                <a:cs typeface="Arial" panose="020B0604020202020204" pitchFamily="34" charset="0"/>
              </a:rPr>
              <a:t>Класс</a:t>
            </a:r>
            <a:r>
              <a:rPr lang="en-US" sz="1100" i="1" dirty="0">
                <a:solidFill>
                  <a:srgbClr val="2B3A42"/>
                </a:solidFill>
                <a:latin typeface="Arial" panose="020B0604020202020204" pitchFamily="34" charset="0"/>
                <a:cs typeface="Arial" panose="020B0604020202020204" pitchFamily="34" charset="0"/>
              </a:rPr>
              <a:t> I</a:t>
            </a:r>
            <a:r>
              <a:rPr lang="ru-RU" sz="1100" i="1" dirty="0">
                <a:solidFill>
                  <a:srgbClr val="2B3A42"/>
                </a:solidFill>
                <a:latin typeface="Arial" panose="020B0604020202020204" pitchFamily="34" charset="0"/>
                <a:cs typeface="Arial" panose="020B0604020202020204" pitchFamily="34" charset="0"/>
              </a:rPr>
              <a:t>, Уровень</a:t>
            </a:r>
            <a:r>
              <a:rPr lang="en-US" sz="1100" i="1" dirty="0">
                <a:solidFill>
                  <a:srgbClr val="2B3A42"/>
                </a:solidFill>
                <a:latin typeface="Arial" panose="020B0604020202020204" pitchFamily="34" charset="0"/>
                <a:cs typeface="Arial" panose="020B0604020202020204" pitchFamily="34" charset="0"/>
              </a:rPr>
              <a:t> B</a:t>
            </a:r>
            <a:endParaRPr lang="ru-RU" sz="1100" i="1" dirty="0">
              <a:solidFill>
                <a:srgbClr val="2B3A42"/>
              </a:solidFill>
              <a:latin typeface="Arial" panose="020B0604020202020204" pitchFamily="34" charset="0"/>
              <a:cs typeface="Arial" panose="020B0604020202020204" pitchFamily="34" charset="0"/>
            </a:endParaRPr>
          </a:p>
        </p:txBody>
      </p:sp>
      <p:sp>
        <p:nvSpPr>
          <p:cNvPr id="23" name="Rectangle 22">
            <a:extLst>
              <a:ext uri="{FF2B5EF4-FFF2-40B4-BE49-F238E27FC236}">
                <a16:creationId xmlns:a16="http://schemas.microsoft.com/office/drawing/2014/main" id="{D73EEBC3-5E32-A713-054D-1B8CC9AC1003}"/>
              </a:ext>
            </a:extLst>
          </p:cNvPr>
          <p:cNvSpPr/>
          <p:nvPr/>
        </p:nvSpPr>
        <p:spPr>
          <a:xfrm>
            <a:off x="2256139" y="2243323"/>
            <a:ext cx="2664605" cy="1575496"/>
          </a:xfrm>
          <a:prstGeom prst="rect">
            <a:avLst/>
          </a:prstGeom>
        </p:spPr>
        <p:txBody>
          <a:bodyPr wrap="square">
            <a:spAutoFit/>
          </a:bodyPr>
          <a:lstStyle/>
          <a:p>
            <a:pPr fontAlgn="base">
              <a:lnSpc>
                <a:spcPct val="110000"/>
              </a:lnSpc>
              <a:defRPr/>
            </a:pPr>
            <a:r>
              <a:rPr lang="ru-RU" sz="1200" dirty="0">
                <a:solidFill>
                  <a:srgbClr val="2B3A42"/>
                </a:solidFill>
                <a:latin typeface="Arial" panose="020B0604020202020204" pitchFamily="34" charset="0"/>
                <a:cs typeface="Arial" panose="020B0604020202020204" pitchFamily="34" charset="0"/>
              </a:rPr>
              <a:t>Комбинация β-блокатора с </a:t>
            </a:r>
            <a:r>
              <a:rPr lang="ru-RU" sz="1200" dirty="0" err="1">
                <a:solidFill>
                  <a:srgbClr val="2B3A42"/>
                </a:solidFill>
                <a:latin typeface="Arial" panose="020B0604020202020204" pitchFamily="34" charset="0"/>
                <a:cs typeface="Arial" panose="020B0604020202020204" pitchFamily="34" charset="0"/>
              </a:rPr>
              <a:t>дигидропиридиновым</a:t>
            </a:r>
            <a:r>
              <a:rPr lang="ru-RU" sz="1200" dirty="0">
                <a:solidFill>
                  <a:srgbClr val="2B3A42"/>
                </a:solidFill>
                <a:latin typeface="Arial" panose="020B0604020202020204" pitchFamily="34" charset="0"/>
                <a:cs typeface="Arial" panose="020B0604020202020204" pitchFamily="34" charset="0"/>
              </a:rPr>
              <a:t> блокатором кальциевых каналов подходит большинству пациентов с ХКС </a:t>
            </a:r>
          </a:p>
          <a:p>
            <a:pPr fontAlgn="base">
              <a:lnSpc>
                <a:spcPct val="110000"/>
              </a:lnSpc>
              <a:spcAft>
                <a:spcPts val="600"/>
              </a:spcAft>
              <a:defRPr/>
            </a:pPr>
            <a:r>
              <a:rPr lang="ru-RU" sz="1200" dirty="0">
                <a:solidFill>
                  <a:srgbClr val="2B3A42"/>
                </a:solidFill>
                <a:latin typeface="Arial" panose="020B0604020202020204" pitchFamily="34" charset="0"/>
                <a:cs typeface="Arial" panose="020B0604020202020204" pitchFamily="34" charset="0"/>
              </a:rPr>
              <a:t>для облегчения симптомов стенокардии</a:t>
            </a:r>
          </a:p>
          <a:p>
            <a:pPr fontAlgn="base">
              <a:lnSpc>
                <a:spcPct val="110000"/>
              </a:lnSpc>
              <a:spcAft>
                <a:spcPts val="600"/>
              </a:spcAft>
              <a:defRPr/>
            </a:pPr>
            <a:r>
              <a:rPr lang="ru-RU" sz="1100" i="1" dirty="0">
                <a:solidFill>
                  <a:srgbClr val="2B3A42"/>
                </a:solidFill>
                <a:latin typeface="Arial" panose="020B0604020202020204" pitchFamily="34" charset="0"/>
                <a:cs typeface="Arial" panose="020B0604020202020204" pitchFamily="34" charset="0"/>
              </a:rPr>
              <a:t>Класс</a:t>
            </a:r>
            <a:r>
              <a:rPr lang="en-US" sz="1100" i="1" dirty="0">
                <a:solidFill>
                  <a:srgbClr val="2B3A42"/>
                </a:solidFill>
                <a:latin typeface="Arial" panose="020B0604020202020204" pitchFamily="34" charset="0"/>
                <a:cs typeface="Arial" panose="020B0604020202020204" pitchFamily="34" charset="0"/>
              </a:rPr>
              <a:t> IIa, </a:t>
            </a:r>
            <a:r>
              <a:rPr lang="ru-RU" sz="1100" i="1" dirty="0">
                <a:solidFill>
                  <a:srgbClr val="2B3A42"/>
                </a:solidFill>
                <a:latin typeface="Arial" panose="020B0604020202020204" pitchFamily="34" charset="0"/>
                <a:cs typeface="Arial" panose="020B0604020202020204" pitchFamily="34" charset="0"/>
              </a:rPr>
              <a:t>Уровень</a:t>
            </a:r>
            <a:r>
              <a:rPr lang="en-US" sz="1100" i="1" dirty="0">
                <a:solidFill>
                  <a:srgbClr val="2B3A42"/>
                </a:solidFill>
                <a:latin typeface="Arial" panose="020B0604020202020204" pitchFamily="34" charset="0"/>
                <a:cs typeface="Arial" panose="020B0604020202020204" pitchFamily="34" charset="0"/>
              </a:rPr>
              <a:t> B</a:t>
            </a:r>
          </a:p>
        </p:txBody>
      </p:sp>
      <p:sp>
        <p:nvSpPr>
          <p:cNvPr id="24" name="Rectangle 23">
            <a:extLst>
              <a:ext uri="{FF2B5EF4-FFF2-40B4-BE49-F238E27FC236}">
                <a16:creationId xmlns:a16="http://schemas.microsoft.com/office/drawing/2014/main" id="{CE598758-E816-C070-F1E4-D1C9F2D01B16}"/>
              </a:ext>
            </a:extLst>
          </p:cNvPr>
          <p:cNvSpPr/>
          <p:nvPr/>
        </p:nvSpPr>
        <p:spPr>
          <a:xfrm>
            <a:off x="8002135" y="4510621"/>
            <a:ext cx="2743200" cy="1169231"/>
          </a:xfrm>
          <a:prstGeom prst="rect">
            <a:avLst/>
          </a:prstGeom>
        </p:spPr>
        <p:txBody>
          <a:bodyPr wrap="square">
            <a:spAutoFit/>
          </a:bodyPr>
          <a:lstStyle/>
          <a:p>
            <a:pPr algn="r" fontAlgn="base">
              <a:lnSpc>
                <a:spcPct val="110000"/>
              </a:lnSpc>
              <a:spcAft>
                <a:spcPts val="600"/>
              </a:spcAft>
              <a:defRPr/>
            </a:pPr>
            <a:r>
              <a:rPr lang="ru-RU" sz="1200" b="1" dirty="0">
                <a:solidFill>
                  <a:srgbClr val="2B3A42"/>
                </a:solidFill>
                <a:latin typeface="Arial" panose="020B0604020202020204" pitchFamily="34" charset="0"/>
                <a:cs typeface="Arial" panose="020B0604020202020204" pitchFamily="34" charset="0"/>
              </a:rPr>
              <a:t>Упрощение режима приёма, включая фиксированные комбинации, рекомендовано для повышения приверженности</a:t>
            </a:r>
          </a:p>
          <a:p>
            <a:pPr algn="r" fontAlgn="base">
              <a:lnSpc>
                <a:spcPct val="110000"/>
              </a:lnSpc>
              <a:spcAft>
                <a:spcPts val="600"/>
              </a:spcAft>
              <a:defRPr/>
            </a:pPr>
            <a:r>
              <a:rPr lang="en-US" sz="1100" i="1" dirty="0">
                <a:solidFill>
                  <a:srgbClr val="2B3A42"/>
                </a:solidFill>
                <a:latin typeface="Arial" panose="020B0604020202020204" pitchFamily="34" charset="0"/>
                <a:cs typeface="Arial" panose="020B0604020202020204" pitchFamily="34" charset="0"/>
              </a:rPr>
              <a:t> </a:t>
            </a:r>
            <a:r>
              <a:rPr lang="ru-RU" sz="1100" i="1" dirty="0">
                <a:solidFill>
                  <a:srgbClr val="2B3A42"/>
                </a:solidFill>
                <a:latin typeface="Arial" panose="020B0604020202020204" pitchFamily="34" charset="0"/>
                <a:cs typeface="Arial" panose="020B0604020202020204" pitchFamily="34" charset="0"/>
              </a:rPr>
              <a:t>Класс</a:t>
            </a:r>
            <a:r>
              <a:rPr lang="en-US" sz="1100" i="1" dirty="0">
                <a:solidFill>
                  <a:srgbClr val="2B3A42"/>
                </a:solidFill>
                <a:latin typeface="Arial" panose="020B0604020202020204" pitchFamily="34" charset="0"/>
                <a:cs typeface="Arial" panose="020B0604020202020204" pitchFamily="34" charset="0"/>
              </a:rPr>
              <a:t> I, </a:t>
            </a:r>
            <a:r>
              <a:rPr lang="ru-RU" sz="1100" i="1" dirty="0">
                <a:solidFill>
                  <a:srgbClr val="2B3A42"/>
                </a:solidFill>
                <a:latin typeface="Arial" panose="020B0604020202020204" pitchFamily="34" charset="0"/>
                <a:cs typeface="Arial" panose="020B0604020202020204" pitchFamily="34" charset="0"/>
              </a:rPr>
              <a:t>Уровень</a:t>
            </a:r>
            <a:r>
              <a:rPr lang="en-US" sz="1100" i="1" dirty="0">
                <a:solidFill>
                  <a:srgbClr val="2B3A42"/>
                </a:solidFill>
                <a:latin typeface="Arial" panose="020B0604020202020204" pitchFamily="34" charset="0"/>
                <a:cs typeface="Arial" panose="020B0604020202020204" pitchFamily="34" charset="0"/>
              </a:rPr>
              <a:t> B.</a:t>
            </a:r>
          </a:p>
        </p:txBody>
      </p:sp>
      <p:sp>
        <p:nvSpPr>
          <p:cNvPr id="25" name="Rectangle 24">
            <a:extLst>
              <a:ext uri="{FF2B5EF4-FFF2-40B4-BE49-F238E27FC236}">
                <a16:creationId xmlns:a16="http://schemas.microsoft.com/office/drawing/2014/main" id="{15BB5BCD-9324-EE8B-82AF-33B46D9D3549}"/>
              </a:ext>
            </a:extLst>
          </p:cNvPr>
          <p:cNvSpPr/>
          <p:nvPr/>
        </p:nvSpPr>
        <p:spPr>
          <a:xfrm>
            <a:off x="6578168" y="4820287"/>
            <a:ext cx="1462067" cy="461665"/>
          </a:xfrm>
          <a:prstGeom prst="rect">
            <a:avLst/>
          </a:prstGeom>
        </p:spPr>
        <p:txBody>
          <a:bodyPr wrap="none">
            <a:spAutoFit/>
          </a:bodyPr>
          <a:lstStyle/>
          <a:p>
            <a:pPr algn="ctr"/>
            <a:r>
              <a:rPr lang="ru-RU" sz="1200" b="1" dirty="0">
                <a:solidFill>
                  <a:srgbClr val="00A3E0"/>
                </a:solidFill>
                <a:latin typeface="Arial" panose="020B0604020202020204" pitchFamily="34" charset="0"/>
                <a:cs typeface="Arial" panose="020B0604020202020204" pitchFamily="34" charset="0"/>
              </a:rPr>
              <a:t>Для </a:t>
            </a:r>
          </a:p>
          <a:p>
            <a:pPr algn="ctr"/>
            <a:r>
              <a:rPr lang="ru-RU" sz="1200" b="1" dirty="0">
                <a:solidFill>
                  <a:srgbClr val="00A3E0"/>
                </a:solidFill>
                <a:latin typeface="Arial" panose="020B0604020202020204" pitchFamily="34" charset="0"/>
                <a:cs typeface="Arial" panose="020B0604020202020204" pitchFamily="34" charset="0"/>
              </a:rPr>
              <a:t>приверженности</a:t>
            </a:r>
            <a:endParaRPr lang="en-US" sz="1200" b="1" dirty="0">
              <a:solidFill>
                <a:srgbClr val="00A3E0"/>
              </a:solidFill>
              <a:latin typeface="Arial" panose="020B0604020202020204"/>
            </a:endParaRPr>
          </a:p>
        </p:txBody>
      </p:sp>
      <p:sp>
        <p:nvSpPr>
          <p:cNvPr id="26" name="Rectangle 25">
            <a:extLst>
              <a:ext uri="{FF2B5EF4-FFF2-40B4-BE49-F238E27FC236}">
                <a16:creationId xmlns:a16="http://schemas.microsoft.com/office/drawing/2014/main" id="{D025FC7A-5F06-B2BF-CCD9-C98FA4AB79BB}"/>
              </a:ext>
            </a:extLst>
          </p:cNvPr>
          <p:cNvSpPr/>
          <p:nvPr/>
        </p:nvSpPr>
        <p:spPr>
          <a:xfrm>
            <a:off x="3669216" y="4698764"/>
            <a:ext cx="1582139" cy="646331"/>
          </a:xfrm>
          <a:prstGeom prst="rect">
            <a:avLst/>
          </a:prstGeom>
        </p:spPr>
        <p:txBody>
          <a:bodyPr wrap="square">
            <a:spAutoFit/>
          </a:bodyPr>
          <a:lstStyle/>
          <a:p>
            <a:pPr algn="ctr"/>
            <a:r>
              <a:rPr lang="ru-RU" sz="1200" b="1" dirty="0">
                <a:solidFill>
                  <a:srgbClr val="43B02A"/>
                </a:solidFill>
                <a:latin typeface="Arial" panose="020B0604020202020204" pitchFamily="34" charset="0"/>
                <a:cs typeface="Arial" panose="020B0604020202020204" pitchFamily="34" charset="0"/>
              </a:rPr>
              <a:t>При комбинированной терапии АГ и ИБС</a:t>
            </a:r>
            <a:endParaRPr lang="en-US" sz="1200" b="1" dirty="0">
              <a:solidFill>
                <a:srgbClr val="43B02A"/>
              </a:solidFill>
              <a:latin typeface="Arial" panose="020B0604020202020204"/>
            </a:endParaRPr>
          </a:p>
        </p:txBody>
      </p:sp>
      <p:sp>
        <p:nvSpPr>
          <p:cNvPr id="12" name="TextBox 11">
            <a:extLst>
              <a:ext uri="{FF2B5EF4-FFF2-40B4-BE49-F238E27FC236}">
                <a16:creationId xmlns:a16="http://schemas.microsoft.com/office/drawing/2014/main" id="{27FD36EA-827F-BE61-3649-3E9C6D79F5FC}"/>
              </a:ext>
            </a:extLst>
          </p:cNvPr>
          <p:cNvSpPr txBox="1"/>
          <p:nvPr/>
        </p:nvSpPr>
        <p:spPr>
          <a:xfrm>
            <a:off x="426720" y="6369466"/>
            <a:ext cx="11218206" cy="338554"/>
          </a:xfrm>
          <a:prstGeom prst="rect">
            <a:avLst/>
          </a:prstGeom>
          <a:noFill/>
        </p:spPr>
        <p:txBody>
          <a:bodyPr wrap="square">
            <a:spAutoFit/>
          </a:bodyPr>
          <a:lstStyle/>
          <a:p>
            <a:r>
              <a:rPr lang="ru-RU" sz="800" baseline="30000" dirty="0"/>
              <a:t>1</a:t>
            </a:r>
            <a:r>
              <a:rPr lang="en-US" sz="800" dirty="0"/>
              <a:t>McEvoy JW et al. 2024 ESC Guidelines for the management of elevated blood pressure and hypertension. </a:t>
            </a:r>
            <a:r>
              <a:rPr lang="en-US" sz="800" dirty="0" err="1"/>
              <a:t>Eur</a:t>
            </a:r>
            <a:r>
              <a:rPr lang="en-US" sz="800" dirty="0"/>
              <a:t> Heart J 2024;45:3912–4018</a:t>
            </a:r>
            <a:endParaRPr lang="ru-RU" sz="800" dirty="0"/>
          </a:p>
          <a:p>
            <a:r>
              <a:rPr lang="ru-RU" sz="800" baseline="30000" dirty="0"/>
              <a:t>2</a:t>
            </a:r>
            <a:r>
              <a:rPr lang="en-US" sz="800" dirty="0" err="1"/>
              <a:t>Vrints</a:t>
            </a:r>
            <a:r>
              <a:rPr lang="en-US" sz="800" dirty="0"/>
              <a:t> C et al. 2024 ESC Guidelines for the management of chronic coronary syndromes. </a:t>
            </a:r>
            <a:r>
              <a:rPr lang="en-US" sz="800" dirty="0" err="1"/>
              <a:t>Eur</a:t>
            </a:r>
            <a:r>
              <a:rPr lang="en-US" sz="800" dirty="0"/>
              <a:t> Heart J 2024;45:3415–3537</a:t>
            </a:r>
            <a:endParaRPr lang="ru-RU" sz="800" dirty="0"/>
          </a:p>
        </p:txBody>
      </p:sp>
      <p:sp>
        <p:nvSpPr>
          <p:cNvPr id="11" name="TextBox 10">
            <a:extLst>
              <a:ext uri="{FF2B5EF4-FFF2-40B4-BE49-F238E27FC236}">
                <a16:creationId xmlns:a16="http://schemas.microsoft.com/office/drawing/2014/main" id="{9EDC0DC4-5BBD-D0EF-0411-C35499B531DA}"/>
              </a:ext>
            </a:extLst>
          </p:cNvPr>
          <p:cNvSpPr txBox="1"/>
          <p:nvPr/>
        </p:nvSpPr>
        <p:spPr>
          <a:xfrm>
            <a:off x="9424114" y="6318371"/>
            <a:ext cx="2220812" cy="215444"/>
          </a:xfrm>
          <a:prstGeom prst="rect">
            <a:avLst/>
          </a:prstGeom>
          <a:noFill/>
        </p:spPr>
        <p:txBody>
          <a:bodyPr wrap="square" rtlCol="0">
            <a:spAutoFit/>
          </a:bodyPr>
          <a:lstStyle/>
          <a:p>
            <a:r>
              <a:rPr lang="ru-RU" sz="800" dirty="0"/>
              <a:t>*БКК – блокаторы кальциевых каналов</a:t>
            </a:r>
            <a:endParaRPr lang="ru-RU" dirty="0"/>
          </a:p>
        </p:txBody>
      </p:sp>
    </p:spTree>
    <p:extLst>
      <p:ext uri="{BB962C8B-B14F-4D97-AF65-F5344CB8AC3E}">
        <p14:creationId xmlns:p14="http://schemas.microsoft.com/office/powerpoint/2010/main" val="33263606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1324F-52DF-F0F9-5734-27ABCA7FDC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94A72C-0AEE-491B-7E78-013E7667590C}"/>
              </a:ext>
            </a:extLst>
          </p:cNvPr>
          <p:cNvSpPr txBox="1">
            <a:spLocks/>
          </p:cNvSpPr>
          <p:nvPr/>
        </p:nvSpPr>
        <p:spPr>
          <a:xfrm>
            <a:off x="375646" y="621237"/>
            <a:ext cx="11338560" cy="768263"/>
          </a:xfrm>
          <a:prstGeom prst="rect">
            <a:avLst/>
          </a:prstGeom>
        </p:spPr>
        <p:txBody>
          <a:bodyPr lIns="91440" tIns="45720" rIns="91440" bIns="45720" anchor="b" anchorCtr="0"/>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ru-RU" sz="2800" b="1" i="0" u="none" strike="noStrike" kern="1200" cap="none" spc="0" normalizeH="0" baseline="0" noProof="0" dirty="0" err="1">
                <a:ln>
                  <a:noFill/>
                </a:ln>
                <a:solidFill>
                  <a:srgbClr val="2B3A42"/>
                </a:solidFill>
                <a:effectLst/>
                <a:uLnTx/>
                <a:uFillTx/>
                <a:latin typeface="Arial" panose="020B0604020202020204"/>
                <a:ea typeface="+mj-ea"/>
                <a:cs typeface="+mj-cs"/>
              </a:rPr>
              <a:t>Конкор</a:t>
            </a:r>
            <a:r>
              <a:rPr kumimoji="0" lang="ru-RU" sz="2800" b="1" i="0" u="none" strike="noStrike" kern="1200" cap="none" spc="0" normalizeH="0" baseline="0" noProof="0" dirty="0">
                <a:ln>
                  <a:noFill/>
                </a:ln>
                <a:solidFill>
                  <a:srgbClr val="2B3A42"/>
                </a:solidFill>
                <a:effectLst/>
                <a:uLnTx/>
                <a:uFillTx/>
                <a:latin typeface="Arial" panose="020B0604020202020204"/>
                <a:ea typeface="+mj-ea"/>
                <a:cs typeface="+mj-cs"/>
              </a:rPr>
              <a:t>® АМ — фармакологически и клинически обоснованная комбинация </a:t>
            </a:r>
            <a:r>
              <a:rPr kumimoji="0" lang="ru-RU" sz="2800" b="1" i="0" u="none" strike="noStrike" kern="1200" cap="none" spc="0" normalizeH="0" baseline="0" noProof="0" dirty="0" err="1">
                <a:ln>
                  <a:noFill/>
                </a:ln>
                <a:solidFill>
                  <a:srgbClr val="2B3A42"/>
                </a:solidFill>
                <a:effectLst/>
                <a:uLnTx/>
                <a:uFillTx/>
                <a:latin typeface="Arial" panose="020B0604020202020204"/>
                <a:ea typeface="+mj-ea"/>
                <a:cs typeface="+mj-cs"/>
              </a:rPr>
              <a:t>бисопролола</a:t>
            </a:r>
            <a:r>
              <a:rPr kumimoji="0" lang="ru-RU" sz="2800" b="1" i="0" u="none" strike="noStrike" kern="1200" cap="none" spc="0" normalizeH="0" baseline="0" noProof="0" dirty="0">
                <a:ln>
                  <a:noFill/>
                </a:ln>
                <a:solidFill>
                  <a:srgbClr val="2B3A42"/>
                </a:solidFill>
                <a:effectLst/>
                <a:uLnTx/>
                <a:uFillTx/>
                <a:latin typeface="Arial" panose="020B0604020202020204"/>
                <a:ea typeface="+mj-ea"/>
                <a:cs typeface="+mj-cs"/>
              </a:rPr>
              <a:t> и амлодипина</a:t>
            </a:r>
            <a:endParaRPr kumimoji="0" lang="en-US" sz="2800" b="1" i="0" u="none" strike="noStrike" kern="1200" cap="none" spc="0" normalizeH="0" baseline="0" noProof="0" dirty="0">
              <a:ln>
                <a:noFill/>
              </a:ln>
              <a:solidFill>
                <a:srgbClr val="2B3A42"/>
              </a:solidFill>
              <a:effectLst/>
              <a:uLnTx/>
              <a:uFillTx/>
              <a:latin typeface="Arial" panose="020B0604020202020204"/>
              <a:ea typeface="+mj-ea"/>
              <a:cs typeface="+mj-cs"/>
            </a:endParaRPr>
          </a:p>
        </p:txBody>
      </p:sp>
      <p:sp>
        <p:nvSpPr>
          <p:cNvPr id="3" name="Oval 2">
            <a:extLst>
              <a:ext uri="{FF2B5EF4-FFF2-40B4-BE49-F238E27FC236}">
                <a16:creationId xmlns:a16="http://schemas.microsoft.com/office/drawing/2014/main" id="{7696D3F8-BBA0-B1C7-0BB9-11D96E351ECC}"/>
              </a:ext>
            </a:extLst>
          </p:cNvPr>
          <p:cNvSpPr>
            <a:spLocks noChangeAspect="1"/>
          </p:cNvSpPr>
          <p:nvPr/>
        </p:nvSpPr>
        <p:spPr>
          <a:xfrm>
            <a:off x="443079" y="2804832"/>
            <a:ext cx="941338" cy="959261"/>
          </a:xfrm>
          <a:prstGeom prst="ellipse">
            <a:avLst/>
          </a:prstGeom>
          <a:solidFill>
            <a:srgbClr val="FFFFFF"/>
          </a:solidFill>
          <a:ln w="12700" cap="flat" cmpd="sng" algn="ctr">
            <a:solidFill>
              <a:srgbClr val="FFFFFF"/>
            </a:solidFill>
            <a:prstDash val="solid"/>
            <a:miter lim="800000"/>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4" name="Oval 3">
            <a:extLst>
              <a:ext uri="{FF2B5EF4-FFF2-40B4-BE49-F238E27FC236}">
                <a16:creationId xmlns:a16="http://schemas.microsoft.com/office/drawing/2014/main" id="{5444A50D-E967-AC59-50EA-2EFB9B75F8BA}"/>
              </a:ext>
            </a:extLst>
          </p:cNvPr>
          <p:cNvSpPr>
            <a:spLocks noChangeAspect="1"/>
          </p:cNvSpPr>
          <p:nvPr/>
        </p:nvSpPr>
        <p:spPr>
          <a:xfrm>
            <a:off x="460418" y="2825321"/>
            <a:ext cx="914400" cy="914400"/>
          </a:xfrm>
          <a:prstGeom prst="ellipse">
            <a:avLst/>
          </a:prstGeom>
          <a:solidFill>
            <a:srgbClr val="005587"/>
          </a:solidFill>
          <a:ln w="12700" cap="flat" cmpd="sng" algn="ctr">
            <a:noFill/>
            <a:prstDash val="solid"/>
            <a:miter lim="800000"/>
          </a:ln>
          <a:effectLst/>
        </p:spPr>
        <p:txBody>
          <a:bodyPr wrap="none" lIns="0" r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2</a:t>
            </a:r>
          </a:p>
        </p:txBody>
      </p:sp>
      <p:sp>
        <p:nvSpPr>
          <p:cNvPr id="5" name="Oval 4">
            <a:extLst>
              <a:ext uri="{FF2B5EF4-FFF2-40B4-BE49-F238E27FC236}">
                <a16:creationId xmlns:a16="http://schemas.microsoft.com/office/drawing/2014/main" id="{C992C12D-55C8-6F2D-0CA0-939388F44B9F}"/>
              </a:ext>
            </a:extLst>
          </p:cNvPr>
          <p:cNvSpPr>
            <a:spLocks noChangeAspect="1"/>
          </p:cNvSpPr>
          <p:nvPr/>
        </p:nvSpPr>
        <p:spPr>
          <a:xfrm>
            <a:off x="443079" y="1638566"/>
            <a:ext cx="941338" cy="959261"/>
          </a:xfrm>
          <a:prstGeom prst="ellipse">
            <a:avLst/>
          </a:prstGeom>
          <a:solidFill>
            <a:srgbClr val="FFFFFF"/>
          </a:solidFill>
          <a:ln w="12700" cap="flat" cmpd="sng" algn="ctr">
            <a:solidFill>
              <a:srgbClr val="FFFFFF"/>
            </a:solidFill>
            <a:prstDash val="solid"/>
            <a:miter lim="800000"/>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6" name="Oval 5">
            <a:extLst>
              <a:ext uri="{FF2B5EF4-FFF2-40B4-BE49-F238E27FC236}">
                <a16:creationId xmlns:a16="http://schemas.microsoft.com/office/drawing/2014/main" id="{9D9106A7-F103-4D5F-490D-EE0578289B3E}"/>
              </a:ext>
            </a:extLst>
          </p:cNvPr>
          <p:cNvSpPr>
            <a:spLocks noChangeAspect="1"/>
          </p:cNvSpPr>
          <p:nvPr/>
        </p:nvSpPr>
        <p:spPr>
          <a:xfrm>
            <a:off x="460418" y="1659056"/>
            <a:ext cx="914400" cy="914400"/>
          </a:xfrm>
          <a:prstGeom prst="ellipse">
            <a:avLst/>
          </a:prstGeom>
          <a:solidFill>
            <a:srgbClr val="00A3E0"/>
          </a:solidFill>
          <a:ln w="12700" cap="flat" cmpd="sng" algn="ctr">
            <a:noFill/>
            <a:prstDash val="solid"/>
            <a:miter lim="800000"/>
          </a:ln>
          <a:effectLst/>
        </p:spPr>
        <p:txBody>
          <a:bodyPr wrap="none" lIns="0" r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1</a:t>
            </a:r>
          </a:p>
        </p:txBody>
      </p:sp>
      <p:sp>
        <p:nvSpPr>
          <p:cNvPr id="7" name="Oval 6">
            <a:extLst>
              <a:ext uri="{FF2B5EF4-FFF2-40B4-BE49-F238E27FC236}">
                <a16:creationId xmlns:a16="http://schemas.microsoft.com/office/drawing/2014/main" id="{F7E0835A-56C4-87EA-D5A2-1979F3F3F408}"/>
              </a:ext>
            </a:extLst>
          </p:cNvPr>
          <p:cNvSpPr>
            <a:spLocks noChangeAspect="1"/>
          </p:cNvSpPr>
          <p:nvPr/>
        </p:nvSpPr>
        <p:spPr>
          <a:xfrm>
            <a:off x="443079" y="3971098"/>
            <a:ext cx="941338" cy="959261"/>
          </a:xfrm>
          <a:prstGeom prst="ellipse">
            <a:avLst/>
          </a:prstGeom>
          <a:solidFill>
            <a:srgbClr val="FFFFFF"/>
          </a:solidFill>
          <a:ln w="12700" cap="flat" cmpd="sng" algn="ctr">
            <a:solidFill>
              <a:srgbClr val="FFFFFF"/>
            </a:solidFill>
            <a:prstDash val="solid"/>
            <a:miter lim="800000"/>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8" name="Oval 7">
            <a:extLst>
              <a:ext uri="{FF2B5EF4-FFF2-40B4-BE49-F238E27FC236}">
                <a16:creationId xmlns:a16="http://schemas.microsoft.com/office/drawing/2014/main" id="{1EB27B95-AE68-F18C-0575-0D6CD712CBBD}"/>
              </a:ext>
            </a:extLst>
          </p:cNvPr>
          <p:cNvSpPr>
            <a:spLocks noChangeAspect="1"/>
          </p:cNvSpPr>
          <p:nvPr/>
        </p:nvSpPr>
        <p:spPr>
          <a:xfrm>
            <a:off x="460418" y="3991588"/>
            <a:ext cx="914400" cy="914400"/>
          </a:xfrm>
          <a:prstGeom prst="ellipse">
            <a:avLst/>
          </a:prstGeom>
          <a:solidFill>
            <a:srgbClr val="43B02A"/>
          </a:solidFill>
          <a:ln w="12700" cap="flat" cmpd="sng" algn="ctr">
            <a:noFill/>
            <a:prstDash val="solid"/>
            <a:miter lim="800000"/>
          </a:ln>
          <a:effectLst/>
        </p:spPr>
        <p:txBody>
          <a:bodyPr wrap="none" lIns="0" r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3</a:t>
            </a:r>
          </a:p>
        </p:txBody>
      </p:sp>
      <p:sp>
        <p:nvSpPr>
          <p:cNvPr id="9" name="Oval 8">
            <a:extLst>
              <a:ext uri="{FF2B5EF4-FFF2-40B4-BE49-F238E27FC236}">
                <a16:creationId xmlns:a16="http://schemas.microsoft.com/office/drawing/2014/main" id="{6FC39244-1E4A-9554-462D-70EAAD068962}"/>
              </a:ext>
            </a:extLst>
          </p:cNvPr>
          <p:cNvSpPr>
            <a:spLocks noChangeAspect="1"/>
          </p:cNvSpPr>
          <p:nvPr/>
        </p:nvSpPr>
        <p:spPr>
          <a:xfrm>
            <a:off x="443079" y="5137364"/>
            <a:ext cx="941338" cy="959261"/>
          </a:xfrm>
          <a:prstGeom prst="ellipse">
            <a:avLst/>
          </a:prstGeom>
          <a:solidFill>
            <a:srgbClr val="FFFFFF"/>
          </a:solidFill>
          <a:ln w="12700" cap="flat" cmpd="sng" algn="ctr">
            <a:solidFill>
              <a:srgbClr val="FFFFFF"/>
            </a:solidFill>
            <a:prstDash val="solid"/>
            <a:miter lim="800000"/>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10" name="Oval 9">
            <a:extLst>
              <a:ext uri="{FF2B5EF4-FFF2-40B4-BE49-F238E27FC236}">
                <a16:creationId xmlns:a16="http://schemas.microsoft.com/office/drawing/2014/main" id="{90CE40F8-8E4B-3103-7870-C3BBB24A9E19}"/>
              </a:ext>
            </a:extLst>
          </p:cNvPr>
          <p:cNvSpPr>
            <a:spLocks noChangeAspect="1"/>
          </p:cNvSpPr>
          <p:nvPr/>
        </p:nvSpPr>
        <p:spPr>
          <a:xfrm>
            <a:off x="460418" y="5157854"/>
            <a:ext cx="914400" cy="914400"/>
          </a:xfrm>
          <a:prstGeom prst="ellipse">
            <a:avLst/>
          </a:prstGeom>
          <a:solidFill>
            <a:srgbClr val="00BFB3"/>
          </a:solidFill>
          <a:ln w="12700" cap="flat" cmpd="sng" algn="ctr">
            <a:noFill/>
            <a:prstDash val="solid"/>
            <a:miter lim="800000"/>
          </a:ln>
          <a:effectLst/>
        </p:spPr>
        <p:txBody>
          <a:bodyPr wrap="none" lIns="0" r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4</a:t>
            </a:r>
          </a:p>
        </p:txBody>
      </p:sp>
      <p:sp>
        <p:nvSpPr>
          <p:cNvPr id="11" name="Arc 10">
            <a:extLst>
              <a:ext uri="{FF2B5EF4-FFF2-40B4-BE49-F238E27FC236}">
                <a16:creationId xmlns:a16="http://schemas.microsoft.com/office/drawing/2014/main" id="{0ED012DC-C8DF-D516-7B14-5A1C1B2A3B50}"/>
              </a:ext>
            </a:extLst>
          </p:cNvPr>
          <p:cNvSpPr/>
          <p:nvPr/>
        </p:nvSpPr>
        <p:spPr>
          <a:xfrm flipH="1">
            <a:off x="378664" y="1582074"/>
            <a:ext cx="1070167" cy="1072245"/>
          </a:xfrm>
          <a:prstGeom prst="arc">
            <a:avLst>
              <a:gd name="adj1" fmla="val 16200000"/>
              <a:gd name="adj2" fmla="val 5498192"/>
            </a:avLst>
          </a:prstGeom>
          <a:noFill/>
          <a:ln w="38100" cap="rnd" cmpd="sng" algn="ctr">
            <a:solidFill>
              <a:srgbClr val="00A3E0"/>
            </a:solidFill>
            <a:prstDash val="solid"/>
            <a:roun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B3A42"/>
              </a:solidFill>
              <a:effectLst/>
              <a:uLnTx/>
              <a:uFillTx/>
              <a:latin typeface="Arial" panose="020B0604020202020204"/>
              <a:ea typeface="+mn-ea"/>
              <a:cs typeface="+mn-cs"/>
            </a:endParaRPr>
          </a:p>
        </p:txBody>
      </p:sp>
      <p:sp>
        <p:nvSpPr>
          <p:cNvPr id="12" name="Arc 11">
            <a:extLst>
              <a:ext uri="{FF2B5EF4-FFF2-40B4-BE49-F238E27FC236}">
                <a16:creationId xmlns:a16="http://schemas.microsoft.com/office/drawing/2014/main" id="{9846FE6D-2555-2318-43AF-8EE6D0A149DD}"/>
              </a:ext>
            </a:extLst>
          </p:cNvPr>
          <p:cNvSpPr/>
          <p:nvPr/>
        </p:nvSpPr>
        <p:spPr>
          <a:xfrm flipH="1">
            <a:off x="378664" y="2748339"/>
            <a:ext cx="1070167" cy="1072245"/>
          </a:xfrm>
          <a:prstGeom prst="arc">
            <a:avLst>
              <a:gd name="adj1" fmla="val 16200000"/>
              <a:gd name="adj2" fmla="val 5526258"/>
            </a:avLst>
          </a:prstGeom>
          <a:noFill/>
          <a:ln w="38100" cap="rnd" cmpd="sng" algn="ctr">
            <a:solidFill>
              <a:srgbClr val="005587"/>
            </a:solidFill>
            <a:prstDash val="solid"/>
            <a:roun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B3A42"/>
              </a:solidFill>
              <a:effectLst/>
              <a:uLnTx/>
              <a:uFillTx/>
              <a:latin typeface="Arial" panose="020B0604020202020204"/>
              <a:ea typeface="+mn-ea"/>
              <a:cs typeface="+mn-cs"/>
            </a:endParaRPr>
          </a:p>
        </p:txBody>
      </p:sp>
      <p:sp>
        <p:nvSpPr>
          <p:cNvPr id="13" name="Arc 12">
            <a:extLst>
              <a:ext uri="{FF2B5EF4-FFF2-40B4-BE49-F238E27FC236}">
                <a16:creationId xmlns:a16="http://schemas.microsoft.com/office/drawing/2014/main" id="{C6576048-888A-49D6-3D1F-24443C2CF275}"/>
              </a:ext>
            </a:extLst>
          </p:cNvPr>
          <p:cNvSpPr/>
          <p:nvPr/>
        </p:nvSpPr>
        <p:spPr>
          <a:xfrm flipH="1">
            <a:off x="378664" y="3914606"/>
            <a:ext cx="1070167" cy="1072245"/>
          </a:xfrm>
          <a:prstGeom prst="arc">
            <a:avLst>
              <a:gd name="adj1" fmla="val 16200000"/>
              <a:gd name="adj2" fmla="val 5462501"/>
            </a:avLst>
          </a:prstGeom>
          <a:noFill/>
          <a:ln w="38100" cap="rnd" cmpd="sng" algn="ctr">
            <a:solidFill>
              <a:srgbClr val="43B02A"/>
            </a:solidFill>
            <a:prstDash val="solid"/>
            <a:roun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B3A42"/>
              </a:solidFill>
              <a:effectLst/>
              <a:uLnTx/>
              <a:uFillTx/>
              <a:latin typeface="Arial" panose="020B0604020202020204"/>
              <a:ea typeface="+mn-ea"/>
              <a:cs typeface="+mn-cs"/>
            </a:endParaRPr>
          </a:p>
        </p:txBody>
      </p:sp>
      <p:sp>
        <p:nvSpPr>
          <p:cNvPr id="14" name="Arc 13">
            <a:extLst>
              <a:ext uri="{FF2B5EF4-FFF2-40B4-BE49-F238E27FC236}">
                <a16:creationId xmlns:a16="http://schemas.microsoft.com/office/drawing/2014/main" id="{B984830C-E875-8590-59FF-7CEF5BC16CDA}"/>
              </a:ext>
            </a:extLst>
          </p:cNvPr>
          <p:cNvSpPr/>
          <p:nvPr/>
        </p:nvSpPr>
        <p:spPr>
          <a:xfrm flipH="1">
            <a:off x="378664" y="5080872"/>
            <a:ext cx="1070167" cy="1072245"/>
          </a:xfrm>
          <a:prstGeom prst="arc">
            <a:avLst>
              <a:gd name="adj1" fmla="val 16200000"/>
              <a:gd name="adj2" fmla="val 5505012"/>
            </a:avLst>
          </a:prstGeom>
          <a:noFill/>
          <a:ln w="38100" cap="rnd" cmpd="sng" algn="ctr">
            <a:solidFill>
              <a:srgbClr val="00BFB3"/>
            </a:solidFill>
            <a:prstDash val="solid"/>
            <a:roun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B3A42"/>
              </a:solidFill>
              <a:effectLst/>
              <a:uLnTx/>
              <a:uFillTx/>
              <a:latin typeface="Arial" panose="020B0604020202020204"/>
              <a:ea typeface="+mn-ea"/>
              <a:cs typeface="+mn-cs"/>
            </a:endParaRPr>
          </a:p>
        </p:txBody>
      </p:sp>
      <p:cxnSp>
        <p:nvCxnSpPr>
          <p:cNvPr id="15" name="Straight Connector 14">
            <a:extLst>
              <a:ext uri="{FF2B5EF4-FFF2-40B4-BE49-F238E27FC236}">
                <a16:creationId xmlns:a16="http://schemas.microsoft.com/office/drawing/2014/main" id="{7E5EFA92-A6C1-D71D-E935-077A44820E49}"/>
              </a:ext>
            </a:extLst>
          </p:cNvPr>
          <p:cNvCxnSpPr>
            <a:cxnSpLocks/>
          </p:cNvCxnSpPr>
          <p:nvPr/>
        </p:nvCxnSpPr>
        <p:spPr>
          <a:xfrm>
            <a:off x="913986" y="2654319"/>
            <a:ext cx="10800220" cy="0"/>
          </a:xfrm>
          <a:prstGeom prst="line">
            <a:avLst/>
          </a:prstGeom>
          <a:noFill/>
          <a:ln w="38100" cap="rnd" cmpd="sng" algn="ctr">
            <a:solidFill>
              <a:srgbClr val="00A3E0"/>
            </a:solidFill>
            <a:prstDash val="solid"/>
            <a:round/>
          </a:ln>
          <a:effectLst/>
        </p:spPr>
      </p:cxnSp>
      <p:cxnSp>
        <p:nvCxnSpPr>
          <p:cNvPr id="16" name="Straight Connector 15">
            <a:extLst>
              <a:ext uri="{FF2B5EF4-FFF2-40B4-BE49-F238E27FC236}">
                <a16:creationId xmlns:a16="http://schemas.microsoft.com/office/drawing/2014/main" id="{01DCDD69-9B4C-3C97-793B-B151E0FDBF9C}"/>
              </a:ext>
            </a:extLst>
          </p:cNvPr>
          <p:cNvCxnSpPr>
            <a:cxnSpLocks/>
          </p:cNvCxnSpPr>
          <p:nvPr/>
        </p:nvCxnSpPr>
        <p:spPr>
          <a:xfrm>
            <a:off x="923467" y="3820585"/>
            <a:ext cx="10800220" cy="0"/>
          </a:xfrm>
          <a:prstGeom prst="line">
            <a:avLst/>
          </a:prstGeom>
          <a:noFill/>
          <a:ln w="38100" cap="rnd" cmpd="sng" algn="ctr">
            <a:solidFill>
              <a:srgbClr val="005587"/>
            </a:solidFill>
            <a:prstDash val="solid"/>
            <a:round/>
          </a:ln>
          <a:effectLst/>
        </p:spPr>
      </p:cxnSp>
      <p:cxnSp>
        <p:nvCxnSpPr>
          <p:cNvPr id="17" name="Straight Connector 16">
            <a:extLst>
              <a:ext uri="{FF2B5EF4-FFF2-40B4-BE49-F238E27FC236}">
                <a16:creationId xmlns:a16="http://schemas.microsoft.com/office/drawing/2014/main" id="{C5B741A1-210C-EFEF-DDA0-0F4C4767655E}"/>
              </a:ext>
            </a:extLst>
          </p:cNvPr>
          <p:cNvCxnSpPr>
            <a:cxnSpLocks/>
          </p:cNvCxnSpPr>
          <p:nvPr/>
        </p:nvCxnSpPr>
        <p:spPr>
          <a:xfrm>
            <a:off x="923467" y="4986851"/>
            <a:ext cx="10800220" cy="0"/>
          </a:xfrm>
          <a:prstGeom prst="line">
            <a:avLst/>
          </a:prstGeom>
          <a:noFill/>
          <a:ln w="38100" cap="rnd" cmpd="sng" algn="ctr">
            <a:solidFill>
              <a:srgbClr val="43B02A"/>
            </a:solidFill>
            <a:prstDash val="solid"/>
            <a:round/>
          </a:ln>
          <a:effectLst/>
        </p:spPr>
      </p:cxnSp>
      <p:cxnSp>
        <p:nvCxnSpPr>
          <p:cNvPr id="18" name="Straight Connector 17">
            <a:extLst>
              <a:ext uri="{FF2B5EF4-FFF2-40B4-BE49-F238E27FC236}">
                <a16:creationId xmlns:a16="http://schemas.microsoft.com/office/drawing/2014/main" id="{8FB20227-1DB1-0F7F-9432-B932BCE8D093}"/>
              </a:ext>
            </a:extLst>
          </p:cNvPr>
          <p:cNvCxnSpPr>
            <a:cxnSpLocks/>
          </p:cNvCxnSpPr>
          <p:nvPr/>
        </p:nvCxnSpPr>
        <p:spPr>
          <a:xfrm>
            <a:off x="923467" y="6153117"/>
            <a:ext cx="10800220" cy="0"/>
          </a:xfrm>
          <a:prstGeom prst="line">
            <a:avLst/>
          </a:prstGeom>
          <a:noFill/>
          <a:ln w="38100" cap="rnd" cmpd="sng" algn="ctr">
            <a:solidFill>
              <a:srgbClr val="00BFB3"/>
            </a:solidFill>
            <a:prstDash val="solid"/>
            <a:round/>
          </a:ln>
          <a:effectLst/>
        </p:spPr>
      </p:cxnSp>
      <p:sp>
        <p:nvSpPr>
          <p:cNvPr id="19" name="Rounded Rectangle 69">
            <a:extLst>
              <a:ext uri="{FF2B5EF4-FFF2-40B4-BE49-F238E27FC236}">
                <a16:creationId xmlns:a16="http://schemas.microsoft.com/office/drawing/2014/main" id="{9D1DF7E8-3467-4B4C-59F6-62A9A497E8CE}"/>
              </a:ext>
            </a:extLst>
          </p:cNvPr>
          <p:cNvSpPr>
            <a:spLocks/>
          </p:cNvSpPr>
          <p:nvPr/>
        </p:nvSpPr>
        <p:spPr>
          <a:xfrm>
            <a:off x="1470375" y="1718020"/>
            <a:ext cx="10278545" cy="816240"/>
          </a:xfrm>
          <a:prstGeom prst="rect">
            <a:avLst/>
          </a:prstGeom>
          <a:noFill/>
          <a:ln w="12700" cap="flat" cmpd="sng" algn="ctr">
            <a:noFill/>
            <a:prstDash val="solid"/>
            <a:miter lim="800000"/>
          </a:ln>
          <a:effectLst/>
        </p:spPr>
        <p:txBody>
          <a:bodyPr rtlCol="0" anchor="ctr" anchorCtr="0"/>
          <a:lstStyle/>
          <a:p>
            <a:pPr marL="0" marR="0" lvl="0" indent="0" algn="l" defTabSz="914400" rtl="0" eaLnBrk="1" fontAlgn="base" latinLnBrk="0" hangingPunct="1">
              <a:lnSpc>
                <a:spcPct val="100000"/>
              </a:lnSpc>
              <a:spcBef>
                <a:spcPts val="0"/>
              </a:spcBef>
              <a:spcAft>
                <a:spcPts val="300"/>
              </a:spcAft>
              <a:buClrTx/>
              <a:buSzTx/>
              <a:buFontTx/>
              <a:buNone/>
              <a:tabLst/>
              <a:defRPr/>
            </a:pPr>
            <a:r>
              <a:rPr kumimoji="0" lang="ru-RU" sz="16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Синергизм антиангинального действия</a:t>
            </a:r>
            <a:endParaRPr kumimoji="0" lang="en-US" sz="16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endParaRPr>
          </a:p>
        </p:txBody>
      </p:sp>
      <p:sp>
        <p:nvSpPr>
          <p:cNvPr id="20" name="Rounded Rectangle 69">
            <a:extLst>
              <a:ext uri="{FF2B5EF4-FFF2-40B4-BE49-F238E27FC236}">
                <a16:creationId xmlns:a16="http://schemas.microsoft.com/office/drawing/2014/main" id="{0E915E50-721B-93D6-68BD-9C433C092C97}"/>
              </a:ext>
            </a:extLst>
          </p:cNvPr>
          <p:cNvSpPr>
            <a:spLocks/>
          </p:cNvSpPr>
          <p:nvPr/>
        </p:nvSpPr>
        <p:spPr>
          <a:xfrm>
            <a:off x="1470375" y="2884286"/>
            <a:ext cx="10278545" cy="816240"/>
          </a:xfrm>
          <a:prstGeom prst="rect">
            <a:avLst/>
          </a:prstGeom>
          <a:noFill/>
          <a:ln w="12700" cap="flat" cmpd="sng" algn="ctr">
            <a:noFill/>
            <a:prstDash val="solid"/>
            <a:miter lim="800000"/>
          </a:ln>
          <a:effectLst/>
        </p:spPr>
        <p:txBody>
          <a:bodyPr rtlCol="0" anchor="ctr" anchorCtr="0"/>
          <a:lstStyle/>
          <a:p>
            <a:pPr marL="0" marR="0" lvl="0" indent="0" algn="l" defTabSz="914400" rtl="0" eaLnBrk="1" fontAlgn="base" latinLnBrk="0" hangingPunct="1">
              <a:lnSpc>
                <a:spcPct val="100000"/>
              </a:lnSpc>
              <a:spcBef>
                <a:spcPts val="0"/>
              </a:spcBef>
              <a:spcAft>
                <a:spcPts val="300"/>
              </a:spcAft>
              <a:buClrTx/>
              <a:buSzTx/>
              <a:buFontTx/>
              <a:buNone/>
              <a:tabLst/>
              <a:defRPr/>
            </a:pPr>
            <a:r>
              <a:rPr kumimoji="0" lang="ru-RU" sz="16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Двойное воздействие на сердечно-сосудистый риск</a:t>
            </a:r>
            <a:endParaRPr kumimoji="0" lang="en-US" sz="1600" b="1" i="0" u="none" strike="noStrike" kern="0" cap="none" spc="0" normalizeH="0" baseline="30000" noProof="0" dirty="0">
              <a:ln>
                <a:noFill/>
              </a:ln>
              <a:solidFill>
                <a:srgbClr val="2B3A42"/>
              </a:solidFill>
              <a:effectLst/>
              <a:uLnTx/>
              <a:uFillTx/>
              <a:latin typeface="Arial" panose="020B0604020202020204" pitchFamily="34" charset="0"/>
              <a:ea typeface="+mn-ea"/>
              <a:cs typeface="Arial" panose="020B0604020202020204" pitchFamily="34" charset="0"/>
            </a:endParaRPr>
          </a:p>
        </p:txBody>
      </p:sp>
      <p:sp>
        <p:nvSpPr>
          <p:cNvPr id="21" name="Rounded Rectangle 69">
            <a:extLst>
              <a:ext uri="{FF2B5EF4-FFF2-40B4-BE49-F238E27FC236}">
                <a16:creationId xmlns:a16="http://schemas.microsoft.com/office/drawing/2014/main" id="{1E16A1D2-7D63-A769-3903-BE6FCBE35077}"/>
              </a:ext>
            </a:extLst>
          </p:cNvPr>
          <p:cNvSpPr>
            <a:spLocks/>
          </p:cNvSpPr>
          <p:nvPr/>
        </p:nvSpPr>
        <p:spPr>
          <a:xfrm>
            <a:off x="1470375" y="4050552"/>
            <a:ext cx="10278545" cy="816240"/>
          </a:xfrm>
          <a:prstGeom prst="rect">
            <a:avLst/>
          </a:prstGeom>
          <a:noFill/>
          <a:ln w="12700" cap="flat" cmpd="sng" algn="ctr">
            <a:noFill/>
            <a:prstDash val="solid"/>
            <a:miter lim="800000"/>
          </a:ln>
          <a:effectLst/>
        </p:spPr>
        <p:txBody>
          <a:bodyPr rtlCol="0" anchor="ctr" anchorCtr="0"/>
          <a:lstStyle/>
          <a:p>
            <a:pPr marL="0" marR="0" lvl="0" indent="0" algn="l" defTabSz="914400" rtl="0" eaLnBrk="1" fontAlgn="base" latinLnBrk="0" hangingPunct="1">
              <a:lnSpc>
                <a:spcPct val="100000"/>
              </a:lnSpc>
              <a:spcBef>
                <a:spcPts val="0"/>
              </a:spcBef>
              <a:spcAft>
                <a:spcPts val="300"/>
              </a:spcAft>
              <a:buClrTx/>
              <a:buSzTx/>
              <a:buFontTx/>
              <a:buNone/>
              <a:tabLst/>
              <a:defRPr/>
            </a:pPr>
            <a:r>
              <a:rPr kumimoji="0" lang="ru-RU" sz="16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FDC обеспечивает лучший контроль АД, чем свободная комбинация</a:t>
            </a:r>
            <a:endParaRPr kumimoji="0" lang="en-US" sz="1600" b="1" i="0" u="none" strike="noStrike" kern="0" cap="none" spc="0" normalizeH="0" baseline="30000" noProof="0" dirty="0">
              <a:ln>
                <a:noFill/>
              </a:ln>
              <a:solidFill>
                <a:srgbClr val="2B3A42"/>
              </a:solidFill>
              <a:effectLst/>
              <a:uLnTx/>
              <a:uFillTx/>
              <a:latin typeface="Arial" panose="020B0604020202020204" pitchFamily="34" charset="0"/>
              <a:ea typeface="+mn-ea"/>
              <a:cs typeface="Arial" panose="020B0604020202020204" pitchFamily="34" charset="0"/>
            </a:endParaRPr>
          </a:p>
        </p:txBody>
      </p:sp>
      <p:sp>
        <p:nvSpPr>
          <p:cNvPr id="22" name="Rounded Rectangle 69">
            <a:extLst>
              <a:ext uri="{FF2B5EF4-FFF2-40B4-BE49-F238E27FC236}">
                <a16:creationId xmlns:a16="http://schemas.microsoft.com/office/drawing/2014/main" id="{4A0013FE-1AA5-3506-73B4-BE41D6322E79}"/>
              </a:ext>
            </a:extLst>
          </p:cNvPr>
          <p:cNvSpPr>
            <a:spLocks/>
          </p:cNvSpPr>
          <p:nvPr/>
        </p:nvSpPr>
        <p:spPr>
          <a:xfrm>
            <a:off x="1470375" y="5216818"/>
            <a:ext cx="10278545" cy="816240"/>
          </a:xfrm>
          <a:prstGeom prst="rect">
            <a:avLst/>
          </a:prstGeom>
          <a:noFill/>
          <a:ln w="12700" cap="flat" cmpd="sng" algn="ctr">
            <a:noFill/>
            <a:prstDash val="solid"/>
            <a:miter lim="800000"/>
          </a:ln>
          <a:effectLst/>
        </p:spPr>
        <p:txBody>
          <a:bodyPr rtlCol="0" anchor="ctr" anchorCtr="0"/>
          <a:lstStyle/>
          <a:p>
            <a:pPr marL="0" marR="0" lvl="0" indent="0" algn="l" defTabSz="914400" rtl="0" eaLnBrk="1" fontAlgn="base" latinLnBrk="0" hangingPunct="1">
              <a:lnSpc>
                <a:spcPct val="100000"/>
              </a:lnSpc>
              <a:spcBef>
                <a:spcPts val="0"/>
              </a:spcBef>
              <a:spcAft>
                <a:spcPts val="300"/>
              </a:spcAft>
              <a:buClrTx/>
              <a:buSzTx/>
              <a:buFontTx/>
              <a:buNone/>
              <a:tabLst/>
              <a:defRPr/>
            </a:pPr>
            <a:r>
              <a:rPr kumimoji="0" lang="ru-RU" sz="16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ESC 2024: поддержка назначения FDC при ХКС</a:t>
            </a:r>
            <a:endParaRPr kumimoji="0" lang="en-US" sz="1600" b="1" i="0" u="none" strike="noStrike" kern="0" cap="none" spc="0" normalizeH="0" baseline="30000" noProof="0" dirty="0">
              <a:ln>
                <a:noFill/>
              </a:ln>
              <a:solidFill>
                <a:srgbClr val="2B3A42"/>
              </a:solidFill>
              <a:effectLst/>
              <a:uLnTx/>
              <a:uFillTx/>
              <a:latin typeface="Arial" panose="020B0604020202020204" pitchFamily="34" charset="0"/>
              <a:ea typeface="+mn-ea"/>
              <a:cs typeface="Arial" panose="020B0604020202020204" pitchFamily="34" charset="0"/>
            </a:endParaRPr>
          </a:p>
        </p:txBody>
      </p:sp>
      <p:sp>
        <p:nvSpPr>
          <p:cNvPr id="25" name="TextBox 24">
            <a:extLst>
              <a:ext uri="{FF2B5EF4-FFF2-40B4-BE49-F238E27FC236}">
                <a16:creationId xmlns:a16="http://schemas.microsoft.com/office/drawing/2014/main" id="{275DB624-03C6-7A48-1EC3-F33730F8F031}"/>
              </a:ext>
            </a:extLst>
          </p:cNvPr>
          <p:cNvSpPr txBox="1"/>
          <p:nvPr/>
        </p:nvSpPr>
        <p:spPr>
          <a:xfrm>
            <a:off x="8331200" y="6325054"/>
            <a:ext cx="3530600" cy="246221"/>
          </a:xfrm>
          <a:prstGeom prst="rect">
            <a:avLst/>
          </a:prstGeom>
          <a:noFill/>
        </p:spPr>
        <p:txBody>
          <a:bodyPr wrap="square">
            <a:spAutoFit/>
          </a:bodyPr>
          <a:lstStyle/>
          <a:p>
            <a:r>
              <a:rPr lang="en-US" sz="1000" dirty="0"/>
              <a:t>FDC</a:t>
            </a:r>
            <a:r>
              <a:rPr lang="ru-RU" sz="1000" dirty="0"/>
              <a:t> – фиксированная комбинация </a:t>
            </a:r>
            <a:r>
              <a:rPr lang="en-US" sz="1000" dirty="0"/>
              <a:t>(fixed-dose combination)</a:t>
            </a:r>
            <a:endParaRPr lang="ru-RU" sz="1000" dirty="0"/>
          </a:p>
        </p:txBody>
      </p:sp>
      <p:sp>
        <p:nvSpPr>
          <p:cNvPr id="26" name="TextBox 25">
            <a:extLst>
              <a:ext uri="{FF2B5EF4-FFF2-40B4-BE49-F238E27FC236}">
                <a16:creationId xmlns:a16="http://schemas.microsoft.com/office/drawing/2014/main" id="{DB1EEA06-F4CB-D623-6D85-75466B33CE9F}"/>
              </a:ext>
            </a:extLst>
          </p:cNvPr>
          <p:cNvSpPr txBox="1"/>
          <p:nvPr/>
        </p:nvSpPr>
        <p:spPr>
          <a:xfrm>
            <a:off x="3640696" y="200290"/>
            <a:ext cx="8321174" cy="215444"/>
          </a:xfrm>
          <a:prstGeom prst="rect">
            <a:avLst/>
          </a:prstGeom>
          <a:noFill/>
        </p:spPr>
        <p:txBody>
          <a:bodyPr wrap="square">
            <a:spAutoFit/>
          </a:bodyPr>
          <a:lstStyle/>
          <a:p>
            <a:r>
              <a:rPr lang="ru-RU" sz="800" dirty="0" err="1"/>
              <a:t>Конкор</a:t>
            </a:r>
            <a:r>
              <a:rPr lang="ru-RU" sz="800" dirty="0"/>
              <a:t>® АМ зарегистрирован для лечения артериальной гипертензии. Представленные данные применимы для пациентов с артериальной гипертензией и сопутствующей ИБС</a:t>
            </a:r>
          </a:p>
        </p:txBody>
      </p:sp>
      <p:sp>
        <p:nvSpPr>
          <p:cNvPr id="23" name="Rectangle: Diagonal Corners Snipped 22">
            <a:extLst>
              <a:ext uri="{FF2B5EF4-FFF2-40B4-BE49-F238E27FC236}">
                <a16:creationId xmlns:a16="http://schemas.microsoft.com/office/drawing/2014/main" id="{DD814495-9F96-516C-CB2E-7A418DFF088F}"/>
              </a:ext>
            </a:extLst>
          </p:cNvPr>
          <p:cNvSpPr/>
          <p:nvPr/>
        </p:nvSpPr>
        <p:spPr>
          <a:xfrm>
            <a:off x="135265" y="54164"/>
            <a:ext cx="3220999" cy="400614"/>
          </a:xfrm>
          <a:prstGeom prst="snip2Diag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b="1" i="1" dirty="0">
                <a:latin typeface="Verdana" panose="020B0604030504040204" pitchFamily="34" charset="0"/>
                <a:ea typeface="Verdana" panose="020B0604030504040204" pitchFamily="34" charset="0"/>
              </a:rPr>
              <a:t>Главное из блока</a:t>
            </a:r>
          </a:p>
        </p:txBody>
      </p:sp>
    </p:spTree>
    <p:extLst>
      <p:ext uri="{BB962C8B-B14F-4D97-AF65-F5344CB8AC3E}">
        <p14:creationId xmlns:p14="http://schemas.microsoft.com/office/powerpoint/2010/main" val="42808688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D9499-091D-E582-CE88-0A523AB8FC17}"/>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48818A26-61D5-FD90-1B67-6132B793D983}"/>
              </a:ext>
            </a:extLst>
          </p:cNvPr>
          <p:cNvSpPr>
            <a:spLocks noGrp="1"/>
          </p:cNvSpPr>
          <p:nvPr>
            <p:ph type="title"/>
          </p:nvPr>
        </p:nvSpPr>
        <p:spPr bwMode="gray">
          <a:xfrm>
            <a:off x="5951538" y="2240992"/>
            <a:ext cx="5617070" cy="1365808"/>
          </a:xfrm>
        </p:spPr>
        <p:txBody>
          <a:bodyPr/>
          <a:lstStyle/>
          <a:p>
            <a:r>
              <a:rPr lang="ru-RU" sz="4000" b="1" dirty="0">
                <a:latin typeface="Arial (Headings)"/>
              </a:rPr>
              <a:t>Контроль </a:t>
            </a:r>
            <a:r>
              <a:rPr lang="en-US" sz="4000" b="1" dirty="0">
                <a:latin typeface="Arial (Headings)"/>
              </a:rPr>
              <a:t>vs </a:t>
            </a:r>
            <a:r>
              <a:rPr lang="ru-RU" sz="4000" b="1" dirty="0">
                <a:latin typeface="Arial (Headings)"/>
              </a:rPr>
              <a:t>иллюзия контроля</a:t>
            </a:r>
            <a:br>
              <a:rPr lang="ru-RU" dirty="0"/>
            </a:br>
            <a:r>
              <a:rPr lang="ru-RU" sz="2000" i="1" dirty="0">
                <a:latin typeface="+mj-lt"/>
              </a:rPr>
              <a:t>Почему раздельная терапия создаёт опасную иллюзию, а фиксированная комбинация (FDC) обеспечивает реальное управление результатом</a:t>
            </a:r>
            <a:endParaRPr lang="ru-RU" i="1" dirty="0">
              <a:latin typeface="+mj-lt"/>
            </a:endParaRPr>
          </a:p>
        </p:txBody>
      </p:sp>
    </p:spTree>
    <p:custDataLst>
      <p:tags r:id="rId1"/>
    </p:custDataLst>
    <p:extLst>
      <p:ext uri="{BB962C8B-B14F-4D97-AF65-F5344CB8AC3E}">
        <p14:creationId xmlns:p14="http://schemas.microsoft.com/office/powerpoint/2010/main" val="3232070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731520" y="1371600"/>
            <a:ext cx="1371600" cy="1828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0" b="0" i="0" u="none" strike="noStrike" kern="1200" cap="none" spc="0" normalizeH="0" baseline="0" noProof="0" dirty="0">
                <a:ln>
                  <a:noFill/>
                </a:ln>
                <a:solidFill>
                  <a:srgbClr val="C8102E"/>
                </a:solidFill>
                <a:effectLst/>
                <a:uLnTx/>
                <a:uFillTx/>
                <a:latin typeface="Georgia" pitchFamily="34" charset="0"/>
                <a:ea typeface="Georgia" pitchFamily="34" charset="-122"/>
                <a:cs typeface="Georgia" pitchFamily="34" charset="-120"/>
              </a:rPr>
              <a:t>«</a:t>
            </a:r>
            <a:endParaRPr kumimoji="0" lang="en-US" sz="18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914400" y="3412375"/>
            <a:ext cx="10515600" cy="1371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2600" b="1" i="1"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Вопрос не в том, сколькими таблетками мы управляем.</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2600" b="1" i="1"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2600" b="1" i="1"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Вопрос в том, управляем ли мы лечением — или только создаём себе иллюзию контроля.</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914400" y="5212080"/>
            <a:ext cx="2743200" cy="0"/>
          </a:xfrm>
          <a:prstGeom prst="line">
            <a:avLst/>
          </a:prstGeom>
          <a:noFill/>
          <a:ln w="254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279593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lIns="0" tIns="0" rIns="0" bIns="0" rtlCol="0" anchor="ctr"/>
          <a:lstStyle/>
          <a:p>
            <a:pPr marL="0" indent="0">
              <a:buNone/>
            </a:pPr>
            <a:r>
              <a:rPr lang="en-US" sz="2800" b="1" dirty="0">
                <a:solidFill>
                  <a:srgbClr val="1E2761"/>
                </a:solidFill>
                <a:latin typeface="Calibri" pitchFamily="34" charset="0"/>
                <a:ea typeface="Calibri" pitchFamily="34" charset="-122"/>
                <a:cs typeface="Calibri" pitchFamily="34" charset="-120"/>
              </a:rPr>
              <a:t>Логика контроля: как думает врач</a:t>
            </a:r>
            <a:endParaRPr lang="en-US" sz="2800" dirty="0"/>
          </a:p>
        </p:txBody>
      </p:sp>
      <p:sp>
        <p:nvSpPr>
          <p:cNvPr id="4" name="Shape 2"/>
          <p:cNvSpPr/>
          <p:nvPr/>
        </p:nvSpPr>
        <p:spPr>
          <a:xfrm>
            <a:off x="457200" y="1417320"/>
            <a:ext cx="11247120" cy="0"/>
          </a:xfrm>
          <a:prstGeom prst="line">
            <a:avLst/>
          </a:prstGeom>
          <a:noFill/>
          <a:ln w="9525">
            <a:solidFill>
              <a:srgbClr val="D0D5DD"/>
            </a:solidFill>
            <a:prstDash val="solid"/>
          </a:ln>
        </p:spPr>
        <p:txBody>
          <a:bodyPr/>
          <a:lstStyle/>
          <a:p>
            <a:endParaRPr lang="ru-RU"/>
          </a:p>
        </p:txBody>
      </p:sp>
      <p:sp>
        <p:nvSpPr>
          <p:cNvPr id="5" name="Shape 3"/>
          <p:cNvSpPr/>
          <p:nvPr/>
        </p:nvSpPr>
        <p:spPr>
          <a:xfrm>
            <a:off x="457200" y="1737360"/>
            <a:ext cx="11247120" cy="640080"/>
          </a:xfrm>
          <a:prstGeom prst="rect">
            <a:avLst/>
          </a:prstGeom>
          <a:solidFill>
            <a:srgbClr val="F2F4F8"/>
          </a:solidFill>
          <a:ln/>
        </p:spPr>
        <p:txBody>
          <a:bodyPr/>
          <a:lstStyle/>
          <a:p>
            <a:endParaRPr lang="ru-RU"/>
          </a:p>
        </p:txBody>
      </p:sp>
      <p:sp>
        <p:nvSpPr>
          <p:cNvPr id="6" name="Text 4"/>
          <p:cNvSpPr/>
          <p:nvPr/>
        </p:nvSpPr>
        <p:spPr>
          <a:xfrm>
            <a:off x="731520" y="1737360"/>
            <a:ext cx="10698480" cy="640080"/>
          </a:xfrm>
          <a:prstGeom prst="rect">
            <a:avLst/>
          </a:prstGeom>
          <a:noFill/>
          <a:ln/>
        </p:spPr>
        <p:txBody>
          <a:bodyPr wrap="square" lIns="0" tIns="0" rIns="0" bIns="0" rtlCol="0" anchor="ctr"/>
          <a:lstStyle/>
          <a:p>
            <a:pPr marL="0" indent="0">
              <a:buNone/>
            </a:pPr>
            <a:r>
              <a:rPr lang="en-US" sz="1500" i="1" dirty="0">
                <a:solidFill>
                  <a:srgbClr val="1A1A1A"/>
                </a:solidFill>
                <a:latin typeface="Calibri" pitchFamily="34" charset="0"/>
                <a:ea typeface="Calibri" pitchFamily="34" charset="-122"/>
                <a:cs typeface="Calibri" pitchFamily="34" charset="-120"/>
              </a:rPr>
              <a:t>Когда врач назначает два препарата отдельно, он опирается на рациональные аргументы:</a:t>
            </a:r>
            <a:endParaRPr lang="en-US" sz="1500" dirty="0"/>
          </a:p>
        </p:txBody>
      </p:sp>
      <p:sp>
        <p:nvSpPr>
          <p:cNvPr id="7" name="Shape 5"/>
          <p:cNvSpPr/>
          <p:nvPr/>
        </p:nvSpPr>
        <p:spPr>
          <a:xfrm>
            <a:off x="731520" y="2743200"/>
            <a:ext cx="502920" cy="502920"/>
          </a:xfrm>
          <a:prstGeom prst="ellipse">
            <a:avLst/>
          </a:prstGeom>
          <a:solidFill>
            <a:srgbClr val="FFFFFF"/>
          </a:solidFill>
          <a:ln w="25400">
            <a:solidFill>
              <a:srgbClr val="1E2761"/>
            </a:solidFill>
            <a:prstDash val="solid"/>
          </a:ln>
        </p:spPr>
        <p:txBody>
          <a:bodyPr/>
          <a:lstStyle/>
          <a:p>
            <a:endParaRPr lang="ru-RU"/>
          </a:p>
        </p:txBody>
      </p:sp>
      <p:sp>
        <p:nvSpPr>
          <p:cNvPr id="8" name="Text 6"/>
          <p:cNvSpPr/>
          <p:nvPr/>
        </p:nvSpPr>
        <p:spPr>
          <a:xfrm>
            <a:off x="731520" y="2743200"/>
            <a:ext cx="502920" cy="502920"/>
          </a:xfrm>
          <a:prstGeom prst="rect">
            <a:avLst/>
          </a:prstGeom>
          <a:noFill/>
          <a:ln/>
        </p:spPr>
        <p:txBody>
          <a:bodyPr wrap="square" lIns="0" tIns="0" rIns="0" bIns="0" rtlCol="0" anchor="ctr"/>
          <a:lstStyle/>
          <a:p>
            <a:pPr marL="0" indent="0" algn="ctr">
              <a:buNone/>
            </a:pPr>
            <a:r>
              <a:rPr lang="en-US" sz="1800" b="1" dirty="0">
                <a:solidFill>
                  <a:srgbClr val="1E2761"/>
                </a:solidFill>
                <a:latin typeface="Calibri" pitchFamily="34" charset="0"/>
                <a:ea typeface="Calibri" pitchFamily="34" charset="-122"/>
                <a:cs typeface="Calibri" pitchFamily="34" charset="-120"/>
              </a:rPr>
              <a:t>1</a:t>
            </a:r>
            <a:endParaRPr lang="en-US" sz="1800" dirty="0"/>
          </a:p>
        </p:txBody>
      </p:sp>
      <p:sp>
        <p:nvSpPr>
          <p:cNvPr id="9" name="Text 7"/>
          <p:cNvSpPr/>
          <p:nvPr/>
        </p:nvSpPr>
        <p:spPr>
          <a:xfrm>
            <a:off x="1463040" y="2724912"/>
            <a:ext cx="10058400" cy="320040"/>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Гибкость титрации</a:t>
            </a:r>
            <a:endParaRPr lang="en-US" sz="1600" dirty="0"/>
          </a:p>
        </p:txBody>
      </p:sp>
      <p:sp>
        <p:nvSpPr>
          <p:cNvPr id="10" name="Text 8"/>
          <p:cNvSpPr/>
          <p:nvPr/>
        </p:nvSpPr>
        <p:spPr>
          <a:xfrm>
            <a:off x="1463040" y="3017520"/>
            <a:ext cx="10058400" cy="320040"/>
          </a:xfrm>
          <a:prstGeom prst="rect">
            <a:avLst/>
          </a:prstGeom>
          <a:noFill/>
          <a:ln/>
        </p:spPr>
        <p:txBody>
          <a:bodyPr wrap="square" lIns="0" tIns="0" rIns="0" bIns="0" rtlCol="0" anchor="ctr"/>
          <a:lstStyle/>
          <a:p>
            <a:pPr marL="0" indent="0">
              <a:buNone/>
            </a:pPr>
            <a:r>
              <a:rPr lang="en-US" sz="1300" i="1" dirty="0">
                <a:solidFill>
                  <a:srgbClr val="1A1A1A"/>
                </a:solidFill>
                <a:latin typeface="Calibri" pitchFamily="34" charset="0"/>
                <a:ea typeface="Calibri" pitchFamily="34" charset="-122"/>
                <a:cs typeface="Calibri" pitchFamily="34" charset="-120"/>
              </a:rPr>
              <a:t>«Я могу менять дозу каждого компонента независимо»</a:t>
            </a:r>
            <a:endParaRPr lang="en-US" sz="1300" dirty="0"/>
          </a:p>
        </p:txBody>
      </p:sp>
      <p:sp>
        <p:nvSpPr>
          <p:cNvPr id="11" name="Shape 9"/>
          <p:cNvSpPr/>
          <p:nvPr/>
        </p:nvSpPr>
        <p:spPr>
          <a:xfrm>
            <a:off x="731520" y="3611880"/>
            <a:ext cx="502920" cy="502920"/>
          </a:xfrm>
          <a:prstGeom prst="ellipse">
            <a:avLst/>
          </a:prstGeom>
          <a:solidFill>
            <a:srgbClr val="FFFFFF"/>
          </a:solidFill>
          <a:ln w="25400">
            <a:solidFill>
              <a:srgbClr val="1E2761"/>
            </a:solidFill>
            <a:prstDash val="solid"/>
          </a:ln>
        </p:spPr>
        <p:txBody>
          <a:bodyPr/>
          <a:lstStyle/>
          <a:p>
            <a:endParaRPr lang="ru-RU"/>
          </a:p>
        </p:txBody>
      </p:sp>
      <p:sp>
        <p:nvSpPr>
          <p:cNvPr id="12" name="Text 10"/>
          <p:cNvSpPr/>
          <p:nvPr/>
        </p:nvSpPr>
        <p:spPr>
          <a:xfrm>
            <a:off x="731520" y="3611880"/>
            <a:ext cx="502920" cy="502920"/>
          </a:xfrm>
          <a:prstGeom prst="rect">
            <a:avLst/>
          </a:prstGeom>
          <a:noFill/>
          <a:ln/>
        </p:spPr>
        <p:txBody>
          <a:bodyPr wrap="square" lIns="0" tIns="0" rIns="0" bIns="0" rtlCol="0" anchor="ctr"/>
          <a:lstStyle/>
          <a:p>
            <a:pPr marL="0" indent="0" algn="ctr">
              <a:buNone/>
            </a:pPr>
            <a:r>
              <a:rPr lang="en-US" sz="1800" b="1" dirty="0">
                <a:solidFill>
                  <a:srgbClr val="1E2761"/>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1463040" y="3593592"/>
            <a:ext cx="10058400" cy="320040"/>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Управление процессом</a:t>
            </a:r>
            <a:endParaRPr lang="en-US" sz="1600" dirty="0"/>
          </a:p>
        </p:txBody>
      </p:sp>
      <p:sp>
        <p:nvSpPr>
          <p:cNvPr id="14" name="Text 12"/>
          <p:cNvSpPr/>
          <p:nvPr/>
        </p:nvSpPr>
        <p:spPr>
          <a:xfrm>
            <a:off x="1463040" y="3886200"/>
            <a:ext cx="10058400" cy="320040"/>
          </a:xfrm>
          <a:prstGeom prst="rect">
            <a:avLst/>
          </a:prstGeom>
          <a:noFill/>
          <a:ln/>
        </p:spPr>
        <p:txBody>
          <a:bodyPr wrap="square" lIns="0" tIns="0" rIns="0" bIns="0" rtlCol="0" anchor="ctr"/>
          <a:lstStyle/>
          <a:p>
            <a:pPr marL="0" indent="0">
              <a:buNone/>
            </a:pPr>
            <a:r>
              <a:rPr lang="en-US" sz="1300" i="1" dirty="0">
                <a:solidFill>
                  <a:srgbClr val="1A1A1A"/>
                </a:solidFill>
                <a:latin typeface="Calibri" pitchFamily="34" charset="0"/>
                <a:ea typeface="Calibri" pitchFamily="34" charset="-122"/>
                <a:cs typeface="Calibri" pitchFamily="34" charset="-120"/>
              </a:rPr>
              <a:t>«Я вижу эффект каждого препарата в отдельности»</a:t>
            </a:r>
            <a:endParaRPr lang="en-US" sz="1300" dirty="0"/>
          </a:p>
        </p:txBody>
      </p:sp>
      <p:sp>
        <p:nvSpPr>
          <p:cNvPr id="15" name="Shape 13"/>
          <p:cNvSpPr/>
          <p:nvPr/>
        </p:nvSpPr>
        <p:spPr>
          <a:xfrm>
            <a:off x="731520" y="4480560"/>
            <a:ext cx="502920" cy="502920"/>
          </a:xfrm>
          <a:prstGeom prst="ellipse">
            <a:avLst/>
          </a:prstGeom>
          <a:solidFill>
            <a:srgbClr val="FFFFFF"/>
          </a:solidFill>
          <a:ln w="25400">
            <a:solidFill>
              <a:srgbClr val="1E2761"/>
            </a:solidFill>
            <a:prstDash val="solid"/>
          </a:ln>
        </p:spPr>
        <p:txBody>
          <a:bodyPr/>
          <a:lstStyle/>
          <a:p>
            <a:endParaRPr lang="ru-RU"/>
          </a:p>
        </p:txBody>
      </p:sp>
      <p:sp>
        <p:nvSpPr>
          <p:cNvPr id="16" name="Text 14"/>
          <p:cNvSpPr/>
          <p:nvPr/>
        </p:nvSpPr>
        <p:spPr>
          <a:xfrm>
            <a:off x="731520" y="4480560"/>
            <a:ext cx="502920" cy="502920"/>
          </a:xfrm>
          <a:prstGeom prst="rect">
            <a:avLst/>
          </a:prstGeom>
          <a:noFill/>
          <a:ln/>
        </p:spPr>
        <p:txBody>
          <a:bodyPr wrap="square" lIns="0" tIns="0" rIns="0" bIns="0" rtlCol="0" anchor="ctr"/>
          <a:lstStyle/>
          <a:p>
            <a:pPr marL="0" indent="0" algn="ctr">
              <a:buNone/>
            </a:pPr>
            <a:r>
              <a:rPr lang="en-US" sz="1800" b="1" dirty="0">
                <a:solidFill>
                  <a:srgbClr val="1E2761"/>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463040" y="4462272"/>
            <a:ext cx="10058400" cy="320040"/>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Персонализация</a:t>
            </a:r>
            <a:endParaRPr lang="en-US" sz="1600" dirty="0"/>
          </a:p>
        </p:txBody>
      </p:sp>
      <p:sp>
        <p:nvSpPr>
          <p:cNvPr id="18" name="Text 16"/>
          <p:cNvSpPr/>
          <p:nvPr/>
        </p:nvSpPr>
        <p:spPr>
          <a:xfrm>
            <a:off x="1463040" y="4754880"/>
            <a:ext cx="10058400" cy="320040"/>
          </a:xfrm>
          <a:prstGeom prst="rect">
            <a:avLst/>
          </a:prstGeom>
          <a:noFill/>
          <a:ln/>
        </p:spPr>
        <p:txBody>
          <a:bodyPr wrap="square" lIns="0" tIns="0" rIns="0" bIns="0" rtlCol="0" anchor="ctr"/>
          <a:lstStyle/>
          <a:p>
            <a:pPr marL="0" indent="0">
              <a:buNone/>
            </a:pPr>
            <a:r>
              <a:rPr lang="en-US" sz="1300" i="1" dirty="0">
                <a:solidFill>
                  <a:srgbClr val="1A1A1A"/>
                </a:solidFill>
                <a:latin typeface="Calibri" pitchFamily="34" charset="0"/>
                <a:ea typeface="Calibri" pitchFamily="34" charset="-122"/>
                <a:cs typeface="Calibri" pitchFamily="34" charset="-120"/>
              </a:rPr>
              <a:t>«Я адаптирую терапию под конкретного пациента»</a:t>
            </a:r>
            <a:endParaRPr lang="en-US" sz="1300" dirty="0"/>
          </a:p>
        </p:txBody>
      </p:sp>
      <p:sp>
        <p:nvSpPr>
          <p:cNvPr id="19" name="Shape 17"/>
          <p:cNvSpPr/>
          <p:nvPr/>
        </p:nvSpPr>
        <p:spPr>
          <a:xfrm>
            <a:off x="731520" y="5349240"/>
            <a:ext cx="502920" cy="502920"/>
          </a:xfrm>
          <a:prstGeom prst="ellipse">
            <a:avLst/>
          </a:prstGeom>
          <a:solidFill>
            <a:srgbClr val="FFFFFF"/>
          </a:solidFill>
          <a:ln w="25400">
            <a:solidFill>
              <a:srgbClr val="1E2761"/>
            </a:solidFill>
            <a:prstDash val="solid"/>
          </a:ln>
        </p:spPr>
        <p:txBody>
          <a:bodyPr/>
          <a:lstStyle/>
          <a:p>
            <a:endParaRPr lang="ru-RU"/>
          </a:p>
        </p:txBody>
      </p:sp>
      <p:sp>
        <p:nvSpPr>
          <p:cNvPr id="20" name="Text 18"/>
          <p:cNvSpPr/>
          <p:nvPr/>
        </p:nvSpPr>
        <p:spPr>
          <a:xfrm>
            <a:off x="731520" y="5349240"/>
            <a:ext cx="502920" cy="502920"/>
          </a:xfrm>
          <a:prstGeom prst="rect">
            <a:avLst/>
          </a:prstGeom>
          <a:noFill/>
          <a:ln/>
        </p:spPr>
        <p:txBody>
          <a:bodyPr wrap="square" lIns="0" tIns="0" rIns="0" bIns="0" rtlCol="0" anchor="ctr"/>
          <a:lstStyle/>
          <a:p>
            <a:pPr marL="0" indent="0" algn="ctr">
              <a:buNone/>
            </a:pPr>
            <a:r>
              <a:rPr lang="en-US" sz="1800" b="1" dirty="0">
                <a:solidFill>
                  <a:srgbClr val="1E2761"/>
                </a:solidFill>
                <a:latin typeface="Calibri" pitchFamily="34" charset="0"/>
                <a:ea typeface="Calibri" pitchFamily="34" charset="-122"/>
                <a:cs typeface="Calibri" pitchFamily="34" charset="-120"/>
              </a:rPr>
              <a:t>4</a:t>
            </a:r>
            <a:endParaRPr lang="en-US" sz="1800" dirty="0"/>
          </a:p>
        </p:txBody>
      </p:sp>
      <p:sp>
        <p:nvSpPr>
          <p:cNvPr id="21" name="Text 19"/>
          <p:cNvSpPr/>
          <p:nvPr/>
        </p:nvSpPr>
        <p:spPr>
          <a:xfrm>
            <a:off x="1463040" y="5330952"/>
            <a:ext cx="10058400" cy="320040"/>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Профессиональный контроль</a:t>
            </a:r>
            <a:endParaRPr lang="en-US" sz="1600" dirty="0"/>
          </a:p>
        </p:txBody>
      </p:sp>
      <p:sp>
        <p:nvSpPr>
          <p:cNvPr id="22" name="Text 20"/>
          <p:cNvSpPr/>
          <p:nvPr/>
        </p:nvSpPr>
        <p:spPr>
          <a:xfrm>
            <a:off x="1463040" y="5623560"/>
            <a:ext cx="10058400" cy="320040"/>
          </a:xfrm>
          <a:prstGeom prst="rect">
            <a:avLst/>
          </a:prstGeom>
          <a:noFill/>
          <a:ln/>
        </p:spPr>
        <p:txBody>
          <a:bodyPr wrap="square" lIns="0" tIns="0" rIns="0" bIns="0" rtlCol="0" anchor="ctr"/>
          <a:lstStyle/>
          <a:p>
            <a:pPr marL="0" indent="0">
              <a:buNone/>
            </a:pPr>
            <a:r>
              <a:rPr lang="en-US" sz="1300" i="1" dirty="0">
                <a:solidFill>
                  <a:srgbClr val="1A1A1A"/>
                </a:solidFill>
                <a:latin typeface="Calibri" pitchFamily="34" charset="0"/>
                <a:ea typeface="Calibri" pitchFamily="34" charset="-122"/>
                <a:cs typeface="Calibri" pitchFamily="34" charset="-120"/>
              </a:rPr>
              <a:t>«Я контролирую каждое решение по схеме лечения»</a:t>
            </a:r>
            <a:endParaRPr lang="en-US" sz="1300" dirty="0"/>
          </a:p>
        </p:txBody>
      </p:sp>
      <p:sp>
        <p:nvSpPr>
          <p:cNvPr id="23" name="Shape 21"/>
          <p:cNvSpPr/>
          <p:nvPr/>
        </p:nvSpPr>
        <p:spPr>
          <a:xfrm>
            <a:off x="457200" y="6263640"/>
            <a:ext cx="11247120" cy="45720"/>
          </a:xfrm>
          <a:prstGeom prst="rect">
            <a:avLst/>
          </a:prstGeom>
          <a:solidFill>
            <a:srgbClr val="D0D5DD"/>
          </a:solidFill>
          <a:ln/>
        </p:spPr>
        <p:txBody>
          <a:bodyPr/>
          <a:lstStyle/>
          <a:p>
            <a:endParaRPr lang="ru-RU"/>
          </a:p>
        </p:txBody>
      </p:sp>
      <p:sp>
        <p:nvSpPr>
          <p:cNvPr id="24" name="Text 22"/>
          <p:cNvSpPr/>
          <p:nvPr/>
        </p:nvSpPr>
        <p:spPr>
          <a:xfrm>
            <a:off x="457200" y="6355080"/>
            <a:ext cx="11247120" cy="320040"/>
          </a:xfrm>
          <a:prstGeom prst="rect">
            <a:avLst/>
          </a:prstGeom>
          <a:noFill/>
          <a:ln/>
        </p:spPr>
        <p:txBody>
          <a:bodyPr wrap="square" lIns="0" tIns="0" rIns="0" bIns="0" rtlCol="0" anchor="ctr"/>
          <a:lstStyle/>
          <a:p>
            <a:pPr marL="0" indent="0" algn="ctr">
              <a:buNone/>
            </a:pPr>
            <a:r>
              <a:rPr lang="en-US" sz="1300" i="1" dirty="0">
                <a:latin typeface="Calibri" pitchFamily="34" charset="0"/>
                <a:ea typeface="Calibri" pitchFamily="34" charset="-122"/>
                <a:cs typeface="Calibri" pitchFamily="34" charset="-120"/>
              </a:rPr>
              <a:t>Эту логику трудно оспорить — и именно поэтому она редко подвергается сомнению</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lIns="0" tIns="0" rIns="0" bIns="0" rtlCol="0" anchor="ctr"/>
          <a:lstStyle/>
          <a:p>
            <a:pPr marL="0" indent="0">
              <a:buNone/>
            </a:pPr>
            <a:r>
              <a:rPr lang="en-US" sz="2800" b="1" dirty="0">
                <a:solidFill>
                  <a:srgbClr val="1E2761"/>
                </a:solidFill>
                <a:latin typeface="Calibri" pitchFamily="34" charset="0"/>
                <a:ea typeface="Calibri" pitchFamily="34" charset="-122"/>
                <a:cs typeface="Calibri" pitchFamily="34" charset="-120"/>
              </a:rPr>
              <a:t>Что происходит после выхода из кабинета</a:t>
            </a:r>
            <a:endParaRPr lang="en-US" sz="2800" dirty="0"/>
          </a:p>
        </p:txBody>
      </p:sp>
      <p:sp>
        <p:nvSpPr>
          <p:cNvPr id="3" name="Text 1"/>
          <p:cNvSpPr/>
          <p:nvPr/>
        </p:nvSpPr>
        <p:spPr>
          <a:xfrm>
            <a:off x="457200" y="960120"/>
            <a:ext cx="11247120" cy="365760"/>
          </a:xfrm>
          <a:prstGeom prst="rect">
            <a:avLst/>
          </a:prstGeom>
          <a:noFill/>
          <a:ln/>
        </p:spPr>
        <p:txBody>
          <a:bodyPr wrap="square" lIns="0" tIns="0" rIns="0" bIns="0" rtlCol="0" anchor="ctr"/>
          <a:lstStyle/>
          <a:p>
            <a:pPr marL="0" indent="0">
              <a:buNone/>
            </a:pPr>
            <a:r>
              <a:rPr lang="en-US" sz="1400" i="1" dirty="0">
                <a:latin typeface="Calibri" pitchFamily="34" charset="0"/>
                <a:ea typeface="Calibri" pitchFamily="34" charset="-122"/>
                <a:cs typeface="Calibri" pitchFamily="34" charset="-120"/>
              </a:rPr>
              <a:t>Реальная картина приёма препаратов между визитами</a:t>
            </a:r>
            <a:endParaRPr lang="en-US" sz="1400" dirty="0"/>
          </a:p>
        </p:txBody>
      </p:sp>
      <p:sp>
        <p:nvSpPr>
          <p:cNvPr id="4" name="Shape 2"/>
          <p:cNvSpPr/>
          <p:nvPr/>
        </p:nvSpPr>
        <p:spPr>
          <a:xfrm>
            <a:off x="457200" y="1417320"/>
            <a:ext cx="11247120" cy="0"/>
          </a:xfrm>
          <a:prstGeom prst="line">
            <a:avLst/>
          </a:prstGeom>
          <a:noFill/>
          <a:ln w="9525">
            <a:solidFill>
              <a:srgbClr val="D0D5DD"/>
            </a:solidFill>
            <a:prstDash val="solid"/>
          </a:ln>
        </p:spPr>
        <p:txBody>
          <a:bodyPr/>
          <a:lstStyle/>
          <a:p>
            <a:endParaRPr lang="ru-RU"/>
          </a:p>
        </p:txBody>
      </p:sp>
      <p:sp>
        <p:nvSpPr>
          <p:cNvPr id="5" name="Shape 3"/>
          <p:cNvSpPr/>
          <p:nvPr/>
        </p:nvSpPr>
        <p:spPr>
          <a:xfrm>
            <a:off x="457200" y="1920240"/>
            <a:ext cx="5577840" cy="1783080"/>
          </a:xfrm>
          <a:prstGeom prst="rect">
            <a:avLst/>
          </a:prstGeom>
          <a:solidFill>
            <a:srgbClr val="FFFFFF"/>
          </a:solidFill>
          <a:ln w="9525">
            <a:solidFill>
              <a:srgbClr val="D0D5DD"/>
            </a:solidFill>
            <a:prstDash val="solid"/>
          </a:ln>
        </p:spPr>
        <p:txBody>
          <a:bodyPr/>
          <a:lstStyle/>
          <a:p>
            <a:endParaRPr lang="ru-RU"/>
          </a:p>
        </p:txBody>
      </p:sp>
      <p:sp>
        <p:nvSpPr>
          <p:cNvPr id="6" name="Shape 4"/>
          <p:cNvSpPr/>
          <p:nvPr/>
        </p:nvSpPr>
        <p:spPr>
          <a:xfrm>
            <a:off x="457200" y="1920240"/>
            <a:ext cx="5577840" cy="73152"/>
          </a:xfrm>
          <a:prstGeom prst="rect">
            <a:avLst/>
          </a:prstGeom>
          <a:solidFill>
            <a:srgbClr val="C8102E"/>
          </a:solidFill>
          <a:ln/>
        </p:spPr>
        <p:txBody>
          <a:bodyPr/>
          <a:lstStyle/>
          <a:p>
            <a:endParaRPr lang="ru-RU"/>
          </a:p>
        </p:txBody>
      </p:sp>
      <p:sp>
        <p:nvSpPr>
          <p:cNvPr id="7" name="Text 5"/>
          <p:cNvSpPr/>
          <p:nvPr/>
        </p:nvSpPr>
        <p:spPr>
          <a:xfrm>
            <a:off x="685800" y="2194560"/>
            <a:ext cx="5303520" cy="365760"/>
          </a:xfrm>
          <a:prstGeom prst="rect">
            <a:avLst/>
          </a:prstGeom>
          <a:noFill/>
          <a:ln/>
        </p:spPr>
        <p:txBody>
          <a:bodyPr wrap="square" lIns="0" tIns="0" rIns="0" bIns="0" rtlCol="0" anchor="ctr"/>
          <a:lstStyle/>
          <a:p>
            <a:pPr marL="0" indent="0">
              <a:buNone/>
            </a:pPr>
            <a:r>
              <a:rPr lang="en-US" sz="1700" b="1" dirty="0">
                <a:solidFill>
                  <a:srgbClr val="1E2761"/>
                </a:solidFill>
                <a:latin typeface="Calibri" pitchFamily="34" charset="0"/>
                <a:ea typeface="Calibri" pitchFamily="34" charset="-122"/>
                <a:cs typeface="Calibri" pitchFamily="34" charset="-120"/>
              </a:rPr>
              <a:t>Разное время приёма</a:t>
            </a:r>
            <a:endParaRPr lang="en-US" sz="1700" dirty="0"/>
          </a:p>
        </p:txBody>
      </p:sp>
      <p:sp>
        <p:nvSpPr>
          <p:cNvPr id="8" name="Text 6"/>
          <p:cNvSpPr/>
          <p:nvPr/>
        </p:nvSpPr>
        <p:spPr>
          <a:xfrm>
            <a:off x="685800" y="2651760"/>
            <a:ext cx="5303520" cy="960120"/>
          </a:xfrm>
          <a:prstGeom prst="rect">
            <a:avLst/>
          </a:prstGeom>
          <a:noFill/>
          <a:ln/>
        </p:spPr>
        <p:txBody>
          <a:bodyPr wrap="square" lIns="0" tIns="0" rIns="0" bIns="0" rtlCol="0" anchor="ctr"/>
          <a:lstStyle/>
          <a:p>
            <a:pPr marL="0" indent="0">
              <a:buNone/>
            </a:pPr>
            <a:r>
              <a:rPr lang="en-US" sz="1500" dirty="0">
                <a:solidFill>
                  <a:srgbClr val="1A1A1A"/>
                </a:solidFill>
                <a:latin typeface="Arial" panose="020B0604020202020204" pitchFamily="34" charset="0"/>
                <a:ea typeface="Calibri" pitchFamily="34" charset="-122"/>
                <a:cs typeface="Arial" panose="020B0604020202020204" pitchFamily="34" charset="0"/>
              </a:rPr>
              <a:t>Забыл утром амлодипин — принял вечером. Бисопролол — в обед, если вспомнил.</a:t>
            </a:r>
            <a:endParaRPr lang="en-US" sz="1500" dirty="0">
              <a:latin typeface="Arial" panose="020B0604020202020204" pitchFamily="34" charset="0"/>
              <a:cs typeface="Arial" panose="020B0604020202020204" pitchFamily="34" charset="0"/>
            </a:endParaRPr>
          </a:p>
        </p:txBody>
      </p:sp>
      <p:sp>
        <p:nvSpPr>
          <p:cNvPr id="9" name="Shape 7"/>
          <p:cNvSpPr/>
          <p:nvPr/>
        </p:nvSpPr>
        <p:spPr>
          <a:xfrm>
            <a:off x="6263640" y="1920240"/>
            <a:ext cx="5577840" cy="1783080"/>
          </a:xfrm>
          <a:prstGeom prst="rect">
            <a:avLst/>
          </a:prstGeom>
          <a:solidFill>
            <a:srgbClr val="FFFFFF"/>
          </a:solidFill>
          <a:ln w="9525">
            <a:solidFill>
              <a:srgbClr val="D0D5DD"/>
            </a:solidFill>
            <a:prstDash val="solid"/>
          </a:ln>
        </p:spPr>
        <p:txBody>
          <a:bodyPr/>
          <a:lstStyle/>
          <a:p>
            <a:endParaRPr lang="ru-RU"/>
          </a:p>
        </p:txBody>
      </p:sp>
      <p:sp>
        <p:nvSpPr>
          <p:cNvPr id="10" name="Shape 8"/>
          <p:cNvSpPr/>
          <p:nvPr/>
        </p:nvSpPr>
        <p:spPr>
          <a:xfrm>
            <a:off x="6263640" y="1920240"/>
            <a:ext cx="5577840" cy="73152"/>
          </a:xfrm>
          <a:prstGeom prst="rect">
            <a:avLst/>
          </a:prstGeom>
          <a:solidFill>
            <a:srgbClr val="C8102E"/>
          </a:solidFill>
          <a:ln/>
        </p:spPr>
        <p:txBody>
          <a:bodyPr/>
          <a:lstStyle/>
          <a:p>
            <a:endParaRPr lang="ru-RU"/>
          </a:p>
        </p:txBody>
      </p:sp>
      <p:sp>
        <p:nvSpPr>
          <p:cNvPr id="11" name="Text 9"/>
          <p:cNvSpPr/>
          <p:nvPr/>
        </p:nvSpPr>
        <p:spPr>
          <a:xfrm>
            <a:off x="6492240" y="2194560"/>
            <a:ext cx="5303520" cy="365760"/>
          </a:xfrm>
          <a:prstGeom prst="rect">
            <a:avLst/>
          </a:prstGeom>
          <a:noFill/>
          <a:ln/>
        </p:spPr>
        <p:txBody>
          <a:bodyPr wrap="square" lIns="0" tIns="0" rIns="0" bIns="0" rtlCol="0" anchor="ctr"/>
          <a:lstStyle/>
          <a:p>
            <a:pPr marL="0" indent="0">
              <a:buNone/>
            </a:pPr>
            <a:r>
              <a:rPr lang="en-US" sz="1700" b="1" dirty="0">
                <a:solidFill>
                  <a:srgbClr val="1E2761"/>
                </a:solidFill>
                <a:latin typeface="Calibri" pitchFamily="34" charset="0"/>
                <a:ea typeface="Calibri" pitchFamily="34" charset="-122"/>
                <a:cs typeface="Calibri" pitchFamily="34" charset="-120"/>
              </a:rPr>
              <a:t>Потерянная титрация</a:t>
            </a:r>
            <a:endParaRPr lang="en-US" sz="1700" dirty="0"/>
          </a:p>
        </p:txBody>
      </p:sp>
      <p:sp>
        <p:nvSpPr>
          <p:cNvPr id="12" name="Text 10"/>
          <p:cNvSpPr/>
          <p:nvPr/>
        </p:nvSpPr>
        <p:spPr>
          <a:xfrm>
            <a:off x="6492240" y="2651760"/>
            <a:ext cx="5303520" cy="960120"/>
          </a:xfrm>
          <a:prstGeom prst="rect">
            <a:avLst/>
          </a:prstGeom>
          <a:noFill/>
          <a:ln/>
        </p:spPr>
        <p:txBody>
          <a:bodyPr wrap="square" lIns="0" tIns="0" rIns="0" bIns="0" rtlCol="0" anchor="ctr"/>
          <a:lstStyle/>
          <a:p>
            <a:pPr marL="0" indent="0">
              <a:buNone/>
            </a:pPr>
            <a:r>
              <a:rPr lang="en-US" sz="1500" dirty="0">
                <a:solidFill>
                  <a:srgbClr val="1A1A1A"/>
                </a:solidFill>
                <a:latin typeface="Arial" panose="020B0604020202020204" pitchFamily="34" charset="0"/>
                <a:ea typeface="Calibri" pitchFamily="34" charset="-122"/>
                <a:cs typeface="Arial" panose="020B0604020202020204" pitchFamily="34" charset="0"/>
              </a:rPr>
              <a:t>Не дошёл до повторного визита — дозы остались на стартовом уровне.</a:t>
            </a:r>
            <a:endParaRPr lang="en-US" sz="1500" dirty="0">
              <a:latin typeface="Arial" panose="020B0604020202020204" pitchFamily="34" charset="0"/>
              <a:cs typeface="Arial" panose="020B0604020202020204" pitchFamily="34" charset="0"/>
            </a:endParaRPr>
          </a:p>
        </p:txBody>
      </p:sp>
      <p:sp>
        <p:nvSpPr>
          <p:cNvPr id="13" name="Shape 11"/>
          <p:cNvSpPr/>
          <p:nvPr/>
        </p:nvSpPr>
        <p:spPr>
          <a:xfrm>
            <a:off x="457200" y="3931920"/>
            <a:ext cx="5577840" cy="1783080"/>
          </a:xfrm>
          <a:prstGeom prst="rect">
            <a:avLst/>
          </a:prstGeom>
          <a:solidFill>
            <a:srgbClr val="FFFFFF"/>
          </a:solidFill>
          <a:ln w="9525">
            <a:solidFill>
              <a:srgbClr val="D0D5DD"/>
            </a:solidFill>
            <a:prstDash val="solid"/>
          </a:ln>
        </p:spPr>
        <p:txBody>
          <a:bodyPr/>
          <a:lstStyle/>
          <a:p>
            <a:endParaRPr lang="ru-RU"/>
          </a:p>
        </p:txBody>
      </p:sp>
      <p:sp>
        <p:nvSpPr>
          <p:cNvPr id="14" name="Shape 12"/>
          <p:cNvSpPr/>
          <p:nvPr/>
        </p:nvSpPr>
        <p:spPr>
          <a:xfrm>
            <a:off x="457200" y="3931920"/>
            <a:ext cx="5577840" cy="73152"/>
          </a:xfrm>
          <a:prstGeom prst="rect">
            <a:avLst/>
          </a:prstGeom>
          <a:solidFill>
            <a:srgbClr val="C8102E"/>
          </a:solidFill>
          <a:ln/>
        </p:spPr>
        <p:txBody>
          <a:bodyPr/>
          <a:lstStyle/>
          <a:p>
            <a:endParaRPr lang="ru-RU"/>
          </a:p>
        </p:txBody>
      </p:sp>
      <p:sp>
        <p:nvSpPr>
          <p:cNvPr id="15" name="Text 13"/>
          <p:cNvSpPr/>
          <p:nvPr/>
        </p:nvSpPr>
        <p:spPr>
          <a:xfrm>
            <a:off x="685800" y="4206240"/>
            <a:ext cx="5303520" cy="365760"/>
          </a:xfrm>
          <a:prstGeom prst="rect">
            <a:avLst/>
          </a:prstGeom>
          <a:noFill/>
          <a:ln/>
        </p:spPr>
        <p:txBody>
          <a:bodyPr wrap="square" lIns="0" tIns="0" rIns="0" bIns="0" rtlCol="0" anchor="ctr"/>
          <a:lstStyle/>
          <a:p>
            <a:pPr marL="0" indent="0">
              <a:buNone/>
            </a:pPr>
            <a:r>
              <a:rPr lang="en-US" sz="1700" b="1" dirty="0">
                <a:solidFill>
                  <a:srgbClr val="1E2761"/>
                </a:solidFill>
                <a:latin typeface="Calibri" pitchFamily="34" charset="0"/>
                <a:ea typeface="Calibri" pitchFamily="34" charset="-122"/>
                <a:cs typeface="Calibri" pitchFamily="34" charset="-120"/>
              </a:rPr>
              <a:t>Самостоятельная отмена</a:t>
            </a:r>
            <a:endParaRPr lang="en-US" sz="1700" dirty="0"/>
          </a:p>
        </p:txBody>
      </p:sp>
      <p:sp>
        <p:nvSpPr>
          <p:cNvPr id="16" name="Text 14"/>
          <p:cNvSpPr/>
          <p:nvPr/>
        </p:nvSpPr>
        <p:spPr>
          <a:xfrm>
            <a:off x="685800" y="4663440"/>
            <a:ext cx="5303520" cy="960120"/>
          </a:xfrm>
          <a:prstGeom prst="rect">
            <a:avLst/>
          </a:prstGeom>
          <a:noFill/>
          <a:ln/>
        </p:spPr>
        <p:txBody>
          <a:bodyPr wrap="square" lIns="0" tIns="0" rIns="0" bIns="0" rtlCol="0" anchor="ctr"/>
          <a:lstStyle/>
          <a:p>
            <a:pPr marL="0" indent="0">
              <a:buNone/>
            </a:pPr>
            <a:r>
              <a:rPr lang="en-US" sz="1500" dirty="0">
                <a:solidFill>
                  <a:srgbClr val="1A1A1A"/>
                </a:solidFill>
                <a:latin typeface="Arial" panose="020B0604020202020204" pitchFamily="34" charset="0"/>
                <a:ea typeface="Calibri" pitchFamily="34" charset="-122"/>
                <a:cs typeface="Arial" panose="020B0604020202020204" pitchFamily="34" charset="0"/>
              </a:rPr>
              <a:t>Появился побочный эффект — отменил один компонент, не сообщив врачу.</a:t>
            </a:r>
            <a:endParaRPr lang="en-US" sz="1500" dirty="0">
              <a:latin typeface="Arial" panose="020B0604020202020204" pitchFamily="34" charset="0"/>
              <a:cs typeface="Arial" panose="020B0604020202020204" pitchFamily="34" charset="0"/>
            </a:endParaRPr>
          </a:p>
        </p:txBody>
      </p:sp>
      <p:sp>
        <p:nvSpPr>
          <p:cNvPr id="17" name="Shape 15"/>
          <p:cNvSpPr/>
          <p:nvPr/>
        </p:nvSpPr>
        <p:spPr>
          <a:xfrm>
            <a:off x="6263640" y="3931920"/>
            <a:ext cx="5577840" cy="1783080"/>
          </a:xfrm>
          <a:prstGeom prst="rect">
            <a:avLst/>
          </a:prstGeom>
          <a:solidFill>
            <a:srgbClr val="FFFFFF"/>
          </a:solidFill>
          <a:ln w="9525">
            <a:solidFill>
              <a:srgbClr val="D0D5DD"/>
            </a:solidFill>
            <a:prstDash val="solid"/>
          </a:ln>
        </p:spPr>
        <p:txBody>
          <a:bodyPr/>
          <a:lstStyle/>
          <a:p>
            <a:endParaRPr lang="ru-RU"/>
          </a:p>
        </p:txBody>
      </p:sp>
      <p:sp>
        <p:nvSpPr>
          <p:cNvPr id="18" name="Shape 16"/>
          <p:cNvSpPr/>
          <p:nvPr/>
        </p:nvSpPr>
        <p:spPr>
          <a:xfrm>
            <a:off x="6263640" y="3931920"/>
            <a:ext cx="5577840" cy="73152"/>
          </a:xfrm>
          <a:prstGeom prst="rect">
            <a:avLst/>
          </a:prstGeom>
          <a:solidFill>
            <a:srgbClr val="C8102E"/>
          </a:solidFill>
          <a:ln/>
        </p:spPr>
        <p:txBody>
          <a:bodyPr/>
          <a:lstStyle/>
          <a:p>
            <a:endParaRPr lang="ru-RU"/>
          </a:p>
        </p:txBody>
      </p:sp>
      <p:sp>
        <p:nvSpPr>
          <p:cNvPr id="19" name="Text 17"/>
          <p:cNvSpPr/>
          <p:nvPr/>
        </p:nvSpPr>
        <p:spPr>
          <a:xfrm>
            <a:off x="6492240" y="4206240"/>
            <a:ext cx="5303520" cy="365760"/>
          </a:xfrm>
          <a:prstGeom prst="rect">
            <a:avLst/>
          </a:prstGeom>
          <a:noFill/>
          <a:ln/>
        </p:spPr>
        <p:txBody>
          <a:bodyPr wrap="square" lIns="0" tIns="0" rIns="0" bIns="0" rtlCol="0" anchor="ctr"/>
          <a:lstStyle/>
          <a:p>
            <a:pPr marL="0" indent="0">
              <a:buNone/>
            </a:pPr>
            <a:r>
              <a:rPr lang="en-US" sz="1700" b="1" dirty="0">
                <a:solidFill>
                  <a:srgbClr val="1E2761"/>
                </a:solidFill>
                <a:latin typeface="Calibri" pitchFamily="34" charset="0"/>
                <a:ea typeface="Calibri" pitchFamily="34" charset="-122"/>
                <a:cs typeface="Calibri" pitchFamily="34" charset="-120"/>
              </a:rPr>
              <a:t>Потерянная схема</a:t>
            </a:r>
            <a:endParaRPr lang="en-US" sz="1700" dirty="0"/>
          </a:p>
        </p:txBody>
      </p:sp>
      <p:sp>
        <p:nvSpPr>
          <p:cNvPr id="20" name="Text 18"/>
          <p:cNvSpPr/>
          <p:nvPr/>
        </p:nvSpPr>
        <p:spPr>
          <a:xfrm>
            <a:off x="6492240" y="4663440"/>
            <a:ext cx="5303520" cy="960120"/>
          </a:xfrm>
          <a:prstGeom prst="rect">
            <a:avLst/>
          </a:prstGeom>
          <a:noFill/>
          <a:ln/>
        </p:spPr>
        <p:txBody>
          <a:bodyPr wrap="square" lIns="0" tIns="0" rIns="0" bIns="0" rtlCol="0" anchor="ctr"/>
          <a:lstStyle/>
          <a:p>
            <a:pPr marL="0" indent="0">
              <a:buNone/>
            </a:pPr>
            <a:r>
              <a:rPr lang="en-US" sz="1500" dirty="0">
                <a:solidFill>
                  <a:srgbClr val="1A1A1A"/>
                </a:solidFill>
                <a:latin typeface="Arial" panose="020B0604020202020204" pitchFamily="34" charset="0"/>
                <a:ea typeface="Calibri" pitchFamily="34" charset="-122"/>
                <a:cs typeface="Arial" panose="020B0604020202020204" pitchFamily="34" charset="0"/>
              </a:rPr>
              <a:t>Через месяц не помнит, какую комбинацию назначали, — принимает не то, что выписано.</a:t>
            </a:r>
            <a:endParaRPr lang="en-US" sz="1500" dirty="0">
              <a:latin typeface="Arial" panose="020B0604020202020204" pitchFamily="34" charset="0"/>
              <a:cs typeface="Arial" panose="020B0604020202020204" pitchFamily="34" charset="0"/>
            </a:endParaRPr>
          </a:p>
        </p:txBody>
      </p:sp>
      <p:sp>
        <p:nvSpPr>
          <p:cNvPr id="21" name="Text 19"/>
          <p:cNvSpPr/>
          <p:nvPr/>
        </p:nvSpPr>
        <p:spPr>
          <a:xfrm>
            <a:off x="472440" y="5842165"/>
            <a:ext cx="11247120" cy="502920"/>
          </a:xfrm>
          <a:prstGeom prst="rect">
            <a:avLst/>
          </a:prstGeom>
          <a:noFill/>
          <a:ln/>
        </p:spPr>
        <p:txBody>
          <a:bodyPr wrap="square" lIns="0" tIns="0" rIns="0" bIns="0" rtlCol="0" anchor="ctr"/>
          <a:lstStyle/>
          <a:p>
            <a:pPr marL="0" indent="0" algn="ctr">
              <a:buNone/>
            </a:pPr>
            <a:r>
              <a:rPr lang="ru-RU" sz="1300" i="1" dirty="0">
                <a:latin typeface="Calibri" pitchFamily="34" charset="0"/>
                <a:ea typeface="Calibri" pitchFamily="34" charset="-122"/>
                <a:cs typeface="Calibri" pitchFamily="34" charset="-120"/>
              </a:rPr>
              <a:t>По данным реальной практики, через 12 месяцев приверженность на свободной комбинации снижается до 54%</a:t>
            </a:r>
            <a:r>
              <a:rPr lang="en-US" sz="1300" i="1" dirty="0">
                <a:latin typeface="Calibri" pitchFamily="34" charset="0"/>
                <a:ea typeface="Calibri" pitchFamily="34" charset="-122"/>
                <a:cs typeface="Calibri" pitchFamily="34" charset="-120"/>
              </a:rPr>
              <a:t>— это не гипотеза, а устойчивая картина </a:t>
            </a:r>
            <a:r>
              <a:rPr lang="en-US" sz="1300" i="1" dirty="0" err="1">
                <a:latin typeface="Calibri" pitchFamily="34" charset="0"/>
                <a:ea typeface="Calibri" pitchFamily="34" charset="-122"/>
                <a:cs typeface="Calibri" pitchFamily="34" charset="-120"/>
              </a:rPr>
              <a:t>реальной</a:t>
            </a:r>
            <a:r>
              <a:rPr lang="en-US" sz="1300" i="1" dirty="0">
                <a:latin typeface="Calibri" pitchFamily="34" charset="0"/>
                <a:ea typeface="Calibri" pitchFamily="34" charset="-122"/>
                <a:cs typeface="Calibri" pitchFamily="34" charset="-120"/>
              </a:rPr>
              <a:t> практики</a:t>
            </a:r>
            <a:r>
              <a:rPr lang="en-US" sz="1300" i="1" baseline="30000" dirty="0">
                <a:latin typeface="Calibri" pitchFamily="34" charset="0"/>
                <a:ea typeface="Calibri" pitchFamily="34" charset="-122"/>
                <a:cs typeface="Calibri" pitchFamily="34" charset="-120"/>
              </a:rPr>
              <a:t>1</a:t>
            </a:r>
            <a:endParaRPr lang="en-US" sz="1300" baseline="30000" dirty="0"/>
          </a:p>
        </p:txBody>
      </p:sp>
      <p:sp>
        <p:nvSpPr>
          <p:cNvPr id="23" name="TextBox 22">
            <a:extLst>
              <a:ext uri="{FF2B5EF4-FFF2-40B4-BE49-F238E27FC236}">
                <a16:creationId xmlns:a16="http://schemas.microsoft.com/office/drawing/2014/main" id="{638FCB74-6F98-99B6-CD23-B784BA22BC34}"/>
              </a:ext>
            </a:extLst>
          </p:cNvPr>
          <p:cNvSpPr txBox="1"/>
          <p:nvPr/>
        </p:nvSpPr>
        <p:spPr>
          <a:xfrm>
            <a:off x="176951" y="6472250"/>
            <a:ext cx="8024939" cy="338554"/>
          </a:xfrm>
          <a:prstGeom prst="rect">
            <a:avLst/>
          </a:prstGeom>
          <a:noFill/>
        </p:spPr>
        <p:txBody>
          <a:bodyPr wrap="square">
            <a:spAutoFit/>
          </a:bodyPr>
          <a:lstStyle/>
          <a:p>
            <a:r>
              <a:rPr lang="en-US" sz="800" dirty="0">
                <a:latin typeface="Arial" panose="020B0604020202020204" pitchFamily="34" charset="0"/>
                <a:cs typeface="Arial" panose="020B0604020202020204" pitchFamily="34" charset="0"/>
              </a:rPr>
              <a:t>1. Hess G, et al. Medication utilization patterns and hypertension-related expenditures among patients who were switched from fixed-dose to free-combination antihypertensive therapy. P&amp;T. 2008;33(11):652–666.</a:t>
            </a:r>
            <a:endParaRPr lang="ru-RU" sz="800" dirty="0">
              <a:latin typeface="Arial" panose="020B0604020202020204" pitchFamily="34" charset="0"/>
              <a:cs typeface="Arial" panose="020B0604020202020204"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lIns="0" tIns="0" rIns="0" bIns="0" rtlCol="0" anchor="ctr"/>
          <a:lstStyle/>
          <a:p>
            <a:pPr marL="0" indent="0">
              <a:buNone/>
            </a:pPr>
            <a:r>
              <a:rPr lang="en-US" sz="2800" b="1" dirty="0">
                <a:solidFill>
                  <a:srgbClr val="1E2761"/>
                </a:solidFill>
                <a:latin typeface="Calibri" pitchFamily="34" charset="0"/>
                <a:ea typeface="Calibri" pitchFamily="34" charset="-122"/>
                <a:cs typeface="Calibri" pitchFamily="34" charset="-120"/>
              </a:rPr>
              <a:t>Иллюзия контроля на визите</a:t>
            </a:r>
            <a:endParaRPr lang="en-US" sz="2800" dirty="0"/>
          </a:p>
        </p:txBody>
      </p:sp>
      <p:sp>
        <p:nvSpPr>
          <p:cNvPr id="3" name="Text 1"/>
          <p:cNvSpPr/>
          <p:nvPr/>
        </p:nvSpPr>
        <p:spPr>
          <a:xfrm>
            <a:off x="457200" y="960120"/>
            <a:ext cx="11247120" cy="365760"/>
          </a:xfrm>
          <a:prstGeom prst="rect">
            <a:avLst/>
          </a:prstGeom>
          <a:noFill/>
          <a:ln/>
        </p:spPr>
        <p:txBody>
          <a:bodyPr wrap="square" lIns="0" tIns="0" rIns="0" bIns="0" rtlCol="0" anchor="ctr"/>
          <a:lstStyle/>
          <a:p>
            <a:pPr marL="0" indent="0">
              <a:buNone/>
            </a:pPr>
            <a:r>
              <a:rPr lang="en-US" sz="1400" i="1" dirty="0">
                <a:solidFill>
                  <a:srgbClr val="5C6B7A"/>
                </a:solidFill>
                <a:latin typeface="Calibri" pitchFamily="34" charset="0"/>
                <a:ea typeface="Calibri" pitchFamily="34" charset="-122"/>
                <a:cs typeface="Calibri" pitchFamily="34" charset="-120"/>
              </a:rPr>
              <a:t>Парадокс: показатели «в норме», прогноз — хуже</a:t>
            </a:r>
            <a:endParaRPr lang="en-US" sz="1400" dirty="0"/>
          </a:p>
        </p:txBody>
      </p:sp>
      <p:sp>
        <p:nvSpPr>
          <p:cNvPr id="4" name="Shape 2"/>
          <p:cNvSpPr/>
          <p:nvPr/>
        </p:nvSpPr>
        <p:spPr>
          <a:xfrm>
            <a:off x="457200" y="1417320"/>
            <a:ext cx="11247120" cy="0"/>
          </a:xfrm>
          <a:prstGeom prst="line">
            <a:avLst/>
          </a:prstGeom>
          <a:noFill/>
          <a:ln w="9525">
            <a:solidFill>
              <a:srgbClr val="D0D5DD"/>
            </a:solidFill>
            <a:prstDash val="solid"/>
          </a:ln>
        </p:spPr>
        <p:txBody>
          <a:bodyPr/>
          <a:lstStyle/>
          <a:p>
            <a:endParaRPr lang="ru-RU"/>
          </a:p>
        </p:txBody>
      </p:sp>
      <p:sp>
        <p:nvSpPr>
          <p:cNvPr id="5" name="Shape 3"/>
          <p:cNvSpPr/>
          <p:nvPr/>
        </p:nvSpPr>
        <p:spPr>
          <a:xfrm>
            <a:off x="457200" y="1737360"/>
            <a:ext cx="11247120" cy="1645920"/>
          </a:xfrm>
          <a:prstGeom prst="rect">
            <a:avLst/>
          </a:prstGeom>
          <a:solidFill>
            <a:srgbClr val="F2F4F8"/>
          </a:solidFill>
          <a:ln/>
        </p:spPr>
        <p:txBody>
          <a:bodyPr/>
          <a:lstStyle/>
          <a:p>
            <a:endParaRPr lang="ru-RU"/>
          </a:p>
        </p:txBody>
      </p:sp>
      <p:sp>
        <p:nvSpPr>
          <p:cNvPr id="6" name="Text 4"/>
          <p:cNvSpPr/>
          <p:nvPr/>
        </p:nvSpPr>
        <p:spPr>
          <a:xfrm>
            <a:off x="731520" y="1874520"/>
            <a:ext cx="2743200" cy="365760"/>
          </a:xfrm>
          <a:prstGeom prst="rect">
            <a:avLst/>
          </a:prstGeom>
          <a:noFill/>
          <a:ln/>
        </p:spPr>
        <p:txBody>
          <a:bodyPr wrap="square" lIns="0" tIns="0" rIns="0" bIns="0" rtlCol="0" anchor="ctr"/>
          <a:lstStyle/>
          <a:p>
            <a:pPr marL="0" indent="0">
              <a:buNone/>
            </a:pPr>
            <a:r>
              <a:rPr lang="en-US" sz="1600" b="1" kern="0" spc="400" dirty="0">
                <a:solidFill>
                  <a:srgbClr val="5C6B7A"/>
                </a:solidFill>
                <a:latin typeface="Calibri" pitchFamily="34" charset="0"/>
                <a:ea typeface="Calibri" pitchFamily="34" charset="-122"/>
                <a:cs typeface="Calibri" pitchFamily="34" charset="-120"/>
              </a:rPr>
              <a:t>На приёме</a:t>
            </a:r>
            <a:endParaRPr lang="en-US" sz="1600" dirty="0"/>
          </a:p>
        </p:txBody>
      </p:sp>
      <p:sp>
        <p:nvSpPr>
          <p:cNvPr id="7" name="Text 5"/>
          <p:cNvSpPr/>
          <p:nvPr/>
        </p:nvSpPr>
        <p:spPr>
          <a:xfrm>
            <a:off x="731520" y="2286000"/>
            <a:ext cx="10698480" cy="1005840"/>
          </a:xfrm>
          <a:prstGeom prst="rect">
            <a:avLst/>
          </a:prstGeom>
          <a:noFill/>
          <a:ln/>
        </p:spPr>
        <p:txBody>
          <a:bodyPr wrap="square" lIns="0" tIns="0" rIns="0" bIns="0" rtlCol="0" anchor="ctr"/>
          <a:lstStyle/>
          <a:p>
            <a:pPr marL="0" indent="0">
              <a:buNone/>
            </a:pPr>
            <a:r>
              <a:rPr lang="en-US" sz="1800" b="1" dirty="0">
                <a:solidFill>
                  <a:srgbClr val="1E2761"/>
                </a:solidFill>
                <a:latin typeface="Calibri" pitchFamily="34" charset="0"/>
                <a:ea typeface="Calibri" pitchFamily="34" charset="-122"/>
                <a:cs typeface="Calibri" pitchFamily="34" charset="-120"/>
              </a:rPr>
              <a:t>Пациент принял таблетки утром. ЧСС и АД — в целевых значениях. Врач фиксирует хороший контроль, схема сохраняется.</a:t>
            </a:r>
            <a:endParaRPr lang="en-US" sz="1800" dirty="0"/>
          </a:p>
        </p:txBody>
      </p:sp>
      <p:sp>
        <p:nvSpPr>
          <p:cNvPr id="8" name="Text 6"/>
          <p:cNvSpPr/>
          <p:nvPr/>
        </p:nvSpPr>
        <p:spPr>
          <a:xfrm>
            <a:off x="5623560" y="3474720"/>
            <a:ext cx="914400" cy="457200"/>
          </a:xfrm>
          <a:prstGeom prst="rect">
            <a:avLst/>
          </a:prstGeom>
          <a:noFill/>
          <a:ln/>
        </p:spPr>
        <p:txBody>
          <a:bodyPr wrap="square" lIns="0" tIns="0" rIns="0" bIns="0" rtlCol="0" anchor="ctr"/>
          <a:lstStyle/>
          <a:p>
            <a:pPr marL="0" indent="0" algn="ctr">
              <a:buNone/>
            </a:pPr>
            <a:r>
              <a:rPr lang="en-US" sz="3200" dirty="0">
                <a:solidFill>
                  <a:srgbClr val="C8102E"/>
                </a:solidFill>
                <a:latin typeface="Calibri" pitchFamily="34" charset="0"/>
                <a:ea typeface="Calibri" pitchFamily="34" charset="-122"/>
                <a:cs typeface="Calibri" pitchFamily="34" charset="-120"/>
              </a:rPr>
              <a:t>↓</a:t>
            </a:r>
            <a:endParaRPr lang="en-US" sz="3200" dirty="0"/>
          </a:p>
        </p:txBody>
      </p:sp>
      <p:sp>
        <p:nvSpPr>
          <p:cNvPr id="9" name="Shape 7"/>
          <p:cNvSpPr/>
          <p:nvPr/>
        </p:nvSpPr>
        <p:spPr>
          <a:xfrm>
            <a:off x="457200" y="4023360"/>
            <a:ext cx="11247120" cy="2057400"/>
          </a:xfrm>
          <a:prstGeom prst="rect">
            <a:avLst/>
          </a:prstGeom>
          <a:solidFill>
            <a:srgbClr val="1E2761"/>
          </a:solidFill>
          <a:ln/>
        </p:spPr>
        <p:txBody>
          <a:bodyPr/>
          <a:lstStyle/>
          <a:p>
            <a:endParaRPr lang="ru-RU"/>
          </a:p>
        </p:txBody>
      </p:sp>
      <p:sp>
        <p:nvSpPr>
          <p:cNvPr id="10" name="Text 8"/>
          <p:cNvSpPr/>
          <p:nvPr/>
        </p:nvSpPr>
        <p:spPr>
          <a:xfrm>
            <a:off x="731520" y="4160520"/>
            <a:ext cx="3657600" cy="365760"/>
          </a:xfrm>
          <a:prstGeom prst="rect">
            <a:avLst/>
          </a:prstGeom>
          <a:noFill/>
          <a:ln/>
        </p:spPr>
        <p:txBody>
          <a:bodyPr wrap="square" lIns="0" tIns="0" rIns="0" bIns="0" rtlCol="0" anchor="ctr"/>
          <a:lstStyle/>
          <a:p>
            <a:pPr marL="0" indent="0">
              <a:buNone/>
            </a:pPr>
            <a:r>
              <a:rPr lang="en-US" sz="1600" b="1" kern="0" spc="400" dirty="0">
                <a:solidFill>
                  <a:srgbClr val="FFB3BC"/>
                </a:solidFill>
                <a:latin typeface="Calibri" pitchFamily="34" charset="0"/>
                <a:ea typeface="Calibri" pitchFamily="34" charset="-122"/>
                <a:cs typeface="Calibri" pitchFamily="34" charset="-120"/>
              </a:rPr>
              <a:t>Между визитами</a:t>
            </a:r>
            <a:endParaRPr lang="en-US" sz="1600" dirty="0"/>
          </a:p>
        </p:txBody>
      </p:sp>
      <p:sp>
        <p:nvSpPr>
          <p:cNvPr id="11" name="Text 9"/>
          <p:cNvSpPr/>
          <p:nvPr/>
        </p:nvSpPr>
        <p:spPr>
          <a:xfrm>
            <a:off x="731520" y="4572000"/>
            <a:ext cx="10698480" cy="146304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Высокая вариабельность АД. Пропуски доз. Скрытые эпизоды гипер- и гипотензии.</a:t>
            </a:r>
            <a:endParaRPr lang="en-US" sz="17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700" dirty="0"/>
          </a:p>
          <a:p>
            <a:pPr marL="0" indent="0">
              <a:buNone/>
            </a:pPr>
            <a:r>
              <a:rPr lang="en-US" sz="1700" b="1" dirty="0">
                <a:solidFill>
                  <a:srgbClr val="FFFFFF"/>
                </a:solidFill>
                <a:latin typeface="Calibri" pitchFamily="34" charset="0"/>
                <a:ea typeface="Calibri" pitchFamily="34" charset="-122"/>
                <a:cs typeface="Calibri" pitchFamily="34" charset="-120"/>
              </a:rPr>
              <a:t>Долгосрочный контроль хуже. Прогноз хуже. Врач этого не видит.</a:t>
            </a:r>
            <a:endParaRPr lang="en-US" sz="1700" dirty="0"/>
          </a:p>
        </p:txBody>
      </p:sp>
      <p:sp>
        <p:nvSpPr>
          <p:cNvPr id="12" name="Text 10"/>
          <p:cNvSpPr/>
          <p:nvPr/>
        </p:nvSpPr>
        <p:spPr>
          <a:xfrm>
            <a:off x="457200" y="6263640"/>
            <a:ext cx="11247120" cy="320040"/>
          </a:xfrm>
          <a:prstGeom prst="rect">
            <a:avLst/>
          </a:prstGeom>
          <a:noFill/>
          <a:ln/>
        </p:spPr>
        <p:txBody>
          <a:bodyPr wrap="square" lIns="0" tIns="0" rIns="0" bIns="0" rtlCol="0" anchor="ctr"/>
          <a:lstStyle/>
          <a:p>
            <a:pPr marL="0" indent="0" algn="ctr">
              <a:buNone/>
            </a:pPr>
            <a:r>
              <a:rPr lang="en-US" sz="1300" i="1" dirty="0">
                <a:latin typeface="Calibri" pitchFamily="34" charset="0"/>
                <a:ea typeface="Calibri" pitchFamily="34" charset="-122"/>
                <a:cs typeface="Calibri" pitchFamily="34" charset="-120"/>
              </a:rPr>
              <a:t>Это и есть иллюзия контроля: результат на визите — при проигранной стратегии в целом</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7CC95-3198-D8B9-6109-6B48954D8CE7}"/>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2D3BF39C-5E56-792D-ABC4-32CB07AB9D02}"/>
              </a:ext>
            </a:extLst>
          </p:cNvPr>
          <p:cNvSpPr txBox="1"/>
          <p:nvPr/>
        </p:nvSpPr>
        <p:spPr>
          <a:xfrm>
            <a:off x="1211766" y="2951946"/>
            <a:ext cx="9768468" cy="1384995"/>
          </a:xfrm>
          <a:prstGeom prst="rect">
            <a:avLst/>
          </a:prstGeom>
          <a:noFill/>
        </p:spPr>
        <p:txBody>
          <a:bodyPr wrap="square">
            <a:spAutoFit/>
          </a:bodyPr>
          <a:lstStyle/>
          <a:p>
            <a:pPr algn="ctr"/>
            <a:r>
              <a:rPr lang="ru-RU" sz="2800" b="1" dirty="0"/>
              <a:t>«Контроль» на визите ≠ контроль терапии: раздельная схема не защищает от пропусков и иллюзии контроля, FDC повышает приверженность и стабильность</a:t>
            </a:r>
          </a:p>
        </p:txBody>
      </p:sp>
      <p:sp>
        <p:nvSpPr>
          <p:cNvPr id="2" name="TextBox 1">
            <a:extLst>
              <a:ext uri="{FF2B5EF4-FFF2-40B4-BE49-F238E27FC236}">
                <a16:creationId xmlns:a16="http://schemas.microsoft.com/office/drawing/2014/main" id="{16DF5301-D2D0-5227-1D19-FC5FB234EA50}"/>
              </a:ext>
            </a:extLst>
          </p:cNvPr>
          <p:cNvSpPr txBox="1"/>
          <p:nvPr/>
        </p:nvSpPr>
        <p:spPr>
          <a:xfrm>
            <a:off x="8331200" y="6325054"/>
            <a:ext cx="3530600" cy="246221"/>
          </a:xfrm>
          <a:prstGeom prst="rect">
            <a:avLst/>
          </a:prstGeom>
          <a:noFill/>
        </p:spPr>
        <p:txBody>
          <a:bodyPr wrap="square">
            <a:spAutoFit/>
          </a:bodyPr>
          <a:lstStyle/>
          <a:p>
            <a:r>
              <a:rPr lang="en-US" sz="1000" dirty="0"/>
              <a:t>FDC</a:t>
            </a:r>
            <a:r>
              <a:rPr lang="ru-RU" sz="1000" dirty="0"/>
              <a:t> – фиксированная комбинация </a:t>
            </a:r>
            <a:r>
              <a:rPr lang="en-US" sz="1000" dirty="0"/>
              <a:t>(fixed-dose combination)</a:t>
            </a:r>
            <a:endParaRPr lang="ru-RU" sz="1000" dirty="0"/>
          </a:p>
        </p:txBody>
      </p:sp>
      <p:sp>
        <p:nvSpPr>
          <p:cNvPr id="5" name="Rectangle: Diagonal Corners Snipped 4">
            <a:extLst>
              <a:ext uri="{FF2B5EF4-FFF2-40B4-BE49-F238E27FC236}">
                <a16:creationId xmlns:a16="http://schemas.microsoft.com/office/drawing/2014/main" id="{3941126B-EE07-629A-9B0A-E0D2A720030B}"/>
              </a:ext>
            </a:extLst>
          </p:cNvPr>
          <p:cNvSpPr/>
          <p:nvPr/>
        </p:nvSpPr>
        <p:spPr>
          <a:xfrm>
            <a:off x="135265" y="54164"/>
            <a:ext cx="3220999" cy="400614"/>
          </a:xfrm>
          <a:prstGeom prst="snip2Diag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b="1" i="1" dirty="0">
                <a:latin typeface="Verdana" panose="020B0604030504040204" pitchFamily="34" charset="0"/>
                <a:ea typeface="Verdana" panose="020B0604030504040204" pitchFamily="34" charset="0"/>
              </a:rPr>
              <a:t>Главное</a:t>
            </a:r>
            <a:r>
              <a:rPr lang="ru-RU" dirty="0">
                <a:latin typeface="Merck" panose="02060803030402040803" pitchFamily="18" charset="0"/>
              </a:rPr>
              <a:t> </a:t>
            </a:r>
            <a:r>
              <a:rPr lang="ru-RU" b="1" i="1" dirty="0">
                <a:latin typeface="Verdana" panose="020B0604030504040204" pitchFamily="34" charset="0"/>
                <a:ea typeface="Verdana" panose="020B0604030504040204" pitchFamily="34" charset="0"/>
              </a:rPr>
              <a:t>из</a:t>
            </a:r>
            <a:r>
              <a:rPr lang="ru-RU" dirty="0">
                <a:latin typeface="Merck" panose="02060803030402040803" pitchFamily="18" charset="0"/>
              </a:rPr>
              <a:t> </a:t>
            </a:r>
            <a:r>
              <a:rPr lang="ru-RU" b="1" i="1" dirty="0">
                <a:latin typeface="Verdana" panose="020B0604030504040204" pitchFamily="34" charset="0"/>
                <a:ea typeface="Verdana" panose="020B0604030504040204" pitchFamily="34" charset="0"/>
              </a:rPr>
              <a:t>блока</a:t>
            </a:r>
          </a:p>
        </p:txBody>
      </p:sp>
    </p:spTree>
    <p:extLst>
      <p:ext uri="{BB962C8B-B14F-4D97-AF65-F5344CB8AC3E}">
        <p14:creationId xmlns:p14="http://schemas.microsoft.com/office/powerpoint/2010/main" val="11134667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28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Портрет пациента, для которого фиксированная комбинация (FDC) даёт максимальный клинический </a:t>
            </a:r>
            <a:r>
              <a:rPr lang="ru-RU" sz="2800" b="1" dirty="0">
                <a:solidFill>
                  <a:srgbClr val="1E2761"/>
                </a:solidFill>
                <a:latin typeface="Calibri" pitchFamily="34" charset="0"/>
                <a:ea typeface="Calibri" pitchFamily="34" charset="-122"/>
                <a:cs typeface="Calibri" pitchFamily="34" charset="-120"/>
              </a:rPr>
              <a:t>эффект</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457200" y="1034546"/>
            <a:ext cx="11247120" cy="0"/>
          </a:xfrm>
          <a:prstGeom prst="line">
            <a:avLst/>
          </a:prstGeom>
          <a:noFill/>
          <a:ln w="9525">
            <a:solidFill>
              <a:srgbClr val="D0D5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457200" y="1354586"/>
            <a:ext cx="9144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C8102E"/>
                </a:solidFill>
                <a:effectLst/>
                <a:uLnTx/>
                <a:uFillTx/>
                <a:latin typeface="Calibri" pitchFamily="34" charset="0"/>
                <a:ea typeface="Calibri" pitchFamily="34" charset="-122"/>
                <a:cs typeface="Calibri" pitchFamily="34" charset="-120"/>
              </a:rPr>
              <a:t>01</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1554480" y="1354586"/>
            <a:ext cx="10058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Стабильная ИБС + АГ</a:t>
            </a:r>
            <a:r>
              <a:rPr kumimoji="0" lang="ru-RU" sz="17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 − подобранная комбинация ББ + ДГП-БКК уже работает</a:t>
            </a:r>
            <a:r>
              <a:rPr kumimoji="0" lang="ru-RU" sz="1700" b="1" i="0" u="none" strike="noStrike" kern="1200" cap="none" spc="0" normalizeH="0" baseline="30000" noProof="0" dirty="0">
                <a:ln>
                  <a:noFill/>
                </a:ln>
                <a:solidFill>
                  <a:srgbClr val="1E2761"/>
                </a:solidFill>
                <a:effectLst/>
                <a:uLnTx/>
                <a:uFillTx/>
                <a:latin typeface="Calibri" pitchFamily="34" charset="0"/>
                <a:ea typeface="Calibri" pitchFamily="34" charset="-122"/>
                <a:cs typeface="Calibri" pitchFamily="34" charset="-120"/>
              </a:rPr>
              <a:t>1,2</a:t>
            </a:r>
            <a:endParaRPr kumimoji="0" lang="en-US" sz="1700" b="0" i="0" u="none" strike="noStrike" kern="1200" cap="none" spc="0" normalizeH="0" baseline="3000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1554480" y="1720346"/>
            <a:ext cx="10058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600" b="0" i="0" u="none" strike="noStrike" kern="1200" cap="none" spc="0" normalizeH="0" baseline="0" noProof="0" dirty="0">
                <a:ln>
                  <a:noFill/>
                </a:ln>
                <a:solidFill>
                  <a:srgbClr val="1A1A1A"/>
                </a:solidFill>
                <a:effectLst/>
                <a:uLnTx/>
                <a:uFillTx/>
                <a:latin typeface="Calibri" pitchFamily="34" charset="0"/>
                <a:ea typeface="Calibri" pitchFamily="34" charset="-122"/>
                <a:cs typeface="Calibri" pitchFamily="34" charset="-120"/>
              </a:rPr>
              <a:t>FDC обеспечивает приверженность и улучшает эффективность терапии</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1554480" y="2131826"/>
            <a:ext cx="10058400" cy="0"/>
          </a:xfrm>
          <a:prstGeom prst="line">
            <a:avLst/>
          </a:prstGeom>
          <a:noFill/>
          <a:ln w="6350">
            <a:solidFill>
              <a:srgbClr val="D0D5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457200" y="2223266"/>
            <a:ext cx="9144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C8102E"/>
                </a:solidFill>
                <a:effectLst/>
                <a:uLnTx/>
                <a:uFillTx/>
                <a:latin typeface="Calibri" pitchFamily="34" charset="0"/>
                <a:ea typeface="Calibri" pitchFamily="34" charset="-122"/>
                <a:cs typeface="Calibri" pitchFamily="34" charset="-120"/>
              </a:rPr>
              <a:t>02</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1554480" y="2223266"/>
            <a:ext cx="10058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Не достигнуты целевые ЧСС и АД</a:t>
            </a:r>
            <a:r>
              <a:rPr kumimoji="0" lang="ru-RU" sz="1700" b="1" i="0" u="none" strike="noStrike" kern="1200" cap="none" spc="0" normalizeH="0" baseline="30000" noProof="0" dirty="0">
                <a:ln>
                  <a:noFill/>
                </a:ln>
                <a:solidFill>
                  <a:srgbClr val="1E2761"/>
                </a:solidFill>
                <a:effectLst/>
                <a:uLnTx/>
                <a:uFillTx/>
                <a:latin typeface="Calibri" pitchFamily="34" charset="0"/>
                <a:ea typeface="Calibri" pitchFamily="34" charset="-122"/>
                <a:cs typeface="Calibri" pitchFamily="34" charset="-120"/>
              </a:rPr>
              <a:t>3</a:t>
            </a:r>
            <a:endParaRPr kumimoji="0" lang="en-US" sz="1700" b="0" i="0" u="none" strike="noStrike" kern="1200" cap="none" spc="0" normalizeH="0" baseline="3000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1554480" y="2589026"/>
            <a:ext cx="10058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600" b="0" i="0" u="none" strike="noStrike" kern="1200" cap="none" spc="0" normalizeH="0" baseline="0" noProof="0" dirty="0">
                <a:ln>
                  <a:noFill/>
                </a:ln>
                <a:solidFill>
                  <a:srgbClr val="1A1A1A"/>
                </a:solidFill>
                <a:effectLst/>
                <a:uLnTx/>
                <a:uFillTx/>
                <a:latin typeface="Calibri" pitchFamily="34" charset="0"/>
                <a:ea typeface="Calibri" pitchFamily="34" charset="-122"/>
                <a:cs typeface="Calibri" pitchFamily="34" charset="-120"/>
              </a:rPr>
              <a:t>Комбинация ББ + ДГП-БКК эффективнее удвоения дозы — FDC упрощает её назначение</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1554480" y="3000506"/>
            <a:ext cx="10058400" cy="0"/>
          </a:xfrm>
          <a:prstGeom prst="line">
            <a:avLst/>
          </a:prstGeom>
          <a:noFill/>
          <a:ln w="6350">
            <a:solidFill>
              <a:srgbClr val="D0D5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457200" y="3091946"/>
            <a:ext cx="9144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C8102E"/>
                </a:solidFill>
                <a:effectLst/>
                <a:uLnTx/>
                <a:uFillTx/>
                <a:latin typeface="Calibri" pitchFamily="34" charset="0"/>
                <a:ea typeface="Calibri" pitchFamily="34" charset="-122"/>
                <a:cs typeface="Calibri" pitchFamily="34" charset="-120"/>
              </a:rPr>
              <a:t>03</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1554480" y="3091946"/>
            <a:ext cx="10058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7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Высокая нагрузка таблетками</a:t>
            </a:r>
            <a:r>
              <a:rPr lang="ru-RU" sz="1700" b="1" baseline="30000" dirty="0">
                <a:solidFill>
                  <a:srgbClr val="1E2761"/>
                </a:solidFill>
                <a:latin typeface="Calibri" pitchFamily="34" charset="0"/>
                <a:ea typeface="Calibri" pitchFamily="34" charset="-122"/>
                <a:cs typeface="Calibri" pitchFamily="34" charset="-120"/>
              </a:rPr>
              <a:t>4</a:t>
            </a:r>
            <a:r>
              <a:rPr kumimoji="0" lang="ru-RU" sz="1700" b="1" i="0" u="none" strike="noStrike" kern="1200" cap="none" spc="0" normalizeH="0" baseline="30000" noProof="0" dirty="0">
                <a:ln>
                  <a:noFill/>
                </a:ln>
                <a:solidFill>
                  <a:srgbClr val="1E2761"/>
                </a:solidFill>
                <a:effectLst/>
                <a:uLnTx/>
                <a:uFillTx/>
                <a:latin typeface="Calibri" pitchFamily="34" charset="0"/>
                <a:ea typeface="Calibri" pitchFamily="34" charset="-122"/>
                <a:cs typeface="Calibri" pitchFamily="34" charset="-120"/>
              </a:rPr>
              <a:t>,5</a:t>
            </a:r>
            <a:endParaRPr kumimoji="0" lang="en-US" sz="1700" b="0" i="0" u="none" strike="noStrike" kern="1200" cap="none" spc="0" normalizeH="0" baseline="3000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1554480" y="3457706"/>
            <a:ext cx="10058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A1A1A"/>
                </a:solidFill>
                <a:effectLst/>
                <a:uLnTx/>
                <a:uFillTx/>
                <a:latin typeface="Calibri" pitchFamily="34" charset="0"/>
                <a:ea typeface="Calibri" pitchFamily="34" charset="-122"/>
                <a:cs typeface="Calibri" pitchFamily="34" charset="-120"/>
              </a:rPr>
              <a:t>Пациент принимает более 3 таблеток в день — высокий риск пропусков</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1554480" y="3869186"/>
            <a:ext cx="10058400" cy="0"/>
          </a:xfrm>
          <a:prstGeom prst="line">
            <a:avLst/>
          </a:prstGeom>
          <a:noFill/>
          <a:ln w="6350">
            <a:solidFill>
              <a:srgbClr val="D0D5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457200" y="3960626"/>
            <a:ext cx="9144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C8102E"/>
                </a:solidFill>
                <a:effectLst/>
                <a:uLnTx/>
                <a:uFillTx/>
                <a:latin typeface="Calibri" pitchFamily="34" charset="0"/>
                <a:ea typeface="Calibri" pitchFamily="34" charset="-122"/>
                <a:cs typeface="Calibri" pitchFamily="34" charset="-120"/>
              </a:rPr>
              <a:t>04</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1554480" y="3960626"/>
            <a:ext cx="10058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Коморбидность с </a:t>
            </a:r>
            <a:r>
              <a:rPr kumimoji="0" lang="en-US" sz="1700" b="1" i="0" u="none" strike="noStrike" kern="1200" cap="none" spc="0" normalizeH="0" baseline="0" noProof="0" dirty="0" err="1">
                <a:ln>
                  <a:noFill/>
                </a:ln>
                <a:solidFill>
                  <a:srgbClr val="1E2761"/>
                </a:solidFill>
                <a:effectLst/>
                <a:uLnTx/>
                <a:uFillTx/>
                <a:latin typeface="Calibri" pitchFamily="34" charset="0"/>
                <a:ea typeface="Calibri" pitchFamily="34" charset="-122"/>
                <a:cs typeface="Calibri" pitchFamily="34" charset="-120"/>
              </a:rPr>
              <a:t>Мет</a:t>
            </a:r>
            <a:r>
              <a:rPr kumimoji="0" lang="ru-RU" sz="1700" b="1" i="0" u="none" strike="noStrike" kern="1200" cap="none" spc="0" normalizeH="0" baseline="0" noProof="0" dirty="0" err="1">
                <a:ln>
                  <a:noFill/>
                </a:ln>
                <a:solidFill>
                  <a:srgbClr val="1E2761"/>
                </a:solidFill>
                <a:effectLst/>
                <a:uLnTx/>
                <a:uFillTx/>
                <a:latin typeface="Calibri" pitchFamily="34" charset="0"/>
                <a:ea typeface="Calibri" pitchFamily="34" charset="-122"/>
                <a:cs typeface="Calibri" pitchFamily="34" charset="-120"/>
              </a:rPr>
              <a:t>аболическим</a:t>
            </a:r>
            <a:r>
              <a:rPr kumimoji="0" lang="ru-RU" sz="17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 синдромом</a:t>
            </a:r>
            <a:r>
              <a:rPr kumimoji="0" lang="en-US" sz="17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 / СД2</a:t>
            </a:r>
            <a:r>
              <a:rPr kumimoji="0" lang="ru-RU" sz="1700" b="1" i="0" u="none" strike="noStrike" kern="1200" cap="none" spc="0" normalizeH="0" baseline="30000" noProof="0" dirty="0">
                <a:ln>
                  <a:noFill/>
                </a:ln>
                <a:solidFill>
                  <a:srgbClr val="1E2761"/>
                </a:solidFill>
                <a:effectLst/>
                <a:uLnTx/>
                <a:uFillTx/>
                <a:latin typeface="Calibri" pitchFamily="34" charset="0"/>
                <a:ea typeface="Calibri" pitchFamily="34" charset="-122"/>
                <a:cs typeface="Calibri" pitchFamily="34" charset="-120"/>
              </a:rPr>
              <a:t>6</a:t>
            </a:r>
            <a:endParaRPr kumimoji="0" lang="en-US" sz="1700" b="0" i="0" u="none" strike="noStrike" kern="1200" cap="none" spc="0" normalizeH="0" baseline="3000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1554480" y="4315221"/>
            <a:ext cx="10058400" cy="365760"/>
          </a:xfrm>
          <a:prstGeom prst="rect">
            <a:avLst/>
          </a:prstGeom>
          <a:noFill/>
          <a:ln/>
        </p:spPr>
        <p:txBody>
          <a:bodyPr wrap="square" lIns="0" tIns="0" rIns="0" bIns="0" rtlCol="0" anchor="ctr"/>
          <a:lstStyle/>
          <a:p>
            <a:pPr lvl="0">
              <a:defRPr/>
            </a:pPr>
            <a:r>
              <a:rPr kumimoji="0" lang="ru-RU" sz="1600" b="0" i="0" u="none" strike="noStrike" kern="1200" cap="none" spc="0" normalizeH="0" baseline="0" noProof="0" dirty="0" err="1">
                <a:ln>
                  <a:noFill/>
                </a:ln>
                <a:solidFill>
                  <a:srgbClr val="1A1A1A"/>
                </a:solidFill>
                <a:effectLst/>
                <a:uLnTx/>
                <a:uFillTx/>
                <a:latin typeface="Calibri" pitchFamily="34" charset="0"/>
                <a:ea typeface="Calibri" pitchFamily="34" charset="-122"/>
                <a:cs typeface="Calibri" pitchFamily="34" charset="-120"/>
              </a:rPr>
              <a:t>Конкор</a:t>
            </a:r>
            <a:r>
              <a:rPr kumimoji="0" lang="ru-RU" sz="1600" b="0" i="0" u="none" strike="noStrike" kern="1200" cap="none" spc="0" normalizeH="0" baseline="0" noProof="0" dirty="0">
                <a:ln>
                  <a:noFill/>
                </a:ln>
                <a:solidFill>
                  <a:srgbClr val="1A1A1A"/>
                </a:solidFill>
                <a:effectLst/>
                <a:uLnTx/>
                <a:uFillTx/>
                <a:latin typeface="Calibri" pitchFamily="34" charset="0"/>
                <a:ea typeface="Calibri" pitchFamily="34" charset="-122"/>
                <a:cs typeface="Calibri" pitchFamily="34" charset="-120"/>
              </a:rPr>
              <a:t>® АМ— метаболически нейтральная комбинация</a:t>
            </a:r>
            <a:r>
              <a:rPr lang="ru-RU" sz="1600" dirty="0">
                <a:solidFill>
                  <a:srgbClr val="1A1A1A"/>
                </a:solidFill>
                <a:latin typeface="Calibri" pitchFamily="34" charset="0"/>
                <a:ea typeface="Calibri" pitchFamily="34" charset="-122"/>
                <a:cs typeface="Calibri" pitchFamily="34" charset="-120"/>
              </a:rPr>
              <a:t> </a:t>
            </a:r>
            <a:r>
              <a:rPr lang="ru-RU" sz="1600" dirty="0"/>
              <a:t>в фиксированной форме</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1554480" y="4737866"/>
            <a:ext cx="10058400" cy="0"/>
          </a:xfrm>
          <a:prstGeom prst="line">
            <a:avLst/>
          </a:prstGeom>
          <a:noFill/>
          <a:ln w="6350">
            <a:solidFill>
              <a:srgbClr val="D0D5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9"/>
          <p:cNvSpPr/>
          <p:nvPr/>
        </p:nvSpPr>
        <p:spPr>
          <a:xfrm>
            <a:off x="457200" y="4829306"/>
            <a:ext cx="9144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C8102E"/>
                </a:solidFill>
                <a:effectLst/>
                <a:uLnTx/>
                <a:uFillTx/>
                <a:latin typeface="Calibri" pitchFamily="34" charset="0"/>
                <a:ea typeface="Calibri" pitchFamily="34" charset="-122"/>
                <a:cs typeface="Calibri" pitchFamily="34" charset="-120"/>
              </a:rPr>
              <a:t>05</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1554480" y="4829306"/>
            <a:ext cx="10058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7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Объективные признаки сниженной приверженности</a:t>
            </a:r>
            <a:r>
              <a:rPr kumimoji="0" lang="ru-RU" sz="1700" b="1" i="0" u="none" strike="noStrike" kern="1200" cap="none" spc="0" normalizeH="0" baseline="30000" noProof="0" dirty="0">
                <a:ln>
                  <a:noFill/>
                </a:ln>
                <a:solidFill>
                  <a:srgbClr val="1E2761"/>
                </a:solidFill>
                <a:effectLst/>
                <a:uLnTx/>
                <a:uFillTx/>
                <a:latin typeface="Calibri" pitchFamily="34" charset="0"/>
                <a:ea typeface="Calibri" pitchFamily="34" charset="-122"/>
                <a:cs typeface="Calibri" pitchFamily="34" charset="-120"/>
              </a:rPr>
              <a:t>5</a:t>
            </a:r>
            <a:endParaRPr kumimoji="0" lang="en-US" sz="1700" b="0" i="0" u="none" strike="noStrike" kern="1200" cap="none" spc="0" normalizeH="0" baseline="3000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1554480" y="5195066"/>
            <a:ext cx="10058400" cy="365760"/>
          </a:xfrm>
          <a:prstGeom prst="rect">
            <a:avLst/>
          </a:prstGeom>
          <a:noFill/>
          <a:ln/>
        </p:spPr>
        <p:txBody>
          <a:bodyPr wrap="square" lIns="0" tIns="0" rIns="0" bIns="0" rtlCol="0" anchor="ctr"/>
          <a:lstStyle/>
          <a:p>
            <a:pPr lvl="0">
              <a:defRPr/>
            </a:pPr>
            <a:r>
              <a:rPr lang="ru-RU" sz="1600" dirty="0">
                <a:solidFill>
                  <a:srgbClr val="1A1A1A"/>
                </a:solidFill>
                <a:latin typeface="Calibri" pitchFamily="34" charset="0"/>
                <a:ea typeface="Calibri" pitchFamily="34" charset="-122"/>
                <a:cs typeface="Calibri" pitchFamily="34" charset="-120"/>
              </a:rPr>
              <a:t>З</a:t>
            </a:r>
            <a:r>
              <a:rPr kumimoji="0" lang="ru-RU" sz="1600" b="0" i="0" u="none" strike="noStrike" kern="1200" cap="none" spc="0" normalizeH="0" baseline="0" noProof="0" dirty="0" err="1">
                <a:ln>
                  <a:noFill/>
                </a:ln>
                <a:solidFill>
                  <a:srgbClr val="1A1A1A"/>
                </a:solidFill>
                <a:effectLst/>
                <a:uLnTx/>
                <a:uFillTx/>
                <a:latin typeface="Calibri" pitchFamily="34" charset="0"/>
                <a:ea typeface="Calibri" pitchFamily="34" charset="-122"/>
                <a:cs typeface="Calibri" pitchFamily="34" charset="-120"/>
              </a:rPr>
              <a:t>абывание</a:t>
            </a:r>
            <a:r>
              <a:rPr kumimoji="0" lang="ru-RU" sz="1600" b="0" i="0" u="none" strike="noStrike" kern="1200" cap="none" spc="0" normalizeH="0" baseline="0" noProof="0" dirty="0">
                <a:ln>
                  <a:noFill/>
                </a:ln>
                <a:solidFill>
                  <a:srgbClr val="1A1A1A"/>
                </a:solidFill>
                <a:effectLst/>
                <a:uLnTx/>
                <a:uFillTx/>
                <a:latin typeface="Calibri" pitchFamily="34" charset="0"/>
                <a:ea typeface="Calibri" pitchFamily="34" charset="-122"/>
                <a:cs typeface="Calibri" pitchFamily="34" charset="-120"/>
              </a:rPr>
              <a:t> компонентов, пропуски доз, расхождение между назначенной и реально принимаемой терапией </a:t>
            </a:r>
            <a:r>
              <a:rPr lang="en-US" sz="1600" dirty="0"/>
              <a:t>— FDC </a:t>
            </a:r>
            <a:r>
              <a:rPr lang="ru-RU" sz="1600" dirty="0"/>
              <a:t>устраняет фрагментацию схемы</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0">
            <a:extLst>
              <a:ext uri="{FF2B5EF4-FFF2-40B4-BE49-F238E27FC236}">
                <a16:creationId xmlns:a16="http://schemas.microsoft.com/office/drawing/2014/main" id="{F02FFB04-74FC-203A-DC0D-1C8A5AEE700B}"/>
              </a:ext>
            </a:extLst>
          </p:cNvPr>
          <p:cNvSpPr/>
          <p:nvPr/>
        </p:nvSpPr>
        <p:spPr>
          <a:xfrm>
            <a:off x="8795047" y="3273036"/>
            <a:ext cx="3241783" cy="640080"/>
          </a:xfrm>
          <a:prstGeom prst="rect">
            <a:avLst/>
          </a:prstGeom>
          <a:solidFill>
            <a:schemeClr val="bg1"/>
          </a:solid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2000" b="1" i="1" u="none" strike="noStrike" kern="1200" cap="none" spc="0" normalizeH="0" baseline="0" noProof="0" dirty="0">
                <a:ln>
                  <a:noFill/>
                </a:ln>
                <a:solidFill>
                  <a:srgbClr val="00B050"/>
                </a:solidFill>
                <a:effectLst/>
                <a:uLnTx/>
                <a:uFillTx/>
                <a:latin typeface="Calibri" pitchFamily="34" charset="0"/>
                <a:ea typeface="Calibri" pitchFamily="34" charset="-122"/>
                <a:cs typeface="Calibri" pitchFamily="34" charset="-120"/>
              </a:rPr>
              <a:t>FDC лучше свободной комбинации всегда, но у этих 5 категорий разница особенно велика</a:t>
            </a:r>
            <a:r>
              <a:rPr kumimoji="0" lang="ru-RU" sz="2000" b="1" i="1" u="none" strike="noStrike" kern="1200" cap="none" spc="0" normalizeH="0" baseline="30000" noProof="0" dirty="0">
                <a:ln>
                  <a:noFill/>
                </a:ln>
                <a:solidFill>
                  <a:srgbClr val="00B050"/>
                </a:solidFill>
                <a:effectLst/>
                <a:uLnTx/>
                <a:uFillTx/>
                <a:latin typeface="Calibri" pitchFamily="34" charset="0"/>
                <a:ea typeface="Calibri" pitchFamily="34" charset="-122"/>
                <a:cs typeface="Calibri" pitchFamily="34" charset="-120"/>
              </a:rPr>
              <a:t>3,4,5</a:t>
            </a:r>
            <a:endParaRPr kumimoji="0" lang="en-US" sz="2000" b="0" i="1" u="none" strike="noStrike" kern="1200" cap="none" spc="0" normalizeH="0" baseline="30000" noProof="0" dirty="0">
              <a:ln>
                <a:noFill/>
              </a:ln>
              <a:solidFill>
                <a:srgbClr val="00B050"/>
              </a:solidFill>
              <a:effectLst/>
              <a:uLnTx/>
              <a:uFillTx/>
              <a:latin typeface="Calibri" panose="020F0502020204030204"/>
              <a:ea typeface="+mn-ea"/>
              <a:cs typeface="+mn-cs"/>
            </a:endParaRPr>
          </a:p>
        </p:txBody>
      </p:sp>
      <p:sp>
        <p:nvSpPr>
          <p:cNvPr id="27" name="TextBox 26">
            <a:extLst>
              <a:ext uri="{FF2B5EF4-FFF2-40B4-BE49-F238E27FC236}">
                <a16:creationId xmlns:a16="http://schemas.microsoft.com/office/drawing/2014/main" id="{3AC15AAC-E796-2A12-5FB9-58B562E6A5F7}"/>
              </a:ext>
            </a:extLst>
          </p:cNvPr>
          <p:cNvSpPr txBox="1"/>
          <p:nvPr/>
        </p:nvSpPr>
        <p:spPr>
          <a:xfrm>
            <a:off x="217411" y="5903893"/>
            <a:ext cx="11726698" cy="954107"/>
          </a:xfrm>
          <a:prstGeom prst="rect">
            <a:avLst/>
          </a:prstGeom>
          <a:noFill/>
        </p:spPr>
        <p:txBody>
          <a:bodyPr wrap="square">
            <a:spAutoFit/>
          </a:bodyPr>
          <a:lstStyle/>
          <a:p>
            <a:r>
              <a:rPr lang="ru-RU" sz="800" dirty="0"/>
              <a:t>1. </a:t>
            </a:r>
            <a:r>
              <a:rPr lang="ru-RU" sz="800" dirty="0" err="1"/>
              <a:t>Чесникова</a:t>
            </a:r>
            <a:r>
              <a:rPr lang="ru-RU" sz="800" dirty="0"/>
              <a:t> А.И., и </a:t>
            </a:r>
            <a:r>
              <a:rPr lang="ru-RU" sz="800" dirty="0" err="1"/>
              <a:t>соавт</a:t>
            </a:r>
            <a:r>
              <a:rPr lang="ru-RU" sz="800" dirty="0"/>
              <a:t>. Оценка эффективности фиксированной комбинации </a:t>
            </a:r>
            <a:r>
              <a:rPr lang="ru-RU" sz="800" dirty="0" err="1"/>
              <a:t>бисопролола</a:t>
            </a:r>
            <a:r>
              <a:rPr lang="ru-RU" sz="800" dirty="0"/>
              <a:t> и амлодипина в амбулаторном лечении больных артериальной гипертензией и ишемической болезнью сердца. Кардиология. 2014;9:17–23.</a:t>
            </a:r>
          </a:p>
          <a:p>
            <a:r>
              <a:rPr lang="ru-RU" sz="800" dirty="0"/>
              <a:t>2. </a:t>
            </a:r>
            <a:r>
              <a:rPr lang="ru-RU" sz="800" dirty="0" err="1"/>
              <a:t>Скибицкий</a:t>
            </a:r>
            <a:r>
              <a:rPr lang="ru-RU" sz="800" dirty="0"/>
              <a:t> В.В., и </a:t>
            </a:r>
            <a:r>
              <a:rPr lang="ru-RU" sz="800" dirty="0" err="1"/>
              <a:t>соавт</a:t>
            </a:r>
            <a:r>
              <a:rPr lang="ru-RU" sz="800" dirty="0"/>
              <a:t>. Эффективность фиксированной комбинации </a:t>
            </a:r>
            <a:r>
              <a:rPr lang="ru-RU" sz="800" dirty="0" err="1"/>
              <a:t>бисопролола</a:t>
            </a:r>
            <a:r>
              <a:rPr lang="ru-RU" sz="800" dirty="0"/>
              <a:t> и амлодипина у пациентов с артериальной гипертонией, ишемической болезнью сердца и метаболическим синдромом. Системные гипертензии. 2015;1:26–31.</a:t>
            </a:r>
          </a:p>
          <a:p>
            <a:r>
              <a:rPr lang="ru-RU" sz="800" dirty="0"/>
              <a:t>3. </a:t>
            </a:r>
            <a:r>
              <a:rPr lang="en-US" sz="800" dirty="0"/>
              <a:t>Wald DS, et al. Combination therapy versus monotherapy in reducing blood pressure: meta-analysis on 11,000 participants from 42 trials. Am J Med. 2009;122(3):290–300.</a:t>
            </a:r>
          </a:p>
          <a:p>
            <a:r>
              <a:rPr lang="en-US" sz="800" dirty="0"/>
              <a:t>4. Verma AA, et al. Fixed-dose combination antihypertensive medications, adherence, and clinical outcomes. PLOS Medicine. 2018;15(6):e1002584.</a:t>
            </a:r>
          </a:p>
          <a:p>
            <a:r>
              <a:rPr lang="en-US" sz="800" dirty="0"/>
              <a:t>5. Hess G, et al. Medication utilization patterns and hypertension-related expenditures among patients who were switched from fixed-dose to free-combination antihypertensive therapy. P&amp;T. 2008;33(11):652–666.</a:t>
            </a:r>
          </a:p>
          <a:p>
            <a:r>
              <a:rPr lang="en-US" sz="800" dirty="0"/>
              <a:t>6. </a:t>
            </a:r>
            <a:r>
              <a:rPr lang="ru-RU" sz="800" dirty="0"/>
              <a:t>Жернакова Ю.В., и </a:t>
            </a:r>
            <a:r>
              <a:rPr lang="ru-RU" sz="800" dirty="0" err="1"/>
              <a:t>соавт</a:t>
            </a:r>
            <a:r>
              <a:rPr lang="ru-RU" sz="800" dirty="0"/>
              <a:t>. Возможности фиксированной комбинации высокоселективного </a:t>
            </a:r>
            <a:r>
              <a:rPr lang="el-GR" sz="800" dirty="0"/>
              <a:t>β-</a:t>
            </a:r>
            <a:r>
              <a:rPr lang="ru-RU" sz="800" dirty="0"/>
              <a:t>адреноблокатора </a:t>
            </a:r>
            <a:r>
              <a:rPr lang="ru-RU" sz="800" dirty="0" err="1"/>
              <a:t>бисопролола</a:t>
            </a:r>
            <a:r>
              <a:rPr lang="ru-RU" sz="800" dirty="0"/>
              <a:t> и антагониста кальция амлодипина (</a:t>
            </a:r>
            <a:r>
              <a:rPr lang="ru-RU" sz="800" dirty="0" err="1"/>
              <a:t>Конкор</a:t>
            </a:r>
            <a:r>
              <a:rPr lang="ru-RU" sz="800" dirty="0"/>
              <a:t>® АМ) в лечении артериальной гипертонии у больных с метаболическими нарушениями. Системные гипертензии. 2017;1:45–50.</a:t>
            </a:r>
          </a:p>
        </p:txBody>
      </p:sp>
      <p:sp>
        <p:nvSpPr>
          <p:cNvPr id="3" name="TextBox 2">
            <a:extLst>
              <a:ext uri="{FF2B5EF4-FFF2-40B4-BE49-F238E27FC236}">
                <a16:creationId xmlns:a16="http://schemas.microsoft.com/office/drawing/2014/main" id="{43DC6907-D771-6682-7808-1F61A904465C}"/>
              </a:ext>
            </a:extLst>
          </p:cNvPr>
          <p:cNvSpPr txBox="1"/>
          <p:nvPr/>
        </p:nvSpPr>
        <p:spPr>
          <a:xfrm>
            <a:off x="7472441" y="5595910"/>
            <a:ext cx="4804177" cy="276999"/>
          </a:xfrm>
          <a:prstGeom prst="rect">
            <a:avLst/>
          </a:prstGeom>
          <a:noFill/>
        </p:spPr>
        <p:txBody>
          <a:bodyPr wrap="square">
            <a:spAutoFit/>
          </a:bodyPr>
          <a:lstStyle/>
          <a:p>
            <a:r>
              <a:rPr lang="ru-RU" sz="1200" b="1" dirty="0"/>
              <a:t>ДГП-БКК</a:t>
            </a:r>
            <a:r>
              <a:rPr lang="ru-RU" sz="1200" dirty="0"/>
              <a:t> – </a:t>
            </a:r>
            <a:r>
              <a:rPr lang="ru-RU" sz="1200" dirty="0" err="1"/>
              <a:t>дигидропиридиновые</a:t>
            </a:r>
            <a:r>
              <a:rPr lang="ru-RU" sz="1200" dirty="0"/>
              <a:t> блокаторы кальциевых каналов</a:t>
            </a:r>
          </a:p>
        </p:txBody>
      </p:sp>
    </p:spTree>
    <p:extLst>
      <p:ext uri="{BB962C8B-B14F-4D97-AF65-F5344CB8AC3E}">
        <p14:creationId xmlns:p14="http://schemas.microsoft.com/office/powerpoint/2010/main" val="6147083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577D8-86CD-2427-DFF3-208F43C46F78}"/>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9D80711E-D199-5AB3-4996-B4BED5A4F25C}"/>
              </a:ext>
            </a:extLst>
          </p:cNvPr>
          <p:cNvSpPr>
            <a:spLocks noGrp="1"/>
          </p:cNvSpPr>
          <p:nvPr>
            <p:ph type="title"/>
          </p:nvPr>
        </p:nvSpPr>
        <p:spPr bwMode="gray">
          <a:xfrm>
            <a:off x="5951538" y="2240992"/>
            <a:ext cx="5617070" cy="1365808"/>
          </a:xfrm>
        </p:spPr>
        <p:txBody>
          <a:bodyPr/>
          <a:lstStyle/>
          <a:p>
            <a:r>
              <a:rPr lang="ru-RU" sz="4000" b="1" dirty="0" err="1">
                <a:latin typeface="Arial (Headings)"/>
              </a:rPr>
              <a:t>Конкор</a:t>
            </a:r>
            <a:r>
              <a:rPr lang="ru-RU" sz="4000" b="1" dirty="0">
                <a:latin typeface="Arial (Headings)"/>
              </a:rPr>
              <a:t>® АМ при АГ в сочетании с ИБС</a:t>
            </a:r>
          </a:p>
        </p:txBody>
      </p:sp>
      <p:sp>
        <p:nvSpPr>
          <p:cNvPr id="2" name="TextBox 1">
            <a:extLst>
              <a:ext uri="{FF2B5EF4-FFF2-40B4-BE49-F238E27FC236}">
                <a16:creationId xmlns:a16="http://schemas.microsoft.com/office/drawing/2014/main" id="{52424B56-820D-E196-495E-6B9EDB46118E}"/>
              </a:ext>
            </a:extLst>
          </p:cNvPr>
          <p:cNvSpPr txBox="1"/>
          <p:nvPr/>
        </p:nvSpPr>
        <p:spPr>
          <a:xfrm>
            <a:off x="1822287" y="166693"/>
            <a:ext cx="8321174" cy="215444"/>
          </a:xfrm>
          <a:prstGeom prst="rect">
            <a:avLst/>
          </a:prstGeom>
          <a:noFill/>
        </p:spPr>
        <p:txBody>
          <a:bodyPr wrap="square">
            <a:spAutoFit/>
          </a:bodyPr>
          <a:lstStyle/>
          <a:p>
            <a:r>
              <a:rPr lang="ru-RU" sz="800" dirty="0" err="1">
                <a:solidFill>
                  <a:prstClr val="black"/>
                </a:solidFill>
                <a:latin typeface="Calibri" panose="020F0502020204030204"/>
              </a:rPr>
              <a:t>Конкор</a:t>
            </a:r>
            <a:r>
              <a:rPr lang="ru-RU" sz="800" dirty="0">
                <a:solidFill>
                  <a:prstClr val="black"/>
                </a:solidFill>
                <a:latin typeface="Calibri" panose="020F0502020204030204"/>
              </a:rPr>
              <a:t>® АМ зарегистрирован для лечения артериальной гипертензии. Представленные данные применимы для пациентов с артериальной гипертензией и сопутствующей ИБС</a:t>
            </a:r>
          </a:p>
        </p:txBody>
      </p:sp>
    </p:spTree>
    <p:custDataLst>
      <p:tags r:id="rId1"/>
    </p:custDataLst>
    <p:extLst>
      <p:ext uri="{BB962C8B-B14F-4D97-AF65-F5344CB8AC3E}">
        <p14:creationId xmlns:p14="http://schemas.microsoft.com/office/powerpoint/2010/main" val="4123505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1CEE0-AB04-D953-E74E-4DD129742089}"/>
            </a:ext>
          </a:extLst>
        </p:cNvPr>
        <p:cNvGrpSpPr/>
        <p:nvPr/>
      </p:nvGrpSpPr>
      <p:grpSpPr>
        <a:xfrm>
          <a:off x="0" y="0"/>
          <a:ext cx="0" cy="0"/>
          <a:chOff x="0" y="0"/>
          <a:chExt cx="0" cy="0"/>
        </a:xfrm>
      </p:grpSpPr>
      <p:sp>
        <p:nvSpPr>
          <p:cNvPr id="4" name="Объект 4">
            <a:extLst>
              <a:ext uri="{FF2B5EF4-FFF2-40B4-BE49-F238E27FC236}">
                <a16:creationId xmlns:a16="http://schemas.microsoft.com/office/drawing/2014/main" id="{C8EF9E3B-167F-7CCB-6A23-3D7788174640}"/>
              </a:ext>
            </a:extLst>
          </p:cNvPr>
          <p:cNvSpPr txBox="1">
            <a:spLocks/>
          </p:cNvSpPr>
          <p:nvPr/>
        </p:nvSpPr>
        <p:spPr>
          <a:xfrm>
            <a:off x="489405" y="6107758"/>
            <a:ext cx="5184775" cy="457200"/>
          </a:xfrm>
          <a:prstGeom prst="rect">
            <a:avLst/>
          </a:prstGeom>
        </p:spPr>
        <p:txBody>
          <a:bodyPr vert="horz" lIns="0" tIns="0" rIns="0" bIns="0" rtlCol="0">
            <a:noAutofit/>
          </a:bodyPr>
          <a:lstStyle>
            <a:lvl1pPr marL="228600" indent="-228600" algn="l" defTabSz="914400" rtl="0" eaLnBrk="1" latinLnBrk="0" hangingPunct="1">
              <a:lnSpc>
                <a:spcPct val="110000"/>
              </a:lnSpc>
              <a:spcBef>
                <a:spcPts val="800"/>
              </a:spcBef>
              <a:buFont typeface="Arial" panose="020B0604020202020204" pitchFamily="34" charset="0"/>
              <a:buChar char="•"/>
              <a:defRPr sz="1600" kern="1200">
                <a:solidFill>
                  <a:srgbClr val="265374"/>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110000"/>
              </a:lnSpc>
              <a:spcBef>
                <a:spcPts val="800"/>
              </a:spcBef>
              <a:buFont typeface="Arial" panose="020B0604020202020204" pitchFamily="34" charset="0"/>
              <a:buChar char="•"/>
              <a:defRPr sz="1600" kern="1200">
                <a:solidFill>
                  <a:srgbClr val="265374"/>
                </a:solidFill>
                <a:latin typeface="+mn-lt"/>
                <a:ea typeface="+mn-ea"/>
                <a:cs typeface="+mn-cs"/>
              </a:defRPr>
            </a:lvl2pPr>
            <a:lvl3pPr marL="1143000" indent="-228600" algn="l" defTabSz="914400" rtl="0" eaLnBrk="1" latinLnBrk="0" hangingPunct="1">
              <a:lnSpc>
                <a:spcPct val="110000"/>
              </a:lnSpc>
              <a:spcBef>
                <a:spcPts val="800"/>
              </a:spcBef>
              <a:buFont typeface="Arial" panose="020B0604020202020204" pitchFamily="34" charset="0"/>
              <a:buChar char="•"/>
              <a:defRPr sz="1400" kern="1200">
                <a:solidFill>
                  <a:srgbClr val="265374"/>
                </a:solidFill>
                <a:latin typeface="+mn-lt"/>
                <a:ea typeface="+mn-ea"/>
                <a:cs typeface="+mn-cs"/>
              </a:defRPr>
            </a:lvl3pPr>
            <a:lvl4pPr marL="1600200" indent="-228600" algn="l" defTabSz="914400" rtl="0" eaLnBrk="1" latinLnBrk="0" hangingPunct="1">
              <a:lnSpc>
                <a:spcPct val="110000"/>
              </a:lnSpc>
              <a:spcBef>
                <a:spcPts val="800"/>
              </a:spcBef>
              <a:buFont typeface="Arial" panose="020B0604020202020204" pitchFamily="34" charset="0"/>
              <a:buChar char="•"/>
              <a:defRPr sz="1200" kern="1200">
                <a:solidFill>
                  <a:srgbClr val="265374"/>
                </a:solidFill>
                <a:latin typeface="+mn-lt"/>
                <a:ea typeface="+mn-ea"/>
                <a:cs typeface="+mn-cs"/>
              </a:defRPr>
            </a:lvl4pPr>
            <a:lvl5pPr marL="2057400" indent="-228600" algn="l" defTabSz="914400" rtl="0" eaLnBrk="1" latinLnBrk="0" hangingPunct="1">
              <a:lnSpc>
                <a:spcPct val="110000"/>
              </a:lnSpc>
              <a:spcBef>
                <a:spcPts val="800"/>
              </a:spcBef>
              <a:buFont typeface="Arial" panose="020B0604020202020204" pitchFamily="34" charset="0"/>
              <a:buChar char="•"/>
              <a:defRPr sz="1200" kern="1200">
                <a:solidFill>
                  <a:srgbClr val="26537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300"/>
              </a:spcBef>
              <a:buFont typeface="Arial" panose="020B0604020202020204" pitchFamily="34" charset="0"/>
              <a:buNone/>
            </a:pPr>
            <a:r>
              <a:rPr lang="ru-RU" sz="800" b="1" dirty="0">
                <a:solidFill>
                  <a:srgbClr val="323F48"/>
                </a:solidFill>
                <a:latin typeface="Calibri" panose="020F0502020204030204" pitchFamily="34" charset="0"/>
                <a:cs typeface="Calibri" panose="020F0502020204030204" pitchFamily="34" charset="0"/>
              </a:rPr>
              <a:t>АГ </a:t>
            </a:r>
            <a:r>
              <a:rPr lang="ru-RU" sz="800" dirty="0">
                <a:solidFill>
                  <a:srgbClr val="323F48"/>
                </a:solidFill>
                <a:latin typeface="Calibri" panose="020F0502020204030204" pitchFamily="34" charset="0"/>
                <a:cs typeface="Calibri" panose="020F0502020204030204" pitchFamily="34" charset="0"/>
              </a:rPr>
              <a:t>– артериальная гипертензия,</a:t>
            </a:r>
            <a:r>
              <a:rPr lang="en-US" sz="800" dirty="0">
                <a:solidFill>
                  <a:srgbClr val="323F48"/>
                </a:solidFill>
                <a:latin typeface="Calibri" panose="020F0502020204030204" pitchFamily="34" charset="0"/>
                <a:cs typeface="Calibri" panose="020F0502020204030204" pitchFamily="34" charset="0"/>
              </a:rPr>
              <a:t> </a:t>
            </a:r>
            <a:r>
              <a:rPr lang="ru-RU" sz="800" b="1" dirty="0">
                <a:solidFill>
                  <a:srgbClr val="323F48"/>
                </a:solidFill>
                <a:latin typeface="Calibri" panose="020F0502020204030204" pitchFamily="34" charset="0"/>
                <a:cs typeface="Calibri" panose="020F0502020204030204" pitchFamily="34" charset="0"/>
              </a:rPr>
              <a:t>ИБС</a:t>
            </a:r>
            <a:r>
              <a:rPr lang="ru-RU" sz="800" dirty="0">
                <a:solidFill>
                  <a:srgbClr val="323F48"/>
                </a:solidFill>
                <a:latin typeface="Calibri" panose="020F0502020204030204" pitchFamily="34" charset="0"/>
                <a:cs typeface="Calibri" panose="020F0502020204030204" pitchFamily="34" charset="0"/>
              </a:rPr>
              <a:t> – ишемическая болезнь сердца, ФК – функциональный класс</a:t>
            </a:r>
            <a:endParaRPr lang="en-US" sz="800" b="1" dirty="0">
              <a:solidFill>
                <a:srgbClr val="323F48"/>
              </a:solidFill>
              <a:latin typeface="Calibri" panose="020F0502020204030204" pitchFamily="34" charset="0"/>
              <a:cs typeface="Calibri" panose="020F0502020204030204" pitchFamily="34" charset="0"/>
            </a:endParaRPr>
          </a:p>
          <a:p>
            <a:pPr marL="0" indent="0">
              <a:lnSpc>
                <a:spcPct val="100000"/>
              </a:lnSpc>
              <a:spcBef>
                <a:spcPts val="300"/>
              </a:spcBef>
              <a:buFont typeface="Arial" panose="020B0604020202020204" pitchFamily="34" charset="0"/>
              <a:buNone/>
            </a:pPr>
            <a:r>
              <a:rPr lang="ru-RU" sz="800" b="1" dirty="0">
                <a:solidFill>
                  <a:srgbClr val="323F48"/>
                </a:solidFill>
                <a:latin typeface="Calibri" panose="020F0502020204030204" pitchFamily="34" charset="0"/>
                <a:cs typeface="Calibri" panose="020F0502020204030204" pitchFamily="34" charset="0"/>
              </a:rPr>
              <a:t>1. </a:t>
            </a:r>
            <a:r>
              <a:rPr lang="ru-RU" sz="800" dirty="0" err="1">
                <a:solidFill>
                  <a:srgbClr val="323F48"/>
                </a:solidFill>
                <a:latin typeface="Calibri" panose="020F0502020204030204" pitchFamily="34" charset="0"/>
                <a:cs typeface="Calibri" panose="020F0502020204030204" pitchFamily="34" charset="0"/>
              </a:rPr>
              <a:t>Чесникова</a:t>
            </a:r>
            <a:r>
              <a:rPr lang="ru-RU" sz="800" dirty="0">
                <a:solidFill>
                  <a:srgbClr val="323F48"/>
                </a:solidFill>
                <a:latin typeface="Calibri" panose="020F0502020204030204" pitchFamily="34" charset="0"/>
                <a:cs typeface="Calibri" panose="020F0502020204030204" pitchFamily="34" charset="0"/>
              </a:rPr>
              <a:t> А.И., </a:t>
            </a:r>
            <a:r>
              <a:rPr lang="ru-RU" sz="800" dirty="0" err="1">
                <a:solidFill>
                  <a:srgbClr val="323F48"/>
                </a:solidFill>
                <a:latin typeface="Calibri" panose="020F0502020204030204" pitchFamily="34" charset="0"/>
                <a:cs typeface="Calibri" panose="020F0502020204030204" pitchFamily="34" charset="0"/>
              </a:rPr>
              <a:t>Сафроненко</a:t>
            </a:r>
            <a:r>
              <a:rPr lang="ru-RU" sz="800" dirty="0">
                <a:solidFill>
                  <a:srgbClr val="323F48"/>
                </a:solidFill>
                <a:latin typeface="Calibri" panose="020F0502020204030204" pitchFamily="34" charset="0"/>
                <a:cs typeface="Calibri" panose="020F0502020204030204" pitchFamily="34" charset="0"/>
              </a:rPr>
              <a:t> В.А., </a:t>
            </a:r>
            <a:r>
              <a:rPr lang="ru-RU" sz="800" dirty="0" err="1">
                <a:solidFill>
                  <a:srgbClr val="323F48"/>
                </a:solidFill>
                <a:latin typeface="Calibri" panose="020F0502020204030204" pitchFamily="34" charset="0"/>
                <a:cs typeface="Calibri" panose="020F0502020204030204" pitchFamily="34" charset="0"/>
              </a:rPr>
              <a:t>Коломацкая</a:t>
            </a:r>
            <a:r>
              <a:rPr lang="ru-RU" sz="800" dirty="0">
                <a:solidFill>
                  <a:srgbClr val="323F48"/>
                </a:solidFill>
                <a:latin typeface="Calibri" panose="020F0502020204030204" pitchFamily="34" charset="0"/>
                <a:cs typeface="Calibri" panose="020F0502020204030204" pitchFamily="34" charset="0"/>
              </a:rPr>
              <a:t> О.Е. Оценка эффективности фиксированной комбинации </a:t>
            </a:r>
            <a:r>
              <a:rPr lang="ru-RU" sz="800" dirty="0" err="1">
                <a:solidFill>
                  <a:srgbClr val="323F48"/>
                </a:solidFill>
                <a:latin typeface="Calibri" panose="020F0502020204030204" pitchFamily="34" charset="0"/>
                <a:cs typeface="Calibri" panose="020F0502020204030204" pitchFamily="34" charset="0"/>
              </a:rPr>
              <a:t>бисопролола</a:t>
            </a:r>
            <a:r>
              <a:rPr lang="ru-RU" sz="800" dirty="0">
                <a:solidFill>
                  <a:srgbClr val="323F48"/>
                </a:solidFill>
                <a:latin typeface="Calibri" panose="020F0502020204030204" pitchFamily="34" charset="0"/>
                <a:cs typeface="Calibri" panose="020F0502020204030204" pitchFamily="34" charset="0"/>
              </a:rPr>
              <a:t> и амлодипина в амбулаторном лечении больных артериальной гипертензией и ишемической болезнью сердца // Кардиология. – 2014. – №9. – С. 17-23.</a:t>
            </a:r>
          </a:p>
        </p:txBody>
      </p:sp>
      <p:sp>
        <p:nvSpPr>
          <p:cNvPr id="5" name="Прямоугольник 13">
            <a:extLst>
              <a:ext uri="{FF2B5EF4-FFF2-40B4-BE49-F238E27FC236}">
                <a16:creationId xmlns:a16="http://schemas.microsoft.com/office/drawing/2014/main" id="{BA4A2977-93CD-59AF-AFAA-9FFC4351E69C}"/>
              </a:ext>
            </a:extLst>
          </p:cNvPr>
          <p:cNvSpPr/>
          <p:nvPr/>
        </p:nvSpPr>
        <p:spPr>
          <a:xfrm>
            <a:off x="643595" y="1788812"/>
            <a:ext cx="4106825" cy="4031873"/>
          </a:xfrm>
          <a:prstGeom prst="rect">
            <a:avLst/>
          </a:prstGeom>
        </p:spPr>
        <p:txBody>
          <a:bodyPr wrap="square">
            <a:spAutoFit/>
          </a:bodyPr>
          <a:lstStyle/>
          <a:p>
            <a:pPr>
              <a:defRPr/>
            </a:pPr>
            <a:r>
              <a:rPr lang="ru-RU" sz="1600" b="1" dirty="0">
                <a:solidFill>
                  <a:srgbClr val="065DA6"/>
                </a:solidFill>
                <a:latin typeface="Verdana" panose="020B0604030504040204" pitchFamily="34" charset="0"/>
                <a:ea typeface="Verdana" panose="020B0604030504040204" pitchFamily="34" charset="0"/>
                <a:cs typeface="Times New Roman" panose="02020603050405020304" pitchFamily="18" charset="0"/>
              </a:rPr>
              <a:t>Число пациентов</a:t>
            </a:r>
            <a:r>
              <a:rPr lang="en-US" sz="1600" b="1" dirty="0">
                <a:solidFill>
                  <a:srgbClr val="065DA6"/>
                </a:solidFill>
                <a:latin typeface="Verdana" panose="020B0604030504040204" pitchFamily="34" charset="0"/>
                <a:ea typeface="Verdana" panose="020B0604030504040204" pitchFamily="34" charset="0"/>
                <a:cs typeface="Times New Roman" panose="02020603050405020304" pitchFamily="18" charset="0"/>
              </a:rPr>
              <a:t> </a:t>
            </a:r>
          </a:p>
          <a:p>
            <a:pPr>
              <a:defRPr/>
            </a:pPr>
            <a:r>
              <a:rPr lang="ru-RU" sz="1600" dirty="0">
                <a:solidFill>
                  <a:srgbClr val="265374"/>
                </a:solidFill>
                <a:latin typeface="Verdana" panose="020B0604030504040204" pitchFamily="34" charset="0"/>
                <a:ea typeface="Verdana" panose="020B0604030504040204" pitchFamily="34" charset="0"/>
                <a:cs typeface="Times New Roman" panose="02020603050405020304" pitchFamily="18" charset="0"/>
              </a:rPr>
              <a:t>n=100 (62% женщин, 38% мужчин; средний возраст составил 65,0±8,51 года) </a:t>
            </a:r>
          </a:p>
          <a:p>
            <a:pPr>
              <a:defRPr/>
            </a:pPr>
            <a:endParaRPr lang="ru-RU" sz="1600" dirty="0">
              <a:solidFill>
                <a:srgbClr val="265374"/>
              </a:solidFill>
              <a:latin typeface="Verdana"/>
            </a:endParaRPr>
          </a:p>
          <a:p>
            <a:pPr>
              <a:defRPr/>
            </a:pPr>
            <a:r>
              <a:rPr lang="ru-RU" sz="1600" b="1" dirty="0">
                <a:solidFill>
                  <a:srgbClr val="065DA6"/>
                </a:solidFill>
                <a:latin typeface="Verdana" panose="020B0604030504040204" pitchFamily="34" charset="0"/>
                <a:ea typeface="Verdana" panose="020B0604030504040204" pitchFamily="34" charset="0"/>
                <a:cs typeface="Times New Roman" panose="02020603050405020304" pitchFamily="18" charset="0"/>
              </a:rPr>
              <a:t>Диагноз</a:t>
            </a:r>
          </a:p>
          <a:p>
            <a:pPr marL="285750" indent="-285750">
              <a:buFont typeface="Wingdings" panose="05000000000000000000" pitchFamily="2" charset="2"/>
              <a:buChar char="Ø"/>
              <a:defRPr/>
            </a:pPr>
            <a:r>
              <a:rPr lang="ru-RU" sz="1600" dirty="0">
                <a:solidFill>
                  <a:srgbClr val="265374"/>
                </a:solidFill>
                <a:latin typeface="Verdana"/>
              </a:rPr>
              <a:t>АГ 1–3 степени + ИБС, стенокардия напряжения - 100% </a:t>
            </a:r>
          </a:p>
          <a:p>
            <a:pPr marL="285750" indent="-285750">
              <a:buFont typeface="Wingdings" panose="05000000000000000000" pitchFamily="2" charset="2"/>
              <a:buChar char="Ø"/>
              <a:defRPr/>
            </a:pPr>
            <a:r>
              <a:rPr lang="ru-RU" sz="1600" dirty="0">
                <a:solidFill>
                  <a:srgbClr val="265374"/>
                </a:solidFill>
                <a:latin typeface="Verdana"/>
              </a:rPr>
              <a:t>ФК II — 83%, </a:t>
            </a:r>
          </a:p>
          <a:p>
            <a:pPr marL="285750" indent="-285750">
              <a:buFont typeface="Wingdings" panose="05000000000000000000" pitchFamily="2" charset="2"/>
              <a:buChar char="Ø"/>
              <a:defRPr/>
            </a:pPr>
            <a:r>
              <a:rPr lang="ru-RU" sz="1600" dirty="0">
                <a:solidFill>
                  <a:srgbClr val="265374"/>
                </a:solidFill>
                <a:latin typeface="Verdana"/>
              </a:rPr>
              <a:t>ФК III — 15%)</a:t>
            </a:r>
          </a:p>
          <a:p>
            <a:pPr marL="285750" indent="-285750">
              <a:buFont typeface="Wingdings" panose="05000000000000000000" pitchFamily="2" charset="2"/>
              <a:buChar char="Ø"/>
              <a:defRPr/>
            </a:pPr>
            <a:r>
              <a:rPr lang="ru-RU" sz="1600" dirty="0">
                <a:solidFill>
                  <a:srgbClr val="265374"/>
                </a:solidFill>
                <a:latin typeface="Verdana"/>
              </a:rPr>
              <a:t>ПИКС у 33%,</a:t>
            </a:r>
          </a:p>
          <a:p>
            <a:pPr marL="285750" indent="-285750">
              <a:buFont typeface="Wingdings" panose="05000000000000000000" pitchFamily="2" charset="2"/>
              <a:buChar char="Ø"/>
              <a:defRPr/>
            </a:pPr>
            <a:r>
              <a:rPr lang="ru-RU" sz="1600" dirty="0">
                <a:solidFill>
                  <a:srgbClr val="265374"/>
                </a:solidFill>
                <a:latin typeface="Verdana"/>
              </a:rPr>
              <a:t>АКШ у 14% </a:t>
            </a:r>
          </a:p>
          <a:p>
            <a:pPr>
              <a:defRPr/>
            </a:pPr>
            <a:r>
              <a:rPr lang="ru-RU" sz="1600" i="1" dirty="0">
                <a:solidFill>
                  <a:srgbClr val="265374"/>
                </a:solidFill>
                <a:latin typeface="Verdana"/>
              </a:rPr>
              <a:t>Длительность ИБС в среднем 6,5 лет</a:t>
            </a:r>
            <a:endParaRPr lang="ru-RU" sz="1600" i="1" dirty="0">
              <a:solidFill>
                <a:srgbClr val="265374"/>
              </a:solidFill>
              <a:latin typeface="Verdana" panose="020B0604030504040204" pitchFamily="34" charset="0"/>
              <a:ea typeface="Verdana" panose="020B0604030504040204" pitchFamily="34" charset="0"/>
              <a:cs typeface="Times New Roman" panose="02020603050405020304" pitchFamily="18" charset="0"/>
            </a:endParaRPr>
          </a:p>
          <a:p>
            <a:pPr>
              <a:defRPr/>
            </a:pPr>
            <a:endParaRPr lang="ru-RU" sz="1600" b="1" dirty="0">
              <a:solidFill>
                <a:srgbClr val="065DA6"/>
              </a:solidFill>
              <a:latin typeface="Verdana" panose="020B0604030504040204" pitchFamily="34" charset="0"/>
              <a:ea typeface="Verdana" panose="020B0604030504040204" pitchFamily="34" charset="0"/>
              <a:cs typeface="Times New Roman" panose="02020603050405020304" pitchFamily="18" charset="0"/>
            </a:endParaRPr>
          </a:p>
          <a:p>
            <a:pPr>
              <a:defRPr/>
            </a:pPr>
            <a:r>
              <a:rPr lang="ru-RU" sz="1600" b="1" dirty="0">
                <a:solidFill>
                  <a:srgbClr val="065DA6"/>
                </a:solidFill>
                <a:latin typeface="Verdana" panose="020B0604030504040204" pitchFamily="34" charset="0"/>
                <a:ea typeface="Verdana" panose="020B0604030504040204" pitchFamily="34" charset="0"/>
                <a:cs typeface="Times New Roman" panose="02020603050405020304" pitchFamily="18" charset="0"/>
              </a:rPr>
              <a:t>Длительность наблюдения </a:t>
            </a:r>
            <a:r>
              <a:rPr lang="ru-RU" sz="1600" dirty="0">
                <a:solidFill>
                  <a:srgbClr val="265374"/>
                </a:solidFill>
                <a:latin typeface="Verdana" panose="020B0604030504040204" pitchFamily="34" charset="0"/>
                <a:ea typeface="Verdana" panose="020B0604030504040204" pitchFamily="34" charset="0"/>
                <a:cs typeface="Times New Roman" panose="02020603050405020304" pitchFamily="18" charset="0"/>
              </a:rPr>
              <a:t>–</a:t>
            </a:r>
            <a:r>
              <a:rPr lang="en-US" sz="1600" dirty="0">
                <a:solidFill>
                  <a:srgbClr val="265374"/>
                </a:solidFill>
                <a:latin typeface="Verdana" panose="020B0604030504040204" pitchFamily="34" charset="0"/>
                <a:ea typeface="Verdana" panose="020B0604030504040204" pitchFamily="34" charset="0"/>
                <a:cs typeface="Times New Roman" panose="02020603050405020304" pitchFamily="18" charset="0"/>
              </a:rPr>
              <a:t> </a:t>
            </a:r>
            <a:r>
              <a:rPr lang="ru-RU" sz="1600" dirty="0">
                <a:solidFill>
                  <a:srgbClr val="265374"/>
                </a:solidFill>
                <a:latin typeface="Verdana" panose="020B0604030504040204" pitchFamily="34" charset="0"/>
                <a:ea typeface="Verdana" panose="020B0604030504040204" pitchFamily="34" charset="0"/>
                <a:cs typeface="Times New Roman" panose="02020603050405020304" pitchFamily="18" charset="0"/>
              </a:rPr>
              <a:t>4 недели</a:t>
            </a:r>
          </a:p>
        </p:txBody>
      </p:sp>
      <p:sp>
        <p:nvSpPr>
          <p:cNvPr id="6" name="Заголовок 1">
            <a:extLst>
              <a:ext uri="{FF2B5EF4-FFF2-40B4-BE49-F238E27FC236}">
                <a16:creationId xmlns:a16="http://schemas.microsoft.com/office/drawing/2014/main" id="{FC9A13D8-EFED-04F4-D9F4-6F2A156F04A8}"/>
              </a:ext>
            </a:extLst>
          </p:cNvPr>
          <p:cNvSpPr txBox="1">
            <a:spLocks/>
          </p:cNvSpPr>
          <p:nvPr/>
        </p:nvSpPr>
        <p:spPr>
          <a:xfrm>
            <a:off x="643596" y="507522"/>
            <a:ext cx="10384832" cy="1223410"/>
          </a:xfrm>
          <a:prstGeom prst="rect">
            <a:avLst/>
          </a:prstGeom>
        </p:spPr>
        <p:txBody>
          <a:bodyPr vert="horz" lIns="0" tIns="0" rIns="0" bIns="0" rtlCol="0" anchor="t" anchorCtr="0">
            <a:norm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ru-RU" sz="23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Конкор</a:t>
            </a:r>
            <a:r>
              <a:rPr kumimoji="0" lang="ru-RU" sz="2300" b="1"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j-cs"/>
              </a:rPr>
              <a:t>® </a:t>
            </a:r>
            <a:r>
              <a:rPr kumimoji="0" lang="ru-RU" sz="23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АМ при АГ + ИБС: антиишемический эффект подтверждён инструментально</a:t>
            </a:r>
          </a:p>
        </p:txBody>
      </p:sp>
      <p:sp>
        <p:nvSpPr>
          <p:cNvPr id="7" name="TextBox 6">
            <a:extLst>
              <a:ext uri="{FF2B5EF4-FFF2-40B4-BE49-F238E27FC236}">
                <a16:creationId xmlns:a16="http://schemas.microsoft.com/office/drawing/2014/main" id="{25D84AE4-1E0C-6D1A-8E51-BB074C77AFC5}"/>
              </a:ext>
            </a:extLst>
          </p:cNvPr>
          <p:cNvSpPr txBox="1"/>
          <p:nvPr/>
        </p:nvSpPr>
        <p:spPr>
          <a:xfrm>
            <a:off x="643596" y="1270529"/>
            <a:ext cx="4207184" cy="369332"/>
          </a:xfrm>
          <a:prstGeom prst="rect">
            <a:avLst/>
          </a:prstGeom>
          <a:noFill/>
        </p:spPr>
        <p:txBody>
          <a:bodyPr wrap="square">
            <a:spAutoFit/>
          </a:bodyPr>
          <a:lstStyle/>
          <a:p>
            <a:r>
              <a:rPr lang="ru-RU" dirty="0">
                <a:solidFill>
                  <a:srgbClr val="265374"/>
                </a:solidFill>
                <a:latin typeface="Verdana"/>
              </a:rPr>
              <a:t>Холтер-мониторинг в динамике</a:t>
            </a:r>
          </a:p>
        </p:txBody>
      </p:sp>
      <p:grpSp>
        <p:nvGrpSpPr>
          <p:cNvPr id="8" name="Group 7">
            <a:extLst>
              <a:ext uri="{FF2B5EF4-FFF2-40B4-BE49-F238E27FC236}">
                <a16:creationId xmlns:a16="http://schemas.microsoft.com/office/drawing/2014/main" id="{F2288848-29ED-6596-A25B-0FF32F2C7831}"/>
              </a:ext>
            </a:extLst>
          </p:cNvPr>
          <p:cNvGrpSpPr/>
          <p:nvPr/>
        </p:nvGrpSpPr>
        <p:grpSpPr>
          <a:xfrm rot="5400000">
            <a:off x="5839420" y="1447010"/>
            <a:ext cx="2540567" cy="2587392"/>
            <a:chOff x="1231899" y="2762981"/>
            <a:chExt cx="4125914" cy="1988733"/>
          </a:xfrm>
        </p:grpSpPr>
        <p:sp>
          <p:nvSpPr>
            <p:cNvPr id="9" name="Rectangle: Rounded Corners 8">
              <a:extLst>
                <a:ext uri="{FF2B5EF4-FFF2-40B4-BE49-F238E27FC236}">
                  <a16:creationId xmlns:a16="http://schemas.microsoft.com/office/drawing/2014/main" id="{69CC2AF2-FEF4-2CE5-5FBE-7F4BEDDCE9DF}"/>
                </a:ext>
              </a:extLst>
            </p:cNvPr>
            <p:cNvSpPr/>
            <p:nvPr/>
          </p:nvSpPr>
          <p:spPr>
            <a:xfrm>
              <a:off x="1265142" y="2762981"/>
              <a:ext cx="4092671" cy="1988733"/>
            </a:xfrm>
            <a:prstGeom prst="roundRect">
              <a:avLst>
                <a:gd name="adj" fmla="val 3975"/>
              </a:avLst>
            </a:prstGeom>
            <a:solidFill>
              <a:srgbClr val="FFFFFF"/>
            </a:solidFill>
            <a:ln w="19050" cap="flat" cmpd="sng" algn="ctr">
              <a:solidFill>
                <a:srgbClr val="FFFFFF">
                  <a:lumMod val="85000"/>
                </a:srgbClr>
              </a:solidFill>
              <a:prstDash val="solid"/>
              <a:miter lim="800000"/>
            </a:ln>
            <a:effectLst/>
          </p:spPr>
          <p:txBody>
            <a:bodyPr rtlCol="0" anchor="t" anchorCtr="0"/>
            <a:lstStyle/>
            <a:p>
              <a:endParaRPr lang="en-US" sz="1600" kern="0" dirty="0" err="1">
                <a:solidFill>
                  <a:srgbClr val="FFFFFF"/>
                </a:solidFill>
                <a:latin typeface="Arial" panose="020B0604020202020204"/>
              </a:endParaRPr>
            </a:p>
          </p:txBody>
        </p:sp>
        <p:sp>
          <p:nvSpPr>
            <p:cNvPr id="10" name="Rectangle 9">
              <a:extLst>
                <a:ext uri="{FF2B5EF4-FFF2-40B4-BE49-F238E27FC236}">
                  <a16:creationId xmlns:a16="http://schemas.microsoft.com/office/drawing/2014/main" id="{839D0F6E-998F-3ED8-872D-28993823FF37}"/>
                </a:ext>
              </a:extLst>
            </p:cNvPr>
            <p:cNvSpPr/>
            <p:nvPr/>
          </p:nvSpPr>
          <p:spPr>
            <a:xfrm>
              <a:off x="1231899" y="2874626"/>
              <a:ext cx="68263" cy="1765443"/>
            </a:xfrm>
            <a:prstGeom prst="rect">
              <a:avLst/>
            </a:prstGeom>
            <a:solidFill>
              <a:srgbClr val="FFFFFF"/>
            </a:solidFill>
            <a:ln w="19050" cap="flat" cmpd="sng" algn="ctr">
              <a:noFill/>
              <a:prstDash val="solid"/>
              <a:miter lim="800000"/>
            </a:ln>
            <a:effectLst/>
          </p:spPr>
          <p:txBody>
            <a:bodyPr rtlCol="0" anchor="t" anchorCtr="0"/>
            <a:lstStyle/>
            <a:p>
              <a:endParaRPr lang="en-US" sz="1600" kern="0" dirty="0" err="1">
                <a:solidFill>
                  <a:srgbClr val="FFFFFF"/>
                </a:solidFill>
                <a:latin typeface="Arial" panose="020B0604020202020204"/>
              </a:endParaRPr>
            </a:p>
          </p:txBody>
        </p:sp>
      </p:grpSp>
      <p:sp>
        <p:nvSpPr>
          <p:cNvPr id="11" name="Rectangle 10">
            <a:extLst>
              <a:ext uri="{FF2B5EF4-FFF2-40B4-BE49-F238E27FC236}">
                <a16:creationId xmlns:a16="http://schemas.microsoft.com/office/drawing/2014/main" id="{4853A82F-3920-41ED-08A2-1311C8835E27}"/>
              </a:ext>
            </a:extLst>
          </p:cNvPr>
          <p:cNvSpPr/>
          <p:nvPr/>
        </p:nvSpPr>
        <p:spPr>
          <a:xfrm>
            <a:off x="6109126" y="2887971"/>
            <a:ext cx="2001156" cy="1200329"/>
          </a:xfrm>
          <a:prstGeom prst="rect">
            <a:avLst/>
          </a:prstGeom>
        </p:spPr>
        <p:txBody>
          <a:bodyPr wrap="square">
            <a:noAutofit/>
          </a:bodyPr>
          <a:lstStyle/>
          <a:p>
            <a:pPr algn="ctr">
              <a:spcBef>
                <a:spcPts val="600"/>
              </a:spcBef>
            </a:pPr>
            <a:r>
              <a:rPr lang="ru-RU" sz="1200" b="1" dirty="0">
                <a:solidFill>
                  <a:srgbClr val="005587"/>
                </a:solidFill>
                <a:latin typeface="Arial" panose="020B0604020202020204"/>
              </a:rPr>
              <a:t>число эпизодов ишемии в сутки</a:t>
            </a:r>
          </a:p>
          <a:p>
            <a:pPr algn="ctr">
              <a:spcBef>
                <a:spcPts val="600"/>
              </a:spcBef>
            </a:pPr>
            <a:r>
              <a:rPr lang="ru-RU" sz="1200" dirty="0">
                <a:solidFill>
                  <a:srgbClr val="2B3A42"/>
                </a:solidFill>
                <a:latin typeface="Arial" panose="020B0604020202020204"/>
              </a:rPr>
              <a:t>с 3,1±0,9 до 1,4±0,3 (p=0,045)</a:t>
            </a:r>
            <a:endParaRPr lang="en-US" sz="1200" dirty="0">
              <a:solidFill>
                <a:srgbClr val="2B3A42"/>
              </a:solidFill>
              <a:latin typeface="Arial" panose="020B0604020202020204"/>
            </a:endParaRPr>
          </a:p>
        </p:txBody>
      </p:sp>
      <p:sp>
        <p:nvSpPr>
          <p:cNvPr id="12" name="Rectangle 11">
            <a:extLst>
              <a:ext uri="{FF2B5EF4-FFF2-40B4-BE49-F238E27FC236}">
                <a16:creationId xmlns:a16="http://schemas.microsoft.com/office/drawing/2014/main" id="{0EB950B9-A741-A94F-DD61-BCE66103D510}"/>
              </a:ext>
            </a:extLst>
          </p:cNvPr>
          <p:cNvSpPr/>
          <p:nvPr/>
        </p:nvSpPr>
        <p:spPr>
          <a:xfrm>
            <a:off x="6289696" y="2167140"/>
            <a:ext cx="646331" cy="369332"/>
          </a:xfrm>
          <a:prstGeom prst="rect">
            <a:avLst/>
          </a:prstGeom>
        </p:spPr>
        <p:txBody>
          <a:bodyPr wrap="none">
            <a:noAutofit/>
          </a:bodyPr>
          <a:lstStyle/>
          <a:p>
            <a:r>
              <a:rPr lang="ru-RU" sz="3200" b="1" dirty="0">
                <a:solidFill>
                  <a:srgbClr val="005587"/>
                </a:solidFill>
                <a:latin typeface="Arial" panose="020B0604020202020204"/>
              </a:rPr>
              <a:t>−54,8</a:t>
            </a:r>
            <a:r>
              <a:rPr lang="en-US" sz="3200" b="1" dirty="0">
                <a:solidFill>
                  <a:srgbClr val="005587"/>
                </a:solidFill>
                <a:latin typeface="Arial" panose="020B0604020202020204"/>
              </a:rPr>
              <a:t>%</a:t>
            </a:r>
          </a:p>
        </p:txBody>
      </p:sp>
      <p:grpSp>
        <p:nvGrpSpPr>
          <p:cNvPr id="13" name="Group 12">
            <a:extLst>
              <a:ext uri="{FF2B5EF4-FFF2-40B4-BE49-F238E27FC236}">
                <a16:creationId xmlns:a16="http://schemas.microsoft.com/office/drawing/2014/main" id="{C52EFBDA-3196-4FC6-793A-E147652B9105}"/>
              </a:ext>
            </a:extLst>
          </p:cNvPr>
          <p:cNvGrpSpPr/>
          <p:nvPr/>
        </p:nvGrpSpPr>
        <p:grpSpPr>
          <a:xfrm rot="5400000">
            <a:off x="8709404" y="1450739"/>
            <a:ext cx="2540567" cy="2579936"/>
            <a:chOff x="1231899" y="2762981"/>
            <a:chExt cx="4125914" cy="1988733"/>
          </a:xfrm>
        </p:grpSpPr>
        <p:sp>
          <p:nvSpPr>
            <p:cNvPr id="14" name="Rectangle: Rounded Corners 13">
              <a:extLst>
                <a:ext uri="{FF2B5EF4-FFF2-40B4-BE49-F238E27FC236}">
                  <a16:creationId xmlns:a16="http://schemas.microsoft.com/office/drawing/2014/main" id="{D184B621-BE88-61CE-DC3B-FFEF15550853}"/>
                </a:ext>
              </a:extLst>
            </p:cNvPr>
            <p:cNvSpPr/>
            <p:nvPr/>
          </p:nvSpPr>
          <p:spPr>
            <a:xfrm>
              <a:off x="1265142" y="2762981"/>
              <a:ext cx="4092671" cy="1988733"/>
            </a:xfrm>
            <a:prstGeom prst="roundRect">
              <a:avLst>
                <a:gd name="adj" fmla="val 3975"/>
              </a:avLst>
            </a:prstGeom>
            <a:solidFill>
              <a:srgbClr val="FFFFFF"/>
            </a:solidFill>
            <a:ln w="19050" cap="flat" cmpd="sng" algn="ctr">
              <a:solidFill>
                <a:srgbClr val="FFFFFF">
                  <a:lumMod val="85000"/>
                </a:srgbClr>
              </a:solidFill>
              <a:prstDash val="solid"/>
              <a:miter lim="800000"/>
            </a:ln>
            <a:effectLst/>
          </p:spPr>
          <p:txBody>
            <a:bodyPr rtlCol="0" anchor="t" anchorCtr="0"/>
            <a:lstStyle/>
            <a:p>
              <a:endParaRPr lang="en-US" sz="1600" kern="0" dirty="0" err="1">
                <a:solidFill>
                  <a:srgbClr val="FFFFFF"/>
                </a:solidFill>
                <a:latin typeface="Arial" panose="020B0604020202020204"/>
              </a:endParaRPr>
            </a:p>
          </p:txBody>
        </p:sp>
        <p:sp>
          <p:nvSpPr>
            <p:cNvPr id="15" name="Rectangle 14">
              <a:extLst>
                <a:ext uri="{FF2B5EF4-FFF2-40B4-BE49-F238E27FC236}">
                  <a16:creationId xmlns:a16="http://schemas.microsoft.com/office/drawing/2014/main" id="{4FC6EEB2-9A4C-424B-CE85-B75CF749DDCB}"/>
                </a:ext>
              </a:extLst>
            </p:cNvPr>
            <p:cNvSpPr/>
            <p:nvPr/>
          </p:nvSpPr>
          <p:spPr>
            <a:xfrm>
              <a:off x="1231899" y="2874626"/>
              <a:ext cx="68263" cy="1765443"/>
            </a:xfrm>
            <a:prstGeom prst="rect">
              <a:avLst/>
            </a:prstGeom>
            <a:solidFill>
              <a:srgbClr val="FFFFFF"/>
            </a:solidFill>
            <a:ln w="19050" cap="flat" cmpd="sng" algn="ctr">
              <a:noFill/>
              <a:prstDash val="solid"/>
              <a:miter lim="800000"/>
            </a:ln>
            <a:effectLst/>
          </p:spPr>
          <p:txBody>
            <a:bodyPr rtlCol="0" anchor="t" anchorCtr="0"/>
            <a:lstStyle/>
            <a:p>
              <a:endParaRPr lang="en-US" sz="1600" kern="0" dirty="0" err="1">
                <a:solidFill>
                  <a:srgbClr val="FFFFFF"/>
                </a:solidFill>
                <a:latin typeface="Arial" panose="020B0604020202020204"/>
              </a:endParaRPr>
            </a:p>
          </p:txBody>
        </p:sp>
      </p:grpSp>
      <p:sp>
        <p:nvSpPr>
          <p:cNvPr id="16" name="Rectangle 15">
            <a:extLst>
              <a:ext uri="{FF2B5EF4-FFF2-40B4-BE49-F238E27FC236}">
                <a16:creationId xmlns:a16="http://schemas.microsoft.com/office/drawing/2014/main" id="{690E096C-0AD8-8D9D-DB24-5301A1B43589}"/>
              </a:ext>
            </a:extLst>
          </p:cNvPr>
          <p:cNvSpPr/>
          <p:nvPr/>
        </p:nvSpPr>
        <p:spPr>
          <a:xfrm>
            <a:off x="9229168" y="2167140"/>
            <a:ext cx="646331" cy="369332"/>
          </a:xfrm>
          <a:prstGeom prst="rect">
            <a:avLst/>
          </a:prstGeom>
        </p:spPr>
        <p:txBody>
          <a:bodyPr wrap="none">
            <a:noAutofit/>
          </a:bodyPr>
          <a:lstStyle/>
          <a:p>
            <a:r>
              <a:rPr lang="ru-RU" sz="3200" b="1" dirty="0">
                <a:solidFill>
                  <a:srgbClr val="005587"/>
                </a:solidFill>
                <a:latin typeface="Arial" panose="020B0604020202020204"/>
              </a:rPr>
              <a:t>−</a:t>
            </a:r>
            <a:r>
              <a:rPr lang="en-US" sz="3200" b="1" dirty="0">
                <a:solidFill>
                  <a:srgbClr val="005587"/>
                </a:solidFill>
                <a:latin typeface="Arial" panose="020B0604020202020204"/>
              </a:rPr>
              <a:t>50</a:t>
            </a:r>
            <a:r>
              <a:rPr lang="ru-RU" sz="2000" b="1" dirty="0">
                <a:solidFill>
                  <a:srgbClr val="005587"/>
                </a:solidFill>
                <a:latin typeface="Arial" panose="020B0604020202020204"/>
              </a:rPr>
              <a:t>,</a:t>
            </a:r>
            <a:r>
              <a:rPr lang="ru-RU" sz="3200" b="1" dirty="0">
                <a:solidFill>
                  <a:srgbClr val="005587"/>
                </a:solidFill>
                <a:latin typeface="Arial" panose="020B0604020202020204"/>
              </a:rPr>
              <a:t>5%</a:t>
            </a:r>
            <a:endParaRPr lang="en-US" sz="3200" b="1" dirty="0">
              <a:solidFill>
                <a:srgbClr val="005587"/>
              </a:solidFill>
              <a:latin typeface="Arial" panose="020B0604020202020204"/>
            </a:endParaRPr>
          </a:p>
        </p:txBody>
      </p:sp>
      <p:sp>
        <p:nvSpPr>
          <p:cNvPr id="17" name="Rectangle 16">
            <a:extLst>
              <a:ext uri="{FF2B5EF4-FFF2-40B4-BE49-F238E27FC236}">
                <a16:creationId xmlns:a16="http://schemas.microsoft.com/office/drawing/2014/main" id="{2C8C4D75-5746-23A3-484A-CE761D46C2DD}"/>
              </a:ext>
            </a:extLst>
          </p:cNvPr>
          <p:cNvSpPr/>
          <p:nvPr/>
        </p:nvSpPr>
        <p:spPr>
          <a:xfrm>
            <a:off x="8979110" y="2886235"/>
            <a:ext cx="2001156" cy="1200329"/>
          </a:xfrm>
          <a:prstGeom prst="rect">
            <a:avLst/>
          </a:prstGeom>
        </p:spPr>
        <p:txBody>
          <a:bodyPr wrap="square">
            <a:noAutofit/>
          </a:bodyPr>
          <a:lstStyle/>
          <a:p>
            <a:pPr algn="ctr">
              <a:spcBef>
                <a:spcPts val="600"/>
              </a:spcBef>
            </a:pPr>
            <a:r>
              <a:rPr lang="ru-RU" sz="1200" b="1" dirty="0">
                <a:solidFill>
                  <a:srgbClr val="005587"/>
                </a:solidFill>
                <a:latin typeface="Arial" panose="020B0604020202020204"/>
              </a:rPr>
              <a:t>средняя длительность </a:t>
            </a:r>
            <a:r>
              <a:rPr lang="en-US" sz="1200" b="1" dirty="0">
                <a:solidFill>
                  <a:srgbClr val="005587"/>
                </a:solidFill>
                <a:latin typeface="Arial" panose="020B0604020202020204"/>
              </a:rPr>
              <a:t>ST-</a:t>
            </a:r>
            <a:r>
              <a:rPr lang="ru-RU" sz="1200" b="1" dirty="0">
                <a:solidFill>
                  <a:srgbClr val="005587"/>
                </a:solidFill>
                <a:latin typeface="Arial" panose="020B0604020202020204"/>
              </a:rPr>
              <a:t>депрессии</a:t>
            </a:r>
          </a:p>
          <a:p>
            <a:pPr algn="ctr">
              <a:spcBef>
                <a:spcPts val="600"/>
              </a:spcBef>
            </a:pPr>
            <a:r>
              <a:rPr lang="ru-RU" sz="1200" dirty="0">
                <a:solidFill>
                  <a:srgbClr val="2B3A42"/>
                </a:solidFill>
                <a:latin typeface="Arial" panose="020B0604020202020204"/>
              </a:rPr>
              <a:t>с 36,9±11,5 до 12,3±6,7 мин (p=0,034)</a:t>
            </a:r>
            <a:endParaRPr lang="en-US" sz="1200" dirty="0">
              <a:solidFill>
                <a:srgbClr val="2B3A42"/>
              </a:solidFill>
              <a:latin typeface="Arial" panose="020B0604020202020204"/>
            </a:endParaRPr>
          </a:p>
        </p:txBody>
      </p:sp>
      <mc:AlternateContent xmlns:mc="http://schemas.openxmlformats.org/markup-compatibility/2006" xmlns:p14="http://schemas.microsoft.com/office/powerpoint/2010/main">
        <mc:Choice Requires="p14">
          <p:contentPart p14:bwMode="auto" r:id="rId3">
            <p14:nvContentPartPr>
              <p14:cNvPr id="18" name="Ink 17">
                <a:extLst>
                  <a:ext uri="{FF2B5EF4-FFF2-40B4-BE49-F238E27FC236}">
                    <a16:creationId xmlns:a16="http://schemas.microsoft.com/office/drawing/2014/main" id="{A60B7110-0523-B1EC-9EAD-E56CD72F0E8F}"/>
                  </a:ext>
                </a:extLst>
              </p14:cNvPr>
              <p14:cNvContentPartPr/>
              <p14:nvPr/>
            </p14:nvContentPartPr>
            <p14:xfrm>
              <a:off x="8134172" y="4774256"/>
              <a:ext cx="360" cy="360"/>
            </p14:xfrm>
          </p:contentPart>
        </mc:Choice>
        <mc:Fallback xmlns="">
          <p:pic>
            <p:nvPicPr>
              <p:cNvPr id="18" name="Ink 17">
                <a:extLst>
                  <a:ext uri="{FF2B5EF4-FFF2-40B4-BE49-F238E27FC236}">
                    <a16:creationId xmlns:a16="http://schemas.microsoft.com/office/drawing/2014/main" id="{A60B7110-0523-B1EC-9EAD-E56CD72F0E8F}"/>
                  </a:ext>
                </a:extLst>
              </p:cNvPr>
              <p:cNvPicPr/>
              <p:nvPr/>
            </p:nvPicPr>
            <p:blipFill>
              <a:blip r:embed="rId4"/>
              <a:stretch>
                <a:fillRect/>
              </a:stretch>
            </p:blipFill>
            <p:spPr>
              <a:xfrm>
                <a:off x="8125172" y="4765256"/>
                <a:ext cx="18000" cy="18000"/>
              </a:xfrm>
              <a:prstGeom prst="rect">
                <a:avLst/>
              </a:prstGeom>
            </p:spPr>
          </p:pic>
        </mc:Fallback>
      </mc:AlternateContent>
      <p:sp>
        <p:nvSpPr>
          <p:cNvPr id="19" name="TextBox 18">
            <a:extLst>
              <a:ext uri="{FF2B5EF4-FFF2-40B4-BE49-F238E27FC236}">
                <a16:creationId xmlns:a16="http://schemas.microsoft.com/office/drawing/2014/main" id="{FD60EF16-5F47-BDCC-BDE4-8DBC5B4EA95D}"/>
              </a:ext>
            </a:extLst>
          </p:cNvPr>
          <p:cNvSpPr txBox="1"/>
          <p:nvPr/>
        </p:nvSpPr>
        <p:spPr>
          <a:xfrm>
            <a:off x="5783974" y="4118196"/>
            <a:ext cx="1531074" cy="1015663"/>
          </a:xfrm>
          <a:prstGeom prst="rect">
            <a:avLst/>
          </a:prstGeom>
          <a:noFill/>
        </p:spPr>
        <p:txBody>
          <a:bodyPr wrap="square" rtlCol="0">
            <a:spAutoFit/>
          </a:bodyPr>
          <a:lstStyle/>
          <a:p>
            <a:pPr algn="ctr"/>
            <a:r>
              <a:rPr lang="en-US" b="1" dirty="0">
                <a:solidFill>
                  <a:srgbClr val="265374"/>
                </a:solidFill>
                <a:latin typeface="Verdana"/>
              </a:rPr>
              <a:t>90%</a:t>
            </a:r>
            <a:r>
              <a:rPr lang="ru-RU" dirty="0">
                <a:solidFill>
                  <a:srgbClr val="265374"/>
                </a:solidFill>
                <a:latin typeface="Verdana"/>
              </a:rPr>
              <a:t> </a:t>
            </a:r>
            <a:r>
              <a:rPr lang="ru-RU" sz="1400" dirty="0">
                <a:solidFill>
                  <a:srgbClr val="265374"/>
                </a:solidFill>
                <a:latin typeface="Arial" panose="020B0604020202020204" pitchFamily="34" charset="0"/>
                <a:cs typeface="Arial" panose="020B0604020202020204" pitchFamily="34" charset="0"/>
              </a:rPr>
              <a:t>пациентов</a:t>
            </a:r>
          </a:p>
          <a:p>
            <a:pPr algn="ctr"/>
            <a:r>
              <a:rPr lang="ru-RU" sz="1400" dirty="0">
                <a:solidFill>
                  <a:srgbClr val="265374"/>
                </a:solidFill>
                <a:latin typeface="Arial" panose="020B0604020202020204" pitchFamily="34" charset="0"/>
                <a:cs typeface="Arial" panose="020B0604020202020204" pitchFamily="34" charset="0"/>
              </a:rPr>
              <a:t>достигнуто целевое САД</a:t>
            </a:r>
          </a:p>
        </p:txBody>
      </p:sp>
      <p:sp>
        <p:nvSpPr>
          <p:cNvPr id="20" name="TextBox 19">
            <a:extLst>
              <a:ext uri="{FF2B5EF4-FFF2-40B4-BE49-F238E27FC236}">
                <a16:creationId xmlns:a16="http://schemas.microsoft.com/office/drawing/2014/main" id="{99B6B41F-97A8-1A22-8E39-DA0DA1F858B4}"/>
              </a:ext>
            </a:extLst>
          </p:cNvPr>
          <p:cNvSpPr txBox="1"/>
          <p:nvPr/>
        </p:nvSpPr>
        <p:spPr>
          <a:xfrm>
            <a:off x="7698094" y="4118196"/>
            <a:ext cx="1531074" cy="1015663"/>
          </a:xfrm>
          <a:prstGeom prst="rect">
            <a:avLst/>
          </a:prstGeom>
          <a:noFill/>
        </p:spPr>
        <p:txBody>
          <a:bodyPr wrap="square" rtlCol="0">
            <a:spAutoFit/>
          </a:bodyPr>
          <a:lstStyle/>
          <a:p>
            <a:pPr algn="ctr"/>
            <a:r>
              <a:rPr lang="en-US" b="1" dirty="0">
                <a:solidFill>
                  <a:srgbClr val="265374"/>
                </a:solidFill>
                <a:latin typeface="Verdana"/>
              </a:rPr>
              <a:t>97%</a:t>
            </a:r>
            <a:r>
              <a:rPr lang="ru-RU" dirty="0">
                <a:solidFill>
                  <a:srgbClr val="265374"/>
                </a:solidFill>
                <a:latin typeface="Verdana"/>
              </a:rPr>
              <a:t> </a:t>
            </a:r>
            <a:r>
              <a:rPr lang="ru-RU" sz="1400" dirty="0">
                <a:solidFill>
                  <a:srgbClr val="265374"/>
                </a:solidFill>
                <a:latin typeface="Arial" panose="020B0604020202020204" pitchFamily="34" charset="0"/>
                <a:cs typeface="Arial" panose="020B0604020202020204" pitchFamily="34" charset="0"/>
              </a:rPr>
              <a:t>пациентов</a:t>
            </a:r>
          </a:p>
          <a:p>
            <a:pPr algn="ctr"/>
            <a:r>
              <a:rPr lang="ru-RU" sz="1400" dirty="0">
                <a:solidFill>
                  <a:srgbClr val="265374"/>
                </a:solidFill>
                <a:latin typeface="Arial" panose="020B0604020202020204" pitchFamily="34" charset="0"/>
                <a:cs typeface="Arial" panose="020B0604020202020204" pitchFamily="34" charset="0"/>
              </a:rPr>
              <a:t>достигнуто целевое ДАД</a:t>
            </a:r>
          </a:p>
        </p:txBody>
      </p:sp>
      <p:sp>
        <p:nvSpPr>
          <p:cNvPr id="21" name="TextBox 20">
            <a:extLst>
              <a:ext uri="{FF2B5EF4-FFF2-40B4-BE49-F238E27FC236}">
                <a16:creationId xmlns:a16="http://schemas.microsoft.com/office/drawing/2014/main" id="{42B835C6-E959-FBF7-812F-1E69C5BF7B1D}"/>
              </a:ext>
            </a:extLst>
          </p:cNvPr>
          <p:cNvSpPr txBox="1"/>
          <p:nvPr/>
        </p:nvSpPr>
        <p:spPr>
          <a:xfrm>
            <a:off x="9652868" y="4118196"/>
            <a:ext cx="1531074" cy="1015663"/>
          </a:xfrm>
          <a:prstGeom prst="rect">
            <a:avLst/>
          </a:prstGeom>
          <a:noFill/>
        </p:spPr>
        <p:txBody>
          <a:bodyPr wrap="square" rtlCol="0">
            <a:spAutoFit/>
          </a:bodyPr>
          <a:lstStyle/>
          <a:p>
            <a:pPr algn="ctr"/>
            <a:r>
              <a:rPr lang="ru-RU" b="1" dirty="0">
                <a:solidFill>
                  <a:srgbClr val="265374"/>
                </a:solidFill>
                <a:latin typeface="Verdana"/>
              </a:rPr>
              <a:t>43</a:t>
            </a:r>
            <a:r>
              <a:rPr lang="en-US" b="1" dirty="0">
                <a:solidFill>
                  <a:srgbClr val="265374"/>
                </a:solidFill>
                <a:latin typeface="Verdana"/>
              </a:rPr>
              <a:t>%</a:t>
            </a:r>
            <a:r>
              <a:rPr lang="ru-RU" dirty="0">
                <a:solidFill>
                  <a:srgbClr val="265374"/>
                </a:solidFill>
                <a:latin typeface="Verdana"/>
              </a:rPr>
              <a:t> </a:t>
            </a:r>
            <a:r>
              <a:rPr lang="ru-RU" sz="1400" dirty="0">
                <a:solidFill>
                  <a:srgbClr val="265374"/>
                </a:solidFill>
                <a:latin typeface="Arial" panose="020B0604020202020204" pitchFamily="34" charset="0"/>
                <a:cs typeface="Arial" panose="020B0604020202020204" pitchFamily="34" charset="0"/>
              </a:rPr>
              <a:t>пациентов</a:t>
            </a:r>
          </a:p>
          <a:p>
            <a:pPr algn="ctr"/>
            <a:r>
              <a:rPr lang="ru-RU" sz="1400" dirty="0">
                <a:solidFill>
                  <a:srgbClr val="265374"/>
                </a:solidFill>
                <a:latin typeface="Arial" panose="020B0604020202020204" pitchFamily="34" charset="0"/>
                <a:cs typeface="Arial" panose="020B0604020202020204" pitchFamily="34" charset="0"/>
              </a:rPr>
              <a:t>достигнута ЧСС 55-60</a:t>
            </a:r>
          </a:p>
        </p:txBody>
      </p:sp>
      <p:sp>
        <p:nvSpPr>
          <p:cNvPr id="22" name="TextBox 21">
            <a:extLst>
              <a:ext uri="{FF2B5EF4-FFF2-40B4-BE49-F238E27FC236}">
                <a16:creationId xmlns:a16="http://schemas.microsoft.com/office/drawing/2014/main" id="{207125EE-53CE-4C5B-77C2-6BBE74E9C41C}"/>
              </a:ext>
            </a:extLst>
          </p:cNvPr>
          <p:cNvSpPr txBox="1"/>
          <p:nvPr/>
        </p:nvSpPr>
        <p:spPr>
          <a:xfrm>
            <a:off x="6018611" y="5144649"/>
            <a:ext cx="5251045" cy="600164"/>
          </a:xfrm>
          <a:prstGeom prst="rect">
            <a:avLst/>
          </a:prstGeom>
          <a:noFill/>
        </p:spPr>
        <p:txBody>
          <a:bodyPr wrap="square">
            <a:spAutoFit/>
          </a:bodyPr>
          <a:lstStyle/>
          <a:p>
            <a:pPr algn="ctr"/>
            <a:r>
              <a:rPr lang="ru-RU" sz="1100" b="1" u="sng" dirty="0">
                <a:solidFill>
                  <a:srgbClr val="265374"/>
                </a:solidFill>
                <a:latin typeface="Verdana"/>
              </a:rPr>
              <a:t>Авторы исследования: для достижения целевой ЧСС у пациентов АГ + ИБС следует рассматривать дозу </a:t>
            </a:r>
            <a:r>
              <a:rPr lang="ru-RU" sz="1100" b="1" u="sng" dirty="0" err="1">
                <a:solidFill>
                  <a:srgbClr val="265374"/>
                </a:solidFill>
                <a:latin typeface="Verdana"/>
              </a:rPr>
              <a:t>бисопролола</a:t>
            </a:r>
            <a:r>
              <a:rPr lang="ru-RU" sz="1100" b="1" u="sng" dirty="0">
                <a:solidFill>
                  <a:srgbClr val="265374"/>
                </a:solidFill>
                <a:latin typeface="Verdana"/>
              </a:rPr>
              <a:t> 10 мг</a:t>
            </a:r>
          </a:p>
        </p:txBody>
      </p:sp>
      <p:cxnSp>
        <p:nvCxnSpPr>
          <p:cNvPr id="23" name="Straight Connector 22">
            <a:extLst>
              <a:ext uri="{FF2B5EF4-FFF2-40B4-BE49-F238E27FC236}">
                <a16:creationId xmlns:a16="http://schemas.microsoft.com/office/drawing/2014/main" id="{71F09E30-878F-770E-5A9A-F999FEB15A63}"/>
              </a:ext>
            </a:extLst>
          </p:cNvPr>
          <p:cNvCxnSpPr/>
          <p:nvPr/>
        </p:nvCxnSpPr>
        <p:spPr>
          <a:xfrm>
            <a:off x="7535374" y="4208412"/>
            <a:ext cx="0" cy="836090"/>
          </a:xfrm>
          <a:prstGeom prst="line">
            <a:avLst/>
          </a:prstGeom>
          <a:noFill/>
          <a:ln w="12700" cap="flat" cmpd="sng" algn="ctr">
            <a:solidFill>
              <a:srgbClr val="FFFFFF">
                <a:lumMod val="75000"/>
              </a:srgbClr>
            </a:solidFill>
            <a:prstDash val="solid"/>
            <a:miter lim="800000"/>
            <a:tailEnd type="none"/>
          </a:ln>
          <a:effectLst/>
        </p:spPr>
      </p:cxnSp>
      <p:cxnSp>
        <p:nvCxnSpPr>
          <p:cNvPr id="24" name="Straight Connector 23">
            <a:extLst>
              <a:ext uri="{FF2B5EF4-FFF2-40B4-BE49-F238E27FC236}">
                <a16:creationId xmlns:a16="http://schemas.microsoft.com/office/drawing/2014/main" id="{10D9AF0E-D339-7AD8-FA42-8F622A23E442}"/>
              </a:ext>
            </a:extLst>
          </p:cNvPr>
          <p:cNvCxnSpPr/>
          <p:nvPr/>
        </p:nvCxnSpPr>
        <p:spPr>
          <a:xfrm>
            <a:off x="9466697" y="4208412"/>
            <a:ext cx="0" cy="836090"/>
          </a:xfrm>
          <a:prstGeom prst="line">
            <a:avLst/>
          </a:prstGeom>
          <a:noFill/>
          <a:ln w="12700" cap="flat" cmpd="sng" algn="ctr">
            <a:solidFill>
              <a:srgbClr val="FFFFFF">
                <a:lumMod val="75000"/>
              </a:srgbClr>
            </a:solidFill>
            <a:prstDash val="solid"/>
            <a:miter lim="800000"/>
            <a:tailEnd type="none"/>
          </a:ln>
          <a:effectLst/>
        </p:spPr>
      </p:cxnSp>
      <p:sp>
        <p:nvSpPr>
          <p:cNvPr id="3" name="TextBox 2">
            <a:extLst>
              <a:ext uri="{FF2B5EF4-FFF2-40B4-BE49-F238E27FC236}">
                <a16:creationId xmlns:a16="http://schemas.microsoft.com/office/drawing/2014/main" id="{0E0D4B7B-D31C-46D5-096F-4AA2775B14EC}"/>
              </a:ext>
            </a:extLst>
          </p:cNvPr>
          <p:cNvSpPr txBox="1"/>
          <p:nvPr/>
        </p:nvSpPr>
        <p:spPr>
          <a:xfrm>
            <a:off x="1822287" y="166693"/>
            <a:ext cx="8321174" cy="215444"/>
          </a:xfrm>
          <a:prstGeom prst="rect">
            <a:avLst/>
          </a:prstGeom>
          <a:noFill/>
        </p:spPr>
        <p:txBody>
          <a:bodyPr wrap="square">
            <a:spAutoFit/>
          </a:bodyPr>
          <a:lstStyle/>
          <a:p>
            <a:r>
              <a:rPr lang="ru-RU" sz="800" dirty="0" err="1"/>
              <a:t>Конкор</a:t>
            </a:r>
            <a:r>
              <a:rPr lang="ru-RU" sz="800" dirty="0"/>
              <a:t>® АМ зарегистрирован для лечения артериальной гипертензии. Представленные данные применимы для пациентов с артериальной гипертензией и сопутствующей ИБС</a:t>
            </a:r>
          </a:p>
        </p:txBody>
      </p:sp>
    </p:spTree>
    <p:extLst>
      <p:ext uri="{BB962C8B-B14F-4D97-AF65-F5344CB8AC3E}">
        <p14:creationId xmlns:p14="http://schemas.microsoft.com/office/powerpoint/2010/main" val="279717610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Прямоугольник 3"/>
          <p:cNvSpPr/>
          <p:nvPr/>
        </p:nvSpPr>
        <p:spPr>
          <a:xfrm>
            <a:off x="568325" y="1872056"/>
            <a:ext cx="11055350" cy="3485570"/>
          </a:xfrm>
          <a:prstGeom prst="rect">
            <a:avLst/>
          </a:prstGeom>
        </p:spPr>
        <p:txBody>
          <a:bodyPr wrap="square">
            <a:noAutofit/>
          </a:bodyPr>
          <a:lstStyle/>
          <a:p>
            <a:pPr marL="342900" marR="0" lvl="0" indent="-342900" algn="l" defTabSz="914400" rtl="0" eaLnBrk="1" fontAlgn="auto" latinLnBrk="0" hangingPunct="1">
              <a:lnSpc>
                <a:spcPct val="110000"/>
              </a:lnSpc>
              <a:spcBef>
                <a:spcPts val="1000"/>
              </a:spcBef>
              <a:spcAft>
                <a:spcPts val="0"/>
              </a:spcAft>
              <a:buClrTx/>
              <a:buSzTx/>
              <a:buFont typeface="+mj-lt"/>
              <a:buAutoNum type="arabicPeriod"/>
              <a:tabLst/>
              <a:defRPr/>
            </a:pPr>
            <a:r>
              <a:rPr kumimoji="0" lang="ru-RU" sz="15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Открытое, </a:t>
            </a:r>
            <a:r>
              <a:rPr kumimoji="0" lang="ru-RU" sz="15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проспективное</a:t>
            </a:r>
            <a:r>
              <a:rPr kumimoji="0" lang="ru-RU" sz="15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рандомизированное. </a:t>
            </a:r>
          </a:p>
          <a:p>
            <a:pPr marL="342900" marR="0" lvl="0" indent="-342900" algn="l" defTabSz="914400" rtl="0" eaLnBrk="1" fontAlgn="auto" latinLnBrk="0" hangingPunct="1">
              <a:lnSpc>
                <a:spcPct val="110000"/>
              </a:lnSpc>
              <a:spcBef>
                <a:spcPts val="1000"/>
              </a:spcBef>
              <a:spcAft>
                <a:spcPts val="0"/>
              </a:spcAft>
              <a:buClrTx/>
              <a:buSzTx/>
              <a:buFont typeface="+mj-lt"/>
              <a:buAutoNum type="arabicPeriod"/>
              <a:tabLst/>
              <a:defRPr/>
            </a:pPr>
            <a:r>
              <a:rPr kumimoji="0" lang="ru-RU" sz="15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Пациенты с неконтролируемой </a:t>
            </a:r>
            <a:r>
              <a:rPr kumimoji="0" lang="ru-RU" sz="15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артериальной гипертонией (</a:t>
            </a:r>
            <a:r>
              <a:rPr kumimoji="0" lang="ru-RU" sz="15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АГ), стабильной ишемической болезнью сердца (ИБС) и метаболическим синдромом (МС). </a:t>
            </a:r>
          </a:p>
          <a:p>
            <a:pPr marL="342900" marR="0" lvl="0" indent="-342900" algn="l" defTabSz="914400" rtl="0" eaLnBrk="1" fontAlgn="auto" latinLnBrk="0" hangingPunct="1">
              <a:lnSpc>
                <a:spcPct val="110000"/>
              </a:lnSpc>
              <a:spcBef>
                <a:spcPts val="1000"/>
              </a:spcBef>
              <a:spcAft>
                <a:spcPts val="0"/>
              </a:spcAft>
              <a:buClrTx/>
              <a:buSzTx/>
              <a:buFont typeface="+mj-lt"/>
              <a:buAutoNum type="arabicPeriod"/>
              <a:tabLst/>
              <a:defRPr/>
            </a:pPr>
            <a:r>
              <a:rPr kumimoji="0" lang="ru-RU" sz="15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Больные были </a:t>
            </a:r>
            <a:r>
              <a:rPr kumimoji="0" lang="ru-RU" sz="15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рандомизированы</a:t>
            </a:r>
            <a:r>
              <a:rPr kumimoji="0" lang="ru-RU" sz="15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методом «конвертов» в 2 группы. Пациенты 1-й группы (n=30) получали ингибитор ангиотензин-превращающего фермента (ИАПФ) </a:t>
            </a:r>
            <a:r>
              <a:rPr kumimoji="0" lang="ru-RU" sz="15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рамиприл</a:t>
            </a:r>
            <a:r>
              <a:rPr kumimoji="0" lang="ru-RU" sz="15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10 мг/</a:t>
            </a:r>
            <a:r>
              <a:rPr kumimoji="0" lang="ru-RU" sz="15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сут</a:t>
            </a:r>
            <a:r>
              <a:rPr kumimoji="0" lang="ru-RU" sz="15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фиксированную комбинацию </a:t>
            </a:r>
            <a:r>
              <a:rPr kumimoji="0" lang="ru-RU" sz="15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бисопролола</a:t>
            </a:r>
            <a:r>
              <a:rPr kumimoji="0" lang="ru-RU" sz="15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и амлодипина в различных дозах (</a:t>
            </a:r>
            <a:r>
              <a:rPr kumimoji="0" lang="ru-RU" sz="15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Конкор</a:t>
            </a:r>
            <a:r>
              <a:rPr kumimoji="0" lang="ru-RU" sz="1500" b="0" i="0" u="none" strike="noStrike" kern="1200" cap="none" spc="0" normalizeH="0" baseline="30000" noProof="0" dirty="0">
                <a:ln>
                  <a:noFill/>
                </a:ln>
                <a:solidFill>
                  <a:srgbClr val="265374"/>
                </a:solidFill>
                <a:effectLst/>
                <a:uLnTx/>
                <a:uFillTx/>
                <a:latin typeface="Verdana" panose="020B0604030504040204" pitchFamily="34" charset="0"/>
                <a:ea typeface="Verdana" panose="020B0604030504040204" pitchFamily="34" charset="0"/>
                <a:cs typeface="+mn-cs"/>
              </a:rPr>
              <a:t>®</a:t>
            </a:r>
            <a:r>
              <a:rPr lang="ru-RU" sz="1500" dirty="0">
                <a:solidFill>
                  <a:srgbClr val="265374"/>
                </a:solidFill>
                <a:latin typeface="Verdana" panose="020B0604030504040204" pitchFamily="34" charset="0"/>
                <a:ea typeface="Verdana" panose="020B0604030504040204" pitchFamily="34" charset="0"/>
              </a:rPr>
              <a:t>-</a:t>
            </a:r>
            <a:r>
              <a:rPr kumimoji="0" lang="ru-RU" sz="15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АМ). Больным 2-й (контрольной) группы (</a:t>
            </a:r>
            <a:r>
              <a:rPr kumimoji="0" lang="ru-RU" sz="15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n</a:t>
            </a:r>
            <a:r>
              <a:rPr kumimoji="0" lang="ru-RU" sz="15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=31) рекомендовалось лечение на усмотрение врача, обязательно включавшее свободную комбинацию ИАПФ, </a:t>
            </a:r>
            <a:r>
              <a:rPr kumimoji="0" lang="ru-RU" sz="15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генерических</a:t>
            </a:r>
            <a:r>
              <a:rPr kumimoji="0" lang="ru-RU" sz="15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a:t>
            </a:r>
            <a:r>
              <a:rPr kumimoji="0" lang="el-GR" sz="15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β-</a:t>
            </a:r>
            <a:r>
              <a:rPr kumimoji="0" lang="ru-RU" sz="15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адреноблокатора (β-АБ) и </a:t>
            </a:r>
            <a:r>
              <a:rPr kumimoji="0" lang="ru-RU" sz="15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дигидропиридинового</a:t>
            </a:r>
            <a:r>
              <a:rPr kumimoji="0" lang="ru-RU" sz="15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блокатора кальциевых каналов (ДГП-БКК). </a:t>
            </a:r>
          </a:p>
          <a:p>
            <a:pPr marL="342900" marR="0" lvl="0" indent="-342900" algn="l" defTabSz="914400" rtl="0" eaLnBrk="1" fontAlgn="auto" latinLnBrk="0" hangingPunct="1">
              <a:lnSpc>
                <a:spcPct val="110000"/>
              </a:lnSpc>
              <a:spcBef>
                <a:spcPts val="1000"/>
              </a:spcBef>
              <a:spcAft>
                <a:spcPts val="0"/>
              </a:spcAft>
              <a:buClrTx/>
              <a:buSzTx/>
              <a:buFont typeface="+mj-lt"/>
              <a:buAutoNum type="arabicPeriod"/>
              <a:tabLst/>
              <a:defRPr/>
            </a:pPr>
            <a:r>
              <a:rPr kumimoji="0" lang="ru-RU" sz="15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Исходно и через 12 </a:t>
            </a:r>
            <a:r>
              <a:rPr kumimoji="0" lang="ru-RU" sz="15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нед</a:t>
            </a:r>
            <a:r>
              <a:rPr kumimoji="0" lang="ru-RU" sz="15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лечения проводилось суточное мониторирование артериального давления (СМАД) с оценкой основных показателей суточного профиля артериального давления (АД) (СПАД), параметров, характеризующих жесткость сосудистой стенки и центральное аортальное давление.</a:t>
            </a:r>
          </a:p>
          <a:p>
            <a:pPr marL="342900" marR="0" lvl="0" indent="-342900" algn="l" defTabSz="914400" rtl="0" eaLnBrk="1" fontAlgn="auto" latinLnBrk="0" hangingPunct="1">
              <a:lnSpc>
                <a:spcPct val="110000"/>
              </a:lnSpc>
              <a:spcBef>
                <a:spcPts val="1000"/>
              </a:spcBef>
              <a:spcAft>
                <a:spcPts val="0"/>
              </a:spcAft>
              <a:buClrTx/>
              <a:buSzTx/>
              <a:buFont typeface="+mj-lt"/>
              <a:buAutoNum type="arabicPeriod"/>
              <a:tabLst/>
              <a:defRPr/>
            </a:pPr>
            <a:r>
              <a:rPr kumimoji="0" lang="ru-RU" sz="15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Дополнительно оценивались число приступов стенокардии в неделю и потребность в короткодействующих нитратах</a:t>
            </a:r>
          </a:p>
        </p:txBody>
      </p:sp>
      <p:sp>
        <p:nvSpPr>
          <p:cNvPr id="10" name="Заголовок 1">
            <a:extLst>
              <a:ext uri="{FF2B5EF4-FFF2-40B4-BE49-F238E27FC236}">
                <a16:creationId xmlns:a16="http://schemas.microsoft.com/office/drawing/2014/main" id="{7BB26A8E-3001-44D0-B6F3-0BCF6341DE5D}"/>
              </a:ext>
            </a:extLst>
          </p:cNvPr>
          <p:cNvSpPr txBox="1">
            <a:spLocks/>
          </p:cNvSpPr>
          <p:nvPr/>
        </p:nvSpPr>
        <p:spPr>
          <a:xfrm>
            <a:off x="1392136" y="97970"/>
            <a:ext cx="9376892" cy="1028652"/>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ru-RU" sz="2000" b="0" i="0" u="none" strike="noStrike" kern="1200" cap="none" spc="0" normalizeH="0" baseline="0" noProof="0" dirty="0">
              <a:ln>
                <a:noFill/>
              </a:ln>
              <a:solidFill>
                <a:srgbClr val="265374"/>
              </a:solidFill>
              <a:effectLst/>
              <a:uLnTx/>
              <a:uFillTx/>
              <a:latin typeface="Calibri" panose="020F0502020204030204" pitchFamily="34" charset="0"/>
              <a:ea typeface="+mj-ea"/>
              <a:cs typeface="Calibri" panose="020F0502020204030204" pitchFamily="34" charset="0"/>
            </a:endParaRPr>
          </a:p>
        </p:txBody>
      </p:sp>
      <p:sp>
        <p:nvSpPr>
          <p:cNvPr id="9" name="Номер слайда 8">
            <a:extLst>
              <a:ext uri="{FF2B5EF4-FFF2-40B4-BE49-F238E27FC236}">
                <a16:creationId xmlns:a16="http://schemas.microsoft.com/office/drawing/2014/main" id="{1863A7E5-A65C-8405-A3BF-E122D524FE47}"/>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sp>
        <p:nvSpPr>
          <p:cNvPr id="13" name="Объект 12">
            <a:extLst>
              <a:ext uri="{FF2B5EF4-FFF2-40B4-BE49-F238E27FC236}">
                <a16:creationId xmlns:a16="http://schemas.microsoft.com/office/drawing/2014/main" id="{EA108621-876A-DAE2-F835-E2B115734623}"/>
              </a:ext>
            </a:extLst>
          </p:cNvPr>
          <p:cNvSpPr>
            <a:spLocks noGrp="1"/>
          </p:cNvSpPr>
          <p:nvPr>
            <p:ph idx="4294967295"/>
          </p:nvPr>
        </p:nvSpPr>
        <p:spPr>
          <a:xfrm>
            <a:off x="668034" y="6339880"/>
            <a:ext cx="7151688" cy="355201"/>
          </a:xfrm>
        </p:spPr>
        <p:txBody>
          <a:bodyPr>
            <a:noAutofit/>
          </a:bodyPr>
          <a:lstStyle/>
          <a:p>
            <a:pPr marL="0" indent="0">
              <a:lnSpc>
                <a:spcPct val="100000"/>
              </a:lnSpc>
              <a:spcBef>
                <a:spcPts val="300"/>
              </a:spcBef>
              <a:buNone/>
            </a:pPr>
            <a:r>
              <a:rPr lang="ru-RU" sz="800" b="1" dirty="0">
                <a:solidFill>
                  <a:srgbClr val="323F48"/>
                </a:solidFill>
                <a:latin typeface="Calibri" panose="020F0502020204030204" pitchFamily="34" charset="0"/>
                <a:cs typeface="Calibri" panose="020F0502020204030204" pitchFamily="34" charset="0"/>
              </a:rPr>
              <a:t>1. </a:t>
            </a:r>
            <a:r>
              <a:rPr lang="ru-RU" sz="800" dirty="0" err="1">
                <a:solidFill>
                  <a:srgbClr val="323F48"/>
                </a:solidFill>
                <a:latin typeface="Calibri" panose="020F0502020204030204" pitchFamily="34" charset="0"/>
                <a:cs typeface="Calibri" panose="020F0502020204030204" pitchFamily="34" charset="0"/>
              </a:rPr>
              <a:t>Скибицкий</a:t>
            </a:r>
            <a:r>
              <a:rPr lang="ru-RU" sz="800" dirty="0">
                <a:solidFill>
                  <a:srgbClr val="323F48"/>
                </a:solidFill>
                <a:latin typeface="Calibri" panose="020F0502020204030204" pitchFamily="34" charset="0"/>
                <a:cs typeface="Calibri" panose="020F0502020204030204" pitchFamily="34" charset="0"/>
              </a:rPr>
              <a:t> В.В. и </a:t>
            </a:r>
            <a:r>
              <a:rPr lang="ru-RU" sz="800" dirty="0" err="1">
                <a:solidFill>
                  <a:srgbClr val="323F48"/>
                </a:solidFill>
                <a:latin typeface="Calibri" panose="020F0502020204030204" pitchFamily="34" charset="0"/>
                <a:cs typeface="Calibri" panose="020F0502020204030204" pitchFamily="34" charset="0"/>
              </a:rPr>
              <a:t>соавт</a:t>
            </a:r>
            <a:r>
              <a:rPr lang="ru-RU" sz="800" dirty="0">
                <a:solidFill>
                  <a:srgbClr val="323F48"/>
                </a:solidFill>
                <a:latin typeface="Calibri" panose="020F0502020204030204" pitchFamily="34" charset="0"/>
                <a:cs typeface="Calibri" panose="020F0502020204030204" pitchFamily="34" charset="0"/>
              </a:rPr>
              <a:t>. Эффективность фиксированной комбинации </a:t>
            </a:r>
            <a:r>
              <a:rPr lang="ru-RU" sz="800" dirty="0" err="1">
                <a:solidFill>
                  <a:srgbClr val="323F48"/>
                </a:solidFill>
                <a:latin typeface="Calibri" panose="020F0502020204030204" pitchFamily="34" charset="0"/>
                <a:cs typeface="Calibri" panose="020F0502020204030204" pitchFamily="34" charset="0"/>
              </a:rPr>
              <a:t>бисопролола</a:t>
            </a:r>
            <a:r>
              <a:rPr lang="ru-RU" sz="800" dirty="0">
                <a:solidFill>
                  <a:srgbClr val="323F48"/>
                </a:solidFill>
                <a:latin typeface="Calibri" panose="020F0502020204030204" pitchFamily="34" charset="0"/>
                <a:cs typeface="Calibri" panose="020F0502020204030204" pitchFamily="34" charset="0"/>
              </a:rPr>
              <a:t> и </a:t>
            </a:r>
            <a:r>
              <a:rPr lang="ru-RU" sz="800" dirty="0" err="1">
                <a:solidFill>
                  <a:srgbClr val="323F48"/>
                </a:solidFill>
                <a:latin typeface="Calibri" panose="020F0502020204030204" pitchFamily="34" charset="0"/>
                <a:cs typeface="Calibri" panose="020F0502020204030204" pitchFamily="34" charset="0"/>
              </a:rPr>
              <a:t>амлодипина</a:t>
            </a:r>
            <a:r>
              <a:rPr lang="ru-RU" sz="800" dirty="0">
                <a:solidFill>
                  <a:srgbClr val="323F48"/>
                </a:solidFill>
                <a:latin typeface="Calibri" panose="020F0502020204030204" pitchFamily="34" charset="0"/>
                <a:cs typeface="Calibri" panose="020F0502020204030204" pitchFamily="34" charset="0"/>
              </a:rPr>
              <a:t> у пациентов с артериальной гипертонией, ишемической болезнью сердца и метаболическим синдромом // Системные гипертензии. – 2015. – №1. – С. 26-31. </a:t>
            </a:r>
          </a:p>
        </p:txBody>
      </p:sp>
      <p:sp>
        <p:nvSpPr>
          <p:cNvPr id="8" name="Прямоугольник 7">
            <a:extLst>
              <a:ext uri="{FF2B5EF4-FFF2-40B4-BE49-F238E27FC236}">
                <a16:creationId xmlns:a16="http://schemas.microsoft.com/office/drawing/2014/main" id="{C5C3284D-3314-CE44-BCE6-94EF96397197}"/>
              </a:ext>
            </a:extLst>
          </p:cNvPr>
          <p:cNvSpPr/>
          <p:nvPr/>
        </p:nvSpPr>
        <p:spPr>
          <a:xfrm>
            <a:off x="679450" y="1379497"/>
            <a:ext cx="10888663" cy="3693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8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ДИЗАЙН ИССЛЕДОВАНИЯ</a:t>
            </a:r>
          </a:p>
        </p:txBody>
      </p:sp>
      <p:sp>
        <p:nvSpPr>
          <p:cNvPr id="5" name="Заголовок 1">
            <a:extLst>
              <a:ext uri="{FF2B5EF4-FFF2-40B4-BE49-F238E27FC236}">
                <a16:creationId xmlns:a16="http://schemas.microsoft.com/office/drawing/2014/main" id="{17B61858-3C5E-3E89-716B-75FF4CB1FD39}"/>
              </a:ext>
            </a:extLst>
          </p:cNvPr>
          <p:cNvSpPr txBox="1">
            <a:spLocks/>
          </p:cNvSpPr>
          <p:nvPr/>
        </p:nvSpPr>
        <p:spPr>
          <a:xfrm>
            <a:off x="668034" y="463834"/>
            <a:ext cx="10042525" cy="786015"/>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lvl="0">
              <a:defRPr/>
            </a:pPr>
            <a:r>
              <a:rPr lang="ru-RU" sz="2000" dirty="0" err="1"/>
              <a:t>Конкор</a:t>
            </a:r>
            <a:r>
              <a:rPr lang="ru-RU" sz="2000" dirty="0"/>
              <a:t>® АМ при АГ, ИБС и метаболическом синдроме: контроль АД и антиишемический эффект</a:t>
            </a:r>
            <a:endParaRPr kumimoji="0" lang="ru-RU" sz="2000" b="0" i="0" u="none" strike="noStrike" kern="1200" cap="none" spc="0" normalizeH="0" baseline="30000" noProof="0" dirty="0">
              <a:ln>
                <a:noFill/>
              </a:ln>
              <a:solidFill>
                <a:srgbClr val="265374"/>
              </a:solidFill>
              <a:effectLst/>
              <a:uLnTx/>
              <a:uFillTx/>
              <a:latin typeface="Verdana" panose="020B0604030504040204" pitchFamily="34" charset="0"/>
              <a:ea typeface="Verdana" panose="020B0604030504040204" pitchFamily="34" charset="0"/>
              <a:cs typeface="+mj-cs"/>
            </a:endParaRPr>
          </a:p>
        </p:txBody>
      </p:sp>
      <p:sp>
        <p:nvSpPr>
          <p:cNvPr id="2" name="TextBox 1">
            <a:extLst>
              <a:ext uri="{FF2B5EF4-FFF2-40B4-BE49-F238E27FC236}">
                <a16:creationId xmlns:a16="http://schemas.microsoft.com/office/drawing/2014/main" id="{5053B216-D43F-4C8A-4C27-9C4072953813}"/>
              </a:ext>
            </a:extLst>
          </p:cNvPr>
          <p:cNvSpPr txBox="1"/>
          <p:nvPr/>
        </p:nvSpPr>
        <p:spPr>
          <a:xfrm>
            <a:off x="1822287" y="166693"/>
            <a:ext cx="8193584" cy="215444"/>
          </a:xfrm>
          <a:prstGeom prst="rect">
            <a:avLst/>
          </a:prstGeom>
          <a:noFill/>
        </p:spPr>
        <p:txBody>
          <a:bodyPr wrap="square">
            <a:spAutoFit/>
          </a:bodyPr>
          <a:lstStyle/>
          <a:p>
            <a:r>
              <a:rPr lang="ru-RU" sz="800" dirty="0" err="1">
                <a:solidFill>
                  <a:prstClr val="black"/>
                </a:solidFill>
                <a:latin typeface="Calibri" panose="020F0502020204030204"/>
              </a:rPr>
              <a:t>Конкор</a:t>
            </a:r>
            <a:r>
              <a:rPr lang="ru-RU" sz="800" dirty="0">
                <a:solidFill>
                  <a:prstClr val="black"/>
                </a:solidFill>
                <a:latin typeface="Calibri" panose="020F0502020204030204"/>
              </a:rPr>
              <a:t>® АМ зарегистрирован для лечения артериальной гипертензии. Представленные данные применимы для пациентов с артериальной гипертензией и сопутствующей ИБС</a:t>
            </a:r>
          </a:p>
        </p:txBody>
      </p:sp>
    </p:spTree>
    <p:extLst>
      <p:ext uri="{BB962C8B-B14F-4D97-AF65-F5344CB8AC3E}">
        <p14:creationId xmlns:p14="http://schemas.microsoft.com/office/powerpoint/2010/main" val="1981909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Объект 6">
            <a:extLst>
              <a:ext uri="{FF2B5EF4-FFF2-40B4-BE49-F238E27FC236}">
                <a16:creationId xmlns:a16="http://schemas.microsoft.com/office/drawing/2014/main" id="{747B2048-8F6F-D665-3BAE-FDDBE103755D}"/>
              </a:ext>
            </a:extLst>
          </p:cNvPr>
          <p:cNvSpPr>
            <a:spLocks noGrp="1"/>
          </p:cNvSpPr>
          <p:nvPr>
            <p:ph idx="4294967295"/>
          </p:nvPr>
        </p:nvSpPr>
        <p:spPr>
          <a:xfrm>
            <a:off x="924972" y="6170320"/>
            <a:ext cx="6929072" cy="457738"/>
          </a:xfrm>
        </p:spPr>
        <p:txBody>
          <a:bodyPr>
            <a:noAutofit/>
          </a:bodyPr>
          <a:lstStyle/>
          <a:p>
            <a:pPr marL="0" indent="0">
              <a:lnSpc>
                <a:spcPct val="100000"/>
              </a:lnSpc>
              <a:spcBef>
                <a:spcPts val="300"/>
              </a:spcBef>
              <a:buNone/>
            </a:pPr>
            <a:r>
              <a:rPr lang="ru-RU" sz="800" b="1" dirty="0">
                <a:solidFill>
                  <a:srgbClr val="323F48"/>
                </a:solidFill>
                <a:latin typeface="Calibri" panose="020F0502020204030204" pitchFamily="34" charset="0"/>
                <a:cs typeface="Calibri" panose="020F0502020204030204" pitchFamily="34" charset="0"/>
              </a:rPr>
              <a:t>АД </a:t>
            </a:r>
            <a:r>
              <a:rPr lang="ru-RU" sz="800" dirty="0">
                <a:solidFill>
                  <a:srgbClr val="323F48"/>
                </a:solidFill>
                <a:latin typeface="Calibri" panose="020F0502020204030204" pitchFamily="34" charset="0"/>
                <a:cs typeface="Calibri" panose="020F0502020204030204" pitchFamily="34" charset="0"/>
              </a:rPr>
              <a:t>– артериальное давление,</a:t>
            </a:r>
            <a:r>
              <a:rPr lang="ru-RU" sz="800" b="1" dirty="0">
                <a:solidFill>
                  <a:srgbClr val="323F48"/>
                </a:solidFill>
                <a:latin typeface="Calibri" panose="020F0502020204030204" pitchFamily="34" charset="0"/>
                <a:cs typeface="Calibri" panose="020F0502020204030204" pitchFamily="34" charset="0"/>
              </a:rPr>
              <a:t> СПАД</a:t>
            </a:r>
            <a:r>
              <a:rPr lang="ru-RU" sz="800" dirty="0">
                <a:solidFill>
                  <a:srgbClr val="323F48"/>
                </a:solidFill>
                <a:latin typeface="Calibri" panose="020F0502020204030204" pitchFamily="34" charset="0"/>
                <a:cs typeface="Calibri" panose="020F0502020204030204" pitchFamily="34" charset="0"/>
              </a:rPr>
              <a:t> – суточный профиль АД</a:t>
            </a:r>
            <a:endParaRPr lang="ru-RU" sz="800" b="1" dirty="0">
              <a:solidFill>
                <a:srgbClr val="323F48"/>
              </a:solidFill>
              <a:latin typeface="Calibri" panose="020F0502020204030204" pitchFamily="34" charset="0"/>
              <a:cs typeface="Calibri" panose="020F0502020204030204" pitchFamily="34" charset="0"/>
            </a:endParaRPr>
          </a:p>
          <a:p>
            <a:pPr marL="0" indent="0">
              <a:lnSpc>
                <a:spcPct val="100000"/>
              </a:lnSpc>
              <a:spcBef>
                <a:spcPts val="300"/>
              </a:spcBef>
              <a:buNone/>
            </a:pPr>
            <a:r>
              <a:rPr lang="ru-RU" sz="800" b="1" dirty="0">
                <a:solidFill>
                  <a:srgbClr val="323F48"/>
                </a:solidFill>
                <a:latin typeface="Calibri" panose="020F0502020204030204" pitchFamily="34" charset="0"/>
                <a:cs typeface="Calibri" panose="020F0502020204030204" pitchFamily="34" charset="0"/>
              </a:rPr>
              <a:t>1. </a:t>
            </a:r>
            <a:r>
              <a:rPr lang="ru-RU" sz="800" dirty="0" err="1">
                <a:solidFill>
                  <a:srgbClr val="323F48"/>
                </a:solidFill>
                <a:latin typeface="Calibri" panose="020F0502020204030204" pitchFamily="34" charset="0"/>
                <a:cs typeface="Calibri" panose="020F0502020204030204" pitchFamily="34" charset="0"/>
              </a:rPr>
              <a:t>Скибицкий</a:t>
            </a:r>
            <a:r>
              <a:rPr lang="ru-RU" sz="800" dirty="0">
                <a:solidFill>
                  <a:srgbClr val="323F48"/>
                </a:solidFill>
                <a:latin typeface="Calibri" panose="020F0502020204030204" pitchFamily="34" charset="0"/>
                <a:cs typeface="Calibri" panose="020F0502020204030204" pitchFamily="34" charset="0"/>
              </a:rPr>
              <a:t> В.В. и </a:t>
            </a:r>
            <a:r>
              <a:rPr lang="ru-RU" sz="800" dirty="0" err="1">
                <a:solidFill>
                  <a:srgbClr val="323F48"/>
                </a:solidFill>
                <a:latin typeface="Calibri" panose="020F0502020204030204" pitchFamily="34" charset="0"/>
                <a:cs typeface="Calibri" panose="020F0502020204030204" pitchFamily="34" charset="0"/>
              </a:rPr>
              <a:t>соавт</a:t>
            </a:r>
            <a:r>
              <a:rPr lang="ru-RU" sz="800" dirty="0">
                <a:solidFill>
                  <a:srgbClr val="323F48"/>
                </a:solidFill>
                <a:latin typeface="Calibri" panose="020F0502020204030204" pitchFamily="34" charset="0"/>
                <a:cs typeface="Calibri" panose="020F0502020204030204" pitchFamily="34" charset="0"/>
              </a:rPr>
              <a:t>. Эффективность фиксированной комбинации </a:t>
            </a:r>
            <a:r>
              <a:rPr lang="ru-RU" sz="800" dirty="0" err="1">
                <a:solidFill>
                  <a:srgbClr val="323F48"/>
                </a:solidFill>
                <a:latin typeface="Calibri" panose="020F0502020204030204" pitchFamily="34" charset="0"/>
                <a:cs typeface="Calibri" panose="020F0502020204030204" pitchFamily="34" charset="0"/>
              </a:rPr>
              <a:t>бисопролола</a:t>
            </a:r>
            <a:r>
              <a:rPr lang="ru-RU" sz="800" dirty="0">
                <a:solidFill>
                  <a:srgbClr val="323F48"/>
                </a:solidFill>
                <a:latin typeface="Calibri" panose="020F0502020204030204" pitchFamily="34" charset="0"/>
                <a:cs typeface="Calibri" panose="020F0502020204030204" pitchFamily="34" charset="0"/>
              </a:rPr>
              <a:t> и </a:t>
            </a:r>
            <a:r>
              <a:rPr lang="ru-RU" sz="800" dirty="0" err="1">
                <a:solidFill>
                  <a:srgbClr val="323F48"/>
                </a:solidFill>
                <a:latin typeface="Calibri" panose="020F0502020204030204" pitchFamily="34" charset="0"/>
                <a:cs typeface="Calibri" panose="020F0502020204030204" pitchFamily="34" charset="0"/>
              </a:rPr>
              <a:t>амлодипина</a:t>
            </a:r>
            <a:r>
              <a:rPr lang="ru-RU" sz="800" dirty="0">
                <a:solidFill>
                  <a:srgbClr val="323F48"/>
                </a:solidFill>
                <a:latin typeface="Calibri" panose="020F0502020204030204" pitchFamily="34" charset="0"/>
                <a:cs typeface="Calibri" panose="020F0502020204030204" pitchFamily="34" charset="0"/>
              </a:rPr>
              <a:t> у пациентов с артериальной гипертонией, ишемической болезнью сердца и метаболическим синдромом // Системные гипертензии. – 2015. – №1. – С. 26-31. </a:t>
            </a:r>
          </a:p>
        </p:txBody>
      </p:sp>
      <p:sp>
        <p:nvSpPr>
          <p:cNvPr id="8" name="Номер слайда 7">
            <a:extLst>
              <a:ext uri="{FF2B5EF4-FFF2-40B4-BE49-F238E27FC236}">
                <a16:creationId xmlns:a16="http://schemas.microsoft.com/office/drawing/2014/main" id="{EF90CACC-5C66-F654-99C4-1E87046B53D4}"/>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52</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sp>
        <p:nvSpPr>
          <p:cNvPr id="22" name="Прямоугольник 21">
            <a:extLst>
              <a:ext uri="{FF2B5EF4-FFF2-40B4-BE49-F238E27FC236}">
                <a16:creationId xmlns:a16="http://schemas.microsoft.com/office/drawing/2014/main" id="{06307C8B-1D7A-5A4C-A3B8-97A56973D726}"/>
              </a:ext>
            </a:extLst>
          </p:cNvPr>
          <p:cNvSpPr/>
          <p:nvPr/>
        </p:nvSpPr>
        <p:spPr>
          <a:xfrm>
            <a:off x="966545" y="1728797"/>
            <a:ext cx="5129455" cy="64633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Число пациентов, достигших </a:t>
            </a:r>
            <a:b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b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целевых значений АД </a:t>
            </a:r>
            <a:endPar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через 1, 4 и 12 недель терапии, </a:t>
            </a:r>
            <a:r>
              <a:rPr kumimoji="0" lang="ru-RU" sz="1200" b="0" i="1"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в %</a:t>
            </a:r>
            <a:r>
              <a:rPr kumimoji="0" lang="ru-RU" sz="1200" b="0" i="0" u="none" strike="noStrike" kern="1200" cap="none" spc="0" normalizeH="0" baseline="3000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1</a:t>
            </a:r>
            <a:endParaRPr kumimoji="0" lang="ru-RU" sz="1200" b="1" i="0" u="none" strike="noStrike" kern="1200" cap="none" spc="0" normalizeH="0" baseline="3000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6" name="Заголовок 1">
            <a:extLst>
              <a:ext uri="{FF2B5EF4-FFF2-40B4-BE49-F238E27FC236}">
                <a16:creationId xmlns:a16="http://schemas.microsoft.com/office/drawing/2014/main" id="{297CE8AA-7D2C-3DA1-E10D-6D92393F7F8E}"/>
              </a:ext>
            </a:extLst>
          </p:cNvPr>
          <p:cNvSpPr txBox="1">
            <a:spLocks/>
          </p:cNvSpPr>
          <p:nvPr/>
        </p:nvSpPr>
        <p:spPr>
          <a:xfrm>
            <a:off x="924971" y="475994"/>
            <a:ext cx="10643142" cy="667133"/>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ru-RU" sz="20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Конкор</a:t>
            </a:r>
            <a:r>
              <a:rPr kumimoji="0" lang="ru-RU"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АМ у пациентов с АГ и ИБС: 96,7% достижение целевого АД и нормализация суточного профиля</a:t>
            </a:r>
            <a:endParaRPr kumimoji="0" lang="ru-RU" sz="1800" b="0" i="0" u="none" strike="noStrike" kern="1200" cap="none" spc="0" normalizeH="0" baseline="60000" noProof="0" dirty="0">
              <a:ln>
                <a:noFill/>
              </a:ln>
              <a:solidFill>
                <a:srgbClr val="265374"/>
              </a:solidFill>
              <a:effectLst/>
              <a:uLnTx/>
              <a:uFillTx/>
              <a:latin typeface="Verdana" panose="020B0604030504040204" pitchFamily="34" charset="0"/>
              <a:ea typeface="Verdana" panose="020B0604030504040204" pitchFamily="34" charset="0"/>
              <a:cs typeface="+mj-cs"/>
            </a:endParaRPr>
          </a:p>
        </p:txBody>
      </p:sp>
      <p:grpSp>
        <p:nvGrpSpPr>
          <p:cNvPr id="12" name="Группа 11">
            <a:extLst>
              <a:ext uri="{FF2B5EF4-FFF2-40B4-BE49-F238E27FC236}">
                <a16:creationId xmlns:a16="http://schemas.microsoft.com/office/drawing/2014/main" id="{A87B3E43-9FF8-6129-C2CE-04F9E713FD1E}"/>
              </a:ext>
            </a:extLst>
          </p:cNvPr>
          <p:cNvGrpSpPr/>
          <p:nvPr/>
        </p:nvGrpSpPr>
        <p:grpSpPr>
          <a:xfrm>
            <a:off x="811056" y="2619167"/>
            <a:ext cx="5238763" cy="2966698"/>
            <a:chOff x="805877" y="4082473"/>
            <a:chExt cx="5290123" cy="2559246"/>
          </a:xfrm>
        </p:grpSpPr>
        <p:graphicFrame>
          <p:nvGraphicFramePr>
            <p:cNvPr id="10" name="Chart 5">
              <a:extLst>
                <a:ext uri="{FF2B5EF4-FFF2-40B4-BE49-F238E27FC236}">
                  <a16:creationId xmlns:a16="http://schemas.microsoft.com/office/drawing/2014/main" id="{F45FA9B5-CBB3-FDF6-3513-8DCB38E6E51B}"/>
                </a:ext>
              </a:extLst>
            </p:cNvPr>
            <p:cNvGraphicFramePr/>
            <p:nvPr/>
          </p:nvGraphicFramePr>
          <p:xfrm>
            <a:off x="1077371" y="4082473"/>
            <a:ext cx="5018629" cy="2559246"/>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a:extLst>
                <a:ext uri="{FF2B5EF4-FFF2-40B4-BE49-F238E27FC236}">
                  <a16:creationId xmlns:a16="http://schemas.microsoft.com/office/drawing/2014/main" id="{C8F4C21D-D7AA-BDD6-2852-CBEDC9A58ED1}"/>
                </a:ext>
              </a:extLst>
            </p:cNvPr>
            <p:cNvSpPr txBox="1"/>
            <p:nvPr/>
          </p:nvSpPr>
          <p:spPr>
            <a:xfrm rot="16200000">
              <a:off x="28089" y="4988155"/>
              <a:ext cx="1804212" cy="24863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Число пациентов, </a:t>
              </a:r>
              <a:r>
                <a:rPr kumimoji="0" lang="en-US" sz="10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n</a:t>
              </a:r>
              <a:endParaRPr kumimoji="0" lang="ru-RU" sz="10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2" name="Группа 1">
            <a:extLst>
              <a:ext uri="{FF2B5EF4-FFF2-40B4-BE49-F238E27FC236}">
                <a16:creationId xmlns:a16="http://schemas.microsoft.com/office/drawing/2014/main" id="{D58BE54C-677C-CB10-F72A-F3B172A7746E}"/>
              </a:ext>
            </a:extLst>
          </p:cNvPr>
          <p:cNvGrpSpPr/>
          <p:nvPr/>
        </p:nvGrpSpPr>
        <p:grpSpPr>
          <a:xfrm>
            <a:off x="6329350" y="1728797"/>
            <a:ext cx="5238763" cy="4306350"/>
            <a:chOff x="6329350" y="1728797"/>
            <a:chExt cx="5238763" cy="4306350"/>
          </a:xfrm>
        </p:grpSpPr>
        <p:sp>
          <p:nvSpPr>
            <p:cNvPr id="23" name="Прямоугольник 22">
              <a:extLst>
                <a:ext uri="{FF2B5EF4-FFF2-40B4-BE49-F238E27FC236}">
                  <a16:creationId xmlns:a16="http://schemas.microsoft.com/office/drawing/2014/main" id="{6FA8981F-5BF5-9C47-8A7C-C2CCA28650FE}"/>
                </a:ext>
              </a:extLst>
            </p:cNvPr>
            <p:cNvSpPr/>
            <p:nvPr/>
          </p:nvSpPr>
          <p:spPr>
            <a:xfrm>
              <a:off x="6663242" y="1728797"/>
              <a:ext cx="4845834" cy="83099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Число пациентов (n) с различными типами суточного профиля АД исходно и через 12 недель терапии, включавшей фиксированную комбинацию</a:t>
              </a:r>
              <a:r>
                <a:rPr kumimoji="0" lang="ru-RU" sz="1200" b="0" i="0" u="none" strike="noStrike" kern="1200" cap="none" spc="0" normalizeH="0" baseline="3000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1</a:t>
              </a:r>
              <a:endParaRPr kumimoji="0" lang="ru-RU" sz="1200" b="1" i="0" u="none" strike="noStrike" kern="1200" cap="none" spc="0" normalizeH="0" baseline="3000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3" name="Прямоугольник 12">
              <a:extLst>
                <a:ext uri="{FF2B5EF4-FFF2-40B4-BE49-F238E27FC236}">
                  <a16:creationId xmlns:a16="http://schemas.microsoft.com/office/drawing/2014/main" id="{2FFAA442-F64F-8BC7-6D26-4C4563E992FF}"/>
                </a:ext>
              </a:extLst>
            </p:cNvPr>
            <p:cNvSpPr/>
            <p:nvPr/>
          </p:nvSpPr>
          <p:spPr>
            <a:xfrm>
              <a:off x="6510842" y="5665815"/>
              <a:ext cx="4845834" cy="3693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rPr>
                <a:t>*</a:t>
              </a:r>
              <a:r>
                <a:rPr kumimoji="0" lang="ru-RU" sz="9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rPr>
                <a:t> </a:t>
              </a:r>
              <a:r>
                <a:rPr kumimoji="0" lang="en-US" sz="9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rPr>
                <a:t>P</a:t>
              </a:r>
              <a:r>
                <a:rPr kumimoji="0" lang="ru-RU" sz="9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rPr>
                <a:t> </a:t>
              </a:r>
              <a:r>
                <a:rPr kumimoji="0" lang="en-US" sz="9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rPr>
                <a:t>&lt;</a:t>
              </a:r>
              <a:r>
                <a:rPr kumimoji="0" lang="ru-RU" sz="9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rPr>
                <a:t>0,05 – достоверность различий числа пациентов с разничными типами СПАД через 12 недель терапии по сравнению с исходным</a:t>
              </a:r>
              <a:endParaRPr kumimoji="0" lang="ru-RU" sz="900" b="0" i="0" u="none" strike="noStrike" kern="1200" cap="none" spc="0" normalizeH="0" baseline="3000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nvGrpSpPr>
            <p:cNvPr id="21" name="Группа 20">
              <a:extLst>
                <a:ext uri="{FF2B5EF4-FFF2-40B4-BE49-F238E27FC236}">
                  <a16:creationId xmlns:a16="http://schemas.microsoft.com/office/drawing/2014/main" id="{43A540DC-3738-7563-25CB-589E4FCF5B5A}"/>
                </a:ext>
              </a:extLst>
            </p:cNvPr>
            <p:cNvGrpSpPr/>
            <p:nvPr/>
          </p:nvGrpSpPr>
          <p:grpSpPr>
            <a:xfrm>
              <a:off x="6329350" y="2619167"/>
              <a:ext cx="5238763" cy="2966698"/>
              <a:chOff x="6311311" y="2706255"/>
              <a:chExt cx="5238763" cy="2966698"/>
            </a:xfrm>
          </p:grpSpPr>
          <p:grpSp>
            <p:nvGrpSpPr>
              <p:cNvPr id="14" name="Группа 13">
                <a:extLst>
                  <a:ext uri="{FF2B5EF4-FFF2-40B4-BE49-F238E27FC236}">
                    <a16:creationId xmlns:a16="http://schemas.microsoft.com/office/drawing/2014/main" id="{7421DB64-B1F5-42BD-18A4-4D9BE70572DB}"/>
                  </a:ext>
                </a:extLst>
              </p:cNvPr>
              <p:cNvGrpSpPr/>
              <p:nvPr/>
            </p:nvGrpSpPr>
            <p:grpSpPr>
              <a:xfrm>
                <a:off x="6311311" y="2706255"/>
                <a:ext cx="5238763" cy="2966698"/>
                <a:chOff x="805877" y="4082473"/>
                <a:chExt cx="5290123" cy="2559246"/>
              </a:xfrm>
            </p:grpSpPr>
            <p:graphicFrame>
              <p:nvGraphicFramePr>
                <p:cNvPr id="15" name="Chart 5">
                  <a:extLst>
                    <a:ext uri="{FF2B5EF4-FFF2-40B4-BE49-F238E27FC236}">
                      <a16:creationId xmlns:a16="http://schemas.microsoft.com/office/drawing/2014/main" id="{E3841A92-78FD-ADA3-7A57-DB0D160087AA}"/>
                    </a:ext>
                  </a:extLst>
                </p:cNvPr>
                <p:cNvGraphicFramePr/>
                <p:nvPr/>
              </p:nvGraphicFramePr>
              <p:xfrm>
                <a:off x="1077371" y="4082473"/>
                <a:ext cx="5018629" cy="2559246"/>
              </p:xfrm>
              <a:graphic>
                <a:graphicData uri="http://schemas.openxmlformats.org/drawingml/2006/chart">
                  <c:chart xmlns:c="http://schemas.openxmlformats.org/drawingml/2006/chart" xmlns:r="http://schemas.openxmlformats.org/officeDocument/2006/relationships" r:id="rId4"/>
                </a:graphicData>
              </a:graphic>
            </p:graphicFrame>
            <p:sp>
              <p:nvSpPr>
                <p:cNvPr id="16" name="TextBox 15">
                  <a:extLst>
                    <a:ext uri="{FF2B5EF4-FFF2-40B4-BE49-F238E27FC236}">
                      <a16:creationId xmlns:a16="http://schemas.microsoft.com/office/drawing/2014/main" id="{E0C17E5E-8471-F73D-D09D-02A2B96A1A92}"/>
                    </a:ext>
                  </a:extLst>
                </p:cNvPr>
                <p:cNvSpPr txBox="1"/>
                <p:nvPr/>
              </p:nvSpPr>
              <p:spPr>
                <a:xfrm rot="16200000">
                  <a:off x="28089" y="4988155"/>
                  <a:ext cx="1804212" cy="24863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Число пациентов, </a:t>
                  </a:r>
                  <a:r>
                    <a:rPr kumimoji="0" lang="en-US" sz="10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n</a:t>
                  </a:r>
                  <a:endParaRPr kumimoji="0" lang="ru-RU" sz="10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sp>
            <p:nvSpPr>
              <p:cNvPr id="18" name="TextBox 17">
                <a:extLst>
                  <a:ext uri="{FF2B5EF4-FFF2-40B4-BE49-F238E27FC236}">
                    <a16:creationId xmlns:a16="http://schemas.microsoft.com/office/drawing/2014/main" id="{3B9D81EB-EE23-5A94-6345-56E6CB6325FB}"/>
                  </a:ext>
                </a:extLst>
              </p:cNvPr>
              <p:cNvSpPr txBox="1"/>
              <p:nvPr/>
            </p:nvSpPr>
            <p:spPr>
              <a:xfrm>
                <a:off x="8827541" y="4595647"/>
                <a:ext cx="332014"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a:t>
                </a:r>
                <a:endPar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20" name="TextBox 19">
                <a:extLst>
                  <a:ext uri="{FF2B5EF4-FFF2-40B4-BE49-F238E27FC236}">
                    <a16:creationId xmlns:a16="http://schemas.microsoft.com/office/drawing/2014/main" id="{CC9097B6-A413-8C01-4B63-1DC4D49DBEAA}"/>
                  </a:ext>
                </a:extLst>
              </p:cNvPr>
              <p:cNvSpPr txBox="1"/>
              <p:nvPr/>
            </p:nvSpPr>
            <p:spPr>
              <a:xfrm>
                <a:off x="7704464" y="3025607"/>
                <a:ext cx="332014"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a:t>
                </a:r>
                <a:endPar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sp>
        <p:nvSpPr>
          <p:cNvPr id="3" name="TextBox 2">
            <a:extLst>
              <a:ext uri="{FF2B5EF4-FFF2-40B4-BE49-F238E27FC236}">
                <a16:creationId xmlns:a16="http://schemas.microsoft.com/office/drawing/2014/main" id="{D1BCA2B3-9E9A-5A92-5500-DC761B85A0B1}"/>
              </a:ext>
            </a:extLst>
          </p:cNvPr>
          <p:cNvSpPr txBox="1"/>
          <p:nvPr/>
        </p:nvSpPr>
        <p:spPr>
          <a:xfrm>
            <a:off x="1822287" y="166693"/>
            <a:ext cx="8384970" cy="215444"/>
          </a:xfrm>
          <a:prstGeom prst="rect">
            <a:avLst/>
          </a:prstGeom>
          <a:noFill/>
        </p:spPr>
        <p:txBody>
          <a:bodyPr wrap="square">
            <a:spAutoFit/>
          </a:bodyPr>
          <a:lstStyle/>
          <a:p>
            <a:r>
              <a:rPr lang="ru-RU" sz="800" dirty="0" err="1">
                <a:solidFill>
                  <a:prstClr val="black"/>
                </a:solidFill>
                <a:latin typeface="Calibri" panose="020F0502020204030204"/>
              </a:rPr>
              <a:t>Конкор</a:t>
            </a:r>
            <a:r>
              <a:rPr lang="ru-RU" sz="800" dirty="0">
                <a:solidFill>
                  <a:prstClr val="black"/>
                </a:solidFill>
                <a:latin typeface="Calibri" panose="020F0502020204030204"/>
              </a:rPr>
              <a:t>® АМ зарегистрирован для лечения артериальной гипертензии. Представленные данные применимы для пациентов с артериальной гипертензией и сопутствующей ИБС</a:t>
            </a:r>
          </a:p>
        </p:txBody>
      </p:sp>
    </p:spTree>
    <p:extLst>
      <p:ext uri="{BB962C8B-B14F-4D97-AF65-F5344CB8AC3E}">
        <p14:creationId xmlns:p14="http://schemas.microsoft.com/office/powerpoint/2010/main" val="1566510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Заголовок 1">
            <a:extLst>
              <a:ext uri="{FF2B5EF4-FFF2-40B4-BE49-F238E27FC236}">
                <a16:creationId xmlns:a16="http://schemas.microsoft.com/office/drawing/2014/main" id="{7BB26A8E-3001-44D0-B6F3-0BCF6341DE5D}"/>
              </a:ext>
            </a:extLst>
          </p:cNvPr>
          <p:cNvSpPr txBox="1">
            <a:spLocks/>
          </p:cNvSpPr>
          <p:nvPr/>
        </p:nvSpPr>
        <p:spPr>
          <a:xfrm>
            <a:off x="2024645" y="267959"/>
            <a:ext cx="8891127" cy="90569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ru-RU" sz="1800" b="0" i="0" u="none" strike="noStrike" kern="1200" cap="none" spc="0" normalizeH="0" baseline="0" noProof="0" dirty="0">
              <a:ln>
                <a:noFill/>
              </a:ln>
              <a:solidFill>
                <a:srgbClr val="265374"/>
              </a:solidFill>
              <a:effectLst/>
              <a:uLnTx/>
              <a:uFillTx/>
              <a:latin typeface="Calibri" panose="020F0502020204030204" pitchFamily="34" charset="0"/>
              <a:ea typeface="+mj-ea"/>
              <a:cs typeface="Calibri" panose="020F0502020204030204" pitchFamily="34" charset="0"/>
            </a:endParaRPr>
          </a:p>
        </p:txBody>
      </p:sp>
      <p:sp>
        <p:nvSpPr>
          <p:cNvPr id="15" name="Номер слайда 14">
            <a:extLst>
              <a:ext uri="{FF2B5EF4-FFF2-40B4-BE49-F238E27FC236}">
                <a16:creationId xmlns:a16="http://schemas.microsoft.com/office/drawing/2014/main" id="{6350CC2E-1573-C848-D5E0-DE1DC284B4B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53</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grpSp>
        <p:nvGrpSpPr>
          <p:cNvPr id="23" name="Группа 22">
            <a:extLst>
              <a:ext uri="{FF2B5EF4-FFF2-40B4-BE49-F238E27FC236}">
                <a16:creationId xmlns:a16="http://schemas.microsoft.com/office/drawing/2014/main" id="{E45C981D-303D-19E3-6529-827C2EC49A59}"/>
              </a:ext>
            </a:extLst>
          </p:cNvPr>
          <p:cNvGrpSpPr/>
          <p:nvPr/>
        </p:nvGrpSpPr>
        <p:grpSpPr>
          <a:xfrm>
            <a:off x="924970" y="2205256"/>
            <a:ext cx="6733129" cy="3347070"/>
            <a:chOff x="2786609" y="1919886"/>
            <a:chExt cx="6565285" cy="3018229"/>
          </a:xfrm>
        </p:grpSpPr>
        <p:graphicFrame>
          <p:nvGraphicFramePr>
            <p:cNvPr id="21" name="Диаграмма 20">
              <a:extLst>
                <a:ext uri="{FF2B5EF4-FFF2-40B4-BE49-F238E27FC236}">
                  <a16:creationId xmlns:a16="http://schemas.microsoft.com/office/drawing/2014/main" id="{106AB2E7-BA99-0B2F-3552-912CD0B25A95}"/>
                </a:ext>
              </a:extLst>
            </p:cNvPr>
            <p:cNvGraphicFramePr/>
            <p:nvPr/>
          </p:nvGraphicFramePr>
          <p:xfrm>
            <a:off x="3117105" y="1919886"/>
            <a:ext cx="6234789" cy="3018229"/>
          </p:xfrm>
          <a:graphic>
            <a:graphicData uri="http://schemas.openxmlformats.org/drawingml/2006/chart">
              <c:chart xmlns:c="http://schemas.openxmlformats.org/drawingml/2006/chart" xmlns:r="http://schemas.openxmlformats.org/officeDocument/2006/relationships" r:id="rId3"/>
            </a:graphicData>
          </a:graphic>
        </p:graphicFrame>
        <p:sp>
          <p:nvSpPr>
            <p:cNvPr id="22" name="TextBox 5">
              <a:extLst>
                <a:ext uri="{FF2B5EF4-FFF2-40B4-BE49-F238E27FC236}">
                  <a16:creationId xmlns:a16="http://schemas.microsoft.com/office/drawing/2014/main" id="{8492EC0E-CABD-7E95-1039-2EBF813F4215}"/>
                </a:ext>
              </a:extLst>
            </p:cNvPr>
            <p:cNvSpPr txBox="1"/>
            <p:nvPr/>
          </p:nvSpPr>
          <p:spPr>
            <a:xfrm rot="16200000">
              <a:off x="1824971" y="3007933"/>
              <a:ext cx="2200275" cy="276999"/>
            </a:xfrm>
            <a:prstGeom prst="rect">
              <a:avLst/>
            </a:prstGeom>
            <a:noFill/>
          </p:spPr>
          <p:txBody>
            <a:bodyPr wrap="square"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мм. рт. ст. и уд.</a:t>
              </a:r>
              <a:r>
                <a:rPr kumimoji="0" lang="en-US"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a:t>
              </a: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мин.</a:t>
              </a:r>
            </a:p>
          </p:txBody>
        </p:sp>
      </p:grpSp>
      <p:sp>
        <p:nvSpPr>
          <p:cNvPr id="24" name="Прямоугольник 23">
            <a:extLst>
              <a:ext uri="{FF2B5EF4-FFF2-40B4-BE49-F238E27FC236}">
                <a16:creationId xmlns:a16="http://schemas.microsoft.com/office/drawing/2014/main" id="{2665EA69-3538-2C94-FB08-1B93CF32ABCB}"/>
              </a:ext>
            </a:extLst>
          </p:cNvPr>
          <p:cNvSpPr/>
          <p:nvPr/>
        </p:nvSpPr>
        <p:spPr>
          <a:xfrm>
            <a:off x="924971" y="1318066"/>
            <a:ext cx="6618830" cy="783083"/>
          </a:xfrm>
          <a:prstGeom prst="rect">
            <a:avLst/>
          </a:prstGeom>
          <a:solidFill>
            <a:schemeClr val="bg1"/>
          </a:solidFill>
          <a:ln>
            <a:solidFill>
              <a:srgbClr val="EC736A"/>
            </a:solidFill>
          </a:ln>
        </p:spPr>
        <p:txBody>
          <a:bodyPr wrap="square"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srgbClr val="EC736A"/>
                </a:solidFill>
                <a:effectLst/>
                <a:uLnTx/>
                <a:uFillTx/>
                <a:latin typeface="Verdana" panose="020B0604030504040204" pitchFamily="34" charset="0"/>
                <a:ea typeface="Verdana" panose="020B0604030504040204" pitchFamily="34" charset="0"/>
                <a:cs typeface="+mn-cs"/>
              </a:rPr>
              <a:t>Динамика АД и ЧСС в группах наблюдения </a:t>
            </a:r>
            <a:endParaRPr kumimoji="0" lang="en-US" sz="1800" b="0" i="0" u="none" strike="noStrike" kern="1200" cap="none" spc="0" normalizeH="0" baseline="0" noProof="0" dirty="0">
              <a:ln>
                <a:noFill/>
              </a:ln>
              <a:solidFill>
                <a:srgbClr val="EC736A"/>
              </a:solidFill>
              <a:effectLst/>
              <a:uLnTx/>
              <a:uFillTx/>
              <a:latin typeface="Verdana" panose="020B0604030504040204" pitchFamily="34" charset="0"/>
              <a:ea typeface="Verdana" panose="020B0604030504040204" pitchFamily="34" charset="0"/>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srgbClr val="EC736A"/>
                </a:solidFill>
                <a:effectLst/>
                <a:uLnTx/>
                <a:uFillTx/>
                <a:latin typeface="Verdana" panose="020B0604030504040204" pitchFamily="34" charset="0"/>
                <a:ea typeface="Verdana" panose="020B0604030504040204" pitchFamily="34" charset="0"/>
                <a:cs typeface="+mn-cs"/>
              </a:rPr>
              <a:t>в течение 12 недель АГ</a:t>
            </a:r>
          </a:p>
        </p:txBody>
      </p:sp>
      <p:grpSp>
        <p:nvGrpSpPr>
          <p:cNvPr id="2" name="Группа 1">
            <a:extLst>
              <a:ext uri="{FF2B5EF4-FFF2-40B4-BE49-F238E27FC236}">
                <a16:creationId xmlns:a16="http://schemas.microsoft.com/office/drawing/2014/main" id="{834AB0CA-4087-1535-EF12-8ECD0729971E}"/>
              </a:ext>
            </a:extLst>
          </p:cNvPr>
          <p:cNvGrpSpPr/>
          <p:nvPr/>
        </p:nvGrpSpPr>
        <p:grpSpPr>
          <a:xfrm>
            <a:off x="7929020" y="1939713"/>
            <a:ext cx="4262981" cy="4086665"/>
            <a:chOff x="7929020" y="1939713"/>
            <a:chExt cx="4262981" cy="4086665"/>
          </a:xfrm>
        </p:grpSpPr>
        <p:pic>
          <p:nvPicPr>
            <p:cNvPr id="25" name="Рисунок 24">
              <a:extLst>
                <a:ext uri="{FF2B5EF4-FFF2-40B4-BE49-F238E27FC236}">
                  <a16:creationId xmlns:a16="http://schemas.microsoft.com/office/drawing/2014/main" id="{AF9F9F90-14F1-0F0D-D9D5-83147220FAF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29020" y="1939713"/>
              <a:ext cx="4262981" cy="4086665"/>
            </a:xfrm>
            <a:prstGeom prst="rect">
              <a:avLst/>
            </a:prstGeom>
          </p:spPr>
        </p:pic>
        <p:sp>
          <p:nvSpPr>
            <p:cNvPr id="26" name="TextBox 25">
              <a:extLst>
                <a:ext uri="{FF2B5EF4-FFF2-40B4-BE49-F238E27FC236}">
                  <a16:creationId xmlns:a16="http://schemas.microsoft.com/office/drawing/2014/main" id="{A375481C-7CB2-6DAE-65E8-059E40D1B1B6}"/>
                </a:ext>
              </a:extLst>
            </p:cNvPr>
            <p:cNvSpPr txBox="1"/>
            <p:nvPr/>
          </p:nvSpPr>
          <p:spPr bwMode="gray">
            <a:xfrm>
              <a:off x="8454572" y="2205256"/>
              <a:ext cx="2742028" cy="359329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Pct val="130000"/>
                <a:buFontTx/>
                <a:buNone/>
                <a:tabLst/>
                <a:defRPr/>
              </a:pPr>
              <a:r>
                <a:rPr kumimoji="0" lang="ru-RU" sz="14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Достоверное улучшение всех параметров СМАД</a:t>
              </a:r>
            </a:p>
            <a:p>
              <a:pPr marL="180975" marR="0" lvl="0" indent="-180975" algn="l" defTabSz="914400" rtl="0" eaLnBrk="1" fontAlgn="auto" latinLnBrk="0" hangingPunct="1">
                <a:lnSpc>
                  <a:spcPct val="100000"/>
                </a:lnSpc>
                <a:spcBef>
                  <a:spcPts val="500"/>
                </a:spcBef>
                <a:spcAft>
                  <a:spcPts val="0"/>
                </a:spcAft>
                <a:buClrTx/>
                <a:buSzPct val="130000"/>
                <a:buFont typeface="Arial" panose="020B0604020202020204" pitchFamily="34" charset="0"/>
                <a:buChar char="•"/>
                <a:tabLst/>
                <a:defRPr/>
              </a:pP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Достоверное уменьшение числа пациентов с типом </a:t>
              </a:r>
              <a:r>
                <a:rPr kumimoji="0" lang="ru-RU" sz="14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non-dipper</a:t>
              </a: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и увеличение – с физиологическим снижением АД в ночные часы </a:t>
              </a:r>
            </a:p>
            <a:p>
              <a:pPr marL="180975" marR="0" lvl="0" indent="-180975" algn="l" defTabSz="914400" rtl="0" eaLnBrk="1" fontAlgn="auto" latinLnBrk="0" hangingPunct="1">
                <a:lnSpc>
                  <a:spcPct val="100000"/>
                </a:lnSpc>
                <a:spcBef>
                  <a:spcPts val="500"/>
                </a:spcBef>
                <a:spcAft>
                  <a:spcPts val="0"/>
                </a:spcAft>
                <a:buClrTx/>
                <a:buSzPct val="130000"/>
                <a:buFont typeface="Arial" panose="020B0604020202020204" pitchFamily="34" charset="0"/>
                <a:buChar char="•"/>
                <a:tabLst/>
                <a:defRPr/>
              </a:pP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Улучшение показателей, характеризующих жесткость сосудистой стенки и центральное аортальное давление</a:t>
              </a:r>
            </a:p>
            <a:p>
              <a:pPr marL="180975" marR="0" lvl="0" indent="-180975" algn="l" defTabSz="914400" rtl="0" eaLnBrk="1" fontAlgn="auto" latinLnBrk="0" hangingPunct="1">
                <a:lnSpc>
                  <a:spcPct val="100000"/>
                </a:lnSpc>
                <a:spcBef>
                  <a:spcPts val="500"/>
                </a:spcBef>
                <a:spcAft>
                  <a:spcPts val="0"/>
                </a:spcAft>
                <a:buClrTx/>
                <a:buSzPct val="130000"/>
                <a:buFont typeface="Arial" panose="020B0604020202020204" pitchFamily="34" charset="0"/>
                <a:buChar char="•"/>
                <a:tabLst/>
                <a:defRPr/>
              </a:pP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Полное отсутствие нежелательных явлений</a:t>
              </a:r>
            </a:p>
            <a:p>
              <a:pPr marL="180975" marR="0" lvl="0" indent="-180975" algn="l" defTabSz="914400" rtl="0" eaLnBrk="1" fontAlgn="auto" latinLnBrk="0" hangingPunct="1">
                <a:lnSpc>
                  <a:spcPct val="100000"/>
                </a:lnSpc>
                <a:spcBef>
                  <a:spcPts val="0"/>
                </a:spcBef>
                <a:spcAft>
                  <a:spcPts val="0"/>
                </a:spcAft>
                <a:buClrTx/>
                <a:buSzPct val="130000"/>
                <a:buFont typeface="Arial" panose="020B0604020202020204" pitchFamily="34" charset="0"/>
                <a:buChar char="•"/>
                <a:tabLst/>
                <a:defRPr/>
              </a:pPr>
              <a:endParaRPr kumimoji="0" lang="ru-RU" sz="1100" b="0" i="1" u="sng"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sp>
        <p:nvSpPr>
          <p:cNvPr id="30" name="TextBox 29">
            <a:extLst>
              <a:ext uri="{FF2B5EF4-FFF2-40B4-BE49-F238E27FC236}">
                <a16:creationId xmlns:a16="http://schemas.microsoft.com/office/drawing/2014/main" id="{F3155717-E552-CBF0-04D0-9A8E61D79FDE}"/>
              </a:ext>
            </a:extLst>
          </p:cNvPr>
          <p:cNvSpPr txBox="1"/>
          <p:nvPr/>
        </p:nvSpPr>
        <p:spPr>
          <a:xfrm>
            <a:off x="832757" y="5552326"/>
            <a:ext cx="7096263"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*р</a:t>
            </a:r>
            <a:r>
              <a:rPr kumimoji="0" lang="en-US" sz="10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&lt;</a:t>
            </a:r>
            <a:r>
              <a:rPr kumimoji="0" lang="ru-RU" sz="10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0,01 </a:t>
            </a:r>
            <a:r>
              <a:rPr kumimoji="0" lang="ru-RU" sz="8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достоверность различий по сравнению с исходными значениями</a:t>
            </a:r>
          </a:p>
        </p:txBody>
      </p:sp>
      <p:sp>
        <p:nvSpPr>
          <p:cNvPr id="5" name="Объект 18">
            <a:extLst>
              <a:ext uri="{FF2B5EF4-FFF2-40B4-BE49-F238E27FC236}">
                <a16:creationId xmlns:a16="http://schemas.microsoft.com/office/drawing/2014/main" id="{175261E1-C353-48F7-96E0-128177BFFCAF}"/>
              </a:ext>
            </a:extLst>
          </p:cNvPr>
          <p:cNvSpPr>
            <a:spLocks noGrp="1"/>
          </p:cNvSpPr>
          <p:nvPr>
            <p:ph idx="4294967295"/>
          </p:nvPr>
        </p:nvSpPr>
        <p:spPr>
          <a:xfrm>
            <a:off x="924972" y="6068021"/>
            <a:ext cx="7146786" cy="683603"/>
          </a:xfrm>
        </p:spPr>
        <p:txBody>
          <a:bodyPr>
            <a:noAutofit/>
          </a:bodyPr>
          <a:lstStyle/>
          <a:p>
            <a:pPr marL="0" indent="0">
              <a:lnSpc>
                <a:spcPct val="100000"/>
              </a:lnSpc>
              <a:spcBef>
                <a:spcPts val="300"/>
              </a:spcBef>
              <a:buNone/>
            </a:pPr>
            <a:r>
              <a:rPr lang="ru-RU" sz="800" b="1" dirty="0">
                <a:solidFill>
                  <a:srgbClr val="323F48"/>
                </a:solidFill>
                <a:latin typeface="Calibri" panose="020F0502020204030204" pitchFamily="34" charset="0"/>
                <a:cs typeface="Calibri" panose="020F0502020204030204" pitchFamily="34" charset="0"/>
              </a:rPr>
              <a:t>АД</a:t>
            </a:r>
            <a:r>
              <a:rPr lang="ru-RU" sz="800" dirty="0">
                <a:solidFill>
                  <a:srgbClr val="323F48"/>
                </a:solidFill>
                <a:latin typeface="Calibri" panose="020F0502020204030204" pitchFamily="34" charset="0"/>
                <a:cs typeface="Calibri" panose="020F0502020204030204" pitchFamily="34" charset="0"/>
              </a:rPr>
              <a:t> – артериальное давление, </a:t>
            </a:r>
            <a:r>
              <a:rPr lang="ru-RU" sz="800" b="1" dirty="0">
                <a:solidFill>
                  <a:srgbClr val="323F48"/>
                </a:solidFill>
                <a:latin typeface="Calibri" panose="020F0502020204030204" pitchFamily="34" charset="0"/>
                <a:cs typeface="Calibri" panose="020F0502020204030204" pitchFamily="34" charset="0"/>
              </a:rPr>
              <a:t>ДАД</a:t>
            </a:r>
            <a:r>
              <a:rPr lang="ru-RU" sz="800" dirty="0">
                <a:solidFill>
                  <a:srgbClr val="323F48"/>
                </a:solidFill>
                <a:latin typeface="Calibri" panose="020F0502020204030204" pitchFamily="34" charset="0"/>
                <a:cs typeface="Calibri" panose="020F0502020204030204" pitchFamily="34" charset="0"/>
              </a:rPr>
              <a:t> – диастолическое артериальное давление, </a:t>
            </a:r>
            <a:r>
              <a:rPr lang="ru-RU" sz="800" b="1" dirty="0">
                <a:solidFill>
                  <a:srgbClr val="323F48"/>
                </a:solidFill>
                <a:latin typeface="Calibri" panose="020F0502020204030204" pitchFamily="34" charset="0"/>
                <a:cs typeface="Calibri" panose="020F0502020204030204" pitchFamily="34" charset="0"/>
              </a:rPr>
              <a:t>ИБС</a:t>
            </a:r>
            <a:r>
              <a:rPr lang="ru-RU" sz="800" dirty="0">
                <a:solidFill>
                  <a:srgbClr val="323F48"/>
                </a:solidFill>
                <a:latin typeface="Calibri" panose="020F0502020204030204" pitchFamily="34" charset="0"/>
                <a:cs typeface="Calibri" panose="020F0502020204030204" pitchFamily="34" charset="0"/>
              </a:rPr>
              <a:t> – ишемическая болезнь сердца, </a:t>
            </a:r>
            <a:br>
              <a:rPr lang="en-US" sz="800" dirty="0">
                <a:solidFill>
                  <a:srgbClr val="323F48"/>
                </a:solidFill>
                <a:latin typeface="Calibri" panose="020F0502020204030204" pitchFamily="34" charset="0"/>
                <a:cs typeface="Calibri" panose="020F0502020204030204" pitchFamily="34" charset="0"/>
              </a:rPr>
            </a:br>
            <a:r>
              <a:rPr lang="ru-RU" sz="800" b="1" dirty="0">
                <a:solidFill>
                  <a:srgbClr val="323F48"/>
                </a:solidFill>
                <a:latin typeface="Calibri" panose="020F0502020204030204" pitchFamily="34" charset="0"/>
                <a:cs typeface="Calibri" panose="020F0502020204030204" pitchFamily="34" charset="0"/>
              </a:rPr>
              <a:t>САД </a:t>
            </a:r>
            <a:r>
              <a:rPr lang="ru-RU" sz="800" dirty="0">
                <a:solidFill>
                  <a:srgbClr val="323F48"/>
                </a:solidFill>
                <a:latin typeface="Calibri" panose="020F0502020204030204" pitchFamily="34" charset="0"/>
                <a:cs typeface="Calibri" panose="020F0502020204030204" pitchFamily="34" charset="0"/>
              </a:rPr>
              <a:t>– систолическое артериальное давление, </a:t>
            </a:r>
            <a:r>
              <a:rPr lang="ru-RU" sz="800" b="1" dirty="0">
                <a:solidFill>
                  <a:srgbClr val="323F48"/>
                </a:solidFill>
                <a:latin typeface="Calibri" panose="020F0502020204030204" pitchFamily="34" charset="0"/>
                <a:cs typeface="Calibri" panose="020F0502020204030204" pitchFamily="34" charset="0"/>
              </a:rPr>
              <a:t>СМАД</a:t>
            </a:r>
            <a:r>
              <a:rPr lang="ru-RU" sz="800" dirty="0">
                <a:solidFill>
                  <a:srgbClr val="323F48"/>
                </a:solidFill>
                <a:latin typeface="Calibri" panose="020F0502020204030204" pitchFamily="34" charset="0"/>
                <a:cs typeface="Calibri" panose="020F0502020204030204" pitchFamily="34" charset="0"/>
              </a:rPr>
              <a:t> –</a:t>
            </a:r>
            <a:r>
              <a:rPr lang="en-US" sz="800" dirty="0">
                <a:solidFill>
                  <a:srgbClr val="323F48"/>
                </a:solidFill>
                <a:latin typeface="Calibri" panose="020F0502020204030204" pitchFamily="34" charset="0"/>
                <a:cs typeface="Calibri" panose="020F0502020204030204" pitchFamily="34" charset="0"/>
              </a:rPr>
              <a:t> </a:t>
            </a:r>
            <a:r>
              <a:rPr lang="ru-RU" sz="800" dirty="0">
                <a:solidFill>
                  <a:srgbClr val="323F48"/>
                </a:solidFill>
                <a:latin typeface="Calibri" panose="020F0502020204030204" pitchFamily="34" charset="0"/>
                <a:cs typeface="Calibri" panose="020F0502020204030204" pitchFamily="34" charset="0"/>
              </a:rPr>
              <a:t>суточное мониторирование артериального давления, </a:t>
            </a:r>
            <a:r>
              <a:rPr lang="ru-RU" sz="800" b="1" dirty="0">
                <a:solidFill>
                  <a:srgbClr val="323F48"/>
                </a:solidFill>
                <a:latin typeface="Calibri" panose="020F0502020204030204" pitchFamily="34" charset="0"/>
                <a:cs typeface="Calibri" panose="020F0502020204030204" pitchFamily="34" charset="0"/>
              </a:rPr>
              <a:t>ЧСС</a:t>
            </a:r>
            <a:r>
              <a:rPr lang="ru-RU" sz="800" dirty="0">
                <a:solidFill>
                  <a:srgbClr val="323F48"/>
                </a:solidFill>
                <a:latin typeface="Calibri" panose="020F0502020204030204" pitchFamily="34" charset="0"/>
                <a:cs typeface="Calibri" panose="020F0502020204030204" pitchFamily="34" charset="0"/>
              </a:rPr>
              <a:t> – частота сердечных сокращений</a:t>
            </a:r>
          </a:p>
          <a:p>
            <a:pPr marL="0" indent="0">
              <a:lnSpc>
                <a:spcPct val="100000"/>
              </a:lnSpc>
              <a:spcBef>
                <a:spcPts val="300"/>
              </a:spcBef>
              <a:buNone/>
            </a:pPr>
            <a:r>
              <a:rPr lang="ru-RU" sz="800" b="1" dirty="0">
                <a:solidFill>
                  <a:srgbClr val="323F48"/>
                </a:solidFill>
                <a:latin typeface="Calibri" panose="020F0502020204030204" pitchFamily="34" charset="0"/>
                <a:cs typeface="Calibri" panose="020F0502020204030204" pitchFamily="34" charset="0"/>
              </a:rPr>
              <a:t>1.</a:t>
            </a:r>
            <a:r>
              <a:rPr lang="en-US" sz="800" b="1" dirty="0">
                <a:solidFill>
                  <a:srgbClr val="323F48"/>
                </a:solidFill>
                <a:latin typeface="Calibri" panose="020F0502020204030204" pitchFamily="34" charset="0"/>
                <a:cs typeface="Calibri" panose="020F0502020204030204" pitchFamily="34" charset="0"/>
              </a:rPr>
              <a:t> </a:t>
            </a:r>
            <a:r>
              <a:rPr lang="ru-RU" sz="800" dirty="0" err="1">
                <a:solidFill>
                  <a:srgbClr val="323F48"/>
                </a:solidFill>
                <a:latin typeface="Calibri" panose="020F0502020204030204" pitchFamily="34" charset="0"/>
                <a:cs typeface="Calibri" panose="020F0502020204030204" pitchFamily="34" charset="0"/>
              </a:rPr>
              <a:t>Скибицкий</a:t>
            </a:r>
            <a:r>
              <a:rPr lang="ru-RU" sz="800" dirty="0">
                <a:solidFill>
                  <a:srgbClr val="323F48"/>
                </a:solidFill>
                <a:latin typeface="Calibri" panose="020F0502020204030204" pitchFamily="34" charset="0"/>
                <a:cs typeface="Calibri" panose="020F0502020204030204" pitchFamily="34" charset="0"/>
              </a:rPr>
              <a:t> В.В. и </a:t>
            </a:r>
            <a:r>
              <a:rPr lang="ru-RU" sz="800" dirty="0" err="1">
                <a:solidFill>
                  <a:srgbClr val="323F48"/>
                </a:solidFill>
                <a:latin typeface="Calibri" panose="020F0502020204030204" pitchFamily="34" charset="0"/>
                <a:cs typeface="Calibri" panose="020F0502020204030204" pitchFamily="34" charset="0"/>
              </a:rPr>
              <a:t>соавт</a:t>
            </a:r>
            <a:r>
              <a:rPr lang="ru-RU" sz="800" dirty="0">
                <a:solidFill>
                  <a:srgbClr val="323F48"/>
                </a:solidFill>
                <a:latin typeface="Calibri" panose="020F0502020204030204" pitchFamily="34" charset="0"/>
                <a:cs typeface="Calibri" panose="020F0502020204030204" pitchFamily="34" charset="0"/>
              </a:rPr>
              <a:t>. Эффективность фиксированной комбинации </a:t>
            </a:r>
            <a:r>
              <a:rPr lang="ru-RU" sz="800" dirty="0" err="1">
                <a:solidFill>
                  <a:srgbClr val="323F48"/>
                </a:solidFill>
                <a:latin typeface="Calibri" panose="020F0502020204030204" pitchFamily="34" charset="0"/>
                <a:cs typeface="Calibri" panose="020F0502020204030204" pitchFamily="34" charset="0"/>
              </a:rPr>
              <a:t>бисопролола</a:t>
            </a:r>
            <a:r>
              <a:rPr lang="ru-RU" sz="800" dirty="0">
                <a:solidFill>
                  <a:srgbClr val="323F48"/>
                </a:solidFill>
                <a:latin typeface="Calibri" panose="020F0502020204030204" pitchFamily="34" charset="0"/>
                <a:cs typeface="Calibri" panose="020F0502020204030204" pitchFamily="34" charset="0"/>
              </a:rPr>
              <a:t> и </a:t>
            </a:r>
            <a:r>
              <a:rPr lang="ru-RU" sz="800" dirty="0" err="1">
                <a:solidFill>
                  <a:srgbClr val="323F48"/>
                </a:solidFill>
                <a:latin typeface="Calibri" panose="020F0502020204030204" pitchFamily="34" charset="0"/>
                <a:cs typeface="Calibri" panose="020F0502020204030204" pitchFamily="34" charset="0"/>
              </a:rPr>
              <a:t>амлодипина</a:t>
            </a:r>
            <a:r>
              <a:rPr lang="ru-RU" sz="800" dirty="0">
                <a:solidFill>
                  <a:srgbClr val="323F48"/>
                </a:solidFill>
                <a:latin typeface="Calibri" panose="020F0502020204030204" pitchFamily="34" charset="0"/>
                <a:cs typeface="Calibri" panose="020F0502020204030204" pitchFamily="34" charset="0"/>
              </a:rPr>
              <a:t> у пациентов с артериальной гипертонией, ишемической болезнью сердца и метаболическим синдромом // Системные гипертензии. – 2015. – №1. – С. 26-31. </a:t>
            </a:r>
          </a:p>
        </p:txBody>
      </p:sp>
      <p:sp>
        <p:nvSpPr>
          <p:cNvPr id="9" name="Заголовок 1">
            <a:extLst>
              <a:ext uri="{FF2B5EF4-FFF2-40B4-BE49-F238E27FC236}">
                <a16:creationId xmlns:a16="http://schemas.microsoft.com/office/drawing/2014/main" id="{FF47AEE4-BE03-BC7F-0903-49F1738BF1B5}"/>
              </a:ext>
            </a:extLst>
          </p:cNvPr>
          <p:cNvSpPr txBox="1">
            <a:spLocks/>
          </p:cNvSpPr>
          <p:nvPr/>
        </p:nvSpPr>
        <p:spPr>
          <a:xfrm>
            <a:off x="895943" y="497766"/>
            <a:ext cx="10909300" cy="783083"/>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ru-RU" sz="20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Конкор</a:t>
            </a:r>
            <a:r>
              <a:rPr kumimoji="0" lang="ru-RU"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АМ у пациентов с АГ и ИБС: устойчивое снижение АД, ЧСС и улучшение параметров СМАД</a:t>
            </a:r>
            <a:endParaRPr kumimoji="0" lang="ru-RU" sz="2000" b="0" i="0" u="none" strike="noStrike" kern="1200" cap="none" spc="0" normalizeH="0" baseline="50000" noProof="0" dirty="0">
              <a:ln>
                <a:noFill/>
              </a:ln>
              <a:solidFill>
                <a:srgbClr val="265374"/>
              </a:solidFill>
              <a:effectLst/>
              <a:uLnTx/>
              <a:uFillTx/>
              <a:latin typeface="Verdana" panose="020B0604030504040204" pitchFamily="34" charset="0"/>
              <a:ea typeface="Verdana" panose="020B0604030504040204" pitchFamily="34" charset="0"/>
              <a:cs typeface="+mj-cs"/>
            </a:endParaRPr>
          </a:p>
        </p:txBody>
      </p:sp>
      <p:sp>
        <p:nvSpPr>
          <p:cNvPr id="3" name="TextBox 2">
            <a:extLst>
              <a:ext uri="{FF2B5EF4-FFF2-40B4-BE49-F238E27FC236}">
                <a16:creationId xmlns:a16="http://schemas.microsoft.com/office/drawing/2014/main" id="{EC653B83-8ACF-93AD-74BB-D1640375275B}"/>
              </a:ext>
            </a:extLst>
          </p:cNvPr>
          <p:cNvSpPr txBox="1"/>
          <p:nvPr/>
        </p:nvSpPr>
        <p:spPr>
          <a:xfrm>
            <a:off x="1822287" y="166693"/>
            <a:ext cx="8384970" cy="215444"/>
          </a:xfrm>
          <a:prstGeom prst="rect">
            <a:avLst/>
          </a:prstGeom>
          <a:noFill/>
        </p:spPr>
        <p:txBody>
          <a:bodyPr wrap="square">
            <a:spAutoFit/>
          </a:bodyPr>
          <a:lstStyle/>
          <a:p>
            <a:r>
              <a:rPr lang="ru-RU" sz="800" dirty="0" err="1">
                <a:solidFill>
                  <a:prstClr val="black"/>
                </a:solidFill>
                <a:latin typeface="Calibri" panose="020F0502020204030204"/>
              </a:rPr>
              <a:t>Конкор</a:t>
            </a:r>
            <a:r>
              <a:rPr lang="ru-RU" sz="800" dirty="0">
                <a:solidFill>
                  <a:prstClr val="black"/>
                </a:solidFill>
                <a:latin typeface="Calibri" panose="020F0502020204030204"/>
              </a:rPr>
              <a:t>® АМ зарегистрирован для лечения артериальной гипертензии. Представленные данные применимы для пациентов с артериальной гипертензией и сопутствующей ИБС</a:t>
            </a:r>
          </a:p>
        </p:txBody>
      </p:sp>
    </p:spTree>
    <p:extLst>
      <p:ext uri="{BB962C8B-B14F-4D97-AF65-F5344CB8AC3E}">
        <p14:creationId xmlns:p14="http://schemas.microsoft.com/office/powerpoint/2010/main" val="291740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Номер слайда 5">
            <a:extLst>
              <a:ext uri="{FF2B5EF4-FFF2-40B4-BE49-F238E27FC236}">
                <a16:creationId xmlns:a16="http://schemas.microsoft.com/office/drawing/2014/main" id="{C02BF009-7788-B795-443B-D0EDEEB5414C}"/>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54</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sp>
        <p:nvSpPr>
          <p:cNvPr id="28" name="Прямоугольник 27">
            <a:extLst>
              <a:ext uri="{FF2B5EF4-FFF2-40B4-BE49-F238E27FC236}">
                <a16:creationId xmlns:a16="http://schemas.microsoft.com/office/drawing/2014/main" id="{C8F7E0E3-8338-8D40-95E7-FA65952328C8}"/>
              </a:ext>
            </a:extLst>
          </p:cNvPr>
          <p:cNvSpPr/>
          <p:nvPr/>
        </p:nvSpPr>
        <p:spPr>
          <a:xfrm>
            <a:off x="623889" y="1715781"/>
            <a:ext cx="10944224" cy="344809"/>
          </a:xfrm>
          <a:prstGeom prst="rect">
            <a:avLst/>
          </a:prstGeom>
        </p:spPr>
        <p:txBody>
          <a:bodyPr wrap="square">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1" i="0" u="none" strike="noStrike" kern="1200" cap="none" spc="0" normalizeH="0" baseline="0" noProof="0" dirty="0">
              <a:ln>
                <a:noFill/>
              </a:ln>
              <a:solidFill>
                <a:srgbClr val="065DA6"/>
              </a:solidFill>
              <a:effectLst/>
              <a:uLnTx/>
              <a:uFillTx/>
              <a:latin typeface="Verdana" panose="020B0604030504040204" pitchFamily="34" charset="0"/>
              <a:ea typeface="Verdana" panose="020B0604030504040204" pitchFamily="34" charset="0"/>
              <a:cs typeface="+mn-cs"/>
            </a:endParaRPr>
          </a:p>
        </p:txBody>
      </p:sp>
      <p:grpSp>
        <p:nvGrpSpPr>
          <p:cNvPr id="12" name="Группа 11">
            <a:extLst>
              <a:ext uri="{FF2B5EF4-FFF2-40B4-BE49-F238E27FC236}">
                <a16:creationId xmlns:a16="http://schemas.microsoft.com/office/drawing/2014/main" id="{4A5AD5AC-FDFD-0807-CB6D-BD7BE60E3B64}"/>
              </a:ext>
            </a:extLst>
          </p:cNvPr>
          <p:cNvGrpSpPr/>
          <p:nvPr/>
        </p:nvGrpSpPr>
        <p:grpSpPr>
          <a:xfrm>
            <a:off x="9097938" y="3706839"/>
            <a:ext cx="2726466" cy="1411292"/>
            <a:chOff x="8336963" y="5156574"/>
            <a:chExt cx="2726466" cy="1411292"/>
          </a:xfrm>
        </p:grpSpPr>
        <p:sp>
          <p:nvSpPr>
            <p:cNvPr id="8" name="TextBox 7">
              <a:extLst>
                <a:ext uri="{FF2B5EF4-FFF2-40B4-BE49-F238E27FC236}">
                  <a16:creationId xmlns:a16="http://schemas.microsoft.com/office/drawing/2014/main" id="{08EC3081-80EA-5AF2-85A9-65E34A48D04D}"/>
                </a:ext>
              </a:extLst>
            </p:cNvPr>
            <p:cNvSpPr txBox="1"/>
            <p:nvPr/>
          </p:nvSpPr>
          <p:spPr>
            <a:xfrm>
              <a:off x="8577262" y="5244427"/>
              <a:ext cx="2486167" cy="132343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6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Нежелательные явления за время наблюдения </a:t>
              </a:r>
              <a:r>
                <a:rPr kumimoji="0" lang="ru-RU" sz="1600" b="1" i="0" u="sng"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зарегистрированы не были </a:t>
              </a:r>
            </a:p>
          </p:txBody>
        </p:sp>
        <p:sp>
          <p:nvSpPr>
            <p:cNvPr id="9" name="[T2O] TextBox 49">
              <a:extLst>
                <a:ext uri="{FF2B5EF4-FFF2-40B4-BE49-F238E27FC236}">
                  <a16:creationId xmlns:a16="http://schemas.microsoft.com/office/drawing/2014/main" id="{5B607ECE-AEBE-3F7D-FB55-6053F341D4C0}"/>
                </a:ext>
              </a:extLst>
            </p:cNvPr>
            <p:cNvSpPr/>
            <p:nvPr/>
          </p:nvSpPr>
          <p:spPr>
            <a:xfrm>
              <a:off x="8336963" y="5156574"/>
              <a:ext cx="270181" cy="263476"/>
            </a:xfrm>
            <a:custGeom>
              <a:avLst/>
              <a:gdLst/>
              <a:ahLst/>
              <a:cxnLst/>
              <a:rect l="l" t="t" r="r" b="b"/>
              <a:pathLst>
                <a:path w="116979" h="114076">
                  <a:moveTo>
                    <a:pt x="46323" y="0"/>
                  </a:moveTo>
                  <a:lnTo>
                    <a:pt x="69986" y="0"/>
                  </a:lnTo>
                  <a:lnTo>
                    <a:pt x="69093" y="38732"/>
                  </a:lnTo>
                  <a:lnTo>
                    <a:pt x="104477" y="15180"/>
                  </a:lnTo>
                  <a:lnTo>
                    <a:pt x="116867" y="33709"/>
                  </a:lnTo>
                  <a:lnTo>
                    <a:pt x="76907" y="56926"/>
                  </a:lnTo>
                  <a:lnTo>
                    <a:pt x="116979" y="80367"/>
                  </a:lnTo>
                  <a:lnTo>
                    <a:pt x="104589" y="98784"/>
                  </a:lnTo>
                  <a:lnTo>
                    <a:pt x="68870" y="74451"/>
                  </a:lnTo>
                  <a:lnTo>
                    <a:pt x="70098" y="114076"/>
                  </a:lnTo>
                  <a:lnTo>
                    <a:pt x="46323" y="114076"/>
                  </a:lnTo>
                  <a:lnTo>
                    <a:pt x="47216" y="75456"/>
                  </a:lnTo>
                  <a:lnTo>
                    <a:pt x="12167" y="98896"/>
                  </a:lnTo>
                  <a:lnTo>
                    <a:pt x="0" y="80367"/>
                  </a:lnTo>
                  <a:lnTo>
                    <a:pt x="39625" y="57038"/>
                  </a:lnTo>
                  <a:lnTo>
                    <a:pt x="111" y="33486"/>
                  </a:lnTo>
                  <a:lnTo>
                    <a:pt x="12167" y="14845"/>
                  </a:lnTo>
                  <a:lnTo>
                    <a:pt x="47104" y="38621"/>
                  </a:lnTo>
                  <a:close/>
                </a:path>
              </a:pathLst>
            </a:custGeom>
            <a:solidFill>
              <a:srgbClr val="398ACB"/>
            </a:solidFill>
            <a:ln w="9525"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C1D82E"/>
                </a:solidFill>
                <a:effectLst/>
                <a:uLnTx/>
                <a:uFillTx/>
                <a:latin typeface="Verdana" panose="020B0604030504040204" pitchFamily="34" charset="0"/>
                <a:ea typeface="Verdana" panose="020B0604030504040204" pitchFamily="34" charset="0"/>
                <a:cs typeface="+mn-cs"/>
              </a:endParaRPr>
            </a:p>
          </p:txBody>
        </p:sp>
      </p:grpSp>
      <p:sp>
        <p:nvSpPr>
          <p:cNvPr id="16" name="Прямоугольник 15">
            <a:extLst>
              <a:ext uri="{FF2B5EF4-FFF2-40B4-BE49-F238E27FC236}">
                <a16:creationId xmlns:a16="http://schemas.microsoft.com/office/drawing/2014/main" id="{AF078B83-E525-C776-A1D3-F29C7775DD6E}"/>
              </a:ext>
            </a:extLst>
          </p:cNvPr>
          <p:cNvSpPr/>
          <p:nvPr/>
        </p:nvSpPr>
        <p:spPr>
          <a:xfrm>
            <a:off x="924970" y="1819637"/>
            <a:ext cx="10643141" cy="568230"/>
          </a:xfrm>
          <a:prstGeom prst="rect">
            <a:avLst/>
          </a:prstGeom>
          <a:solidFill>
            <a:schemeClr val="bg1"/>
          </a:solidFill>
          <a:ln>
            <a:solidFill>
              <a:srgbClr val="EC736A"/>
            </a:solidFill>
          </a:ln>
        </p:spPr>
        <p:txBody>
          <a:bodyPr wrap="square"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srgbClr val="EC736A"/>
                </a:solidFill>
                <a:effectLst/>
                <a:uLnTx/>
                <a:uFillTx/>
                <a:latin typeface="Verdana" panose="020B0604030504040204" pitchFamily="34" charset="0"/>
                <a:ea typeface="Verdana" panose="020B0604030504040204" pitchFamily="34" charset="0"/>
                <a:cs typeface="+mn-cs"/>
              </a:rPr>
              <a:t>Динамика приступов стенокардии в группах наблюдения в течение 12 недель</a:t>
            </a:r>
          </a:p>
        </p:txBody>
      </p:sp>
      <p:grpSp>
        <p:nvGrpSpPr>
          <p:cNvPr id="49" name="Группа 48">
            <a:extLst>
              <a:ext uri="{FF2B5EF4-FFF2-40B4-BE49-F238E27FC236}">
                <a16:creationId xmlns:a16="http://schemas.microsoft.com/office/drawing/2014/main" id="{EF37A0B1-EB0C-284D-7753-4308A51FF188}"/>
              </a:ext>
            </a:extLst>
          </p:cNvPr>
          <p:cNvGrpSpPr/>
          <p:nvPr/>
        </p:nvGrpSpPr>
        <p:grpSpPr>
          <a:xfrm>
            <a:off x="895943" y="2657594"/>
            <a:ext cx="8201995" cy="3246342"/>
            <a:chOff x="895943" y="2954825"/>
            <a:chExt cx="8113486" cy="2851614"/>
          </a:xfrm>
        </p:grpSpPr>
        <p:sp>
          <p:nvSpPr>
            <p:cNvPr id="21" name="TextBox 20">
              <a:extLst>
                <a:ext uri="{FF2B5EF4-FFF2-40B4-BE49-F238E27FC236}">
                  <a16:creationId xmlns:a16="http://schemas.microsoft.com/office/drawing/2014/main" id="{E24444B1-9FF7-7A2A-DB3C-FAD0D736549E}"/>
                </a:ext>
              </a:extLst>
            </p:cNvPr>
            <p:cNvSpPr txBox="1"/>
            <p:nvPr/>
          </p:nvSpPr>
          <p:spPr>
            <a:xfrm>
              <a:off x="1629636" y="5157590"/>
              <a:ext cx="2637564" cy="64884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4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Уменьшение числа приступов стенокардии в неделю </a:t>
              </a:r>
            </a:p>
          </p:txBody>
        </p:sp>
        <p:sp>
          <p:nvSpPr>
            <p:cNvPr id="17" name="Прямоугольник 16">
              <a:extLst>
                <a:ext uri="{FF2B5EF4-FFF2-40B4-BE49-F238E27FC236}">
                  <a16:creationId xmlns:a16="http://schemas.microsoft.com/office/drawing/2014/main" id="{BE3EAA77-9399-727D-8603-78ABDFD3B8E0}"/>
                </a:ext>
              </a:extLst>
            </p:cNvPr>
            <p:cNvSpPr/>
            <p:nvPr/>
          </p:nvSpPr>
          <p:spPr>
            <a:xfrm>
              <a:off x="1664645" y="2954825"/>
              <a:ext cx="1241325" cy="2107895"/>
            </a:xfrm>
            <a:prstGeom prst="rect">
              <a:avLst/>
            </a:prstGeom>
            <a:solidFill>
              <a:srgbClr val="EC736A"/>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19" name="Прямоугольник 18">
              <a:extLst>
                <a:ext uri="{FF2B5EF4-FFF2-40B4-BE49-F238E27FC236}">
                  <a16:creationId xmlns:a16="http://schemas.microsoft.com/office/drawing/2014/main" id="{161EC2B1-2589-C35D-AA20-A7231847ABA7}"/>
                </a:ext>
              </a:extLst>
            </p:cNvPr>
            <p:cNvSpPr/>
            <p:nvPr/>
          </p:nvSpPr>
          <p:spPr>
            <a:xfrm>
              <a:off x="3102470" y="4972050"/>
              <a:ext cx="1241325" cy="90669"/>
            </a:xfrm>
            <a:prstGeom prst="rect">
              <a:avLst/>
            </a:prstGeom>
            <a:solidFill>
              <a:srgbClr val="398ACB"/>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22" name="Прямоугольник 21">
              <a:extLst>
                <a:ext uri="{FF2B5EF4-FFF2-40B4-BE49-F238E27FC236}">
                  <a16:creationId xmlns:a16="http://schemas.microsoft.com/office/drawing/2014/main" id="{A1756981-D7F2-9903-BBD3-F1D28F41F5C6}"/>
                </a:ext>
              </a:extLst>
            </p:cNvPr>
            <p:cNvSpPr/>
            <p:nvPr/>
          </p:nvSpPr>
          <p:spPr>
            <a:xfrm>
              <a:off x="5850919" y="3119934"/>
              <a:ext cx="1241325" cy="1942786"/>
            </a:xfrm>
            <a:prstGeom prst="rect">
              <a:avLst/>
            </a:prstGeom>
            <a:solidFill>
              <a:srgbClr val="C1D82E"/>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23" name="Прямоугольник 22">
              <a:extLst>
                <a:ext uri="{FF2B5EF4-FFF2-40B4-BE49-F238E27FC236}">
                  <a16:creationId xmlns:a16="http://schemas.microsoft.com/office/drawing/2014/main" id="{6AC555EC-DC29-095E-1341-9742A94A5398}"/>
                </a:ext>
              </a:extLst>
            </p:cNvPr>
            <p:cNvSpPr/>
            <p:nvPr/>
          </p:nvSpPr>
          <p:spPr>
            <a:xfrm>
              <a:off x="7288745" y="5007387"/>
              <a:ext cx="1241325" cy="55036"/>
            </a:xfrm>
            <a:prstGeom prst="rect">
              <a:avLst/>
            </a:prstGeom>
            <a:solidFill>
              <a:srgbClr val="398ACB"/>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cxnSp>
          <p:nvCxnSpPr>
            <p:cNvPr id="26" name="Прямая соединительная линия 25">
              <a:extLst>
                <a:ext uri="{FF2B5EF4-FFF2-40B4-BE49-F238E27FC236}">
                  <a16:creationId xmlns:a16="http://schemas.microsoft.com/office/drawing/2014/main" id="{3EA10701-4235-DF88-6F96-5EC1B666A49C}"/>
                </a:ext>
              </a:extLst>
            </p:cNvPr>
            <p:cNvCxnSpPr/>
            <p:nvPr/>
          </p:nvCxnSpPr>
          <p:spPr>
            <a:xfrm>
              <a:off x="895943" y="5062423"/>
              <a:ext cx="8113486" cy="0"/>
            </a:xfrm>
            <a:prstGeom prst="line">
              <a:avLst/>
            </a:prstGeom>
            <a:ln w="12700">
              <a:solidFill>
                <a:schemeClr val="bg1">
                  <a:lumMod val="75000"/>
                </a:schemeClr>
              </a:solidFill>
              <a:tailEnd type="non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6EE1AA70-40F9-3A94-84AF-E7619C047FAF}"/>
                </a:ext>
              </a:extLst>
            </p:cNvPr>
            <p:cNvSpPr txBox="1"/>
            <p:nvPr/>
          </p:nvSpPr>
          <p:spPr>
            <a:xfrm>
              <a:off x="1690631" y="3001284"/>
              <a:ext cx="1215339" cy="594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24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3,83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4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±0,47</a:t>
              </a:r>
            </a:p>
          </p:txBody>
        </p:sp>
        <p:sp>
          <p:nvSpPr>
            <p:cNvPr id="35" name="TextBox 34">
              <a:extLst>
                <a:ext uri="{FF2B5EF4-FFF2-40B4-BE49-F238E27FC236}">
                  <a16:creationId xmlns:a16="http://schemas.microsoft.com/office/drawing/2014/main" id="{35A9C54D-3611-EAB6-4F10-0F1041CBE206}"/>
                </a:ext>
              </a:extLst>
            </p:cNvPr>
            <p:cNvSpPr txBox="1"/>
            <p:nvPr/>
          </p:nvSpPr>
          <p:spPr>
            <a:xfrm>
              <a:off x="5743347" y="5157590"/>
              <a:ext cx="2637565" cy="64884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4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Снижение потребности в короткодействующих нитратах </a:t>
              </a:r>
            </a:p>
          </p:txBody>
        </p:sp>
        <p:sp>
          <p:nvSpPr>
            <p:cNvPr id="37" name="TextBox 36">
              <a:extLst>
                <a:ext uri="{FF2B5EF4-FFF2-40B4-BE49-F238E27FC236}">
                  <a16:creationId xmlns:a16="http://schemas.microsoft.com/office/drawing/2014/main" id="{9522A794-D9B5-8B4A-F592-700685D3FC6A}"/>
                </a:ext>
              </a:extLst>
            </p:cNvPr>
            <p:cNvSpPr txBox="1"/>
            <p:nvPr/>
          </p:nvSpPr>
          <p:spPr>
            <a:xfrm>
              <a:off x="3538597" y="3039634"/>
              <a:ext cx="850899" cy="2703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р&lt;0,01</a:t>
              </a:r>
            </a:p>
          </p:txBody>
        </p:sp>
        <p:sp>
          <p:nvSpPr>
            <p:cNvPr id="39" name="TextBox 38">
              <a:extLst>
                <a:ext uri="{FF2B5EF4-FFF2-40B4-BE49-F238E27FC236}">
                  <a16:creationId xmlns:a16="http://schemas.microsoft.com/office/drawing/2014/main" id="{B038A0B7-F5AB-B533-8E68-5FCAC77B6FE1}"/>
                </a:ext>
              </a:extLst>
            </p:cNvPr>
            <p:cNvSpPr txBox="1"/>
            <p:nvPr/>
          </p:nvSpPr>
          <p:spPr>
            <a:xfrm>
              <a:off x="3138431" y="4255282"/>
              <a:ext cx="1215339" cy="594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24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0,2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±0,09</a:t>
              </a:r>
            </a:p>
          </p:txBody>
        </p:sp>
        <p:sp>
          <p:nvSpPr>
            <p:cNvPr id="44" name="Полилиния: фигура 43">
              <a:extLst>
                <a:ext uri="{FF2B5EF4-FFF2-40B4-BE49-F238E27FC236}">
                  <a16:creationId xmlns:a16="http://schemas.microsoft.com/office/drawing/2014/main" id="{4D7E7509-340A-C0A2-64C2-2F9690172594}"/>
                </a:ext>
              </a:extLst>
            </p:cNvPr>
            <p:cNvSpPr/>
            <p:nvPr/>
          </p:nvSpPr>
          <p:spPr>
            <a:xfrm>
              <a:off x="2996730" y="3157406"/>
              <a:ext cx="705900" cy="1135477"/>
            </a:xfrm>
            <a:custGeom>
              <a:avLst/>
              <a:gdLst>
                <a:gd name="connsiteX0" fmla="*/ 0 w 672733"/>
                <a:gd name="connsiteY0" fmla="*/ 0 h 1156607"/>
                <a:gd name="connsiteX1" fmla="*/ 571500 w 672733"/>
                <a:gd name="connsiteY1" fmla="*/ 421821 h 1156607"/>
                <a:gd name="connsiteX2" fmla="*/ 669472 w 672733"/>
                <a:gd name="connsiteY2" fmla="*/ 1156607 h 1156607"/>
              </a:gdLst>
              <a:ahLst/>
              <a:cxnLst>
                <a:cxn ang="0">
                  <a:pos x="connsiteX0" y="connsiteY0"/>
                </a:cxn>
                <a:cxn ang="0">
                  <a:pos x="connsiteX1" y="connsiteY1"/>
                </a:cxn>
                <a:cxn ang="0">
                  <a:pos x="connsiteX2" y="connsiteY2"/>
                </a:cxn>
              </a:cxnLst>
              <a:rect l="l" t="t" r="r" b="b"/>
              <a:pathLst>
                <a:path w="672733" h="1156607">
                  <a:moveTo>
                    <a:pt x="0" y="0"/>
                  </a:moveTo>
                  <a:cubicBezTo>
                    <a:pt x="229960" y="114526"/>
                    <a:pt x="459921" y="229053"/>
                    <a:pt x="571500" y="421821"/>
                  </a:cubicBezTo>
                  <a:cubicBezTo>
                    <a:pt x="683079" y="614589"/>
                    <a:pt x="676275" y="885598"/>
                    <a:pt x="669472" y="1156607"/>
                  </a:cubicBezTo>
                </a:path>
              </a:pathLst>
            </a:custGeom>
            <a:noFill/>
            <a:ln w="63500" cap="rnd">
              <a:solidFill>
                <a:srgbClr val="7ADBE5"/>
              </a:solidFill>
              <a:prstDash val="solid"/>
              <a:round/>
              <a:tailEnd type="triangle" w="lg"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45" name="TextBox 44">
              <a:extLst>
                <a:ext uri="{FF2B5EF4-FFF2-40B4-BE49-F238E27FC236}">
                  <a16:creationId xmlns:a16="http://schemas.microsoft.com/office/drawing/2014/main" id="{B3EF428C-F036-7F60-5197-80B05FAED9B0}"/>
                </a:ext>
              </a:extLst>
            </p:cNvPr>
            <p:cNvSpPr txBox="1"/>
            <p:nvPr/>
          </p:nvSpPr>
          <p:spPr>
            <a:xfrm>
              <a:off x="7820433" y="3039634"/>
              <a:ext cx="850899" cy="2703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р&lt;0,01</a:t>
              </a:r>
            </a:p>
          </p:txBody>
        </p:sp>
        <p:sp>
          <p:nvSpPr>
            <p:cNvPr id="46" name="TextBox 45">
              <a:extLst>
                <a:ext uri="{FF2B5EF4-FFF2-40B4-BE49-F238E27FC236}">
                  <a16:creationId xmlns:a16="http://schemas.microsoft.com/office/drawing/2014/main" id="{CD2A8997-D1F5-F9A1-DDA2-1327C7E9F2FA}"/>
                </a:ext>
              </a:extLst>
            </p:cNvPr>
            <p:cNvSpPr txBox="1"/>
            <p:nvPr/>
          </p:nvSpPr>
          <p:spPr>
            <a:xfrm>
              <a:off x="5838088" y="3150984"/>
              <a:ext cx="1215339" cy="594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24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3,53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±0,48</a:t>
              </a:r>
            </a:p>
          </p:txBody>
        </p:sp>
        <p:sp>
          <p:nvSpPr>
            <p:cNvPr id="47" name="TextBox 46">
              <a:extLst>
                <a:ext uri="{FF2B5EF4-FFF2-40B4-BE49-F238E27FC236}">
                  <a16:creationId xmlns:a16="http://schemas.microsoft.com/office/drawing/2014/main" id="{D21C734A-2BDE-BDFB-9371-5F79316D3EB2}"/>
                </a:ext>
              </a:extLst>
            </p:cNvPr>
            <p:cNvSpPr txBox="1"/>
            <p:nvPr/>
          </p:nvSpPr>
          <p:spPr>
            <a:xfrm>
              <a:off x="7285888" y="4347140"/>
              <a:ext cx="1215339" cy="594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24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0,1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±0,06</a:t>
              </a:r>
            </a:p>
          </p:txBody>
        </p:sp>
        <p:sp>
          <p:nvSpPr>
            <p:cNvPr id="48" name="Полилиния: фигура 47">
              <a:extLst>
                <a:ext uri="{FF2B5EF4-FFF2-40B4-BE49-F238E27FC236}">
                  <a16:creationId xmlns:a16="http://schemas.microsoft.com/office/drawing/2014/main" id="{C80877A8-0082-B7AE-A53A-EAB09DBA9EB8}"/>
                </a:ext>
              </a:extLst>
            </p:cNvPr>
            <p:cNvSpPr/>
            <p:nvPr/>
          </p:nvSpPr>
          <p:spPr>
            <a:xfrm>
              <a:off x="7144187" y="3299122"/>
              <a:ext cx="705900" cy="1073777"/>
            </a:xfrm>
            <a:custGeom>
              <a:avLst/>
              <a:gdLst>
                <a:gd name="connsiteX0" fmla="*/ 0 w 672733"/>
                <a:gd name="connsiteY0" fmla="*/ 0 h 1156607"/>
                <a:gd name="connsiteX1" fmla="*/ 571500 w 672733"/>
                <a:gd name="connsiteY1" fmla="*/ 421821 h 1156607"/>
                <a:gd name="connsiteX2" fmla="*/ 669472 w 672733"/>
                <a:gd name="connsiteY2" fmla="*/ 1156607 h 1156607"/>
              </a:gdLst>
              <a:ahLst/>
              <a:cxnLst>
                <a:cxn ang="0">
                  <a:pos x="connsiteX0" y="connsiteY0"/>
                </a:cxn>
                <a:cxn ang="0">
                  <a:pos x="connsiteX1" y="connsiteY1"/>
                </a:cxn>
                <a:cxn ang="0">
                  <a:pos x="connsiteX2" y="connsiteY2"/>
                </a:cxn>
              </a:cxnLst>
              <a:rect l="l" t="t" r="r" b="b"/>
              <a:pathLst>
                <a:path w="672733" h="1156607">
                  <a:moveTo>
                    <a:pt x="0" y="0"/>
                  </a:moveTo>
                  <a:cubicBezTo>
                    <a:pt x="229960" y="114526"/>
                    <a:pt x="459921" y="229053"/>
                    <a:pt x="571500" y="421821"/>
                  </a:cubicBezTo>
                  <a:cubicBezTo>
                    <a:pt x="683079" y="614589"/>
                    <a:pt x="676275" y="885598"/>
                    <a:pt x="669472" y="1156607"/>
                  </a:cubicBezTo>
                </a:path>
              </a:pathLst>
            </a:custGeom>
            <a:noFill/>
            <a:ln w="63500" cap="rnd">
              <a:solidFill>
                <a:srgbClr val="7ADBE5"/>
              </a:solidFill>
              <a:prstDash val="solid"/>
              <a:round/>
              <a:tailEnd type="triangle" w="lg"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grpSp>
      <p:sp>
        <p:nvSpPr>
          <p:cNvPr id="7" name="Объект 4">
            <a:extLst>
              <a:ext uri="{FF2B5EF4-FFF2-40B4-BE49-F238E27FC236}">
                <a16:creationId xmlns:a16="http://schemas.microsoft.com/office/drawing/2014/main" id="{CE9BD6D4-7690-A4B8-BDA9-B41E534FA223}"/>
              </a:ext>
            </a:extLst>
          </p:cNvPr>
          <p:cNvSpPr>
            <a:spLocks noGrp="1"/>
          </p:cNvSpPr>
          <p:nvPr>
            <p:ph idx="4294967295"/>
          </p:nvPr>
        </p:nvSpPr>
        <p:spPr>
          <a:xfrm>
            <a:off x="924972" y="6204320"/>
            <a:ext cx="7146786" cy="457738"/>
          </a:xfrm>
        </p:spPr>
        <p:txBody>
          <a:bodyPr>
            <a:noAutofit/>
          </a:bodyPr>
          <a:lstStyle/>
          <a:p>
            <a:pPr marL="0" indent="0">
              <a:lnSpc>
                <a:spcPct val="100000"/>
              </a:lnSpc>
              <a:spcBef>
                <a:spcPts val="300"/>
              </a:spcBef>
              <a:buNone/>
            </a:pPr>
            <a:r>
              <a:rPr lang="ru-RU" sz="800" b="1" dirty="0">
                <a:solidFill>
                  <a:srgbClr val="323F48"/>
                </a:solidFill>
                <a:latin typeface="Calibri" panose="020F0502020204030204" pitchFamily="34" charset="0"/>
                <a:cs typeface="Calibri" panose="020F0502020204030204" pitchFamily="34" charset="0"/>
              </a:rPr>
              <a:t>СМАД</a:t>
            </a:r>
            <a:r>
              <a:rPr lang="ru-RU" sz="800" dirty="0">
                <a:solidFill>
                  <a:srgbClr val="323F48"/>
                </a:solidFill>
                <a:latin typeface="Calibri" panose="020F0502020204030204" pitchFamily="34" charset="0"/>
                <a:cs typeface="Calibri" panose="020F0502020204030204" pitchFamily="34" charset="0"/>
              </a:rPr>
              <a:t> </a:t>
            </a:r>
            <a:r>
              <a:rPr lang="en-US" sz="800" dirty="0">
                <a:solidFill>
                  <a:srgbClr val="323F48"/>
                </a:solidFill>
                <a:latin typeface="Calibri" panose="020F0502020204030204" pitchFamily="34" charset="0"/>
                <a:cs typeface="Calibri" panose="020F0502020204030204" pitchFamily="34" charset="0"/>
              </a:rPr>
              <a:t> </a:t>
            </a:r>
            <a:r>
              <a:rPr lang="ru-RU" sz="800" dirty="0">
                <a:solidFill>
                  <a:srgbClr val="323F48"/>
                </a:solidFill>
                <a:latin typeface="Calibri" panose="020F0502020204030204" pitchFamily="34" charset="0"/>
                <a:cs typeface="Calibri" panose="020F0502020204030204" pitchFamily="34" charset="0"/>
              </a:rPr>
              <a:t>–</a:t>
            </a:r>
            <a:r>
              <a:rPr lang="en-US" sz="800" dirty="0">
                <a:solidFill>
                  <a:srgbClr val="323F48"/>
                </a:solidFill>
                <a:latin typeface="Calibri" panose="020F0502020204030204" pitchFamily="34" charset="0"/>
                <a:cs typeface="Calibri" panose="020F0502020204030204" pitchFamily="34" charset="0"/>
              </a:rPr>
              <a:t> </a:t>
            </a:r>
            <a:r>
              <a:rPr lang="ru-RU" sz="800" dirty="0">
                <a:solidFill>
                  <a:srgbClr val="323F48"/>
                </a:solidFill>
                <a:latin typeface="Calibri" panose="020F0502020204030204" pitchFamily="34" charset="0"/>
                <a:cs typeface="Calibri" panose="020F0502020204030204" pitchFamily="34" charset="0"/>
              </a:rPr>
              <a:t>суточное мониторирование артериального давления</a:t>
            </a:r>
          </a:p>
          <a:p>
            <a:pPr marL="0" indent="0">
              <a:lnSpc>
                <a:spcPct val="100000"/>
              </a:lnSpc>
              <a:spcBef>
                <a:spcPts val="300"/>
              </a:spcBef>
              <a:buNone/>
            </a:pPr>
            <a:r>
              <a:rPr lang="ru-RU" sz="800" b="1" dirty="0">
                <a:solidFill>
                  <a:srgbClr val="323F48"/>
                </a:solidFill>
                <a:latin typeface="Calibri" panose="020F0502020204030204" pitchFamily="34" charset="0"/>
                <a:cs typeface="Calibri" panose="020F0502020204030204" pitchFamily="34" charset="0"/>
              </a:rPr>
              <a:t>1. </a:t>
            </a:r>
            <a:r>
              <a:rPr lang="ru-RU" sz="800" dirty="0" err="1">
                <a:solidFill>
                  <a:srgbClr val="323F48"/>
                </a:solidFill>
                <a:latin typeface="Calibri" panose="020F0502020204030204" pitchFamily="34" charset="0"/>
                <a:cs typeface="Calibri" panose="020F0502020204030204" pitchFamily="34" charset="0"/>
              </a:rPr>
              <a:t>Скибицкий</a:t>
            </a:r>
            <a:r>
              <a:rPr lang="ru-RU" sz="800" dirty="0">
                <a:solidFill>
                  <a:srgbClr val="323F48"/>
                </a:solidFill>
                <a:latin typeface="Calibri" panose="020F0502020204030204" pitchFamily="34" charset="0"/>
                <a:cs typeface="Calibri" panose="020F0502020204030204" pitchFamily="34" charset="0"/>
              </a:rPr>
              <a:t> В.В. и </a:t>
            </a:r>
            <a:r>
              <a:rPr lang="ru-RU" sz="800" dirty="0" err="1">
                <a:solidFill>
                  <a:srgbClr val="323F48"/>
                </a:solidFill>
                <a:latin typeface="Calibri" panose="020F0502020204030204" pitchFamily="34" charset="0"/>
                <a:cs typeface="Calibri" panose="020F0502020204030204" pitchFamily="34" charset="0"/>
              </a:rPr>
              <a:t>соавт</a:t>
            </a:r>
            <a:r>
              <a:rPr lang="ru-RU" sz="800" dirty="0">
                <a:solidFill>
                  <a:srgbClr val="323F48"/>
                </a:solidFill>
                <a:latin typeface="Calibri" panose="020F0502020204030204" pitchFamily="34" charset="0"/>
                <a:cs typeface="Calibri" panose="020F0502020204030204" pitchFamily="34" charset="0"/>
              </a:rPr>
              <a:t>. Эффективность фиксированной комбинации </a:t>
            </a:r>
            <a:r>
              <a:rPr lang="ru-RU" sz="800" dirty="0" err="1">
                <a:solidFill>
                  <a:srgbClr val="323F48"/>
                </a:solidFill>
                <a:latin typeface="Calibri" panose="020F0502020204030204" pitchFamily="34" charset="0"/>
                <a:cs typeface="Calibri" panose="020F0502020204030204" pitchFamily="34" charset="0"/>
              </a:rPr>
              <a:t>бисопролола</a:t>
            </a:r>
            <a:r>
              <a:rPr lang="ru-RU" sz="800" dirty="0">
                <a:solidFill>
                  <a:srgbClr val="323F48"/>
                </a:solidFill>
                <a:latin typeface="Calibri" panose="020F0502020204030204" pitchFamily="34" charset="0"/>
                <a:cs typeface="Calibri" panose="020F0502020204030204" pitchFamily="34" charset="0"/>
              </a:rPr>
              <a:t> и </a:t>
            </a:r>
            <a:r>
              <a:rPr lang="ru-RU" sz="800" dirty="0" err="1">
                <a:solidFill>
                  <a:srgbClr val="323F48"/>
                </a:solidFill>
                <a:latin typeface="Calibri" panose="020F0502020204030204" pitchFamily="34" charset="0"/>
                <a:cs typeface="Calibri" panose="020F0502020204030204" pitchFamily="34" charset="0"/>
              </a:rPr>
              <a:t>амлодипина</a:t>
            </a:r>
            <a:r>
              <a:rPr lang="ru-RU" sz="800" dirty="0">
                <a:solidFill>
                  <a:srgbClr val="323F48"/>
                </a:solidFill>
                <a:latin typeface="Calibri" panose="020F0502020204030204" pitchFamily="34" charset="0"/>
                <a:cs typeface="Calibri" panose="020F0502020204030204" pitchFamily="34" charset="0"/>
              </a:rPr>
              <a:t> у пациентов с артериальной гипертонией, ишемической болезнью сердца и метаболическим синдромом // Системные гипертензии. – 2015. – №1. – С. 26-31. </a:t>
            </a:r>
          </a:p>
        </p:txBody>
      </p:sp>
      <p:sp>
        <p:nvSpPr>
          <p:cNvPr id="15" name="Заголовок 1">
            <a:extLst>
              <a:ext uri="{FF2B5EF4-FFF2-40B4-BE49-F238E27FC236}">
                <a16:creationId xmlns:a16="http://schemas.microsoft.com/office/drawing/2014/main" id="{778EE23A-3733-D021-A8AB-FEDA58E8F1C8}"/>
              </a:ext>
            </a:extLst>
          </p:cNvPr>
          <p:cNvSpPr txBox="1">
            <a:spLocks/>
          </p:cNvSpPr>
          <p:nvPr/>
        </p:nvSpPr>
        <p:spPr>
          <a:xfrm>
            <a:off x="895943" y="497766"/>
            <a:ext cx="9536200" cy="1146594"/>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ru-RU" sz="20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Конкор</a:t>
            </a:r>
            <a:r>
              <a:rPr kumimoji="0" lang="ru-RU"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АМ при АГ и ИБС: снижение числа приступов стенокардии и потребности в короткодействующих нитратах в сравнении со свободной комбинацией</a:t>
            </a:r>
            <a:r>
              <a:rPr kumimoji="0" lang="ru-RU" sz="2000" b="1" i="0" u="none" strike="noStrike" kern="1200" cap="none" spc="0" normalizeH="0" baseline="30000" noProof="0" dirty="0">
                <a:ln>
                  <a:noFill/>
                </a:ln>
                <a:solidFill>
                  <a:srgbClr val="265374"/>
                </a:solidFill>
                <a:effectLst/>
                <a:uLnTx/>
                <a:uFillTx/>
                <a:latin typeface="Verdana" panose="020B0604030504040204" pitchFamily="34" charset="0"/>
                <a:ea typeface="Verdana" panose="020B0604030504040204" pitchFamily="34" charset="0"/>
                <a:cs typeface="+mj-cs"/>
              </a:rPr>
              <a:t>1</a:t>
            </a:r>
          </a:p>
        </p:txBody>
      </p:sp>
      <p:sp>
        <p:nvSpPr>
          <p:cNvPr id="2" name="TextBox 1">
            <a:extLst>
              <a:ext uri="{FF2B5EF4-FFF2-40B4-BE49-F238E27FC236}">
                <a16:creationId xmlns:a16="http://schemas.microsoft.com/office/drawing/2014/main" id="{FC16BDCB-DABF-93EB-B297-39BD2BB2683A}"/>
              </a:ext>
            </a:extLst>
          </p:cNvPr>
          <p:cNvSpPr txBox="1"/>
          <p:nvPr/>
        </p:nvSpPr>
        <p:spPr>
          <a:xfrm>
            <a:off x="1822287" y="166693"/>
            <a:ext cx="8384970" cy="215444"/>
          </a:xfrm>
          <a:prstGeom prst="rect">
            <a:avLst/>
          </a:prstGeom>
          <a:noFill/>
        </p:spPr>
        <p:txBody>
          <a:bodyPr wrap="square">
            <a:spAutoFit/>
          </a:bodyPr>
          <a:lstStyle/>
          <a:p>
            <a:r>
              <a:rPr lang="ru-RU" sz="800" dirty="0" err="1">
                <a:solidFill>
                  <a:prstClr val="black"/>
                </a:solidFill>
                <a:latin typeface="Calibri" panose="020F0502020204030204"/>
              </a:rPr>
              <a:t>Конкор</a:t>
            </a:r>
            <a:r>
              <a:rPr lang="ru-RU" sz="800" dirty="0">
                <a:solidFill>
                  <a:prstClr val="black"/>
                </a:solidFill>
                <a:latin typeface="Calibri" panose="020F0502020204030204"/>
              </a:rPr>
              <a:t>® АМ зарегистрирован для лечения артериальной гипертензии. Представленные данные применимы для пациентов с артериальной гипертензией и сопутствующей ИБС</a:t>
            </a:r>
          </a:p>
        </p:txBody>
      </p:sp>
    </p:spTree>
    <p:extLst>
      <p:ext uri="{BB962C8B-B14F-4D97-AF65-F5344CB8AC3E}">
        <p14:creationId xmlns:p14="http://schemas.microsoft.com/office/powerpoint/2010/main" val="3210251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A9E6B-043C-BC9D-06FB-E54EE05EF4FF}"/>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86E10DD9-8943-CA21-9EE5-2D8ADD45D272}"/>
              </a:ext>
            </a:extLst>
          </p:cNvPr>
          <p:cNvSpPr txBox="1"/>
          <p:nvPr/>
        </p:nvSpPr>
        <p:spPr>
          <a:xfrm>
            <a:off x="1211766" y="2951946"/>
            <a:ext cx="9768468" cy="95410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2800" b="1" i="0" u="none" strike="noStrike" kern="1200" cap="none" spc="0" normalizeH="0" baseline="0" noProof="0" dirty="0" err="1">
                <a:ln>
                  <a:noFill/>
                </a:ln>
                <a:solidFill>
                  <a:prstClr val="black"/>
                </a:solidFill>
                <a:effectLst/>
                <a:uLnTx/>
                <a:uFillTx/>
                <a:latin typeface="Calibri" panose="020F0502020204030204"/>
                <a:ea typeface="+mn-ea"/>
                <a:cs typeface="+mn-cs"/>
              </a:rPr>
              <a:t>Конкор</a:t>
            </a:r>
            <a:r>
              <a:rPr kumimoji="0" lang="ru-RU" sz="2800" b="1" i="0" u="none" strike="noStrike" kern="1200" cap="none" spc="0" normalizeH="0" baseline="0" noProof="0" dirty="0">
                <a:ln>
                  <a:noFill/>
                </a:ln>
                <a:solidFill>
                  <a:prstClr val="black"/>
                </a:solidFill>
                <a:effectLst/>
                <a:uLnTx/>
                <a:uFillTx/>
                <a:latin typeface="Calibri" panose="020F0502020204030204"/>
                <a:ea typeface="+mn-ea"/>
                <a:cs typeface="+mn-cs"/>
              </a:rPr>
              <a:t>® АМ при АГ + ИБС – это антиишемический эффект подтверждённый инструментально и клинически</a:t>
            </a:r>
            <a:endParaRPr kumimoji="0" lang="ru-RU"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0F624623-04AD-CAE3-9AF9-44F138D080D9}"/>
              </a:ext>
            </a:extLst>
          </p:cNvPr>
          <p:cNvSpPr txBox="1"/>
          <p:nvPr/>
        </p:nvSpPr>
        <p:spPr>
          <a:xfrm>
            <a:off x="4149851" y="274415"/>
            <a:ext cx="7906884" cy="215444"/>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ru-RU" sz="800" b="0" i="0" u="none" strike="noStrike" kern="0" cap="none" spc="0" normalizeH="0" baseline="0" noProof="0" dirty="0" err="1">
                <a:ln>
                  <a:noFill/>
                </a:ln>
                <a:solidFill>
                  <a:prstClr val="black"/>
                </a:solidFill>
                <a:effectLst/>
                <a:uLnTx/>
                <a:uFillTx/>
              </a:rPr>
              <a:t>Конкор</a:t>
            </a:r>
            <a:r>
              <a:rPr kumimoji="0" lang="ru-RU" sz="800" b="0" i="0" u="none" strike="noStrike" kern="0" cap="none" spc="0" normalizeH="0" baseline="0" noProof="0" dirty="0">
                <a:ln>
                  <a:noFill/>
                </a:ln>
                <a:solidFill>
                  <a:prstClr val="black"/>
                </a:solidFill>
                <a:effectLst/>
                <a:uLnTx/>
                <a:uFillTx/>
              </a:rPr>
              <a:t>® АМ зарегистрирован для лечения артериальной гипертензии. Представленные данные применимы для пациентов с артериальной гипертензией и сопутствующей ИБС</a:t>
            </a:r>
          </a:p>
        </p:txBody>
      </p:sp>
      <p:sp>
        <p:nvSpPr>
          <p:cNvPr id="2" name="Rectangle: Diagonal Corners Snipped 1">
            <a:extLst>
              <a:ext uri="{FF2B5EF4-FFF2-40B4-BE49-F238E27FC236}">
                <a16:creationId xmlns:a16="http://schemas.microsoft.com/office/drawing/2014/main" id="{954E8A88-F7D0-DE0A-7F1A-6E834623CB1F}"/>
              </a:ext>
            </a:extLst>
          </p:cNvPr>
          <p:cNvSpPr/>
          <p:nvPr/>
        </p:nvSpPr>
        <p:spPr>
          <a:xfrm>
            <a:off x="135265" y="54164"/>
            <a:ext cx="3220999" cy="400614"/>
          </a:xfrm>
          <a:prstGeom prst="snip2Diag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b="1" i="1" dirty="0">
                <a:latin typeface="Verdana" panose="020B0604030504040204" pitchFamily="34" charset="0"/>
                <a:ea typeface="Verdana" panose="020B0604030504040204" pitchFamily="34" charset="0"/>
              </a:rPr>
              <a:t>Главное из блока</a:t>
            </a:r>
          </a:p>
        </p:txBody>
      </p:sp>
    </p:spTree>
    <p:extLst>
      <p:ext uri="{BB962C8B-B14F-4D97-AF65-F5344CB8AC3E}">
        <p14:creationId xmlns:p14="http://schemas.microsoft.com/office/powerpoint/2010/main" val="130186926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8CA61-CC1E-D33B-BDA1-CB99C0C2C52A}"/>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3C357240-8FC7-536E-B268-F787C7DEED29}"/>
              </a:ext>
            </a:extLst>
          </p:cNvPr>
          <p:cNvSpPr>
            <a:spLocks noGrp="1"/>
          </p:cNvSpPr>
          <p:nvPr>
            <p:ph type="title"/>
          </p:nvPr>
        </p:nvSpPr>
        <p:spPr bwMode="gray">
          <a:xfrm>
            <a:off x="5951538" y="2240992"/>
            <a:ext cx="5617070" cy="1365808"/>
          </a:xfrm>
        </p:spPr>
        <p:txBody>
          <a:bodyPr/>
          <a:lstStyle/>
          <a:p>
            <a:r>
              <a:rPr lang="ru-RU" sz="4000" b="1" dirty="0">
                <a:latin typeface="Arial (Headings)"/>
              </a:rPr>
              <a:t>От нескольких таблеток к одной: что показывает доказательная база</a:t>
            </a:r>
          </a:p>
        </p:txBody>
      </p:sp>
      <p:sp>
        <p:nvSpPr>
          <p:cNvPr id="2" name="TextBox 1">
            <a:extLst>
              <a:ext uri="{FF2B5EF4-FFF2-40B4-BE49-F238E27FC236}">
                <a16:creationId xmlns:a16="http://schemas.microsoft.com/office/drawing/2014/main" id="{5D147B1E-E9C2-1DFF-865B-D3F0758FFB31}"/>
              </a:ext>
            </a:extLst>
          </p:cNvPr>
          <p:cNvSpPr txBox="1"/>
          <p:nvPr/>
        </p:nvSpPr>
        <p:spPr>
          <a:xfrm>
            <a:off x="1822287" y="166693"/>
            <a:ext cx="8321174"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err="1">
                <a:ln>
                  <a:noFill/>
                </a:ln>
                <a:solidFill>
                  <a:prstClr val="black"/>
                </a:solidFill>
                <a:effectLst/>
                <a:uLnTx/>
                <a:uFillTx/>
                <a:latin typeface="Calibri" panose="020F0502020204030204"/>
                <a:ea typeface="+mn-ea"/>
                <a:cs typeface="+mn-cs"/>
              </a:rPr>
              <a:t>Конкор</a:t>
            </a:r>
            <a:r>
              <a:rPr kumimoji="0" lang="ru-RU" sz="800" b="0" i="0" u="none" strike="noStrike" kern="1200" cap="none" spc="0" normalizeH="0" baseline="0" noProof="0" dirty="0">
                <a:ln>
                  <a:noFill/>
                </a:ln>
                <a:solidFill>
                  <a:prstClr val="black"/>
                </a:solidFill>
                <a:effectLst/>
                <a:uLnTx/>
                <a:uFillTx/>
                <a:latin typeface="Calibri" panose="020F0502020204030204"/>
                <a:ea typeface="+mn-ea"/>
                <a:cs typeface="+mn-cs"/>
              </a:rPr>
              <a:t>® АМ зарегистрирован для лечения артериальной гипертензии. Представленные данные применимы для пациентов с артериальной гипертензией и сопутствующей ИБС</a:t>
            </a:r>
          </a:p>
        </p:txBody>
      </p:sp>
    </p:spTree>
    <p:custDataLst>
      <p:tags r:id="rId1"/>
    </p:custDataLst>
    <p:extLst>
      <p:ext uri="{BB962C8B-B14F-4D97-AF65-F5344CB8AC3E}">
        <p14:creationId xmlns:p14="http://schemas.microsoft.com/office/powerpoint/2010/main" val="1509593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Рисунок 11">
            <a:extLst>
              <a:ext uri="{FF2B5EF4-FFF2-40B4-BE49-F238E27FC236}">
                <a16:creationId xmlns:a16="http://schemas.microsoft.com/office/drawing/2014/main" id="{34CF4C2B-7244-8FCB-8A58-61D5506DF4FE}"/>
              </a:ext>
            </a:extLst>
          </p:cNvPr>
          <p:cNvPicPr>
            <a:picLocks noChangeAspect="1"/>
          </p:cNvPicPr>
          <p:nvPr/>
        </p:nvPicPr>
        <p:blipFill rotWithShape="1">
          <a:blip r:embed="rId3">
            <a:extLst>
              <a:ext uri="{28A0092B-C50C-407E-A947-70E740481C1C}">
                <a14:useLocalDpi xmlns:a14="http://schemas.microsoft.com/office/drawing/2010/main" val="0"/>
              </a:ext>
            </a:extLst>
          </a:blip>
          <a:srcRect t="8592"/>
          <a:stretch/>
        </p:blipFill>
        <p:spPr>
          <a:xfrm>
            <a:off x="7351486" y="0"/>
            <a:ext cx="4660257" cy="5419608"/>
          </a:xfrm>
          <a:prstGeom prst="rect">
            <a:avLst/>
          </a:prstGeom>
        </p:spPr>
      </p:pic>
      <p:sp>
        <p:nvSpPr>
          <p:cNvPr id="53253" name="Text Box 6">
            <a:extLst>
              <a:ext uri="{FF2B5EF4-FFF2-40B4-BE49-F238E27FC236}">
                <a16:creationId xmlns:a16="http://schemas.microsoft.com/office/drawing/2014/main" id="{9D080B2F-EDF6-43D7-ABCF-57DACED44F58}"/>
              </a:ext>
            </a:extLst>
          </p:cNvPr>
          <p:cNvSpPr txBox="1">
            <a:spLocks noChangeArrowheads="1"/>
          </p:cNvSpPr>
          <p:nvPr/>
        </p:nvSpPr>
        <p:spPr bwMode="auto">
          <a:xfrm>
            <a:off x="783898" y="5215720"/>
            <a:ext cx="103437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tabLst/>
              <a:defRPr/>
            </a:pPr>
            <a:r>
              <a:rPr kumimoji="0" lang="ru-RU" alt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Ретроспективное </a:t>
            </a:r>
            <a:r>
              <a:rPr kumimoji="0" lang="ru-RU" altLang="ru-RU" sz="14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когортное</a:t>
            </a:r>
            <a:r>
              <a:rPr kumimoji="0" lang="ru-RU" alt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 исследование </a:t>
            </a:r>
            <a:r>
              <a:rPr kumimoji="0" lang="fr-CH" alt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14</a:t>
            </a:r>
            <a:r>
              <a:rPr kumimoji="0" lang="ru-RU" alt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 </a:t>
            </a:r>
            <a:r>
              <a:rPr kumimoji="0" lang="fr-CH" alt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449 </a:t>
            </a:r>
            <a:r>
              <a:rPr kumimoji="0" lang="ru-RU" alt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пациентов с АГ, </a:t>
            </a:r>
            <a:br>
              <a:rPr kumimoji="0" lang="en-US" alt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br>
            <a:r>
              <a:rPr kumimoji="0" lang="ru-RU" alt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получавших фиксированную комбинацию и переведенных на свободную комбинацию</a:t>
            </a:r>
            <a:endParaRPr kumimoji="0" lang="fr-FR" alt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4" name="Номер слайда 3">
            <a:extLst>
              <a:ext uri="{FF2B5EF4-FFF2-40B4-BE49-F238E27FC236}">
                <a16:creationId xmlns:a16="http://schemas.microsoft.com/office/drawing/2014/main" id="{E5F4105A-8936-3ECD-4D72-49B650F3AC8C}"/>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57</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grpSp>
        <p:nvGrpSpPr>
          <p:cNvPr id="7" name="Группа 6">
            <a:extLst>
              <a:ext uri="{FF2B5EF4-FFF2-40B4-BE49-F238E27FC236}">
                <a16:creationId xmlns:a16="http://schemas.microsoft.com/office/drawing/2014/main" id="{CBEDF4FC-0874-C5FE-9290-CB9C7CBBB878}"/>
              </a:ext>
            </a:extLst>
          </p:cNvPr>
          <p:cNvGrpSpPr/>
          <p:nvPr/>
        </p:nvGrpSpPr>
        <p:grpSpPr>
          <a:xfrm>
            <a:off x="895943" y="1433532"/>
            <a:ext cx="6397486" cy="3704364"/>
            <a:chOff x="1167482" y="1508787"/>
            <a:chExt cx="8061031" cy="3599820"/>
          </a:xfrm>
        </p:grpSpPr>
        <p:sp>
          <p:nvSpPr>
            <p:cNvPr id="53255" name="TextBox 1">
              <a:extLst>
                <a:ext uri="{FF2B5EF4-FFF2-40B4-BE49-F238E27FC236}">
                  <a16:creationId xmlns:a16="http://schemas.microsoft.com/office/drawing/2014/main" id="{9C6D697D-4078-4DED-BCF6-895C8CC5DE3D}"/>
                </a:ext>
              </a:extLst>
            </p:cNvPr>
            <p:cNvSpPr txBox="1">
              <a:spLocks noChangeArrowheads="1"/>
            </p:cNvSpPr>
            <p:nvPr/>
          </p:nvSpPr>
          <p:spPr bwMode="auto">
            <a:xfrm rot="16200000">
              <a:off x="334003" y="2836730"/>
              <a:ext cx="2005512" cy="3385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ru-RU" altLang="ru-RU" sz="1600" b="0" i="0" u="none" strike="noStrike" kern="1200" cap="none" spc="0" normalizeH="0" baseline="0" noProof="0" dirty="0">
                  <a:ln>
                    <a:noFill/>
                  </a:ln>
                  <a:solidFill>
                    <a:srgbClr val="213465"/>
                  </a:solidFill>
                  <a:effectLst/>
                  <a:uLnTx/>
                  <a:uFillTx/>
                  <a:latin typeface="Calibri" panose="020F0502020204030204" pitchFamily="34" charset="0"/>
                  <a:ea typeface="+mn-ea"/>
                  <a:cs typeface="Arial" panose="020B0604020202020204" pitchFamily="34" charset="0"/>
                </a:rPr>
                <a:t>Доля</a:t>
              </a:r>
              <a:r>
                <a:rPr kumimoji="0" lang="en-US" altLang="ru-RU" sz="1600" b="0" i="0" u="none" strike="noStrike" kern="1200" cap="none" spc="0" normalizeH="0" baseline="0" noProof="0" dirty="0">
                  <a:ln>
                    <a:noFill/>
                  </a:ln>
                  <a:solidFill>
                    <a:srgbClr val="213465"/>
                  </a:solidFill>
                  <a:effectLst/>
                  <a:uLnTx/>
                  <a:uFillTx/>
                  <a:latin typeface="Calibri" panose="020F0502020204030204" pitchFamily="34" charset="0"/>
                  <a:ea typeface="+mn-ea"/>
                  <a:cs typeface="Arial" panose="020B0604020202020204" pitchFamily="34" charset="0"/>
                </a:rPr>
                <a:t> </a:t>
              </a:r>
              <a:r>
                <a:rPr kumimoji="0" lang="ru-RU" altLang="ru-RU" sz="1600" b="0" i="0" u="none" strike="noStrike" kern="1200" cap="none" spc="0" normalizeH="0" baseline="0" noProof="0" dirty="0">
                  <a:ln>
                    <a:noFill/>
                  </a:ln>
                  <a:solidFill>
                    <a:srgbClr val="213465"/>
                  </a:solidFill>
                  <a:effectLst/>
                  <a:uLnTx/>
                  <a:uFillTx/>
                  <a:latin typeface="Calibri" panose="020F0502020204030204" pitchFamily="34" charset="0"/>
                  <a:ea typeface="+mn-ea"/>
                  <a:cs typeface="Arial" panose="020B0604020202020204" pitchFamily="34" charset="0"/>
                </a:rPr>
                <a:t>пациентов</a:t>
              </a:r>
            </a:p>
          </p:txBody>
        </p:sp>
        <p:graphicFrame>
          <p:nvGraphicFramePr>
            <p:cNvPr id="6" name="Диаграмма 5">
              <a:extLst>
                <a:ext uri="{FF2B5EF4-FFF2-40B4-BE49-F238E27FC236}">
                  <a16:creationId xmlns:a16="http://schemas.microsoft.com/office/drawing/2014/main" id="{B24A49BA-3F84-F449-BF06-44D6CA4B3051}"/>
                </a:ext>
              </a:extLst>
            </p:cNvPr>
            <p:cNvGraphicFramePr/>
            <p:nvPr/>
          </p:nvGraphicFramePr>
          <p:xfrm>
            <a:off x="1672917" y="1508787"/>
            <a:ext cx="7555596" cy="3599820"/>
          </p:xfrm>
          <a:graphic>
            <a:graphicData uri="http://schemas.openxmlformats.org/drawingml/2006/chart">
              <c:chart xmlns:c="http://schemas.openxmlformats.org/drawingml/2006/chart" xmlns:r="http://schemas.openxmlformats.org/officeDocument/2006/relationships" r:id="rId4"/>
            </a:graphicData>
          </a:graphic>
        </p:graphicFrame>
      </p:grpSp>
      <p:sp>
        <p:nvSpPr>
          <p:cNvPr id="10" name="Объект 2">
            <a:extLst>
              <a:ext uri="{FF2B5EF4-FFF2-40B4-BE49-F238E27FC236}">
                <a16:creationId xmlns:a16="http://schemas.microsoft.com/office/drawing/2014/main" id="{E56FE15A-3391-FCA7-7744-EB5AE00A8C02}"/>
              </a:ext>
            </a:extLst>
          </p:cNvPr>
          <p:cNvSpPr>
            <a:spLocks noGrp="1"/>
          </p:cNvSpPr>
          <p:nvPr>
            <p:ph idx="4294967295"/>
          </p:nvPr>
        </p:nvSpPr>
        <p:spPr>
          <a:xfrm>
            <a:off x="895943" y="6312240"/>
            <a:ext cx="2766276" cy="369332"/>
          </a:xfrm>
        </p:spPr>
        <p:txBody>
          <a:bodyPr>
            <a:noAutofit/>
          </a:bodyPr>
          <a:lstStyle/>
          <a:p>
            <a:pPr marL="0" indent="0">
              <a:lnSpc>
                <a:spcPct val="100000"/>
              </a:lnSpc>
              <a:spcBef>
                <a:spcPts val="300"/>
              </a:spcBef>
              <a:buNone/>
            </a:pPr>
            <a:r>
              <a:rPr lang="ru-RU" altLang="en-US" sz="800" noProof="0" dirty="0">
                <a:solidFill>
                  <a:srgbClr val="323F48"/>
                </a:solidFill>
                <a:latin typeface="Calibri" panose="020F0502020204030204" pitchFamily="34" charset="0"/>
                <a:cs typeface="Calibri" panose="020F0502020204030204" pitchFamily="34" charset="0"/>
              </a:rPr>
              <a:t>График адаптирован из ссылки </a:t>
            </a:r>
            <a:r>
              <a:rPr lang="ru-RU" altLang="en-US" sz="800" b="1" dirty="0">
                <a:solidFill>
                  <a:srgbClr val="323F48"/>
                </a:solidFill>
                <a:latin typeface="Calibri" panose="020F0502020204030204" pitchFamily="34" charset="0"/>
                <a:cs typeface="Calibri" panose="020F0502020204030204" pitchFamily="34" charset="0"/>
              </a:rPr>
              <a:t>1</a:t>
            </a:r>
            <a:endParaRPr lang="de-DE" altLang="en-US" sz="800" b="1" noProof="0" dirty="0">
              <a:solidFill>
                <a:srgbClr val="323F48"/>
              </a:solidFill>
              <a:latin typeface="Calibri" panose="020F0502020204030204" pitchFamily="34" charset="0"/>
              <a:cs typeface="Calibri" panose="020F0502020204030204" pitchFamily="34" charset="0"/>
            </a:endParaRPr>
          </a:p>
          <a:p>
            <a:pPr marL="0" indent="0">
              <a:lnSpc>
                <a:spcPct val="100000"/>
              </a:lnSpc>
              <a:spcBef>
                <a:spcPts val="300"/>
              </a:spcBef>
              <a:buNone/>
            </a:pPr>
            <a:r>
              <a:rPr lang="ru-RU" sz="800" b="1" dirty="0">
                <a:solidFill>
                  <a:srgbClr val="323F48"/>
                </a:solidFill>
                <a:latin typeface="Calibri" panose="020F0502020204030204" pitchFamily="34" charset="0"/>
                <a:cs typeface="Calibri" panose="020F0502020204030204" pitchFamily="34" charset="0"/>
              </a:rPr>
              <a:t>1. </a:t>
            </a:r>
            <a:r>
              <a:rPr lang="ru-RU" sz="800" dirty="0" err="1">
                <a:solidFill>
                  <a:srgbClr val="323F48"/>
                </a:solidFill>
                <a:latin typeface="Calibri" panose="020F0502020204030204" pitchFamily="34" charset="0"/>
                <a:cs typeface="Calibri" panose="020F0502020204030204" pitchFamily="34" charset="0"/>
              </a:rPr>
              <a:t>Hess</a:t>
            </a:r>
            <a:r>
              <a:rPr lang="ru-RU" sz="800" dirty="0">
                <a:solidFill>
                  <a:srgbClr val="323F48"/>
                </a:solidFill>
                <a:latin typeface="Calibri" panose="020F0502020204030204" pitchFamily="34" charset="0"/>
                <a:cs typeface="Calibri" panose="020F0502020204030204" pitchFamily="34" charset="0"/>
              </a:rPr>
              <a:t> G. </a:t>
            </a:r>
            <a:r>
              <a:rPr lang="ru-RU" sz="800" dirty="0" err="1">
                <a:solidFill>
                  <a:srgbClr val="323F48"/>
                </a:solidFill>
                <a:latin typeface="Calibri" panose="020F0502020204030204" pitchFamily="34" charset="0"/>
                <a:cs typeface="Calibri" panose="020F0502020204030204" pitchFamily="34" charset="0"/>
              </a:rPr>
              <a:t>Pharmacy</a:t>
            </a:r>
            <a:r>
              <a:rPr lang="ru-RU" sz="800" dirty="0">
                <a:solidFill>
                  <a:srgbClr val="323F48"/>
                </a:solidFill>
                <a:latin typeface="Calibri" panose="020F0502020204030204" pitchFamily="34" charset="0"/>
                <a:cs typeface="Calibri" panose="020F0502020204030204" pitchFamily="34" charset="0"/>
              </a:rPr>
              <a:t> &amp; </a:t>
            </a:r>
            <a:r>
              <a:rPr lang="ru-RU" sz="800" dirty="0" err="1">
                <a:solidFill>
                  <a:srgbClr val="323F48"/>
                </a:solidFill>
                <a:latin typeface="Calibri" panose="020F0502020204030204" pitchFamily="34" charset="0"/>
                <a:cs typeface="Calibri" panose="020F0502020204030204" pitchFamily="34" charset="0"/>
              </a:rPr>
              <a:t>Therapeutics</a:t>
            </a:r>
            <a:r>
              <a:rPr lang="ru-RU" sz="800" dirty="0">
                <a:solidFill>
                  <a:srgbClr val="323F48"/>
                </a:solidFill>
                <a:latin typeface="Calibri" panose="020F0502020204030204" pitchFamily="34" charset="0"/>
                <a:cs typeface="Calibri" panose="020F0502020204030204" pitchFamily="34" charset="0"/>
              </a:rPr>
              <a:t> 2008;33:652-66.</a:t>
            </a:r>
          </a:p>
        </p:txBody>
      </p:sp>
      <p:sp>
        <p:nvSpPr>
          <p:cNvPr id="11" name="Rectangle 3">
            <a:extLst>
              <a:ext uri="{FF2B5EF4-FFF2-40B4-BE49-F238E27FC236}">
                <a16:creationId xmlns:a16="http://schemas.microsoft.com/office/drawing/2014/main" id="{D2EF64C5-DDBD-6AE4-4E7A-2185E4DE018A}"/>
              </a:ext>
            </a:extLst>
          </p:cNvPr>
          <p:cNvSpPr>
            <a:spLocks noChangeArrowheads="1"/>
          </p:cNvSpPr>
          <p:nvPr/>
        </p:nvSpPr>
        <p:spPr bwMode="auto">
          <a:xfrm>
            <a:off x="895942" y="5959120"/>
            <a:ext cx="85788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o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GB" altLang="ru-RU" sz="900" b="0" i="0" u="none" strike="noStrike" kern="1200" cap="none" spc="0" normalizeH="0" baseline="0" noProof="0" dirty="0">
                <a:ln>
                  <a:noFill/>
                </a:ln>
                <a:solidFill>
                  <a:srgbClr val="323F48"/>
                </a:solidFill>
                <a:effectLst/>
                <a:uLnTx/>
                <a:uFillTx/>
                <a:latin typeface="Calibri" panose="020F0502020204030204" pitchFamily="34" charset="0"/>
                <a:ea typeface="+mn-ea"/>
                <a:cs typeface="Arial" panose="020B0604020202020204" pitchFamily="34" charset="0"/>
              </a:rPr>
              <a:t>*</a:t>
            </a:r>
            <a:r>
              <a:rPr kumimoji="0" lang="ru-RU" altLang="ru-RU" sz="900" b="0" i="0" u="none" strike="noStrike" kern="1200" cap="none" spc="0" normalizeH="0" baseline="0" noProof="0" dirty="0">
                <a:ln>
                  <a:noFill/>
                </a:ln>
                <a:solidFill>
                  <a:srgbClr val="323F48"/>
                </a:solidFill>
                <a:effectLst/>
                <a:uLnTx/>
                <a:uFillTx/>
                <a:latin typeface="Calibri" panose="020F0502020204030204" pitchFamily="34" charset="0"/>
                <a:ea typeface="+mn-ea"/>
                <a:cs typeface="Arial" panose="020B0604020202020204" pitchFamily="34" charset="0"/>
              </a:rPr>
              <a:t> Пациенты ни разу не прерывали лечение в течение 1 месяца</a:t>
            </a:r>
            <a:endParaRPr kumimoji="0" lang="en-GB" altLang="ru-RU" sz="900" b="0" i="0" u="none" strike="noStrike" kern="1200" cap="none" spc="0" normalizeH="0" baseline="0" noProof="0" dirty="0">
              <a:ln>
                <a:noFill/>
              </a:ln>
              <a:solidFill>
                <a:srgbClr val="323F48"/>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GB" altLang="ru-RU" sz="900" b="0" i="0" u="none" strike="noStrike" kern="1200" cap="none" spc="0" normalizeH="0" baseline="0" noProof="0" dirty="0">
                <a:ln>
                  <a:noFill/>
                </a:ln>
                <a:solidFill>
                  <a:srgbClr val="323F48"/>
                </a:solidFill>
                <a:effectLst/>
                <a:uLnTx/>
                <a:uFillTx/>
                <a:latin typeface="Calibri" panose="020F0502020204030204" pitchFamily="34" charset="0"/>
                <a:ea typeface="+mn-ea"/>
                <a:cs typeface="Arial" panose="020B0604020202020204" pitchFamily="34" charset="0"/>
              </a:rPr>
              <a:t>** </a:t>
            </a:r>
            <a:r>
              <a:rPr kumimoji="0" lang="ru-RU" altLang="ru-RU" sz="900" b="0" i="0" u="none" strike="noStrike" kern="1200" cap="none" spc="0" normalizeH="0" baseline="0" noProof="0" dirty="0">
                <a:ln>
                  <a:noFill/>
                </a:ln>
                <a:solidFill>
                  <a:srgbClr val="323F48"/>
                </a:solidFill>
                <a:effectLst/>
                <a:uLnTx/>
                <a:uFillTx/>
                <a:latin typeface="Calibri" panose="020F0502020204030204" pitchFamily="34" charset="0"/>
                <a:ea typeface="+mn-ea"/>
                <a:cs typeface="Arial" panose="020B0604020202020204" pitchFamily="34" charset="0"/>
              </a:rPr>
              <a:t>Процент времени, в течение которого пациенты получали лечение (</a:t>
            </a:r>
            <a:r>
              <a:rPr kumimoji="0" lang="en-GB" altLang="ru-RU" sz="900" b="0" i="0" u="none" strike="noStrike" kern="1200" cap="none" spc="0" normalizeH="0" baseline="0" noProof="0" dirty="0">
                <a:ln>
                  <a:noFill/>
                </a:ln>
                <a:solidFill>
                  <a:srgbClr val="323F48"/>
                </a:solidFill>
                <a:effectLst/>
                <a:uLnTx/>
                <a:uFillTx/>
                <a:latin typeface="Calibri" panose="020F0502020204030204" pitchFamily="34" charset="0"/>
                <a:ea typeface="+mn-ea"/>
                <a:cs typeface="Arial" panose="020B0604020202020204" pitchFamily="34" charset="0"/>
              </a:rPr>
              <a:t>Medication Possession Ratio</a:t>
            </a:r>
            <a:r>
              <a:rPr kumimoji="0" lang="ru-RU" altLang="ru-RU" sz="900" b="0" i="0" u="none" strike="noStrike" kern="1200" cap="none" spc="0" normalizeH="0" baseline="0" noProof="0" dirty="0">
                <a:ln>
                  <a:noFill/>
                </a:ln>
                <a:solidFill>
                  <a:srgbClr val="323F48"/>
                </a:solidFill>
                <a:effectLst/>
                <a:uLnTx/>
                <a:uFillTx/>
                <a:latin typeface="Calibri" panose="020F0502020204030204" pitchFamily="34" charset="0"/>
                <a:ea typeface="+mn-ea"/>
                <a:cs typeface="Arial" panose="020B0604020202020204" pitchFamily="34" charset="0"/>
              </a:rPr>
              <a:t>, </a:t>
            </a:r>
            <a:r>
              <a:rPr kumimoji="0" lang="en-GB" altLang="ru-RU" sz="900" b="0" i="0" u="none" strike="noStrike" kern="1200" cap="none" spc="0" normalizeH="0" baseline="0" noProof="0" dirty="0">
                <a:ln>
                  <a:noFill/>
                </a:ln>
                <a:solidFill>
                  <a:srgbClr val="323F48"/>
                </a:solidFill>
                <a:effectLst/>
                <a:uLnTx/>
                <a:uFillTx/>
                <a:latin typeface="Calibri" panose="020F0502020204030204" pitchFamily="34" charset="0"/>
                <a:ea typeface="+mn-ea"/>
                <a:cs typeface="Arial" panose="020B0604020202020204" pitchFamily="34" charset="0"/>
              </a:rPr>
              <a:t>MPR)</a:t>
            </a:r>
          </a:p>
        </p:txBody>
      </p:sp>
      <p:sp>
        <p:nvSpPr>
          <p:cNvPr id="16" name="Title 1">
            <a:extLst>
              <a:ext uri="{FF2B5EF4-FFF2-40B4-BE49-F238E27FC236}">
                <a16:creationId xmlns:a16="http://schemas.microsoft.com/office/drawing/2014/main" id="{34BEF667-BC73-E373-3CA2-1A25E7C01B57}"/>
              </a:ext>
            </a:extLst>
          </p:cNvPr>
          <p:cNvSpPr txBox="1">
            <a:spLocks/>
          </p:cNvSpPr>
          <p:nvPr/>
        </p:nvSpPr>
        <p:spPr>
          <a:xfrm>
            <a:off x="895942" y="497766"/>
            <a:ext cx="9906513" cy="935766"/>
          </a:xfrm>
          <a:prstGeom prst="rect">
            <a:avLst/>
          </a:prstGeom>
        </p:spPr>
        <p:txBody>
          <a:bodyPr vert="horz" lIns="0" tIns="0" rIns="0" bIns="0" rtlCol="0" anchor="t" anchorCtr="0">
            <a:norm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ru-RU" altLang="ru-RU" sz="24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Фиксированные комбинации </a:t>
            </a:r>
            <a:br>
              <a:rPr kumimoji="0" lang="en-US" altLang="ru-RU" sz="24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br>
            <a:r>
              <a:rPr kumimoji="0" lang="ru-RU" altLang="ru-RU" sz="24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улучшают приверженность пациента</a:t>
            </a:r>
            <a:r>
              <a:rPr kumimoji="0" lang="ru-RU" sz="1800" b="0" i="0" u="none" strike="noStrike" kern="1200" cap="none" spc="0" normalizeH="0" baseline="50000" noProof="0" dirty="0">
                <a:ln>
                  <a:noFill/>
                </a:ln>
                <a:solidFill>
                  <a:srgbClr val="265374"/>
                </a:solidFill>
                <a:effectLst/>
                <a:uLnTx/>
                <a:uFillTx/>
                <a:latin typeface="Calibri" panose="020F0502020204030204" pitchFamily="34" charset="0"/>
                <a:ea typeface="Verdana" panose="020B0604030504040204" pitchFamily="34" charset="0"/>
                <a:cs typeface="Calibri" panose="020F0502020204030204" pitchFamily="34" charset="0"/>
              </a:rPr>
              <a:t>1</a:t>
            </a:r>
            <a:endParaRPr kumimoji="0" lang="en-GB" altLang="ru-RU" sz="1400" b="0" i="0" u="none" strike="noStrike" kern="1200" cap="none" spc="0" normalizeH="0" baseline="50000" noProof="0" dirty="0">
              <a:ln>
                <a:noFill/>
              </a:ln>
              <a:solidFill>
                <a:srgbClr val="265374"/>
              </a:solidFill>
              <a:effectLst/>
              <a:uLnTx/>
              <a:uFillTx/>
              <a:latin typeface="Verdana" panose="020B0604030504040204" pitchFamily="34" charset="0"/>
              <a:ea typeface="Verdana" panose="020B0604030504040204" pitchFamily="34" charset="0"/>
              <a:cs typeface="+mj-c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7" name="Группа 116">
            <a:extLst>
              <a:ext uri="{FF2B5EF4-FFF2-40B4-BE49-F238E27FC236}">
                <a16:creationId xmlns:a16="http://schemas.microsoft.com/office/drawing/2014/main" id="{26333398-9181-E8F0-2857-D5CCE1E2EDE9}"/>
              </a:ext>
            </a:extLst>
          </p:cNvPr>
          <p:cNvGrpSpPr/>
          <p:nvPr/>
        </p:nvGrpSpPr>
        <p:grpSpPr>
          <a:xfrm>
            <a:off x="895943" y="1667009"/>
            <a:ext cx="9206449" cy="5058099"/>
            <a:chOff x="1375491" y="1667009"/>
            <a:chExt cx="9206449" cy="5483403"/>
          </a:xfrm>
        </p:grpSpPr>
        <p:grpSp>
          <p:nvGrpSpPr>
            <p:cNvPr id="5" name="Group 98">
              <a:extLst>
                <a:ext uri="{FF2B5EF4-FFF2-40B4-BE49-F238E27FC236}">
                  <a16:creationId xmlns:a16="http://schemas.microsoft.com/office/drawing/2014/main" id="{DA800AF8-2A33-B88D-244C-BDE1003F1056}"/>
                </a:ext>
              </a:extLst>
            </p:cNvPr>
            <p:cNvGrpSpPr>
              <a:grpSpLocks/>
            </p:cNvGrpSpPr>
            <p:nvPr/>
          </p:nvGrpSpPr>
          <p:grpSpPr bwMode="auto">
            <a:xfrm>
              <a:off x="2000501" y="2028039"/>
              <a:ext cx="273600" cy="3833187"/>
              <a:chOff x="361" y="1297"/>
              <a:chExt cx="175" cy="2442"/>
            </a:xfrm>
          </p:grpSpPr>
          <p:sp>
            <p:nvSpPr>
              <p:cNvPr id="83" name="Text Box 1042">
                <a:extLst>
                  <a:ext uri="{FF2B5EF4-FFF2-40B4-BE49-F238E27FC236}">
                    <a16:creationId xmlns:a16="http://schemas.microsoft.com/office/drawing/2014/main" id="{E7D1A27B-6169-813B-0776-536C1D2466CE}"/>
                  </a:ext>
                </a:extLst>
              </p:cNvPr>
              <p:cNvSpPr txBox="1">
                <a:spLocks noChangeArrowheads="1"/>
              </p:cNvSpPr>
              <p:nvPr/>
            </p:nvSpPr>
            <p:spPr bwMode="auto">
              <a:xfrm>
                <a:off x="361" y="1297"/>
                <a:ext cx="175" cy="1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defTabSz="800100" eaLnBrk="0" hangingPunct="0">
                  <a:defRPr sz="2400">
                    <a:solidFill>
                      <a:schemeClr val="tx1"/>
                    </a:solidFill>
                    <a:latin typeface="Arial" charset="0"/>
                    <a:ea typeface="ＭＳ Ｐゴシック" charset="0"/>
                    <a:cs typeface="ＭＳ Ｐゴシック" charset="0"/>
                  </a:defRPr>
                </a:lvl1pPr>
                <a:lvl2pPr marL="742950" indent="-285750" defTabSz="800100" eaLnBrk="0" hangingPunct="0">
                  <a:defRPr sz="2400">
                    <a:solidFill>
                      <a:schemeClr val="tx1"/>
                    </a:solidFill>
                    <a:latin typeface="Arial" charset="0"/>
                    <a:ea typeface="ＭＳ Ｐゴシック" charset="0"/>
                  </a:defRPr>
                </a:lvl2pPr>
                <a:lvl3pPr marL="1143000" indent="-228600" defTabSz="800100" eaLnBrk="0" hangingPunct="0">
                  <a:defRPr sz="2400">
                    <a:solidFill>
                      <a:schemeClr val="tx1"/>
                    </a:solidFill>
                    <a:latin typeface="Arial" charset="0"/>
                    <a:ea typeface="ＭＳ Ｐゴシック" charset="0"/>
                  </a:defRPr>
                </a:lvl3pPr>
                <a:lvl4pPr marL="1600200" indent="-228600" defTabSz="800100" eaLnBrk="0" hangingPunct="0">
                  <a:defRPr sz="2400">
                    <a:solidFill>
                      <a:schemeClr val="tx1"/>
                    </a:solidFill>
                    <a:latin typeface="Arial" charset="0"/>
                    <a:ea typeface="ＭＳ Ｐゴシック" charset="0"/>
                  </a:defRPr>
                </a:lvl4pPr>
                <a:lvl5pPr marL="2057400" indent="-228600" defTabSz="800100" eaLnBrk="0" hangingPunct="0">
                  <a:defRPr sz="2400">
                    <a:solidFill>
                      <a:schemeClr val="tx1"/>
                    </a:solidFill>
                    <a:latin typeface="Arial" charset="0"/>
                    <a:ea typeface="ＭＳ Ｐゴシック" charset="0"/>
                  </a:defRPr>
                </a:lvl5pPr>
                <a:lvl6pPr marL="2514600" indent="-228600" defTabSz="800100"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800100"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800100"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8001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800100" rtl="0" eaLnBrk="0" fontAlgn="base" latinLnBrk="0" hangingPunct="0">
                  <a:lnSpc>
                    <a:spcPct val="100000"/>
                  </a:lnSpc>
                  <a:spcBef>
                    <a:spcPct val="0"/>
                  </a:spcBef>
                  <a:spcAft>
                    <a:spcPct val="0"/>
                  </a:spcAft>
                  <a:buClrTx/>
                  <a:buSzTx/>
                  <a:buFontTx/>
                  <a:buNone/>
                  <a:tabLst/>
                  <a:defRPr/>
                </a:pPr>
                <a:r>
                  <a:rPr kumimoji="0" lang="fr-FR" sz="1200" b="0" i="0" u="none" strike="noStrike" kern="1200" cap="none" spc="0" normalizeH="0" baseline="0" noProof="0">
                    <a:ln>
                      <a:noFill/>
                    </a:ln>
                    <a:solidFill>
                      <a:srgbClr val="265374"/>
                    </a:solidFill>
                    <a:effectLst/>
                    <a:uLnTx/>
                    <a:uFillTx/>
                    <a:latin typeface="Calibri" charset="0"/>
                    <a:ea typeface="ＭＳ Ｐゴシック" charset="0"/>
                  </a:rPr>
                  <a:t>1.40</a:t>
                </a:r>
              </a:p>
            </p:txBody>
          </p:sp>
          <p:sp>
            <p:nvSpPr>
              <p:cNvPr id="84" name="Text Box 1043">
                <a:extLst>
                  <a:ext uri="{FF2B5EF4-FFF2-40B4-BE49-F238E27FC236}">
                    <a16:creationId xmlns:a16="http://schemas.microsoft.com/office/drawing/2014/main" id="{AD89E546-1DBA-93DF-B93A-FC8F83E81218}"/>
                  </a:ext>
                </a:extLst>
              </p:cNvPr>
              <p:cNvSpPr txBox="1">
                <a:spLocks noChangeArrowheads="1"/>
              </p:cNvSpPr>
              <p:nvPr/>
            </p:nvSpPr>
            <p:spPr bwMode="auto">
              <a:xfrm>
                <a:off x="361" y="1623"/>
                <a:ext cx="175" cy="1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defTabSz="800100" eaLnBrk="0" hangingPunct="0">
                  <a:defRPr sz="2400">
                    <a:solidFill>
                      <a:schemeClr val="tx1"/>
                    </a:solidFill>
                    <a:latin typeface="Arial" charset="0"/>
                    <a:ea typeface="ＭＳ Ｐゴシック" charset="0"/>
                    <a:cs typeface="ＭＳ Ｐゴシック" charset="0"/>
                  </a:defRPr>
                </a:lvl1pPr>
                <a:lvl2pPr marL="742950" indent="-285750" defTabSz="800100" eaLnBrk="0" hangingPunct="0">
                  <a:defRPr sz="2400">
                    <a:solidFill>
                      <a:schemeClr val="tx1"/>
                    </a:solidFill>
                    <a:latin typeface="Arial" charset="0"/>
                    <a:ea typeface="ＭＳ Ｐゴシック" charset="0"/>
                  </a:defRPr>
                </a:lvl2pPr>
                <a:lvl3pPr marL="1143000" indent="-228600" defTabSz="800100" eaLnBrk="0" hangingPunct="0">
                  <a:defRPr sz="2400">
                    <a:solidFill>
                      <a:schemeClr val="tx1"/>
                    </a:solidFill>
                    <a:latin typeface="Arial" charset="0"/>
                    <a:ea typeface="ＭＳ Ｐゴシック" charset="0"/>
                  </a:defRPr>
                </a:lvl3pPr>
                <a:lvl4pPr marL="1600200" indent="-228600" defTabSz="800100" eaLnBrk="0" hangingPunct="0">
                  <a:defRPr sz="2400">
                    <a:solidFill>
                      <a:schemeClr val="tx1"/>
                    </a:solidFill>
                    <a:latin typeface="Arial" charset="0"/>
                    <a:ea typeface="ＭＳ Ｐゴシック" charset="0"/>
                  </a:defRPr>
                </a:lvl4pPr>
                <a:lvl5pPr marL="2057400" indent="-228600" defTabSz="800100" eaLnBrk="0" hangingPunct="0">
                  <a:defRPr sz="2400">
                    <a:solidFill>
                      <a:schemeClr val="tx1"/>
                    </a:solidFill>
                    <a:latin typeface="Arial" charset="0"/>
                    <a:ea typeface="ＭＳ Ｐゴシック" charset="0"/>
                  </a:defRPr>
                </a:lvl5pPr>
                <a:lvl6pPr marL="2514600" indent="-228600" defTabSz="800100"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800100"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800100"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8001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800100" rtl="0" eaLnBrk="0" fontAlgn="base" latinLnBrk="0" hangingPunct="0">
                  <a:lnSpc>
                    <a:spcPct val="100000"/>
                  </a:lnSpc>
                  <a:spcBef>
                    <a:spcPct val="0"/>
                  </a:spcBef>
                  <a:spcAft>
                    <a:spcPct val="0"/>
                  </a:spcAft>
                  <a:buClrTx/>
                  <a:buSzTx/>
                  <a:buFontTx/>
                  <a:buNone/>
                  <a:tabLst/>
                  <a:defRPr/>
                </a:pPr>
                <a:r>
                  <a:rPr kumimoji="0" lang="fr-FR" sz="1200" b="0" i="0" u="none" strike="noStrike" kern="1200" cap="none" spc="0" normalizeH="0" baseline="0" noProof="0">
                    <a:ln>
                      <a:noFill/>
                    </a:ln>
                    <a:solidFill>
                      <a:srgbClr val="265374"/>
                    </a:solidFill>
                    <a:effectLst/>
                    <a:uLnTx/>
                    <a:uFillTx/>
                    <a:latin typeface="Calibri" charset="0"/>
                    <a:ea typeface="ＭＳ Ｐゴシック" charset="0"/>
                  </a:rPr>
                  <a:t>1.20</a:t>
                </a:r>
              </a:p>
            </p:txBody>
          </p:sp>
          <p:sp>
            <p:nvSpPr>
              <p:cNvPr id="85" name="Text Box 1044">
                <a:extLst>
                  <a:ext uri="{FF2B5EF4-FFF2-40B4-BE49-F238E27FC236}">
                    <a16:creationId xmlns:a16="http://schemas.microsoft.com/office/drawing/2014/main" id="{61FF60EB-C357-138C-E559-B78FCA440AEF}"/>
                  </a:ext>
                </a:extLst>
              </p:cNvPr>
              <p:cNvSpPr txBox="1">
                <a:spLocks noChangeArrowheads="1"/>
              </p:cNvSpPr>
              <p:nvPr/>
            </p:nvSpPr>
            <p:spPr bwMode="auto">
              <a:xfrm>
                <a:off x="361" y="1960"/>
                <a:ext cx="175" cy="1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defTabSz="800100" eaLnBrk="0" hangingPunct="0">
                  <a:defRPr sz="2400">
                    <a:solidFill>
                      <a:schemeClr val="tx1"/>
                    </a:solidFill>
                    <a:latin typeface="Arial" charset="0"/>
                    <a:ea typeface="ＭＳ Ｐゴシック" charset="0"/>
                    <a:cs typeface="ＭＳ Ｐゴシック" charset="0"/>
                  </a:defRPr>
                </a:lvl1pPr>
                <a:lvl2pPr marL="742950" indent="-285750" defTabSz="800100" eaLnBrk="0" hangingPunct="0">
                  <a:defRPr sz="2400">
                    <a:solidFill>
                      <a:schemeClr val="tx1"/>
                    </a:solidFill>
                    <a:latin typeface="Arial" charset="0"/>
                    <a:ea typeface="ＭＳ Ｐゴシック" charset="0"/>
                  </a:defRPr>
                </a:lvl2pPr>
                <a:lvl3pPr marL="1143000" indent="-228600" defTabSz="800100" eaLnBrk="0" hangingPunct="0">
                  <a:defRPr sz="2400">
                    <a:solidFill>
                      <a:schemeClr val="tx1"/>
                    </a:solidFill>
                    <a:latin typeface="Arial" charset="0"/>
                    <a:ea typeface="ＭＳ Ｐゴシック" charset="0"/>
                  </a:defRPr>
                </a:lvl3pPr>
                <a:lvl4pPr marL="1600200" indent="-228600" defTabSz="800100" eaLnBrk="0" hangingPunct="0">
                  <a:defRPr sz="2400">
                    <a:solidFill>
                      <a:schemeClr val="tx1"/>
                    </a:solidFill>
                    <a:latin typeface="Arial" charset="0"/>
                    <a:ea typeface="ＭＳ Ｐゴシック" charset="0"/>
                  </a:defRPr>
                </a:lvl4pPr>
                <a:lvl5pPr marL="2057400" indent="-228600" defTabSz="800100" eaLnBrk="0" hangingPunct="0">
                  <a:defRPr sz="2400">
                    <a:solidFill>
                      <a:schemeClr val="tx1"/>
                    </a:solidFill>
                    <a:latin typeface="Arial" charset="0"/>
                    <a:ea typeface="ＭＳ Ｐゴシック" charset="0"/>
                  </a:defRPr>
                </a:lvl5pPr>
                <a:lvl6pPr marL="2514600" indent="-228600" defTabSz="800100"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800100"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800100"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8001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800100" rtl="0" eaLnBrk="0" fontAlgn="base" latinLnBrk="0" hangingPunct="0">
                  <a:lnSpc>
                    <a:spcPct val="100000"/>
                  </a:lnSpc>
                  <a:spcBef>
                    <a:spcPct val="0"/>
                  </a:spcBef>
                  <a:spcAft>
                    <a:spcPct val="0"/>
                  </a:spcAft>
                  <a:buClrTx/>
                  <a:buSzTx/>
                  <a:buFontTx/>
                  <a:buNone/>
                  <a:tabLst/>
                  <a:defRPr/>
                </a:pPr>
                <a:r>
                  <a:rPr kumimoji="0" lang="fr-FR" sz="1200" b="0" i="0" u="none" strike="noStrike" kern="1200" cap="none" spc="0" normalizeH="0" baseline="0" noProof="0">
                    <a:ln>
                      <a:noFill/>
                    </a:ln>
                    <a:solidFill>
                      <a:srgbClr val="265374"/>
                    </a:solidFill>
                    <a:effectLst/>
                    <a:uLnTx/>
                    <a:uFillTx/>
                    <a:latin typeface="Calibri" charset="0"/>
                    <a:ea typeface="ＭＳ Ｐゴシック" charset="0"/>
                  </a:rPr>
                  <a:t>1.00</a:t>
                </a:r>
              </a:p>
            </p:txBody>
          </p:sp>
          <p:sp>
            <p:nvSpPr>
              <p:cNvPr id="86" name="Text Box 1045">
                <a:extLst>
                  <a:ext uri="{FF2B5EF4-FFF2-40B4-BE49-F238E27FC236}">
                    <a16:creationId xmlns:a16="http://schemas.microsoft.com/office/drawing/2014/main" id="{B27F9654-01CF-532D-CF45-F7CFCC0B0A41}"/>
                  </a:ext>
                </a:extLst>
              </p:cNvPr>
              <p:cNvSpPr txBox="1">
                <a:spLocks noChangeArrowheads="1"/>
              </p:cNvSpPr>
              <p:nvPr/>
            </p:nvSpPr>
            <p:spPr bwMode="auto">
              <a:xfrm>
                <a:off x="361" y="2296"/>
                <a:ext cx="175" cy="1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defTabSz="800100" eaLnBrk="0" hangingPunct="0">
                  <a:defRPr sz="2400">
                    <a:solidFill>
                      <a:schemeClr val="tx1"/>
                    </a:solidFill>
                    <a:latin typeface="Arial" charset="0"/>
                    <a:ea typeface="ＭＳ Ｐゴシック" charset="0"/>
                    <a:cs typeface="ＭＳ Ｐゴシック" charset="0"/>
                  </a:defRPr>
                </a:lvl1pPr>
                <a:lvl2pPr marL="742950" indent="-285750" defTabSz="800100" eaLnBrk="0" hangingPunct="0">
                  <a:defRPr sz="2400">
                    <a:solidFill>
                      <a:schemeClr val="tx1"/>
                    </a:solidFill>
                    <a:latin typeface="Arial" charset="0"/>
                    <a:ea typeface="ＭＳ Ｐゴシック" charset="0"/>
                  </a:defRPr>
                </a:lvl2pPr>
                <a:lvl3pPr marL="1143000" indent="-228600" defTabSz="800100" eaLnBrk="0" hangingPunct="0">
                  <a:defRPr sz="2400">
                    <a:solidFill>
                      <a:schemeClr val="tx1"/>
                    </a:solidFill>
                    <a:latin typeface="Arial" charset="0"/>
                    <a:ea typeface="ＭＳ Ｐゴシック" charset="0"/>
                  </a:defRPr>
                </a:lvl3pPr>
                <a:lvl4pPr marL="1600200" indent="-228600" defTabSz="800100" eaLnBrk="0" hangingPunct="0">
                  <a:defRPr sz="2400">
                    <a:solidFill>
                      <a:schemeClr val="tx1"/>
                    </a:solidFill>
                    <a:latin typeface="Arial" charset="0"/>
                    <a:ea typeface="ＭＳ Ｐゴシック" charset="0"/>
                  </a:defRPr>
                </a:lvl4pPr>
                <a:lvl5pPr marL="2057400" indent="-228600" defTabSz="800100" eaLnBrk="0" hangingPunct="0">
                  <a:defRPr sz="2400">
                    <a:solidFill>
                      <a:schemeClr val="tx1"/>
                    </a:solidFill>
                    <a:latin typeface="Arial" charset="0"/>
                    <a:ea typeface="ＭＳ Ｐゴシック" charset="0"/>
                  </a:defRPr>
                </a:lvl5pPr>
                <a:lvl6pPr marL="2514600" indent="-228600" defTabSz="800100"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800100"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800100"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8001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800100" rtl="0" eaLnBrk="0" fontAlgn="base" latinLnBrk="0" hangingPunct="0">
                  <a:lnSpc>
                    <a:spcPct val="100000"/>
                  </a:lnSpc>
                  <a:spcBef>
                    <a:spcPct val="0"/>
                  </a:spcBef>
                  <a:spcAft>
                    <a:spcPct val="0"/>
                  </a:spcAft>
                  <a:buClrTx/>
                  <a:buSzTx/>
                  <a:buFontTx/>
                  <a:buNone/>
                  <a:tabLst/>
                  <a:defRPr/>
                </a:pPr>
                <a:r>
                  <a:rPr kumimoji="0" lang="fr-FR" sz="1200" b="0" i="0" u="none" strike="noStrike" kern="1200" cap="none" spc="0" normalizeH="0" baseline="0" noProof="0">
                    <a:ln>
                      <a:noFill/>
                    </a:ln>
                    <a:solidFill>
                      <a:srgbClr val="265374"/>
                    </a:solidFill>
                    <a:effectLst/>
                    <a:uLnTx/>
                    <a:uFillTx/>
                    <a:latin typeface="Calibri" charset="0"/>
                    <a:ea typeface="ＭＳ Ｐゴシック" charset="0"/>
                  </a:rPr>
                  <a:t>0.80</a:t>
                </a:r>
              </a:p>
            </p:txBody>
          </p:sp>
          <p:sp>
            <p:nvSpPr>
              <p:cNvPr id="87" name="Text Box 1046">
                <a:extLst>
                  <a:ext uri="{FF2B5EF4-FFF2-40B4-BE49-F238E27FC236}">
                    <a16:creationId xmlns:a16="http://schemas.microsoft.com/office/drawing/2014/main" id="{82DD0619-2286-C1D8-53A7-069B0A8F177B}"/>
                  </a:ext>
                </a:extLst>
              </p:cNvPr>
              <p:cNvSpPr txBox="1">
                <a:spLocks noChangeArrowheads="1"/>
              </p:cNvSpPr>
              <p:nvPr/>
            </p:nvSpPr>
            <p:spPr bwMode="auto">
              <a:xfrm>
                <a:off x="361" y="2633"/>
                <a:ext cx="175" cy="1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defTabSz="800100" eaLnBrk="0" hangingPunct="0">
                  <a:defRPr sz="2400">
                    <a:solidFill>
                      <a:schemeClr val="tx1"/>
                    </a:solidFill>
                    <a:latin typeface="Arial" charset="0"/>
                    <a:ea typeface="ＭＳ Ｐゴシック" charset="0"/>
                    <a:cs typeface="ＭＳ Ｐゴシック" charset="0"/>
                  </a:defRPr>
                </a:lvl1pPr>
                <a:lvl2pPr marL="742950" indent="-285750" defTabSz="800100" eaLnBrk="0" hangingPunct="0">
                  <a:defRPr sz="2400">
                    <a:solidFill>
                      <a:schemeClr val="tx1"/>
                    </a:solidFill>
                    <a:latin typeface="Arial" charset="0"/>
                    <a:ea typeface="ＭＳ Ｐゴシック" charset="0"/>
                  </a:defRPr>
                </a:lvl2pPr>
                <a:lvl3pPr marL="1143000" indent="-228600" defTabSz="800100" eaLnBrk="0" hangingPunct="0">
                  <a:defRPr sz="2400">
                    <a:solidFill>
                      <a:schemeClr val="tx1"/>
                    </a:solidFill>
                    <a:latin typeface="Arial" charset="0"/>
                    <a:ea typeface="ＭＳ Ｐゴシック" charset="0"/>
                  </a:defRPr>
                </a:lvl3pPr>
                <a:lvl4pPr marL="1600200" indent="-228600" defTabSz="800100" eaLnBrk="0" hangingPunct="0">
                  <a:defRPr sz="2400">
                    <a:solidFill>
                      <a:schemeClr val="tx1"/>
                    </a:solidFill>
                    <a:latin typeface="Arial" charset="0"/>
                    <a:ea typeface="ＭＳ Ｐゴシック" charset="0"/>
                  </a:defRPr>
                </a:lvl4pPr>
                <a:lvl5pPr marL="2057400" indent="-228600" defTabSz="800100" eaLnBrk="0" hangingPunct="0">
                  <a:defRPr sz="2400">
                    <a:solidFill>
                      <a:schemeClr val="tx1"/>
                    </a:solidFill>
                    <a:latin typeface="Arial" charset="0"/>
                    <a:ea typeface="ＭＳ Ｐゴシック" charset="0"/>
                  </a:defRPr>
                </a:lvl5pPr>
                <a:lvl6pPr marL="2514600" indent="-228600" defTabSz="800100"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800100"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800100"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8001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800100" rtl="0" eaLnBrk="0" fontAlgn="base" latinLnBrk="0" hangingPunct="0">
                  <a:lnSpc>
                    <a:spcPct val="100000"/>
                  </a:lnSpc>
                  <a:spcBef>
                    <a:spcPct val="0"/>
                  </a:spcBef>
                  <a:spcAft>
                    <a:spcPct val="0"/>
                  </a:spcAft>
                  <a:buClrTx/>
                  <a:buSzTx/>
                  <a:buFontTx/>
                  <a:buNone/>
                  <a:tabLst/>
                  <a:defRPr/>
                </a:pPr>
                <a:r>
                  <a:rPr kumimoji="0" lang="fr-FR" sz="1200" b="0" i="0" u="none" strike="noStrike" kern="1200" cap="none" spc="0" normalizeH="0" baseline="0" noProof="0">
                    <a:ln>
                      <a:noFill/>
                    </a:ln>
                    <a:solidFill>
                      <a:srgbClr val="265374"/>
                    </a:solidFill>
                    <a:effectLst/>
                    <a:uLnTx/>
                    <a:uFillTx/>
                    <a:latin typeface="Calibri" charset="0"/>
                    <a:ea typeface="ＭＳ Ｐゴシック" charset="0"/>
                  </a:rPr>
                  <a:t>0.60</a:t>
                </a:r>
              </a:p>
            </p:txBody>
          </p:sp>
          <p:sp>
            <p:nvSpPr>
              <p:cNvPr id="88" name="Text Box 1047">
                <a:extLst>
                  <a:ext uri="{FF2B5EF4-FFF2-40B4-BE49-F238E27FC236}">
                    <a16:creationId xmlns:a16="http://schemas.microsoft.com/office/drawing/2014/main" id="{8159FA31-63CD-52C3-4B09-A048D030F7B3}"/>
                  </a:ext>
                </a:extLst>
              </p:cNvPr>
              <p:cNvSpPr txBox="1">
                <a:spLocks noChangeArrowheads="1"/>
              </p:cNvSpPr>
              <p:nvPr/>
            </p:nvSpPr>
            <p:spPr bwMode="auto">
              <a:xfrm>
                <a:off x="361" y="2949"/>
                <a:ext cx="175" cy="1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defTabSz="800100" eaLnBrk="0" hangingPunct="0">
                  <a:defRPr sz="2400">
                    <a:solidFill>
                      <a:schemeClr val="tx1"/>
                    </a:solidFill>
                    <a:latin typeface="Arial" charset="0"/>
                    <a:ea typeface="ＭＳ Ｐゴシック" charset="0"/>
                    <a:cs typeface="ＭＳ Ｐゴシック" charset="0"/>
                  </a:defRPr>
                </a:lvl1pPr>
                <a:lvl2pPr marL="742950" indent="-285750" defTabSz="800100" eaLnBrk="0" hangingPunct="0">
                  <a:defRPr sz="2400">
                    <a:solidFill>
                      <a:schemeClr val="tx1"/>
                    </a:solidFill>
                    <a:latin typeface="Arial" charset="0"/>
                    <a:ea typeface="ＭＳ Ｐゴシック" charset="0"/>
                  </a:defRPr>
                </a:lvl2pPr>
                <a:lvl3pPr marL="1143000" indent="-228600" defTabSz="800100" eaLnBrk="0" hangingPunct="0">
                  <a:defRPr sz="2400">
                    <a:solidFill>
                      <a:schemeClr val="tx1"/>
                    </a:solidFill>
                    <a:latin typeface="Arial" charset="0"/>
                    <a:ea typeface="ＭＳ Ｐゴシック" charset="0"/>
                  </a:defRPr>
                </a:lvl3pPr>
                <a:lvl4pPr marL="1600200" indent="-228600" defTabSz="800100" eaLnBrk="0" hangingPunct="0">
                  <a:defRPr sz="2400">
                    <a:solidFill>
                      <a:schemeClr val="tx1"/>
                    </a:solidFill>
                    <a:latin typeface="Arial" charset="0"/>
                    <a:ea typeface="ＭＳ Ｐゴシック" charset="0"/>
                  </a:defRPr>
                </a:lvl4pPr>
                <a:lvl5pPr marL="2057400" indent="-228600" defTabSz="800100" eaLnBrk="0" hangingPunct="0">
                  <a:defRPr sz="2400">
                    <a:solidFill>
                      <a:schemeClr val="tx1"/>
                    </a:solidFill>
                    <a:latin typeface="Arial" charset="0"/>
                    <a:ea typeface="ＭＳ Ｐゴシック" charset="0"/>
                  </a:defRPr>
                </a:lvl5pPr>
                <a:lvl6pPr marL="2514600" indent="-228600" defTabSz="800100"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800100"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800100"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8001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800100" rtl="0" eaLnBrk="0" fontAlgn="base" latinLnBrk="0" hangingPunct="0">
                  <a:lnSpc>
                    <a:spcPct val="100000"/>
                  </a:lnSpc>
                  <a:spcBef>
                    <a:spcPct val="0"/>
                  </a:spcBef>
                  <a:spcAft>
                    <a:spcPct val="0"/>
                  </a:spcAft>
                  <a:buClrTx/>
                  <a:buSzTx/>
                  <a:buFontTx/>
                  <a:buNone/>
                  <a:tabLst/>
                  <a:defRPr/>
                </a:pPr>
                <a:r>
                  <a:rPr kumimoji="0" lang="fr-FR" sz="1200" b="0" i="0" u="none" strike="noStrike" kern="1200" cap="none" spc="0" normalizeH="0" baseline="0" noProof="0">
                    <a:ln>
                      <a:noFill/>
                    </a:ln>
                    <a:solidFill>
                      <a:srgbClr val="265374"/>
                    </a:solidFill>
                    <a:effectLst/>
                    <a:uLnTx/>
                    <a:uFillTx/>
                    <a:latin typeface="Calibri" charset="0"/>
                    <a:ea typeface="ＭＳ Ｐゴシック" charset="0"/>
                  </a:rPr>
                  <a:t>0.40</a:t>
                </a:r>
              </a:p>
            </p:txBody>
          </p:sp>
          <p:sp>
            <p:nvSpPr>
              <p:cNvPr id="89" name="Text Box 1048">
                <a:extLst>
                  <a:ext uri="{FF2B5EF4-FFF2-40B4-BE49-F238E27FC236}">
                    <a16:creationId xmlns:a16="http://schemas.microsoft.com/office/drawing/2014/main" id="{A5B4F7D2-CC2D-D504-308C-F8357461B438}"/>
                  </a:ext>
                </a:extLst>
              </p:cNvPr>
              <p:cNvSpPr txBox="1">
                <a:spLocks noChangeArrowheads="1"/>
              </p:cNvSpPr>
              <p:nvPr/>
            </p:nvSpPr>
            <p:spPr bwMode="auto">
              <a:xfrm>
                <a:off x="361" y="3295"/>
                <a:ext cx="175" cy="1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defTabSz="800100" eaLnBrk="0" hangingPunct="0">
                  <a:defRPr sz="2400">
                    <a:solidFill>
                      <a:schemeClr val="tx1"/>
                    </a:solidFill>
                    <a:latin typeface="Arial" charset="0"/>
                    <a:ea typeface="ＭＳ Ｐゴシック" charset="0"/>
                    <a:cs typeface="ＭＳ Ｐゴシック" charset="0"/>
                  </a:defRPr>
                </a:lvl1pPr>
                <a:lvl2pPr marL="742950" indent="-285750" defTabSz="800100" eaLnBrk="0" hangingPunct="0">
                  <a:defRPr sz="2400">
                    <a:solidFill>
                      <a:schemeClr val="tx1"/>
                    </a:solidFill>
                    <a:latin typeface="Arial" charset="0"/>
                    <a:ea typeface="ＭＳ Ｐゴシック" charset="0"/>
                  </a:defRPr>
                </a:lvl2pPr>
                <a:lvl3pPr marL="1143000" indent="-228600" defTabSz="800100" eaLnBrk="0" hangingPunct="0">
                  <a:defRPr sz="2400">
                    <a:solidFill>
                      <a:schemeClr val="tx1"/>
                    </a:solidFill>
                    <a:latin typeface="Arial" charset="0"/>
                    <a:ea typeface="ＭＳ Ｐゴシック" charset="0"/>
                  </a:defRPr>
                </a:lvl3pPr>
                <a:lvl4pPr marL="1600200" indent="-228600" defTabSz="800100" eaLnBrk="0" hangingPunct="0">
                  <a:defRPr sz="2400">
                    <a:solidFill>
                      <a:schemeClr val="tx1"/>
                    </a:solidFill>
                    <a:latin typeface="Arial" charset="0"/>
                    <a:ea typeface="ＭＳ Ｐゴシック" charset="0"/>
                  </a:defRPr>
                </a:lvl4pPr>
                <a:lvl5pPr marL="2057400" indent="-228600" defTabSz="800100" eaLnBrk="0" hangingPunct="0">
                  <a:defRPr sz="2400">
                    <a:solidFill>
                      <a:schemeClr val="tx1"/>
                    </a:solidFill>
                    <a:latin typeface="Arial" charset="0"/>
                    <a:ea typeface="ＭＳ Ｐゴシック" charset="0"/>
                  </a:defRPr>
                </a:lvl5pPr>
                <a:lvl6pPr marL="2514600" indent="-228600" defTabSz="800100"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800100"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800100"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8001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800100" rtl="0" eaLnBrk="0" fontAlgn="base" latinLnBrk="0" hangingPunct="0">
                  <a:lnSpc>
                    <a:spcPct val="100000"/>
                  </a:lnSpc>
                  <a:spcBef>
                    <a:spcPct val="0"/>
                  </a:spcBef>
                  <a:spcAft>
                    <a:spcPct val="0"/>
                  </a:spcAft>
                  <a:buClrTx/>
                  <a:buSzTx/>
                  <a:buFontTx/>
                  <a:buNone/>
                  <a:tabLst/>
                  <a:defRPr/>
                </a:pPr>
                <a:r>
                  <a:rPr kumimoji="0" lang="fr-FR" sz="1200" b="0" i="0" u="none" strike="noStrike" kern="1200" cap="none" spc="0" normalizeH="0" baseline="0" noProof="0">
                    <a:ln>
                      <a:noFill/>
                    </a:ln>
                    <a:solidFill>
                      <a:srgbClr val="265374"/>
                    </a:solidFill>
                    <a:effectLst/>
                    <a:uLnTx/>
                    <a:uFillTx/>
                    <a:latin typeface="Calibri" charset="0"/>
                    <a:ea typeface="ＭＳ Ｐゴシック" charset="0"/>
                  </a:rPr>
                  <a:t>0.20</a:t>
                </a:r>
              </a:p>
            </p:txBody>
          </p:sp>
          <p:sp>
            <p:nvSpPr>
              <p:cNvPr id="90" name="Text Box 1049">
                <a:extLst>
                  <a:ext uri="{FF2B5EF4-FFF2-40B4-BE49-F238E27FC236}">
                    <a16:creationId xmlns:a16="http://schemas.microsoft.com/office/drawing/2014/main" id="{68B3BC8A-5285-42D8-96D3-68A63C18D3D7}"/>
                  </a:ext>
                </a:extLst>
              </p:cNvPr>
              <p:cNvSpPr txBox="1">
                <a:spLocks noChangeArrowheads="1"/>
              </p:cNvSpPr>
              <p:nvPr/>
            </p:nvSpPr>
            <p:spPr bwMode="auto">
              <a:xfrm>
                <a:off x="361" y="3621"/>
                <a:ext cx="175" cy="1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defTabSz="800100" eaLnBrk="0" hangingPunct="0">
                  <a:defRPr sz="2400">
                    <a:solidFill>
                      <a:schemeClr val="tx1"/>
                    </a:solidFill>
                    <a:latin typeface="Arial" charset="0"/>
                    <a:ea typeface="ＭＳ Ｐゴシック" charset="0"/>
                    <a:cs typeface="ＭＳ Ｐゴシック" charset="0"/>
                  </a:defRPr>
                </a:lvl1pPr>
                <a:lvl2pPr marL="742950" indent="-285750" defTabSz="800100" eaLnBrk="0" hangingPunct="0">
                  <a:defRPr sz="2400">
                    <a:solidFill>
                      <a:schemeClr val="tx1"/>
                    </a:solidFill>
                    <a:latin typeface="Arial" charset="0"/>
                    <a:ea typeface="ＭＳ Ｐゴシック" charset="0"/>
                  </a:defRPr>
                </a:lvl2pPr>
                <a:lvl3pPr marL="1143000" indent="-228600" defTabSz="800100" eaLnBrk="0" hangingPunct="0">
                  <a:defRPr sz="2400">
                    <a:solidFill>
                      <a:schemeClr val="tx1"/>
                    </a:solidFill>
                    <a:latin typeface="Arial" charset="0"/>
                    <a:ea typeface="ＭＳ Ｐゴシック" charset="0"/>
                  </a:defRPr>
                </a:lvl3pPr>
                <a:lvl4pPr marL="1600200" indent="-228600" defTabSz="800100" eaLnBrk="0" hangingPunct="0">
                  <a:defRPr sz="2400">
                    <a:solidFill>
                      <a:schemeClr val="tx1"/>
                    </a:solidFill>
                    <a:latin typeface="Arial" charset="0"/>
                    <a:ea typeface="ＭＳ Ｐゴシック" charset="0"/>
                  </a:defRPr>
                </a:lvl4pPr>
                <a:lvl5pPr marL="2057400" indent="-228600" defTabSz="800100" eaLnBrk="0" hangingPunct="0">
                  <a:defRPr sz="2400">
                    <a:solidFill>
                      <a:schemeClr val="tx1"/>
                    </a:solidFill>
                    <a:latin typeface="Arial" charset="0"/>
                    <a:ea typeface="ＭＳ Ｐゴシック" charset="0"/>
                  </a:defRPr>
                </a:lvl5pPr>
                <a:lvl6pPr marL="2514600" indent="-228600" defTabSz="800100"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800100"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800100"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8001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800100" rtl="0" eaLnBrk="0" fontAlgn="base" latinLnBrk="0" hangingPunct="0">
                  <a:lnSpc>
                    <a:spcPct val="100000"/>
                  </a:lnSpc>
                  <a:spcBef>
                    <a:spcPct val="0"/>
                  </a:spcBef>
                  <a:spcAft>
                    <a:spcPct val="0"/>
                  </a:spcAft>
                  <a:buClrTx/>
                  <a:buSzTx/>
                  <a:buFontTx/>
                  <a:buNone/>
                  <a:tabLst/>
                  <a:defRPr/>
                </a:pPr>
                <a:r>
                  <a:rPr kumimoji="0" lang="fr-FR" sz="1200" b="0" i="0" u="none" strike="noStrike" kern="1200" cap="none" spc="0" normalizeH="0" baseline="0" noProof="0" dirty="0">
                    <a:ln>
                      <a:noFill/>
                    </a:ln>
                    <a:solidFill>
                      <a:srgbClr val="265374"/>
                    </a:solidFill>
                    <a:effectLst/>
                    <a:uLnTx/>
                    <a:uFillTx/>
                    <a:latin typeface="Calibri" charset="0"/>
                    <a:ea typeface="ＭＳ Ｐゴシック" charset="0"/>
                  </a:rPr>
                  <a:t>0.00</a:t>
                </a:r>
              </a:p>
            </p:txBody>
          </p:sp>
        </p:grpSp>
        <p:sp>
          <p:nvSpPr>
            <p:cNvPr id="6" name="Text Box 1050">
              <a:extLst>
                <a:ext uri="{FF2B5EF4-FFF2-40B4-BE49-F238E27FC236}">
                  <a16:creationId xmlns:a16="http://schemas.microsoft.com/office/drawing/2014/main" id="{46B2A121-7222-21ED-2F92-381A94F049CE}"/>
                </a:ext>
              </a:extLst>
            </p:cNvPr>
            <p:cNvSpPr txBox="1">
              <a:spLocks noChangeArrowheads="1"/>
            </p:cNvSpPr>
            <p:nvPr/>
          </p:nvSpPr>
          <p:spPr bwMode="auto">
            <a:xfrm rot="16200000">
              <a:off x="-59576" y="3463105"/>
              <a:ext cx="3239465"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lvl1pPr defTabSz="800100" eaLnBrk="0" hangingPunct="0">
                <a:defRPr sz="2400">
                  <a:solidFill>
                    <a:schemeClr val="tx1"/>
                  </a:solidFill>
                  <a:latin typeface="Arial" charset="0"/>
                  <a:ea typeface="ＭＳ Ｐゴシック" charset="0"/>
                  <a:cs typeface="ＭＳ Ｐゴシック" charset="0"/>
                </a:defRPr>
              </a:lvl1pPr>
              <a:lvl2pPr marL="742950" indent="-285750" defTabSz="800100" eaLnBrk="0" hangingPunct="0">
                <a:defRPr sz="2400">
                  <a:solidFill>
                    <a:schemeClr val="tx1"/>
                  </a:solidFill>
                  <a:latin typeface="Arial" charset="0"/>
                  <a:ea typeface="ＭＳ Ｐゴシック" charset="0"/>
                </a:defRPr>
              </a:lvl2pPr>
              <a:lvl3pPr marL="1143000" indent="-228600" defTabSz="800100" eaLnBrk="0" hangingPunct="0">
                <a:defRPr sz="2400">
                  <a:solidFill>
                    <a:schemeClr val="tx1"/>
                  </a:solidFill>
                  <a:latin typeface="Arial" charset="0"/>
                  <a:ea typeface="ＭＳ Ｐゴシック" charset="0"/>
                </a:defRPr>
              </a:lvl3pPr>
              <a:lvl4pPr marL="1600200" indent="-228600" defTabSz="800100" eaLnBrk="0" hangingPunct="0">
                <a:defRPr sz="2400">
                  <a:solidFill>
                    <a:schemeClr val="tx1"/>
                  </a:solidFill>
                  <a:latin typeface="Arial" charset="0"/>
                  <a:ea typeface="ＭＳ Ｐゴシック" charset="0"/>
                </a:defRPr>
              </a:lvl4pPr>
              <a:lvl5pPr marL="2057400" indent="-228600" defTabSz="800100" eaLnBrk="0" hangingPunct="0">
                <a:defRPr sz="2400">
                  <a:solidFill>
                    <a:schemeClr val="tx1"/>
                  </a:solidFill>
                  <a:latin typeface="Arial" charset="0"/>
                  <a:ea typeface="ＭＳ Ｐゴシック" charset="0"/>
                </a:defRPr>
              </a:lvl5pPr>
              <a:lvl6pPr marL="2514600" indent="-228600" defTabSz="800100"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800100"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800100"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8001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800100" rtl="0" eaLnBrk="0" fontAlgn="base" latinLnBrk="0" hangingPunct="0">
                <a:lnSpc>
                  <a:spcPct val="100000"/>
                </a:lnSpc>
                <a:spcBef>
                  <a:spcPct val="0"/>
                </a:spcBef>
                <a:spcAft>
                  <a:spcPct val="0"/>
                </a:spcAft>
                <a:buClrTx/>
                <a:buSzTx/>
                <a:buFontTx/>
                <a:buNone/>
                <a:tabLst/>
                <a:defRPr/>
              </a:pPr>
              <a:r>
                <a:rPr kumimoji="0" lang="ru-RU" sz="1200" b="0" i="0" u="none" strike="noStrike" kern="1200" cap="none" spc="0" normalizeH="0" baseline="0" noProof="0" dirty="0">
                  <a:ln>
                    <a:noFill/>
                  </a:ln>
                  <a:solidFill>
                    <a:srgbClr val="265374"/>
                  </a:solidFill>
                  <a:effectLst/>
                  <a:uLnTx/>
                  <a:uFillTx/>
                  <a:latin typeface="Calibri" panose="020F0502020204030204" pitchFamily="34" charset="0"/>
                  <a:ea typeface="ＭＳ Ｐゴシック" charset="0"/>
                  <a:cs typeface="Calibri" panose="020F0502020204030204" pitchFamily="34" charset="0"/>
                </a:rPr>
                <a:t>Коэффициент </a:t>
              </a:r>
              <a:br>
                <a:rPr kumimoji="0" lang="ru-RU" sz="1200" b="0" i="0" u="none" strike="noStrike" kern="1200" cap="none" spc="0" normalizeH="0" baseline="0" noProof="0" dirty="0">
                  <a:ln>
                    <a:noFill/>
                  </a:ln>
                  <a:solidFill>
                    <a:srgbClr val="265374"/>
                  </a:solidFill>
                  <a:effectLst/>
                  <a:uLnTx/>
                  <a:uFillTx/>
                  <a:latin typeface="Calibri" panose="020F0502020204030204" pitchFamily="34" charset="0"/>
                  <a:ea typeface="ＭＳ Ｐゴシック" charset="0"/>
                  <a:cs typeface="Calibri" panose="020F0502020204030204" pitchFamily="34" charset="0"/>
                </a:rPr>
              </a:br>
              <a:r>
                <a:rPr kumimoji="0" lang="ru-RU" sz="1200" b="0" i="0" u="none" strike="noStrike" kern="1200" cap="none" spc="0" normalizeH="0" baseline="0" noProof="0" dirty="0">
                  <a:ln>
                    <a:noFill/>
                  </a:ln>
                  <a:solidFill>
                    <a:srgbClr val="265374"/>
                  </a:solidFill>
                  <a:effectLst/>
                  <a:uLnTx/>
                  <a:uFillTx/>
                  <a:latin typeface="Calibri" panose="020F0502020204030204" pitchFamily="34" charset="0"/>
                  <a:ea typeface="ＭＳ Ｐゴシック" charset="0"/>
                  <a:cs typeface="Calibri" panose="020F0502020204030204" pitchFamily="34" charset="0"/>
                </a:rPr>
                <a:t>инкрементного снижения САД</a:t>
              </a:r>
              <a:endParaRPr kumimoji="0" lang="fr-FR" sz="1200" b="0" i="0" u="none" strike="noStrike" kern="1200" cap="none" spc="0" normalizeH="0" baseline="0" noProof="0" dirty="0">
                <a:ln>
                  <a:noFill/>
                </a:ln>
                <a:solidFill>
                  <a:srgbClr val="265374"/>
                </a:solidFill>
                <a:effectLst/>
                <a:uLnTx/>
                <a:uFillTx/>
                <a:latin typeface="Calibri" panose="020F0502020204030204" pitchFamily="34" charset="0"/>
                <a:ea typeface="ＭＳ Ｐゴシック" charset="0"/>
                <a:cs typeface="Calibri" panose="020F0502020204030204" pitchFamily="34" charset="0"/>
              </a:endParaRPr>
            </a:p>
          </p:txBody>
        </p:sp>
        <p:sp>
          <p:nvSpPr>
            <p:cNvPr id="7" name="Text Box 1051">
              <a:extLst>
                <a:ext uri="{FF2B5EF4-FFF2-40B4-BE49-F238E27FC236}">
                  <a16:creationId xmlns:a16="http://schemas.microsoft.com/office/drawing/2014/main" id="{24EB8608-3A2E-4814-2E30-9EAF64B8C323}"/>
                </a:ext>
              </a:extLst>
            </p:cNvPr>
            <p:cNvSpPr txBox="1">
              <a:spLocks noChangeArrowheads="1"/>
            </p:cNvSpPr>
            <p:nvPr/>
          </p:nvSpPr>
          <p:spPr bwMode="auto">
            <a:xfrm>
              <a:off x="2949708" y="5814135"/>
              <a:ext cx="674993" cy="2154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defTabSz="800100" eaLnBrk="0" hangingPunct="0">
                <a:defRPr sz="2400">
                  <a:solidFill>
                    <a:schemeClr val="tx1"/>
                  </a:solidFill>
                  <a:latin typeface="Arial" charset="0"/>
                  <a:ea typeface="ＭＳ Ｐゴシック" charset="0"/>
                  <a:cs typeface="ＭＳ Ｐゴシック" charset="0"/>
                </a:defRPr>
              </a:lvl1pPr>
              <a:lvl2pPr marL="742950" indent="-285750" defTabSz="800100" eaLnBrk="0" hangingPunct="0">
                <a:defRPr sz="2400">
                  <a:solidFill>
                    <a:schemeClr val="tx1"/>
                  </a:solidFill>
                  <a:latin typeface="Arial" charset="0"/>
                  <a:ea typeface="ＭＳ Ｐゴシック" charset="0"/>
                </a:defRPr>
              </a:lvl2pPr>
              <a:lvl3pPr marL="1143000" indent="-228600" defTabSz="800100" eaLnBrk="0" hangingPunct="0">
                <a:defRPr sz="2400">
                  <a:solidFill>
                    <a:schemeClr val="tx1"/>
                  </a:solidFill>
                  <a:latin typeface="Arial" charset="0"/>
                  <a:ea typeface="ＭＳ Ｐゴシック" charset="0"/>
                </a:defRPr>
              </a:lvl3pPr>
              <a:lvl4pPr marL="1600200" indent="-228600" defTabSz="800100" eaLnBrk="0" hangingPunct="0">
                <a:defRPr sz="2400">
                  <a:solidFill>
                    <a:schemeClr val="tx1"/>
                  </a:solidFill>
                  <a:latin typeface="Arial" charset="0"/>
                  <a:ea typeface="ＭＳ Ｐゴシック" charset="0"/>
                </a:defRPr>
              </a:lvl4pPr>
              <a:lvl5pPr marL="2057400" indent="-228600" defTabSz="800100" eaLnBrk="0" hangingPunct="0">
                <a:defRPr sz="2400">
                  <a:solidFill>
                    <a:schemeClr val="tx1"/>
                  </a:solidFill>
                  <a:latin typeface="Arial" charset="0"/>
                  <a:ea typeface="ＭＳ Ｐゴシック" charset="0"/>
                </a:defRPr>
              </a:lvl5pPr>
              <a:lvl6pPr marL="2514600" indent="-228600" defTabSz="800100"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800100"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800100"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8001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800100" rtl="0" eaLnBrk="0" fontAlgn="base" latinLnBrk="0" hangingPunct="0">
                <a:lnSpc>
                  <a:spcPct val="100000"/>
                </a:lnSpc>
                <a:spcBef>
                  <a:spcPct val="0"/>
                </a:spcBef>
                <a:spcAft>
                  <a:spcPct val="0"/>
                </a:spcAft>
                <a:buClrTx/>
                <a:buSzTx/>
                <a:buFontTx/>
                <a:buNone/>
                <a:tabLst/>
                <a:defRPr/>
              </a:pPr>
              <a:r>
                <a:rPr kumimoji="0" lang="ru-RU" sz="1400" b="1" i="0" u="none" strike="noStrike" kern="1200" cap="none" spc="0" normalizeH="0" baseline="0" noProof="0" dirty="0" err="1">
                  <a:ln>
                    <a:noFill/>
                  </a:ln>
                  <a:solidFill>
                    <a:srgbClr val="265374"/>
                  </a:solidFill>
                  <a:effectLst/>
                  <a:uLnTx/>
                  <a:uFillTx/>
                  <a:latin typeface="Calibri" charset="0"/>
                  <a:ea typeface="ＭＳ Ｐゴシック" charset="0"/>
                </a:rPr>
                <a:t>Тиазиды</a:t>
              </a:r>
              <a:endParaRPr kumimoji="0" lang="fr-FR" sz="1400" b="1" i="0" u="none" strike="noStrike" kern="1200" cap="none" spc="0" normalizeH="0" baseline="0" noProof="0" dirty="0">
                <a:ln>
                  <a:noFill/>
                </a:ln>
                <a:solidFill>
                  <a:srgbClr val="265374"/>
                </a:solidFill>
                <a:effectLst/>
                <a:uLnTx/>
                <a:uFillTx/>
                <a:latin typeface="Calibri" charset="0"/>
                <a:ea typeface="ＭＳ Ｐゴシック" charset="0"/>
              </a:endParaRPr>
            </a:p>
          </p:txBody>
        </p:sp>
        <p:sp>
          <p:nvSpPr>
            <p:cNvPr id="8" name="Text Box 1052">
              <a:extLst>
                <a:ext uri="{FF2B5EF4-FFF2-40B4-BE49-F238E27FC236}">
                  <a16:creationId xmlns:a16="http://schemas.microsoft.com/office/drawing/2014/main" id="{B8F15620-36D2-DA3C-F34F-36B4E3DF6D5C}"/>
                </a:ext>
              </a:extLst>
            </p:cNvPr>
            <p:cNvSpPr txBox="1">
              <a:spLocks noChangeArrowheads="1"/>
            </p:cNvSpPr>
            <p:nvPr/>
          </p:nvSpPr>
          <p:spPr bwMode="auto">
            <a:xfrm>
              <a:off x="4227795" y="5814135"/>
              <a:ext cx="1248803" cy="2154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defTabSz="800100" eaLnBrk="0" hangingPunct="0">
                <a:defRPr sz="2400">
                  <a:solidFill>
                    <a:schemeClr val="tx1"/>
                  </a:solidFill>
                  <a:latin typeface="Arial" charset="0"/>
                  <a:ea typeface="ＭＳ Ｐゴシック" charset="0"/>
                  <a:cs typeface="ＭＳ Ｐゴシック" charset="0"/>
                </a:defRPr>
              </a:lvl1pPr>
              <a:lvl2pPr marL="742950" indent="-285750" defTabSz="800100" eaLnBrk="0" hangingPunct="0">
                <a:defRPr sz="2400">
                  <a:solidFill>
                    <a:schemeClr val="tx1"/>
                  </a:solidFill>
                  <a:latin typeface="Arial" charset="0"/>
                  <a:ea typeface="ＭＳ Ｐゴシック" charset="0"/>
                </a:defRPr>
              </a:lvl2pPr>
              <a:lvl3pPr marL="1143000" indent="-228600" defTabSz="800100" eaLnBrk="0" hangingPunct="0">
                <a:defRPr sz="2400">
                  <a:solidFill>
                    <a:schemeClr val="tx1"/>
                  </a:solidFill>
                  <a:latin typeface="Arial" charset="0"/>
                  <a:ea typeface="ＭＳ Ｐゴシック" charset="0"/>
                </a:defRPr>
              </a:lvl3pPr>
              <a:lvl4pPr marL="1600200" indent="-228600" defTabSz="800100" eaLnBrk="0" hangingPunct="0">
                <a:defRPr sz="2400">
                  <a:solidFill>
                    <a:schemeClr val="tx1"/>
                  </a:solidFill>
                  <a:latin typeface="Arial" charset="0"/>
                  <a:ea typeface="ＭＳ Ｐゴシック" charset="0"/>
                </a:defRPr>
              </a:lvl4pPr>
              <a:lvl5pPr marL="2057400" indent="-228600" defTabSz="800100" eaLnBrk="0" hangingPunct="0">
                <a:defRPr sz="2400">
                  <a:solidFill>
                    <a:schemeClr val="tx1"/>
                  </a:solidFill>
                  <a:latin typeface="Arial" charset="0"/>
                  <a:ea typeface="ＭＳ Ｐゴシック" charset="0"/>
                </a:defRPr>
              </a:lvl5pPr>
              <a:lvl6pPr marL="2514600" indent="-228600" defTabSz="800100"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800100"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800100"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8001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800100" rtl="0" eaLnBrk="0" fontAlgn="base" latinLnBrk="0" hangingPunct="0">
                <a:lnSpc>
                  <a:spcPct val="100000"/>
                </a:lnSpc>
                <a:spcBef>
                  <a:spcPct val="0"/>
                </a:spcBef>
                <a:spcAft>
                  <a:spcPct val="0"/>
                </a:spcAft>
                <a:buClrTx/>
                <a:buSzTx/>
                <a:buFontTx/>
                <a:buNone/>
                <a:tabLst/>
                <a:defRPr/>
              </a:pPr>
              <a:r>
                <a:rPr kumimoji="0" lang="ru-RU" sz="1400" b="1" i="0" u="none" strike="noStrike" kern="1200" cap="none" spc="0" normalizeH="0" baseline="0" noProof="0" dirty="0">
                  <a:ln>
                    <a:noFill/>
                  </a:ln>
                  <a:solidFill>
                    <a:srgbClr val="265374"/>
                  </a:solidFill>
                  <a:effectLst/>
                  <a:uLnTx/>
                  <a:uFillTx/>
                  <a:latin typeface="Calibri" charset="0"/>
                  <a:ea typeface="ＭＳ Ｐゴシック" charset="0"/>
                </a:rPr>
                <a:t>Бета-блокаторы</a:t>
              </a:r>
              <a:endParaRPr kumimoji="0" lang="fr-FR" sz="1400" b="1" i="0" u="none" strike="noStrike" kern="1200" cap="none" spc="0" normalizeH="0" baseline="0" noProof="0" dirty="0">
                <a:ln>
                  <a:noFill/>
                </a:ln>
                <a:solidFill>
                  <a:srgbClr val="265374"/>
                </a:solidFill>
                <a:effectLst/>
                <a:uLnTx/>
                <a:uFillTx/>
                <a:latin typeface="Calibri" charset="0"/>
                <a:ea typeface="ＭＳ Ｐゴシック" charset="0"/>
              </a:endParaRPr>
            </a:p>
          </p:txBody>
        </p:sp>
        <p:sp>
          <p:nvSpPr>
            <p:cNvPr id="9" name="Text Box 1053">
              <a:extLst>
                <a:ext uri="{FF2B5EF4-FFF2-40B4-BE49-F238E27FC236}">
                  <a16:creationId xmlns:a16="http://schemas.microsoft.com/office/drawing/2014/main" id="{CEBEFCAA-D304-261C-5D1A-C8284808BA5F}"/>
                </a:ext>
              </a:extLst>
            </p:cNvPr>
            <p:cNvSpPr txBox="1">
              <a:spLocks noChangeArrowheads="1"/>
            </p:cNvSpPr>
            <p:nvPr/>
          </p:nvSpPr>
          <p:spPr bwMode="auto">
            <a:xfrm>
              <a:off x="5924766" y="5814135"/>
              <a:ext cx="1003608" cy="430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defTabSz="800100" eaLnBrk="0" hangingPunct="0">
                <a:defRPr sz="2400">
                  <a:solidFill>
                    <a:schemeClr val="tx1"/>
                  </a:solidFill>
                  <a:latin typeface="Arial" charset="0"/>
                  <a:ea typeface="ＭＳ Ｐゴシック" charset="0"/>
                  <a:cs typeface="ＭＳ Ｐゴシック" charset="0"/>
                </a:defRPr>
              </a:lvl1pPr>
              <a:lvl2pPr marL="742950" indent="-285750" defTabSz="800100" eaLnBrk="0" hangingPunct="0">
                <a:defRPr sz="2400">
                  <a:solidFill>
                    <a:schemeClr val="tx1"/>
                  </a:solidFill>
                  <a:latin typeface="Arial" charset="0"/>
                  <a:ea typeface="ＭＳ Ｐゴシック" charset="0"/>
                </a:defRPr>
              </a:lvl2pPr>
              <a:lvl3pPr marL="1143000" indent="-228600" defTabSz="800100" eaLnBrk="0" hangingPunct="0">
                <a:defRPr sz="2400">
                  <a:solidFill>
                    <a:schemeClr val="tx1"/>
                  </a:solidFill>
                  <a:latin typeface="Arial" charset="0"/>
                  <a:ea typeface="ＭＳ Ｐゴシック" charset="0"/>
                </a:defRPr>
              </a:lvl3pPr>
              <a:lvl4pPr marL="1600200" indent="-228600" defTabSz="800100" eaLnBrk="0" hangingPunct="0">
                <a:defRPr sz="2400">
                  <a:solidFill>
                    <a:schemeClr val="tx1"/>
                  </a:solidFill>
                  <a:latin typeface="Arial" charset="0"/>
                  <a:ea typeface="ＭＳ Ｐゴシック" charset="0"/>
                </a:defRPr>
              </a:lvl4pPr>
              <a:lvl5pPr marL="2057400" indent="-228600" defTabSz="800100" eaLnBrk="0" hangingPunct="0">
                <a:defRPr sz="2400">
                  <a:solidFill>
                    <a:schemeClr val="tx1"/>
                  </a:solidFill>
                  <a:latin typeface="Arial" charset="0"/>
                  <a:ea typeface="ＭＳ Ｐゴシック" charset="0"/>
                </a:defRPr>
              </a:lvl5pPr>
              <a:lvl6pPr marL="2514600" indent="-228600" defTabSz="800100"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800100"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800100"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8001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800100" rtl="0" eaLnBrk="0" fontAlgn="base" latinLnBrk="0" hangingPunct="0">
                <a:lnSpc>
                  <a:spcPct val="100000"/>
                </a:lnSpc>
                <a:spcBef>
                  <a:spcPct val="0"/>
                </a:spcBef>
                <a:spcAft>
                  <a:spcPct val="0"/>
                </a:spcAft>
                <a:buClrTx/>
                <a:buSzTx/>
                <a:buFontTx/>
                <a:buNone/>
                <a:tabLst/>
                <a:defRPr/>
              </a:pPr>
              <a:r>
                <a:rPr kumimoji="0" lang="ru-RU" sz="1400" b="1" i="0" u="none" strike="noStrike" kern="1200" cap="none" spc="0" normalizeH="0" baseline="0" noProof="0" dirty="0">
                  <a:ln>
                    <a:noFill/>
                  </a:ln>
                  <a:solidFill>
                    <a:srgbClr val="265374"/>
                  </a:solidFill>
                  <a:effectLst/>
                  <a:uLnTx/>
                  <a:uFillTx/>
                  <a:latin typeface="Calibri" charset="0"/>
                  <a:ea typeface="ＭＳ Ｐゴシック" charset="0"/>
                </a:rPr>
                <a:t>Ингибиторы </a:t>
              </a:r>
              <a:br>
                <a:rPr kumimoji="0" lang="ru-RU" sz="1400" b="1" i="0" u="none" strike="noStrike" kern="1200" cap="none" spc="0" normalizeH="0" baseline="0" noProof="0" dirty="0">
                  <a:ln>
                    <a:noFill/>
                  </a:ln>
                  <a:solidFill>
                    <a:srgbClr val="265374"/>
                  </a:solidFill>
                  <a:effectLst/>
                  <a:uLnTx/>
                  <a:uFillTx/>
                  <a:latin typeface="Calibri" charset="0"/>
                  <a:ea typeface="ＭＳ Ｐゴシック" charset="0"/>
                </a:rPr>
              </a:br>
              <a:r>
                <a:rPr kumimoji="0" lang="ru-RU" sz="1400" b="1" i="0" u="none" strike="noStrike" kern="1200" cap="none" spc="0" normalizeH="0" baseline="0" noProof="0" dirty="0">
                  <a:ln>
                    <a:noFill/>
                  </a:ln>
                  <a:solidFill>
                    <a:srgbClr val="265374"/>
                  </a:solidFill>
                  <a:effectLst/>
                  <a:uLnTx/>
                  <a:uFillTx/>
                  <a:latin typeface="Calibri" charset="0"/>
                  <a:ea typeface="ＭＳ Ｐゴシック" charset="0"/>
                </a:rPr>
                <a:t>АПФ</a:t>
              </a:r>
              <a:endParaRPr kumimoji="0" lang="fr-FR" sz="1400" b="1" i="0" u="none" strike="noStrike" kern="1200" cap="none" spc="0" normalizeH="0" baseline="0" noProof="0" dirty="0">
                <a:ln>
                  <a:noFill/>
                </a:ln>
                <a:solidFill>
                  <a:srgbClr val="265374"/>
                </a:solidFill>
                <a:effectLst/>
                <a:uLnTx/>
                <a:uFillTx/>
                <a:latin typeface="Calibri" charset="0"/>
                <a:ea typeface="ＭＳ Ｐゴシック" charset="0"/>
              </a:endParaRPr>
            </a:p>
          </p:txBody>
        </p:sp>
        <p:sp>
          <p:nvSpPr>
            <p:cNvPr id="10" name="Text Box 1054">
              <a:extLst>
                <a:ext uri="{FF2B5EF4-FFF2-40B4-BE49-F238E27FC236}">
                  <a16:creationId xmlns:a16="http://schemas.microsoft.com/office/drawing/2014/main" id="{F0B7A2E0-53F4-70E6-E164-C5B84D28AEE3}"/>
                </a:ext>
              </a:extLst>
            </p:cNvPr>
            <p:cNvSpPr txBox="1">
              <a:spLocks noChangeArrowheads="1"/>
            </p:cNvSpPr>
            <p:nvPr/>
          </p:nvSpPr>
          <p:spPr bwMode="auto">
            <a:xfrm>
              <a:off x="7208469" y="5843959"/>
              <a:ext cx="1624034" cy="36785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defTabSz="800100" eaLnBrk="0" hangingPunct="0">
                <a:defRPr sz="2400">
                  <a:solidFill>
                    <a:schemeClr val="tx1"/>
                  </a:solidFill>
                  <a:latin typeface="Arial" charset="0"/>
                  <a:ea typeface="ＭＳ Ｐゴシック" charset="0"/>
                  <a:cs typeface="ＭＳ Ｐゴシック" charset="0"/>
                </a:defRPr>
              </a:lvl1pPr>
              <a:lvl2pPr marL="742950" indent="-285750" defTabSz="800100" eaLnBrk="0" hangingPunct="0">
                <a:defRPr sz="2400">
                  <a:solidFill>
                    <a:schemeClr val="tx1"/>
                  </a:solidFill>
                  <a:latin typeface="Arial" charset="0"/>
                  <a:ea typeface="ＭＳ Ｐゴシック" charset="0"/>
                </a:defRPr>
              </a:lvl2pPr>
              <a:lvl3pPr marL="1143000" indent="-228600" defTabSz="800100" eaLnBrk="0" hangingPunct="0">
                <a:defRPr sz="2400">
                  <a:solidFill>
                    <a:schemeClr val="tx1"/>
                  </a:solidFill>
                  <a:latin typeface="Arial" charset="0"/>
                  <a:ea typeface="ＭＳ Ｐゴシック" charset="0"/>
                </a:defRPr>
              </a:lvl3pPr>
              <a:lvl4pPr marL="1600200" indent="-228600" defTabSz="800100" eaLnBrk="0" hangingPunct="0">
                <a:defRPr sz="2400">
                  <a:solidFill>
                    <a:schemeClr val="tx1"/>
                  </a:solidFill>
                  <a:latin typeface="Arial" charset="0"/>
                  <a:ea typeface="ＭＳ Ｐゴシック" charset="0"/>
                </a:defRPr>
              </a:lvl4pPr>
              <a:lvl5pPr marL="2057400" indent="-228600" defTabSz="800100" eaLnBrk="0" hangingPunct="0">
                <a:defRPr sz="2400">
                  <a:solidFill>
                    <a:schemeClr val="tx1"/>
                  </a:solidFill>
                  <a:latin typeface="Arial" charset="0"/>
                  <a:ea typeface="ＭＳ Ｐゴシック" charset="0"/>
                </a:defRPr>
              </a:lvl5pPr>
              <a:lvl6pPr marL="2514600" indent="-228600" defTabSz="800100"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800100"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800100"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8001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800100" rtl="0" eaLnBrk="0" fontAlgn="base" latinLnBrk="0" hangingPunct="0">
                <a:lnSpc>
                  <a:spcPct val="85000"/>
                </a:lnSpc>
                <a:spcBef>
                  <a:spcPct val="0"/>
                </a:spcBef>
                <a:spcAft>
                  <a:spcPct val="0"/>
                </a:spcAft>
                <a:buClrTx/>
                <a:buSzTx/>
                <a:buFontTx/>
                <a:buNone/>
                <a:tabLst/>
                <a:defRPr/>
              </a:pPr>
              <a:r>
                <a:rPr kumimoji="0" lang="ru-RU" sz="1400" b="1" i="0" u="none" strike="noStrike" kern="1200" cap="none" spc="0" normalizeH="0" baseline="0" noProof="0" dirty="0">
                  <a:ln>
                    <a:noFill/>
                  </a:ln>
                  <a:solidFill>
                    <a:srgbClr val="265374"/>
                  </a:solidFill>
                  <a:effectLst/>
                  <a:uLnTx/>
                  <a:uFillTx/>
                  <a:latin typeface="Calibri" charset="0"/>
                  <a:ea typeface="ＭＳ Ｐゴシック" charset="0"/>
                </a:rPr>
                <a:t>Блокаторы </a:t>
              </a:r>
              <a:br>
                <a:rPr kumimoji="0" lang="ru-RU" sz="1400" b="1" i="0" u="none" strike="noStrike" kern="1200" cap="none" spc="0" normalizeH="0" baseline="0" noProof="0" dirty="0">
                  <a:ln>
                    <a:noFill/>
                  </a:ln>
                  <a:solidFill>
                    <a:srgbClr val="265374"/>
                  </a:solidFill>
                  <a:effectLst/>
                  <a:uLnTx/>
                  <a:uFillTx/>
                  <a:latin typeface="Calibri" charset="0"/>
                  <a:ea typeface="ＭＳ Ｐゴシック" charset="0"/>
                </a:rPr>
              </a:br>
              <a:r>
                <a:rPr kumimoji="0" lang="ru-RU" sz="1400" b="1" i="0" u="none" strike="noStrike" kern="1200" cap="none" spc="0" normalizeH="0" baseline="0" noProof="0" dirty="0">
                  <a:ln>
                    <a:noFill/>
                  </a:ln>
                  <a:solidFill>
                    <a:srgbClr val="265374"/>
                  </a:solidFill>
                  <a:effectLst/>
                  <a:uLnTx/>
                  <a:uFillTx/>
                  <a:latin typeface="Calibri" charset="0"/>
                  <a:ea typeface="ＭＳ Ｐゴシック" charset="0"/>
                </a:rPr>
                <a:t>кальциевых каналов</a:t>
              </a:r>
              <a:endParaRPr kumimoji="0" lang="fr-FR" sz="1400" b="1" i="0" u="none" strike="noStrike" kern="1200" cap="none" spc="0" normalizeH="0" baseline="0" noProof="0" dirty="0">
                <a:ln>
                  <a:noFill/>
                </a:ln>
                <a:solidFill>
                  <a:srgbClr val="265374"/>
                </a:solidFill>
                <a:effectLst/>
                <a:uLnTx/>
                <a:uFillTx/>
                <a:latin typeface="Calibri" charset="0"/>
                <a:ea typeface="ＭＳ Ｐゴシック" charset="0"/>
              </a:endParaRPr>
            </a:p>
          </p:txBody>
        </p:sp>
        <p:sp>
          <p:nvSpPr>
            <p:cNvPr id="11" name="Text Box 1055">
              <a:extLst>
                <a:ext uri="{FF2B5EF4-FFF2-40B4-BE49-F238E27FC236}">
                  <a16:creationId xmlns:a16="http://schemas.microsoft.com/office/drawing/2014/main" id="{20302C9A-D964-32DA-EB7E-7147EF3A41BD}"/>
                </a:ext>
              </a:extLst>
            </p:cNvPr>
            <p:cNvSpPr txBox="1">
              <a:spLocks noChangeArrowheads="1"/>
            </p:cNvSpPr>
            <p:nvPr/>
          </p:nvSpPr>
          <p:spPr bwMode="auto">
            <a:xfrm>
              <a:off x="9128504" y="5814135"/>
              <a:ext cx="870175" cy="2154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defTabSz="800100" eaLnBrk="0" hangingPunct="0">
                <a:defRPr sz="2400">
                  <a:solidFill>
                    <a:schemeClr val="tx1"/>
                  </a:solidFill>
                  <a:latin typeface="Arial" charset="0"/>
                  <a:ea typeface="ＭＳ Ｐゴシック" charset="0"/>
                  <a:cs typeface="ＭＳ Ｐゴシック" charset="0"/>
                </a:defRPr>
              </a:lvl1pPr>
              <a:lvl2pPr marL="742950" indent="-285750" defTabSz="800100" eaLnBrk="0" hangingPunct="0">
                <a:defRPr sz="2400">
                  <a:solidFill>
                    <a:schemeClr val="tx1"/>
                  </a:solidFill>
                  <a:latin typeface="Arial" charset="0"/>
                  <a:ea typeface="ＭＳ Ｐゴシック" charset="0"/>
                </a:defRPr>
              </a:lvl2pPr>
              <a:lvl3pPr marL="1143000" indent="-228600" defTabSz="800100" eaLnBrk="0" hangingPunct="0">
                <a:defRPr sz="2400">
                  <a:solidFill>
                    <a:schemeClr val="tx1"/>
                  </a:solidFill>
                  <a:latin typeface="Arial" charset="0"/>
                  <a:ea typeface="ＭＳ Ｐゴシック" charset="0"/>
                </a:defRPr>
              </a:lvl3pPr>
              <a:lvl4pPr marL="1600200" indent="-228600" defTabSz="800100" eaLnBrk="0" hangingPunct="0">
                <a:defRPr sz="2400">
                  <a:solidFill>
                    <a:schemeClr val="tx1"/>
                  </a:solidFill>
                  <a:latin typeface="Arial" charset="0"/>
                  <a:ea typeface="ＭＳ Ｐゴシック" charset="0"/>
                </a:defRPr>
              </a:lvl4pPr>
              <a:lvl5pPr marL="2057400" indent="-228600" defTabSz="800100" eaLnBrk="0" hangingPunct="0">
                <a:defRPr sz="2400">
                  <a:solidFill>
                    <a:schemeClr val="tx1"/>
                  </a:solidFill>
                  <a:latin typeface="Arial" charset="0"/>
                  <a:ea typeface="ＭＳ Ｐゴシック" charset="0"/>
                </a:defRPr>
              </a:lvl5pPr>
              <a:lvl6pPr marL="2514600" indent="-228600" defTabSz="800100"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800100"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800100"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8001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800100" rtl="0" eaLnBrk="0" fontAlgn="base" latinLnBrk="0" hangingPunct="0">
                <a:lnSpc>
                  <a:spcPct val="100000"/>
                </a:lnSpc>
                <a:spcBef>
                  <a:spcPct val="0"/>
                </a:spcBef>
                <a:spcAft>
                  <a:spcPct val="0"/>
                </a:spcAft>
                <a:buClrTx/>
                <a:buSzTx/>
                <a:buFontTx/>
                <a:buNone/>
                <a:tabLst/>
                <a:defRPr/>
              </a:pPr>
              <a:r>
                <a:rPr kumimoji="0" lang="ru-RU" sz="1400" b="1" i="0" u="none" strike="noStrike" kern="1200" cap="none" spc="0" normalizeH="0" baseline="0" noProof="0" dirty="0">
                  <a:ln>
                    <a:noFill/>
                  </a:ln>
                  <a:solidFill>
                    <a:srgbClr val="265374"/>
                  </a:solidFill>
                  <a:effectLst/>
                  <a:uLnTx/>
                  <a:uFillTx/>
                  <a:latin typeface="Calibri" charset="0"/>
                  <a:ea typeface="ＭＳ Ｐゴシック" charset="0"/>
                </a:rPr>
                <a:t>Все группы</a:t>
              </a:r>
              <a:endParaRPr kumimoji="0" lang="fr-FR" sz="1400" b="1" i="0" u="none" strike="noStrike" kern="1200" cap="none" spc="0" normalizeH="0" baseline="0" noProof="0" dirty="0">
                <a:ln>
                  <a:noFill/>
                </a:ln>
                <a:solidFill>
                  <a:srgbClr val="265374"/>
                </a:solidFill>
                <a:effectLst/>
                <a:uLnTx/>
                <a:uFillTx/>
                <a:latin typeface="Calibri" charset="0"/>
                <a:ea typeface="ＭＳ Ｐゴシック" charset="0"/>
              </a:endParaRPr>
            </a:p>
          </p:txBody>
        </p:sp>
        <p:sp>
          <p:nvSpPr>
            <p:cNvPr id="12" name="AutoShape 1056">
              <a:extLst>
                <a:ext uri="{FF2B5EF4-FFF2-40B4-BE49-F238E27FC236}">
                  <a16:creationId xmlns:a16="http://schemas.microsoft.com/office/drawing/2014/main" id="{E4B250AE-52DC-176D-31CC-94DF7F154E20}"/>
                </a:ext>
              </a:extLst>
            </p:cNvPr>
            <p:cNvSpPr>
              <a:spLocks noChangeArrowheads="1"/>
            </p:cNvSpPr>
            <p:nvPr/>
          </p:nvSpPr>
          <p:spPr bwMode="auto">
            <a:xfrm>
              <a:off x="2639944" y="3017435"/>
              <a:ext cx="583159" cy="2743821"/>
            </a:xfrm>
            <a:prstGeom prst="rect">
              <a:avLst/>
            </a:prstGeom>
            <a:solidFill>
              <a:srgbClr val="C1D82E"/>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it-IT" sz="2400" b="1"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grpSp>
          <p:nvGrpSpPr>
            <p:cNvPr id="13" name="Group 1057">
              <a:extLst>
                <a:ext uri="{FF2B5EF4-FFF2-40B4-BE49-F238E27FC236}">
                  <a16:creationId xmlns:a16="http://schemas.microsoft.com/office/drawing/2014/main" id="{9B661042-76CC-3467-9570-A58D75E85D5C}"/>
                </a:ext>
              </a:extLst>
            </p:cNvPr>
            <p:cNvGrpSpPr>
              <a:grpSpLocks/>
            </p:cNvGrpSpPr>
            <p:nvPr/>
          </p:nvGrpSpPr>
          <p:grpSpPr bwMode="auto">
            <a:xfrm>
              <a:off x="2871332" y="2596268"/>
              <a:ext cx="123511" cy="872749"/>
              <a:chOff x="1004" y="1595"/>
              <a:chExt cx="79" cy="556"/>
            </a:xfrm>
          </p:grpSpPr>
          <p:sp>
            <p:nvSpPr>
              <p:cNvPr id="80" name="Line 1058">
                <a:extLst>
                  <a:ext uri="{FF2B5EF4-FFF2-40B4-BE49-F238E27FC236}">
                    <a16:creationId xmlns:a16="http://schemas.microsoft.com/office/drawing/2014/main" id="{6CE244A0-A6F8-CCE3-2B7F-B27CAFB06C19}"/>
                  </a:ext>
                </a:extLst>
              </p:cNvPr>
              <p:cNvSpPr>
                <a:spLocks noChangeShapeType="1"/>
              </p:cNvSpPr>
              <p:nvPr/>
            </p:nvSpPr>
            <p:spPr bwMode="auto">
              <a:xfrm>
                <a:off x="1042" y="1595"/>
                <a:ext cx="0" cy="556"/>
              </a:xfrm>
              <a:prstGeom prst="line">
                <a:avLst/>
              </a:prstGeom>
              <a:noFill/>
              <a:ln w="9525">
                <a:solidFill>
                  <a:srgbClr val="00196A"/>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it-IT" sz="1800" b="0"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sp>
            <p:nvSpPr>
              <p:cNvPr id="81" name="Line 1059">
                <a:extLst>
                  <a:ext uri="{FF2B5EF4-FFF2-40B4-BE49-F238E27FC236}">
                    <a16:creationId xmlns:a16="http://schemas.microsoft.com/office/drawing/2014/main" id="{244F7CAC-CA94-A161-2513-2CE2E3BB1F0D}"/>
                  </a:ext>
                </a:extLst>
              </p:cNvPr>
              <p:cNvSpPr>
                <a:spLocks noChangeShapeType="1"/>
              </p:cNvSpPr>
              <p:nvPr/>
            </p:nvSpPr>
            <p:spPr bwMode="auto">
              <a:xfrm>
                <a:off x="1007" y="1598"/>
                <a:ext cx="76" cy="0"/>
              </a:xfrm>
              <a:prstGeom prst="line">
                <a:avLst/>
              </a:prstGeom>
              <a:noFill/>
              <a:ln w="9525">
                <a:solidFill>
                  <a:srgbClr val="00196A"/>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it-IT" sz="1800" b="0"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sp>
            <p:nvSpPr>
              <p:cNvPr id="82" name="Line 1060">
                <a:extLst>
                  <a:ext uri="{FF2B5EF4-FFF2-40B4-BE49-F238E27FC236}">
                    <a16:creationId xmlns:a16="http://schemas.microsoft.com/office/drawing/2014/main" id="{6B79FABA-94AA-5D42-C43A-61A8A4D74419}"/>
                  </a:ext>
                </a:extLst>
              </p:cNvPr>
              <p:cNvSpPr>
                <a:spLocks noChangeShapeType="1"/>
              </p:cNvSpPr>
              <p:nvPr/>
            </p:nvSpPr>
            <p:spPr bwMode="auto">
              <a:xfrm>
                <a:off x="1004" y="2148"/>
                <a:ext cx="76" cy="0"/>
              </a:xfrm>
              <a:prstGeom prst="line">
                <a:avLst/>
              </a:prstGeom>
              <a:noFill/>
              <a:ln w="9525">
                <a:solidFill>
                  <a:srgbClr val="00196A"/>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it-IT" sz="1800" b="0"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grpSp>
        <p:sp>
          <p:nvSpPr>
            <p:cNvPr id="14" name="Text Box 1061">
              <a:extLst>
                <a:ext uri="{FF2B5EF4-FFF2-40B4-BE49-F238E27FC236}">
                  <a16:creationId xmlns:a16="http://schemas.microsoft.com/office/drawing/2014/main" id="{E7EA1910-A9F4-E81A-A50F-980173265EF3}"/>
                </a:ext>
              </a:extLst>
            </p:cNvPr>
            <p:cNvSpPr txBox="1">
              <a:spLocks noChangeArrowheads="1"/>
            </p:cNvSpPr>
            <p:nvPr/>
          </p:nvSpPr>
          <p:spPr bwMode="auto">
            <a:xfrm>
              <a:off x="2585334" y="2144195"/>
              <a:ext cx="687689"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defTabSz="800100" eaLnBrk="0" hangingPunct="0">
                <a:defRPr sz="2400">
                  <a:solidFill>
                    <a:schemeClr val="tx1"/>
                  </a:solidFill>
                  <a:latin typeface="Arial" charset="0"/>
                  <a:ea typeface="ＭＳ Ｐゴシック" charset="0"/>
                  <a:cs typeface="ＭＳ Ｐゴシック" charset="0"/>
                </a:defRPr>
              </a:lvl1pPr>
              <a:lvl2pPr marL="742950" indent="-285750" defTabSz="800100" eaLnBrk="0" hangingPunct="0">
                <a:defRPr sz="2400">
                  <a:solidFill>
                    <a:schemeClr val="tx1"/>
                  </a:solidFill>
                  <a:latin typeface="Arial" charset="0"/>
                  <a:ea typeface="ＭＳ Ｐゴシック" charset="0"/>
                </a:defRPr>
              </a:lvl2pPr>
              <a:lvl3pPr marL="1143000" indent="-228600" defTabSz="800100" eaLnBrk="0" hangingPunct="0">
                <a:defRPr sz="2400">
                  <a:solidFill>
                    <a:schemeClr val="tx1"/>
                  </a:solidFill>
                  <a:latin typeface="Arial" charset="0"/>
                  <a:ea typeface="ＭＳ Ｐゴシック" charset="0"/>
                </a:defRPr>
              </a:lvl3pPr>
              <a:lvl4pPr marL="1600200" indent="-228600" defTabSz="800100" eaLnBrk="0" hangingPunct="0">
                <a:defRPr sz="2400">
                  <a:solidFill>
                    <a:schemeClr val="tx1"/>
                  </a:solidFill>
                  <a:latin typeface="Arial" charset="0"/>
                  <a:ea typeface="ＭＳ Ｐゴシック" charset="0"/>
                </a:defRPr>
              </a:lvl4pPr>
              <a:lvl5pPr marL="2057400" indent="-228600" defTabSz="800100" eaLnBrk="0" hangingPunct="0">
                <a:defRPr sz="2400">
                  <a:solidFill>
                    <a:schemeClr val="tx1"/>
                  </a:solidFill>
                  <a:latin typeface="Arial" charset="0"/>
                  <a:ea typeface="ＭＳ Ｐゴシック" charset="0"/>
                </a:defRPr>
              </a:lvl5pPr>
              <a:lvl6pPr marL="2514600" indent="-228600" defTabSz="800100"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800100"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800100"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8001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800100" rtl="0" eaLnBrk="0" fontAlgn="base" latinLnBrk="0" hangingPunct="0">
                <a:lnSpc>
                  <a:spcPct val="100000"/>
                </a:lnSpc>
                <a:spcBef>
                  <a:spcPct val="0"/>
                </a:spcBef>
                <a:spcAft>
                  <a:spcPct val="0"/>
                </a:spcAft>
                <a:buClrTx/>
                <a:buSzTx/>
                <a:buFontTx/>
                <a:buNone/>
                <a:tabLst/>
                <a:defRPr/>
              </a:pPr>
              <a:r>
                <a:rPr kumimoji="0" lang="fr-FR" sz="1400" b="1" i="0" u="none" strike="noStrike" kern="1200" cap="none" spc="0" normalizeH="0" baseline="0" noProof="0" dirty="0">
                  <a:ln>
                    <a:noFill/>
                  </a:ln>
                  <a:solidFill>
                    <a:srgbClr val="265374"/>
                  </a:solidFill>
                  <a:effectLst/>
                  <a:uLnTx/>
                  <a:uFillTx/>
                  <a:latin typeface="Calibri" charset="0"/>
                  <a:ea typeface="ＭＳ Ｐゴシック" charset="0"/>
                </a:rPr>
                <a:t>1.04</a:t>
              </a:r>
              <a:br>
                <a:rPr kumimoji="0" lang="fr-FR" sz="1200" b="0" i="0" u="none" strike="noStrike" kern="1200" cap="none" spc="0" normalizeH="0" baseline="0" noProof="0" dirty="0">
                  <a:ln>
                    <a:noFill/>
                  </a:ln>
                  <a:solidFill>
                    <a:srgbClr val="265374"/>
                  </a:solidFill>
                  <a:effectLst/>
                  <a:uLnTx/>
                  <a:uFillTx/>
                  <a:latin typeface="Calibri" charset="0"/>
                  <a:ea typeface="ＭＳ Ｐゴシック" charset="0"/>
                </a:rPr>
              </a:br>
              <a:r>
                <a:rPr kumimoji="0" lang="fr-FR" sz="1200" b="0" i="0" u="none" strike="noStrike" kern="1200" cap="none" spc="0" normalizeH="0" baseline="0" noProof="0" dirty="0">
                  <a:ln>
                    <a:noFill/>
                  </a:ln>
                  <a:solidFill>
                    <a:srgbClr val="265374"/>
                  </a:solidFill>
                  <a:effectLst/>
                  <a:uLnTx/>
                  <a:uFillTx/>
                  <a:latin typeface="Calibri" charset="0"/>
                  <a:ea typeface="ＭＳ Ｐゴシック" charset="0"/>
                </a:rPr>
                <a:t>(0.88-1.20)</a:t>
              </a:r>
            </a:p>
          </p:txBody>
        </p:sp>
        <p:sp>
          <p:nvSpPr>
            <p:cNvPr id="15" name="AutoShape 1062">
              <a:extLst>
                <a:ext uri="{FF2B5EF4-FFF2-40B4-BE49-F238E27FC236}">
                  <a16:creationId xmlns:a16="http://schemas.microsoft.com/office/drawing/2014/main" id="{C39D515E-F42C-84D1-FC4B-157A58FDA88D}"/>
                </a:ext>
              </a:extLst>
            </p:cNvPr>
            <p:cNvSpPr>
              <a:spLocks noChangeArrowheads="1"/>
            </p:cNvSpPr>
            <p:nvPr/>
          </p:nvSpPr>
          <p:spPr bwMode="auto">
            <a:xfrm>
              <a:off x="3348178" y="5266803"/>
              <a:ext cx="583159" cy="494453"/>
            </a:xfrm>
            <a:prstGeom prst="rect">
              <a:avLst/>
            </a:prstGeom>
            <a:solidFill>
              <a:srgbClr val="EC736A"/>
            </a:solidFill>
            <a:ln>
              <a:noFill/>
            </a:ln>
            <a:extLst>
              <a:ext uri="{91240B29-F687-4f45-9708-019B960494DF}">
                <a14:hiddenLine xmlns="" xmlns:a14="http://schemas.microsoft.com/office/drawing/2010/main" w="19050">
                  <a:solidFill>
                    <a:srgbClr val="000000"/>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it-IT" sz="2400" b="1"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grpSp>
          <p:nvGrpSpPr>
            <p:cNvPr id="16" name="Group 1063">
              <a:extLst>
                <a:ext uri="{FF2B5EF4-FFF2-40B4-BE49-F238E27FC236}">
                  <a16:creationId xmlns:a16="http://schemas.microsoft.com/office/drawing/2014/main" id="{45D50350-546E-CC37-A105-EB17603BCE8C}"/>
                </a:ext>
              </a:extLst>
            </p:cNvPr>
            <p:cNvGrpSpPr>
              <a:grpSpLocks/>
            </p:cNvGrpSpPr>
            <p:nvPr/>
          </p:nvGrpSpPr>
          <p:grpSpPr bwMode="auto">
            <a:xfrm>
              <a:off x="3579565" y="4947665"/>
              <a:ext cx="118821" cy="591774"/>
              <a:chOff x="4768" y="1745"/>
              <a:chExt cx="76" cy="345"/>
            </a:xfrm>
          </p:grpSpPr>
          <p:sp>
            <p:nvSpPr>
              <p:cNvPr id="77" name="Line 1064">
                <a:extLst>
                  <a:ext uri="{FF2B5EF4-FFF2-40B4-BE49-F238E27FC236}">
                    <a16:creationId xmlns:a16="http://schemas.microsoft.com/office/drawing/2014/main" id="{F22770DB-0595-C0F2-800A-90E11FFB00B7}"/>
                  </a:ext>
                </a:extLst>
              </p:cNvPr>
              <p:cNvSpPr>
                <a:spLocks noChangeShapeType="1"/>
              </p:cNvSpPr>
              <p:nvPr/>
            </p:nvSpPr>
            <p:spPr bwMode="auto">
              <a:xfrm>
                <a:off x="4806" y="1746"/>
                <a:ext cx="0" cy="343"/>
              </a:xfrm>
              <a:prstGeom prst="line">
                <a:avLst/>
              </a:prstGeom>
              <a:noFill/>
              <a:ln w="9525">
                <a:solidFill>
                  <a:srgbClr val="00196A"/>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it-IT" sz="1800" b="0"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sp>
            <p:nvSpPr>
              <p:cNvPr id="78" name="Line 1065">
                <a:extLst>
                  <a:ext uri="{FF2B5EF4-FFF2-40B4-BE49-F238E27FC236}">
                    <a16:creationId xmlns:a16="http://schemas.microsoft.com/office/drawing/2014/main" id="{BFAABEB3-CB7F-0AC2-997F-C33DD4ACEEE0}"/>
                  </a:ext>
                </a:extLst>
              </p:cNvPr>
              <p:cNvSpPr>
                <a:spLocks noChangeShapeType="1"/>
              </p:cNvSpPr>
              <p:nvPr/>
            </p:nvSpPr>
            <p:spPr bwMode="auto">
              <a:xfrm>
                <a:off x="4768" y="1745"/>
                <a:ext cx="76" cy="0"/>
              </a:xfrm>
              <a:prstGeom prst="line">
                <a:avLst/>
              </a:prstGeom>
              <a:noFill/>
              <a:ln w="9525">
                <a:solidFill>
                  <a:srgbClr val="00196A"/>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it-IT" sz="1800" b="0"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sp>
            <p:nvSpPr>
              <p:cNvPr id="79" name="Line 1066">
                <a:extLst>
                  <a:ext uri="{FF2B5EF4-FFF2-40B4-BE49-F238E27FC236}">
                    <a16:creationId xmlns:a16="http://schemas.microsoft.com/office/drawing/2014/main" id="{10ED8862-EBD7-38B1-0FD4-B055E7D87DC2}"/>
                  </a:ext>
                </a:extLst>
              </p:cNvPr>
              <p:cNvSpPr>
                <a:spLocks noChangeShapeType="1"/>
              </p:cNvSpPr>
              <p:nvPr/>
            </p:nvSpPr>
            <p:spPr bwMode="auto">
              <a:xfrm>
                <a:off x="4768" y="2090"/>
                <a:ext cx="76" cy="0"/>
              </a:xfrm>
              <a:prstGeom prst="line">
                <a:avLst/>
              </a:prstGeom>
              <a:noFill/>
              <a:ln w="9525">
                <a:solidFill>
                  <a:srgbClr val="00196A"/>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it-IT" sz="1800" b="0"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grpSp>
        <p:sp>
          <p:nvSpPr>
            <p:cNvPr id="17" name="Text Box 1067">
              <a:extLst>
                <a:ext uri="{FF2B5EF4-FFF2-40B4-BE49-F238E27FC236}">
                  <a16:creationId xmlns:a16="http://schemas.microsoft.com/office/drawing/2014/main" id="{CF4AD419-C881-26F0-8DC9-80F1FC93E065}"/>
                </a:ext>
              </a:extLst>
            </p:cNvPr>
            <p:cNvSpPr txBox="1">
              <a:spLocks noChangeArrowheads="1"/>
            </p:cNvSpPr>
            <p:nvPr/>
          </p:nvSpPr>
          <p:spPr bwMode="auto">
            <a:xfrm>
              <a:off x="3324836" y="4467339"/>
              <a:ext cx="687689"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defTabSz="800100" eaLnBrk="0" hangingPunct="0">
                <a:defRPr sz="2400">
                  <a:solidFill>
                    <a:schemeClr val="tx1"/>
                  </a:solidFill>
                  <a:latin typeface="Arial" charset="0"/>
                  <a:ea typeface="ＭＳ Ｐゴシック" charset="0"/>
                  <a:cs typeface="ＭＳ Ｐゴシック" charset="0"/>
                </a:defRPr>
              </a:lvl1pPr>
              <a:lvl2pPr marL="742950" indent="-285750" defTabSz="800100" eaLnBrk="0" hangingPunct="0">
                <a:defRPr sz="2400">
                  <a:solidFill>
                    <a:schemeClr val="tx1"/>
                  </a:solidFill>
                  <a:latin typeface="Arial" charset="0"/>
                  <a:ea typeface="ＭＳ Ｐゴシック" charset="0"/>
                </a:defRPr>
              </a:lvl2pPr>
              <a:lvl3pPr marL="1143000" indent="-228600" defTabSz="800100" eaLnBrk="0" hangingPunct="0">
                <a:defRPr sz="2400">
                  <a:solidFill>
                    <a:schemeClr val="tx1"/>
                  </a:solidFill>
                  <a:latin typeface="Arial" charset="0"/>
                  <a:ea typeface="ＭＳ Ｐゴシック" charset="0"/>
                </a:defRPr>
              </a:lvl3pPr>
              <a:lvl4pPr marL="1600200" indent="-228600" defTabSz="800100" eaLnBrk="0" hangingPunct="0">
                <a:defRPr sz="2400">
                  <a:solidFill>
                    <a:schemeClr val="tx1"/>
                  </a:solidFill>
                  <a:latin typeface="Arial" charset="0"/>
                  <a:ea typeface="ＭＳ Ｐゴシック" charset="0"/>
                </a:defRPr>
              </a:lvl4pPr>
              <a:lvl5pPr marL="2057400" indent="-228600" defTabSz="800100" eaLnBrk="0" hangingPunct="0">
                <a:defRPr sz="2400">
                  <a:solidFill>
                    <a:schemeClr val="tx1"/>
                  </a:solidFill>
                  <a:latin typeface="Arial" charset="0"/>
                  <a:ea typeface="ＭＳ Ｐゴシック" charset="0"/>
                </a:defRPr>
              </a:lvl5pPr>
              <a:lvl6pPr marL="2514600" indent="-228600" defTabSz="800100"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800100"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800100"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8001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800100" rtl="0" eaLnBrk="0" fontAlgn="base" latinLnBrk="0" hangingPunct="0">
                <a:lnSpc>
                  <a:spcPct val="100000"/>
                </a:lnSpc>
                <a:spcBef>
                  <a:spcPct val="0"/>
                </a:spcBef>
                <a:spcAft>
                  <a:spcPct val="0"/>
                </a:spcAft>
                <a:buClrTx/>
                <a:buSzTx/>
                <a:buFontTx/>
                <a:buNone/>
                <a:tabLst/>
                <a:defRPr/>
              </a:pPr>
              <a:r>
                <a:rPr kumimoji="0" lang="fr-FR" sz="1400" b="1" i="0" u="none" strike="noStrike" kern="1200" cap="none" spc="0" normalizeH="0" baseline="0" noProof="0" dirty="0">
                  <a:ln>
                    <a:noFill/>
                  </a:ln>
                  <a:solidFill>
                    <a:srgbClr val="265374"/>
                  </a:solidFill>
                  <a:effectLst/>
                  <a:uLnTx/>
                  <a:uFillTx/>
                  <a:latin typeface="Calibri" charset="0"/>
                  <a:ea typeface="ＭＳ Ｐゴシック" charset="0"/>
                </a:rPr>
                <a:t>0.19</a:t>
              </a:r>
              <a:br>
                <a:rPr kumimoji="0" lang="fr-FR" sz="1200" b="0" i="0" u="none" strike="noStrike" kern="1200" cap="none" spc="0" normalizeH="0" baseline="0" noProof="0" dirty="0">
                  <a:ln>
                    <a:noFill/>
                  </a:ln>
                  <a:solidFill>
                    <a:srgbClr val="265374"/>
                  </a:solidFill>
                  <a:effectLst/>
                  <a:uLnTx/>
                  <a:uFillTx/>
                  <a:latin typeface="Calibri" charset="0"/>
                  <a:ea typeface="ＭＳ Ｐゴシック" charset="0"/>
                </a:rPr>
              </a:br>
              <a:r>
                <a:rPr kumimoji="0" lang="fr-FR" sz="1200" b="0" i="0" u="none" strike="noStrike" kern="1200" cap="none" spc="0" normalizeH="0" baseline="0" noProof="0" dirty="0">
                  <a:ln>
                    <a:noFill/>
                  </a:ln>
                  <a:solidFill>
                    <a:srgbClr val="265374"/>
                  </a:solidFill>
                  <a:effectLst/>
                  <a:uLnTx/>
                  <a:uFillTx/>
                  <a:latin typeface="Calibri" charset="0"/>
                  <a:ea typeface="ＭＳ Ｐゴシック" charset="0"/>
                </a:rPr>
                <a:t>(0.08-0.30)</a:t>
              </a:r>
            </a:p>
          </p:txBody>
        </p:sp>
        <p:sp>
          <p:nvSpPr>
            <p:cNvPr id="18" name="AutoShape 1068">
              <a:extLst>
                <a:ext uri="{FF2B5EF4-FFF2-40B4-BE49-F238E27FC236}">
                  <a16:creationId xmlns:a16="http://schemas.microsoft.com/office/drawing/2014/main" id="{E6B419CC-8701-0E43-A98C-BDD3010A5F4D}"/>
                </a:ext>
              </a:extLst>
            </p:cNvPr>
            <p:cNvSpPr>
              <a:spLocks noChangeArrowheads="1"/>
            </p:cNvSpPr>
            <p:nvPr/>
          </p:nvSpPr>
          <p:spPr bwMode="auto">
            <a:xfrm>
              <a:off x="4211191" y="3130453"/>
              <a:ext cx="583159" cy="2630803"/>
            </a:xfrm>
            <a:prstGeom prst="rect">
              <a:avLst/>
            </a:prstGeom>
            <a:solidFill>
              <a:srgbClr val="C1D82E"/>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it-IT" sz="2400" b="1"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grpSp>
          <p:nvGrpSpPr>
            <p:cNvPr id="19" name="Group 1069">
              <a:extLst>
                <a:ext uri="{FF2B5EF4-FFF2-40B4-BE49-F238E27FC236}">
                  <a16:creationId xmlns:a16="http://schemas.microsoft.com/office/drawing/2014/main" id="{849BC5B5-89F8-F1FD-EBF9-10D438B59EF4}"/>
                </a:ext>
              </a:extLst>
            </p:cNvPr>
            <p:cNvGrpSpPr>
              <a:grpSpLocks/>
            </p:cNvGrpSpPr>
            <p:nvPr/>
          </p:nvGrpSpPr>
          <p:grpSpPr bwMode="auto">
            <a:xfrm>
              <a:off x="4444142" y="2500515"/>
              <a:ext cx="118821" cy="1274590"/>
              <a:chOff x="1916" y="1534"/>
              <a:chExt cx="76" cy="812"/>
            </a:xfrm>
          </p:grpSpPr>
          <p:sp>
            <p:nvSpPr>
              <p:cNvPr id="74" name="Line 1070">
                <a:extLst>
                  <a:ext uri="{FF2B5EF4-FFF2-40B4-BE49-F238E27FC236}">
                    <a16:creationId xmlns:a16="http://schemas.microsoft.com/office/drawing/2014/main" id="{BC4098F3-9ED8-A96B-8820-5EA54B7028B3}"/>
                  </a:ext>
                </a:extLst>
              </p:cNvPr>
              <p:cNvSpPr>
                <a:spLocks noChangeShapeType="1"/>
              </p:cNvSpPr>
              <p:nvPr/>
            </p:nvSpPr>
            <p:spPr bwMode="auto">
              <a:xfrm>
                <a:off x="1955" y="1535"/>
                <a:ext cx="0" cy="811"/>
              </a:xfrm>
              <a:prstGeom prst="line">
                <a:avLst/>
              </a:prstGeom>
              <a:noFill/>
              <a:ln w="9525">
                <a:solidFill>
                  <a:srgbClr val="00196A"/>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it-IT" sz="1800" b="0"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sp>
            <p:nvSpPr>
              <p:cNvPr id="75" name="Line 1071">
                <a:extLst>
                  <a:ext uri="{FF2B5EF4-FFF2-40B4-BE49-F238E27FC236}">
                    <a16:creationId xmlns:a16="http://schemas.microsoft.com/office/drawing/2014/main" id="{9A21A855-B200-1F80-0D0C-55CEFC54068D}"/>
                  </a:ext>
                </a:extLst>
              </p:cNvPr>
              <p:cNvSpPr>
                <a:spLocks noChangeShapeType="1"/>
              </p:cNvSpPr>
              <p:nvPr/>
            </p:nvSpPr>
            <p:spPr bwMode="auto">
              <a:xfrm>
                <a:off x="1916" y="1534"/>
                <a:ext cx="76" cy="0"/>
              </a:xfrm>
              <a:prstGeom prst="line">
                <a:avLst/>
              </a:prstGeom>
              <a:noFill/>
              <a:ln w="9525">
                <a:solidFill>
                  <a:srgbClr val="00196A"/>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it-IT" sz="1800" b="0"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sp>
            <p:nvSpPr>
              <p:cNvPr id="76" name="Line 1072">
                <a:extLst>
                  <a:ext uri="{FF2B5EF4-FFF2-40B4-BE49-F238E27FC236}">
                    <a16:creationId xmlns:a16="http://schemas.microsoft.com/office/drawing/2014/main" id="{D3C9EC5B-8E6D-4FB7-7F15-A97D366B68F1}"/>
                  </a:ext>
                </a:extLst>
              </p:cNvPr>
              <p:cNvSpPr>
                <a:spLocks noChangeShapeType="1"/>
              </p:cNvSpPr>
              <p:nvPr/>
            </p:nvSpPr>
            <p:spPr bwMode="auto">
              <a:xfrm>
                <a:off x="1916" y="2341"/>
                <a:ext cx="76" cy="0"/>
              </a:xfrm>
              <a:prstGeom prst="line">
                <a:avLst/>
              </a:prstGeom>
              <a:noFill/>
              <a:ln w="9525">
                <a:solidFill>
                  <a:srgbClr val="00196A"/>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it-IT" sz="1800" b="0"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grpSp>
        <p:sp>
          <p:nvSpPr>
            <p:cNvPr id="20" name="Text Box 1073">
              <a:extLst>
                <a:ext uri="{FF2B5EF4-FFF2-40B4-BE49-F238E27FC236}">
                  <a16:creationId xmlns:a16="http://schemas.microsoft.com/office/drawing/2014/main" id="{A95800C5-D17D-A1FA-B2B8-ABEFE82FFED3}"/>
                </a:ext>
              </a:extLst>
            </p:cNvPr>
            <p:cNvSpPr txBox="1">
              <a:spLocks noChangeArrowheads="1"/>
            </p:cNvSpPr>
            <p:nvPr/>
          </p:nvSpPr>
          <p:spPr bwMode="auto">
            <a:xfrm>
              <a:off x="4156581" y="2056293"/>
              <a:ext cx="687689"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defTabSz="800100" eaLnBrk="0" hangingPunct="0">
                <a:defRPr sz="2400">
                  <a:solidFill>
                    <a:schemeClr val="tx1"/>
                  </a:solidFill>
                  <a:latin typeface="Arial" charset="0"/>
                  <a:ea typeface="ＭＳ Ｐゴシック" charset="0"/>
                  <a:cs typeface="ＭＳ Ｐゴシック" charset="0"/>
                </a:defRPr>
              </a:lvl1pPr>
              <a:lvl2pPr marL="742950" indent="-285750" defTabSz="800100" eaLnBrk="0" hangingPunct="0">
                <a:defRPr sz="2400">
                  <a:solidFill>
                    <a:schemeClr val="tx1"/>
                  </a:solidFill>
                  <a:latin typeface="Arial" charset="0"/>
                  <a:ea typeface="ＭＳ Ｐゴシック" charset="0"/>
                </a:defRPr>
              </a:lvl2pPr>
              <a:lvl3pPr marL="1143000" indent="-228600" defTabSz="800100" eaLnBrk="0" hangingPunct="0">
                <a:defRPr sz="2400">
                  <a:solidFill>
                    <a:schemeClr val="tx1"/>
                  </a:solidFill>
                  <a:latin typeface="Arial" charset="0"/>
                  <a:ea typeface="ＭＳ Ｐゴシック" charset="0"/>
                </a:defRPr>
              </a:lvl3pPr>
              <a:lvl4pPr marL="1600200" indent="-228600" defTabSz="800100" eaLnBrk="0" hangingPunct="0">
                <a:defRPr sz="2400">
                  <a:solidFill>
                    <a:schemeClr val="tx1"/>
                  </a:solidFill>
                  <a:latin typeface="Arial" charset="0"/>
                  <a:ea typeface="ＭＳ Ｐゴシック" charset="0"/>
                </a:defRPr>
              </a:lvl4pPr>
              <a:lvl5pPr marL="2057400" indent="-228600" defTabSz="800100" eaLnBrk="0" hangingPunct="0">
                <a:defRPr sz="2400">
                  <a:solidFill>
                    <a:schemeClr val="tx1"/>
                  </a:solidFill>
                  <a:latin typeface="Arial" charset="0"/>
                  <a:ea typeface="ＭＳ Ｐゴシック" charset="0"/>
                </a:defRPr>
              </a:lvl5pPr>
              <a:lvl6pPr marL="2514600" indent="-228600" defTabSz="800100"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800100"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800100"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8001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800100" rtl="0" eaLnBrk="0" fontAlgn="base" latinLnBrk="0" hangingPunct="0">
                <a:lnSpc>
                  <a:spcPct val="100000"/>
                </a:lnSpc>
                <a:spcBef>
                  <a:spcPct val="0"/>
                </a:spcBef>
                <a:spcAft>
                  <a:spcPct val="0"/>
                </a:spcAft>
                <a:buClrTx/>
                <a:buSzTx/>
                <a:buFontTx/>
                <a:buNone/>
                <a:tabLst/>
                <a:defRPr/>
              </a:pPr>
              <a:r>
                <a:rPr kumimoji="0" lang="fr-FR" sz="1400" b="1" i="0" u="none" strike="noStrike" kern="1200" cap="none" spc="0" normalizeH="0" baseline="0" noProof="0" dirty="0">
                  <a:ln>
                    <a:noFill/>
                  </a:ln>
                  <a:solidFill>
                    <a:srgbClr val="265374"/>
                  </a:solidFill>
                  <a:effectLst/>
                  <a:uLnTx/>
                  <a:uFillTx/>
                  <a:latin typeface="Calibri" charset="0"/>
                  <a:ea typeface="ＭＳ Ｐゴシック" charset="0"/>
                </a:rPr>
                <a:t>1.00</a:t>
              </a:r>
              <a:br>
                <a:rPr kumimoji="0" lang="fr-FR" sz="1200" b="0" i="0" u="none" strike="noStrike" kern="1200" cap="none" spc="0" normalizeH="0" baseline="0" noProof="0" dirty="0">
                  <a:ln>
                    <a:noFill/>
                  </a:ln>
                  <a:solidFill>
                    <a:srgbClr val="265374"/>
                  </a:solidFill>
                  <a:effectLst/>
                  <a:uLnTx/>
                  <a:uFillTx/>
                  <a:latin typeface="Calibri" charset="0"/>
                  <a:ea typeface="ＭＳ Ｐゴシック" charset="0"/>
                </a:rPr>
              </a:br>
              <a:r>
                <a:rPr kumimoji="0" lang="fr-FR" sz="1200" b="0" i="0" u="none" strike="noStrike" kern="1200" cap="none" spc="0" normalizeH="0" baseline="0" noProof="0" dirty="0">
                  <a:ln>
                    <a:noFill/>
                  </a:ln>
                  <a:solidFill>
                    <a:srgbClr val="265374"/>
                  </a:solidFill>
                  <a:effectLst/>
                  <a:uLnTx/>
                  <a:uFillTx/>
                  <a:latin typeface="Calibri" charset="0"/>
                  <a:ea typeface="ＭＳ Ｐゴシック" charset="0"/>
                </a:rPr>
                <a:t>(0.76-1.24)</a:t>
              </a:r>
            </a:p>
          </p:txBody>
        </p:sp>
        <p:sp>
          <p:nvSpPr>
            <p:cNvPr id="21" name="AutoShape 1074">
              <a:extLst>
                <a:ext uri="{FF2B5EF4-FFF2-40B4-BE49-F238E27FC236}">
                  <a16:creationId xmlns:a16="http://schemas.microsoft.com/office/drawing/2014/main" id="{2941811F-7D23-8EED-0EB0-79DA9A820BEB}"/>
                </a:ext>
              </a:extLst>
            </p:cNvPr>
            <p:cNvSpPr>
              <a:spLocks noChangeArrowheads="1"/>
            </p:cNvSpPr>
            <p:nvPr/>
          </p:nvSpPr>
          <p:spPr bwMode="auto">
            <a:xfrm>
              <a:off x="4917861" y="5138088"/>
              <a:ext cx="583159" cy="623168"/>
            </a:xfrm>
            <a:prstGeom prst="rect">
              <a:avLst/>
            </a:prstGeom>
            <a:solidFill>
              <a:srgbClr val="EC736A"/>
            </a:solidFill>
            <a:ln>
              <a:noFill/>
            </a:ln>
            <a:extLst>
              <a:ext uri="{91240B29-F687-4f45-9708-019B960494DF}">
                <a14:hiddenLine xmlns="" xmlns:a14="http://schemas.microsoft.com/office/drawing/2010/main" w="19050">
                  <a:solidFill>
                    <a:srgbClr val="000000"/>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it-IT" sz="2400" b="1"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grpSp>
          <p:nvGrpSpPr>
            <p:cNvPr id="22" name="Group 1075">
              <a:extLst>
                <a:ext uri="{FF2B5EF4-FFF2-40B4-BE49-F238E27FC236}">
                  <a16:creationId xmlns:a16="http://schemas.microsoft.com/office/drawing/2014/main" id="{2FC0A8F4-B947-3A56-7F09-BA8470F9043F}"/>
                </a:ext>
              </a:extLst>
            </p:cNvPr>
            <p:cNvGrpSpPr>
              <a:grpSpLocks/>
            </p:cNvGrpSpPr>
            <p:nvPr/>
          </p:nvGrpSpPr>
          <p:grpSpPr bwMode="auto">
            <a:xfrm>
              <a:off x="5150812" y="4847205"/>
              <a:ext cx="118821" cy="574507"/>
              <a:chOff x="4768" y="1746"/>
              <a:chExt cx="76" cy="344"/>
            </a:xfrm>
          </p:grpSpPr>
          <p:sp>
            <p:nvSpPr>
              <p:cNvPr id="71" name="Line 1076">
                <a:extLst>
                  <a:ext uri="{FF2B5EF4-FFF2-40B4-BE49-F238E27FC236}">
                    <a16:creationId xmlns:a16="http://schemas.microsoft.com/office/drawing/2014/main" id="{D54BAD98-210B-9A8D-9CD6-E29A9A0BD142}"/>
                  </a:ext>
                </a:extLst>
              </p:cNvPr>
              <p:cNvSpPr>
                <a:spLocks noChangeShapeType="1"/>
              </p:cNvSpPr>
              <p:nvPr/>
            </p:nvSpPr>
            <p:spPr bwMode="auto">
              <a:xfrm>
                <a:off x="4806" y="1746"/>
                <a:ext cx="0" cy="343"/>
              </a:xfrm>
              <a:prstGeom prst="line">
                <a:avLst/>
              </a:prstGeom>
              <a:noFill/>
              <a:ln w="9525">
                <a:solidFill>
                  <a:srgbClr val="00196A"/>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it-IT" sz="1800" b="0"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sp>
            <p:nvSpPr>
              <p:cNvPr id="72" name="Line 1077">
                <a:extLst>
                  <a:ext uri="{FF2B5EF4-FFF2-40B4-BE49-F238E27FC236}">
                    <a16:creationId xmlns:a16="http://schemas.microsoft.com/office/drawing/2014/main" id="{F6FC74F4-DB49-B717-E197-C755C5CABD89}"/>
                  </a:ext>
                </a:extLst>
              </p:cNvPr>
              <p:cNvSpPr>
                <a:spLocks noChangeShapeType="1"/>
              </p:cNvSpPr>
              <p:nvPr/>
            </p:nvSpPr>
            <p:spPr bwMode="auto">
              <a:xfrm>
                <a:off x="4768" y="1750"/>
                <a:ext cx="76" cy="0"/>
              </a:xfrm>
              <a:prstGeom prst="line">
                <a:avLst/>
              </a:prstGeom>
              <a:noFill/>
              <a:ln w="9525">
                <a:solidFill>
                  <a:srgbClr val="00196A"/>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it-IT" sz="1800" b="0"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sp>
            <p:nvSpPr>
              <p:cNvPr id="73" name="Line 1078">
                <a:extLst>
                  <a:ext uri="{FF2B5EF4-FFF2-40B4-BE49-F238E27FC236}">
                    <a16:creationId xmlns:a16="http://schemas.microsoft.com/office/drawing/2014/main" id="{9019CAC7-2616-3929-AC0C-4CF922DDA288}"/>
                  </a:ext>
                </a:extLst>
              </p:cNvPr>
              <p:cNvSpPr>
                <a:spLocks noChangeShapeType="1"/>
              </p:cNvSpPr>
              <p:nvPr/>
            </p:nvSpPr>
            <p:spPr bwMode="auto">
              <a:xfrm>
                <a:off x="4768" y="2090"/>
                <a:ext cx="76" cy="0"/>
              </a:xfrm>
              <a:prstGeom prst="line">
                <a:avLst/>
              </a:prstGeom>
              <a:noFill/>
              <a:ln w="9525">
                <a:solidFill>
                  <a:srgbClr val="00196A"/>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it-IT" sz="1800" b="0"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grpSp>
        <p:sp>
          <p:nvSpPr>
            <p:cNvPr id="23" name="Text Box 1079">
              <a:extLst>
                <a:ext uri="{FF2B5EF4-FFF2-40B4-BE49-F238E27FC236}">
                  <a16:creationId xmlns:a16="http://schemas.microsoft.com/office/drawing/2014/main" id="{0B342772-C6ED-B9FC-5AD7-90A18C2805B6}"/>
                </a:ext>
              </a:extLst>
            </p:cNvPr>
            <p:cNvSpPr txBox="1">
              <a:spLocks noChangeArrowheads="1"/>
            </p:cNvSpPr>
            <p:nvPr/>
          </p:nvSpPr>
          <p:spPr bwMode="auto">
            <a:xfrm>
              <a:off x="4886702" y="4404551"/>
              <a:ext cx="687689"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defTabSz="800100" eaLnBrk="0" hangingPunct="0">
                <a:defRPr sz="2400">
                  <a:solidFill>
                    <a:schemeClr val="tx1"/>
                  </a:solidFill>
                  <a:latin typeface="Arial" charset="0"/>
                  <a:ea typeface="ＭＳ Ｐゴシック" charset="0"/>
                  <a:cs typeface="ＭＳ Ｐゴシック" charset="0"/>
                </a:defRPr>
              </a:lvl1pPr>
              <a:lvl2pPr marL="742950" indent="-285750" defTabSz="800100" eaLnBrk="0" hangingPunct="0">
                <a:defRPr sz="2400">
                  <a:solidFill>
                    <a:schemeClr val="tx1"/>
                  </a:solidFill>
                  <a:latin typeface="Arial" charset="0"/>
                  <a:ea typeface="ＭＳ Ｐゴシック" charset="0"/>
                </a:defRPr>
              </a:lvl2pPr>
              <a:lvl3pPr marL="1143000" indent="-228600" defTabSz="800100" eaLnBrk="0" hangingPunct="0">
                <a:defRPr sz="2400">
                  <a:solidFill>
                    <a:schemeClr val="tx1"/>
                  </a:solidFill>
                  <a:latin typeface="Arial" charset="0"/>
                  <a:ea typeface="ＭＳ Ｐゴシック" charset="0"/>
                </a:defRPr>
              </a:lvl3pPr>
              <a:lvl4pPr marL="1600200" indent="-228600" defTabSz="800100" eaLnBrk="0" hangingPunct="0">
                <a:defRPr sz="2400">
                  <a:solidFill>
                    <a:schemeClr val="tx1"/>
                  </a:solidFill>
                  <a:latin typeface="Arial" charset="0"/>
                  <a:ea typeface="ＭＳ Ｐゴシック" charset="0"/>
                </a:defRPr>
              </a:lvl4pPr>
              <a:lvl5pPr marL="2057400" indent="-228600" defTabSz="800100" eaLnBrk="0" hangingPunct="0">
                <a:defRPr sz="2400">
                  <a:solidFill>
                    <a:schemeClr val="tx1"/>
                  </a:solidFill>
                  <a:latin typeface="Arial" charset="0"/>
                  <a:ea typeface="ＭＳ Ｐゴシック" charset="0"/>
                </a:defRPr>
              </a:lvl5pPr>
              <a:lvl6pPr marL="2514600" indent="-228600" defTabSz="800100"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800100"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800100"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8001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800100" rtl="0" eaLnBrk="0" fontAlgn="base" latinLnBrk="0" hangingPunct="0">
                <a:lnSpc>
                  <a:spcPct val="100000"/>
                </a:lnSpc>
                <a:spcBef>
                  <a:spcPct val="0"/>
                </a:spcBef>
                <a:spcAft>
                  <a:spcPct val="0"/>
                </a:spcAft>
                <a:buClrTx/>
                <a:buSzTx/>
                <a:buFontTx/>
                <a:buNone/>
                <a:tabLst/>
                <a:defRPr/>
              </a:pPr>
              <a:r>
                <a:rPr kumimoji="0" lang="fr-FR" sz="1400" b="1" i="0" u="none" strike="noStrike" kern="1200" cap="none" spc="0" normalizeH="0" baseline="0" noProof="0" dirty="0">
                  <a:ln>
                    <a:noFill/>
                  </a:ln>
                  <a:solidFill>
                    <a:srgbClr val="265374"/>
                  </a:solidFill>
                  <a:effectLst/>
                  <a:uLnTx/>
                  <a:uFillTx/>
                  <a:latin typeface="Calibri" charset="0"/>
                  <a:ea typeface="ＭＳ Ｐゴシック" charset="0"/>
                </a:rPr>
                <a:t>0.23</a:t>
              </a:r>
              <a:br>
                <a:rPr kumimoji="0" lang="fr-FR" sz="1400" b="0" i="0" u="none" strike="noStrike" kern="1200" cap="none" spc="0" normalizeH="0" baseline="0" noProof="0" dirty="0">
                  <a:ln>
                    <a:noFill/>
                  </a:ln>
                  <a:solidFill>
                    <a:srgbClr val="265374"/>
                  </a:solidFill>
                  <a:effectLst/>
                  <a:uLnTx/>
                  <a:uFillTx/>
                  <a:latin typeface="Calibri" charset="0"/>
                  <a:ea typeface="ＭＳ Ｐゴシック" charset="0"/>
                </a:rPr>
              </a:br>
              <a:r>
                <a:rPr kumimoji="0" lang="fr-FR" sz="1200" b="0" i="0" u="none" strike="noStrike" kern="1200" cap="none" spc="0" normalizeH="0" baseline="0" noProof="0" dirty="0">
                  <a:ln>
                    <a:noFill/>
                  </a:ln>
                  <a:solidFill>
                    <a:srgbClr val="265374"/>
                  </a:solidFill>
                  <a:effectLst/>
                  <a:uLnTx/>
                  <a:uFillTx/>
                  <a:latin typeface="Calibri" charset="0"/>
                  <a:ea typeface="ＭＳ Ｐゴシック" charset="0"/>
                </a:rPr>
                <a:t>(0.12-0.34)</a:t>
              </a:r>
            </a:p>
          </p:txBody>
        </p:sp>
        <p:sp>
          <p:nvSpPr>
            <p:cNvPr id="24" name="AutoShape 1080">
              <a:extLst>
                <a:ext uri="{FF2B5EF4-FFF2-40B4-BE49-F238E27FC236}">
                  <a16:creationId xmlns:a16="http://schemas.microsoft.com/office/drawing/2014/main" id="{924983A8-AA44-1FD3-48B5-86D8D8153D56}"/>
                </a:ext>
              </a:extLst>
            </p:cNvPr>
            <p:cNvSpPr>
              <a:spLocks noChangeArrowheads="1"/>
            </p:cNvSpPr>
            <p:nvPr/>
          </p:nvSpPr>
          <p:spPr bwMode="auto">
            <a:xfrm>
              <a:off x="5782438" y="2698787"/>
              <a:ext cx="583159" cy="3062469"/>
            </a:xfrm>
            <a:prstGeom prst="rect">
              <a:avLst/>
            </a:prstGeom>
            <a:solidFill>
              <a:srgbClr val="C1D82E"/>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it-IT" sz="2400" b="1"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grpSp>
          <p:nvGrpSpPr>
            <p:cNvPr id="25" name="Group 1081">
              <a:extLst>
                <a:ext uri="{FF2B5EF4-FFF2-40B4-BE49-F238E27FC236}">
                  <a16:creationId xmlns:a16="http://schemas.microsoft.com/office/drawing/2014/main" id="{0A7F1358-7B87-9970-717A-8F93E221842B}"/>
                </a:ext>
              </a:extLst>
            </p:cNvPr>
            <p:cNvGrpSpPr>
              <a:grpSpLocks/>
            </p:cNvGrpSpPr>
            <p:nvPr/>
          </p:nvGrpSpPr>
          <p:grpSpPr bwMode="auto">
            <a:xfrm>
              <a:off x="6015389" y="2120650"/>
              <a:ext cx="118821" cy="1202384"/>
              <a:chOff x="2836" y="1292"/>
              <a:chExt cx="76" cy="766"/>
            </a:xfrm>
          </p:grpSpPr>
          <p:sp>
            <p:nvSpPr>
              <p:cNvPr id="68" name="Line 1082">
                <a:extLst>
                  <a:ext uri="{FF2B5EF4-FFF2-40B4-BE49-F238E27FC236}">
                    <a16:creationId xmlns:a16="http://schemas.microsoft.com/office/drawing/2014/main" id="{49DA4D86-341F-6D6A-FA57-1333A35ABED4}"/>
                  </a:ext>
                </a:extLst>
              </p:cNvPr>
              <p:cNvSpPr>
                <a:spLocks noChangeShapeType="1"/>
              </p:cNvSpPr>
              <p:nvPr/>
            </p:nvSpPr>
            <p:spPr bwMode="auto">
              <a:xfrm>
                <a:off x="2874" y="1295"/>
                <a:ext cx="0" cy="760"/>
              </a:xfrm>
              <a:prstGeom prst="line">
                <a:avLst/>
              </a:prstGeom>
              <a:noFill/>
              <a:ln w="9525">
                <a:solidFill>
                  <a:srgbClr val="00196A"/>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it-IT" sz="1800" b="0"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sp>
            <p:nvSpPr>
              <p:cNvPr id="69" name="Line 1083">
                <a:extLst>
                  <a:ext uri="{FF2B5EF4-FFF2-40B4-BE49-F238E27FC236}">
                    <a16:creationId xmlns:a16="http://schemas.microsoft.com/office/drawing/2014/main" id="{F888E74E-3D23-615B-797F-6DAC6E6AE8BA}"/>
                  </a:ext>
                </a:extLst>
              </p:cNvPr>
              <p:cNvSpPr>
                <a:spLocks noChangeShapeType="1"/>
              </p:cNvSpPr>
              <p:nvPr/>
            </p:nvSpPr>
            <p:spPr bwMode="auto">
              <a:xfrm>
                <a:off x="2836" y="1292"/>
                <a:ext cx="76" cy="0"/>
              </a:xfrm>
              <a:prstGeom prst="line">
                <a:avLst/>
              </a:prstGeom>
              <a:noFill/>
              <a:ln w="9525">
                <a:solidFill>
                  <a:srgbClr val="00196A"/>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it-IT" sz="1800" b="0"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sp>
            <p:nvSpPr>
              <p:cNvPr id="70" name="Line 1084">
                <a:extLst>
                  <a:ext uri="{FF2B5EF4-FFF2-40B4-BE49-F238E27FC236}">
                    <a16:creationId xmlns:a16="http://schemas.microsoft.com/office/drawing/2014/main" id="{B807D5AC-DE74-E4F3-8D82-73B06C0D82EE}"/>
                  </a:ext>
                </a:extLst>
              </p:cNvPr>
              <p:cNvSpPr>
                <a:spLocks noChangeShapeType="1"/>
              </p:cNvSpPr>
              <p:nvPr/>
            </p:nvSpPr>
            <p:spPr bwMode="auto">
              <a:xfrm>
                <a:off x="2836" y="2058"/>
                <a:ext cx="76" cy="0"/>
              </a:xfrm>
              <a:prstGeom prst="line">
                <a:avLst/>
              </a:prstGeom>
              <a:noFill/>
              <a:ln w="9525">
                <a:solidFill>
                  <a:srgbClr val="00196A"/>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it-IT" sz="1800" b="0"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grpSp>
        <p:sp>
          <p:nvSpPr>
            <p:cNvPr id="26" name="Text Box 1085">
              <a:extLst>
                <a:ext uri="{FF2B5EF4-FFF2-40B4-BE49-F238E27FC236}">
                  <a16:creationId xmlns:a16="http://schemas.microsoft.com/office/drawing/2014/main" id="{48800C9E-33EA-BB4C-1BB8-A523AC146AA7}"/>
                </a:ext>
              </a:extLst>
            </p:cNvPr>
            <p:cNvSpPr txBox="1">
              <a:spLocks noChangeArrowheads="1"/>
            </p:cNvSpPr>
            <p:nvPr/>
          </p:nvSpPr>
          <p:spPr bwMode="auto">
            <a:xfrm>
              <a:off x="5727827" y="1667009"/>
              <a:ext cx="687689"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defTabSz="800100" eaLnBrk="0" hangingPunct="0">
                <a:defRPr sz="2400">
                  <a:solidFill>
                    <a:schemeClr val="tx1"/>
                  </a:solidFill>
                  <a:latin typeface="Arial" charset="0"/>
                  <a:ea typeface="ＭＳ Ｐゴシック" charset="0"/>
                  <a:cs typeface="ＭＳ Ｐゴシック" charset="0"/>
                </a:defRPr>
              </a:lvl1pPr>
              <a:lvl2pPr marL="742950" indent="-285750" defTabSz="800100" eaLnBrk="0" hangingPunct="0">
                <a:defRPr sz="2400">
                  <a:solidFill>
                    <a:schemeClr val="tx1"/>
                  </a:solidFill>
                  <a:latin typeface="Arial" charset="0"/>
                  <a:ea typeface="ＭＳ Ｐゴシック" charset="0"/>
                </a:defRPr>
              </a:lvl2pPr>
              <a:lvl3pPr marL="1143000" indent="-228600" defTabSz="800100" eaLnBrk="0" hangingPunct="0">
                <a:defRPr sz="2400">
                  <a:solidFill>
                    <a:schemeClr val="tx1"/>
                  </a:solidFill>
                  <a:latin typeface="Arial" charset="0"/>
                  <a:ea typeface="ＭＳ Ｐゴシック" charset="0"/>
                </a:defRPr>
              </a:lvl3pPr>
              <a:lvl4pPr marL="1600200" indent="-228600" defTabSz="800100" eaLnBrk="0" hangingPunct="0">
                <a:defRPr sz="2400">
                  <a:solidFill>
                    <a:schemeClr val="tx1"/>
                  </a:solidFill>
                  <a:latin typeface="Arial" charset="0"/>
                  <a:ea typeface="ＭＳ Ｐゴシック" charset="0"/>
                </a:defRPr>
              </a:lvl4pPr>
              <a:lvl5pPr marL="2057400" indent="-228600" defTabSz="800100" eaLnBrk="0" hangingPunct="0">
                <a:defRPr sz="2400">
                  <a:solidFill>
                    <a:schemeClr val="tx1"/>
                  </a:solidFill>
                  <a:latin typeface="Arial" charset="0"/>
                  <a:ea typeface="ＭＳ Ｐゴシック" charset="0"/>
                </a:defRPr>
              </a:lvl5pPr>
              <a:lvl6pPr marL="2514600" indent="-228600" defTabSz="800100"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800100"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800100"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8001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800100" rtl="0" eaLnBrk="0" fontAlgn="base" latinLnBrk="0" hangingPunct="0">
                <a:lnSpc>
                  <a:spcPct val="100000"/>
                </a:lnSpc>
                <a:spcBef>
                  <a:spcPct val="0"/>
                </a:spcBef>
                <a:spcAft>
                  <a:spcPct val="0"/>
                </a:spcAft>
                <a:buClrTx/>
                <a:buSzTx/>
                <a:buFontTx/>
                <a:buNone/>
                <a:tabLst/>
                <a:defRPr/>
              </a:pPr>
              <a:r>
                <a:rPr kumimoji="0" lang="fr-FR" sz="1400" b="1" i="0" u="none" strike="noStrike" kern="1200" cap="none" spc="0" normalizeH="0" baseline="0" noProof="0" dirty="0">
                  <a:ln>
                    <a:noFill/>
                  </a:ln>
                  <a:solidFill>
                    <a:srgbClr val="265374"/>
                  </a:solidFill>
                  <a:effectLst/>
                  <a:uLnTx/>
                  <a:uFillTx/>
                  <a:latin typeface="Calibri" charset="0"/>
                  <a:ea typeface="ＭＳ Ｐゴシック" charset="0"/>
                </a:rPr>
                <a:t>1.16</a:t>
              </a:r>
              <a:br>
                <a:rPr kumimoji="0" lang="fr-FR" sz="1200" b="0" i="0" u="none" strike="noStrike" kern="1200" cap="none" spc="0" normalizeH="0" baseline="0" noProof="0" dirty="0">
                  <a:ln>
                    <a:noFill/>
                  </a:ln>
                  <a:solidFill>
                    <a:srgbClr val="265374"/>
                  </a:solidFill>
                  <a:effectLst/>
                  <a:uLnTx/>
                  <a:uFillTx/>
                  <a:latin typeface="Calibri" charset="0"/>
                  <a:ea typeface="ＭＳ Ｐゴシック" charset="0"/>
                </a:rPr>
              </a:br>
              <a:r>
                <a:rPr kumimoji="0" lang="fr-FR" sz="1200" b="0" i="0" u="none" strike="noStrike" kern="1200" cap="none" spc="0" normalizeH="0" baseline="0" noProof="0" dirty="0">
                  <a:ln>
                    <a:noFill/>
                  </a:ln>
                  <a:solidFill>
                    <a:srgbClr val="265374"/>
                  </a:solidFill>
                  <a:effectLst/>
                  <a:uLnTx/>
                  <a:uFillTx/>
                  <a:latin typeface="Calibri" charset="0"/>
                  <a:ea typeface="ＭＳ Ｐゴシック" charset="0"/>
                </a:rPr>
                <a:t>(0.93-1.39)</a:t>
              </a:r>
            </a:p>
          </p:txBody>
        </p:sp>
        <p:sp>
          <p:nvSpPr>
            <p:cNvPr id="27" name="AutoShape 1086">
              <a:extLst>
                <a:ext uri="{FF2B5EF4-FFF2-40B4-BE49-F238E27FC236}">
                  <a16:creationId xmlns:a16="http://schemas.microsoft.com/office/drawing/2014/main" id="{8D00FC75-5642-5E10-B21F-3900B917A706}"/>
                </a:ext>
              </a:extLst>
            </p:cNvPr>
            <p:cNvSpPr>
              <a:spLocks noChangeArrowheads="1"/>
            </p:cNvSpPr>
            <p:nvPr/>
          </p:nvSpPr>
          <p:spPr bwMode="auto">
            <a:xfrm>
              <a:off x="6489108" y="5216573"/>
              <a:ext cx="583159" cy="544683"/>
            </a:xfrm>
            <a:prstGeom prst="rect">
              <a:avLst/>
            </a:prstGeom>
            <a:solidFill>
              <a:srgbClr val="EC736A"/>
            </a:solidFill>
            <a:ln>
              <a:noFill/>
            </a:ln>
            <a:extLst>
              <a:ext uri="{91240B29-F687-4f45-9708-019B960494DF}">
                <a14:hiddenLine xmlns="" xmlns:a14="http://schemas.microsoft.com/office/drawing/2010/main" w="19050">
                  <a:solidFill>
                    <a:srgbClr val="000000"/>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it-IT" sz="2400" b="1"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grpSp>
          <p:nvGrpSpPr>
            <p:cNvPr id="28" name="Group 1087">
              <a:extLst>
                <a:ext uri="{FF2B5EF4-FFF2-40B4-BE49-F238E27FC236}">
                  <a16:creationId xmlns:a16="http://schemas.microsoft.com/office/drawing/2014/main" id="{F6900531-8416-DB33-54B1-9A285EE02600}"/>
                </a:ext>
              </a:extLst>
            </p:cNvPr>
            <p:cNvGrpSpPr>
              <a:grpSpLocks/>
            </p:cNvGrpSpPr>
            <p:nvPr/>
          </p:nvGrpSpPr>
          <p:grpSpPr bwMode="auto">
            <a:xfrm>
              <a:off x="6720495" y="5059113"/>
              <a:ext cx="118821" cy="326496"/>
              <a:chOff x="4768" y="1739"/>
              <a:chExt cx="76" cy="351"/>
            </a:xfrm>
          </p:grpSpPr>
          <p:sp>
            <p:nvSpPr>
              <p:cNvPr id="65" name="Line 1088">
                <a:extLst>
                  <a:ext uri="{FF2B5EF4-FFF2-40B4-BE49-F238E27FC236}">
                    <a16:creationId xmlns:a16="http://schemas.microsoft.com/office/drawing/2014/main" id="{872F8276-D8F5-40F0-E9E7-837F6A9CF0E5}"/>
                  </a:ext>
                </a:extLst>
              </p:cNvPr>
              <p:cNvSpPr>
                <a:spLocks noChangeShapeType="1"/>
              </p:cNvSpPr>
              <p:nvPr/>
            </p:nvSpPr>
            <p:spPr bwMode="auto">
              <a:xfrm>
                <a:off x="4806" y="1746"/>
                <a:ext cx="0" cy="342"/>
              </a:xfrm>
              <a:prstGeom prst="line">
                <a:avLst/>
              </a:prstGeom>
              <a:noFill/>
              <a:ln w="9525">
                <a:solidFill>
                  <a:srgbClr val="00196A"/>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it-IT" sz="1800" b="0"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sp>
            <p:nvSpPr>
              <p:cNvPr id="66" name="Line 1089">
                <a:extLst>
                  <a:ext uri="{FF2B5EF4-FFF2-40B4-BE49-F238E27FC236}">
                    <a16:creationId xmlns:a16="http://schemas.microsoft.com/office/drawing/2014/main" id="{EF14137A-525B-D621-58AC-884F3C85BABD}"/>
                  </a:ext>
                </a:extLst>
              </p:cNvPr>
              <p:cNvSpPr>
                <a:spLocks noChangeShapeType="1"/>
              </p:cNvSpPr>
              <p:nvPr/>
            </p:nvSpPr>
            <p:spPr bwMode="auto">
              <a:xfrm>
                <a:off x="4768" y="1739"/>
                <a:ext cx="76" cy="0"/>
              </a:xfrm>
              <a:prstGeom prst="line">
                <a:avLst/>
              </a:prstGeom>
              <a:noFill/>
              <a:ln w="9525">
                <a:solidFill>
                  <a:srgbClr val="00196A"/>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it-IT" sz="1800" b="0"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sp>
            <p:nvSpPr>
              <p:cNvPr id="67" name="Line 1090">
                <a:extLst>
                  <a:ext uri="{FF2B5EF4-FFF2-40B4-BE49-F238E27FC236}">
                    <a16:creationId xmlns:a16="http://schemas.microsoft.com/office/drawing/2014/main" id="{A938DC06-0F34-AAC1-A12F-7C367E48A62C}"/>
                  </a:ext>
                </a:extLst>
              </p:cNvPr>
              <p:cNvSpPr>
                <a:spLocks noChangeShapeType="1"/>
              </p:cNvSpPr>
              <p:nvPr/>
            </p:nvSpPr>
            <p:spPr bwMode="auto">
              <a:xfrm>
                <a:off x="4768" y="2090"/>
                <a:ext cx="76" cy="0"/>
              </a:xfrm>
              <a:prstGeom prst="line">
                <a:avLst/>
              </a:prstGeom>
              <a:noFill/>
              <a:ln w="9525">
                <a:solidFill>
                  <a:srgbClr val="00196A"/>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it-IT" sz="1800" b="0"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grpSp>
        <p:sp>
          <p:nvSpPr>
            <p:cNvPr id="29" name="Text Box 1091">
              <a:extLst>
                <a:ext uri="{FF2B5EF4-FFF2-40B4-BE49-F238E27FC236}">
                  <a16:creationId xmlns:a16="http://schemas.microsoft.com/office/drawing/2014/main" id="{F3FD7CBB-B04C-3F07-3455-D930C7C0F3CC}"/>
                </a:ext>
              </a:extLst>
            </p:cNvPr>
            <p:cNvSpPr txBox="1">
              <a:spLocks noChangeArrowheads="1"/>
            </p:cNvSpPr>
            <p:nvPr/>
          </p:nvSpPr>
          <p:spPr bwMode="auto">
            <a:xfrm>
              <a:off x="6457949" y="4611751"/>
              <a:ext cx="687689"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defTabSz="800100" eaLnBrk="0" hangingPunct="0">
                <a:defRPr sz="2400">
                  <a:solidFill>
                    <a:schemeClr val="tx1"/>
                  </a:solidFill>
                  <a:latin typeface="Arial" charset="0"/>
                  <a:ea typeface="ＭＳ Ｐゴシック" charset="0"/>
                  <a:cs typeface="ＭＳ Ｐゴシック" charset="0"/>
                </a:defRPr>
              </a:lvl1pPr>
              <a:lvl2pPr marL="742950" indent="-285750" defTabSz="800100" eaLnBrk="0" hangingPunct="0">
                <a:defRPr sz="2400">
                  <a:solidFill>
                    <a:schemeClr val="tx1"/>
                  </a:solidFill>
                  <a:latin typeface="Arial" charset="0"/>
                  <a:ea typeface="ＭＳ Ｐゴシック" charset="0"/>
                </a:defRPr>
              </a:lvl2pPr>
              <a:lvl3pPr marL="1143000" indent="-228600" defTabSz="800100" eaLnBrk="0" hangingPunct="0">
                <a:defRPr sz="2400">
                  <a:solidFill>
                    <a:schemeClr val="tx1"/>
                  </a:solidFill>
                  <a:latin typeface="Arial" charset="0"/>
                  <a:ea typeface="ＭＳ Ｐゴシック" charset="0"/>
                </a:defRPr>
              </a:lvl3pPr>
              <a:lvl4pPr marL="1600200" indent="-228600" defTabSz="800100" eaLnBrk="0" hangingPunct="0">
                <a:defRPr sz="2400">
                  <a:solidFill>
                    <a:schemeClr val="tx1"/>
                  </a:solidFill>
                  <a:latin typeface="Arial" charset="0"/>
                  <a:ea typeface="ＭＳ Ｐゴシック" charset="0"/>
                </a:defRPr>
              </a:lvl4pPr>
              <a:lvl5pPr marL="2057400" indent="-228600" defTabSz="800100" eaLnBrk="0" hangingPunct="0">
                <a:defRPr sz="2400">
                  <a:solidFill>
                    <a:schemeClr val="tx1"/>
                  </a:solidFill>
                  <a:latin typeface="Arial" charset="0"/>
                  <a:ea typeface="ＭＳ Ｐゴシック" charset="0"/>
                </a:defRPr>
              </a:lvl5pPr>
              <a:lvl6pPr marL="2514600" indent="-228600" defTabSz="800100"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800100"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800100"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8001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800100" rtl="0" eaLnBrk="0" fontAlgn="base" latinLnBrk="0" hangingPunct="0">
                <a:lnSpc>
                  <a:spcPct val="100000"/>
                </a:lnSpc>
                <a:spcBef>
                  <a:spcPct val="0"/>
                </a:spcBef>
                <a:spcAft>
                  <a:spcPct val="0"/>
                </a:spcAft>
                <a:buClrTx/>
                <a:buSzTx/>
                <a:buFontTx/>
                <a:buNone/>
                <a:tabLst/>
                <a:defRPr/>
              </a:pPr>
              <a:r>
                <a:rPr kumimoji="0" lang="fr-FR" sz="1400" b="1" i="0" u="none" strike="noStrike" kern="1200" cap="none" spc="0" normalizeH="0" baseline="0" noProof="0" dirty="0">
                  <a:ln>
                    <a:noFill/>
                  </a:ln>
                  <a:solidFill>
                    <a:srgbClr val="265374"/>
                  </a:solidFill>
                  <a:effectLst/>
                  <a:uLnTx/>
                  <a:uFillTx/>
                  <a:latin typeface="Calibri" charset="0"/>
                  <a:ea typeface="ＭＳ Ｐゴシック" charset="0"/>
                </a:rPr>
                <a:t>0.20</a:t>
              </a:r>
              <a:br>
                <a:rPr kumimoji="0" lang="fr-FR" sz="1200" b="0" i="0" u="none" strike="noStrike" kern="1200" cap="none" spc="0" normalizeH="0" baseline="0" noProof="0" dirty="0">
                  <a:ln>
                    <a:noFill/>
                  </a:ln>
                  <a:solidFill>
                    <a:srgbClr val="265374"/>
                  </a:solidFill>
                  <a:effectLst/>
                  <a:uLnTx/>
                  <a:uFillTx/>
                  <a:latin typeface="Calibri" charset="0"/>
                  <a:ea typeface="ＭＳ Ｐゴシック" charset="0"/>
                </a:rPr>
              </a:br>
              <a:r>
                <a:rPr kumimoji="0" lang="fr-FR" sz="1200" b="0" i="0" u="none" strike="noStrike" kern="1200" cap="none" spc="0" normalizeH="0" baseline="0" noProof="0" dirty="0">
                  <a:ln>
                    <a:noFill/>
                  </a:ln>
                  <a:solidFill>
                    <a:srgbClr val="265374"/>
                  </a:solidFill>
                  <a:effectLst/>
                  <a:uLnTx/>
                  <a:uFillTx/>
                  <a:latin typeface="Calibri" charset="0"/>
                  <a:ea typeface="ＭＳ Ｐゴシック" charset="0"/>
                </a:rPr>
                <a:t>(0.14-0.26)</a:t>
              </a:r>
            </a:p>
          </p:txBody>
        </p:sp>
        <p:sp>
          <p:nvSpPr>
            <p:cNvPr id="30" name="AutoShape 1092">
              <a:extLst>
                <a:ext uri="{FF2B5EF4-FFF2-40B4-BE49-F238E27FC236}">
                  <a16:creationId xmlns:a16="http://schemas.microsoft.com/office/drawing/2014/main" id="{E8CF4EE9-475E-38B3-28C9-DB04EB5DEFFE}"/>
                </a:ext>
              </a:extLst>
            </p:cNvPr>
            <p:cNvSpPr>
              <a:spLocks noChangeArrowheads="1"/>
            </p:cNvSpPr>
            <p:nvPr/>
          </p:nvSpPr>
          <p:spPr bwMode="auto">
            <a:xfrm>
              <a:off x="7352121" y="3433403"/>
              <a:ext cx="583159" cy="2327853"/>
            </a:xfrm>
            <a:prstGeom prst="rect">
              <a:avLst/>
            </a:prstGeom>
            <a:solidFill>
              <a:srgbClr val="C1D82E"/>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it-IT" sz="2400" b="1"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grpSp>
          <p:nvGrpSpPr>
            <p:cNvPr id="31" name="Group 1093">
              <a:extLst>
                <a:ext uri="{FF2B5EF4-FFF2-40B4-BE49-F238E27FC236}">
                  <a16:creationId xmlns:a16="http://schemas.microsoft.com/office/drawing/2014/main" id="{7C67CBC1-F7A4-CE9E-EFDC-FDE06CB081A7}"/>
                </a:ext>
              </a:extLst>
            </p:cNvPr>
            <p:cNvGrpSpPr>
              <a:grpSpLocks/>
            </p:cNvGrpSpPr>
            <p:nvPr/>
          </p:nvGrpSpPr>
          <p:grpSpPr bwMode="auto">
            <a:xfrm>
              <a:off x="7585072" y="2889799"/>
              <a:ext cx="118821" cy="1061112"/>
              <a:chOff x="3744" y="1782"/>
              <a:chExt cx="76" cy="676"/>
            </a:xfrm>
          </p:grpSpPr>
          <p:sp>
            <p:nvSpPr>
              <p:cNvPr id="62" name="Line 1094">
                <a:extLst>
                  <a:ext uri="{FF2B5EF4-FFF2-40B4-BE49-F238E27FC236}">
                    <a16:creationId xmlns:a16="http://schemas.microsoft.com/office/drawing/2014/main" id="{6D2C47F4-3DC8-DA47-3041-929AC44EBA9E}"/>
                  </a:ext>
                </a:extLst>
              </p:cNvPr>
              <p:cNvSpPr>
                <a:spLocks noChangeShapeType="1"/>
              </p:cNvSpPr>
              <p:nvPr/>
            </p:nvSpPr>
            <p:spPr bwMode="auto">
              <a:xfrm>
                <a:off x="3782" y="1784"/>
                <a:ext cx="0" cy="673"/>
              </a:xfrm>
              <a:prstGeom prst="line">
                <a:avLst/>
              </a:prstGeom>
              <a:noFill/>
              <a:ln w="9525">
                <a:solidFill>
                  <a:srgbClr val="00196A"/>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it-IT" sz="1800" b="0"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sp>
            <p:nvSpPr>
              <p:cNvPr id="63" name="Line 1095">
                <a:extLst>
                  <a:ext uri="{FF2B5EF4-FFF2-40B4-BE49-F238E27FC236}">
                    <a16:creationId xmlns:a16="http://schemas.microsoft.com/office/drawing/2014/main" id="{97135139-E98C-BA7A-8A87-56ABB86E65C5}"/>
                  </a:ext>
                </a:extLst>
              </p:cNvPr>
              <p:cNvSpPr>
                <a:spLocks noChangeShapeType="1"/>
              </p:cNvSpPr>
              <p:nvPr/>
            </p:nvSpPr>
            <p:spPr bwMode="auto">
              <a:xfrm>
                <a:off x="3744" y="1782"/>
                <a:ext cx="76" cy="0"/>
              </a:xfrm>
              <a:prstGeom prst="line">
                <a:avLst/>
              </a:prstGeom>
              <a:noFill/>
              <a:ln w="9525">
                <a:solidFill>
                  <a:srgbClr val="00196A"/>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it-IT" sz="1800" b="0"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sp>
            <p:nvSpPr>
              <p:cNvPr id="64" name="Line 1096">
                <a:extLst>
                  <a:ext uri="{FF2B5EF4-FFF2-40B4-BE49-F238E27FC236}">
                    <a16:creationId xmlns:a16="http://schemas.microsoft.com/office/drawing/2014/main" id="{21C9D561-5915-6732-3F07-FB0525FAF502}"/>
                  </a:ext>
                </a:extLst>
              </p:cNvPr>
              <p:cNvSpPr>
                <a:spLocks noChangeShapeType="1"/>
              </p:cNvSpPr>
              <p:nvPr/>
            </p:nvSpPr>
            <p:spPr bwMode="auto">
              <a:xfrm>
                <a:off x="3744" y="2458"/>
                <a:ext cx="76" cy="0"/>
              </a:xfrm>
              <a:prstGeom prst="line">
                <a:avLst/>
              </a:prstGeom>
              <a:noFill/>
              <a:ln w="9525">
                <a:solidFill>
                  <a:srgbClr val="00196A"/>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it-IT" sz="1800" b="0"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grpSp>
        <p:sp>
          <p:nvSpPr>
            <p:cNvPr id="32" name="Text Box 1097">
              <a:extLst>
                <a:ext uri="{FF2B5EF4-FFF2-40B4-BE49-F238E27FC236}">
                  <a16:creationId xmlns:a16="http://schemas.microsoft.com/office/drawing/2014/main" id="{4C9B4796-CC35-F102-FF17-03D25BC41DC0}"/>
                </a:ext>
              </a:extLst>
            </p:cNvPr>
            <p:cNvSpPr txBox="1">
              <a:spLocks noChangeArrowheads="1"/>
            </p:cNvSpPr>
            <p:nvPr/>
          </p:nvSpPr>
          <p:spPr bwMode="auto">
            <a:xfrm>
              <a:off x="7297511" y="2414182"/>
              <a:ext cx="687689"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defTabSz="800100" eaLnBrk="0" hangingPunct="0">
                <a:defRPr sz="2400">
                  <a:solidFill>
                    <a:schemeClr val="tx1"/>
                  </a:solidFill>
                  <a:latin typeface="Arial" charset="0"/>
                  <a:ea typeface="ＭＳ Ｐゴシック" charset="0"/>
                  <a:cs typeface="ＭＳ Ｐゴシック" charset="0"/>
                </a:defRPr>
              </a:lvl1pPr>
              <a:lvl2pPr marL="742950" indent="-285750" defTabSz="800100" eaLnBrk="0" hangingPunct="0">
                <a:defRPr sz="2400">
                  <a:solidFill>
                    <a:schemeClr val="tx1"/>
                  </a:solidFill>
                  <a:latin typeface="Arial" charset="0"/>
                  <a:ea typeface="ＭＳ Ｐゴシック" charset="0"/>
                </a:defRPr>
              </a:lvl2pPr>
              <a:lvl3pPr marL="1143000" indent="-228600" defTabSz="800100" eaLnBrk="0" hangingPunct="0">
                <a:defRPr sz="2400">
                  <a:solidFill>
                    <a:schemeClr val="tx1"/>
                  </a:solidFill>
                  <a:latin typeface="Arial" charset="0"/>
                  <a:ea typeface="ＭＳ Ｐゴシック" charset="0"/>
                </a:defRPr>
              </a:lvl3pPr>
              <a:lvl4pPr marL="1600200" indent="-228600" defTabSz="800100" eaLnBrk="0" hangingPunct="0">
                <a:defRPr sz="2400">
                  <a:solidFill>
                    <a:schemeClr val="tx1"/>
                  </a:solidFill>
                  <a:latin typeface="Arial" charset="0"/>
                  <a:ea typeface="ＭＳ Ｐゴシック" charset="0"/>
                </a:defRPr>
              </a:lvl4pPr>
              <a:lvl5pPr marL="2057400" indent="-228600" defTabSz="800100" eaLnBrk="0" hangingPunct="0">
                <a:defRPr sz="2400">
                  <a:solidFill>
                    <a:schemeClr val="tx1"/>
                  </a:solidFill>
                  <a:latin typeface="Arial" charset="0"/>
                  <a:ea typeface="ＭＳ Ｐゴシック" charset="0"/>
                </a:defRPr>
              </a:lvl5pPr>
              <a:lvl6pPr marL="2514600" indent="-228600" defTabSz="800100"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800100"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800100"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8001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800100" rtl="0" eaLnBrk="0" fontAlgn="base" latinLnBrk="0" hangingPunct="0">
                <a:lnSpc>
                  <a:spcPct val="100000"/>
                </a:lnSpc>
                <a:spcBef>
                  <a:spcPct val="0"/>
                </a:spcBef>
                <a:spcAft>
                  <a:spcPct val="0"/>
                </a:spcAft>
                <a:buClrTx/>
                <a:buSzTx/>
                <a:buFontTx/>
                <a:buNone/>
                <a:tabLst/>
                <a:defRPr/>
              </a:pPr>
              <a:r>
                <a:rPr kumimoji="0" lang="fr-FR" sz="1400" b="1" i="0" u="none" strike="noStrike" kern="1200" cap="none" spc="0" normalizeH="0" baseline="0" noProof="0" dirty="0">
                  <a:ln>
                    <a:noFill/>
                  </a:ln>
                  <a:solidFill>
                    <a:srgbClr val="265374"/>
                  </a:solidFill>
                  <a:effectLst/>
                  <a:uLnTx/>
                  <a:uFillTx/>
                  <a:latin typeface="Calibri" charset="0"/>
                  <a:ea typeface="ＭＳ Ｐゴシック" charset="0"/>
                </a:rPr>
                <a:t>0.89</a:t>
              </a:r>
              <a:br>
                <a:rPr kumimoji="0" lang="fr-FR" sz="1400" b="0" i="0" u="none" strike="noStrike" kern="1200" cap="none" spc="0" normalizeH="0" baseline="0" noProof="0" dirty="0">
                  <a:ln>
                    <a:noFill/>
                  </a:ln>
                  <a:solidFill>
                    <a:srgbClr val="265374"/>
                  </a:solidFill>
                  <a:effectLst/>
                  <a:uLnTx/>
                  <a:uFillTx/>
                  <a:latin typeface="Calibri" charset="0"/>
                  <a:ea typeface="ＭＳ Ｐゴシック" charset="0"/>
                </a:rPr>
              </a:br>
              <a:r>
                <a:rPr kumimoji="0" lang="fr-FR" sz="1200" b="0" i="0" u="none" strike="noStrike" kern="1200" cap="none" spc="0" normalizeH="0" baseline="0" noProof="0" dirty="0">
                  <a:ln>
                    <a:noFill/>
                  </a:ln>
                  <a:solidFill>
                    <a:srgbClr val="265374"/>
                  </a:solidFill>
                  <a:effectLst/>
                  <a:uLnTx/>
                  <a:uFillTx/>
                  <a:latin typeface="Calibri" charset="0"/>
                  <a:ea typeface="ＭＳ Ｐゴシック" charset="0"/>
                </a:rPr>
                <a:t>(0.69-1.09)</a:t>
              </a:r>
            </a:p>
          </p:txBody>
        </p:sp>
        <p:sp>
          <p:nvSpPr>
            <p:cNvPr id="33" name="AutoShape 1098">
              <a:extLst>
                <a:ext uri="{FF2B5EF4-FFF2-40B4-BE49-F238E27FC236}">
                  <a16:creationId xmlns:a16="http://schemas.microsoft.com/office/drawing/2014/main" id="{6784DCA3-E34F-5460-9361-F0E1A9580815}"/>
                </a:ext>
              </a:extLst>
            </p:cNvPr>
            <p:cNvSpPr>
              <a:spLocks noChangeArrowheads="1"/>
            </p:cNvSpPr>
            <p:nvPr/>
          </p:nvSpPr>
          <p:spPr bwMode="auto">
            <a:xfrm>
              <a:off x="8060354" y="4780199"/>
              <a:ext cx="583159" cy="981057"/>
            </a:xfrm>
            <a:prstGeom prst="rect">
              <a:avLst/>
            </a:prstGeom>
            <a:solidFill>
              <a:srgbClr val="EC736A"/>
            </a:solidFill>
            <a:ln>
              <a:noFill/>
            </a:ln>
            <a:extLst>
              <a:ext uri="{91240B29-F687-4f45-9708-019B960494DF}">
                <a14:hiddenLine xmlns="" xmlns:a14="http://schemas.microsoft.com/office/drawing/2010/main" w="19050">
                  <a:solidFill>
                    <a:srgbClr val="000000"/>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it-IT" sz="2400" b="1"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grpSp>
          <p:nvGrpSpPr>
            <p:cNvPr id="34" name="Group 1099">
              <a:extLst>
                <a:ext uri="{FF2B5EF4-FFF2-40B4-BE49-F238E27FC236}">
                  <a16:creationId xmlns:a16="http://schemas.microsoft.com/office/drawing/2014/main" id="{D4EAE018-0442-01A2-4A6C-A56EF0424D50}"/>
                </a:ext>
              </a:extLst>
            </p:cNvPr>
            <p:cNvGrpSpPr>
              <a:grpSpLocks/>
            </p:cNvGrpSpPr>
            <p:nvPr/>
          </p:nvGrpSpPr>
          <p:grpSpPr bwMode="auto">
            <a:xfrm>
              <a:off x="8291742" y="4559952"/>
              <a:ext cx="118821" cy="442653"/>
              <a:chOff x="4768" y="1743"/>
              <a:chExt cx="76" cy="347"/>
            </a:xfrm>
          </p:grpSpPr>
          <p:sp>
            <p:nvSpPr>
              <p:cNvPr id="59" name="Line 1100">
                <a:extLst>
                  <a:ext uri="{FF2B5EF4-FFF2-40B4-BE49-F238E27FC236}">
                    <a16:creationId xmlns:a16="http://schemas.microsoft.com/office/drawing/2014/main" id="{1F4CFBB3-4B70-32C3-BE52-7BC69F6D6231}"/>
                  </a:ext>
                </a:extLst>
              </p:cNvPr>
              <p:cNvSpPr>
                <a:spLocks noChangeShapeType="1"/>
              </p:cNvSpPr>
              <p:nvPr/>
            </p:nvSpPr>
            <p:spPr bwMode="auto">
              <a:xfrm>
                <a:off x="4806" y="1746"/>
                <a:ext cx="0" cy="343"/>
              </a:xfrm>
              <a:prstGeom prst="line">
                <a:avLst/>
              </a:prstGeom>
              <a:noFill/>
              <a:ln w="9525">
                <a:solidFill>
                  <a:srgbClr val="00196A"/>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it-IT" sz="1800" b="0"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sp>
            <p:nvSpPr>
              <p:cNvPr id="60" name="Line 1101">
                <a:extLst>
                  <a:ext uri="{FF2B5EF4-FFF2-40B4-BE49-F238E27FC236}">
                    <a16:creationId xmlns:a16="http://schemas.microsoft.com/office/drawing/2014/main" id="{757AB47A-D41D-19D5-1E8E-1EA4D14AADBA}"/>
                  </a:ext>
                </a:extLst>
              </p:cNvPr>
              <p:cNvSpPr>
                <a:spLocks noChangeShapeType="1"/>
              </p:cNvSpPr>
              <p:nvPr/>
            </p:nvSpPr>
            <p:spPr bwMode="auto">
              <a:xfrm>
                <a:off x="4768" y="1743"/>
                <a:ext cx="76" cy="0"/>
              </a:xfrm>
              <a:prstGeom prst="line">
                <a:avLst/>
              </a:prstGeom>
              <a:noFill/>
              <a:ln w="9525">
                <a:solidFill>
                  <a:srgbClr val="00196A"/>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it-IT" sz="1800" b="0"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sp>
            <p:nvSpPr>
              <p:cNvPr id="61" name="Line 1102">
                <a:extLst>
                  <a:ext uri="{FF2B5EF4-FFF2-40B4-BE49-F238E27FC236}">
                    <a16:creationId xmlns:a16="http://schemas.microsoft.com/office/drawing/2014/main" id="{EC5D0154-D30D-4235-4AC9-C2DACEEA30A3}"/>
                  </a:ext>
                </a:extLst>
              </p:cNvPr>
              <p:cNvSpPr>
                <a:spLocks noChangeShapeType="1"/>
              </p:cNvSpPr>
              <p:nvPr/>
            </p:nvSpPr>
            <p:spPr bwMode="auto">
              <a:xfrm>
                <a:off x="4768" y="2090"/>
                <a:ext cx="76" cy="0"/>
              </a:xfrm>
              <a:prstGeom prst="line">
                <a:avLst/>
              </a:prstGeom>
              <a:noFill/>
              <a:ln w="9525">
                <a:solidFill>
                  <a:srgbClr val="00196A"/>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it-IT" sz="1800" b="0"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grpSp>
        <p:sp>
          <p:nvSpPr>
            <p:cNvPr id="35" name="Text Box 1103">
              <a:extLst>
                <a:ext uri="{FF2B5EF4-FFF2-40B4-BE49-F238E27FC236}">
                  <a16:creationId xmlns:a16="http://schemas.microsoft.com/office/drawing/2014/main" id="{BDF1A637-B958-9543-6C45-0125E8069DD2}"/>
                </a:ext>
              </a:extLst>
            </p:cNvPr>
            <p:cNvSpPr txBox="1">
              <a:spLocks noChangeArrowheads="1"/>
            </p:cNvSpPr>
            <p:nvPr/>
          </p:nvSpPr>
          <p:spPr bwMode="auto">
            <a:xfrm>
              <a:off x="8029196" y="4109449"/>
              <a:ext cx="687689"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defTabSz="800100" eaLnBrk="0" hangingPunct="0">
                <a:defRPr sz="2400">
                  <a:solidFill>
                    <a:schemeClr val="tx1"/>
                  </a:solidFill>
                  <a:latin typeface="Arial" charset="0"/>
                  <a:ea typeface="ＭＳ Ｐゴシック" charset="0"/>
                  <a:cs typeface="ＭＳ Ｐゴシック" charset="0"/>
                </a:defRPr>
              </a:lvl1pPr>
              <a:lvl2pPr marL="742950" indent="-285750" defTabSz="800100" eaLnBrk="0" hangingPunct="0">
                <a:defRPr sz="2400">
                  <a:solidFill>
                    <a:schemeClr val="tx1"/>
                  </a:solidFill>
                  <a:latin typeface="Arial" charset="0"/>
                  <a:ea typeface="ＭＳ Ｐゴシック" charset="0"/>
                </a:defRPr>
              </a:lvl2pPr>
              <a:lvl3pPr marL="1143000" indent="-228600" defTabSz="800100" eaLnBrk="0" hangingPunct="0">
                <a:defRPr sz="2400">
                  <a:solidFill>
                    <a:schemeClr val="tx1"/>
                  </a:solidFill>
                  <a:latin typeface="Arial" charset="0"/>
                  <a:ea typeface="ＭＳ Ｐゴシック" charset="0"/>
                </a:defRPr>
              </a:lvl3pPr>
              <a:lvl4pPr marL="1600200" indent="-228600" defTabSz="800100" eaLnBrk="0" hangingPunct="0">
                <a:defRPr sz="2400">
                  <a:solidFill>
                    <a:schemeClr val="tx1"/>
                  </a:solidFill>
                  <a:latin typeface="Arial" charset="0"/>
                  <a:ea typeface="ＭＳ Ｐゴシック" charset="0"/>
                </a:defRPr>
              </a:lvl4pPr>
              <a:lvl5pPr marL="2057400" indent="-228600" defTabSz="800100" eaLnBrk="0" hangingPunct="0">
                <a:defRPr sz="2400">
                  <a:solidFill>
                    <a:schemeClr val="tx1"/>
                  </a:solidFill>
                  <a:latin typeface="Arial" charset="0"/>
                  <a:ea typeface="ＭＳ Ｐゴシック" charset="0"/>
                </a:defRPr>
              </a:lvl5pPr>
              <a:lvl6pPr marL="2514600" indent="-228600" defTabSz="800100"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800100"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800100"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8001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800100" rtl="0" eaLnBrk="0" fontAlgn="base" latinLnBrk="0" hangingPunct="0">
                <a:lnSpc>
                  <a:spcPct val="100000"/>
                </a:lnSpc>
                <a:spcBef>
                  <a:spcPct val="0"/>
                </a:spcBef>
                <a:spcAft>
                  <a:spcPct val="0"/>
                </a:spcAft>
                <a:buClrTx/>
                <a:buSzTx/>
                <a:buFontTx/>
                <a:buNone/>
                <a:tabLst/>
                <a:defRPr/>
              </a:pPr>
              <a:r>
                <a:rPr kumimoji="0" lang="fr-FR" sz="1400" b="1" i="0" u="none" strike="noStrike" kern="1200" cap="none" spc="0" normalizeH="0" baseline="0" noProof="0" dirty="0">
                  <a:ln>
                    <a:noFill/>
                  </a:ln>
                  <a:solidFill>
                    <a:srgbClr val="265374"/>
                  </a:solidFill>
                  <a:effectLst/>
                  <a:uLnTx/>
                  <a:uFillTx/>
                  <a:latin typeface="Calibri" charset="0"/>
                  <a:ea typeface="ＭＳ Ｐゴシック" charset="0"/>
                </a:rPr>
                <a:t>0.37</a:t>
              </a:r>
              <a:br>
                <a:rPr kumimoji="0" lang="fr-FR" sz="1200" b="0" i="0" u="none" strike="noStrike" kern="1200" cap="none" spc="0" normalizeH="0" baseline="0" noProof="0" dirty="0">
                  <a:ln>
                    <a:noFill/>
                  </a:ln>
                  <a:solidFill>
                    <a:srgbClr val="265374"/>
                  </a:solidFill>
                  <a:effectLst/>
                  <a:uLnTx/>
                  <a:uFillTx/>
                  <a:latin typeface="Calibri" charset="0"/>
                  <a:ea typeface="ＭＳ Ｐゴシック" charset="0"/>
                </a:rPr>
              </a:br>
              <a:r>
                <a:rPr kumimoji="0" lang="fr-FR" sz="1200" b="0" i="0" u="none" strike="noStrike" kern="1200" cap="none" spc="0" normalizeH="0" baseline="0" noProof="0" dirty="0">
                  <a:ln>
                    <a:noFill/>
                  </a:ln>
                  <a:solidFill>
                    <a:srgbClr val="265374"/>
                  </a:solidFill>
                  <a:effectLst/>
                  <a:uLnTx/>
                  <a:uFillTx/>
                  <a:latin typeface="Calibri" charset="0"/>
                  <a:ea typeface="ＭＳ Ｐゴシック" charset="0"/>
                </a:rPr>
                <a:t>(0.29-0.45)</a:t>
              </a:r>
            </a:p>
          </p:txBody>
        </p:sp>
        <p:sp>
          <p:nvSpPr>
            <p:cNvPr id="36" name="AutoShape 1104">
              <a:extLst>
                <a:ext uri="{FF2B5EF4-FFF2-40B4-BE49-F238E27FC236}">
                  <a16:creationId xmlns:a16="http://schemas.microsoft.com/office/drawing/2014/main" id="{F8CC4034-B730-3FBC-F859-87A6D168CA66}"/>
                </a:ext>
              </a:extLst>
            </p:cNvPr>
            <p:cNvSpPr>
              <a:spLocks noChangeArrowheads="1"/>
            </p:cNvSpPr>
            <p:nvPr/>
          </p:nvSpPr>
          <p:spPr bwMode="auto">
            <a:xfrm>
              <a:off x="8923368" y="3106907"/>
              <a:ext cx="583159" cy="2654349"/>
            </a:xfrm>
            <a:prstGeom prst="rect">
              <a:avLst/>
            </a:prstGeom>
            <a:solidFill>
              <a:srgbClr val="C1D82E"/>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it-IT" sz="2400" b="1"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grpSp>
          <p:nvGrpSpPr>
            <p:cNvPr id="37" name="Group 1105">
              <a:extLst>
                <a:ext uri="{FF2B5EF4-FFF2-40B4-BE49-F238E27FC236}">
                  <a16:creationId xmlns:a16="http://schemas.microsoft.com/office/drawing/2014/main" id="{A624E9D2-B28A-A96D-132F-90C24A25B2A8}"/>
                </a:ext>
              </a:extLst>
            </p:cNvPr>
            <p:cNvGrpSpPr>
              <a:grpSpLocks/>
            </p:cNvGrpSpPr>
            <p:nvPr/>
          </p:nvGrpSpPr>
          <p:grpSpPr bwMode="auto">
            <a:xfrm>
              <a:off x="9154755" y="2830152"/>
              <a:ext cx="118821" cy="543113"/>
              <a:chOff x="4768" y="1744"/>
              <a:chExt cx="76" cy="346"/>
            </a:xfrm>
          </p:grpSpPr>
          <p:sp>
            <p:nvSpPr>
              <p:cNvPr id="56" name="Line 1106">
                <a:extLst>
                  <a:ext uri="{FF2B5EF4-FFF2-40B4-BE49-F238E27FC236}">
                    <a16:creationId xmlns:a16="http://schemas.microsoft.com/office/drawing/2014/main" id="{D38D8F4C-83CD-CC39-A92E-E8A5AD29B9F6}"/>
                  </a:ext>
                </a:extLst>
              </p:cNvPr>
              <p:cNvSpPr>
                <a:spLocks noChangeShapeType="1"/>
              </p:cNvSpPr>
              <p:nvPr/>
            </p:nvSpPr>
            <p:spPr bwMode="auto">
              <a:xfrm>
                <a:off x="4806" y="1746"/>
                <a:ext cx="0" cy="343"/>
              </a:xfrm>
              <a:prstGeom prst="line">
                <a:avLst/>
              </a:prstGeom>
              <a:noFill/>
              <a:ln w="9525">
                <a:solidFill>
                  <a:srgbClr val="00196A"/>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it-IT" sz="1800" b="0"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sp>
            <p:nvSpPr>
              <p:cNvPr id="57" name="Line 1107">
                <a:extLst>
                  <a:ext uri="{FF2B5EF4-FFF2-40B4-BE49-F238E27FC236}">
                    <a16:creationId xmlns:a16="http://schemas.microsoft.com/office/drawing/2014/main" id="{98A5648A-B6C1-071C-41BF-F77C357EEE9F}"/>
                  </a:ext>
                </a:extLst>
              </p:cNvPr>
              <p:cNvSpPr>
                <a:spLocks noChangeShapeType="1"/>
              </p:cNvSpPr>
              <p:nvPr/>
            </p:nvSpPr>
            <p:spPr bwMode="auto">
              <a:xfrm>
                <a:off x="4768" y="1744"/>
                <a:ext cx="76" cy="0"/>
              </a:xfrm>
              <a:prstGeom prst="line">
                <a:avLst/>
              </a:prstGeom>
              <a:noFill/>
              <a:ln w="9525">
                <a:solidFill>
                  <a:srgbClr val="00196A"/>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it-IT" sz="1800" b="0"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sp>
            <p:nvSpPr>
              <p:cNvPr id="58" name="Line 1108">
                <a:extLst>
                  <a:ext uri="{FF2B5EF4-FFF2-40B4-BE49-F238E27FC236}">
                    <a16:creationId xmlns:a16="http://schemas.microsoft.com/office/drawing/2014/main" id="{D2D7BD79-D384-209B-8DEF-8124CC3E8BF3}"/>
                  </a:ext>
                </a:extLst>
              </p:cNvPr>
              <p:cNvSpPr>
                <a:spLocks noChangeShapeType="1"/>
              </p:cNvSpPr>
              <p:nvPr/>
            </p:nvSpPr>
            <p:spPr bwMode="auto">
              <a:xfrm>
                <a:off x="4768" y="2090"/>
                <a:ext cx="76" cy="0"/>
              </a:xfrm>
              <a:prstGeom prst="line">
                <a:avLst/>
              </a:prstGeom>
              <a:noFill/>
              <a:ln w="9525">
                <a:solidFill>
                  <a:srgbClr val="00196A"/>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it-IT" sz="1800" b="0"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grpSp>
        <p:sp>
          <p:nvSpPr>
            <p:cNvPr id="38" name="Text Box 1109">
              <a:extLst>
                <a:ext uri="{FF2B5EF4-FFF2-40B4-BE49-F238E27FC236}">
                  <a16:creationId xmlns:a16="http://schemas.microsoft.com/office/drawing/2014/main" id="{F207D3E9-2767-E905-61F9-3EC3450115C8}"/>
                </a:ext>
              </a:extLst>
            </p:cNvPr>
            <p:cNvSpPr txBox="1">
              <a:spLocks noChangeArrowheads="1"/>
            </p:cNvSpPr>
            <p:nvPr/>
          </p:nvSpPr>
          <p:spPr bwMode="auto">
            <a:xfrm>
              <a:off x="8868757" y="2370231"/>
              <a:ext cx="687689"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defTabSz="800100" eaLnBrk="0" hangingPunct="0">
                <a:defRPr sz="2400">
                  <a:solidFill>
                    <a:schemeClr val="tx1"/>
                  </a:solidFill>
                  <a:latin typeface="Arial" charset="0"/>
                  <a:ea typeface="ＭＳ Ｐゴシック" charset="0"/>
                  <a:cs typeface="ＭＳ Ｐゴシック" charset="0"/>
                </a:defRPr>
              </a:lvl1pPr>
              <a:lvl2pPr marL="742950" indent="-285750" defTabSz="800100" eaLnBrk="0" hangingPunct="0">
                <a:defRPr sz="2400">
                  <a:solidFill>
                    <a:schemeClr val="tx1"/>
                  </a:solidFill>
                  <a:latin typeface="Arial" charset="0"/>
                  <a:ea typeface="ＭＳ Ｐゴシック" charset="0"/>
                </a:defRPr>
              </a:lvl2pPr>
              <a:lvl3pPr marL="1143000" indent="-228600" defTabSz="800100" eaLnBrk="0" hangingPunct="0">
                <a:defRPr sz="2400">
                  <a:solidFill>
                    <a:schemeClr val="tx1"/>
                  </a:solidFill>
                  <a:latin typeface="Arial" charset="0"/>
                  <a:ea typeface="ＭＳ Ｐゴシック" charset="0"/>
                </a:defRPr>
              </a:lvl3pPr>
              <a:lvl4pPr marL="1600200" indent="-228600" defTabSz="800100" eaLnBrk="0" hangingPunct="0">
                <a:defRPr sz="2400">
                  <a:solidFill>
                    <a:schemeClr val="tx1"/>
                  </a:solidFill>
                  <a:latin typeface="Arial" charset="0"/>
                  <a:ea typeface="ＭＳ Ｐゴシック" charset="0"/>
                </a:defRPr>
              </a:lvl4pPr>
              <a:lvl5pPr marL="2057400" indent="-228600" defTabSz="800100" eaLnBrk="0" hangingPunct="0">
                <a:defRPr sz="2400">
                  <a:solidFill>
                    <a:schemeClr val="tx1"/>
                  </a:solidFill>
                  <a:latin typeface="Arial" charset="0"/>
                  <a:ea typeface="ＭＳ Ｐゴシック" charset="0"/>
                </a:defRPr>
              </a:lvl5pPr>
              <a:lvl6pPr marL="2514600" indent="-228600" defTabSz="800100"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800100"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800100"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8001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800100" rtl="0" eaLnBrk="0" fontAlgn="base" latinLnBrk="0" hangingPunct="0">
                <a:lnSpc>
                  <a:spcPct val="100000"/>
                </a:lnSpc>
                <a:spcBef>
                  <a:spcPct val="0"/>
                </a:spcBef>
                <a:spcAft>
                  <a:spcPct val="0"/>
                </a:spcAft>
                <a:buClrTx/>
                <a:buSzTx/>
                <a:buFontTx/>
                <a:buNone/>
                <a:tabLst/>
                <a:defRPr/>
              </a:pPr>
              <a:r>
                <a:rPr kumimoji="0" lang="fr-FR" sz="1400" b="1" i="0" u="none" strike="noStrike" kern="1200" cap="none" spc="0" normalizeH="0" baseline="0" noProof="0" dirty="0">
                  <a:ln>
                    <a:noFill/>
                  </a:ln>
                  <a:solidFill>
                    <a:srgbClr val="265374"/>
                  </a:solidFill>
                  <a:effectLst/>
                  <a:uLnTx/>
                  <a:uFillTx/>
                  <a:latin typeface="Calibri" charset="0"/>
                  <a:ea typeface="ＭＳ Ｐゴシック" charset="0"/>
                </a:rPr>
                <a:t>1.01</a:t>
              </a:r>
              <a:br>
                <a:rPr kumimoji="0" lang="fr-FR" sz="1400" b="0" i="0" u="none" strike="noStrike" kern="1200" cap="none" spc="0" normalizeH="0" baseline="0" noProof="0" dirty="0">
                  <a:ln>
                    <a:noFill/>
                  </a:ln>
                  <a:solidFill>
                    <a:srgbClr val="265374"/>
                  </a:solidFill>
                  <a:effectLst/>
                  <a:uLnTx/>
                  <a:uFillTx/>
                  <a:latin typeface="Calibri" charset="0"/>
                  <a:ea typeface="ＭＳ Ｐゴシック" charset="0"/>
                </a:rPr>
              </a:br>
              <a:r>
                <a:rPr kumimoji="0" lang="fr-FR" sz="1200" b="0" i="0" u="none" strike="noStrike" kern="1200" cap="none" spc="0" normalizeH="0" baseline="0" noProof="0" dirty="0">
                  <a:ln>
                    <a:noFill/>
                  </a:ln>
                  <a:solidFill>
                    <a:srgbClr val="265374"/>
                  </a:solidFill>
                  <a:effectLst/>
                  <a:uLnTx/>
                  <a:uFillTx/>
                  <a:latin typeface="Calibri" charset="0"/>
                  <a:ea typeface="ＭＳ Ｐゴシック" charset="0"/>
                </a:rPr>
                <a:t>(0.90-1.12)</a:t>
              </a:r>
            </a:p>
          </p:txBody>
        </p:sp>
        <p:sp>
          <p:nvSpPr>
            <p:cNvPr id="39" name="AutoShape 1110">
              <a:extLst>
                <a:ext uri="{FF2B5EF4-FFF2-40B4-BE49-F238E27FC236}">
                  <a16:creationId xmlns:a16="http://schemas.microsoft.com/office/drawing/2014/main" id="{AF3D362A-5046-565D-E17E-972DEC5982D6}"/>
                </a:ext>
              </a:extLst>
            </p:cNvPr>
            <p:cNvSpPr>
              <a:spLocks noChangeArrowheads="1"/>
            </p:cNvSpPr>
            <p:nvPr/>
          </p:nvSpPr>
          <p:spPr bwMode="auto">
            <a:xfrm>
              <a:off x="9630038" y="5160064"/>
              <a:ext cx="583159" cy="601192"/>
            </a:xfrm>
            <a:prstGeom prst="rect">
              <a:avLst/>
            </a:prstGeom>
            <a:solidFill>
              <a:srgbClr val="EC736A"/>
            </a:solidFill>
            <a:ln>
              <a:noFill/>
            </a:ln>
            <a:extLst>
              <a:ext uri="{91240B29-F687-4f45-9708-019B960494DF}">
                <a14:hiddenLine xmlns="" xmlns:a14="http://schemas.microsoft.com/office/drawing/2010/main" w="19050">
                  <a:solidFill>
                    <a:srgbClr val="000000"/>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it-IT" sz="2400" b="1"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grpSp>
          <p:nvGrpSpPr>
            <p:cNvPr id="40" name="Group 1111">
              <a:extLst>
                <a:ext uri="{FF2B5EF4-FFF2-40B4-BE49-F238E27FC236}">
                  <a16:creationId xmlns:a16="http://schemas.microsoft.com/office/drawing/2014/main" id="{448FF43B-F892-E33F-F2E0-B8096DD57D84}"/>
                </a:ext>
              </a:extLst>
            </p:cNvPr>
            <p:cNvGrpSpPr>
              <a:grpSpLocks/>
            </p:cNvGrpSpPr>
            <p:nvPr/>
          </p:nvGrpSpPr>
          <p:grpSpPr bwMode="auto">
            <a:xfrm>
              <a:off x="9861425" y="5079519"/>
              <a:ext cx="118821" cy="185224"/>
              <a:chOff x="4768" y="1746"/>
              <a:chExt cx="76" cy="344"/>
            </a:xfrm>
          </p:grpSpPr>
          <p:sp>
            <p:nvSpPr>
              <p:cNvPr id="53" name="Line 1112">
                <a:extLst>
                  <a:ext uri="{FF2B5EF4-FFF2-40B4-BE49-F238E27FC236}">
                    <a16:creationId xmlns:a16="http://schemas.microsoft.com/office/drawing/2014/main" id="{EE0EC45F-FF3D-DF84-E3D7-A397ADF19BB9}"/>
                  </a:ext>
                </a:extLst>
              </p:cNvPr>
              <p:cNvSpPr>
                <a:spLocks noChangeShapeType="1"/>
              </p:cNvSpPr>
              <p:nvPr/>
            </p:nvSpPr>
            <p:spPr bwMode="auto">
              <a:xfrm>
                <a:off x="4806" y="1746"/>
                <a:ext cx="0" cy="344"/>
              </a:xfrm>
              <a:prstGeom prst="line">
                <a:avLst/>
              </a:prstGeom>
              <a:noFill/>
              <a:ln w="9525">
                <a:solidFill>
                  <a:srgbClr val="00196A"/>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it-IT" sz="1800" b="0"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sp>
            <p:nvSpPr>
              <p:cNvPr id="54" name="Line 1113">
                <a:extLst>
                  <a:ext uri="{FF2B5EF4-FFF2-40B4-BE49-F238E27FC236}">
                    <a16:creationId xmlns:a16="http://schemas.microsoft.com/office/drawing/2014/main" id="{C1101954-6086-7189-B9C7-B3F4D5D7C392}"/>
                  </a:ext>
                </a:extLst>
              </p:cNvPr>
              <p:cNvSpPr>
                <a:spLocks noChangeShapeType="1"/>
              </p:cNvSpPr>
              <p:nvPr/>
            </p:nvSpPr>
            <p:spPr bwMode="auto">
              <a:xfrm>
                <a:off x="4768" y="1749"/>
                <a:ext cx="76" cy="0"/>
              </a:xfrm>
              <a:prstGeom prst="line">
                <a:avLst/>
              </a:prstGeom>
              <a:noFill/>
              <a:ln w="9525">
                <a:solidFill>
                  <a:srgbClr val="00196A"/>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it-IT" sz="1800" b="0"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sp>
            <p:nvSpPr>
              <p:cNvPr id="55" name="Line 1114">
                <a:extLst>
                  <a:ext uri="{FF2B5EF4-FFF2-40B4-BE49-F238E27FC236}">
                    <a16:creationId xmlns:a16="http://schemas.microsoft.com/office/drawing/2014/main" id="{E2C0A1F8-9F9F-F5B8-5424-25BA9559DF44}"/>
                  </a:ext>
                </a:extLst>
              </p:cNvPr>
              <p:cNvSpPr>
                <a:spLocks noChangeShapeType="1"/>
              </p:cNvSpPr>
              <p:nvPr/>
            </p:nvSpPr>
            <p:spPr bwMode="auto">
              <a:xfrm>
                <a:off x="4768" y="2090"/>
                <a:ext cx="76" cy="0"/>
              </a:xfrm>
              <a:prstGeom prst="line">
                <a:avLst/>
              </a:prstGeom>
              <a:noFill/>
              <a:ln w="9525">
                <a:solidFill>
                  <a:srgbClr val="00196A"/>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it-IT" sz="1800" b="0"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grpSp>
        <p:sp>
          <p:nvSpPr>
            <p:cNvPr id="41" name="Text Box 1115">
              <a:extLst>
                <a:ext uri="{FF2B5EF4-FFF2-40B4-BE49-F238E27FC236}">
                  <a16:creationId xmlns:a16="http://schemas.microsoft.com/office/drawing/2014/main" id="{7482B254-FBD9-8F45-E6DE-48F3ACC655D9}"/>
                </a:ext>
              </a:extLst>
            </p:cNvPr>
            <p:cNvSpPr txBox="1">
              <a:spLocks noChangeArrowheads="1"/>
            </p:cNvSpPr>
            <p:nvPr/>
          </p:nvSpPr>
          <p:spPr bwMode="auto">
            <a:xfrm>
              <a:off x="9598879" y="4636866"/>
              <a:ext cx="687689"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defTabSz="800100" eaLnBrk="0" hangingPunct="0">
                <a:defRPr sz="2400">
                  <a:solidFill>
                    <a:schemeClr val="tx1"/>
                  </a:solidFill>
                  <a:latin typeface="Arial" charset="0"/>
                  <a:ea typeface="ＭＳ Ｐゴシック" charset="0"/>
                  <a:cs typeface="ＭＳ Ｐゴシック" charset="0"/>
                </a:defRPr>
              </a:lvl1pPr>
              <a:lvl2pPr marL="742950" indent="-285750" defTabSz="800100" eaLnBrk="0" hangingPunct="0">
                <a:defRPr sz="2400">
                  <a:solidFill>
                    <a:schemeClr val="tx1"/>
                  </a:solidFill>
                  <a:latin typeface="Arial" charset="0"/>
                  <a:ea typeface="ＭＳ Ｐゴシック" charset="0"/>
                </a:defRPr>
              </a:lvl2pPr>
              <a:lvl3pPr marL="1143000" indent="-228600" defTabSz="800100" eaLnBrk="0" hangingPunct="0">
                <a:defRPr sz="2400">
                  <a:solidFill>
                    <a:schemeClr val="tx1"/>
                  </a:solidFill>
                  <a:latin typeface="Arial" charset="0"/>
                  <a:ea typeface="ＭＳ Ｐゴシック" charset="0"/>
                </a:defRPr>
              </a:lvl3pPr>
              <a:lvl4pPr marL="1600200" indent="-228600" defTabSz="800100" eaLnBrk="0" hangingPunct="0">
                <a:defRPr sz="2400">
                  <a:solidFill>
                    <a:schemeClr val="tx1"/>
                  </a:solidFill>
                  <a:latin typeface="Arial" charset="0"/>
                  <a:ea typeface="ＭＳ Ｐゴシック" charset="0"/>
                </a:defRPr>
              </a:lvl4pPr>
              <a:lvl5pPr marL="2057400" indent="-228600" defTabSz="800100" eaLnBrk="0" hangingPunct="0">
                <a:defRPr sz="2400">
                  <a:solidFill>
                    <a:schemeClr val="tx1"/>
                  </a:solidFill>
                  <a:latin typeface="Arial" charset="0"/>
                  <a:ea typeface="ＭＳ Ｐゴシック" charset="0"/>
                </a:defRPr>
              </a:lvl5pPr>
              <a:lvl6pPr marL="2514600" indent="-228600" defTabSz="800100"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800100"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800100"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8001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800100" rtl="0" eaLnBrk="0" fontAlgn="base" latinLnBrk="0" hangingPunct="0">
                <a:lnSpc>
                  <a:spcPct val="100000"/>
                </a:lnSpc>
                <a:spcBef>
                  <a:spcPct val="0"/>
                </a:spcBef>
                <a:spcAft>
                  <a:spcPct val="0"/>
                </a:spcAft>
                <a:buClrTx/>
                <a:buSzTx/>
                <a:buFontTx/>
                <a:buNone/>
                <a:tabLst/>
                <a:defRPr/>
              </a:pPr>
              <a:r>
                <a:rPr kumimoji="0" lang="fr-FR" sz="1400" b="1" i="0" u="none" strike="noStrike" kern="1200" cap="none" spc="0" normalizeH="0" baseline="0" noProof="0" dirty="0">
                  <a:ln>
                    <a:noFill/>
                  </a:ln>
                  <a:solidFill>
                    <a:srgbClr val="265374"/>
                  </a:solidFill>
                  <a:effectLst/>
                  <a:uLnTx/>
                  <a:uFillTx/>
                  <a:latin typeface="Calibri" charset="0"/>
                  <a:ea typeface="ＭＳ Ｐゴシック" charset="0"/>
                </a:rPr>
                <a:t>0.22</a:t>
              </a:r>
              <a:br>
                <a:rPr kumimoji="0" lang="fr-FR" sz="1200" b="0" i="0" u="none" strike="noStrike" kern="1200" cap="none" spc="0" normalizeH="0" baseline="0" noProof="0" dirty="0">
                  <a:ln>
                    <a:noFill/>
                  </a:ln>
                  <a:solidFill>
                    <a:srgbClr val="265374"/>
                  </a:solidFill>
                  <a:effectLst/>
                  <a:uLnTx/>
                  <a:uFillTx/>
                  <a:latin typeface="Calibri" charset="0"/>
                  <a:ea typeface="ＭＳ Ｐゴシック" charset="0"/>
                </a:rPr>
              </a:br>
              <a:r>
                <a:rPr kumimoji="0" lang="fr-FR" sz="1200" b="0" i="0" u="none" strike="noStrike" kern="1200" cap="none" spc="0" normalizeH="0" baseline="0" noProof="0" dirty="0">
                  <a:ln>
                    <a:noFill/>
                  </a:ln>
                  <a:solidFill>
                    <a:srgbClr val="265374"/>
                  </a:solidFill>
                  <a:effectLst/>
                  <a:uLnTx/>
                  <a:uFillTx/>
                  <a:latin typeface="Calibri" charset="0"/>
                  <a:ea typeface="ＭＳ Ｐゴシック" charset="0"/>
                </a:rPr>
                <a:t>(0.19-0.25)</a:t>
              </a:r>
            </a:p>
          </p:txBody>
        </p:sp>
        <p:grpSp>
          <p:nvGrpSpPr>
            <p:cNvPr id="42" name="Group 95">
              <a:extLst>
                <a:ext uri="{FF2B5EF4-FFF2-40B4-BE49-F238E27FC236}">
                  <a16:creationId xmlns:a16="http://schemas.microsoft.com/office/drawing/2014/main" id="{776A23E7-15F8-D2F7-62C2-8BF2B743DF2C}"/>
                </a:ext>
              </a:extLst>
            </p:cNvPr>
            <p:cNvGrpSpPr>
              <a:grpSpLocks/>
            </p:cNvGrpSpPr>
            <p:nvPr/>
          </p:nvGrpSpPr>
          <p:grpSpPr bwMode="auto">
            <a:xfrm>
              <a:off x="2361654" y="2095536"/>
              <a:ext cx="8026647" cy="3660521"/>
              <a:chOff x="592" y="1340"/>
              <a:chExt cx="5134" cy="2332"/>
            </a:xfrm>
          </p:grpSpPr>
          <p:grpSp>
            <p:nvGrpSpPr>
              <p:cNvPr id="43" name="Group 1029">
                <a:extLst>
                  <a:ext uri="{FF2B5EF4-FFF2-40B4-BE49-F238E27FC236}">
                    <a16:creationId xmlns:a16="http://schemas.microsoft.com/office/drawing/2014/main" id="{DF3939AD-8779-BEB6-E4F7-49543ADEE445}"/>
                  </a:ext>
                </a:extLst>
              </p:cNvPr>
              <p:cNvGrpSpPr>
                <a:grpSpLocks/>
              </p:cNvGrpSpPr>
              <p:nvPr/>
            </p:nvGrpSpPr>
            <p:grpSpPr bwMode="auto">
              <a:xfrm>
                <a:off x="592" y="1344"/>
                <a:ext cx="68" cy="2328"/>
                <a:chOff x="728" y="1280"/>
                <a:chExt cx="68" cy="2328"/>
              </a:xfrm>
            </p:grpSpPr>
            <p:sp>
              <p:nvSpPr>
                <p:cNvPr id="45" name="Line 1030">
                  <a:extLst>
                    <a:ext uri="{FF2B5EF4-FFF2-40B4-BE49-F238E27FC236}">
                      <a16:creationId xmlns:a16="http://schemas.microsoft.com/office/drawing/2014/main" id="{C2C85618-0129-2606-C013-CE9D8189AF8C}"/>
                    </a:ext>
                  </a:extLst>
                </p:cNvPr>
                <p:cNvSpPr>
                  <a:spLocks noChangeShapeType="1"/>
                </p:cNvSpPr>
                <p:nvPr/>
              </p:nvSpPr>
              <p:spPr bwMode="auto">
                <a:xfrm flipH="1">
                  <a:off x="728" y="3608"/>
                  <a:ext cx="68" cy="0"/>
                </a:xfrm>
                <a:prstGeom prst="line">
                  <a:avLst/>
                </a:prstGeom>
                <a:noFill/>
                <a:ln w="19050">
                  <a:solidFill>
                    <a:srgbClr val="FFFFFF"/>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it-IT" sz="1800" b="0"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sp>
              <p:nvSpPr>
                <p:cNvPr id="46" name="Line 1031">
                  <a:extLst>
                    <a:ext uri="{FF2B5EF4-FFF2-40B4-BE49-F238E27FC236}">
                      <a16:creationId xmlns:a16="http://schemas.microsoft.com/office/drawing/2014/main" id="{074F53EC-D058-6F64-EE6E-DA60DEE19898}"/>
                    </a:ext>
                  </a:extLst>
                </p:cNvPr>
                <p:cNvSpPr>
                  <a:spLocks noChangeShapeType="1"/>
                </p:cNvSpPr>
                <p:nvPr/>
              </p:nvSpPr>
              <p:spPr bwMode="auto">
                <a:xfrm flipH="1">
                  <a:off x="728" y="3275"/>
                  <a:ext cx="68" cy="0"/>
                </a:xfrm>
                <a:prstGeom prst="line">
                  <a:avLst/>
                </a:prstGeom>
                <a:noFill/>
                <a:ln w="19050">
                  <a:solidFill>
                    <a:srgbClr val="FFFFFF"/>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it-IT" sz="1800" b="0"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sp>
              <p:nvSpPr>
                <p:cNvPr id="47" name="Line 1032">
                  <a:extLst>
                    <a:ext uri="{FF2B5EF4-FFF2-40B4-BE49-F238E27FC236}">
                      <a16:creationId xmlns:a16="http://schemas.microsoft.com/office/drawing/2014/main" id="{2FAC5188-B651-D841-2823-00EA43D16C64}"/>
                    </a:ext>
                  </a:extLst>
                </p:cNvPr>
                <p:cNvSpPr>
                  <a:spLocks noChangeShapeType="1"/>
                </p:cNvSpPr>
                <p:nvPr/>
              </p:nvSpPr>
              <p:spPr bwMode="auto">
                <a:xfrm flipH="1">
                  <a:off x="728" y="2942"/>
                  <a:ext cx="68" cy="0"/>
                </a:xfrm>
                <a:prstGeom prst="line">
                  <a:avLst/>
                </a:prstGeom>
                <a:noFill/>
                <a:ln w="19050">
                  <a:solidFill>
                    <a:srgbClr val="FFFFFF"/>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it-IT" sz="1800" b="0"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sp>
              <p:nvSpPr>
                <p:cNvPr id="48" name="Line 1033">
                  <a:extLst>
                    <a:ext uri="{FF2B5EF4-FFF2-40B4-BE49-F238E27FC236}">
                      <a16:creationId xmlns:a16="http://schemas.microsoft.com/office/drawing/2014/main" id="{73381A55-C38F-F04D-E3A8-419F3F07C2E1}"/>
                    </a:ext>
                  </a:extLst>
                </p:cNvPr>
                <p:cNvSpPr>
                  <a:spLocks noChangeShapeType="1"/>
                </p:cNvSpPr>
                <p:nvPr/>
              </p:nvSpPr>
              <p:spPr bwMode="auto">
                <a:xfrm flipH="1">
                  <a:off x="728" y="2610"/>
                  <a:ext cx="68" cy="0"/>
                </a:xfrm>
                <a:prstGeom prst="line">
                  <a:avLst/>
                </a:prstGeom>
                <a:noFill/>
                <a:ln w="19050">
                  <a:solidFill>
                    <a:srgbClr val="FFFFFF"/>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it-IT" sz="1800" b="0"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sp>
              <p:nvSpPr>
                <p:cNvPr id="49" name="Line 1034">
                  <a:extLst>
                    <a:ext uri="{FF2B5EF4-FFF2-40B4-BE49-F238E27FC236}">
                      <a16:creationId xmlns:a16="http://schemas.microsoft.com/office/drawing/2014/main" id="{FFDD30FB-C66D-43BC-CE33-57AAF5CFCA79}"/>
                    </a:ext>
                  </a:extLst>
                </p:cNvPr>
                <p:cNvSpPr>
                  <a:spLocks noChangeShapeType="1"/>
                </p:cNvSpPr>
                <p:nvPr/>
              </p:nvSpPr>
              <p:spPr bwMode="auto">
                <a:xfrm flipH="1">
                  <a:off x="728" y="2277"/>
                  <a:ext cx="68" cy="0"/>
                </a:xfrm>
                <a:prstGeom prst="line">
                  <a:avLst/>
                </a:prstGeom>
                <a:noFill/>
                <a:ln w="19050">
                  <a:solidFill>
                    <a:srgbClr val="FFFFFF"/>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it-IT" sz="1800" b="0"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sp>
              <p:nvSpPr>
                <p:cNvPr id="50" name="Line 1035">
                  <a:extLst>
                    <a:ext uri="{FF2B5EF4-FFF2-40B4-BE49-F238E27FC236}">
                      <a16:creationId xmlns:a16="http://schemas.microsoft.com/office/drawing/2014/main" id="{B0321AF9-5CD9-65FD-D8B6-79BD08AE1647}"/>
                    </a:ext>
                  </a:extLst>
                </p:cNvPr>
                <p:cNvSpPr>
                  <a:spLocks noChangeShapeType="1"/>
                </p:cNvSpPr>
                <p:nvPr/>
              </p:nvSpPr>
              <p:spPr bwMode="auto">
                <a:xfrm flipH="1">
                  <a:off x="728" y="1945"/>
                  <a:ext cx="68" cy="0"/>
                </a:xfrm>
                <a:prstGeom prst="line">
                  <a:avLst/>
                </a:prstGeom>
                <a:noFill/>
                <a:ln w="19050">
                  <a:solidFill>
                    <a:srgbClr val="FFFFFF"/>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it-IT" sz="1800" b="0"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sp>
              <p:nvSpPr>
                <p:cNvPr id="51" name="Line 1036">
                  <a:extLst>
                    <a:ext uri="{FF2B5EF4-FFF2-40B4-BE49-F238E27FC236}">
                      <a16:creationId xmlns:a16="http://schemas.microsoft.com/office/drawing/2014/main" id="{AC2C70FD-FD51-E9E8-C0D2-DAD56C0E6745}"/>
                    </a:ext>
                  </a:extLst>
                </p:cNvPr>
                <p:cNvSpPr>
                  <a:spLocks noChangeShapeType="1"/>
                </p:cNvSpPr>
                <p:nvPr/>
              </p:nvSpPr>
              <p:spPr bwMode="auto">
                <a:xfrm flipH="1">
                  <a:off x="728" y="1612"/>
                  <a:ext cx="68" cy="0"/>
                </a:xfrm>
                <a:prstGeom prst="line">
                  <a:avLst/>
                </a:prstGeom>
                <a:noFill/>
                <a:ln w="19050">
                  <a:solidFill>
                    <a:srgbClr val="FFFFFF"/>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it-IT" sz="1800" b="0"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sp>
              <p:nvSpPr>
                <p:cNvPr id="52" name="Line 1037">
                  <a:extLst>
                    <a:ext uri="{FF2B5EF4-FFF2-40B4-BE49-F238E27FC236}">
                      <a16:creationId xmlns:a16="http://schemas.microsoft.com/office/drawing/2014/main" id="{9615D29C-F401-8F01-B6C1-DE2BA0C7D412}"/>
                    </a:ext>
                  </a:extLst>
                </p:cNvPr>
                <p:cNvSpPr>
                  <a:spLocks noChangeShapeType="1"/>
                </p:cNvSpPr>
                <p:nvPr/>
              </p:nvSpPr>
              <p:spPr bwMode="auto">
                <a:xfrm flipH="1">
                  <a:off x="728" y="1280"/>
                  <a:ext cx="68" cy="0"/>
                </a:xfrm>
                <a:prstGeom prst="line">
                  <a:avLst/>
                </a:prstGeom>
                <a:noFill/>
                <a:ln w="19050">
                  <a:solidFill>
                    <a:srgbClr val="FFFFFF"/>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it-IT" sz="1800" b="0"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grpSp>
          <p:sp>
            <p:nvSpPr>
              <p:cNvPr id="44" name="Freeform 1116">
                <a:extLst>
                  <a:ext uri="{FF2B5EF4-FFF2-40B4-BE49-F238E27FC236}">
                    <a16:creationId xmlns:a16="http://schemas.microsoft.com/office/drawing/2014/main" id="{BEBD8553-FBC3-09E7-02B6-E9BB58339453}"/>
                  </a:ext>
                </a:extLst>
              </p:cNvPr>
              <p:cNvSpPr>
                <a:spLocks/>
              </p:cNvSpPr>
              <p:nvPr/>
            </p:nvSpPr>
            <p:spPr bwMode="auto">
              <a:xfrm>
                <a:off x="660" y="1340"/>
                <a:ext cx="5066" cy="2332"/>
              </a:xfrm>
              <a:custGeom>
                <a:avLst/>
                <a:gdLst>
                  <a:gd name="T0" fmla="*/ 0 w 4852"/>
                  <a:gd name="T1" fmla="*/ 0 h 2332"/>
                  <a:gd name="T2" fmla="*/ 0 w 4852"/>
                  <a:gd name="T3" fmla="*/ 2332 h 2332"/>
                  <a:gd name="T4" fmla="*/ 87434 w 4852"/>
                  <a:gd name="T5" fmla="*/ 2332 h 2332"/>
                  <a:gd name="T6" fmla="*/ 0 60000 65536"/>
                  <a:gd name="T7" fmla="*/ 0 60000 65536"/>
                  <a:gd name="T8" fmla="*/ 0 60000 65536"/>
                  <a:gd name="T9" fmla="*/ 0 w 4852"/>
                  <a:gd name="T10" fmla="*/ 0 h 2332"/>
                  <a:gd name="T11" fmla="*/ 4852 w 4852"/>
                  <a:gd name="T12" fmla="*/ 2332 h 2332"/>
                </a:gdLst>
                <a:ahLst/>
                <a:cxnLst>
                  <a:cxn ang="T6">
                    <a:pos x="T0" y="T1"/>
                  </a:cxn>
                  <a:cxn ang="T7">
                    <a:pos x="T2" y="T3"/>
                  </a:cxn>
                  <a:cxn ang="T8">
                    <a:pos x="T4" y="T5"/>
                  </a:cxn>
                </a:cxnLst>
                <a:rect l="T9" t="T10" r="T11" b="T12"/>
                <a:pathLst>
                  <a:path w="4852" h="2332">
                    <a:moveTo>
                      <a:pt x="0" y="0"/>
                    </a:moveTo>
                    <a:lnTo>
                      <a:pt x="0" y="2332"/>
                    </a:lnTo>
                    <a:lnTo>
                      <a:pt x="4852" y="2332"/>
                    </a:lnTo>
                  </a:path>
                </a:pathLst>
              </a:custGeom>
              <a:noFill/>
              <a:ln w="19050">
                <a:solidFill>
                  <a:schemeClr val="bg1"/>
                </a:solidFill>
                <a:round/>
                <a:headEnd/>
                <a:tailEnd/>
              </a:ln>
              <a:extLst>
                <a:ext uri="{909E8E84-426E-40dd-AFC4-6F175D3DCCD1}">
                  <a14:hiddenFill xmlns=""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it-IT" sz="1800" b="0" i="0" u="none" strike="noStrike" kern="1200" cap="none" spc="0" normalizeH="0" baseline="0" noProof="0">
                  <a:ln>
                    <a:noFill/>
                  </a:ln>
                  <a:solidFill>
                    <a:srgbClr val="265374"/>
                  </a:solidFill>
                  <a:effectLst/>
                  <a:uLnTx/>
                  <a:uFillTx/>
                  <a:latin typeface="Arial" charset="0"/>
                  <a:ea typeface="ＭＳ Ｐゴシック" charset="0"/>
                  <a:cs typeface="ＭＳ Ｐゴシック" charset="0"/>
                </a:endParaRPr>
              </a:p>
            </p:txBody>
          </p:sp>
        </p:grpSp>
        <p:sp>
          <p:nvSpPr>
            <p:cNvPr id="97" name="Text Box 1028">
              <a:extLst>
                <a:ext uri="{FF2B5EF4-FFF2-40B4-BE49-F238E27FC236}">
                  <a16:creationId xmlns:a16="http://schemas.microsoft.com/office/drawing/2014/main" id="{5152FC2E-CBBC-8171-A9F9-42ED9793466E}"/>
                </a:ext>
              </a:extLst>
            </p:cNvPr>
            <p:cNvSpPr txBox="1">
              <a:spLocks noChangeArrowheads="1"/>
            </p:cNvSpPr>
            <p:nvPr/>
          </p:nvSpPr>
          <p:spPr bwMode="auto">
            <a:xfrm>
              <a:off x="5210630" y="6349638"/>
              <a:ext cx="2727157" cy="8007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defTabSz="666750" eaLnBrk="0" hangingPunct="0">
                <a:defRPr sz="2400">
                  <a:solidFill>
                    <a:schemeClr val="tx1"/>
                  </a:solidFill>
                  <a:latin typeface="Arial" charset="0"/>
                  <a:ea typeface="ＭＳ Ｐゴシック" charset="0"/>
                  <a:cs typeface="ＭＳ Ｐゴシック" charset="0"/>
                </a:defRPr>
              </a:lvl1pPr>
              <a:lvl2pPr marL="742950" indent="-285750" defTabSz="666750" eaLnBrk="0" hangingPunct="0">
                <a:defRPr sz="2400">
                  <a:solidFill>
                    <a:schemeClr val="tx1"/>
                  </a:solidFill>
                  <a:latin typeface="Arial" charset="0"/>
                  <a:ea typeface="ＭＳ Ｐゴシック" charset="0"/>
                </a:defRPr>
              </a:lvl2pPr>
              <a:lvl3pPr marL="1143000" indent="-228600" defTabSz="666750" eaLnBrk="0" hangingPunct="0">
                <a:defRPr sz="2400">
                  <a:solidFill>
                    <a:schemeClr val="tx1"/>
                  </a:solidFill>
                  <a:latin typeface="Arial" charset="0"/>
                  <a:ea typeface="ＭＳ Ｐゴシック" charset="0"/>
                </a:defRPr>
              </a:lvl3pPr>
              <a:lvl4pPr marL="1600200" indent="-228600" defTabSz="666750" eaLnBrk="0" hangingPunct="0">
                <a:defRPr sz="2400">
                  <a:solidFill>
                    <a:schemeClr val="tx1"/>
                  </a:solidFill>
                  <a:latin typeface="Arial" charset="0"/>
                  <a:ea typeface="ＭＳ Ｐゴシック" charset="0"/>
                </a:defRPr>
              </a:lvl4pPr>
              <a:lvl5pPr marL="2057400" indent="-228600" defTabSz="666750" eaLnBrk="0" hangingPunct="0">
                <a:defRPr sz="2400">
                  <a:solidFill>
                    <a:schemeClr val="tx1"/>
                  </a:solidFill>
                  <a:latin typeface="Arial" charset="0"/>
                  <a:ea typeface="ＭＳ Ｐゴシック" charset="0"/>
                </a:defRPr>
              </a:lvl5pPr>
              <a:lvl6pPr marL="2514600" indent="-228600" defTabSz="666750"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666750"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666750"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66675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666750" rtl="0" eaLnBrk="0" fontAlgn="base" latinLnBrk="0" hangingPunct="0">
                <a:lnSpc>
                  <a:spcPct val="100000"/>
                </a:lnSpc>
                <a:spcBef>
                  <a:spcPct val="0"/>
                </a:spcBef>
                <a:spcAft>
                  <a:spcPct val="0"/>
                </a:spcAft>
                <a:buClrTx/>
                <a:buSzTx/>
                <a:buFontTx/>
                <a:buNone/>
                <a:tabLst/>
                <a:defRPr/>
              </a:pPr>
              <a:r>
                <a:rPr kumimoji="0" lang="ru-RU" sz="1600" b="0" i="0" u="none" strike="noStrike" kern="1200" cap="none" spc="0" normalizeH="0" baseline="0" noProof="0" dirty="0">
                  <a:ln>
                    <a:noFill/>
                  </a:ln>
                  <a:solidFill>
                    <a:srgbClr val="265374"/>
                  </a:solidFill>
                  <a:effectLst/>
                  <a:uLnTx/>
                  <a:uFillTx/>
                  <a:latin typeface="Calibri" charset="0"/>
                  <a:ea typeface="ＭＳ Ｐゴシック" charset="0"/>
                </a:rPr>
                <a:t>Комбинация </a:t>
              </a:r>
              <a:r>
                <a:rPr kumimoji="0" lang="en-US" sz="1600" b="0" i="0" u="none" strike="noStrike" kern="1200" cap="none" spc="0" normalizeH="0" baseline="0" noProof="0" dirty="0">
                  <a:ln>
                    <a:noFill/>
                  </a:ln>
                  <a:solidFill>
                    <a:srgbClr val="265374"/>
                  </a:solidFill>
                  <a:effectLst/>
                  <a:uLnTx/>
                  <a:uFillTx/>
                  <a:latin typeface="Calibri" charset="0"/>
                  <a:ea typeface="ＭＳ Ｐゴシック" charset="0"/>
                </a:rPr>
                <a:t>VS </a:t>
              </a:r>
              <a:r>
                <a:rPr kumimoji="0" lang="ru-RU" sz="1600" b="0" i="0" u="none" strike="noStrike" kern="1200" cap="none" spc="0" normalizeH="0" baseline="0" noProof="0" dirty="0">
                  <a:ln>
                    <a:noFill/>
                  </a:ln>
                  <a:solidFill>
                    <a:srgbClr val="265374"/>
                  </a:solidFill>
                  <a:effectLst/>
                  <a:uLnTx/>
                  <a:uFillTx/>
                  <a:latin typeface="Calibri" charset="0"/>
                  <a:ea typeface="ＭＳ Ｐゴシック" charset="0"/>
                </a:rPr>
                <a:t>удвоение дозы</a:t>
              </a:r>
            </a:p>
            <a:p>
              <a:pPr marL="0" marR="0" lvl="0" indent="0" algn="ctr" defTabSz="666750" rtl="0" eaLnBrk="0" fontAlgn="base" latinLnBrk="0" hangingPunct="0">
                <a:lnSpc>
                  <a:spcPct val="100000"/>
                </a:lnSpc>
                <a:spcBef>
                  <a:spcPct val="0"/>
                </a:spcBef>
                <a:spcAft>
                  <a:spcPct val="0"/>
                </a:spcAft>
                <a:buClrTx/>
                <a:buSzTx/>
                <a:buFontTx/>
                <a:buNone/>
                <a:tabLst/>
                <a:defRPr/>
              </a:pPr>
              <a:endParaRPr kumimoji="0" lang="ru-RU" sz="1600" b="0" i="0" u="none" strike="noStrike" kern="1200" cap="none" spc="0" normalizeH="0" baseline="0" noProof="0" dirty="0">
                <a:ln>
                  <a:noFill/>
                </a:ln>
                <a:solidFill>
                  <a:srgbClr val="265374"/>
                </a:solidFill>
                <a:effectLst/>
                <a:uLnTx/>
                <a:uFillTx/>
                <a:latin typeface="Calibri" charset="0"/>
                <a:ea typeface="ＭＳ Ｐゴシック" charset="0"/>
              </a:endParaRPr>
            </a:p>
            <a:p>
              <a:pPr marL="0" marR="0" lvl="0" indent="0" algn="ctr" defTabSz="666750" rtl="0" eaLnBrk="0" fontAlgn="base" latinLnBrk="0" hangingPunct="0">
                <a:lnSpc>
                  <a:spcPct val="100000"/>
                </a:lnSpc>
                <a:spcBef>
                  <a:spcPct val="0"/>
                </a:spcBef>
                <a:spcAft>
                  <a:spcPct val="0"/>
                </a:spcAft>
                <a:buClrTx/>
                <a:buSzTx/>
                <a:buFontTx/>
                <a:buNone/>
                <a:tabLst/>
                <a:defRPr/>
              </a:pPr>
              <a:r>
                <a:rPr kumimoji="0" lang="fr-FR" sz="1600" b="0" i="0" u="none" strike="noStrike" kern="1200" cap="none" spc="0" normalizeH="0" baseline="0" noProof="0" dirty="0">
                  <a:ln>
                    <a:noFill/>
                  </a:ln>
                  <a:solidFill>
                    <a:srgbClr val="265374"/>
                  </a:solidFill>
                  <a:effectLst/>
                  <a:uLnTx/>
                  <a:uFillTx/>
                  <a:latin typeface="Calibri" charset="0"/>
                  <a:ea typeface="ＭＳ Ｐゴシック" charset="0"/>
                </a:rPr>
                <a:t> </a:t>
              </a:r>
              <a:r>
                <a:rPr kumimoji="0" lang="ru-RU" sz="1600" b="0" i="1" u="none" strike="noStrike" kern="1200" cap="none" spc="0" normalizeH="0" baseline="0" noProof="0" dirty="0">
                  <a:ln>
                    <a:noFill/>
                  </a:ln>
                  <a:solidFill>
                    <a:srgbClr val="265374"/>
                  </a:solidFill>
                  <a:effectLst/>
                  <a:uLnTx/>
                  <a:uFillTx/>
                  <a:latin typeface="Calibri" charset="0"/>
                  <a:ea typeface="ＭＳ Ｐゴシック" charset="0"/>
                </a:rPr>
                <a:t>р </a:t>
              </a:r>
              <a:r>
                <a:rPr kumimoji="0" lang="fr-FR" sz="1600" b="0" i="0" u="none" strike="noStrike" kern="1200" cap="none" spc="0" normalizeH="0" baseline="0" noProof="0" dirty="0">
                  <a:ln>
                    <a:noFill/>
                  </a:ln>
                  <a:solidFill>
                    <a:srgbClr val="265374"/>
                  </a:solidFill>
                  <a:effectLst/>
                  <a:uLnTx/>
                  <a:uFillTx/>
                  <a:latin typeface="Calibri" charset="0"/>
                  <a:ea typeface="ＭＳ Ｐゴシック" charset="0"/>
                </a:rPr>
                <a:t>&lt;0</a:t>
              </a:r>
              <a:r>
                <a:rPr kumimoji="0" lang="ru-RU" sz="1600" b="0" i="0" u="none" strike="noStrike" kern="1200" cap="none" spc="0" normalizeH="0" baseline="0" noProof="0" dirty="0">
                  <a:ln>
                    <a:noFill/>
                  </a:ln>
                  <a:solidFill>
                    <a:srgbClr val="265374"/>
                  </a:solidFill>
                  <a:effectLst/>
                  <a:uLnTx/>
                  <a:uFillTx/>
                  <a:latin typeface="Calibri" charset="0"/>
                  <a:ea typeface="ＭＳ Ｐゴシック" charset="0"/>
                </a:rPr>
                <a:t>,</a:t>
              </a:r>
              <a:r>
                <a:rPr kumimoji="0" lang="fr-FR" sz="1600" b="0" i="0" u="none" strike="noStrike" kern="1200" cap="none" spc="0" normalizeH="0" baseline="0" noProof="0" dirty="0">
                  <a:ln>
                    <a:noFill/>
                  </a:ln>
                  <a:solidFill>
                    <a:srgbClr val="265374"/>
                  </a:solidFill>
                  <a:effectLst/>
                  <a:uLnTx/>
                  <a:uFillTx/>
                  <a:latin typeface="Calibri" charset="0"/>
                  <a:ea typeface="ＭＳ Ｐゴシック" charset="0"/>
                </a:rPr>
                <a:t>05 </a:t>
              </a:r>
              <a:r>
                <a:rPr kumimoji="0" lang="ru-RU" sz="1600" b="0" i="0" u="none" strike="noStrike" kern="1200" cap="none" spc="0" normalizeH="0" baseline="0" noProof="0" dirty="0">
                  <a:ln>
                    <a:noFill/>
                  </a:ln>
                  <a:solidFill>
                    <a:srgbClr val="265374"/>
                  </a:solidFill>
                  <a:effectLst/>
                  <a:uLnTx/>
                  <a:uFillTx/>
                  <a:latin typeface="Calibri" charset="0"/>
                  <a:ea typeface="ＭＳ Ｐゴシック" charset="0"/>
                </a:rPr>
                <a:t>для всех сравнений</a:t>
              </a:r>
              <a:endParaRPr kumimoji="0" lang="fr-FR" sz="1600" b="0" i="0" u="none" strike="noStrike" kern="1200" cap="none" spc="0" normalizeH="0" baseline="0" noProof="0" dirty="0">
                <a:ln>
                  <a:noFill/>
                </a:ln>
                <a:solidFill>
                  <a:srgbClr val="265374"/>
                </a:solidFill>
                <a:effectLst/>
                <a:uLnTx/>
                <a:uFillTx/>
                <a:latin typeface="Calibri" charset="0"/>
                <a:ea typeface="ＭＳ Ｐゴシック" charset="0"/>
              </a:endParaRPr>
            </a:p>
          </p:txBody>
        </p:sp>
        <p:cxnSp>
          <p:nvCxnSpPr>
            <p:cNvPr id="100" name="Connettore 1 99">
              <a:extLst>
                <a:ext uri="{FF2B5EF4-FFF2-40B4-BE49-F238E27FC236}">
                  <a16:creationId xmlns:a16="http://schemas.microsoft.com/office/drawing/2014/main" id="{FA117E88-E8FA-E0A0-6D2A-8933E8C64501}"/>
                </a:ext>
              </a:extLst>
            </p:cNvPr>
            <p:cNvCxnSpPr>
              <a:stCxn id="44" idx="1"/>
            </p:cNvCxnSpPr>
            <p:nvPr/>
          </p:nvCxnSpPr>
          <p:spPr>
            <a:xfrm>
              <a:off x="2467966" y="5756056"/>
              <a:ext cx="8113974"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1" name="Connettore 1 100">
              <a:extLst>
                <a:ext uri="{FF2B5EF4-FFF2-40B4-BE49-F238E27FC236}">
                  <a16:creationId xmlns:a16="http://schemas.microsoft.com/office/drawing/2014/main" id="{F8C954E3-348E-71BD-2AB8-7FB1A13B8737}"/>
                </a:ext>
              </a:extLst>
            </p:cNvPr>
            <p:cNvCxnSpPr>
              <a:cxnSpLocks/>
            </p:cNvCxnSpPr>
            <p:nvPr/>
          </p:nvCxnSpPr>
          <p:spPr>
            <a:xfrm flipH="1" flipV="1">
              <a:off x="2467966" y="2028039"/>
              <a:ext cx="1790" cy="3729809"/>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3" name="Connettore 1 102">
              <a:extLst>
                <a:ext uri="{FF2B5EF4-FFF2-40B4-BE49-F238E27FC236}">
                  <a16:creationId xmlns:a16="http://schemas.microsoft.com/office/drawing/2014/main" id="{3355B9A8-75F7-33F1-B0EF-092F32B50434}"/>
                </a:ext>
              </a:extLst>
            </p:cNvPr>
            <p:cNvCxnSpPr>
              <a:cxnSpLocks/>
            </p:cNvCxnSpPr>
            <p:nvPr/>
          </p:nvCxnSpPr>
          <p:spPr>
            <a:xfrm>
              <a:off x="2351424" y="5262995"/>
              <a:ext cx="116542" cy="17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Connettore 1 104">
              <a:extLst>
                <a:ext uri="{FF2B5EF4-FFF2-40B4-BE49-F238E27FC236}">
                  <a16:creationId xmlns:a16="http://schemas.microsoft.com/office/drawing/2014/main" id="{7CEFC0CB-A359-4175-99AB-A9A089ED55A0}"/>
                </a:ext>
              </a:extLst>
            </p:cNvPr>
            <p:cNvCxnSpPr>
              <a:cxnSpLocks/>
            </p:cNvCxnSpPr>
            <p:nvPr/>
          </p:nvCxnSpPr>
          <p:spPr>
            <a:xfrm>
              <a:off x="2353212" y="4705384"/>
              <a:ext cx="116542" cy="17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6" name="Connettore 1 105">
              <a:extLst>
                <a:ext uri="{FF2B5EF4-FFF2-40B4-BE49-F238E27FC236}">
                  <a16:creationId xmlns:a16="http://schemas.microsoft.com/office/drawing/2014/main" id="{08FFB5BD-195D-0EA1-FF27-36217596A733}"/>
                </a:ext>
              </a:extLst>
            </p:cNvPr>
            <p:cNvCxnSpPr>
              <a:cxnSpLocks/>
            </p:cNvCxnSpPr>
            <p:nvPr/>
          </p:nvCxnSpPr>
          <p:spPr>
            <a:xfrm>
              <a:off x="2344242" y="4212319"/>
              <a:ext cx="116542" cy="17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Connettore 1 106">
              <a:extLst>
                <a:ext uri="{FF2B5EF4-FFF2-40B4-BE49-F238E27FC236}">
                  <a16:creationId xmlns:a16="http://schemas.microsoft.com/office/drawing/2014/main" id="{26617916-F94F-6A1E-562C-DD6C6E0F3D8E}"/>
                </a:ext>
              </a:extLst>
            </p:cNvPr>
            <p:cNvCxnSpPr>
              <a:cxnSpLocks/>
            </p:cNvCxnSpPr>
            <p:nvPr/>
          </p:nvCxnSpPr>
          <p:spPr>
            <a:xfrm>
              <a:off x="2346030" y="3686980"/>
              <a:ext cx="116542" cy="17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8" name="Connettore 1 107">
              <a:extLst>
                <a:ext uri="{FF2B5EF4-FFF2-40B4-BE49-F238E27FC236}">
                  <a16:creationId xmlns:a16="http://schemas.microsoft.com/office/drawing/2014/main" id="{4230749F-22AB-C130-59A4-98D31F6F9824}"/>
                </a:ext>
              </a:extLst>
            </p:cNvPr>
            <p:cNvCxnSpPr>
              <a:cxnSpLocks/>
            </p:cNvCxnSpPr>
            <p:nvPr/>
          </p:nvCxnSpPr>
          <p:spPr>
            <a:xfrm>
              <a:off x="2347818" y="3150885"/>
              <a:ext cx="116542" cy="17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9" name="Connettore 1 108">
              <a:extLst>
                <a:ext uri="{FF2B5EF4-FFF2-40B4-BE49-F238E27FC236}">
                  <a16:creationId xmlns:a16="http://schemas.microsoft.com/office/drawing/2014/main" id="{F3B41BD4-0B9F-D88F-99DB-E5CBDFA0BD81}"/>
                </a:ext>
              </a:extLst>
            </p:cNvPr>
            <p:cNvCxnSpPr>
              <a:cxnSpLocks/>
            </p:cNvCxnSpPr>
            <p:nvPr/>
          </p:nvCxnSpPr>
          <p:spPr>
            <a:xfrm>
              <a:off x="2338848" y="2625548"/>
              <a:ext cx="116542" cy="17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0" name="Connettore 1 109">
              <a:extLst>
                <a:ext uri="{FF2B5EF4-FFF2-40B4-BE49-F238E27FC236}">
                  <a16:creationId xmlns:a16="http://schemas.microsoft.com/office/drawing/2014/main" id="{6790D832-59E1-B687-8255-FD5A8D623E73}"/>
                </a:ext>
              </a:extLst>
            </p:cNvPr>
            <p:cNvCxnSpPr>
              <a:cxnSpLocks/>
            </p:cNvCxnSpPr>
            <p:nvPr/>
          </p:nvCxnSpPr>
          <p:spPr>
            <a:xfrm>
              <a:off x="2351394" y="2100213"/>
              <a:ext cx="116542" cy="17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1" name="Connettore 1 110">
              <a:extLst>
                <a:ext uri="{FF2B5EF4-FFF2-40B4-BE49-F238E27FC236}">
                  <a16:creationId xmlns:a16="http://schemas.microsoft.com/office/drawing/2014/main" id="{0AE1250B-3A00-956E-E206-63C4A4CBA840}"/>
                </a:ext>
              </a:extLst>
            </p:cNvPr>
            <p:cNvCxnSpPr>
              <a:cxnSpLocks/>
            </p:cNvCxnSpPr>
            <p:nvPr/>
          </p:nvCxnSpPr>
          <p:spPr>
            <a:xfrm>
              <a:off x="2351394" y="5757816"/>
              <a:ext cx="116542" cy="17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12" name="Номер слайда 111">
            <a:extLst>
              <a:ext uri="{FF2B5EF4-FFF2-40B4-BE49-F238E27FC236}">
                <a16:creationId xmlns:a16="http://schemas.microsoft.com/office/drawing/2014/main" id="{9B56E60B-94EB-9B2E-C0AE-5C61B8907248}"/>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58</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sp>
        <p:nvSpPr>
          <p:cNvPr id="4" name="Заголовок 101">
            <a:extLst>
              <a:ext uri="{FF2B5EF4-FFF2-40B4-BE49-F238E27FC236}">
                <a16:creationId xmlns:a16="http://schemas.microsoft.com/office/drawing/2014/main" id="{C2CFEA34-F7DA-BBE7-FC9C-07A3685C42A7}"/>
              </a:ext>
            </a:extLst>
          </p:cNvPr>
          <p:cNvSpPr txBox="1">
            <a:spLocks/>
          </p:cNvSpPr>
          <p:nvPr/>
        </p:nvSpPr>
        <p:spPr>
          <a:xfrm>
            <a:off x="924971" y="1282625"/>
            <a:ext cx="8227994" cy="375099"/>
          </a:xfrm>
          <a:prstGeom prst="rect">
            <a:avLst/>
          </a:prstGeom>
        </p:spPr>
        <p:txBody>
          <a:bodyPr vert="horz" lIns="0" tIns="0" rIns="0" bIns="0" rtlCol="0" anchor="t" anchorCtr="0">
            <a:normAutofit fontScale="97500"/>
          </a:bodyPr>
          <a:lstStyle>
            <a:lvl1pPr algn="l" defTabSz="914400" rtl="0" eaLnBrk="1" latinLnBrk="0" hangingPunct="1">
              <a:lnSpc>
                <a:spcPct val="100000"/>
              </a:lnSpc>
              <a:spcBef>
                <a:spcPct val="0"/>
              </a:spcBef>
              <a:buNone/>
              <a:tabLst>
                <a:tab pos="3409950" algn="l"/>
              </a:tabLst>
              <a:defRPr sz="2300" b="1" kern="1200">
                <a:solidFill>
                  <a:srgbClr val="265374"/>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ru-RU" sz="1800" b="0"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j-cs"/>
              </a:rPr>
              <a:t>Мета-анализ</a:t>
            </a:r>
            <a:r>
              <a:rPr kumimoji="0" lang="en-US" sz="1800" b="0"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j-cs"/>
              </a:rPr>
              <a:t>:</a:t>
            </a:r>
            <a:r>
              <a:rPr kumimoji="0" lang="ru-RU" sz="1800" b="0"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j-cs"/>
              </a:rPr>
              <a:t> 11 000 участников, 42 исследования</a:t>
            </a:r>
            <a:r>
              <a:rPr kumimoji="0" lang="ru-RU" sz="1400" b="0" i="0" u="none" strike="noStrike" kern="1200" cap="none" spc="0" normalizeH="0" baseline="60000" noProof="0" dirty="0">
                <a:ln>
                  <a:noFill/>
                </a:ln>
                <a:solidFill>
                  <a:srgbClr val="398ACB"/>
                </a:solidFill>
                <a:effectLst/>
                <a:uLnTx/>
                <a:uFillTx/>
                <a:latin typeface="Verdana" panose="020B0604030504040204" pitchFamily="34" charset="0"/>
                <a:ea typeface="Verdana" panose="020B0604030504040204" pitchFamily="34" charset="0"/>
                <a:cs typeface="+mj-cs"/>
              </a:rPr>
              <a:t>1</a:t>
            </a:r>
          </a:p>
        </p:txBody>
      </p:sp>
      <p:grpSp>
        <p:nvGrpSpPr>
          <p:cNvPr id="118" name="Группа 117">
            <a:extLst>
              <a:ext uri="{FF2B5EF4-FFF2-40B4-BE49-F238E27FC236}">
                <a16:creationId xmlns:a16="http://schemas.microsoft.com/office/drawing/2014/main" id="{14AD2E42-35DE-A4F3-4292-9A59D4218BBC}"/>
              </a:ext>
            </a:extLst>
          </p:cNvPr>
          <p:cNvGrpSpPr/>
          <p:nvPr/>
        </p:nvGrpSpPr>
        <p:grpSpPr>
          <a:xfrm>
            <a:off x="10323545" y="3623032"/>
            <a:ext cx="1546755" cy="1004230"/>
            <a:chOff x="10388100" y="3614908"/>
            <a:chExt cx="1546755" cy="1004230"/>
          </a:xfrm>
        </p:grpSpPr>
        <p:grpSp>
          <p:nvGrpSpPr>
            <p:cNvPr id="113" name="Группа 112">
              <a:extLst>
                <a:ext uri="{FF2B5EF4-FFF2-40B4-BE49-F238E27FC236}">
                  <a16:creationId xmlns:a16="http://schemas.microsoft.com/office/drawing/2014/main" id="{5C42D56A-BDBC-FAEA-7081-042A6E363575}"/>
                </a:ext>
              </a:extLst>
            </p:cNvPr>
            <p:cNvGrpSpPr/>
            <p:nvPr/>
          </p:nvGrpSpPr>
          <p:grpSpPr>
            <a:xfrm>
              <a:off x="10388100" y="3614908"/>
              <a:ext cx="1546755" cy="642939"/>
              <a:chOff x="10388100" y="3614908"/>
              <a:chExt cx="1546755" cy="642939"/>
            </a:xfrm>
          </p:grpSpPr>
          <p:sp>
            <p:nvSpPr>
              <p:cNvPr id="93" name="Text Box 1039">
                <a:extLst>
                  <a:ext uri="{FF2B5EF4-FFF2-40B4-BE49-F238E27FC236}">
                    <a16:creationId xmlns:a16="http://schemas.microsoft.com/office/drawing/2014/main" id="{6831AA65-A865-1CC9-820D-2D9D9291E7FB}"/>
                  </a:ext>
                </a:extLst>
              </p:cNvPr>
              <p:cNvSpPr txBox="1">
                <a:spLocks noChangeArrowheads="1"/>
              </p:cNvSpPr>
              <p:nvPr/>
            </p:nvSpPr>
            <p:spPr bwMode="auto">
              <a:xfrm>
                <a:off x="10523038" y="3614908"/>
                <a:ext cx="1411817" cy="64293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defTabSz="800100" eaLnBrk="0" hangingPunct="0">
                  <a:defRPr sz="2400">
                    <a:solidFill>
                      <a:schemeClr val="tx1"/>
                    </a:solidFill>
                    <a:latin typeface="Arial" charset="0"/>
                    <a:ea typeface="ＭＳ Ｐゴシック" charset="0"/>
                    <a:cs typeface="ＭＳ Ｐゴシック" charset="0"/>
                  </a:defRPr>
                </a:lvl1pPr>
                <a:lvl2pPr marL="742950" indent="-285750" defTabSz="800100" eaLnBrk="0" hangingPunct="0">
                  <a:defRPr sz="2400">
                    <a:solidFill>
                      <a:schemeClr val="tx1"/>
                    </a:solidFill>
                    <a:latin typeface="Arial" charset="0"/>
                    <a:ea typeface="ＭＳ Ｐゴシック" charset="0"/>
                  </a:defRPr>
                </a:lvl2pPr>
                <a:lvl3pPr marL="1143000" indent="-228600" defTabSz="800100" eaLnBrk="0" hangingPunct="0">
                  <a:defRPr sz="2400">
                    <a:solidFill>
                      <a:schemeClr val="tx1"/>
                    </a:solidFill>
                    <a:latin typeface="Arial" charset="0"/>
                    <a:ea typeface="ＭＳ Ｐゴシック" charset="0"/>
                  </a:defRPr>
                </a:lvl3pPr>
                <a:lvl4pPr marL="1600200" indent="-228600" defTabSz="800100" eaLnBrk="0" hangingPunct="0">
                  <a:defRPr sz="2400">
                    <a:solidFill>
                      <a:schemeClr val="tx1"/>
                    </a:solidFill>
                    <a:latin typeface="Arial" charset="0"/>
                    <a:ea typeface="ＭＳ Ｐゴシック" charset="0"/>
                  </a:defRPr>
                </a:lvl4pPr>
                <a:lvl5pPr marL="2057400" indent="-228600" defTabSz="800100" eaLnBrk="0" hangingPunct="0">
                  <a:defRPr sz="2400">
                    <a:solidFill>
                      <a:schemeClr val="tx1"/>
                    </a:solidFill>
                    <a:latin typeface="Arial" charset="0"/>
                    <a:ea typeface="ＭＳ Ｐゴシック" charset="0"/>
                  </a:defRPr>
                </a:lvl5pPr>
                <a:lvl6pPr marL="2514600" indent="-228600" defTabSz="800100"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800100"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800100"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8001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800100" rtl="0" eaLnBrk="0" fontAlgn="base" latinLnBrk="0" hangingPunct="0">
                  <a:lnSpc>
                    <a:spcPct val="85000"/>
                  </a:lnSpc>
                  <a:spcBef>
                    <a:spcPct val="0"/>
                  </a:spcBef>
                  <a:spcAft>
                    <a:spcPct val="0"/>
                  </a:spcAft>
                  <a:buClrTx/>
                  <a:buSzTx/>
                  <a:buFontTx/>
                  <a:buNone/>
                  <a:tabLst/>
                  <a:defRPr/>
                </a:pPr>
                <a:r>
                  <a:rPr kumimoji="0" lang="ru-RU" sz="1400" b="0" i="0" u="none" strike="noStrike" kern="1200" cap="none" spc="0" normalizeH="0" baseline="0" noProof="0" dirty="0">
                    <a:ln>
                      <a:noFill/>
                    </a:ln>
                    <a:solidFill>
                      <a:srgbClr val="265374"/>
                    </a:solidFill>
                    <a:effectLst/>
                    <a:uLnTx/>
                    <a:uFillTx/>
                    <a:latin typeface="Calibri" charset="0"/>
                    <a:ea typeface="ＭＳ Ｐゴシック" charset="0"/>
                  </a:rPr>
                  <a:t>Добавление препарата другого класса</a:t>
                </a:r>
                <a:endParaRPr kumimoji="0" lang="fr-FR" sz="1400" b="0" i="0" u="none" strike="noStrike" kern="1200" cap="none" spc="0" normalizeH="0" baseline="0" noProof="0" dirty="0">
                  <a:ln>
                    <a:noFill/>
                  </a:ln>
                  <a:solidFill>
                    <a:srgbClr val="265374"/>
                  </a:solidFill>
                  <a:effectLst/>
                  <a:uLnTx/>
                  <a:uFillTx/>
                  <a:latin typeface="Calibri" charset="0"/>
                  <a:ea typeface="ＭＳ Ｐゴシック" charset="0"/>
                </a:endParaRPr>
              </a:p>
            </p:txBody>
          </p:sp>
          <p:sp>
            <p:nvSpPr>
              <p:cNvPr id="99" name="Rectangle 163">
                <a:extLst>
                  <a:ext uri="{FF2B5EF4-FFF2-40B4-BE49-F238E27FC236}">
                    <a16:creationId xmlns:a16="http://schemas.microsoft.com/office/drawing/2014/main" id="{033FDDDD-78C2-5285-C113-7BFDFEC64F52}"/>
                  </a:ext>
                </a:extLst>
              </p:cNvPr>
              <p:cNvSpPr>
                <a:spLocks noChangeArrowheads="1"/>
              </p:cNvSpPr>
              <p:nvPr/>
            </p:nvSpPr>
            <p:spPr bwMode="blackWhite">
              <a:xfrm>
                <a:off x="10388100" y="3682574"/>
                <a:ext cx="135281" cy="128565"/>
              </a:xfrm>
              <a:prstGeom prst="rect">
                <a:avLst/>
              </a:prstGeom>
              <a:solidFill>
                <a:srgbClr val="C1D82E"/>
              </a:solidFill>
              <a:ln w="12700">
                <a:no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65374"/>
                  </a:solidFill>
                  <a:effectLst/>
                  <a:uLnTx/>
                  <a:uFillTx/>
                  <a:latin typeface="Calibri" panose="020F0502020204030204" pitchFamily="34" charset="0"/>
                  <a:ea typeface="ＭＳ Ｐゴシック" charset="0"/>
                  <a:cs typeface="Calibri" panose="020F0502020204030204" pitchFamily="34" charset="0"/>
                </a:endParaRPr>
              </a:p>
            </p:txBody>
          </p:sp>
        </p:grpSp>
        <p:grpSp>
          <p:nvGrpSpPr>
            <p:cNvPr id="114" name="Группа 113">
              <a:extLst>
                <a:ext uri="{FF2B5EF4-FFF2-40B4-BE49-F238E27FC236}">
                  <a16:creationId xmlns:a16="http://schemas.microsoft.com/office/drawing/2014/main" id="{B986111A-E00C-6627-8327-4A5E5E83DF8B}"/>
                </a:ext>
              </a:extLst>
            </p:cNvPr>
            <p:cNvGrpSpPr/>
            <p:nvPr/>
          </p:nvGrpSpPr>
          <p:grpSpPr>
            <a:xfrm>
              <a:off x="10388100" y="4342074"/>
              <a:ext cx="1546755" cy="277064"/>
              <a:chOff x="10388100" y="3614908"/>
              <a:chExt cx="1546755" cy="277064"/>
            </a:xfrm>
          </p:grpSpPr>
          <p:sp>
            <p:nvSpPr>
              <p:cNvPr id="115" name="Text Box 1039">
                <a:extLst>
                  <a:ext uri="{FF2B5EF4-FFF2-40B4-BE49-F238E27FC236}">
                    <a16:creationId xmlns:a16="http://schemas.microsoft.com/office/drawing/2014/main" id="{9E990D08-C501-711D-B6AF-56A37737AA95}"/>
                  </a:ext>
                </a:extLst>
              </p:cNvPr>
              <p:cNvSpPr txBox="1">
                <a:spLocks noChangeArrowheads="1"/>
              </p:cNvSpPr>
              <p:nvPr/>
            </p:nvSpPr>
            <p:spPr bwMode="auto">
              <a:xfrm>
                <a:off x="10523038" y="3614908"/>
                <a:ext cx="1411817" cy="2770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defTabSz="800100" eaLnBrk="0" hangingPunct="0">
                  <a:defRPr sz="2400">
                    <a:solidFill>
                      <a:schemeClr val="tx1"/>
                    </a:solidFill>
                    <a:latin typeface="Arial" charset="0"/>
                    <a:ea typeface="ＭＳ Ｐゴシック" charset="0"/>
                    <a:cs typeface="ＭＳ Ｐゴシック" charset="0"/>
                  </a:defRPr>
                </a:lvl1pPr>
                <a:lvl2pPr marL="742950" indent="-285750" defTabSz="800100" eaLnBrk="0" hangingPunct="0">
                  <a:defRPr sz="2400">
                    <a:solidFill>
                      <a:schemeClr val="tx1"/>
                    </a:solidFill>
                    <a:latin typeface="Arial" charset="0"/>
                    <a:ea typeface="ＭＳ Ｐゴシック" charset="0"/>
                  </a:defRPr>
                </a:lvl2pPr>
                <a:lvl3pPr marL="1143000" indent="-228600" defTabSz="800100" eaLnBrk="0" hangingPunct="0">
                  <a:defRPr sz="2400">
                    <a:solidFill>
                      <a:schemeClr val="tx1"/>
                    </a:solidFill>
                    <a:latin typeface="Arial" charset="0"/>
                    <a:ea typeface="ＭＳ Ｐゴシック" charset="0"/>
                  </a:defRPr>
                </a:lvl3pPr>
                <a:lvl4pPr marL="1600200" indent="-228600" defTabSz="800100" eaLnBrk="0" hangingPunct="0">
                  <a:defRPr sz="2400">
                    <a:solidFill>
                      <a:schemeClr val="tx1"/>
                    </a:solidFill>
                    <a:latin typeface="Arial" charset="0"/>
                    <a:ea typeface="ＭＳ Ｐゴシック" charset="0"/>
                  </a:defRPr>
                </a:lvl4pPr>
                <a:lvl5pPr marL="2057400" indent="-228600" defTabSz="800100" eaLnBrk="0" hangingPunct="0">
                  <a:defRPr sz="2400">
                    <a:solidFill>
                      <a:schemeClr val="tx1"/>
                    </a:solidFill>
                    <a:latin typeface="Arial" charset="0"/>
                    <a:ea typeface="ＭＳ Ｐゴシック" charset="0"/>
                  </a:defRPr>
                </a:lvl5pPr>
                <a:lvl6pPr marL="2514600" indent="-228600" defTabSz="800100"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800100"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800100"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8001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800100" rtl="0" eaLnBrk="0" fontAlgn="base" latinLnBrk="0" hangingPunct="0">
                  <a:lnSpc>
                    <a:spcPct val="85000"/>
                  </a:lnSpc>
                  <a:spcBef>
                    <a:spcPct val="0"/>
                  </a:spcBef>
                  <a:spcAft>
                    <a:spcPct val="0"/>
                  </a:spcAft>
                  <a:buClrTx/>
                  <a:buSzTx/>
                  <a:buFontTx/>
                  <a:buNone/>
                  <a:tabLst/>
                  <a:defRPr/>
                </a:pPr>
                <a:r>
                  <a:rPr kumimoji="0" lang="ru-RU" sz="1400" b="0" i="0" u="none" strike="noStrike" kern="1200" cap="none" spc="0" normalizeH="0" baseline="0" noProof="0" dirty="0">
                    <a:ln>
                      <a:noFill/>
                    </a:ln>
                    <a:solidFill>
                      <a:srgbClr val="265374"/>
                    </a:solidFill>
                    <a:effectLst/>
                    <a:uLnTx/>
                    <a:uFillTx/>
                    <a:latin typeface="Calibri" charset="0"/>
                    <a:ea typeface="ＭＳ Ｐゴシック" charset="0"/>
                  </a:rPr>
                  <a:t>Удвоение дозы</a:t>
                </a:r>
              </a:p>
            </p:txBody>
          </p:sp>
          <p:sp>
            <p:nvSpPr>
              <p:cNvPr id="116" name="Rectangle 163">
                <a:extLst>
                  <a:ext uri="{FF2B5EF4-FFF2-40B4-BE49-F238E27FC236}">
                    <a16:creationId xmlns:a16="http://schemas.microsoft.com/office/drawing/2014/main" id="{D3DC2B9A-F335-5A55-EFB3-3767C3F14B60}"/>
                  </a:ext>
                </a:extLst>
              </p:cNvPr>
              <p:cNvSpPr>
                <a:spLocks noChangeArrowheads="1"/>
              </p:cNvSpPr>
              <p:nvPr/>
            </p:nvSpPr>
            <p:spPr bwMode="blackWhite">
              <a:xfrm>
                <a:off x="10388100" y="3682574"/>
                <a:ext cx="135281" cy="128565"/>
              </a:xfrm>
              <a:prstGeom prst="rect">
                <a:avLst/>
              </a:prstGeom>
              <a:solidFill>
                <a:srgbClr val="EC736A"/>
              </a:solidFill>
              <a:ln w="12700">
                <a:no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65374"/>
                  </a:solidFill>
                  <a:effectLst/>
                  <a:uLnTx/>
                  <a:uFillTx/>
                  <a:latin typeface="Calibri" panose="020F0502020204030204" pitchFamily="34" charset="0"/>
                  <a:ea typeface="ＭＳ Ｐゴシック" charset="0"/>
                  <a:cs typeface="Calibri" panose="020F0502020204030204" pitchFamily="34" charset="0"/>
                </a:endParaRPr>
              </a:p>
            </p:txBody>
          </p:sp>
        </p:grpSp>
      </p:grpSp>
      <p:sp>
        <p:nvSpPr>
          <p:cNvPr id="121" name="Объект 103">
            <a:extLst>
              <a:ext uri="{FF2B5EF4-FFF2-40B4-BE49-F238E27FC236}">
                <a16:creationId xmlns:a16="http://schemas.microsoft.com/office/drawing/2014/main" id="{2222ED08-3425-E032-1D54-2541461EF91D}"/>
              </a:ext>
            </a:extLst>
          </p:cNvPr>
          <p:cNvSpPr>
            <a:spLocks noGrp="1"/>
          </p:cNvSpPr>
          <p:nvPr>
            <p:ph idx="4294967295"/>
          </p:nvPr>
        </p:nvSpPr>
        <p:spPr>
          <a:xfrm>
            <a:off x="924971" y="6315711"/>
            <a:ext cx="2423207" cy="457738"/>
          </a:xfrm>
        </p:spPr>
        <p:txBody>
          <a:bodyPr>
            <a:noAutofit/>
          </a:bodyPr>
          <a:lstStyle/>
          <a:p>
            <a:pPr marL="0" indent="0">
              <a:lnSpc>
                <a:spcPct val="100000"/>
              </a:lnSpc>
              <a:spcBef>
                <a:spcPts val="300"/>
              </a:spcBef>
              <a:buNone/>
            </a:pPr>
            <a:r>
              <a:rPr lang="ru-RU" sz="800" b="1" dirty="0">
                <a:solidFill>
                  <a:srgbClr val="323F48"/>
                </a:solidFill>
                <a:latin typeface="Calibri" panose="020F0502020204030204" pitchFamily="34" charset="0"/>
                <a:cs typeface="Calibri" panose="020F0502020204030204" pitchFamily="34" charset="0"/>
              </a:rPr>
              <a:t>САД </a:t>
            </a:r>
            <a:r>
              <a:rPr lang="ru-RU" sz="800" dirty="0">
                <a:solidFill>
                  <a:srgbClr val="323F48"/>
                </a:solidFill>
                <a:latin typeface="Calibri" panose="020F0502020204030204" pitchFamily="34" charset="0"/>
                <a:cs typeface="Calibri" panose="020F0502020204030204" pitchFamily="34" charset="0"/>
              </a:rPr>
              <a:t>– систолическое артериальное давление</a:t>
            </a:r>
            <a:endParaRPr lang="ru-RU" sz="800" b="1" dirty="0">
              <a:solidFill>
                <a:srgbClr val="323F48"/>
              </a:solidFill>
              <a:latin typeface="Calibri" panose="020F0502020204030204" pitchFamily="34" charset="0"/>
              <a:cs typeface="Calibri" panose="020F0502020204030204" pitchFamily="34" charset="0"/>
            </a:endParaRPr>
          </a:p>
          <a:p>
            <a:pPr marL="0" indent="0">
              <a:lnSpc>
                <a:spcPct val="100000"/>
              </a:lnSpc>
              <a:spcBef>
                <a:spcPts val="300"/>
              </a:spcBef>
              <a:buNone/>
            </a:pPr>
            <a:r>
              <a:rPr lang="da-DK" sz="800" b="1" dirty="0">
                <a:solidFill>
                  <a:srgbClr val="323F48"/>
                </a:solidFill>
                <a:latin typeface="Calibri" panose="020F0502020204030204" pitchFamily="34" charset="0"/>
                <a:cs typeface="Calibri" panose="020F0502020204030204" pitchFamily="34" charset="0"/>
              </a:rPr>
              <a:t>1.</a:t>
            </a:r>
            <a:r>
              <a:rPr lang="ru-RU" sz="800" b="1" dirty="0">
                <a:solidFill>
                  <a:srgbClr val="323F48"/>
                </a:solidFill>
                <a:latin typeface="Calibri" panose="020F0502020204030204" pitchFamily="34" charset="0"/>
                <a:cs typeface="Calibri" panose="020F0502020204030204" pitchFamily="34" charset="0"/>
              </a:rPr>
              <a:t> </a:t>
            </a:r>
            <a:r>
              <a:rPr lang="da-DK" sz="800" dirty="0">
                <a:solidFill>
                  <a:srgbClr val="323F48"/>
                </a:solidFill>
                <a:latin typeface="Calibri" panose="020F0502020204030204" pitchFamily="34" charset="0"/>
                <a:cs typeface="Calibri" panose="020F0502020204030204" pitchFamily="34" charset="0"/>
              </a:rPr>
              <a:t>Wald DS et al. Am J Med. 2009</a:t>
            </a:r>
          </a:p>
        </p:txBody>
      </p:sp>
      <p:sp>
        <p:nvSpPr>
          <p:cNvPr id="125" name="Заголовок 101">
            <a:extLst>
              <a:ext uri="{FF2B5EF4-FFF2-40B4-BE49-F238E27FC236}">
                <a16:creationId xmlns:a16="http://schemas.microsoft.com/office/drawing/2014/main" id="{98B5D278-4598-6D3E-9591-1139F5A5C7D5}"/>
              </a:ext>
            </a:extLst>
          </p:cNvPr>
          <p:cNvSpPr txBox="1">
            <a:spLocks/>
          </p:cNvSpPr>
          <p:nvPr/>
        </p:nvSpPr>
        <p:spPr>
          <a:xfrm>
            <a:off x="903705" y="497766"/>
            <a:ext cx="9354992" cy="783083"/>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ru-RU" sz="2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Комбинированная терапия в сравнении с </a:t>
            </a:r>
            <a:r>
              <a:rPr kumimoji="0" lang="ru-RU" sz="22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монотерапией</a:t>
            </a:r>
            <a:r>
              <a:rPr kumimoji="0" lang="ru-RU" sz="2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в снижении АД</a:t>
            </a:r>
            <a:br>
              <a:rPr kumimoji="0" lang="ru-RU" sz="2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br>
            <a:endParaRPr kumimoji="0" lang="ru-RU" sz="2200" b="0" i="0" u="none" strike="noStrike" kern="1200" cap="none" spc="0" normalizeH="0" baseline="60000" noProof="0" dirty="0">
              <a:ln>
                <a:noFill/>
              </a:ln>
              <a:solidFill>
                <a:srgbClr val="265374"/>
              </a:solidFill>
              <a:effectLst/>
              <a:uLnTx/>
              <a:uFillTx/>
              <a:latin typeface="Verdana" panose="020B0604030504040204" pitchFamily="34" charset="0"/>
              <a:ea typeface="Verdana" panose="020B0604030504040204" pitchFamily="34" charset="0"/>
              <a:cs typeface="+mj-cs"/>
            </a:endParaRPr>
          </a:p>
        </p:txBody>
      </p:sp>
    </p:spTree>
    <p:extLst>
      <p:ext uri="{BB962C8B-B14F-4D97-AF65-F5344CB8AC3E}">
        <p14:creationId xmlns:p14="http://schemas.microsoft.com/office/powerpoint/2010/main" val="434189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Номер слайда 14">
            <a:extLst>
              <a:ext uri="{FF2B5EF4-FFF2-40B4-BE49-F238E27FC236}">
                <a16:creationId xmlns:a16="http://schemas.microsoft.com/office/drawing/2014/main" id="{FB3AB7D3-F45C-FD87-D3DB-96BE6785A8C8}"/>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59</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grpSp>
        <p:nvGrpSpPr>
          <p:cNvPr id="32" name="Группа 31">
            <a:extLst>
              <a:ext uri="{FF2B5EF4-FFF2-40B4-BE49-F238E27FC236}">
                <a16:creationId xmlns:a16="http://schemas.microsoft.com/office/drawing/2014/main" id="{412B7F51-EE90-7949-9C65-8E294DA3EBEC}"/>
              </a:ext>
            </a:extLst>
          </p:cNvPr>
          <p:cNvGrpSpPr/>
          <p:nvPr/>
        </p:nvGrpSpPr>
        <p:grpSpPr>
          <a:xfrm>
            <a:off x="2629869" y="1607883"/>
            <a:ext cx="7828015" cy="676210"/>
            <a:chOff x="379772" y="1460016"/>
            <a:chExt cx="8961370" cy="807918"/>
          </a:xfrm>
        </p:grpSpPr>
        <p:grpSp>
          <p:nvGrpSpPr>
            <p:cNvPr id="30" name="Группа 29">
              <a:extLst>
                <a:ext uri="{FF2B5EF4-FFF2-40B4-BE49-F238E27FC236}">
                  <a16:creationId xmlns:a16="http://schemas.microsoft.com/office/drawing/2014/main" id="{B44FEA57-D515-0284-7E07-1D95BBABAE6B}"/>
                </a:ext>
              </a:extLst>
            </p:cNvPr>
            <p:cNvGrpSpPr/>
            <p:nvPr/>
          </p:nvGrpSpPr>
          <p:grpSpPr>
            <a:xfrm>
              <a:off x="379772" y="1642780"/>
              <a:ext cx="8961370" cy="625154"/>
              <a:chOff x="379772" y="1642780"/>
              <a:chExt cx="8961370" cy="625154"/>
            </a:xfrm>
          </p:grpSpPr>
          <p:sp>
            <p:nvSpPr>
              <p:cNvPr id="25" name="Скругленный прямоугольник 59">
                <a:extLst>
                  <a:ext uri="{FF2B5EF4-FFF2-40B4-BE49-F238E27FC236}">
                    <a16:creationId xmlns:a16="http://schemas.microsoft.com/office/drawing/2014/main" id="{18DD2168-2661-DDB4-0FC2-52AA84C9E8A1}"/>
                  </a:ext>
                </a:extLst>
              </p:cNvPr>
              <p:cNvSpPr/>
              <p:nvPr/>
            </p:nvSpPr>
            <p:spPr>
              <a:xfrm>
                <a:off x="379772" y="1642780"/>
                <a:ext cx="6613186" cy="625154"/>
              </a:xfrm>
              <a:prstGeom prst="roundRect">
                <a:avLst>
                  <a:gd name="adj" fmla="val 47990"/>
                </a:avLst>
              </a:prstGeom>
              <a:solidFill>
                <a:srgbClr val="E22C1E"/>
              </a:solidFill>
              <a:ln w="12700">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5"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    </a:t>
                </a:r>
                <a:r>
                  <a:rPr kumimoji="0" lang="en-US" sz="2400" b="1" i="0" u="none" strike="noStrike" kern="1200" cap="none" spc="-5"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 </a:t>
                </a:r>
                <a:r>
                  <a:rPr kumimoji="0" lang="ru-RU" sz="2400" b="1" i="0" u="none" strike="noStrike" kern="1200" cap="none" spc="-5"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    ↑ </a:t>
                </a:r>
                <a:r>
                  <a:rPr kumimoji="0" lang="ru-RU" sz="2000" b="1" i="0" u="none" strike="noStrike" kern="1200" cap="none" spc="-5"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применения ФК</a:t>
                </a:r>
              </a:p>
            </p:txBody>
          </p:sp>
          <p:sp>
            <p:nvSpPr>
              <p:cNvPr id="29" name="Скругленный прямоугольник 59">
                <a:extLst>
                  <a:ext uri="{FF2B5EF4-FFF2-40B4-BE49-F238E27FC236}">
                    <a16:creationId xmlns:a16="http://schemas.microsoft.com/office/drawing/2014/main" id="{37D035F6-8B13-9DE2-2AB0-34B0F73C3DC7}"/>
                  </a:ext>
                </a:extLst>
              </p:cNvPr>
              <p:cNvSpPr/>
              <p:nvPr/>
            </p:nvSpPr>
            <p:spPr>
              <a:xfrm>
                <a:off x="4291168" y="1642780"/>
                <a:ext cx="5049974" cy="625154"/>
              </a:xfrm>
              <a:prstGeom prst="roundRect">
                <a:avLst>
                  <a:gd name="adj" fmla="val 47990"/>
                </a:avLst>
              </a:prstGeom>
              <a:solidFill>
                <a:schemeClr val="bg1"/>
              </a:solidFill>
              <a:ln w="12700">
                <a:solidFill>
                  <a:srgbClr val="E22C1E"/>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2000" b="1" i="0" u="none" strike="noStrike" kern="1200" cap="none" spc="-5" normalizeH="0" baseline="0" noProof="0" dirty="0">
                    <a:ln>
                      <a:noFill/>
                    </a:ln>
                    <a:solidFill>
                      <a:srgbClr val="265374"/>
                    </a:solidFill>
                    <a:effectLst/>
                    <a:uLnTx/>
                    <a:uFillTx/>
                    <a:latin typeface="Calibri" panose="020F0502020204030204" pitchFamily="34" charset="0"/>
                    <a:ea typeface="+mn-ea"/>
                    <a:cs typeface="Calibri" panose="020F0502020204030204" pitchFamily="34" charset="0"/>
                  </a:rPr>
                  <a:t>             количества госпитализаций</a:t>
                </a:r>
              </a:p>
            </p:txBody>
          </p:sp>
        </p:grpSp>
        <p:cxnSp>
          <p:nvCxnSpPr>
            <p:cNvPr id="26" name="Прямая со стрелкой 25">
              <a:extLst>
                <a:ext uri="{FF2B5EF4-FFF2-40B4-BE49-F238E27FC236}">
                  <a16:creationId xmlns:a16="http://schemas.microsoft.com/office/drawing/2014/main" id="{18E9C98C-7636-4DD3-0263-92C0941317F5}"/>
                </a:ext>
              </a:extLst>
            </p:cNvPr>
            <p:cNvCxnSpPr>
              <a:cxnSpLocks/>
            </p:cNvCxnSpPr>
            <p:nvPr/>
          </p:nvCxnSpPr>
          <p:spPr>
            <a:xfrm>
              <a:off x="5053005" y="1460016"/>
              <a:ext cx="0" cy="696340"/>
            </a:xfrm>
            <a:prstGeom prst="straightConnector1">
              <a:avLst/>
            </a:prstGeom>
            <a:ln w="107950" cap="rnd">
              <a:solidFill>
                <a:srgbClr val="FF0000"/>
              </a:solidFill>
              <a:round/>
              <a:tailEnd type="triangle"/>
            </a:ln>
          </p:spPr>
          <p:style>
            <a:lnRef idx="1">
              <a:schemeClr val="accent1"/>
            </a:lnRef>
            <a:fillRef idx="0">
              <a:schemeClr val="accent1"/>
            </a:fillRef>
            <a:effectRef idx="0">
              <a:schemeClr val="accent1"/>
            </a:effectRef>
            <a:fontRef idx="minor">
              <a:schemeClr val="tx1"/>
            </a:fontRef>
          </p:style>
        </p:cxnSp>
      </p:grpSp>
      <p:grpSp>
        <p:nvGrpSpPr>
          <p:cNvPr id="188" name="Группа 187">
            <a:extLst>
              <a:ext uri="{FF2B5EF4-FFF2-40B4-BE49-F238E27FC236}">
                <a16:creationId xmlns:a16="http://schemas.microsoft.com/office/drawing/2014/main" id="{26856AEE-E6F0-7396-C9D5-CD5AA9B5B125}"/>
              </a:ext>
            </a:extLst>
          </p:cNvPr>
          <p:cNvGrpSpPr/>
          <p:nvPr/>
        </p:nvGrpSpPr>
        <p:grpSpPr>
          <a:xfrm>
            <a:off x="829332" y="2592911"/>
            <a:ext cx="5369368" cy="3575036"/>
            <a:chOff x="829332" y="2592911"/>
            <a:chExt cx="5369368" cy="3575036"/>
          </a:xfrm>
        </p:grpSpPr>
        <p:grpSp>
          <p:nvGrpSpPr>
            <p:cNvPr id="181" name="Группа 180">
              <a:extLst>
                <a:ext uri="{FF2B5EF4-FFF2-40B4-BE49-F238E27FC236}">
                  <a16:creationId xmlns:a16="http://schemas.microsoft.com/office/drawing/2014/main" id="{66B72853-4157-A5A8-B9A5-29D298EE8BBF}"/>
                </a:ext>
              </a:extLst>
            </p:cNvPr>
            <p:cNvGrpSpPr/>
            <p:nvPr/>
          </p:nvGrpSpPr>
          <p:grpSpPr>
            <a:xfrm>
              <a:off x="1667821" y="2691480"/>
              <a:ext cx="4038482" cy="2476559"/>
              <a:chOff x="1667821" y="2687126"/>
              <a:chExt cx="4038482" cy="2476559"/>
            </a:xfrm>
          </p:grpSpPr>
          <p:grpSp>
            <p:nvGrpSpPr>
              <p:cNvPr id="84" name="Группа 83">
                <a:extLst>
                  <a:ext uri="{FF2B5EF4-FFF2-40B4-BE49-F238E27FC236}">
                    <a16:creationId xmlns:a16="http://schemas.microsoft.com/office/drawing/2014/main" id="{92C30EF2-82F5-FCF1-7779-B471DCD8ED07}"/>
                  </a:ext>
                </a:extLst>
              </p:cNvPr>
              <p:cNvGrpSpPr/>
              <p:nvPr/>
            </p:nvGrpSpPr>
            <p:grpSpPr>
              <a:xfrm>
                <a:off x="1667821" y="2687126"/>
                <a:ext cx="129806" cy="2476556"/>
                <a:chOff x="1740733" y="2687126"/>
                <a:chExt cx="129806" cy="2476556"/>
              </a:xfrm>
            </p:grpSpPr>
            <p:sp>
              <p:nvSpPr>
                <p:cNvPr id="82" name="Прямоугольник 81">
                  <a:extLst>
                    <a:ext uri="{FF2B5EF4-FFF2-40B4-BE49-F238E27FC236}">
                      <a16:creationId xmlns:a16="http://schemas.microsoft.com/office/drawing/2014/main" id="{C424AF74-FCEF-C4D7-09E5-1E5F4D0D8D85}"/>
                    </a:ext>
                  </a:extLst>
                </p:cNvPr>
                <p:cNvSpPr/>
                <p:nvPr/>
              </p:nvSpPr>
              <p:spPr>
                <a:xfrm>
                  <a:off x="1740733" y="2687126"/>
                  <a:ext cx="129806" cy="2470162"/>
                </a:xfrm>
                <a:prstGeom prst="rect">
                  <a:avLst/>
                </a:prstGeom>
                <a:solidFill>
                  <a:srgbClr val="28BECD"/>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83" name="Прямоугольник 82">
                  <a:extLst>
                    <a:ext uri="{FF2B5EF4-FFF2-40B4-BE49-F238E27FC236}">
                      <a16:creationId xmlns:a16="http://schemas.microsoft.com/office/drawing/2014/main" id="{DCA8A424-C25F-EF41-D810-6D2FFB068E08}"/>
                    </a:ext>
                  </a:extLst>
                </p:cNvPr>
                <p:cNvSpPr/>
                <p:nvPr/>
              </p:nvSpPr>
              <p:spPr>
                <a:xfrm>
                  <a:off x="1740733" y="4252199"/>
                  <a:ext cx="129806" cy="911483"/>
                </a:xfrm>
                <a:prstGeom prst="rect">
                  <a:avLst/>
                </a:prstGeom>
                <a:solidFill>
                  <a:srgbClr val="398ACB"/>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85" name="Группа 84">
                <a:extLst>
                  <a:ext uri="{FF2B5EF4-FFF2-40B4-BE49-F238E27FC236}">
                    <a16:creationId xmlns:a16="http://schemas.microsoft.com/office/drawing/2014/main" id="{0E75EEE7-6843-4BE7-CD4F-109B69A830B0}"/>
                  </a:ext>
                </a:extLst>
              </p:cNvPr>
              <p:cNvGrpSpPr/>
              <p:nvPr/>
            </p:nvGrpSpPr>
            <p:grpSpPr>
              <a:xfrm>
                <a:off x="2023155" y="2687126"/>
                <a:ext cx="129806" cy="2476557"/>
                <a:chOff x="1740733" y="2687126"/>
                <a:chExt cx="129806" cy="2476557"/>
              </a:xfrm>
            </p:grpSpPr>
            <p:sp>
              <p:nvSpPr>
                <p:cNvPr id="86" name="Прямоугольник 85">
                  <a:extLst>
                    <a:ext uri="{FF2B5EF4-FFF2-40B4-BE49-F238E27FC236}">
                      <a16:creationId xmlns:a16="http://schemas.microsoft.com/office/drawing/2014/main" id="{06C28849-A363-DE2E-0874-DFF32BB68D63}"/>
                    </a:ext>
                  </a:extLst>
                </p:cNvPr>
                <p:cNvSpPr/>
                <p:nvPr/>
              </p:nvSpPr>
              <p:spPr>
                <a:xfrm>
                  <a:off x="1740733" y="2687126"/>
                  <a:ext cx="129806" cy="2470162"/>
                </a:xfrm>
                <a:prstGeom prst="rect">
                  <a:avLst/>
                </a:prstGeom>
                <a:solidFill>
                  <a:srgbClr val="28BECD"/>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87" name="Прямоугольник 86">
                  <a:extLst>
                    <a:ext uri="{FF2B5EF4-FFF2-40B4-BE49-F238E27FC236}">
                      <a16:creationId xmlns:a16="http://schemas.microsoft.com/office/drawing/2014/main" id="{18BCEF2A-37F9-D33E-F363-D3310AB7D6D2}"/>
                    </a:ext>
                  </a:extLst>
                </p:cNvPr>
                <p:cNvSpPr/>
                <p:nvPr/>
              </p:nvSpPr>
              <p:spPr>
                <a:xfrm>
                  <a:off x="1740733" y="3905265"/>
                  <a:ext cx="129803" cy="1258418"/>
                </a:xfrm>
                <a:prstGeom prst="rect">
                  <a:avLst/>
                </a:prstGeom>
                <a:solidFill>
                  <a:srgbClr val="398ACB"/>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88" name="Группа 87">
                <a:extLst>
                  <a:ext uri="{FF2B5EF4-FFF2-40B4-BE49-F238E27FC236}">
                    <a16:creationId xmlns:a16="http://schemas.microsoft.com/office/drawing/2014/main" id="{925A7579-3FC4-F9E6-7BD3-49D5D0070426}"/>
                  </a:ext>
                </a:extLst>
              </p:cNvPr>
              <p:cNvGrpSpPr/>
              <p:nvPr/>
            </p:nvGrpSpPr>
            <p:grpSpPr>
              <a:xfrm>
                <a:off x="2378489" y="2687126"/>
                <a:ext cx="129806" cy="2476557"/>
                <a:chOff x="1740733" y="2687126"/>
                <a:chExt cx="129806" cy="2476557"/>
              </a:xfrm>
            </p:grpSpPr>
            <p:sp>
              <p:nvSpPr>
                <p:cNvPr id="89" name="Прямоугольник 88">
                  <a:extLst>
                    <a:ext uri="{FF2B5EF4-FFF2-40B4-BE49-F238E27FC236}">
                      <a16:creationId xmlns:a16="http://schemas.microsoft.com/office/drawing/2014/main" id="{D3215AB1-520B-2C6E-850B-02CED9688991}"/>
                    </a:ext>
                  </a:extLst>
                </p:cNvPr>
                <p:cNvSpPr/>
                <p:nvPr/>
              </p:nvSpPr>
              <p:spPr>
                <a:xfrm>
                  <a:off x="1740733" y="2687126"/>
                  <a:ext cx="129806" cy="2470162"/>
                </a:xfrm>
                <a:prstGeom prst="rect">
                  <a:avLst/>
                </a:prstGeom>
                <a:solidFill>
                  <a:srgbClr val="28BECD"/>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90" name="Прямоугольник 89">
                  <a:extLst>
                    <a:ext uri="{FF2B5EF4-FFF2-40B4-BE49-F238E27FC236}">
                      <a16:creationId xmlns:a16="http://schemas.microsoft.com/office/drawing/2014/main" id="{04EF789E-7F1D-1588-ADDE-698D9DF3D546}"/>
                    </a:ext>
                  </a:extLst>
                </p:cNvPr>
                <p:cNvSpPr/>
                <p:nvPr/>
              </p:nvSpPr>
              <p:spPr>
                <a:xfrm>
                  <a:off x="1740733" y="3698423"/>
                  <a:ext cx="129803" cy="1465260"/>
                </a:xfrm>
                <a:prstGeom prst="rect">
                  <a:avLst/>
                </a:prstGeom>
                <a:solidFill>
                  <a:srgbClr val="398ACB"/>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93" name="Группа 92">
                <a:extLst>
                  <a:ext uri="{FF2B5EF4-FFF2-40B4-BE49-F238E27FC236}">
                    <a16:creationId xmlns:a16="http://schemas.microsoft.com/office/drawing/2014/main" id="{186C7707-BD39-49CC-BF5E-F43843AA3E2C}"/>
                  </a:ext>
                </a:extLst>
              </p:cNvPr>
              <p:cNvGrpSpPr/>
              <p:nvPr/>
            </p:nvGrpSpPr>
            <p:grpSpPr>
              <a:xfrm>
                <a:off x="2733823" y="2687126"/>
                <a:ext cx="129806" cy="2476557"/>
                <a:chOff x="1740733" y="2687126"/>
                <a:chExt cx="129806" cy="2476557"/>
              </a:xfrm>
            </p:grpSpPr>
            <p:sp>
              <p:nvSpPr>
                <p:cNvPr id="94" name="Прямоугольник 93">
                  <a:extLst>
                    <a:ext uri="{FF2B5EF4-FFF2-40B4-BE49-F238E27FC236}">
                      <a16:creationId xmlns:a16="http://schemas.microsoft.com/office/drawing/2014/main" id="{F72690DA-DE26-7311-0D32-056DAE8D577D}"/>
                    </a:ext>
                  </a:extLst>
                </p:cNvPr>
                <p:cNvSpPr/>
                <p:nvPr/>
              </p:nvSpPr>
              <p:spPr>
                <a:xfrm>
                  <a:off x="1740733" y="2687126"/>
                  <a:ext cx="129806" cy="2470162"/>
                </a:xfrm>
                <a:prstGeom prst="rect">
                  <a:avLst/>
                </a:prstGeom>
                <a:solidFill>
                  <a:srgbClr val="28BECD"/>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95" name="Прямоугольник 94">
                  <a:extLst>
                    <a:ext uri="{FF2B5EF4-FFF2-40B4-BE49-F238E27FC236}">
                      <a16:creationId xmlns:a16="http://schemas.microsoft.com/office/drawing/2014/main" id="{42E82DDE-763D-F2B1-1D5A-78847E2E6D80}"/>
                    </a:ext>
                  </a:extLst>
                </p:cNvPr>
                <p:cNvSpPr/>
                <p:nvPr/>
              </p:nvSpPr>
              <p:spPr>
                <a:xfrm>
                  <a:off x="1740733" y="3621317"/>
                  <a:ext cx="129803" cy="1542366"/>
                </a:xfrm>
                <a:prstGeom prst="rect">
                  <a:avLst/>
                </a:prstGeom>
                <a:solidFill>
                  <a:srgbClr val="398ACB"/>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96" name="Группа 95">
                <a:extLst>
                  <a:ext uri="{FF2B5EF4-FFF2-40B4-BE49-F238E27FC236}">
                    <a16:creationId xmlns:a16="http://schemas.microsoft.com/office/drawing/2014/main" id="{001ECE4C-A23E-46BA-E865-B7E5920FED5F}"/>
                  </a:ext>
                </a:extLst>
              </p:cNvPr>
              <p:cNvGrpSpPr/>
              <p:nvPr/>
            </p:nvGrpSpPr>
            <p:grpSpPr>
              <a:xfrm>
                <a:off x="3089157" y="2687126"/>
                <a:ext cx="129806" cy="2476557"/>
                <a:chOff x="1740733" y="2687126"/>
                <a:chExt cx="129806" cy="2476557"/>
              </a:xfrm>
            </p:grpSpPr>
            <p:sp>
              <p:nvSpPr>
                <p:cNvPr id="97" name="Прямоугольник 96">
                  <a:extLst>
                    <a:ext uri="{FF2B5EF4-FFF2-40B4-BE49-F238E27FC236}">
                      <a16:creationId xmlns:a16="http://schemas.microsoft.com/office/drawing/2014/main" id="{96F55095-8D78-8ECB-1147-4B87507E4BE0}"/>
                    </a:ext>
                  </a:extLst>
                </p:cNvPr>
                <p:cNvSpPr/>
                <p:nvPr/>
              </p:nvSpPr>
              <p:spPr>
                <a:xfrm>
                  <a:off x="1740733" y="2687126"/>
                  <a:ext cx="129806" cy="2470162"/>
                </a:xfrm>
                <a:prstGeom prst="rect">
                  <a:avLst/>
                </a:prstGeom>
                <a:solidFill>
                  <a:srgbClr val="28BECD"/>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98" name="Прямоугольник 97">
                  <a:extLst>
                    <a:ext uri="{FF2B5EF4-FFF2-40B4-BE49-F238E27FC236}">
                      <a16:creationId xmlns:a16="http://schemas.microsoft.com/office/drawing/2014/main" id="{D3FB962C-5DAB-04EA-3C4A-FEDCB2D7621E}"/>
                    </a:ext>
                  </a:extLst>
                </p:cNvPr>
                <p:cNvSpPr/>
                <p:nvPr/>
              </p:nvSpPr>
              <p:spPr>
                <a:xfrm>
                  <a:off x="1740733" y="3554187"/>
                  <a:ext cx="129803" cy="1609496"/>
                </a:xfrm>
                <a:prstGeom prst="rect">
                  <a:avLst/>
                </a:prstGeom>
                <a:solidFill>
                  <a:srgbClr val="398ACB"/>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99" name="Группа 98">
                <a:extLst>
                  <a:ext uri="{FF2B5EF4-FFF2-40B4-BE49-F238E27FC236}">
                    <a16:creationId xmlns:a16="http://schemas.microsoft.com/office/drawing/2014/main" id="{CC8B779A-63F4-BE19-B2C7-84BF8C07AA91}"/>
                  </a:ext>
                </a:extLst>
              </p:cNvPr>
              <p:cNvGrpSpPr/>
              <p:nvPr/>
            </p:nvGrpSpPr>
            <p:grpSpPr>
              <a:xfrm>
                <a:off x="3444491" y="2687126"/>
                <a:ext cx="129806" cy="2476557"/>
                <a:chOff x="1740733" y="2687126"/>
                <a:chExt cx="129806" cy="2476557"/>
              </a:xfrm>
            </p:grpSpPr>
            <p:sp>
              <p:nvSpPr>
                <p:cNvPr id="100" name="Прямоугольник 99">
                  <a:extLst>
                    <a:ext uri="{FF2B5EF4-FFF2-40B4-BE49-F238E27FC236}">
                      <a16:creationId xmlns:a16="http://schemas.microsoft.com/office/drawing/2014/main" id="{01999607-72A8-6265-7909-434C2B1339B8}"/>
                    </a:ext>
                  </a:extLst>
                </p:cNvPr>
                <p:cNvSpPr/>
                <p:nvPr/>
              </p:nvSpPr>
              <p:spPr>
                <a:xfrm>
                  <a:off x="1740733" y="2687126"/>
                  <a:ext cx="129806" cy="2470162"/>
                </a:xfrm>
                <a:prstGeom prst="rect">
                  <a:avLst/>
                </a:prstGeom>
                <a:solidFill>
                  <a:srgbClr val="28BECD"/>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01" name="Прямоугольник 100">
                  <a:extLst>
                    <a:ext uri="{FF2B5EF4-FFF2-40B4-BE49-F238E27FC236}">
                      <a16:creationId xmlns:a16="http://schemas.microsoft.com/office/drawing/2014/main" id="{B4882157-7396-4DED-D35D-8C0E7A5CEBC2}"/>
                    </a:ext>
                  </a:extLst>
                </p:cNvPr>
                <p:cNvSpPr/>
                <p:nvPr/>
              </p:nvSpPr>
              <p:spPr>
                <a:xfrm>
                  <a:off x="1740733" y="3492502"/>
                  <a:ext cx="129803" cy="1671181"/>
                </a:xfrm>
                <a:prstGeom prst="rect">
                  <a:avLst/>
                </a:prstGeom>
                <a:solidFill>
                  <a:srgbClr val="398ACB"/>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102" name="Группа 101">
                <a:extLst>
                  <a:ext uri="{FF2B5EF4-FFF2-40B4-BE49-F238E27FC236}">
                    <a16:creationId xmlns:a16="http://schemas.microsoft.com/office/drawing/2014/main" id="{9365EE16-C829-17E0-79BA-7E6F54760736}"/>
                  </a:ext>
                </a:extLst>
              </p:cNvPr>
              <p:cNvGrpSpPr/>
              <p:nvPr/>
            </p:nvGrpSpPr>
            <p:grpSpPr>
              <a:xfrm>
                <a:off x="3799825" y="2687126"/>
                <a:ext cx="129806" cy="2476557"/>
                <a:chOff x="1740733" y="2687126"/>
                <a:chExt cx="129806" cy="2476557"/>
              </a:xfrm>
            </p:grpSpPr>
            <p:sp>
              <p:nvSpPr>
                <p:cNvPr id="103" name="Прямоугольник 102">
                  <a:extLst>
                    <a:ext uri="{FF2B5EF4-FFF2-40B4-BE49-F238E27FC236}">
                      <a16:creationId xmlns:a16="http://schemas.microsoft.com/office/drawing/2014/main" id="{0FEC8DF9-2A5E-08C8-AA48-285C4A99D988}"/>
                    </a:ext>
                  </a:extLst>
                </p:cNvPr>
                <p:cNvSpPr/>
                <p:nvPr/>
              </p:nvSpPr>
              <p:spPr>
                <a:xfrm>
                  <a:off x="1740733" y="2687126"/>
                  <a:ext cx="129806" cy="2470162"/>
                </a:xfrm>
                <a:prstGeom prst="rect">
                  <a:avLst/>
                </a:prstGeom>
                <a:solidFill>
                  <a:srgbClr val="28BECD"/>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04" name="Прямоугольник 103">
                  <a:extLst>
                    <a:ext uri="{FF2B5EF4-FFF2-40B4-BE49-F238E27FC236}">
                      <a16:creationId xmlns:a16="http://schemas.microsoft.com/office/drawing/2014/main" id="{15575F38-0A23-E1BE-8C95-03C424C2172C}"/>
                    </a:ext>
                  </a:extLst>
                </p:cNvPr>
                <p:cNvSpPr/>
                <p:nvPr/>
              </p:nvSpPr>
              <p:spPr>
                <a:xfrm>
                  <a:off x="1740733" y="3479800"/>
                  <a:ext cx="129803" cy="1683883"/>
                </a:xfrm>
                <a:prstGeom prst="rect">
                  <a:avLst/>
                </a:prstGeom>
                <a:solidFill>
                  <a:srgbClr val="398ACB"/>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105" name="Группа 104">
                <a:extLst>
                  <a:ext uri="{FF2B5EF4-FFF2-40B4-BE49-F238E27FC236}">
                    <a16:creationId xmlns:a16="http://schemas.microsoft.com/office/drawing/2014/main" id="{B545D5B6-5958-7773-6707-4FE036B7CE07}"/>
                  </a:ext>
                </a:extLst>
              </p:cNvPr>
              <p:cNvGrpSpPr/>
              <p:nvPr/>
            </p:nvGrpSpPr>
            <p:grpSpPr>
              <a:xfrm>
                <a:off x="4155159" y="2687126"/>
                <a:ext cx="129806" cy="2476557"/>
                <a:chOff x="1740733" y="2687126"/>
                <a:chExt cx="129806" cy="2476557"/>
              </a:xfrm>
            </p:grpSpPr>
            <p:sp>
              <p:nvSpPr>
                <p:cNvPr id="106" name="Прямоугольник 105">
                  <a:extLst>
                    <a:ext uri="{FF2B5EF4-FFF2-40B4-BE49-F238E27FC236}">
                      <a16:creationId xmlns:a16="http://schemas.microsoft.com/office/drawing/2014/main" id="{A5DCA170-59DD-385D-3C57-705896DC28EC}"/>
                    </a:ext>
                  </a:extLst>
                </p:cNvPr>
                <p:cNvSpPr/>
                <p:nvPr/>
              </p:nvSpPr>
              <p:spPr>
                <a:xfrm>
                  <a:off x="1740733" y="2687126"/>
                  <a:ext cx="129806" cy="2470162"/>
                </a:xfrm>
                <a:prstGeom prst="rect">
                  <a:avLst/>
                </a:prstGeom>
                <a:solidFill>
                  <a:srgbClr val="28BECD"/>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07" name="Прямоугольник 106">
                  <a:extLst>
                    <a:ext uri="{FF2B5EF4-FFF2-40B4-BE49-F238E27FC236}">
                      <a16:creationId xmlns:a16="http://schemas.microsoft.com/office/drawing/2014/main" id="{33D00CF8-B30D-5158-2FB9-555833C21239}"/>
                    </a:ext>
                  </a:extLst>
                </p:cNvPr>
                <p:cNvSpPr/>
                <p:nvPr/>
              </p:nvSpPr>
              <p:spPr>
                <a:xfrm>
                  <a:off x="1740733" y="3479800"/>
                  <a:ext cx="129803" cy="1683883"/>
                </a:xfrm>
                <a:prstGeom prst="rect">
                  <a:avLst/>
                </a:prstGeom>
                <a:solidFill>
                  <a:srgbClr val="398ACB"/>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108" name="Группа 107">
                <a:extLst>
                  <a:ext uri="{FF2B5EF4-FFF2-40B4-BE49-F238E27FC236}">
                    <a16:creationId xmlns:a16="http://schemas.microsoft.com/office/drawing/2014/main" id="{1656EFD3-9B00-D715-D149-1561200A17C0}"/>
                  </a:ext>
                </a:extLst>
              </p:cNvPr>
              <p:cNvGrpSpPr/>
              <p:nvPr/>
            </p:nvGrpSpPr>
            <p:grpSpPr>
              <a:xfrm>
                <a:off x="4510493" y="2687126"/>
                <a:ext cx="129806" cy="2476557"/>
                <a:chOff x="1740733" y="2687126"/>
                <a:chExt cx="129806" cy="2476557"/>
              </a:xfrm>
            </p:grpSpPr>
            <p:sp>
              <p:nvSpPr>
                <p:cNvPr id="109" name="Прямоугольник 108">
                  <a:extLst>
                    <a:ext uri="{FF2B5EF4-FFF2-40B4-BE49-F238E27FC236}">
                      <a16:creationId xmlns:a16="http://schemas.microsoft.com/office/drawing/2014/main" id="{D4DB6506-672E-3BC9-BABF-717DF1AE8AEE}"/>
                    </a:ext>
                  </a:extLst>
                </p:cNvPr>
                <p:cNvSpPr/>
                <p:nvPr/>
              </p:nvSpPr>
              <p:spPr>
                <a:xfrm>
                  <a:off x="1740733" y="2687126"/>
                  <a:ext cx="129806" cy="2470162"/>
                </a:xfrm>
                <a:prstGeom prst="rect">
                  <a:avLst/>
                </a:prstGeom>
                <a:solidFill>
                  <a:srgbClr val="28BECD"/>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10" name="Прямоугольник 109">
                  <a:extLst>
                    <a:ext uri="{FF2B5EF4-FFF2-40B4-BE49-F238E27FC236}">
                      <a16:creationId xmlns:a16="http://schemas.microsoft.com/office/drawing/2014/main" id="{24DFEF69-0D43-B610-3226-5F2E25E3EB9C}"/>
                    </a:ext>
                  </a:extLst>
                </p:cNvPr>
                <p:cNvSpPr/>
                <p:nvPr/>
              </p:nvSpPr>
              <p:spPr>
                <a:xfrm>
                  <a:off x="1740733" y="3429000"/>
                  <a:ext cx="129803" cy="1734683"/>
                </a:xfrm>
                <a:prstGeom prst="rect">
                  <a:avLst/>
                </a:prstGeom>
                <a:solidFill>
                  <a:srgbClr val="398ACB"/>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111" name="Группа 110">
                <a:extLst>
                  <a:ext uri="{FF2B5EF4-FFF2-40B4-BE49-F238E27FC236}">
                    <a16:creationId xmlns:a16="http://schemas.microsoft.com/office/drawing/2014/main" id="{E84A2F5D-CE2C-C49B-DB3B-2BFDA7F1E45C}"/>
                  </a:ext>
                </a:extLst>
              </p:cNvPr>
              <p:cNvGrpSpPr/>
              <p:nvPr/>
            </p:nvGrpSpPr>
            <p:grpSpPr>
              <a:xfrm>
                <a:off x="4865827" y="2687126"/>
                <a:ext cx="129806" cy="2476558"/>
                <a:chOff x="1740733" y="2687126"/>
                <a:chExt cx="129806" cy="2476558"/>
              </a:xfrm>
            </p:grpSpPr>
            <p:sp>
              <p:nvSpPr>
                <p:cNvPr id="112" name="Прямоугольник 111">
                  <a:extLst>
                    <a:ext uri="{FF2B5EF4-FFF2-40B4-BE49-F238E27FC236}">
                      <a16:creationId xmlns:a16="http://schemas.microsoft.com/office/drawing/2014/main" id="{1058F2C5-8E33-9B8C-6CE2-D75B632D55E8}"/>
                    </a:ext>
                  </a:extLst>
                </p:cNvPr>
                <p:cNvSpPr/>
                <p:nvPr/>
              </p:nvSpPr>
              <p:spPr>
                <a:xfrm>
                  <a:off x="1740733" y="2687126"/>
                  <a:ext cx="129806" cy="2470162"/>
                </a:xfrm>
                <a:prstGeom prst="rect">
                  <a:avLst/>
                </a:prstGeom>
                <a:solidFill>
                  <a:srgbClr val="28BECD"/>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13" name="Прямоугольник 112">
                  <a:extLst>
                    <a:ext uri="{FF2B5EF4-FFF2-40B4-BE49-F238E27FC236}">
                      <a16:creationId xmlns:a16="http://schemas.microsoft.com/office/drawing/2014/main" id="{89A9CF63-5A42-9E05-502A-6982BA7BD135}"/>
                    </a:ext>
                  </a:extLst>
                </p:cNvPr>
                <p:cNvSpPr/>
                <p:nvPr/>
              </p:nvSpPr>
              <p:spPr>
                <a:xfrm>
                  <a:off x="1740733" y="3394530"/>
                  <a:ext cx="129803" cy="1769154"/>
                </a:xfrm>
                <a:prstGeom prst="rect">
                  <a:avLst/>
                </a:prstGeom>
                <a:solidFill>
                  <a:srgbClr val="398ACB"/>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114" name="Группа 113">
                <a:extLst>
                  <a:ext uri="{FF2B5EF4-FFF2-40B4-BE49-F238E27FC236}">
                    <a16:creationId xmlns:a16="http://schemas.microsoft.com/office/drawing/2014/main" id="{1450A917-0E18-B410-90A0-04E084700786}"/>
                  </a:ext>
                </a:extLst>
              </p:cNvPr>
              <p:cNvGrpSpPr/>
              <p:nvPr/>
            </p:nvGrpSpPr>
            <p:grpSpPr>
              <a:xfrm>
                <a:off x="5221161" y="2687126"/>
                <a:ext cx="129806" cy="2476558"/>
                <a:chOff x="1740733" y="2687126"/>
                <a:chExt cx="129806" cy="2476558"/>
              </a:xfrm>
            </p:grpSpPr>
            <p:sp>
              <p:nvSpPr>
                <p:cNvPr id="115" name="Прямоугольник 114">
                  <a:extLst>
                    <a:ext uri="{FF2B5EF4-FFF2-40B4-BE49-F238E27FC236}">
                      <a16:creationId xmlns:a16="http://schemas.microsoft.com/office/drawing/2014/main" id="{40D3B112-918C-BA25-5309-C7921FFE1302}"/>
                    </a:ext>
                  </a:extLst>
                </p:cNvPr>
                <p:cNvSpPr/>
                <p:nvPr/>
              </p:nvSpPr>
              <p:spPr>
                <a:xfrm>
                  <a:off x="1740733" y="2687126"/>
                  <a:ext cx="129806" cy="2470162"/>
                </a:xfrm>
                <a:prstGeom prst="rect">
                  <a:avLst/>
                </a:prstGeom>
                <a:solidFill>
                  <a:srgbClr val="28BECD"/>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16" name="Прямоугольник 115">
                  <a:extLst>
                    <a:ext uri="{FF2B5EF4-FFF2-40B4-BE49-F238E27FC236}">
                      <a16:creationId xmlns:a16="http://schemas.microsoft.com/office/drawing/2014/main" id="{E3057FE5-3A27-6978-E5EE-E9C15F707D12}"/>
                    </a:ext>
                  </a:extLst>
                </p:cNvPr>
                <p:cNvSpPr/>
                <p:nvPr/>
              </p:nvSpPr>
              <p:spPr>
                <a:xfrm>
                  <a:off x="1740733" y="3372189"/>
                  <a:ext cx="129803" cy="1791495"/>
                </a:xfrm>
                <a:prstGeom prst="rect">
                  <a:avLst/>
                </a:prstGeom>
                <a:solidFill>
                  <a:srgbClr val="398ACB"/>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117" name="Группа 116">
                <a:extLst>
                  <a:ext uri="{FF2B5EF4-FFF2-40B4-BE49-F238E27FC236}">
                    <a16:creationId xmlns:a16="http://schemas.microsoft.com/office/drawing/2014/main" id="{BBEB60B4-523A-9B57-68A2-4D5CA63DCF00}"/>
                  </a:ext>
                </a:extLst>
              </p:cNvPr>
              <p:cNvGrpSpPr/>
              <p:nvPr/>
            </p:nvGrpSpPr>
            <p:grpSpPr>
              <a:xfrm>
                <a:off x="5576497" y="2687126"/>
                <a:ext cx="129806" cy="2476559"/>
                <a:chOff x="1740733" y="2687126"/>
                <a:chExt cx="129806" cy="2476559"/>
              </a:xfrm>
            </p:grpSpPr>
            <p:sp>
              <p:nvSpPr>
                <p:cNvPr id="118" name="Прямоугольник 117">
                  <a:extLst>
                    <a:ext uri="{FF2B5EF4-FFF2-40B4-BE49-F238E27FC236}">
                      <a16:creationId xmlns:a16="http://schemas.microsoft.com/office/drawing/2014/main" id="{6CF3B83D-9EE9-2F6B-29BD-B8EFC0678D79}"/>
                    </a:ext>
                  </a:extLst>
                </p:cNvPr>
                <p:cNvSpPr/>
                <p:nvPr/>
              </p:nvSpPr>
              <p:spPr>
                <a:xfrm>
                  <a:off x="1740733" y="2687126"/>
                  <a:ext cx="129806" cy="2470162"/>
                </a:xfrm>
                <a:prstGeom prst="rect">
                  <a:avLst/>
                </a:prstGeom>
                <a:solidFill>
                  <a:srgbClr val="28BECD"/>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19" name="Прямоугольник 118">
                  <a:extLst>
                    <a:ext uri="{FF2B5EF4-FFF2-40B4-BE49-F238E27FC236}">
                      <a16:creationId xmlns:a16="http://schemas.microsoft.com/office/drawing/2014/main" id="{2CE05D2F-49D6-F58F-F2A5-FA488BE640E7}"/>
                    </a:ext>
                  </a:extLst>
                </p:cNvPr>
                <p:cNvSpPr/>
                <p:nvPr/>
              </p:nvSpPr>
              <p:spPr>
                <a:xfrm>
                  <a:off x="1740733" y="3347361"/>
                  <a:ext cx="129803" cy="1816324"/>
                </a:xfrm>
                <a:prstGeom prst="rect">
                  <a:avLst/>
                </a:prstGeom>
                <a:solidFill>
                  <a:srgbClr val="398ACB"/>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cxnSp>
            <p:nvCxnSpPr>
              <p:cNvPr id="121" name="Прямая со стрелкой 120">
                <a:extLst>
                  <a:ext uri="{FF2B5EF4-FFF2-40B4-BE49-F238E27FC236}">
                    <a16:creationId xmlns:a16="http://schemas.microsoft.com/office/drawing/2014/main" id="{D3E00F26-F499-A3F6-B156-11F19FD33896}"/>
                  </a:ext>
                </a:extLst>
              </p:cNvPr>
              <p:cNvCxnSpPr>
                <a:cxnSpLocks/>
              </p:cNvCxnSpPr>
              <p:nvPr/>
            </p:nvCxnSpPr>
            <p:spPr>
              <a:xfrm flipV="1">
                <a:off x="1732724" y="3013990"/>
                <a:ext cx="3936202" cy="612925"/>
              </a:xfrm>
              <a:prstGeom prst="straightConnector1">
                <a:avLst/>
              </a:prstGeom>
              <a:ln w="53975" cap="rnd">
                <a:solidFill>
                  <a:srgbClr val="FF0000"/>
                </a:solidFill>
                <a:round/>
                <a:tailEnd type="triangle"/>
              </a:ln>
            </p:spPr>
            <p:style>
              <a:lnRef idx="1">
                <a:schemeClr val="accent1"/>
              </a:lnRef>
              <a:fillRef idx="0">
                <a:schemeClr val="accent1"/>
              </a:fillRef>
              <a:effectRef idx="0">
                <a:schemeClr val="accent1"/>
              </a:effectRef>
              <a:fontRef idx="minor">
                <a:schemeClr val="tx1"/>
              </a:fontRef>
            </p:style>
          </p:cxnSp>
        </p:grpSp>
        <p:sp>
          <p:nvSpPr>
            <p:cNvPr id="17" name="TextBox 16"/>
            <p:cNvSpPr txBox="1"/>
            <p:nvPr/>
          </p:nvSpPr>
          <p:spPr>
            <a:xfrm>
              <a:off x="2138926" y="5451075"/>
              <a:ext cx="2864887" cy="25391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5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Месяцы от начала выписки лекарства</a:t>
              </a:r>
            </a:p>
          </p:txBody>
        </p:sp>
        <p:sp>
          <p:nvSpPr>
            <p:cNvPr id="38" name="TextBox 37">
              <a:extLst>
                <a:ext uri="{FF2B5EF4-FFF2-40B4-BE49-F238E27FC236}">
                  <a16:creationId xmlns:a16="http://schemas.microsoft.com/office/drawing/2014/main" id="{5EB3EC7D-8A8D-CF0D-274E-C21FC464FC6A}"/>
                </a:ext>
              </a:extLst>
            </p:cNvPr>
            <p:cNvSpPr txBox="1"/>
            <p:nvPr/>
          </p:nvSpPr>
          <p:spPr>
            <a:xfrm rot="16200000">
              <a:off x="6189" y="3573807"/>
              <a:ext cx="1907895"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Количество участников</a:t>
              </a:r>
            </a:p>
          </p:txBody>
        </p:sp>
        <p:grpSp>
          <p:nvGrpSpPr>
            <p:cNvPr id="182" name="Группа 181">
              <a:extLst>
                <a:ext uri="{FF2B5EF4-FFF2-40B4-BE49-F238E27FC236}">
                  <a16:creationId xmlns:a16="http://schemas.microsoft.com/office/drawing/2014/main" id="{53833AF5-24A6-BB7E-D137-194950A35BD4}"/>
                </a:ext>
              </a:extLst>
            </p:cNvPr>
            <p:cNvGrpSpPr/>
            <p:nvPr/>
          </p:nvGrpSpPr>
          <p:grpSpPr>
            <a:xfrm>
              <a:off x="3574295" y="5737060"/>
              <a:ext cx="2624405" cy="430887"/>
              <a:chOff x="3638727" y="5832138"/>
              <a:chExt cx="2624405" cy="430887"/>
            </a:xfrm>
          </p:grpSpPr>
          <p:sp>
            <p:nvSpPr>
              <p:cNvPr id="33" name="TextBox 32">
                <a:extLst>
                  <a:ext uri="{FF2B5EF4-FFF2-40B4-BE49-F238E27FC236}">
                    <a16:creationId xmlns:a16="http://schemas.microsoft.com/office/drawing/2014/main" id="{595803DE-1FE5-848C-6945-1457B6C136CD}"/>
                  </a:ext>
                </a:extLst>
              </p:cNvPr>
              <p:cNvSpPr txBox="1"/>
              <p:nvPr/>
            </p:nvSpPr>
            <p:spPr>
              <a:xfrm>
                <a:off x="3733272" y="5832138"/>
                <a:ext cx="2529860"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Фиксированная комбинация</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Монотерапия</a:t>
                </a:r>
                <a:endPar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41" name="Прямоугольник 40">
                <a:extLst>
                  <a:ext uri="{FF2B5EF4-FFF2-40B4-BE49-F238E27FC236}">
                    <a16:creationId xmlns:a16="http://schemas.microsoft.com/office/drawing/2014/main" id="{BCFA9B46-FCD4-AD13-8F89-DDDFD95D98C7}"/>
                  </a:ext>
                </a:extLst>
              </p:cNvPr>
              <p:cNvSpPr/>
              <p:nvPr/>
            </p:nvSpPr>
            <p:spPr>
              <a:xfrm>
                <a:off x="3638727" y="5917234"/>
                <a:ext cx="94546" cy="94546"/>
              </a:xfrm>
              <a:prstGeom prst="rect">
                <a:avLst/>
              </a:prstGeom>
              <a:solidFill>
                <a:srgbClr val="398ACB"/>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42" name="Прямоугольник 41">
                <a:extLst>
                  <a:ext uri="{FF2B5EF4-FFF2-40B4-BE49-F238E27FC236}">
                    <a16:creationId xmlns:a16="http://schemas.microsoft.com/office/drawing/2014/main" id="{16FAE184-0226-AD9F-B396-4FD11EB0CFCF}"/>
                  </a:ext>
                </a:extLst>
              </p:cNvPr>
              <p:cNvSpPr/>
              <p:nvPr/>
            </p:nvSpPr>
            <p:spPr>
              <a:xfrm>
                <a:off x="3638727" y="6083878"/>
                <a:ext cx="94546" cy="94546"/>
              </a:xfrm>
              <a:prstGeom prst="rect">
                <a:avLst/>
              </a:prstGeom>
              <a:solidFill>
                <a:srgbClr val="28BECD"/>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43" name="Группа 42">
              <a:extLst>
                <a:ext uri="{FF2B5EF4-FFF2-40B4-BE49-F238E27FC236}">
                  <a16:creationId xmlns:a16="http://schemas.microsoft.com/office/drawing/2014/main" id="{DE2BB224-5E6A-8921-61AC-6A6C6E50E52B}"/>
                </a:ext>
              </a:extLst>
            </p:cNvPr>
            <p:cNvGrpSpPr/>
            <p:nvPr/>
          </p:nvGrpSpPr>
          <p:grpSpPr>
            <a:xfrm>
              <a:off x="1157672" y="2592911"/>
              <a:ext cx="4692971" cy="2813609"/>
              <a:chOff x="1531610" y="2380164"/>
              <a:chExt cx="5209397" cy="3500033"/>
            </a:xfrm>
          </p:grpSpPr>
          <p:sp>
            <p:nvSpPr>
              <p:cNvPr id="44" name="Line 16">
                <a:extLst>
                  <a:ext uri="{FF2B5EF4-FFF2-40B4-BE49-F238E27FC236}">
                    <a16:creationId xmlns:a16="http://schemas.microsoft.com/office/drawing/2014/main" id="{E0085B7A-CEA2-C8A5-2EC2-F95C3DCAAD1E}"/>
                  </a:ext>
                </a:extLst>
              </p:cNvPr>
              <p:cNvSpPr>
                <a:spLocks noChangeShapeType="1"/>
              </p:cNvSpPr>
              <p:nvPr>
                <p:custDataLst>
                  <p:tags r:id="rId37"/>
                </p:custDataLst>
              </p:nvPr>
            </p:nvSpPr>
            <p:spPr bwMode="auto">
              <a:xfrm flipH="1" flipV="1">
                <a:off x="1984122" y="5579384"/>
                <a:ext cx="4756885"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45" name="Textfeld 261">
                <a:extLst>
                  <a:ext uri="{FF2B5EF4-FFF2-40B4-BE49-F238E27FC236}">
                    <a16:creationId xmlns:a16="http://schemas.microsoft.com/office/drawing/2014/main" id="{010FD49B-B698-A2C8-4AA2-62B6D3FF8FB3}"/>
                  </a:ext>
                </a:extLst>
              </p:cNvPr>
              <p:cNvSpPr txBox="1"/>
              <p:nvPr>
                <p:custDataLst>
                  <p:tags r:id="rId38"/>
                </p:custDataLst>
              </p:nvPr>
            </p:nvSpPr>
            <p:spPr bwMode="gray">
              <a:xfrm>
                <a:off x="1540275" y="4711037"/>
                <a:ext cx="291821" cy="172288"/>
              </a:xfrm>
              <a:prstGeom prst="rect">
                <a:avLst/>
              </a:prstGeom>
              <a:noFill/>
              <a:ln/>
            </p:spPr>
            <p:txBody>
              <a:bodyPr wrap="none" lIns="0" tIns="0" rIns="0" bIns="0" rtlCol="0">
                <a:spAutoFit/>
              </a:bodyPr>
              <a:lstStyle/>
              <a:p>
                <a:pPr marL="0" marR="0" lvl="0" indent="0" algn="r" defTabSz="914400" rtl="0" eaLnBrk="1" fontAlgn="auto" latinLnBrk="0" hangingPunct="1">
                  <a:lnSpc>
                    <a:spcPct val="100000"/>
                  </a:lnSpc>
                  <a:spcBef>
                    <a:spcPts val="300"/>
                  </a:spcBef>
                  <a:spcAft>
                    <a:spcPts val="300"/>
                  </a:spcAft>
                  <a:buClr>
                    <a:srgbClr val="52328F"/>
                  </a:buClr>
                  <a:buSzTx/>
                  <a:buFontTx/>
                  <a:buNone/>
                  <a:tabLst/>
                  <a:defRPr/>
                </a:pPr>
                <a:r>
                  <a:rPr kumimoji="0" lang="ru-RU" sz="9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0,25</a:t>
                </a:r>
              </a:p>
            </p:txBody>
          </p:sp>
          <p:sp>
            <p:nvSpPr>
              <p:cNvPr id="46" name="Textfeld 262">
                <a:extLst>
                  <a:ext uri="{FF2B5EF4-FFF2-40B4-BE49-F238E27FC236}">
                    <a16:creationId xmlns:a16="http://schemas.microsoft.com/office/drawing/2014/main" id="{8D12573C-A278-0CA3-D7F4-E5900AE81F26}"/>
                  </a:ext>
                </a:extLst>
              </p:cNvPr>
              <p:cNvSpPr txBox="1"/>
              <p:nvPr>
                <p:custDataLst>
                  <p:tags r:id="rId39"/>
                </p:custDataLst>
              </p:nvPr>
            </p:nvSpPr>
            <p:spPr bwMode="gray">
              <a:xfrm>
                <a:off x="1540276" y="5398426"/>
                <a:ext cx="291821" cy="172288"/>
              </a:xfrm>
              <a:prstGeom prst="rect">
                <a:avLst/>
              </a:prstGeom>
              <a:noFill/>
              <a:ln/>
            </p:spPr>
            <p:txBody>
              <a:bodyPr wrap="none" lIns="0" tIns="0" rIns="0" bIns="0" rtlCol="0">
                <a:spAutoFit/>
              </a:bodyPr>
              <a:lstStyle/>
              <a:p>
                <a:pPr marL="0" marR="0" lvl="0" indent="0" algn="r" defTabSz="914400" rtl="0" eaLnBrk="1" fontAlgn="auto" latinLnBrk="0" hangingPunct="1">
                  <a:lnSpc>
                    <a:spcPct val="100000"/>
                  </a:lnSpc>
                  <a:spcBef>
                    <a:spcPts val="300"/>
                  </a:spcBef>
                  <a:spcAft>
                    <a:spcPts val="300"/>
                  </a:spcAft>
                  <a:buClr>
                    <a:srgbClr val="52328F"/>
                  </a:buClr>
                  <a:buSzTx/>
                  <a:buFontTx/>
                  <a:buNone/>
                  <a:tabLst/>
                  <a:defRPr/>
                </a:pPr>
                <a:r>
                  <a:rPr kumimoji="0" lang="ru-RU" sz="9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0,00</a:t>
                </a:r>
              </a:p>
            </p:txBody>
          </p:sp>
          <p:sp>
            <p:nvSpPr>
              <p:cNvPr id="47" name="Textfeld 263">
                <a:extLst>
                  <a:ext uri="{FF2B5EF4-FFF2-40B4-BE49-F238E27FC236}">
                    <a16:creationId xmlns:a16="http://schemas.microsoft.com/office/drawing/2014/main" id="{8EE5EE1F-DDE6-1FD9-7576-30BA0D8F78C1}"/>
                  </a:ext>
                </a:extLst>
              </p:cNvPr>
              <p:cNvSpPr txBox="1"/>
              <p:nvPr>
                <p:custDataLst>
                  <p:tags r:id="rId40"/>
                </p:custDataLst>
              </p:nvPr>
            </p:nvSpPr>
            <p:spPr bwMode="gray">
              <a:xfrm>
                <a:off x="1540273" y="3953696"/>
                <a:ext cx="291821" cy="172288"/>
              </a:xfrm>
              <a:prstGeom prst="rect">
                <a:avLst/>
              </a:prstGeom>
              <a:noFill/>
              <a:ln/>
            </p:spPr>
            <p:txBody>
              <a:bodyPr wrap="none" lIns="0" tIns="0" rIns="0" bIns="0" rtlCol="0">
                <a:spAutoFit/>
              </a:bodyPr>
              <a:lstStyle/>
              <a:p>
                <a:pPr marL="0" marR="0" lvl="0" indent="0" algn="r" defTabSz="914400" rtl="0" eaLnBrk="1" fontAlgn="auto" latinLnBrk="0" hangingPunct="1">
                  <a:lnSpc>
                    <a:spcPct val="100000"/>
                  </a:lnSpc>
                  <a:spcBef>
                    <a:spcPts val="300"/>
                  </a:spcBef>
                  <a:spcAft>
                    <a:spcPts val="300"/>
                  </a:spcAft>
                  <a:buClr>
                    <a:srgbClr val="52328F"/>
                  </a:buClr>
                  <a:buSzTx/>
                  <a:buFontTx/>
                  <a:buNone/>
                  <a:tabLst/>
                  <a:defRPr/>
                </a:pPr>
                <a:r>
                  <a:rPr kumimoji="0" lang="ru-RU" sz="9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0,50</a:t>
                </a:r>
              </a:p>
            </p:txBody>
          </p:sp>
          <p:sp>
            <p:nvSpPr>
              <p:cNvPr id="48" name="Textfeld 264">
                <a:extLst>
                  <a:ext uri="{FF2B5EF4-FFF2-40B4-BE49-F238E27FC236}">
                    <a16:creationId xmlns:a16="http://schemas.microsoft.com/office/drawing/2014/main" id="{2C61F6B1-1969-C627-5721-4D3C56EEAD4C}"/>
                  </a:ext>
                </a:extLst>
              </p:cNvPr>
              <p:cNvSpPr txBox="1"/>
              <p:nvPr>
                <p:custDataLst>
                  <p:tags r:id="rId41"/>
                </p:custDataLst>
              </p:nvPr>
            </p:nvSpPr>
            <p:spPr bwMode="gray">
              <a:xfrm>
                <a:off x="1532897" y="3177271"/>
                <a:ext cx="291821" cy="172288"/>
              </a:xfrm>
              <a:prstGeom prst="rect">
                <a:avLst/>
              </a:prstGeom>
              <a:noFill/>
              <a:ln/>
            </p:spPr>
            <p:txBody>
              <a:bodyPr wrap="none" lIns="0" tIns="0" rIns="0" bIns="0" rtlCol="0">
                <a:spAutoFit/>
              </a:bodyPr>
              <a:lstStyle/>
              <a:p>
                <a:pPr marL="0" marR="0" lvl="0" indent="0" algn="r" defTabSz="914400" rtl="0" eaLnBrk="1" fontAlgn="auto" latinLnBrk="0" hangingPunct="1">
                  <a:lnSpc>
                    <a:spcPct val="100000"/>
                  </a:lnSpc>
                  <a:spcBef>
                    <a:spcPts val="300"/>
                  </a:spcBef>
                  <a:spcAft>
                    <a:spcPts val="300"/>
                  </a:spcAft>
                  <a:buClr>
                    <a:srgbClr val="52328F"/>
                  </a:buClr>
                  <a:buSzTx/>
                  <a:buFontTx/>
                  <a:buNone/>
                  <a:tabLst/>
                  <a:defRPr/>
                </a:pPr>
                <a:r>
                  <a:rPr kumimoji="0" lang="ru-RU" sz="9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0,75</a:t>
                </a:r>
              </a:p>
            </p:txBody>
          </p:sp>
          <p:sp>
            <p:nvSpPr>
              <p:cNvPr id="49" name="Line 16">
                <a:extLst>
                  <a:ext uri="{FF2B5EF4-FFF2-40B4-BE49-F238E27FC236}">
                    <a16:creationId xmlns:a16="http://schemas.microsoft.com/office/drawing/2014/main" id="{3723CCCD-256F-6F3B-9D12-C45A14B8E5B3}"/>
                  </a:ext>
                </a:extLst>
              </p:cNvPr>
              <p:cNvSpPr>
                <a:spLocks noChangeShapeType="1"/>
              </p:cNvSpPr>
              <p:nvPr>
                <p:custDataLst>
                  <p:tags r:id="rId42"/>
                </p:custDataLst>
              </p:nvPr>
            </p:nvSpPr>
            <p:spPr bwMode="auto">
              <a:xfrm>
                <a:off x="1984123" y="2380164"/>
                <a:ext cx="0" cy="3197951"/>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50" name="Textfeld 254">
                <a:extLst>
                  <a:ext uri="{FF2B5EF4-FFF2-40B4-BE49-F238E27FC236}">
                    <a16:creationId xmlns:a16="http://schemas.microsoft.com/office/drawing/2014/main" id="{BAAC6A55-E219-3695-610A-FC9E37A4B790}"/>
                  </a:ext>
                </a:extLst>
              </p:cNvPr>
              <p:cNvSpPr txBox="1"/>
              <p:nvPr>
                <p:custDataLst>
                  <p:tags r:id="rId43"/>
                </p:custDataLst>
              </p:nvPr>
            </p:nvSpPr>
            <p:spPr bwMode="gray">
              <a:xfrm>
                <a:off x="2138138" y="5640068"/>
                <a:ext cx="120999" cy="229718"/>
              </a:xfrm>
              <a:prstGeom prst="rect">
                <a:avLst/>
              </a:prstGeom>
              <a:noFill/>
              <a:ln/>
            </p:spPr>
            <p:txBody>
              <a:bodyPr wrap="none" lIns="0" tIns="0" rIns="0" bIns="0" rtlCol="0">
                <a:spAutoFit/>
              </a:bodyPr>
              <a:lstStyle/>
              <a:p>
                <a:pPr marL="0" marR="0" lvl="0" indent="0" algn="l"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1</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51" name="Textfeld 277">
                <a:extLst>
                  <a:ext uri="{FF2B5EF4-FFF2-40B4-BE49-F238E27FC236}">
                    <a16:creationId xmlns:a16="http://schemas.microsoft.com/office/drawing/2014/main" id="{529B120B-BD1A-97C5-EFEA-016AC2067A3E}"/>
                  </a:ext>
                </a:extLst>
              </p:cNvPr>
              <p:cNvSpPr txBox="1"/>
              <p:nvPr>
                <p:custDataLst>
                  <p:tags r:id="rId44"/>
                </p:custDataLst>
              </p:nvPr>
            </p:nvSpPr>
            <p:spPr bwMode="gray">
              <a:xfrm>
                <a:off x="1531610" y="2424340"/>
                <a:ext cx="291821" cy="172288"/>
              </a:xfrm>
              <a:prstGeom prst="rect">
                <a:avLst/>
              </a:prstGeom>
              <a:noFill/>
              <a:ln/>
            </p:spPr>
            <p:txBody>
              <a:bodyPr wrap="none" lIns="0" tIns="0" rIns="0" bIns="0" rtlCol="0">
                <a:spAutoFit/>
              </a:bodyPr>
              <a:lstStyle/>
              <a:p>
                <a:pPr marL="0" marR="0" lvl="0" indent="0" algn="r" defTabSz="914400" rtl="0" eaLnBrk="1" fontAlgn="auto" latinLnBrk="0" hangingPunct="1">
                  <a:lnSpc>
                    <a:spcPct val="100000"/>
                  </a:lnSpc>
                  <a:spcBef>
                    <a:spcPts val="300"/>
                  </a:spcBef>
                  <a:spcAft>
                    <a:spcPts val="300"/>
                  </a:spcAft>
                  <a:buClr>
                    <a:srgbClr val="52328F"/>
                  </a:buClr>
                  <a:buSzTx/>
                  <a:buFontTx/>
                  <a:buNone/>
                  <a:tabLst/>
                  <a:defRPr/>
                </a:pPr>
                <a:r>
                  <a:rPr kumimoji="0" lang="ru-RU" sz="9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1,00</a:t>
                </a:r>
              </a:p>
            </p:txBody>
          </p:sp>
          <p:grpSp>
            <p:nvGrpSpPr>
              <p:cNvPr id="52" name="Группа 51">
                <a:extLst>
                  <a:ext uri="{FF2B5EF4-FFF2-40B4-BE49-F238E27FC236}">
                    <a16:creationId xmlns:a16="http://schemas.microsoft.com/office/drawing/2014/main" id="{3987D4A2-B7EC-622E-4FAE-9A87650E9730}"/>
                  </a:ext>
                </a:extLst>
              </p:cNvPr>
              <p:cNvGrpSpPr/>
              <p:nvPr/>
            </p:nvGrpSpPr>
            <p:grpSpPr>
              <a:xfrm>
                <a:off x="1857829" y="2513376"/>
                <a:ext cx="129561" cy="3064738"/>
                <a:chOff x="1827471" y="2513376"/>
                <a:chExt cx="159920" cy="3064738"/>
              </a:xfrm>
            </p:grpSpPr>
            <p:sp>
              <p:nvSpPr>
                <p:cNvPr id="77" name="Line 49">
                  <a:extLst>
                    <a:ext uri="{FF2B5EF4-FFF2-40B4-BE49-F238E27FC236}">
                      <a16:creationId xmlns:a16="http://schemas.microsoft.com/office/drawing/2014/main" id="{6D1CF04B-C9C2-0C40-F665-84309D3544F7}"/>
                    </a:ext>
                  </a:extLst>
                </p:cNvPr>
                <p:cNvSpPr>
                  <a:spLocks noChangeShapeType="1"/>
                </p:cNvSpPr>
                <p:nvPr>
                  <p:custDataLst>
                    <p:tags r:id="rId68"/>
                  </p:custDataLst>
                </p:nvPr>
              </p:nvSpPr>
              <p:spPr bwMode="auto">
                <a:xfrm>
                  <a:off x="1828758" y="5578114"/>
                  <a:ext cx="155364"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78" name="Line 49">
                  <a:extLst>
                    <a:ext uri="{FF2B5EF4-FFF2-40B4-BE49-F238E27FC236}">
                      <a16:creationId xmlns:a16="http://schemas.microsoft.com/office/drawing/2014/main" id="{0E5CFA3A-CDFA-A448-446E-FA9DE01C4F1A}"/>
                    </a:ext>
                  </a:extLst>
                </p:cNvPr>
                <p:cNvSpPr>
                  <a:spLocks noChangeShapeType="1"/>
                </p:cNvSpPr>
                <p:nvPr>
                  <p:custDataLst>
                    <p:tags r:id="rId69"/>
                  </p:custDataLst>
                </p:nvPr>
              </p:nvSpPr>
              <p:spPr bwMode="auto">
                <a:xfrm>
                  <a:off x="1828758" y="4800302"/>
                  <a:ext cx="158633"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79" name="Line 49">
                  <a:extLst>
                    <a:ext uri="{FF2B5EF4-FFF2-40B4-BE49-F238E27FC236}">
                      <a16:creationId xmlns:a16="http://schemas.microsoft.com/office/drawing/2014/main" id="{DA3F451C-2E01-4B5C-D069-B976D700E6F9}"/>
                    </a:ext>
                  </a:extLst>
                </p:cNvPr>
                <p:cNvSpPr>
                  <a:spLocks noChangeShapeType="1"/>
                </p:cNvSpPr>
                <p:nvPr>
                  <p:custDataLst>
                    <p:tags r:id="rId70"/>
                  </p:custDataLst>
                </p:nvPr>
              </p:nvSpPr>
              <p:spPr bwMode="auto">
                <a:xfrm>
                  <a:off x="1828758" y="4040835"/>
                  <a:ext cx="158633"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80" name="Line 49">
                  <a:extLst>
                    <a:ext uri="{FF2B5EF4-FFF2-40B4-BE49-F238E27FC236}">
                      <a16:creationId xmlns:a16="http://schemas.microsoft.com/office/drawing/2014/main" id="{A3AA9753-DEFB-F2E7-FDA1-29056845FD0E}"/>
                    </a:ext>
                  </a:extLst>
                </p:cNvPr>
                <p:cNvSpPr>
                  <a:spLocks noChangeShapeType="1"/>
                </p:cNvSpPr>
                <p:nvPr>
                  <p:custDataLst>
                    <p:tags r:id="rId71"/>
                  </p:custDataLst>
                </p:nvPr>
              </p:nvSpPr>
              <p:spPr bwMode="auto">
                <a:xfrm>
                  <a:off x="1828758" y="3266307"/>
                  <a:ext cx="158633"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81" name="Line 49">
                  <a:extLst>
                    <a:ext uri="{FF2B5EF4-FFF2-40B4-BE49-F238E27FC236}">
                      <a16:creationId xmlns:a16="http://schemas.microsoft.com/office/drawing/2014/main" id="{AE099B89-E5B4-7208-C3B7-F28701D40122}"/>
                    </a:ext>
                  </a:extLst>
                </p:cNvPr>
                <p:cNvSpPr>
                  <a:spLocks noChangeShapeType="1"/>
                </p:cNvSpPr>
                <p:nvPr>
                  <p:custDataLst>
                    <p:tags r:id="rId72"/>
                  </p:custDataLst>
                </p:nvPr>
              </p:nvSpPr>
              <p:spPr bwMode="auto">
                <a:xfrm>
                  <a:off x="1827471" y="2513376"/>
                  <a:ext cx="158633"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sp>
            <p:nvSpPr>
              <p:cNvPr id="53" name="Textfeld 254">
                <a:extLst>
                  <a:ext uri="{FF2B5EF4-FFF2-40B4-BE49-F238E27FC236}">
                    <a16:creationId xmlns:a16="http://schemas.microsoft.com/office/drawing/2014/main" id="{B18497CE-1005-0580-65A1-2E9B0682F33C}"/>
                  </a:ext>
                </a:extLst>
              </p:cNvPr>
              <p:cNvSpPr txBox="1"/>
              <p:nvPr>
                <p:custDataLst>
                  <p:tags r:id="rId45"/>
                </p:custDataLst>
              </p:nvPr>
            </p:nvSpPr>
            <p:spPr bwMode="gray">
              <a:xfrm>
                <a:off x="2519269" y="5650479"/>
                <a:ext cx="120999" cy="229718"/>
              </a:xfrm>
              <a:prstGeom prst="rect">
                <a:avLst/>
              </a:prstGeom>
              <a:noFill/>
              <a:ln/>
            </p:spPr>
            <p:txBody>
              <a:bodyPr wrap="none" lIns="0" tIns="0" rIns="0" bIns="0" rtlCol="0">
                <a:spAutoFit/>
              </a:bodyPr>
              <a:lstStyle/>
              <a:p>
                <a:pPr marL="0" marR="0" lvl="0" indent="0" algn="l"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2</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54" name="Textfeld 254">
                <a:extLst>
                  <a:ext uri="{FF2B5EF4-FFF2-40B4-BE49-F238E27FC236}">
                    <a16:creationId xmlns:a16="http://schemas.microsoft.com/office/drawing/2014/main" id="{81B3C945-97F9-C798-81EF-C5E175AFD214}"/>
                  </a:ext>
                </a:extLst>
              </p:cNvPr>
              <p:cNvSpPr txBox="1"/>
              <p:nvPr>
                <p:custDataLst>
                  <p:tags r:id="rId46"/>
                </p:custDataLst>
              </p:nvPr>
            </p:nvSpPr>
            <p:spPr bwMode="gray">
              <a:xfrm>
                <a:off x="2898907" y="5650479"/>
                <a:ext cx="120999" cy="229718"/>
              </a:xfrm>
              <a:prstGeom prst="rect">
                <a:avLst/>
              </a:prstGeom>
              <a:noFill/>
              <a:ln/>
            </p:spPr>
            <p:txBody>
              <a:bodyPr wrap="none" lIns="0" tIns="0" rIns="0" bIns="0" rtlCol="0">
                <a:spAutoFit/>
              </a:bodyPr>
              <a:lstStyle/>
              <a:p>
                <a:pPr marL="0" marR="0" lvl="0" indent="0" algn="l"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3</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55" name="Textfeld 254">
                <a:extLst>
                  <a:ext uri="{FF2B5EF4-FFF2-40B4-BE49-F238E27FC236}">
                    <a16:creationId xmlns:a16="http://schemas.microsoft.com/office/drawing/2014/main" id="{9F269EAB-8D1F-3C9E-8E0F-BE93F3993D95}"/>
                  </a:ext>
                </a:extLst>
              </p:cNvPr>
              <p:cNvSpPr txBox="1"/>
              <p:nvPr>
                <p:custDataLst>
                  <p:tags r:id="rId47"/>
                </p:custDataLst>
              </p:nvPr>
            </p:nvSpPr>
            <p:spPr bwMode="gray">
              <a:xfrm>
                <a:off x="3274155" y="5650479"/>
                <a:ext cx="120999" cy="229718"/>
              </a:xfrm>
              <a:prstGeom prst="rect">
                <a:avLst/>
              </a:prstGeom>
              <a:noFill/>
              <a:ln/>
            </p:spPr>
            <p:txBody>
              <a:bodyPr wrap="none" lIns="0" tIns="0" rIns="0" bIns="0" rtlCol="0">
                <a:spAutoFit/>
              </a:bodyPr>
              <a:lstStyle/>
              <a:p>
                <a:pPr marL="0" marR="0" lvl="0" indent="0" algn="l"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4</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56" name="Textfeld 254">
                <a:extLst>
                  <a:ext uri="{FF2B5EF4-FFF2-40B4-BE49-F238E27FC236}">
                    <a16:creationId xmlns:a16="http://schemas.microsoft.com/office/drawing/2014/main" id="{8368AF9A-87F4-DBCE-E9DB-7FE7A301AEC4}"/>
                  </a:ext>
                </a:extLst>
              </p:cNvPr>
              <p:cNvSpPr txBox="1"/>
              <p:nvPr>
                <p:custDataLst>
                  <p:tags r:id="rId48"/>
                </p:custDataLst>
              </p:nvPr>
            </p:nvSpPr>
            <p:spPr bwMode="gray">
              <a:xfrm>
                <a:off x="3679090" y="5650479"/>
                <a:ext cx="120999" cy="229718"/>
              </a:xfrm>
              <a:prstGeom prst="rect">
                <a:avLst/>
              </a:prstGeom>
              <a:noFill/>
              <a:ln/>
            </p:spPr>
            <p:txBody>
              <a:bodyPr wrap="none" lIns="0" tIns="0" rIns="0" bIns="0" rtlCol="0">
                <a:spAutoFit/>
              </a:bodyPr>
              <a:lstStyle/>
              <a:p>
                <a:pPr marL="0" marR="0" lvl="0" indent="0" algn="l"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5</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57" name="Textfeld 254">
                <a:extLst>
                  <a:ext uri="{FF2B5EF4-FFF2-40B4-BE49-F238E27FC236}">
                    <a16:creationId xmlns:a16="http://schemas.microsoft.com/office/drawing/2014/main" id="{FAA1D542-D559-F20B-16A5-282BE30C2F3F}"/>
                  </a:ext>
                </a:extLst>
              </p:cNvPr>
              <p:cNvSpPr txBox="1"/>
              <p:nvPr>
                <p:custDataLst>
                  <p:tags r:id="rId49"/>
                </p:custDataLst>
              </p:nvPr>
            </p:nvSpPr>
            <p:spPr bwMode="gray">
              <a:xfrm>
                <a:off x="4072620" y="5650479"/>
                <a:ext cx="120999" cy="229718"/>
              </a:xfrm>
              <a:prstGeom prst="rect">
                <a:avLst/>
              </a:prstGeom>
              <a:noFill/>
              <a:ln/>
            </p:spPr>
            <p:txBody>
              <a:bodyPr wrap="none" lIns="0" tIns="0" rIns="0" bIns="0" rtlCol="0">
                <a:spAutoFit/>
              </a:bodyPr>
              <a:lstStyle/>
              <a:p>
                <a:pPr marL="0" marR="0" lvl="0" indent="0" algn="l"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6</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58" name="Textfeld 254">
                <a:extLst>
                  <a:ext uri="{FF2B5EF4-FFF2-40B4-BE49-F238E27FC236}">
                    <a16:creationId xmlns:a16="http://schemas.microsoft.com/office/drawing/2014/main" id="{7668E03E-0702-64F4-B4F9-72600BD61451}"/>
                  </a:ext>
                </a:extLst>
              </p:cNvPr>
              <p:cNvSpPr txBox="1"/>
              <p:nvPr>
                <p:custDataLst>
                  <p:tags r:id="rId50"/>
                </p:custDataLst>
              </p:nvPr>
            </p:nvSpPr>
            <p:spPr bwMode="gray">
              <a:xfrm>
                <a:off x="4479853" y="5650479"/>
                <a:ext cx="120999" cy="229718"/>
              </a:xfrm>
              <a:prstGeom prst="rect">
                <a:avLst/>
              </a:prstGeom>
              <a:noFill/>
              <a:ln/>
            </p:spPr>
            <p:txBody>
              <a:bodyPr wrap="none" lIns="0" tIns="0" rIns="0" bIns="0" rtlCol="0">
                <a:spAutoFit/>
              </a:bodyPr>
              <a:lstStyle/>
              <a:p>
                <a:pPr marL="0" marR="0" lvl="0" indent="0" algn="l"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7</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59" name="Textfeld 254">
                <a:extLst>
                  <a:ext uri="{FF2B5EF4-FFF2-40B4-BE49-F238E27FC236}">
                    <a16:creationId xmlns:a16="http://schemas.microsoft.com/office/drawing/2014/main" id="{E25F3ECB-5B56-3F18-5B7B-3636F1ED511C}"/>
                  </a:ext>
                </a:extLst>
              </p:cNvPr>
              <p:cNvSpPr txBox="1"/>
              <p:nvPr>
                <p:custDataLst>
                  <p:tags r:id="rId51"/>
                </p:custDataLst>
              </p:nvPr>
            </p:nvSpPr>
            <p:spPr bwMode="gray">
              <a:xfrm>
                <a:off x="4873258" y="5650479"/>
                <a:ext cx="120999" cy="229718"/>
              </a:xfrm>
              <a:prstGeom prst="rect">
                <a:avLst/>
              </a:prstGeom>
              <a:noFill/>
              <a:ln/>
            </p:spPr>
            <p:txBody>
              <a:bodyPr wrap="none" lIns="0" tIns="0" rIns="0" bIns="0" rtlCol="0">
                <a:spAutoFit/>
              </a:bodyPr>
              <a:lstStyle/>
              <a:p>
                <a:pPr marL="0" marR="0" lvl="0" indent="0" algn="l"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8</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60" name="Textfeld 254">
                <a:extLst>
                  <a:ext uri="{FF2B5EF4-FFF2-40B4-BE49-F238E27FC236}">
                    <a16:creationId xmlns:a16="http://schemas.microsoft.com/office/drawing/2014/main" id="{5BB61997-8D8B-1C2A-1CC1-7D242C6B2BF1}"/>
                  </a:ext>
                </a:extLst>
              </p:cNvPr>
              <p:cNvSpPr txBox="1"/>
              <p:nvPr>
                <p:custDataLst>
                  <p:tags r:id="rId52"/>
                </p:custDataLst>
              </p:nvPr>
            </p:nvSpPr>
            <p:spPr bwMode="gray">
              <a:xfrm>
                <a:off x="5288298" y="5650479"/>
                <a:ext cx="120999" cy="229718"/>
              </a:xfrm>
              <a:prstGeom prst="rect">
                <a:avLst/>
              </a:prstGeom>
              <a:noFill/>
              <a:ln/>
            </p:spPr>
            <p:txBody>
              <a:bodyPr wrap="none" lIns="0" tIns="0" rIns="0" bIns="0" rtlCol="0">
                <a:spAutoFit/>
              </a:bodyPr>
              <a:lstStyle/>
              <a:p>
                <a:pPr marL="0" marR="0" lvl="0" indent="0" algn="l"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9</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61" name="Textfeld 254">
                <a:extLst>
                  <a:ext uri="{FF2B5EF4-FFF2-40B4-BE49-F238E27FC236}">
                    <a16:creationId xmlns:a16="http://schemas.microsoft.com/office/drawing/2014/main" id="{7EFCCF65-66F4-A198-DE8B-E9274BF0C6AB}"/>
                  </a:ext>
                </a:extLst>
              </p:cNvPr>
              <p:cNvSpPr txBox="1"/>
              <p:nvPr>
                <p:custDataLst>
                  <p:tags r:id="rId53"/>
                </p:custDataLst>
              </p:nvPr>
            </p:nvSpPr>
            <p:spPr bwMode="gray">
              <a:xfrm>
                <a:off x="5639987" y="5650479"/>
                <a:ext cx="241998" cy="229718"/>
              </a:xfrm>
              <a:prstGeom prst="rect">
                <a:avLst/>
              </a:prstGeom>
              <a:noFill/>
              <a:ln/>
            </p:spPr>
            <p:txBody>
              <a:bodyPr wrap="none" lIns="0" tIns="0" rIns="0" bIns="0" rtlCol="0">
                <a:spAutoFit/>
              </a:bodyPr>
              <a:lstStyle/>
              <a:p>
                <a:pPr marL="0" marR="0" lvl="0" indent="0" algn="l"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10</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62" name="Textfeld 254">
                <a:extLst>
                  <a:ext uri="{FF2B5EF4-FFF2-40B4-BE49-F238E27FC236}">
                    <a16:creationId xmlns:a16="http://schemas.microsoft.com/office/drawing/2014/main" id="{848F933F-D5E6-B1B6-D12F-21E632FC437C}"/>
                  </a:ext>
                </a:extLst>
              </p:cNvPr>
              <p:cNvSpPr txBox="1"/>
              <p:nvPr>
                <p:custDataLst>
                  <p:tags r:id="rId54"/>
                </p:custDataLst>
              </p:nvPr>
            </p:nvSpPr>
            <p:spPr bwMode="gray">
              <a:xfrm>
                <a:off x="6021868" y="5650479"/>
                <a:ext cx="241998" cy="229718"/>
              </a:xfrm>
              <a:prstGeom prst="rect">
                <a:avLst/>
              </a:prstGeom>
              <a:noFill/>
              <a:ln/>
            </p:spPr>
            <p:txBody>
              <a:bodyPr wrap="none" lIns="0" tIns="0" rIns="0" bIns="0" rtlCol="0">
                <a:spAutoFit/>
              </a:bodyPr>
              <a:lstStyle/>
              <a:p>
                <a:pPr marL="0" marR="0" lvl="0" indent="0" algn="l"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11</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pSp>
            <p:nvGrpSpPr>
              <p:cNvPr id="63" name="Группа 62">
                <a:extLst>
                  <a:ext uri="{FF2B5EF4-FFF2-40B4-BE49-F238E27FC236}">
                    <a16:creationId xmlns:a16="http://schemas.microsoft.com/office/drawing/2014/main" id="{226FCEEE-5B7E-67F1-76E8-B110A32C223C}"/>
                  </a:ext>
                </a:extLst>
              </p:cNvPr>
              <p:cNvGrpSpPr/>
              <p:nvPr/>
            </p:nvGrpSpPr>
            <p:grpSpPr>
              <a:xfrm>
                <a:off x="2348598" y="5578115"/>
                <a:ext cx="4359268" cy="81694"/>
                <a:chOff x="2599906" y="5578115"/>
                <a:chExt cx="4356066" cy="81694"/>
              </a:xfrm>
            </p:grpSpPr>
            <p:sp>
              <p:nvSpPr>
                <p:cNvPr id="65" name="Line 49">
                  <a:extLst>
                    <a:ext uri="{FF2B5EF4-FFF2-40B4-BE49-F238E27FC236}">
                      <a16:creationId xmlns:a16="http://schemas.microsoft.com/office/drawing/2014/main" id="{9B0675EB-481D-92C8-AC75-8C1AA6D057D8}"/>
                    </a:ext>
                  </a:extLst>
                </p:cNvPr>
                <p:cNvSpPr>
                  <a:spLocks noChangeShapeType="1"/>
                </p:cNvSpPr>
                <p:nvPr>
                  <p:custDataLst>
                    <p:tags r:id="rId56"/>
                  </p:custDataLst>
                </p:nvPr>
              </p:nvSpPr>
              <p:spPr bwMode="auto">
                <a:xfrm>
                  <a:off x="2599906" y="5578115"/>
                  <a:ext cx="0" cy="81694"/>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66" name="Line 49">
                  <a:extLst>
                    <a:ext uri="{FF2B5EF4-FFF2-40B4-BE49-F238E27FC236}">
                      <a16:creationId xmlns:a16="http://schemas.microsoft.com/office/drawing/2014/main" id="{F9E996B4-3C76-0B51-F19B-F5836C5FBC6D}"/>
                    </a:ext>
                  </a:extLst>
                </p:cNvPr>
                <p:cNvSpPr>
                  <a:spLocks noChangeShapeType="1"/>
                </p:cNvSpPr>
                <p:nvPr>
                  <p:custDataLst>
                    <p:tags r:id="rId57"/>
                  </p:custDataLst>
                </p:nvPr>
              </p:nvSpPr>
              <p:spPr bwMode="auto">
                <a:xfrm>
                  <a:off x="2981037" y="5578115"/>
                  <a:ext cx="0" cy="81694"/>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67" name="Line 49">
                  <a:extLst>
                    <a:ext uri="{FF2B5EF4-FFF2-40B4-BE49-F238E27FC236}">
                      <a16:creationId xmlns:a16="http://schemas.microsoft.com/office/drawing/2014/main" id="{57A369C4-A5D5-45E0-BDB7-2FA74C871F1D}"/>
                    </a:ext>
                  </a:extLst>
                </p:cNvPr>
                <p:cNvSpPr>
                  <a:spLocks noChangeShapeType="1"/>
                </p:cNvSpPr>
                <p:nvPr>
                  <p:custDataLst>
                    <p:tags r:id="rId58"/>
                  </p:custDataLst>
                </p:nvPr>
              </p:nvSpPr>
              <p:spPr bwMode="auto">
                <a:xfrm>
                  <a:off x="3378530" y="5578115"/>
                  <a:ext cx="0" cy="81694"/>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68" name="Line 49">
                  <a:extLst>
                    <a:ext uri="{FF2B5EF4-FFF2-40B4-BE49-F238E27FC236}">
                      <a16:creationId xmlns:a16="http://schemas.microsoft.com/office/drawing/2014/main" id="{C36FACE0-381D-2AF4-BE54-6D1D8ECED783}"/>
                    </a:ext>
                  </a:extLst>
                </p:cNvPr>
                <p:cNvSpPr>
                  <a:spLocks noChangeShapeType="1"/>
                </p:cNvSpPr>
                <p:nvPr>
                  <p:custDataLst>
                    <p:tags r:id="rId59"/>
                  </p:custDataLst>
                </p:nvPr>
              </p:nvSpPr>
              <p:spPr bwMode="auto">
                <a:xfrm>
                  <a:off x="3776023" y="5578115"/>
                  <a:ext cx="0" cy="81694"/>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69" name="Line 49">
                  <a:extLst>
                    <a:ext uri="{FF2B5EF4-FFF2-40B4-BE49-F238E27FC236}">
                      <a16:creationId xmlns:a16="http://schemas.microsoft.com/office/drawing/2014/main" id="{AB972E58-E1CF-1783-5C74-F573068BC740}"/>
                    </a:ext>
                  </a:extLst>
                </p:cNvPr>
                <p:cNvSpPr>
                  <a:spLocks noChangeShapeType="1"/>
                </p:cNvSpPr>
                <p:nvPr>
                  <p:custDataLst>
                    <p:tags r:id="rId60"/>
                  </p:custDataLst>
                </p:nvPr>
              </p:nvSpPr>
              <p:spPr bwMode="auto">
                <a:xfrm>
                  <a:off x="4173516" y="5578115"/>
                  <a:ext cx="0" cy="81694"/>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70" name="Line 49">
                  <a:extLst>
                    <a:ext uri="{FF2B5EF4-FFF2-40B4-BE49-F238E27FC236}">
                      <a16:creationId xmlns:a16="http://schemas.microsoft.com/office/drawing/2014/main" id="{C5D3A8B3-9BDD-6C84-89E7-8F959AE38B0C}"/>
                    </a:ext>
                  </a:extLst>
                </p:cNvPr>
                <p:cNvSpPr>
                  <a:spLocks noChangeShapeType="1"/>
                </p:cNvSpPr>
                <p:nvPr>
                  <p:custDataLst>
                    <p:tags r:id="rId61"/>
                  </p:custDataLst>
                </p:nvPr>
              </p:nvSpPr>
              <p:spPr bwMode="auto">
                <a:xfrm>
                  <a:off x="4571009" y="5578115"/>
                  <a:ext cx="0" cy="81694"/>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71" name="Line 49">
                  <a:extLst>
                    <a:ext uri="{FF2B5EF4-FFF2-40B4-BE49-F238E27FC236}">
                      <a16:creationId xmlns:a16="http://schemas.microsoft.com/office/drawing/2014/main" id="{4044927F-09DE-9C21-86A5-028B04DC55CA}"/>
                    </a:ext>
                  </a:extLst>
                </p:cNvPr>
                <p:cNvSpPr>
                  <a:spLocks noChangeShapeType="1"/>
                </p:cNvSpPr>
                <p:nvPr>
                  <p:custDataLst>
                    <p:tags r:id="rId62"/>
                  </p:custDataLst>
                </p:nvPr>
              </p:nvSpPr>
              <p:spPr bwMode="auto">
                <a:xfrm>
                  <a:off x="4968502" y="5578115"/>
                  <a:ext cx="0" cy="81694"/>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72" name="Line 49">
                  <a:extLst>
                    <a:ext uri="{FF2B5EF4-FFF2-40B4-BE49-F238E27FC236}">
                      <a16:creationId xmlns:a16="http://schemas.microsoft.com/office/drawing/2014/main" id="{1F83F5A9-0EA9-5049-5383-B3935DCE0F81}"/>
                    </a:ext>
                  </a:extLst>
                </p:cNvPr>
                <p:cNvSpPr>
                  <a:spLocks noChangeShapeType="1"/>
                </p:cNvSpPr>
                <p:nvPr>
                  <p:custDataLst>
                    <p:tags r:id="rId63"/>
                  </p:custDataLst>
                </p:nvPr>
              </p:nvSpPr>
              <p:spPr bwMode="auto">
                <a:xfrm>
                  <a:off x="5365995" y="5578115"/>
                  <a:ext cx="0" cy="81694"/>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73" name="Line 49">
                  <a:extLst>
                    <a:ext uri="{FF2B5EF4-FFF2-40B4-BE49-F238E27FC236}">
                      <a16:creationId xmlns:a16="http://schemas.microsoft.com/office/drawing/2014/main" id="{80ED4A1E-22A6-CD85-306E-66C127FF2B24}"/>
                    </a:ext>
                  </a:extLst>
                </p:cNvPr>
                <p:cNvSpPr>
                  <a:spLocks noChangeShapeType="1"/>
                </p:cNvSpPr>
                <p:nvPr>
                  <p:custDataLst>
                    <p:tags r:id="rId64"/>
                  </p:custDataLst>
                </p:nvPr>
              </p:nvSpPr>
              <p:spPr bwMode="auto">
                <a:xfrm>
                  <a:off x="5763488" y="5578115"/>
                  <a:ext cx="0" cy="81694"/>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74" name="Line 49">
                  <a:extLst>
                    <a:ext uri="{FF2B5EF4-FFF2-40B4-BE49-F238E27FC236}">
                      <a16:creationId xmlns:a16="http://schemas.microsoft.com/office/drawing/2014/main" id="{190B4CFF-06C5-2617-6188-208F87FA614C}"/>
                    </a:ext>
                  </a:extLst>
                </p:cNvPr>
                <p:cNvSpPr>
                  <a:spLocks noChangeShapeType="1"/>
                </p:cNvSpPr>
                <p:nvPr>
                  <p:custDataLst>
                    <p:tags r:id="rId65"/>
                  </p:custDataLst>
                </p:nvPr>
              </p:nvSpPr>
              <p:spPr bwMode="auto">
                <a:xfrm>
                  <a:off x="6160981" y="5578115"/>
                  <a:ext cx="0" cy="81694"/>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75" name="Line 49">
                  <a:extLst>
                    <a:ext uri="{FF2B5EF4-FFF2-40B4-BE49-F238E27FC236}">
                      <a16:creationId xmlns:a16="http://schemas.microsoft.com/office/drawing/2014/main" id="{D31978F3-BF72-4821-2DA4-D032AFE6BC98}"/>
                    </a:ext>
                  </a:extLst>
                </p:cNvPr>
                <p:cNvSpPr>
                  <a:spLocks noChangeShapeType="1"/>
                </p:cNvSpPr>
                <p:nvPr>
                  <p:custDataLst>
                    <p:tags r:id="rId66"/>
                  </p:custDataLst>
                </p:nvPr>
              </p:nvSpPr>
              <p:spPr bwMode="auto">
                <a:xfrm>
                  <a:off x="6558474" y="5578115"/>
                  <a:ext cx="0" cy="81694"/>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76" name="Line 49">
                  <a:extLst>
                    <a:ext uri="{FF2B5EF4-FFF2-40B4-BE49-F238E27FC236}">
                      <a16:creationId xmlns:a16="http://schemas.microsoft.com/office/drawing/2014/main" id="{CAE7EEE5-C91B-C267-6C2E-C8BD1EBB9AA2}"/>
                    </a:ext>
                  </a:extLst>
                </p:cNvPr>
                <p:cNvSpPr>
                  <a:spLocks noChangeShapeType="1"/>
                </p:cNvSpPr>
                <p:nvPr>
                  <p:custDataLst>
                    <p:tags r:id="rId67"/>
                  </p:custDataLst>
                </p:nvPr>
              </p:nvSpPr>
              <p:spPr bwMode="auto">
                <a:xfrm>
                  <a:off x="6955972" y="5578115"/>
                  <a:ext cx="0" cy="81694"/>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sp>
            <p:nvSpPr>
              <p:cNvPr id="64" name="Textfeld 254">
                <a:extLst>
                  <a:ext uri="{FF2B5EF4-FFF2-40B4-BE49-F238E27FC236}">
                    <a16:creationId xmlns:a16="http://schemas.microsoft.com/office/drawing/2014/main" id="{13A3E357-CF9C-5E90-9DAB-8348C1FF835F}"/>
                  </a:ext>
                </a:extLst>
              </p:cNvPr>
              <p:cNvSpPr txBox="1"/>
              <p:nvPr>
                <p:custDataLst>
                  <p:tags r:id="rId55"/>
                </p:custDataLst>
              </p:nvPr>
            </p:nvSpPr>
            <p:spPr bwMode="gray">
              <a:xfrm>
                <a:off x="6416466" y="5650479"/>
                <a:ext cx="241998" cy="229718"/>
              </a:xfrm>
              <a:prstGeom prst="rect">
                <a:avLst/>
              </a:prstGeom>
              <a:noFill/>
              <a:ln/>
            </p:spPr>
            <p:txBody>
              <a:bodyPr wrap="none" lIns="0" tIns="0" rIns="0" bIns="0" rtlCol="0">
                <a:spAutoFit/>
              </a:bodyPr>
              <a:lstStyle/>
              <a:p>
                <a:pPr marL="0" marR="0" lvl="0" indent="0" algn="l"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12</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pSp>
      </p:grpSp>
      <p:grpSp>
        <p:nvGrpSpPr>
          <p:cNvPr id="187" name="Группа 186">
            <a:extLst>
              <a:ext uri="{FF2B5EF4-FFF2-40B4-BE49-F238E27FC236}">
                <a16:creationId xmlns:a16="http://schemas.microsoft.com/office/drawing/2014/main" id="{360FEC35-ACB2-73CE-2AAF-4932F3F7C8A2}"/>
              </a:ext>
            </a:extLst>
          </p:cNvPr>
          <p:cNvGrpSpPr/>
          <p:nvPr/>
        </p:nvGrpSpPr>
        <p:grpSpPr>
          <a:xfrm>
            <a:off x="6288855" y="2592911"/>
            <a:ext cx="5368367" cy="3112080"/>
            <a:chOff x="6097883" y="2592911"/>
            <a:chExt cx="5368367" cy="3112080"/>
          </a:xfrm>
        </p:grpSpPr>
        <p:sp>
          <p:nvSpPr>
            <p:cNvPr id="125" name="TextBox 124">
              <a:extLst>
                <a:ext uri="{FF2B5EF4-FFF2-40B4-BE49-F238E27FC236}">
                  <a16:creationId xmlns:a16="http://schemas.microsoft.com/office/drawing/2014/main" id="{05BB680A-6118-AF74-CE81-7B2C9C917BE0}"/>
                </a:ext>
              </a:extLst>
            </p:cNvPr>
            <p:cNvSpPr txBox="1"/>
            <p:nvPr/>
          </p:nvSpPr>
          <p:spPr>
            <a:xfrm rot="16200000">
              <a:off x="5130606" y="3682676"/>
              <a:ext cx="2534717" cy="6001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Количество участников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госпитализированных </a:t>
              </a:r>
              <a:b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b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с СС событием</a:t>
              </a:r>
            </a:p>
          </p:txBody>
        </p:sp>
        <p:grpSp>
          <p:nvGrpSpPr>
            <p:cNvPr id="126" name="Группа 125">
              <a:extLst>
                <a:ext uri="{FF2B5EF4-FFF2-40B4-BE49-F238E27FC236}">
                  <a16:creationId xmlns:a16="http://schemas.microsoft.com/office/drawing/2014/main" id="{32771AE1-99B1-E71C-A65D-5730EDD36CFD}"/>
                </a:ext>
              </a:extLst>
            </p:cNvPr>
            <p:cNvGrpSpPr/>
            <p:nvPr/>
          </p:nvGrpSpPr>
          <p:grpSpPr>
            <a:xfrm>
              <a:off x="6756784" y="2592911"/>
              <a:ext cx="4709466" cy="2813609"/>
              <a:chOff x="1531609" y="2380164"/>
              <a:chExt cx="5227707" cy="3500033"/>
            </a:xfrm>
          </p:grpSpPr>
          <p:sp>
            <p:nvSpPr>
              <p:cNvPr id="127" name="Line 16">
                <a:extLst>
                  <a:ext uri="{FF2B5EF4-FFF2-40B4-BE49-F238E27FC236}">
                    <a16:creationId xmlns:a16="http://schemas.microsoft.com/office/drawing/2014/main" id="{60ACE8E2-8645-0FE4-24DF-237955BFA6E2}"/>
                  </a:ext>
                </a:extLst>
              </p:cNvPr>
              <p:cNvSpPr>
                <a:spLocks noChangeShapeType="1"/>
              </p:cNvSpPr>
              <p:nvPr>
                <p:custDataLst>
                  <p:tags r:id="rId1"/>
                </p:custDataLst>
              </p:nvPr>
            </p:nvSpPr>
            <p:spPr bwMode="auto">
              <a:xfrm flipH="1" flipV="1">
                <a:off x="1984122" y="5579384"/>
                <a:ext cx="4775194"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28" name="Textfeld 261">
                <a:extLst>
                  <a:ext uri="{FF2B5EF4-FFF2-40B4-BE49-F238E27FC236}">
                    <a16:creationId xmlns:a16="http://schemas.microsoft.com/office/drawing/2014/main" id="{F5A69A5F-4B05-8CFC-F75F-2D388CAA96F1}"/>
                  </a:ext>
                </a:extLst>
              </p:cNvPr>
              <p:cNvSpPr txBox="1"/>
              <p:nvPr>
                <p:custDataLst>
                  <p:tags r:id="rId2"/>
                </p:custDataLst>
              </p:nvPr>
            </p:nvSpPr>
            <p:spPr bwMode="gray">
              <a:xfrm>
                <a:off x="1540274" y="4711037"/>
                <a:ext cx="291822" cy="172288"/>
              </a:xfrm>
              <a:prstGeom prst="rect">
                <a:avLst/>
              </a:prstGeom>
              <a:noFill/>
              <a:ln/>
            </p:spPr>
            <p:txBody>
              <a:bodyPr wrap="none" lIns="0" tIns="0" rIns="0" bIns="0" rtlCol="0">
                <a:spAutoFit/>
              </a:bodyPr>
              <a:lstStyle/>
              <a:p>
                <a:pPr marL="0" marR="0" lvl="0" indent="0" algn="r" defTabSz="914400" rtl="0" eaLnBrk="1" fontAlgn="auto" latinLnBrk="0" hangingPunct="1">
                  <a:lnSpc>
                    <a:spcPct val="100000"/>
                  </a:lnSpc>
                  <a:spcBef>
                    <a:spcPts val="300"/>
                  </a:spcBef>
                  <a:spcAft>
                    <a:spcPts val="300"/>
                  </a:spcAft>
                  <a:buClr>
                    <a:srgbClr val="52328F"/>
                  </a:buClr>
                  <a:buSzTx/>
                  <a:buFontTx/>
                  <a:buNone/>
                  <a:tabLst/>
                  <a:defRPr/>
                </a:pPr>
                <a:r>
                  <a:rPr kumimoji="0" lang="ru-RU" sz="9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0,05</a:t>
                </a:r>
              </a:p>
            </p:txBody>
          </p:sp>
          <p:sp>
            <p:nvSpPr>
              <p:cNvPr id="129" name="Textfeld 262">
                <a:extLst>
                  <a:ext uri="{FF2B5EF4-FFF2-40B4-BE49-F238E27FC236}">
                    <a16:creationId xmlns:a16="http://schemas.microsoft.com/office/drawing/2014/main" id="{F3A69B17-E2AB-D211-CCF1-FD46BA0921C2}"/>
                  </a:ext>
                </a:extLst>
              </p:cNvPr>
              <p:cNvSpPr txBox="1"/>
              <p:nvPr>
                <p:custDataLst>
                  <p:tags r:id="rId3"/>
                </p:custDataLst>
              </p:nvPr>
            </p:nvSpPr>
            <p:spPr bwMode="gray">
              <a:xfrm>
                <a:off x="1540276" y="5398426"/>
                <a:ext cx="291821" cy="172288"/>
              </a:xfrm>
              <a:prstGeom prst="rect">
                <a:avLst/>
              </a:prstGeom>
              <a:noFill/>
              <a:ln/>
            </p:spPr>
            <p:txBody>
              <a:bodyPr wrap="none" lIns="0" tIns="0" rIns="0" bIns="0" rtlCol="0">
                <a:spAutoFit/>
              </a:bodyPr>
              <a:lstStyle/>
              <a:p>
                <a:pPr marL="0" marR="0" lvl="0" indent="0" algn="r" defTabSz="914400" rtl="0" eaLnBrk="1" fontAlgn="auto" latinLnBrk="0" hangingPunct="1">
                  <a:lnSpc>
                    <a:spcPct val="100000"/>
                  </a:lnSpc>
                  <a:spcBef>
                    <a:spcPts val="300"/>
                  </a:spcBef>
                  <a:spcAft>
                    <a:spcPts val="300"/>
                  </a:spcAft>
                  <a:buClr>
                    <a:srgbClr val="52328F"/>
                  </a:buClr>
                  <a:buSzTx/>
                  <a:buFontTx/>
                  <a:buNone/>
                  <a:tabLst/>
                  <a:defRPr/>
                </a:pPr>
                <a:r>
                  <a:rPr kumimoji="0" lang="ru-RU" sz="9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0,00</a:t>
                </a:r>
              </a:p>
            </p:txBody>
          </p:sp>
          <p:sp>
            <p:nvSpPr>
              <p:cNvPr id="130" name="Textfeld 263">
                <a:extLst>
                  <a:ext uri="{FF2B5EF4-FFF2-40B4-BE49-F238E27FC236}">
                    <a16:creationId xmlns:a16="http://schemas.microsoft.com/office/drawing/2014/main" id="{6FCE3BB0-B606-5A5E-7C78-860948699761}"/>
                  </a:ext>
                </a:extLst>
              </p:cNvPr>
              <p:cNvSpPr txBox="1"/>
              <p:nvPr>
                <p:custDataLst>
                  <p:tags r:id="rId4"/>
                </p:custDataLst>
              </p:nvPr>
            </p:nvSpPr>
            <p:spPr bwMode="gray">
              <a:xfrm>
                <a:off x="1540272" y="3953696"/>
                <a:ext cx="291822" cy="172288"/>
              </a:xfrm>
              <a:prstGeom prst="rect">
                <a:avLst/>
              </a:prstGeom>
              <a:noFill/>
              <a:ln/>
            </p:spPr>
            <p:txBody>
              <a:bodyPr wrap="none" lIns="0" tIns="0" rIns="0" bIns="0" rtlCol="0">
                <a:spAutoFit/>
              </a:bodyPr>
              <a:lstStyle/>
              <a:p>
                <a:pPr marL="0" marR="0" lvl="0" indent="0" algn="r" defTabSz="914400" rtl="0" eaLnBrk="1" fontAlgn="auto" latinLnBrk="0" hangingPunct="1">
                  <a:lnSpc>
                    <a:spcPct val="100000"/>
                  </a:lnSpc>
                  <a:spcBef>
                    <a:spcPts val="300"/>
                  </a:spcBef>
                  <a:spcAft>
                    <a:spcPts val="300"/>
                  </a:spcAft>
                  <a:buClr>
                    <a:srgbClr val="52328F"/>
                  </a:buClr>
                  <a:buSzTx/>
                  <a:buFontTx/>
                  <a:buNone/>
                  <a:tabLst/>
                  <a:defRPr/>
                </a:pPr>
                <a:r>
                  <a:rPr kumimoji="0" lang="ru-RU" sz="9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0,10</a:t>
                </a:r>
              </a:p>
            </p:txBody>
          </p:sp>
          <p:sp>
            <p:nvSpPr>
              <p:cNvPr id="131" name="Textfeld 264">
                <a:extLst>
                  <a:ext uri="{FF2B5EF4-FFF2-40B4-BE49-F238E27FC236}">
                    <a16:creationId xmlns:a16="http://schemas.microsoft.com/office/drawing/2014/main" id="{11B5DF37-FB16-CC0B-A453-FEEDDD2AE153}"/>
                  </a:ext>
                </a:extLst>
              </p:cNvPr>
              <p:cNvSpPr txBox="1"/>
              <p:nvPr>
                <p:custDataLst>
                  <p:tags r:id="rId5"/>
                </p:custDataLst>
              </p:nvPr>
            </p:nvSpPr>
            <p:spPr bwMode="gray">
              <a:xfrm>
                <a:off x="1532896" y="3177271"/>
                <a:ext cx="291822" cy="172288"/>
              </a:xfrm>
              <a:prstGeom prst="rect">
                <a:avLst/>
              </a:prstGeom>
              <a:noFill/>
              <a:ln/>
            </p:spPr>
            <p:txBody>
              <a:bodyPr wrap="none" lIns="0" tIns="0" rIns="0" bIns="0" rtlCol="0">
                <a:spAutoFit/>
              </a:bodyPr>
              <a:lstStyle/>
              <a:p>
                <a:pPr marL="0" marR="0" lvl="0" indent="0" algn="r" defTabSz="914400" rtl="0" eaLnBrk="1" fontAlgn="auto" latinLnBrk="0" hangingPunct="1">
                  <a:lnSpc>
                    <a:spcPct val="100000"/>
                  </a:lnSpc>
                  <a:spcBef>
                    <a:spcPts val="300"/>
                  </a:spcBef>
                  <a:spcAft>
                    <a:spcPts val="300"/>
                  </a:spcAft>
                  <a:buClr>
                    <a:srgbClr val="52328F"/>
                  </a:buClr>
                  <a:buSzTx/>
                  <a:buFontTx/>
                  <a:buNone/>
                  <a:tabLst/>
                  <a:defRPr/>
                </a:pPr>
                <a:r>
                  <a:rPr kumimoji="0" lang="ru-RU" sz="9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0,15</a:t>
                </a:r>
              </a:p>
            </p:txBody>
          </p:sp>
          <p:sp>
            <p:nvSpPr>
              <p:cNvPr id="132" name="Line 16">
                <a:extLst>
                  <a:ext uri="{FF2B5EF4-FFF2-40B4-BE49-F238E27FC236}">
                    <a16:creationId xmlns:a16="http://schemas.microsoft.com/office/drawing/2014/main" id="{38003DA1-EF8D-1655-9526-A9F201C2B8BC}"/>
                  </a:ext>
                </a:extLst>
              </p:cNvPr>
              <p:cNvSpPr>
                <a:spLocks noChangeShapeType="1"/>
              </p:cNvSpPr>
              <p:nvPr>
                <p:custDataLst>
                  <p:tags r:id="rId6"/>
                </p:custDataLst>
              </p:nvPr>
            </p:nvSpPr>
            <p:spPr bwMode="auto">
              <a:xfrm>
                <a:off x="1984123" y="2380164"/>
                <a:ext cx="0" cy="3197951"/>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33" name="Textfeld 254">
                <a:extLst>
                  <a:ext uri="{FF2B5EF4-FFF2-40B4-BE49-F238E27FC236}">
                    <a16:creationId xmlns:a16="http://schemas.microsoft.com/office/drawing/2014/main" id="{AD7742CB-9F7C-23EC-78AE-9B8CF972B10F}"/>
                  </a:ext>
                </a:extLst>
              </p:cNvPr>
              <p:cNvSpPr txBox="1"/>
              <p:nvPr>
                <p:custDataLst>
                  <p:tags r:id="rId7"/>
                </p:custDataLst>
              </p:nvPr>
            </p:nvSpPr>
            <p:spPr bwMode="gray">
              <a:xfrm>
                <a:off x="2138138" y="5640068"/>
                <a:ext cx="120999" cy="229718"/>
              </a:xfrm>
              <a:prstGeom prst="rect">
                <a:avLst/>
              </a:prstGeom>
              <a:noFill/>
              <a:ln/>
            </p:spPr>
            <p:txBody>
              <a:bodyPr wrap="none" lIns="0" tIns="0" rIns="0" bIns="0" rtlCol="0">
                <a:spAutoFit/>
              </a:bodyPr>
              <a:lstStyle/>
              <a:p>
                <a:pPr marL="0" marR="0" lvl="0" indent="0" algn="l"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1</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34" name="Textfeld 277">
                <a:extLst>
                  <a:ext uri="{FF2B5EF4-FFF2-40B4-BE49-F238E27FC236}">
                    <a16:creationId xmlns:a16="http://schemas.microsoft.com/office/drawing/2014/main" id="{FBF3BE01-E64A-98C2-EA6D-72246560025A}"/>
                  </a:ext>
                </a:extLst>
              </p:cNvPr>
              <p:cNvSpPr txBox="1"/>
              <p:nvPr>
                <p:custDataLst>
                  <p:tags r:id="rId8"/>
                </p:custDataLst>
              </p:nvPr>
            </p:nvSpPr>
            <p:spPr bwMode="gray">
              <a:xfrm>
                <a:off x="1531609" y="2410800"/>
                <a:ext cx="291822" cy="172288"/>
              </a:xfrm>
              <a:prstGeom prst="rect">
                <a:avLst/>
              </a:prstGeom>
              <a:noFill/>
              <a:ln/>
            </p:spPr>
            <p:txBody>
              <a:bodyPr wrap="none" lIns="0" tIns="0" rIns="0" bIns="0" rtlCol="0">
                <a:spAutoFit/>
              </a:bodyPr>
              <a:lstStyle/>
              <a:p>
                <a:pPr marL="0" marR="0" lvl="0" indent="0" algn="r" defTabSz="914400" rtl="0" eaLnBrk="1" fontAlgn="auto" latinLnBrk="0" hangingPunct="1">
                  <a:lnSpc>
                    <a:spcPct val="100000"/>
                  </a:lnSpc>
                  <a:spcBef>
                    <a:spcPts val="300"/>
                  </a:spcBef>
                  <a:spcAft>
                    <a:spcPts val="300"/>
                  </a:spcAft>
                  <a:buClr>
                    <a:srgbClr val="52328F"/>
                  </a:buClr>
                  <a:buSzTx/>
                  <a:buFontTx/>
                  <a:buNone/>
                  <a:tabLst/>
                  <a:defRPr/>
                </a:pPr>
                <a:r>
                  <a:rPr kumimoji="0" lang="ru-RU" sz="9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0,20</a:t>
                </a:r>
              </a:p>
            </p:txBody>
          </p:sp>
          <p:grpSp>
            <p:nvGrpSpPr>
              <p:cNvPr id="135" name="Группа 134">
                <a:extLst>
                  <a:ext uri="{FF2B5EF4-FFF2-40B4-BE49-F238E27FC236}">
                    <a16:creationId xmlns:a16="http://schemas.microsoft.com/office/drawing/2014/main" id="{865D126A-7EE0-1F42-94B6-F329C0555352}"/>
                  </a:ext>
                </a:extLst>
              </p:cNvPr>
              <p:cNvGrpSpPr/>
              <p:nvPr/>
            </p:nvGrpSpPr>
            <p:grpSpPr>
              <a:xfrm>
                <a:off x="1857829" y="2499836"/>
                <a:ext cx="129561" cy="3078278"/>
                <a:chOff x="1827471" y="2499836"/>
                <a:chExt cx="159920" cy="3078278"/>
              </a:xfrm>
            </p:grpSpPr>
            <p:sp>
              <p:nvSpPr>
                <p:cNvPr id="160" name="Line 49">
                  <a:extLst>
                    <a:ext uri="{FF2B5EF4-FFF2-40B4-BE49-F238E27FC236}">
                      <a16:creationId xmlns:a16="http://schemas.microsoft.com/office/drawing/2014/main" id="{60CE710B-A366-8256-D55F-DB8394E9D8D2}"/>
                    </a:ext>
                  </a:extLst>
                </p:cNvPr>
                <p:cNvSpPr>
                  <a:spLocks noChangeShapeType="1"/>
                </p:cNvSpPr>
                <p:nvPr>
                  <p:custDataLst>
                    <p:tags r:id="rId32"/>
                  </p:custDataLst>
                </p:nvPr>
              </p:nvSpPr>
              <p:spPr bwMode="auto">
                <a:xfrm>
                  <a:off x="1828758" y="5578114"/>
                  <a:ext cx="155364"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61" name="Line 49">
                  <a:extLst>
                    <a:ext uri="{FF2B5EF4-FFF2-40B4-BE49-F238E27FC236}">
                      <a16:creationId xmlns:a16="http://schemas.microsoft.com/office/drawing/2014/main" id="{DBA22CFE-5EA3-D010-304E-937AFBF44550}"/>
                    </a:ext>
                  </a:extLst>
                </p:cNvPr>
                <p:cNvSpPr>
                  <a:spLocks noChangeShapeType="1"/>
                </p:cNvSpPr>
                <p:nvPr>
                  <p:custDataLst>
                    <p:tags r:id="rId33"/>
                  </p:custDataLst>
                </p:nvPr>
              </p:nvSpPr>
              <p:spPr bwMode="auto">
                <a:xfrm>
                  <a:off x="1828758" y="4800302"/>
                  <a:ext cx="158633"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62" name="Line 49">
                  <a:extLst>
                    <a:ext uri="{FF2B5EF4-FFF2-40B4-BE49-F238E27FC236}">
                      <a16:creationId xmlns:a16="http://schemas.microsoft.com/office/drawing/2014/main" id="{C5A46CD4-D8CD-2ADE-43B5-75B5E755F9E8}"/>
                    </a:ext>
                  </a:extLst>
                </p:cNvPr>
                <p:cNvSpPr>
                  <a:spLocks noChangeShapeType="1"/>
                </p:cNvSpPr>
                <p:nvPr>
                  <p:custDataLst>
                    <p:tags r:id="rId34"/>
                  </p:custDataLst>
                </p:nvPr>
              </p:nvSpPr>
              <p:spPr bwMode="auto">
                <a:xfrm>
                  <a:off x="1828758" y="4040835"/>
                  <a:ext cx="158633"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63" name="Line 49">
                  <a:extLst>
                    <a:ext uri="{FF2B5EF4-FFF2-40B4-BE49-F238E27FC236}">
                      <a16:creationId xmlns:a16="http://schemas.microsoft.com/office/drawing/2014/main" id="{B7EED2B1-484D-58FF-D250-13182D4A3F8E}"/>
                    </a:ext>
                  </a:extLst>
                </p:cNvPr>
                <p:cNvSpPr>
                  <a:spLocks noChangeShapeType="1"/>
                </p:cNvSpPr>
                <p:nvPr>
                  <p:custDataLst>
                    <p:tags r:id="rId35"/>
                  </p:custDataLst>
                </p:nvPr>
              </p:nvSpPr>
              <p:spPr bwMode="auto">
                <a:xfrm>
                  <a:off x="1828758" y="3266307"/>
                  <a:ext cx="158633"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64" name="Line 49">
                  <a:extLst>
                    <a:ext uri="{FF2B5EF4-FFF2-40B4-BE49-F238E27FC236}">
                      <a16:creationId xmlns:a16="http://schemas.microsoft.com/office/drawing/2014/main" id="{F863AF8D-14A1-4A3E-666B-645D52A07C31}"/>
                    </a:ext>
                  </a:extLst>
                </p:cNvPr>
                <p:cNvSpPr>
                  <a:spLocks noChangeShapeType="1"/>
                </p:cNvSpPr>
                <p:nvPr>
                  <p:custDataLst>
                    <p:tags r:id="rId36"/>
                  </p:custDataLst>
                </p:nvPr>
              </p:nvSpPr>
              <p:spPr bwMode="auto">
                <a:xfrm>
                  <a:off x="1827471" y="2499836"/>
                  <a:ext cx="158633"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sp>
            <p:nvSpPr>
              <p:cNvPr id="136" name="Textfeld 254">
                <a:extLst>
                  <a:ext uri="{FF2B5EF4-FFF2-40B4-BE49-F238E27FC236}">
                    <a16:creationId xmlns:a16="http://schemas.microsoft.com/office/drawing/2014/main" id="{F5AEC1D9-36B5-E820-CE81-62214C350BD4}"/>
                  </a:ext>
                </a:extLst>
              </p:cNvPr>
              <p:cNvSpPr txBox="1"/>
              <p:nvPr>
                <p:custDataLst>
                  <p:tags r:id="rId9"/>
                </p:custDataLst>
              </p:nvPr>
            </p:nvSpPr>
            <p:spPr bwMode="gray">
              <a:xfrm>
                <a:off x="2519269" y="5650479"/>
                <a:ext cx="120999" cy="229718"/>
              </a:xfrm>
              <a:prstGeom prst="rect">
                <a:avLst/>
              </a:prstGeom>
              <a:noFill/>
              <a:ln/>
            </p:spPr>
            <p:txBody>
              <a:bodyPr wrap="none" lIns="0" tIns="0" rIns="0" bIns="0" rtlCol="0">
                <a:spAutoFit/>
              </a:bodyPr>
              <a:lstStyle/>
              <a:p>
                <a:pPr marL="0" marR="0" lvl="0" indent="0" algn="l"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2</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37" name="Textfeld 254">
                <a:extLst>
                  <a:ext uri="{FF2B5EF4-FFF2-40B4-BE49-F238E27FC236}">
                    <a16:creationId xmlns:a16="http://schemas.microsoft.com/office/drawing/2014/main" id="{7F545398-D128-CB3F-9A46-B1370B762858}"/>
                  </a:ext>
                </a:extLst>
              </p:cNvPr>
              <p:cNvSpPr txBox="1"/>
              <p:nvPr>
                <p:custDataLst>
                  <p:tags r:id="rId10"/>
                </p:custDataLst>
              </p:nvPr>
            </p:nvSpPr>
            <p:spPr bwMode="gray">
              <a:xfrm>
                <a:off x="2898907" y="5650479"/>
                <a:ext cx="120999" cy="229718"/>
              </a:xfrm>
              <a:prstGeom prst="rect">
                <a:avLst/>
              </a:prstGeom>
              <a:noFill/>
              <a:ln/>
            </p:spPr>
            <p:txBody>
              <a:bodyPr wrap="none" lIns="0" tIns="0" rIns="0" bIns="0" rtlCol="0">
                <a:spAutoFit/>
              </a:bodyPr>
              <a:lstStyle/>
              <a:p>
                <a:pPr marL="0" marR="0" lvl="0" indent="0" algn="l"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3</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38" name="Textfeld 254">
                <a:extLst>
                  <a:ext uri="{FF2B5EF4-FFF2-40B4-BE49-F238E27FC236}">
                    <a16:creationId xmlns:a16="http://schemas.microsoft.com/office/drawing/2014/main" id="{7A45C456-C3D1-E80C-1CAA-177C16D7E778}"/>
                  </a:ext>
                </a:extLst>
              </p:cNvPr>
              <p:cNvSpPr txBox="1"/>
              <p:nvPr>
                <p:custDataLst>
                  <p:tags r:id="rId11"/>
                </p:custDataLst>
              </p:nvPr>
            </p:nvSpPr>
            <p:spPr bwMode="gray">
              <a:xfrm>
                <a:off x="3274155" y="5650479"/>
                <a:ext cx="120999" cy="229718"/>
              </a:xfrm>
              <a:prstGeom prst="rect">
                <a:avLst/>
              </a:prstGeom>
              <a:noFill/>
              <a:ln/>
            </p:spPr>
            <p:txBody>
              <a:bodyPr wrap="none" lIns="0" tIns="0" rIns="0" bIns="0" rtlCol="0">
                <a:spAutoFit/>
              </a:bodyPr>
              <a:lstStyle/>
              <a:p>
                <a:pPr marL="0" marR="0" lvl="0" indent="0" algn="l"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4</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39" name="Textfeld 254">
                <a:extLst>
                  <a:ext uri="{FF2B5EF4-FFF2-40B4-BE49-F238E27FC236}">
                    <a16:creationId xmlns:a16="http://schemas.microsoft.com/office/drawing/2014/main" id="{A826C8F6-3663-CA1F-4AB5-FCE6E36E4AE1}"/>
                  </a:ext>
                </a:extLst>
              </p:cNvPr>
              <p:cNvSpPr txBox="1"/>
              <p:nvPr>
                <p:custDataLst>
                  <p:tags r:id="rId12"/>
                </p:custDataLst>
              </p:nvPr>
            </p:nvSpPr>
            <p:spPr bwMode="gray">
              <a:xfrm>
                <a:off x="3679090" y="5650479"/>
                <a:ext cx="120999" cy="229718"/>
              </a:xfrm>
              <a:prstGeom prst="rect">
                <a:avLst/>
              </a:prstGeom>
              <a:noFill/>
              <a:ln/>
            </p:spPr>
            <p:txBody>
              <a:bodyPr wrap="none" lIns="0" tIns="0" rIns="0" bIns="0" rtlCol="0">
                <a:spAutoFit/>
              </a:bodyPr>
              <a:lstStyle/>
              <a:p>
                <a:pPr marL="0" marR="0" lvl="0" indent="0" algn="l"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5</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40" name="Textfeld 254">
                <a:extLst>
                  <a:ext uri="{FF2B5EF4-FFF2-40B4-BE49-F238E27FC236}">
                    <a16:creationId xmlns:a16="http://schemas.microsoft.com/office/drawing/2014/main" id="{A2CDBAB8-0AD5-6A21-2012-D6552D8392ED}"/>
                  </a:ext>
                </a:extLst>
              </p:cNvPr>
              <p:cNvSpPr txBox="1"/>
              <p:nvPr>
                <p:custDataLst>
                  <p:tags r:id="rId13"/>
                </p:custDataLst>
              </p:nvPr>
            </p:nvSpPr>
            <p:spPr bwMode="gray">
              <a:xfrm>
                <a:off x="4072620" y="5650479"/>
                <a:ext cx="120999" cy="229718"/>
              </a:xfrm>
              <a:prstGeom prst="rect">
                <a:avLst/>
              </a:prstGeom>
              <a:noFill/>
              <a:ln/>
            </p:spPr>
            <p:txBody>
              <a:bodyPr wrap="none" lIns="0" tIns="0" rIns="0" bIns="0" rtlCol="0">
                <a:spAutoFit/>
              </a:bodyPr>
              <a:lstStyle/>
              <a:p>
                <a:pPr marL="0" marR="0" lvl="0" indent="0" algn="l"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6</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41" name="Textfeld 254">
                <a:extLst>
                  <a:ext uri="{FF2B5EF4-FFF2-40B4-BE49-F238E27FC236}">
                    <a16:creationId xmlns:a16="http://schemas.microsoft.com/office/drawing/2014/main" id="{03CEE9AC-6083-A74C-7B1D-49A599C5A928}"/>
                  </a:ext>
                </a:extLst>
              </p:cNvPr>
              <p:cNvSpPr txBox="1"/>
              <p:nvPr>
                <p:custDataLst>
                  <p:tags r:id="rId14"/>
                </p:custDataLst>
              </p:nvPr>
            </p:nvSpPr>
            <p:spPr bwMode="gray">
              <a:xfrm>
                <a:off x="4479853" y="5650479"/>
                <a:ext cx="120999" cy="229718"/>
              </a:xfrm>
              <a:prstGeom prst="rect">
                <a:avLst/>
              </a:prstGeom>
              <a:noFill/>
              <a:ln/>
            </p:spPr>
            <p:txBody>
              <a:bodyPr wrap="none" lIns="0" tIns="0" rIns="0" bIns="0" rtlCol="0">
                <a:spAutoFit/>
              </a:bodyPr>
              <a:lstStyle/>
              <a:p>
                <a:pPr marL="0" marR="0" lvl="0" indent="0" algn="l"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7</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42" name="Textfeld 254">
                <a:extLst>
                  <a:ext uri="{FF2B5EF4-FFF2-40B4-BE49-F238E27FC236}">
                    <a16:creationId xmlns:a16="http://schemas.microsoft.com/office/drawing/2014/main" id="{7EDA9C80-DF79-42B0-9576-81380A1D2059}"/>
                  </a:ext>
                </a:extLst>
              </p:cNvPr>
              <p:cNvSpPr txBox="1"/>
              <p:nvPr>
                <p:custDataLst>
                  <p:tags r:id="rId15"/>
                </p:custDataLst>
              </p:nvPr>
            </p:nvSpPr>
            <p:spPr bwMode="gray">
              <a:xfrm>
                <a:off x="4873258" y="5650479"/>
                <a:ext cx="120999" cy="229718"/>
              </a:xfrm>
              <a:prstGeom prst="rect">
                <a:avLst/>
              </a:prstGeom>
              <a:noFill/>
              <a:ln/>
            </p:spPr>
            <p:txBody>
              <a:bodyPr wrap="none" lIns="0" tIns="0" rIns="0" bIns="0" rtlCol="0">
                <a:spAutoFit/>
              </a:bodyPr>
              <a:lstStyle/>
              <a:p>
                <a:pPr marL="0" marR="0" lvl="0" indent="0" algn="l"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8</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43" name="Textfeld 254">
                <a:extLst>
                  <a:ext uri="{FF2B5EF4-FFF2-40B4-BE49-F238E27FC236}">
                    <a16:creationId xmlns:a16="http://schemas.microsoft.com/office/drawing/2014/main" id="{7BD46A29-0AC0-5372-5302-CAE2B2BD0DFC}"/>
                  </a:ext>
                </a:extLst>
              </p:cNvPr>
              <p:cNvSpPr txBox="1"/>
              <p:nvPr>
                <p:custDataLst>
                  <p:tags r:id="rId16"/>
                </p:custDataLst>
              </p:nvPr>
            </p:nvSpPr>
            <p:spPr bwMode="gray">
              <a:xfrm>
                <a:off x="5288298" y="5650479"/>
                <a:ext cx="120999" cy="229718"/>
              </a:xfrm>
              <a:prstGeom prst="rect">
                <a:avLst/>
              </a:prstGeom>
              <a:noFill/>
              <a:ln/>
            </p:spPr>
            <p:txBody>
              <a:bodyPr wrap="none" lIns="0" tIns="0" rIns="0" bIns="0" rtlCol="0">
                <a:spAutoFit/>
              </a:bodyPr>
              <a:lstStyle/>
              <a:p>
                <a:pPr marL="0" marR="0" lvl="0" indent="0" algn="l"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9</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44" name="Textfeld 254">
                <a:extLst>
                  <a:ext uri="{FF2B5EF4-FFF2-40B4-BE49-F238E27FC236}">
                    <a16:creationId xmlns:a16="http://schemas.microsoft.com/office/drawing/2014/main" id="{1CD02DA9-1B53-B7BF-4899-AFCE5F8E6C09}"/>
                  </a:ext>
                </a:extLst>
              </p:cNvPr>
              <p:cNvSpPr txBox="1"/>
              <p:nvPr>
                <p:custDataLst>
                  <p:tags r:id="rId17"/>
                </p:custDataLst>
              </p:nvPr>
            </p:nvSpPr>
            <p:spPr bwMode="gray">
              <a:xfrm>
                <a:off x="5639987" y="5650479"/>
                <a:ext cx="241998" cy="229718"/>
              </a:xfrm>
              <a:prstGeom prst="rect">
                <a:avLst/>
              </a:prstGeom>
              <a:noFill/>
              <a:ln/>
            </p:spPr>
            <p:txBody>
              <a:bodyPr wrap="none" lIns="0" tIns="0" rIns="0" bIns="0" rtlCol="0">
                <a:spAutoFit/>
              </a:bodyPr>
              <a:lstStyle/>
              <a:p>
                <a:pPr marL="0" marR="0" lvl="0" indent="0" algn="l"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10</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45" name="Textfeld 254">
                <a:extLst>
                  <a:ext uri="{FF2B5EF4-FFF2-40B4-BE49-F238E27FC236}">
                    <a16:creationId xmlns:a16="http://schemas.microsoft.com/office/drawing/2014/main" id="{F7292E44-D4FF-EBFC-5F86-C369AD13BEFA}"/>
                  </a:ext>
                </a:extLst>
              </p:cNvPr>
              <p:cNvSpPr txBox="1"/>
              <p:nvPr>
                <p:custDataLst>
                  <p:tags r:id="rId18"/>
                </p:custDataLst>
              </p:nvPr>
            </p:nvSpPr>
            <p:spPr bwMode="gray">
              <a:xfrm>
                <a:off x="6021868" y="5650479"/>
                <a:ext cx="241998" cy="229718"/>
              </a:xfrm>
              <a:prstGeom prst="rect">
                <a:avLst/>
              </a:prstGeom>
              <a:noFill/>
              <a:ln/>
            </p:spPr>
            <p:txBody>
              <a:bodyPr wrap="none" lIns="0" tIns="0" rIns="0" bIns="0" rtlCol="0">
                <a:spAutoFit/>
              </a:bodyPr>
              <a:lstStyle/>
              <a:p>
                <a:pPr marL="0" marR="0" lvl="0" indent="0" algn="l"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11</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pSp>
            <p:nvGrpSpPr>
              <p:cNvPr id="146" name="Группа 145">
                <a:extLst>
                  <a:ext uri="{FF2B5EF4-FFF2-40B4-BE49-F238E27FC236}">
                    <a16:creationId xmlns:a16="http://schemas.microsoft.com/office/drawing/2014/main" id="{BCB38451-5C86-018E-2D5F-EFA468A24C5C}"/>
                  </a:ext>
                </a:extLst>
              </p:cNvPr>
              <p:cNvGrpSpPr/>
              <p:nvPr/>
            </p:nvGrpSpPr>
            <p:grpSpPr>
              <a:xfrm>
                <a:off x="2348598" y="5578115"/>
                <a:ext cx="4359268" cy="81694"/>
                <a:chOff x="2599906" y="5578115"/>
                <a:chExt cx="4356066" cy="81694"/>
              </a:xfrm>
            </p:grpSpPr>
            <p:sp>
              <p:nvSpPr>
                <p:cNvPr id="148" name="Line 49">
                  <a:extLst>
                    <a:ext uri="{FF2B5EF4-FFF2-40B4-BE49-F238E27FC236}">
                      <a16:creationId xmlns:a16="http://schemas.microsoft.com/office/drawing/2014/main" id="{6CB9E2E0-8D21-E207-2864-8BA886534886}"/>
                    </a:ext>
                  </a:extLst>
                </p:cNvPr>
                <p:cNvSpPr>
                  <a:spLocks noChangeShapeType="1"/>
                </p:cNvSpPr>
                <p:nvPr>
                  <p:custDataLst>
                    <p:tags r:id="rId20"/>
                  </p:custDataLst>
                </p:nvPr>
              </p:nvSpPr>
              <p:spPr bwMode="auto">
                <a:xfrm>
                  <a:off x="2599906" y="5578115"/>
                  <a:ext cx="0" cy="81694"/>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49" name="Line 49">
                  <a:extLst>
                    <a:ext uri="{FF2B5EF4-FFF2-40B4-BE49-F238E27FC236}">
                      <a16:creationId xmlns:a16="http://schemas.microsoft.com/office/drawing/2014/main" id="{4F799426-84F5-4047-5D57-DEA846437E96}"/>
                    </a:ext>
                  </a:extLst>
                </p:cNvPr>
                <p:cNvSpPr>
                  <a:spLocks noChangeShapeType="1"/>
                </p:cNvSpPr>
                <p:nvPr>
                  <p:custDataLst>
                    <p:tags r:id="rId21"/>
                  </p:custDataLst>
                </p:nvPr>
              </p:nvSpPr>
              <p:spPr bwMode="auto">
                <a:xfrm>
                  <a:off x="2981037" y="5578115"/>
                  <a:ext cx="0" cy="81694"/>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50" name="Line 49">
                  <a:extLst>
                    <a:ext uri="{FF2B5EF4-FFF2-40B4-BE49-F238E27FC236}">
                      <a16:creationId xmlns:a16="http://schemas.microsoft.com/office/drawing/2014/main" id="{6D11DF4D-744F-1187-4D53-94DC72770E5A}"/>
                    </a:ext>
                  </a:extLst>
                </p:cNvPr>
                <p:cNvSpPr>
                  <a:spLocks noChangeShapeType="1"/>
                </p:cNvSpPr>
                <p:nvPr>
                  <p:custDataLst>
                    <p:tags r:id="rId22"/>
                  </p:custDataLst>
                </p:nvPr>
              </p:nvSpPr>
              <p:spPr bwMode="auto">
                <a:xfrm>
                  <a:off x="3378530" y="5578115"/>
                  <a:ext cx="0" cy="81694"/>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51" name="Line 49">
                  <a:extLst>
                    <a:ext uri="{FF2B5EF4-FFF2-40B4-BE49-F238E27FC236}">
                      <a16:creationId xmlns:a16="http://schemas.microsoft.com/office/drawing/2014/main" id="{7EF526F1-04D1-DE6C-5098-182EF4B2782E}"/>
                    </a:ext>
                  </a:extLst>
                </p:cNvPr>
                <p:cNvSpPr>
                  <a:spLocks noChangeShapeType="1"/>
                </p:cNvSpPr>
                <p:nvPr>
                  <p:custDataLst>
                    <p:tags r:id="rId23"/>
                  </p:custDataLst>
                </p:nvPr>
              </p:nvSpPr>
              <p:spPr bwMode="auto">
                <a:xfrm>
                  <a:off x="3776023" y="5578115"/>
                  <a:ext cx="0" cy="81694"/>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52" name="Line 49">
                  <a:extLst>
                    <a:ext uri="{FF2B5EF4-FFF2-40B4-BE49-F238E27FC236}">
                      <a16:creationId xmlns:a16="http://schemas.microsoft.com/office/drawing/2014/main" id="{3BDD9768-A5FB-E377-9CDD-0BFAD373777E}"/>
                    </a:ext>
                  </a:extLst>
                </p:cNvPr>
                <p:cNvSpPr>
                  <a:spLocks noChangeShapeType="1"/>
                </p:cNvSpPr>
                <p:nvPr>
                  <p:custDataLst>
                    <p:tags r:id="rId24"/>
                  </p:custDataLst>
                </p:nvPr>
              </p:nvSpPr>
              <p:spPr bwMode="auto">
                <a:xfrm>
                  <a:off x="4173516" y="5578115"/>
                  <a:ext cx="0" cy="81694"/>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53" name="Line 49">
                  <a:extLst>
                    <a:ext uri="{FF2B5EF4-FFF2-40B4-BE49-F238E27FC236}">
                      <a16:creationId xmlns:a16="http://schemas.microsoft.com/office/drawing/2014/main" id="{6BC4F0A5-1EDB-12A5-0748-B1AC91BA1A92}"/>
                    </a:ext>
                  </a:extLst>
                </p:cNvPr>
                <p:cNvSpPr>
                  <a:spLocks noChangeShapeType="1"/>
                </p:cNvSpPr>
                <p:nvPr>
                  <p:custDataLst>
                    <p:tags r:id="rId25"/>
                  </p:custDataLst>
                </p:nvPr>
              </p:nvSpPr>
              <p:spPr bwMode="auto">
                <a:xfrm>
                  <a:off x="4571009" y="5578115"/>
                  <a:ext cx="0" cy="81694"/>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54" name="Line 49">
                  <a:extLst>
                    <a:ext uri="{FF2B5EF4-FFF2-40B4-BE49-F238E27FC236}">
                      <a16:creationId xmlns:a16="http://schemas.microsoft.com/office/drawing/2014/main" id="{943FEE07-6CBF-130F-53D0-14892AE51F37}"/>
                    </a:ext>
                  </a:extLst>
                </p:cNvPr>
                <p:cNvSpPr>
                  <a:spLocks noChangeShapeType="1"/>
                </p:cNvSpPr>
                <p:nvPr>
                  <p:custDataLst>
                    <p:tags r:id="rId26"/>
                  </p:custDataLst>
                </p:nvPr>
              </p:nvSpPr>
              <p:spPr bwMode="auto">
                <a:xfrm>
                  <a:off x="4968502" y="5578115"/>
                  <a:ext cx="0" cy="81694"/>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55" name="Line 49">
                  <a:extLst>
                    <a:ext uri="{FF2B5EF4-FFF2-40B4-BE49-F238E27FC236}">
                      <a16:creationId xmlns:a16="http://schemas.microsoft.com/office/drawing/2014/main" id="{2A9B9C8F-7136-EBCB-6443-2C982925DD1F}"/>
                    </a:ext>
                  </a:extLst>
                </p:cNvPr>
                <p:cNvSpPr>
                  <a:spLocks noChangeShapeType="1"/>
                </p:cNvSpPr>
                <p:nvPr>
                  <p:custDataLst>
                    <p:tags r:id="rId27"/>
                  </p:custDataLst>
                </p:nvPr>
              </p:nvSpPr>
              <p:spPr bwMode="auto">
                <a:xfrm>
                  <a:off x="5365995" y="5578115"/>
                  <a:ext cx="0" cy="81694"/>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56" name="Line 49">
                  <a:extLst>
                    <a:ext uri="{FF2B5EF4-FFF2-40B4-BE49-F238E27FC236}">
                      <a16:creationId xmlns:a16="http://schemas.microsoft.com/office/drawing/2014/main" id="{60D3C619-336E-1BAB-5101-6607335BFE10}"/>
                    </a:ext>
                  </a:extLst>
                </p:cNvPr>
                <p:cNvSpPr>
                  <a:spLocks noChangeShapeType="1"/>
                </p:cNvSpPr>
                <p:nvPr>
                  <p:custDataLst>
                    <p:tags r:id="rId28"/>
                  </p:custDataLst>
                </p:nvPr>
              </p:nvSpPr>
              <p:spPr bwMode="auto">
                <a:xfrm>
                  <a:off x="5763488" y="5578115"/>
                  <a:ext cx="0" cy="81694"/>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57" name="Line 49">
                  <a:extLst>
                    <a:ext uri="{FF2B5EF4-FFF2-40B4-BE49-F238E27FC236}">
                      <a16:creationId xmlns:a16="http://schemas.microsoft.com/office/drawing/2014/main" id="{38D86639-B296-573A-1549-7F742DA1B723}"/>
                    </a:ext>
                  </a:extLst>
                </p:cNvPr>
                <p:cNvSpPr>
                  <a:spLocks noChangeShapeType="1"/>
                </p:cNvSpPr>
                <p:nvPr>
                  <p:custDataLst>
                    <p:tags r:id="rId29"/>
                  </p:custDataLst>
                </p:nvPr>
              </p:nvSpPr>
              <p:spPr bwMode="auto">
                <a:xfrm>
                  <a:off x="6160981" y="5578115"/>
                  <a:ext cx="0" cy="81694"/>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58" name="Line 49">
                  <a:extLst>
                    <a:ext uri="{FF2B5EF4-FFF2-40B4-BE49-F238E27FC236}">
                      <a16:creationId xmlns:a16="http://schemas.microsoft.com/office/drawing/2014/main" id="{FFF7BACB-F796-D793-82E1-DB5261BF4C5A}"/>
                    </a:ext>
                  </a:extLst>
                </p:cNvPr>
                <p:cNvSpPr>
                  <a:spLocks noChangeShapeType="1"/>
                </p:cNvSpPr>
                <p:nvPr>
                  <p:custDataLst>
                    <p:tags r:id="rId30"/>
                  </p:custDataLst>
                </p:nvPr>
              </p:nvSpPr>
              <p:spPr bwMode="auto">
                <a:xfrm>
                  <a:off x="6558474" y="5578115"/>
                  <a:ext cx="0" cy="81694"/>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59" name="Line 49">
                  <a:extLst>
                    <a:ext uri="{FF2B5EF4-FFF2-40B4-BE49-F238E27FC236}">
                      <a16:creationId xmlns:a16="http://schemas.microsoft.com/office/drawing/2014/main" id="{0C6F3644-2AA5-AED1-39D5-7F92EA2D5E1A}"/>
                    </a:ext>
                  </a:extLst>
                </p:cNvPr>
                <p:cNvSpPr>
                  <a:spLocks noChangeShapeType="1"/>
                </p:cNvSpPr>
                <p:nvPr>
                  <p:custDataLst>
                    <p:tags r:id="rId31"/>
                  </p:custDataLst>
                </p:nvPr>
              </p:nvSpPr>
              <p:spPr bwMode="auto">
                <a:xfrm>
                  <a:off x="6955972" y="5578115"/>
                  <a:ext cx="0" cy="81694"/>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sp>
            <p:nvSpPr>
              <p:cNvPr id="147" name="Textfeld 254">
                <a:extLst>
                  <a:ext uri="{FF2B5EF4-FFF2-40B4-BE49-F238E27FC236}">
                    <a16:creationId xmlns:a16="http://schemas.microsoft.com/office/drawing/2014/main" id="{ED34F55E-F53A-DCF1-0D47-906AA25BBE2D}"/>
                  </a:ext>
                </a:extLst>
              </p:cNvPr>
              <p:cNvSpPr txBox="1"/>
              <p:nvPr>
                <p:custDataLst>
                  <p:tags r:id="rId19"/>
                </p:custDataLst>
              </p:nvPr>
            </p:nvSpPr>
            <p:spPr bwMode="gray">
              <a:xfrm>
                <a:off x="6416466" y="5650479"/>
                <a:ext cx="241998" cy="229718"/>
              </a:xfrm>
              <a:prstGeom prst="rect">
                <a:avLst/>
              </a:prstGeom>
              <a:noFill/>
              <a:ln/>
            </p:spPr>
            <p:txBody>
              <a:bodyPr wrap="none" lIns="0" tIns="0" rIns="0" bIns="0" rtlCol="0">
                <a:spAutoFit/>
              </a:bodyPr>
              <a:lstStyle/>
              <a:p>
                <a:pPr marL="0" marR="0" lvl="0" indent="0" algn="l"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12</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pSp>
        <p:sp>
          <p:nvSpPr>
            <p:cNvPr id="165" name="TextBox 164">
              <a:extLst>
                <a:ext uri="{FF2B5EF4-FFF2-40B4-BE49-F238E27FC236}">
                  <a16:creationId xmlns:a16="http://schemas.microsoft.com/office/drawing/2014/main" id="{685E9377-50B8-C9F5-9CC5-B2C4155891FF}"/>
                </a:ext>
              </a:extLst>
            </p:cNvPr>
            <p:cNvSpPr txBox="1"/>
            <p:nvPr/>
          </p:nvSpPr>
          <p:spPr>
            <a:xfrm>
              <a:off x="7936410" y="5451075"/>
              <a:ext cx="2864887" cy="25391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5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Месяцы от начала выписки лекарства</a:t>
              </a:r>
            </a:p>
          </p:txBody>
        </p:sp>
        <p:grpSp>
          <p:nvGrpSpPr>
            <p:cNvPr id="180" name="Группа 179">
              <a:extLst>
                <a:ext uri="{FF2B5EF4-FFF2-40B4-BE49-F238E27FC236}">
                  <a16:creationId xmlns:a16="http://schemas.microsoft.com/office/drawing/2014/main" id="{C3921F8F-DA94-4AB4-B947-75E13815C830}"/>
                </a:ext>
              </a:extLst>
            </p:cNvPr>
            <p:cNvGrpSpPr/>
            <p:nvPr/>
          </p:nvGrpSpPr>
          <p:grpSpPr>
            <a:xfrm>
              <a:off x="7289504" y="2768450"/>
              <a:ext cx="4028770" cy="2393191"/>
              <a:chOff x="7289504" y="2764096"/>
              <a:chExt cx="4028770" cy="2393191"/>
            </a:xfrm>
          </p:grpSpPr>
          <p:sp>
            <p:nvSpPr>
              <p:cNvPr id="167" name="Прямоугольник 166">
                <a:extLst>
                  <a:ext uri="{FF2B5EF4-FFF2-40B4-BE49-F238E27FC236}">
                    <a16:creationId xmlns:a16="http://schemas.microsoft.com/office/drawing/2014/main" id="{F67DA38A-2CF8-BE25-08C7-5DA828D32D25}"/>
                  </a:ext>
                </a:extLst>
              </p:cNvPr>
              <p:cNvSpPr/>
              <p:nvPr/>
            </p:nvSpPr>
            <p:spPr>
              <a:xfrm>
                <a:off x="7289504" y="2764096"/>
                <a:ext cx="129806" cy="2393191"/>
              </a:xfrm>
              <a:prstGeom prst="rect">
                <a:avLst/>
              </a:prstGeom>
              <a:solidFill>
                <a:srgbClr val="398ACB"/>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69" name="Прямоугольник 168">
                <a:extLst>
                  <a:ext uri="{FF2B5EF4-FFF2-40B4-BE49-F238E27FC236}">
                    <a16:creationId xmlns:a16="http://schemas.microsoft.com/office/drawing/2014/main" id="{70B3070F-DCD6-8A96-CDE7-E3D85AB6F108}"/>
                  </a:ext>
                </a:extLst>
              </p:cNvPr>
              <p:cNvSpPr/>
              <p:nvPr/>
            </p:nvSpPr>
            <p:spPr>
              <a:xfrm>
                <a:off x="7643955" y="3041071"/>
                <a:ext cx="129806" cy="2116216"/>
              </a:xfrm>
              <a:prstGeom prst="rect">
                <a:avLst/>
              </a:prstGeom>
              <a:solidFill>
                <a:srgbClr val="398ACB"/>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70" name="Прямоугольник 169">
                <a:extLst>
                  <a:ext uri="{FF2B5EF4-FFF2-40B4-BE49-F238E27FC236}">
                    <a16:creationId xmlns:a16="http://schemas.microsoft.com/office/drawing/2014/main" id="{AAA6F77C-C5C8-2575-6FBC-C5332F09A859}"/>
                  </a:ext>
                </a:extLst>
              </p:cNvPr>
              <p:cNvSpPr/>
              <p:nvPr/>
            </p:nvSpPr>
            <p:spPr>
              <a:xfrm>
                <a:off x="7998406" y="3649641"/>
                <a:ext cx="129806" cy="1507645"/>
              </a:xfrm>
              <a:prstGeom prst="rect">
                <a:avLst/>
              </a:prstGeom>
              <a:solidFill>
                <a:srgbClr val="398ACB"/>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71" name="Прямоугольник 170">
                <a:extLst>
                  <a:ext uri="{FF2B5EF4-FFF2-40B4-BE49-F238E27FC236}">
                    <a16:creationId xmlns:a16="http://schemas.microsoft.com/office/drawing/2014/main" id="{2B36D634-01AE-CF19-C0DE-776BFD6D089F}"/>
                  </a:ext>
                </a:extLst>
              </p:cNvPr>
              <p:cNvSpPr/>
              <p:nvPr/>
            </p:nvSpPr>
            <p:spPr>
              <a:xfrm>
                <a:off x="8352857" y="4025901"/>
                <a:ext cx="129806" cy="1131385"/>
              </a:xfrm>
              <a:prstGeom prst="rect">
                <a:avLst/>
              </a:prstGeom>
              <a:solidFill>
                <a:srgbClr val="398ACB"/>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72" name="Прямоугольник 171">
                <a:extLst>
                  <a:ext uri="{FF2B5EF4-FFF2-40B4-BE49-F238E27FC236}">
                    <a16:creationId xmlns:a16="http://schemas.microsoft.com/office/drawing/2014/main" id="{F86B7CC3-A15F-B099-5BC6-601F884E40C6}"/>
                  </a:ext>
                </a:extLst>
              </p:cNvPr>
              <p:cNvSpPr/>
              <p:nvPr/>
            </p:nvSpPr>
            <p:spPr>
              <a:xfrm>
                <a:off x="8707308" y="4143531"/>
                <a:ext cx="129806" cy="1013755"/>
              </a:xfrm>
              <a:prstGeom prst="rect">
                <a:avLst/>
              </a:prstGeom>
              <a:solidFill>
                <a:srgbClr val="398ACB"/>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73" name="Прямоугольник 172">
                <a:extLst>
                  <a:ext uri="{FF2B5EF4-FFF2-40B4-BE49-F238E27FC236}">
                    <a16:creationId xmlns:a16="http://schemas.microsoft.com/office/drawing/2014/main" id="{3BA678F1-BA65-CCBF-6864-060CC4F41DE1}"/>
                  </a:ext>
                </a:extLst>
              </p:cNvPr>
              <p:cNvSpPr/>
              <p:nvPr/>
            </p:nvSpPr>
            <p:spPr>
              <a:xfrm>
                <a:off x="9061759" y="4419116"/>
                <a:ext cx="129806" cy="738170"/>
              </a:xfrm>
              <a:prstGeom prst="rect">
                <a:avLst/>
              </a:prstGeom>
              <a:solidFill>
                <a:srgbClr val="398ACB"/>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74" name="Прямоугольник 173">
                <a:extLst>
                  <a:ext uri="{FF2B5EF4-FFF2-40B4-BE49-F238E27FC236}">
                    <a16:creationId xmlns:a16="http://schemas.microsoft.com/office/drawing/2014/main" id="{19F963B7-C774-F798-BA82-63C381A51046}"/>
                  </a:ext>
                </a:extLst>
              </p:cNvPr>
              <p:cNvSpPr/>
              <p:nvPr/>
            </p:nvSpPr>
            <p:spPr>
              <a:xfrm>
                <a:off x="9416210" y="4521200"/>
                <a:ext cx="129806" cy="636086"/>
              </a:xfrm>
              <a:prstGeom prst="rect">
                <a:avLst/>
              </a:prstGeom>
              <a:solidFill>
                <a:srgbClr val="398ACB"/>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75" name="Прямоугольник 174">
                <a:extLst>
                  <a:ext uri="{FF2B5EF4-FFF2-40B4-BE49-F238E27FC236}">
                    <a16:creationId xmlns:a16="http://schemas.microsoft.com/office/drawing/2014/main" id="{1FF79041-F4F5-F893-919D-D8434CFA44DA}"/>
                  </a:ext>
                </a:extLst>
              </p:cNvPr>
              <p:cNvSpPr/>
              <p:nvPr/>
            </p:nvSpPr>
            <p:spPr>
              <a:xfrm>
                <a:off x="9770661" y="4521200"/>
                <a:ext cx="129806" cy="636086"/>
              </a:xfrm>
              <a:prstGeom prst="rect">
                <a:avLst/>
              </a:prstGeom>
              <a:solidFill>
                <a:srgbClr val="398ACB"/>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76" name="Прямоугольник 175">
                <a:extLst>
                  <a:ext uri="{FF2B5EF4-FFF2-40B4-BE49-F238E27FC236}">
                    <a16:creationId xmlns:a16="http://schemas.microsoft.com/office/drawing/2014/main" id="{859C92D0-E653-D508-7EEC-1E0D66F4E3AB}"/>
                  </a:ext>
                </a:extLst>
              </p:cNvPr>
              <p:cNvSpPr/>
              <p:nvPr/>
            </p:nvSpPr>
            <p:spPr>
              <a:xfrm>
                <a:off x="10125112" y="4656176"/>
                <a:ext cx="129806" cy="501110"/>
              </a:xfrm>
              <a:prstGeom prst="rect">
                <a:avLst/>
              </a:prstGeom>
              <a:solidFill>
                <a:srgbClr val="398ACB"/>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77" name="Прямоугольник 176">
                <a:extLst>
                  <a:ext uri="{FF2B5EF4-FFF2-40B4-BE49-F238E27FC236}">
                    <a16:creationId xmlns:a16="http://schemas.microsoft.com/office/drawing/2014/main" id="{A4A2F6EF-1302-D8D5-1BB5-6DC1667D1183}"/>
                  </a:ext>
                </a:extLst>
              </p:cNvPr>
              <p:cNvSpPr/>
              <p:nvPr/>
            </p:nvSpPr>
            <p:spPr>
              <a:xfrm>
                <a:off x="10479563" y="4506687"/>
                <a:ext cx="129806" cy="650599"/>
              </a:xfrm>
              <a:prstGeom prst="rect">
                <a:avLst/>
              </a:prstGeom>
              <a:solidFill>
                <a:srgbClr val="398ACB"/>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78" name="Прямоугольник 177">
                <a:extLst>
                  <a:ext uri="{FF2B5EF4-FFF2-40B4-BE49-F238E27FC236}">
                    <a16:creationId xmlns:a16="http://schemas.microsoft.com/office/drawing/2014/main" id="{913E232F-BB36-CEC3-BCEA-842684A4741C}"/>
                  </a:ext>
                </a:extLst>
              </p:cNvPr>
              <p:cNvSpPr/>
              <p:nvPr/>
            </p:nvSpPr>
            <p:spPr>
              <a:xfrm>
                <a:off x="10834014" y="4656176"/>
                <a:ext cx="129806" cy="501110"/>
              </a:xfrm>
              <a:prstGeom prst="rect">
                <a:avLst/>
              </a:prstGeom>
              <a:solidFill>
                <a:srgbClr val="398ACB"/>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79" name="Прямоугольник 178">
                <a:extLst>
                  <a:ext uri="{FF2B5EF4-FFF2-40B4-BE49-F238E27FC236}">
                    <a16:creationId xmlns:a16="http://schemas.microsoft.com/office/drawing/2014/main" id="{72B03CA3-EFC2-4BA2-B6E8-0B9215B1D42F}"/>
                  </a:ext>
                </a:extLst>
              </p:cNvPr>
              <p:cNvSpPr/>
              <p:nvPr/>
            </p:nvSpPr>
            <p:spPr>
              <a:xfrm>
                <a:off x="11188468" y="4521200"/>
                <a:ext cx="129806" cy="636086"/>
              </a:xfrm>
              <a:prstGeom prst="rect">
                <a:avLst/>
              </a:prstGeom>
              <a:solidFill>
                <a:srgbClr val="398ACB"/>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cxnSp>
          <p:nvCxnSpPr>
            <p:cNvPr id="183" name="Прямая со стрелкой 182">
              <a:extLst>
                <a:ext uri="{FF2B5EF4-FFF2-40B4-BE49-F238E27FC236}">
                  <a16:creationId xmlns:a16="http://schemas.microsoft.com/office/drawing/2014/main" id="{AFC25972-048E-3E7A-DF21-AB7CA68B96C2}"/>
                </a:ext>
              </a:extLst>
            </p:cNvPr>
            <p:cNvCxnSpPr>
              <a:cxnSpLocks/>
            </p:cNvCxnSpPr>
            <p:nvPr/>
          </p:nvCxnSpPr>
          <p:spPr>
            <a:xfrm>
              <a:off x="7415512" y="2662322"/>
              <a:ext cx="3870254" cy="1711837"/>
            </a:xfrm>
            <a:prstGeom prst="straightConnector1">
              <a:avLst/>
            </a:prstGeom>
            <a:ln w="53975" cap="rnd">
              <a:solidFill>
                <a:srgbClr val="FF0000"/>
              </a:solidFill>
              <a:round/>
              <a:tailEnd type="triangle"/>
            </a:ln>
          </p:spPr>
          <p:style>
            <a:lnRef idx="1">
              <a:schemeClr val="accent1"/>
            </a:lnRef>
            <a:fillRef idx="0">
              <a:schemeClr val="accent1"/>
            </a:fillRef>
            <a:effectRef idx="0">
              <a:schemeClr val="accent1"/>
            </a:effectRef>
            <a:fontRef idx="minor">
              <a:schemeClr val="tx1"/>
            </a:fontRef>
          </p:style>
        </p:cxnSp>
      </p:grpSp>
      <p:sp>
        <p:nvSpPr>
          <p:cNvPr id="4" name="Объект 13">
            <a:extLst>
              <a:ext uri="{FF2B5EF4-FFF2-40B4-BE49-F238E27FC236}">
                <a16:creationId xmlns:a16="http://schemas.microsoft.com/office/drawing/2014/main" id="{F9AAC227-7F59-8A37-2489-A88BAE011477}"/>
              </a:ext>
            </a:extLst>
          </p:cNvPr>
          <p:cNvSpPr>
            <a:spLocks noGrp="1"/>
          </p:cNvSpPr>
          <p:nvPr>
            <p:ph idx="4294967295"/>
          </p:nvPr>
        </p:nvSpPr>
        <p:spPr>
          <a:xfrm>
            <a:off x="924972" y="6302931"/>
            <a:ext cx="5171028" cy="455301"/>
          </a:xfrm>
        </p:spPr>
        <p:txBody>
          <a:bodyPr>
            <a:noAutofit/>
          </a:bodyPr>
          <a:lstStyle/>
          <a:p>
            <a:pPr marL="0" indent="0">
              <a:lnSpc>
                <a:spcPct val="100000"/>
              </a:lnSpc>
              <a:spcBef>
                <a:spcPts val="300"/>
              </a:spcBef>
              <a:buNone/>
            </a:pPr>
            <a:r>
              <a:rPr lang="ru-RU" sz="800" b="1" dirty="0">
                <a:solidFill>
                  <a:srgbClr val="323F48"/>
                </a:solidFill>
                <a:latin typeface="Calibri" panose="020F0502020204030204" pitchFamily="34" charset="0"/>
                <a:cs typeface="Calibri" panose="020F0502020204030204" pitchFamily="34" charset="0"/>
              </a:rPr>
              <a:t>СС событие </a:t>
            </a:r>
            <a:r>
              <a:rPr lang="ru-RU" sz="800" dirty="0">
                <a:solidFill>
                  <a:srgbClr val="323F48"/>
                </a:solidFill>
                <a:latin typeface="Calibri" panose="020F0502020204030204" pitchFamily="34" charset="0"/>
                <a:cs typeface="Calibri" panose="020F0502020204030204" pitchFamily="34" charset="0"/>
              </a:rPr>
              <a:t>– сердечно-сосудистое событие, </a:t>
            </a:r>
            <a:r>
              <a:rPr lang="ru-RU" sz="800" b="1" dirty="0">
                <a:solidFill>
                  <a:srgbClr val="323F48"/>
                </a:solidFill>
                <a:latin typeface="Calibri" panose="020F0502020204030204" pitchFamily="34" charset="0"/>
                <a:cs typeface="Calibri" panose="020F0502020204030204" pitchFamily="34" charset="0"/>
              </a:rPr>
              <a:t>ФК </a:t>
            </a:r>
            <a:r>
              <a:rPr lang="ru-RU" sz="800" dirty="0">
                <a:solidFill>
                  <a:srgbClr val="323F48"/>
                </a:solidFill>
                <a:latin typeface="Calibri" panose="020F0502020204030204" pitchFamily="34" charset="0"/>
                <a:cs typeface="Calibri" panose="020F0502020204030204" pitchFamily="34" charset="0"/>
              </a:rPr>
              <a:t>– фиксированная комбинация</a:t>
            </a:r>
          </a:p>
          <a:p>
            <a:pPr marL="0" indent="0">
              <a:lnSpc>
                <a:spcPct val="100000"/>
              </a:lnSpc>
              <a:spcBef>
                <a:spcPts val="300"/>
              </a:spcBef>
              <a:buNone/>
            </a:pPr>
            <a:r>
              <a:rPr lang="en-US" sz="800" b="1" dirty="0">
                <a:solidFill>
                  <a:srgbClr val="323F48"/>
                </a:solidFill>
                <a:latin typeface="Calibri" panose="020F0502020204030204" pitchFamily="34" charset="0"/>
                <a:cs typeface="Calibri" panose="020F0502020204030204" pitchFamily="34" charset="0"/>
              </a:rPr>
              <a:t>1. </a:t>
            </a:r>
            <a:r>
              <a:rPr lang="en-US" sz="800" dirty="0">
                <a:solidFill>
                  <a:srgbClr val="323F48"/>
                </a:solidFill>
                <a:latin typeface="Calibri" panose="020F0502020204030204" pitchFamily="34" charset="0"/>
                <a:cs typeface="Calibri" panose="020F0502020204030204" pitchFamily="34" charset="0"/>
              </a:rPr>
              <a:t>Federico Rea et al. </a:t>
            </a:r>
            <a:r>
              <a:rPr lang="en-US" sz="800" dirty="0" err="1">
                <a:solidFill>
                  <a:srgbClr val="323F48"/>
                </a:solidFill>
                <a:latin typeface="Calibri" panose="020F0502020204030204" pitchFamily="34" charset="0"/>
                <a:cs typeface="Calibri" panose="020F0502020204030204" pitchFamily="34" charset="0"/>
              </a:rPr>
              <a:t>Eur</a:t>
            </a:r>
            <a:r>
              <a:rPr lang="en-US" sz="800" dirty="0">
                <a:solidFill>
                  <a:srgbClr val="323F48"/>
                </a:solidFill>
                <a:latin typeface="Calibri" panose="020F0502020204030204" pitchFamily="34" charset="0"/>
                <a:cs typeface="Calibri" panose="020F0502020204030204" pitchFamily="34" charset="0"/>
              </a:rPr>
              <a:t> Heart J . 2018 Oct 21;39(40):3654-3661. </a:t>
            </a:r>
            <a:r>
              <a:rPr lang="en-US" sz="800" dirty="0" err="1">
                <a:solidFill>
                  <a:srgbClr val="323F48"/>
                </a:solidFill>
                <a:latin typeface="Calibri" panose="020F0502020204030204" pitchFamily="34" charset="0"/>
                <a:cs typeface="Calibri" panose="020F0502020204030204" pitchFamily="34" charset="0"/>
              </a:rPr>
              <a:t>doi</a:t>
            </a:r>
            <a:r>
              <a:rPr lang="en-US" sz="800" dirty="0">
                <a:solidFill>
                  <a:srgbClr val="323F48"/>
                </a:solidFill>
                <a:latin typeface="Calibri" panose="020F0502020204030204" pitchFamily="34" charset="0"/>
                <a:cs typeface="Calibri" panose="020F0502020204030204" pitchFamily="34" charset="0"/>
              </a:rPr>
              <a:t>: 10.1093/</a:t>
            </a:r>
            <a:r>
              <a:rPr lang="en-US" sz="800" dirty="0" err="1">
                <a:solidFill>
                  <a:srgbClr val="323F48"/>
                </a:solidFill>
                <a:latin typeface="Calibri" panose="020F0502020204030204" pitchFamily="34" charset="0"/>
                <a:cs typeface="Calibri" panose="020F0502020204030204" pitchFamily="34" charset="0"/>
              </a:rPr>
              <a:t>eurheartj</a:t>
            </a:r>
            <a:r>
              <a:rPr lang="en-US" sz="800" dirty="0">
                <a:solidFill>
                  <a:srgbClr val="323F48"/>
                </a:solidFill>
                <a:latin typeface="Calibri" panose="020F0502020204030204" pitchFamily="34" charset="0"/>
                <a:cs typeface="Calibri" panose="020F0502020204030204" pitchFamily="34" charset="0"/>
              </a:rPr>
              <a:t>/ehy420.</a:t>
            </a:r>
          </a:p>
        </p:txBody>
      </p:sp>
      <p:sp>
        <p:nvSpPr>
          <p:cNvPr id="9" name="Заголовок 6">
            <a:extLst>
              <a:ext uri="{FF2B5EF4-FFF2-40B4-BE49-F238E27FC236}">
                <a16:creationId xmlns:a16="http://schemas.microsoft.com/office/drawing/2014/main" id="{204BD7D2-765E-7F3A-7EFE-5E0C852063E2}"/>
              </a:ext>
            </a:extLst>
          </p:cNvPr>
          <p:cNvSpPr txBox="1">
            <a:spLocks/>
          </p:cNvSpPr>
          <p:nvPr/>
        </p:nvSpPr>
        <p:spPr>
          <a:xfrm>
            <a:off x="895943" y="497767"/>
            <a:ext cx="10909300" cy="731888"/>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lvl="0">
              <a:defRPr/>
            </a:pPr>
            <a:r>
              <a:rPr kumimoji="0" lang="ru-RU" sz="2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Переход с </a:t>
            </a:r>
            <a:r>
              <a:rPr kumimoji="0" lang="ru-RU" sz="2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монотерапии</a:t>
            </a:r>
            <a:r>
              <a:rPr kumimoji="0" lang="ru-RU" sz="2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на фиксированные </a:t>
            </a:r>
            <a:r>
              <a:rPr lang="ru-RU" sz="2100" dirty="0"/>
              <a:t>комбинации сопровождается снижением количества госпитализаций</a:t>
            </a:r>
            <a:r>
              <a:rPr lang="ru-RU" sz="1400" b="0" baseline="50000" dirty="0"/>
              <a:t>1</a:t>
            </a:r>
            <a:endParaRPr kumimoji="0" lang="ru-RU" sz="1800" b="0" i="0" u="none" strike="noStrike" kern="1200" cap="none" spc="0" normalizeH="0" baseline="50000" noProof="0" dirty="0">
              <a:ln>
                <a:noFill/>
              </a:ln>
              <a:solidFill>
                <a:srgbClr val="265374"/>
              </a:solidFill>
              <a:effectLst/>
              <a:uLnTx/>
              <a:uFillTx/>
              <a:latin typeface="Verdana" panose="020B0604030504040204" pitchFamily="34" charset="0"/>
              <a:ea typeface="Verdana" panose="020B0604030504040204" pitchFamily="34" charset="0"/>
              <a:cs typeface="+mj-cs"/>
            </a:endParaRPr>
          </a:p>
        </p:txBody>
      </p:sp>
    </p:spTree>
    <p:extLst>
      <p:ext uri="{BB962C8B-B14F-4D97-AF65-F5344CB8AC3E}">
        <p14:creationId xmlns:p14="http://schemas.microsoft.com/office/powerpoint/2010/main" val="2395240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8"/>
                                        </p:tgtEl>
                                        <p:attrNameLst>
                                          <p:attrName>style.visibility</p:attrName>
                                        </p:attrNameLst>
                                      </p:cBhvr>
                                      <p:to>
                                        <p:strVal val="visible"/>
                                      </p:to>
                                    </p:set>
                                    <p:animEffect transition="in" filter="fade">
                                      <p:cBhvr>
                                        <p:cTn id="12" dur="500"/>
                                        <p:tgtEl>
                                          <p:spTgt spid="18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7"/>
                                        </p:tgtEl>
                                        <p:attrNameLst>
                                          <p:attrName>style.visibility</p:attrName>
                                        </p:attrNameLst>
                                      </p:cBhvr>
                                      <p:to>
                                        <p:strVal val="visible"/>
                                      </p:to>
                                    </p:set>
                                    <p:animEffect transition="in" filter="fade">
                                      <p:cBhvr>
                                        <p:cTn id="17" dur="500"/>
                                        <p:tgtEl>
                                          <p:spTgt spid="1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Номер слайда 9">
            <a:extLst>
              <a:ext uri="{FF2B5EF4-FFF2-40B4-BE49-F238E27FC236}">
                <a16:creationId xmlns:a16="http://schemas.microsoft.com/office/drawing/2014/main" id="{D38C025A-B2B5-2F1A-7038-C18FC418C379}"/>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60</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grpSp>
        <p:nvGrpSpPr>
          <p:cNvPr id="100" name="Группа 99">
            <a:extLst>
              <a:ext uri="{FF2B5EF4-FFF2-40B4-BE49-F238E27FC236}">
                <a16:creationId xmlns:a16="http://schemas.microsoft.com/office/drawing/2014/main" id="{4C794E81-48DA-9ADD-8367-3CD819AC7445}"/>
              </a:ext>
            </a:extLst>
          </p:cNvPr>
          <p:cNvGrpSpPr/>
          <p:nvPr/>
        </p:nvGrpSpPr>
        <p:grpSpPr>
          <a:xfrm>
            <a:off x="1065023" y="1826667"/>
            <a:ext cx="9964057" cy="4176988"/>
            <a:chOff x="1338401" y="1883227"/>
            <a:chExt cx="9964057" cy="4176988"/>
          </a:xfrm>
        </p:grpSpPr>
        <p:sp>
          <p:nvSpPr>
            <p:cNvPr id="30" name="Прямоугольник 29">
              <a:extLst>
                <a:ext uri="{FF2B5EF4-FFF2-40B4-BE49-F238E27FC236}">
                  <a16:creationId xmlns:a16="http://schemas.microsoft.com/office/drawing/2014/main" id="{EF84F8B5-09C5-D43C-5A80-5BE837B067D6}"/>
                </a:ext>
              </a:extLst>
            </p:cNvPr>
            <p:cNvSpPr/>
            <p:nvPr/>
          </p:nvSpPr>
          <p:spPr>
            <a:xfrm>
              <a:off x="1692529" y="2430931"/>
              <a:ext cx="1336001" cy="2669143"/>
            </a:xfrm>
            <a:prstGeom prst="rect">
              <a:avLst/>
            </a:prstGeom>
            <a:solidFill>
              <a:srgbClr val="C1D82E"/>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40" name="Прямоугольник 39">
              <a:extLst>
                <a:ext uri="{FF2B5EF4-FFF2-40B4-BE49-F238E27FC236}">
                  <a16:creationId xmlns:a16="http://schemas.microsoft.com/office/drawing/2014/main" id="{6E01F290-0C35-F028-BE33-679BEA24A7AA}"/>
                </a:ext>
              </a:extLst>
            </p:cNvPr>
            <p:cNvSpPr/>
            <p:nvPr/>
          </p:nvSpPr>
          <p:spPr>
            <a:xfrm>
              <a:off x="3686313" y="3056541"/>
              <a:ext cx="1336001" cy="2043533"/>
            </a:xfrm>
            <a:prstGeom prst="rect">
              <a:avLst/>
            </a:prstGeom>
            <a:solidFill>
              <a:srgbClr val="398ACB"/>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41" name="Прямоугольник 40">
              <a:extLst>
                <a:ext uri="{FF2B5EF4-FFF2-40B4-BE49-F238E27FC236}">
                  <a16:creationId xmlns:a16="http://schemas.microsoft.com/office/drawing/2014/main" id="{C6EE349E-F33B-D470-B5CF-762263FCAF52}"/>
                </a:ext>
              </a:extLst>
            </p:cNvPr>
            <p:cNvSpPr/>
            <p:nvPr/>
          </p:nvSpPr>
          <p:spPr>
            <a:xfrm>
              <a:off x="5680097" y="1883227"/>
              <a:ext cx="1336001" cy="3216847"/>
            </a:xfrm>
            <a:prstGeom prst="rect">
              <a:avLst/>
            </a:prstGeom>
            <a:solidFill>
              <a:srgbClr val="73C8B3"/>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42" name="Прямоугольник 41">
              <a:extLst>
                <a:ext uri="{FF2B5EF4-FFF2-40B4-BE49-F238E27FC236}">
                  <a16:creationId xmlns:a16="http://schemas.microsoft.com/office/drawing/2014/main" id="{CE87A871-CBCE-0D3C-3A3F-08C32E83DAFA}"/>
                </a:ext>
              </a:extLst>
            </p:cNvPr>
            <p:cNvSpPr/>
            <p:nvPr/>
          </p:nvSpPr>
          <p:spPr>
            <a:xfrm>
              <a:off x="7673880" y="2331281"/>
              <a:ext cx="1336001" cy="2768793"/>
            </a:xfrm>
            <a:prstGeom prst="rect">
              <a:avLst/>
            </a:prstGeom>
            <a:solidFill>
              <a:srgbClr val="73B5D7"/>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45" name="Прямоугольник 44">
              <a:extLst>
                <a:ext uri="{FF2B5EF4-FFF2-40B4-BE49-F238E27FC236}">
                  <a16:creationId xmlns:a16="http://schemas.microsoft.com/office/drawing/2014/main" id="{8506603E-386E-9583-643A-C4FDAB82C478}"/>
                </a:ext>
              </a:extLst>
            </p:cNvPr>
            <p:cNvSpPr/>
            <p:nvPr/>
          </p:nvSpPr>
          <p:spPr>
            <a:xfrm>
              <a:off x="9667664" y="2961687"/>
              <a:ext cx="1336001" cy="2138389"/>
            </a:xfrm>
            <a:prstGeom prst="rect">
              <a:avLst/>
            </a:prstGeom>
            <a:solidFill>
              <a:srgbClr val="F4ABA6"/>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cxnSp>
          <p:nvCxnSpPr>
            <p:cNvPr id="49" name="Прямая соединительная линия 48">
              <a:extLst>
                <a:ext uri="{FF2B5EF4-FFF2-40B4-BE49-F238E27FC236}">
                  <a16:creationId xmlns:a16="http://schemas.microsoft.com/office/drawing/2014/main" id="{76546705-63D8-FA6F-4D20-AF655A3F1B3F}"/>
                </a:ext>
              </a:extLst>
            </p:cNvPr>
            <p:cNvCxnSpPr>
              <a:cxnSpLocks/>
            </p:cNvCxnSpPr>
            <p:nvPr/>
          </p:nvCxnSpPr>
          <p:spPr>
            <a:xfrm>
              <a:off x="1338401" y="5100073"/>
              <a:ext cx="9964057" cy="0"/>
            </a:xfrm>
            <a:prstGeom prst="line">
              <a:avLst/>
            </a:prstGeom>
            <a:ln w="12700">
              <a:solidFill>
                <a:schemeClr val="bg1">
                  <a:lumMod val="75000"/>
                </a:schemeClr>
              </a:solidFill>
              <a:tailEnd type="none"/>
            </a:ln>
          </p:spPr>
          <p:style>
            <a:lnRef idx="1">
              <a:schemeClr val="accent1"/>
            </a:lnRef>
            <a:fillRef idx="0">
              <a:schemeClr val="accent1"/>
            </a:fillRef>
            <a:effectRef idx="0">
              <a:schemeClr val="accent1"/>
            </a:effectRef>
            <a:fontRef idx="minor">
              <a:schemeClr val="tx1"/>
            </a:fontRef>
          </p:style>
        </p:cxnSp>
        <p:sp>
          <p:nvSpPr>
            <p:cNvPr id="19" name="Arrow: Down 22">
              <a:extLst>
                <a:ext uri="{FF2B5EF4-FFF2-40B4-BE49-F238E27FC236}">
                  <a16:creationId xmlns:a16="http://schemas.microsoft.com/office/drawing/2014/main" id="{88996D38-B78D-459C-084D-D36873272702}"/>
                </a:ext>
              </a:extLst>
            </p:cNvPr>
            <p:cNvSpPr/>
            <p:nvPr/>
          </p:nvSpPr>
          <p:spPr>
            <a:xfrm>
              <a:off x="1911717" y="2056414"/>
              <a:ext cx="914400" cy="1206492"/>
            </a:xfrm>
            <a:prstGeom prst="downArrow">
              <a:avLst>
                <a:gd name="adj1" fmla="val 50000"/>
                <a:gd name="adj2" fmla="val 39092"/>
              </a:avLst>
            </a:prstGeom>
            <a:solidFill>
              <a:srgbClr val="E22C1E"/>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1219170" rtl="0" eaLnBrk="1" fontAlgn="auto" latinLnBrk="1"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–21</a:t>
              </a:r>
              <a:r>
                <a:rPr kumimoji="0" lang="ru-RU" sz="20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a:t>
              </a:r>
              <a:endParaRPr kumimoji="0" lang="en-GB" sz="20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endParaRPr>
            </a:p>
          </p:txBody>
        </p:sp>
        <p:grpSp>
          <p:nvGrpSpPr>
            <p:cNvPr id="54" name="Группа 53">
              <a:extLst>
                <a:ext uri="{FF2B5EF4-FFF2-40B4-BE49-F238E27FC236}">
                  <a16:creationId xmlns:a16="http://schemas.microsoft.com/office/drawing/2014/main" id="{86D91F63-C17D-7F3C-D5FD-7F6F1E8DEB90}"/>
                </a:ext>
              </a:extLst>
            </p:cNvPr>
            <p:cNvGrpSpPr/>
            <p:nvPr/>
          </p:nvGrpSpPr>
          <p:grpSpPr>
            <a:xfrm>
              <a:off x="1427078" y="4370089"/>
              <a:ext cx="1913503" cy="1690126"/>
              <a:chOff x="1474791" y="4089448"/>
              <a:chExt cx="1913503" cy="1765684"/>
            </a:xfrm>
          </p:grpSpPr>
          <p:grpSp>
            <p:nvGrpSpPr>
              <p:cNvPr id="34" name="Группа 33">
                <a:extLst>
                  <a:ext uri="{FF2B5EF4-FFF2-40B4-BE49-F238E27FC236}">
                    <a16:creationId xmlns:a16="http://schemas.microsoft.com/office/drawing/2014/main" id="{C6CCCCE3-994A-C707-CDAE-D823F9886FA1}"/>
                  </a:ext>
                </a:extLst>
              </p:cNvPr>
              <p:cNvGrpSpPr/>
              <p:nvPr/>
            </p:nvGrpSpPr>
            <p:grpSpPr>
              <a:xfrm>
                <a:off x="1544017" y="4089448"/>
                <a:ext cx="1775050" cy="677994"/>
                <a:chOff x="968489" y="3584144"/>
                <a:chExt cx="1775050" cy="677994"/>
              </a:xfrm>
            </p:grpSpPr>
            <p:sp>
              <p:nvSpPr>
                <p:cNvPr id="32" name="TextBox 31">
                  <a:extLst>
                    <a:ext uri="{FF2B5EF4-FFF2-40B4-BE49-F238E27FC236}">
                      <a16:creationId xmlns:a16="http://schemas.microsoft.com/office/drawing/2014/main" id="{03F9067F-53DE-ABE4-9C37-DC0EE113C0D4}"/>
                    </a:ext>
                  </a:extLst>
                </p:cNvPr>
                <p:cNvSpPr txBox="1"/>
                <p:nvPr/>
              </p:nvSpPr>
              <p:spPr>
                <a:xfrm>
                  <a:off x="968489" y="3584144"/>
                  <a:ext cx="1775050" cy="4179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20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0,79</a:t>
                  </a:r>
                </a:p>
              </p:txBody>
            </p:sp>
            <p:sp>
              <p:nvSpPr>
                <p:cNvPr id="33" name="TextBox 32">
                  <a:extLst>
                    <a:ext uri="{FF2B5EF4-FFF2-40B4-BE49-F238E27FC236}">
                      <a16:creationId xmlns:a16="http://schemas.microsoft.com/office/drawing/2014/main" id="{651BEACE-B05A-093A-A0AA-8A202EFFC83C}"/>
                    </a:ext>
                  </a:extLst>
                </p:cNvPr>
                <p:cNvSpPr txBox="1"/>
                <p:nvPr/>
              </p:nvSpPr>
              <p:spPr>
                <a:xfrm>
                  <a:off x="1264788" y="3988832"/>
                  <a:ext cx="1182452" cy="27330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a:t>
                  </a:r>
                  <a:r>
                    <a:rPr kumimoji="0" lang="ru-RU" sz="11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0,71–0,88</a:t>
                  </a:r>
                  <a:r>
                    <a:rPr kumimoji="0" lang="en-US" sz="11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a:t>
                  </a:r>
                  <a:endParaRPr kumimoji="0" lang="ru-RU" sz="11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endParaRPr>
                </a:p>
              </p:txBody>
            </p:sp>
          </p:grpSp>
          <p:sp>
            <p:nvSpPr>
              <p:cNvPr id="53" name="TextBox 52">
                <a:extLst>
                  <a:ext uri="{FF2B5EF4-FFF2-40B4-BE49-F238E27FC236}">
                    <a16:creationId xmlns:a16="http://schemas.microsoft.com/office/drawing/2014/main" id="{742E9081-5D24-D824-970A-AFB257471236}"/>
                  </a:ext>
                </a:extLst>
              </p:cNvPr>
              <p:cNvSpPr txBox="1"/>
              <p:nvPr/>
            </p:nvSpPr>
            <p:spPr>
              <a:xfrm>
                <a:off x="1474791" y="4936074"/>
                <a:ext cx="1913503" cy="91905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Любое сердечно-сосудистое событие</a:t>
                </a:r>
              </a:p>
              <a:p>
                <a:pPr marL="0" marR="0" lvl="0" indent="0" algn="ctr" defTabSz="914400" rtl="0" eaLnBrk="1" fontAlgn="auto" latinLnBrk="0" hangingPunct="1">
                  <a:lnSpc>
                    <a:spcPct val="100000"/>
                  </a:lnSpc>
                  <a:spcBef>
                    <a:spcPts val="500"/>
                  </a:spcBef>
                  <a:spcAft>
                    <a:spcPts val="0"/>
                  </a:spcAft>
                  <a:buClrTx/>
                  <a:buSzTx/>
                  <a:buFontTx/>
                  <a:buNone/>
                  <a:tabLst/>
                  <a:defRPr/>
                </a:pPr>
                <a:r>
                  <a:rPr kumimoji="0" lang="en-US"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p &lt;0,01</a:t>
                </a:r>
                <a:endParaRPr kumimoji="0" lang="en-US"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55" name="Группа 54">
              <a:extLst>
                <a:ext uri="{FF2B5EF4-FFF2-40B4-BE49-F238E27FC236}">
                  <a16:creationId xmlns:a16="http://schemas.microsoft.com/office/drawing/2014/main" id="{7E067E46-E945-73A9-EE56-3E35CE518A4E}"/>
                </a:ext>
              </a:extLst>
            </p:cNvPr>
            <p:cNvGrpSpPr/>
            <p:nvPr/>
          </p:nvGrpSpPr>
          <p:grpSpPr>
            <a:xfrm>
              <a:off x="3446378" y="4384555"/>
              <a:ext cx="1913503" cy="1626929"/>
              <a:chOff x="1474791" y="4104561"/>
              <a:chExt cx="1913503" cy="1699662"/>
            </a:xfrm>
          </p:grpSpPr>
          <p:grpSp>
            <p:nvGrpSpPr>
              <p:cNvPr id="56" name="Группа 55">
                <a:extLst>
                  <a:ext uri="{FF2B5EF4-FFF2-40B4-BE49-F238E27FC236}">
                    <a16:creationId xmlns:a16="http://schemas.microsoft.com/office/drawing/2014/main" id="{6A14219A-97E5-9C85-8A44-564216F8B2E6}"/>
                  </a:ext>
                </a:extLst>
              </p:cNvPr>
              <p:cNvGrpSpPr/>
              <p:nvPr/>
            </p:nvGrpSpPr>
            <p:grpSpPr>
              <a:xfrm>
                <a:off x="1544017" y="4104561"/>
                <a:ext cx="1775050" cy="662881"/>
                <a:chOff x="968489" y="3599257"/>
                <a:chExt cx="1775050" cy="662881"/>
              </a:xfrm>
            </p:grpSpPr>
            <p:sp>
              <p:nvSpPr>
                <p:cNvPr id="58" name="TextBox 57">
                  <a:extLst>
                    <a:ext uri="{FF2B5EF4-FFF2-40B4-BE49-F238E27FC236}">
                      <a16:creationId xmlns:a16="http://schemas.microsoft.com/office/drawing/2014/main" id="{CD4BE009-C85A-5BFF-4E15-27A2C6F34F90}"/>
                    </a:ext>
                  </a:extLst>
                </p:cNvPr>
                <p:cNvSpPr txBox="1"/>
                <p:nvPr/>
              </p:nvSpPr>
              <p:spPr>
                <a:xfrm>
                  <a:off x="968489" y="3599257"/>
                  <a:ext cx="1775050" cy="4179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20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0,61</a:t>
                  </a:r>
                </a:p>
              </p:txBody>
            </p:sp>
            <p:sp>
              <p:nvSpPr>
                <p:cNvPr id="59" name="TextBox 58">
                  <a:extLst>
                    <a:ext uri="{FF2B5EF4-FFF2-40B4-BE49-F238E27FC236}">
                      <a16:creationId xmlns:a16="http://schemas.microsoft.com/office/drawing/2014/main" id="{8EB73ED5-46B7-96C0-0CCC-A8301D4FA08C}"/>
                    </a:ext>
                  </a:extLst>
                </p:cNvPr>
                <p:cNvSpPr txBox="1"/>
                <p:nvPr/>
              </p:nvSpPr>
              <p:spPr>
                <a:xfrm>
                  <a:off x="1264788" y="3988832"/>
                  <a:ext cx="1182452" cy="27330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(0,50–0,75)</a:t>
                  </a:r>
                </a:p>
              </p:txBody>
            </p:sp>
          </p:grpSp>
          <p:sp>
            <p:nvSpPr>
              <p:cNvPr id="57" name="TextBox 56">
                <a:extLst>
                  <a:ext uri="{FF2B5EF4-FFF2-40B4-BE49-F238E27FC236}">
                    <a16:creationId xmlns:a16="http://schemas.microsoft.com/office/drawing/2014/main" id="{D25D3BF0-0478-181E-897D-D995077DFC40}"/>
                  </a:ext>
                </a:extLst>
              </p:cNvPr>
              <p:cNvSpPr txBox="1"/>
              <p:nvPr/>
            </p:nvSpPr>
            <p:spPr>
              <a:xfrm>
                <a:off x="1474791" y="4936074"/>
                <a:ext cx="1913503" cy="86814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Ишемическая болезнь сердца</a:t>
                </a:r>
                <a:endPar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p &lt;0,01</a:t>
                </a:r>
              </a:p>
            </p:txBody>
          </p:sp>
        </p:grpSp>
        <p:sp>
          <p:nvSpPr>
            <p:cNvPr id="60" name="Arrow: Down 22">
              <a:extLst>
                <a:ext uri="{FF2B5EF4-FFF2-40B4-BE49-F238E27FC236}">
                  <a16:creationId xmlns:a16="http://schemas.microsoft.com/office/drawing/2014/main" id="{B8EA2BAB-9798-31BA-AF57-7404C64BC3CA}"/>
                </a:ext>
              </a:extLst>
            </p:cNvPr>
            <p:cNvSpPr/>
            <p:nvPr/>
          </p:nvSpPr>
          <p:spPr>
            <a:xfrm>
              <a:off x="3892917" y="2689148"/>
              <a:ext cx="914400" cy="1206492"/>
            </a:xfrm>
            <a:prstGeom prst="downArrow">
              <a:avLst>
                <a:gd name="adj1" fmla="val 50000"/>
                <a:gd name="adj2" fmla="val 39092"/>
              </a:avLst>
            </a:prstGeom>
            <a:solidFill>
              <a:srgbClr val="E22C1E"/>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1219170" rtl="0" eaLnBrk="1" fontAlgn="auto" latinLnBrk="1"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–39</a:t>
              </a:r>
              <a:r>
                <a:rPr kumimoji="0" lang="ru-RU" sz="20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a:t>
              </a:r>
              <a:endParaRPr kumimoji="0" lang="en-GB" sz="20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61" name="Arrow: Down 22">
              <a:extLst>
                <a:ext uri="{FF2B5EF4-FFF2-40B4-BE49-F238E27FC236}">
                  <a16:creationId xmlns:a16="http://schemas.microsoft.com/office/drawing/2014/main" id="{F9CE9EA0-2EB1-6F8D-3BEE-4BC0036E732D}"/>
                </a:ext>
              </a:extLst>
            </p:cNvPr>
            <p:cNvSpPr/>
            <p:nvPr/>
          </p:nvSpPr>
          <p:spPr>
            <a:xfrm>
              <a:off x="9870078" y="2559011"/>
              <a:ext cx="914400" cy="1206492"/>
            </a:xfrm>
            <a:prstGeom prst="downArrow">
              <a:avLst>
                <a:gd name="adj1" fmla="val 50000"/>
                <a:gd name="adj2" fmla="val 39092"/>
              </a:avLst>
            </a:prstGeom>
            <a:solidFill>
              <a:srgbClr val="E22C1E"/>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1219170" rtl="0" eaLnBrk="1" fontAlgn="auto" latinLnBrk="1"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–37</a:t>
              </a:r>
              <a:r>
                <a:rPr kumimoji="0" lang="ru-RU" sz="20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a:t>
              </a:r>
              <a:endParaRPr kumimoji="0" lang="en-GB" sz="20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endParaRPr>
            </a:p>
          </p:txBody>
        </p:sp>
        <p:grpSp>
          <p:nvGrpSpPr>
            <p:cNvPr id="62" name="Группа 61">
              <a:extLst>
                <a:ext uri="{FF2B5EF4-FFF2-40B4-BE49-F238E27FC236}">
                  <a16:creationId xmlns:a16="http://schemas.microsoft.com/office/drawing/2014/main" id="{59002299-FE5E-E3F8-8D79-73DA48CCF1D0}"/>
                </a:ext>
              </a:extLst>
            </p:cNvPr>
            <p:cNvGrpSpPr/>
            <p:nvPr/>
          </p:nvGrpSpPr>
          <p:grpSpPr>
            <a:xfrm>
              <a:off x="5391346" y="4384555"/>
              <a:ext cx="1913503" cy="1626929"/>
              <a:chOff x="1474791" y="4104561"/>
              <a:chExt cx="1913503" cy="1699662"/>
            </a:xfrm>
          </p:grpSpPr>
          <p:grpSp>
            <p:nvGrpSpPr>
              <p:cNvPr id="63" name="Группа 62">
                <a:extLst>
                  <a:ext uri="{FF2B5EF4-FFF2-40B4-BE49-F238E27FC236}">
                    <a16:creationId xmlns:a16="http://schemas.microsoft.com/office/drawing/2014/main" id="{A639419A-3621-5086-4DA3-70E77F52B3C3}"/>
                  </a:ext>
                </a:extLst>
              </p:cNvPr>
              <p:cNvGrpSpPr/>
              <p:nvPr/>
            </p:nvGrpSpPr>
            <p:grpSpPr>
              <a:xfrm>
                <a:off x="1544017" y="4104561"/>
                <a:ext cx="1775050" cy="662881"/>
                <a:chOff x="968489" y="3599257"/>
                <a:chExt cx="1775050" cy="662881"/>
              </a:xfrm>
            </p:grpSpPr>
            <p:sp>
              <p:nvSpPr>
                <p:cNvPr id="65" name="TextBox 64">
                  <a:extLst>
                    <a:ext uri="{FF2B5EF4-FFF2-40B4-BE49-F238E27FC236}">
                      <a16:creationId xmlns:a16="http://schemas.microsoft.com/office/drawing/2014/main" id="{B2A78FAF-7BA9-AA2F-F5B1-9EA61376FB1D}"/>
                    </a:ext>
                  </a:extLst>
                </p:cNvPr>
                <p:cNvSpPr txBox="1"/>
                <p:nvPr/>
              </p:nvSpPr>
              <p:spPr>
                <a:xfrm>
                  <a:off x="968489" y="3599257"/>
                  <a:ext cx="1775050" cy="4179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20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0,</a:t>
                  </a:r>
                  <a:r>
                    <a:rPr kumimoji="0" lang="en-US" sz="20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95</a:t>
                  </a:r>
                  <a:endParaRPr kumimoji="0" lang="ru-RU" sz="20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66" name="TextBox 65">
                  <a:extLst>
                    <a:ext uri="{FF2B5EF4-FFF2-40B4-BE49-F238E27FC236}">
                      <a16:creationId xmlns:a16="http://schemas.microsoft.com/office/drawing/2014/main" id="{A0ED1AD2-15D6-8423-7FCD-0F706AEF229E}"/>
                    </a:ext>
                  </a:extLst>
                </p:cNvPr>
                <p:cNvSpPr txBox="1"/>
                <p:nvPr/>
              </p:nvSpPr>
              <p:spPr>
                <a:xfrm>
                  <a:off x="1264788" y="3988832"/>
                  <a:ext cx="1182452" cy="27330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(0,73–1,22)</a:t>
                  </a:r>
                </a:p>
              </p:txBody>
            </p:sp>
          </p:grpSp>
          <p:sp>
            <p:nvSpPr>
              <p:cNvPr id="64" name="TextBox 63">
                <a:extLst>
                  <a:ext uri="{FF2B5EF4-FFF2-40B4-BE49-F238E27FC236}">
                    <a16:creationId xmlns:a16="http://schemas.microsoft.com/office/drawing/2014/main" id="{F54916B4-3743-6EF2-728A-273177D93F8A}"/>
                  </a:ext>
                </a:extLst>
              </p:cNvPr>
              <p:cNvSpPr txBox="1"/>
              <p:nvPr/>
            </p:nvSpPr>
            <p:spPr>
              <a:xfrm>
                <a:off x="1474791" y="4936074"/>
                <a:ext cx="1913503" cy="86814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Церебро</a:t>
                </a:r>
                <a:r>
                  <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a:t>
                </a: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васкулярные заболевания</a:t>
                </a:r>
                <a:endPar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p=0,</a:t>
                </a: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67</a:t>
                </a:r>
                <a:endParaRPr kumimoji="0" lang="en-US"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69" name="Группа 68">
              <a:extLst>
                <a:ext uri="{FF2B5EF4-FFF2-40B4-BE49-F238E27FC236}">
                  <a16:creationId xmlns:a16="http://schemas.microsoft.com/office/drawing/2014/main" id="{563FCBC1-0C42-4427-C5E7-08B7A374D3A9}"/>
                </a:ext>
              </a:extLst>
            </p:cNvPr>
            <p:cNvGrpSpPr/>
            <p:nvPr/>
          </p:nvGrpSpPr>
          <p:grpSpPr>
            <a:xfrm>
              <a:off x="7387060" y="4384555"/>
              <a:ext cx="1913503" cy="1626929"/>
              <a:chOff x="1474791" y="4104561"/>
              <a:chExt cx="1913503" cy="1699662"/>
            </a:xfrm>
          </p:grpSpPr>
          <p:grpSp>
            <p:nvGrpSpPr>
              <p:cNvPr id="70" name="Группа 69">
                <a:extLst>
                  <a:ext uri="{FF2B5EF4-FFF2-40B4-BE49-F238E27FC236}">
                    <a16:creationId xmlns:a16="http://schemas.microsoft.com/office/drawing/2014/main" id="{F70183E8-ABB1-FEE8-661C-DA221DA0428A}"/>
                  </a:ext>
                </a:extLst>
              </p:cNvPr>
              <p:cNvGrpSpPr/>
              <p:nvPr/>
            </p:nvGrpSpPr>
            <p:grpSpPr>
              <a:xfrm>
                <a:off x="1544017" y="4104561"/>
                <a:ext cx="1775050" cy="662881"/>
                <a:chOff x="968489" y="3599257"/>
                <a:chExt cx="1775050" cy="662881"/>
              </a:xfrm>
            </p:grpSpPr>
            <p:sp>
              <p:nvSpPr>
                <p:cNvPr id="72" name="TextBox 71">
                  <a:extLst>
                    <a:ext uri="{FF2B5EF4-FFF2-40B4-BE49-F238E27FC236}">
                      <a16:creationId xmlns:a16="http://schemas.microsoft.com/office/drawing/2014/main" id="{B2728C97-3214-A12F-23B6-CD13AC2FC22F}"/>
                    </a:ext>
                  </a:extLst>
                </p:cNvPr>
                <p:cNvSpPr txBox="1"/>
                <p:nvPr/>
              </p:nvSpPr>
              <p:spPr>
                <a:xfrm>
                  <a:off x="968489" y="3599257"/>
                  <a:ext cx="1775050" cy="4179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20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0,82</a:t>
                  </a:r>
                </a:p>
              </p:txBody>
            </p:sp>
            <p:sp>
              <p:nvSpPr>
                <p:cNvPr id="73" name="TextBox 72">
                  <a:extLst>
                    <a:ext uri="{FF2B5EF4-FFF2-40B4-BE49-F238E27FC236}">
                      <a16:creationId xmlns:a16="http://schemas.microsoft.com/office/drawing/2014/main" id="{5234F600-70D7-C26C-08FB-268772440EA4}"/>
                    </a:ext>
                  </a:extLst>
                </p:cNvPr>
                <p:cNvSpPr txBox="1"/>
                <p:nvPr/>
              </p:nvSpPr>
              <p:spPr>
                <a:xfrm>
                  <a:off x="1264788" y="3988832"/>
                  <a:ext cx="1182452" cy="27330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(0,55–1,23)</a:t>
                  </a:r>
                </a:p>
              </p:txBody>
            </p:sp>
          </p:grpSp>
          <p:sp>
            <p:nvSpPr>
              <p:cNvPr id="71" name="TextBox 70">
                <a:extLst>
                  <a:ext uri="{FF2B5EF4-FFF2-40B4-BE49-F238E27FC236}">
                    <a16:creationId xmlns:a16="http://schemas.microsoft.com/office/drawing/2014/main" id="{FEF6F9F3-0A9B-1F5C-91FE-4E534DCE8BE7}"/>
                  </a:ext>
                </a:extLst>
              </p:cNvPr>
              <p:cNvSpPr txBox="1"/>
              <p:nvPr/>
            </p:nvSpPr>
            <p:spPr>
              <a:xfrm>
                <a:off x="1474791" y="4936074"/>
                <a:ext cx="1913503" cy="86814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Сердечная недостаточность</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p=0,34</a:t>
                </a:r>
              </a:p>
            </p:txBody>
          </p:sp>
        </p:grpSp>
        <p:grpSp>
          <p:nvGrpSpPr>
            <p:cNvPr id="87" name="Группа 86">
              <a:extLst>
                <a:ext uri="{FF2B5EF4-FFF2-40B4-BE49-F238E27FC236}">
                  <a16:creationId xmlns:a16="http://schemas.microsoft.com/office/drawing/2014/main" id="{6F4E70EA-B622-6135-7223-26F2A2B45213}"/>
                </a:ext>
              </a:extLst>
            </p:cNvPr>
            <p:cNvGrpSpPr/>
            <p:nvPr/>
          </p:nvGrpSpPr>
          <p:grpSpPr>
            <a:xfrm>
              <a:off x="9368260" y="4384555"/>
              <a:ext cx="1913503" cy="1626929"/>
              <a:chOff x="1474791" y="4104561"/>
              <a:chExt cx="1913503" cy="1699662"/>
            </a:xfrm>
          </p:grpSpPr>
          <p:grpSp>
            <p:nvGrpSpPr>
              <p:cNvPr id="88" name="Группа 87">
                <a:extLst>
                  <a:ext uri="{FF2B5EF4-FFF2-40B4-BE49-F238E27FC236}">
                    <a16:creationId xmlns:a16="http://schemas.microsoft.com/office/drawing/2014/main" id="{56F63C86-C8D7-51DF-C0BE-6C4040B3EE13}"/>
                  </a:ext>
                </a:extLst>
              </p:cNvPr>
              <p:cNvGrpSpPr/>
              <p:nvPr/>
            </p:nvGrpSpPr>
            <p:grpSpPr>
              <a:xfrm>
                <a:off x="1544017" y="4104561"/>
                <a:ext cx="1775050" cy="662881"/>
                <a:chOff x="968489" y="3599257"/>
                <a:chExt cx="1775050" cy="662881"/>
              </a:xfrm>
            </p:grpSpPr>
            <p:sp>
              <p:nvSpPr>
                <p:cNvPr id="90" name="TextBox 89">
                  <a:extLst>
                    <a:ext uri="{FF2B5EF4-FFF2-40B4-BE49-F238E27FC236}">
                      <a16:creationId xmlns:a16="http://schemas.microsoft.com/office/drawing/2014/main" id="{4B50784F-9D47-3579-59FD-42C158F8FE0E}"/>
                    </a:ext>
                  </a:extLst>
                </p:cNvPr>
                <p:cNvSpPr txBox="1"/>
                <p:nvPr/>
              </p:nvSpPr>
              <p:spPr>
                <a:xfrm>
                  <a:off x="968489" y="3599257"/>
                  <a:ext cx="1775050" cy="4179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20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0,63</a:t>
                  </a:r>
                </a:p>
              </p:txBody>
            </p:sp>
            <p:sp>
              <p:nvSpPr>
                <p:cNvPr id="91" name="TextBox 90">
                  <a:extLst>
                    <a:ext uri="{FF2B5EF4-FFF2-40B4-BE49-F238E27FC236}">
                      <a16:creationId xmlns:a16="http://schemas.microsoft.com/office/drawing/2014/main" id="{A89DB989-D9F8-DD9C-D91D-4005E7D6BC51}"/>
                    </a:ext>
                  </a:extLst>
                </p:cNvPr>
                <p:cNvSpPr txBox="1"/>
                <p:nvPr/>
              </p:nvSpPr>
              <p:spPr>
                <a:xfrm>
                  <a:off x="1264788" y="3988832"/>
                  <a:ext cx="1182452" cy="27330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(0,45–0,88)</a:t>
                  </a:r>
                </a:p>
              </p:txBody>
            </p:sp>
          </p:grpSp>
          <p:sp>
            <p:nvSpPr>
              <p:cNvPr id="89" name="TextBox 88">
                <a:extLst>
                  <a:ext uri="{FF2B5EF4-FFF2-40B4-BE49-F238E27FC236}">
                    <a16:creationId xmlns:a16="http://schemas.microsoft.com/office/drawing/2014/main" id="{EB769D79-4930-6575-25EA-C295E1137AC0}"/>
                  </a:ext>
                </a:extLst>
              </p:cNvPr>
              <p:cNvSpPr txBox="1"/>
              <p:nvPr/>
            </p:nvSpPr>
            <p:spPr>
              <a:xfrm>
                <a:off x="1474791" y="4936074"/>
                <a:ext cx="1913503" cy="86814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Фибрилляция предсердий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p &lt;0,01</a:t>
                </a:r>
              </a:p>
            </p:txBody>
          </p:sp>
        </p:grpSp>
      </p:grpSp>
      <p:sp>
        <p:nvSpPr>
          <p:cNvPr id="4" name="Объект 7">
            <a:extLst>
              <a:ext uri="{FF2B5EF4-FFF2-40B4-BE49-F238E27FC236}">
                <a16:creationId xmlns:a16="http://schemas.microsoft.com/office/drawing/2014/main" id="{63E81AB5-3ABA-2EA8-5362-FF7D5310D54B}"/>
              </a:ext>
            </a:extLst>
          </p:cNvPr>
          <p:cNvSpPr>
            <a:spLocks noGrp="1"/>
          </p:cNvSpPr>
          <p:nvPr>
            <p:ph idx="4294967295"/>
          </p:nvPr>
        </p:nvSpPr>
        <p:spPr>
          <a:xfrm>
            <a:off x="924972" y="6463202"/>
            <a:ext cx="4192996" cy="203554"/>
          </a:xfrm>
        </p:spPr>
        <p:txBody>
          <a:bodyPr>
            <a:normAutofit/>
          </a:bodyPr>
          <a:lstStyle/>
          <a:p>
            <a:pPr marL="0" indent="0">
              <a:lnSpc>
                <a:spcPct val="100000"/>
              </a:lnSpc>
              <a:spcBef>
                <a:spcPts val="300"/>
              </a:spcBef>
              <a:buNone/>
            </a:pPr>
            <a:r>
              <a:rPr lang="en-US" sz="800" b="1" dirty="0">
                <a:solidFill>
                  <a:srgbClr val="323F48"/>
                </a:solidFill>
                <a:latin typeface="Calibri" panose="020F0502020204030204" pitchFamily="34" charset="0"/>
                <a:cs typeface="Calibri" panose="020F0502020204030204" pitchFamily="34" charset="0"/>
              </a:rPr>
              <a:t>1. </a:t>
            </a:r>
            <a:r>
              <a:rPr lang="en-US" sz="800" dirty="0">
                <a:solidFill>
                  <a:srgbClr val="323F48"/>
                </a:solidFill>
                <a:latin typeface="Calibri" panose="020F0502020204030204" pitchFamily="34" charset="0"/>
                <a:cs typeface="Calibri" panose="020F0502020204030204" pitchFamily="34" charset="0"/>
              </a:rPr>
              <a:t>Federico Rea et al. </a:t>
            </a:r>
            <a:r>
              <a:rPr lang="en-US" sz="800" dirty="0" err="1">
                <a:solidFill>
                  <a:srgbClr val="323F48"/>
                </a:solidFill>
                <a:latin typeface="Calibri" panose="020F0502020204030204" pitchFamily="34" charset="0"/>
                <a:cs typeface="Calibri" panose="020F0502020204030204" pitchFamily="34" charset="0"/>
              </a:rPr>
              <a:t>Eur</a:t>
            </a:r>
            <a:r>
              <a:rPr lang="en-US" sz="800" dirty="0">
                <a:solidFill>
                  <a:srgbClr val="323F48"/>
                </a:solidFill>
                <a:latin typeface="Calibri" panose="020F0502020204030204" pitchFamily="34" charset="0"/>
                <a:cs typeface="Calibri" panose="020F0502020204030204" pitchFamily="34" charset="0"/>
              </a:rPr>
              <a:t> Heart J . 2018 Oct 21;39(40):3654-3661. </a:t>
            </a:r>
            <a:r>
              <a:rPr lang="en-US" sz="800" dirty="0" err="1">
                <a:solidFill>
                  <a:srgbClr val="323F48"/>
                </a:solidFill>
                <a:latin typeface="Calibri" panose="020F0502020204030204" pitchFamily="34" charset="0"/>
                <a:cs typeface="Calibri" panose="020F0502020204030204" pitchFamily="34" charset="0"/>
              </a:rPr>
              <a:t>doi</a:t>
            </a:r>
            <a:r>
              <a:rPr lang="en-US" sz="800" dirty="0">
                <a:solidFill>
                  <a:srgbClr val="323F48"/>
                </a:solidFill>
                <a:latin typeface="Calibri" panose="020F0502020204030204" pitchFamily="34" charset="0"/>
                <a:cs typeface="Calibri" panose="020F0502020204030204" pitchFamily="34" charset="0"/>
              </a:rPr>
              <a:t>: 10.1093/</a:t>
            </a:r>
            <a:r>
              <a:rPr lang="en-US" sz="800" dirty="0" err="1">
                <a:solidFill>
                  <a:srgbClr val="323F48"/>
                </a:solidFill>
                <a:latin typeface="Calibri" panose="020F0502020204030204" pitchFamily="34" charset="0"/>
                <a:cs typeface="Calibri" panose="020F0502020204030204" pitchFamily="34" charset="0"/>
              </a:rPr>
              <a:t>eurheartj</a:t>
            </a:r>
            <a:r>
              <a:rPr lang="en-US" sz="800" dirty="0">
                <a:solidFill>
                  <a:srgbClr val="323F48"/>
                </a:solidFill>
                <a:latin typeface="Calibri" panose="020F0502020204030204" pitchFamily="34" charset="0"/>
                <a:cs typeface="Calibri" panose="020F0502020204030204" pitchFamily="34" charset="0"/>
              </a:rPr>
              <a:t>/ehy420.</a:t>
            </a:r>
          </a:p>
        </p:txBody>
      </p:sp>
      <p:sp>
        <p:nvSpPr>
          <p:cNvPr id="11" name="Заголовок 5">
            <a:extLst>
              <a:ext uri="{FF2B5EF4-FFF2-40B4-BE49-F238E27FC236}">
                <a16:creationId xmlns:a16="http://schemas.microsoft.com/office/drawing/2014/main" id="{35E197A5-3451-9B51-515B-4DCB7B6939E7}"/>
              </a:ext>
            </a:extLst>
          </p:cNvPr>
          <p:cNvSpPr txBox="1">
            <a:spLocks/>
          </p:cNvSpPr>
          <p:nvPr/>
        </p:nvSpPr>
        <p:spPr>
          <a:xfrm>
            <a:off x="878201" y="497765"/>
            <a:ext cx="10909300" cy="1082528"/>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ru-RU" sz="2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Терапия АГ </a:t>
            </a:r>
            <a:r>
              <a:rPr kumimoji="0" lang="ru-RU" sz="2100" b="1" i="0" u="sng"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фиксированными комбинациями</a:t>
            </a:r>
            <a:r>
              <a:rPr kumimoji="0" lang="ru-RU" sz="2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по сравнению </a:t>
            </a:r>
            <a:br>
              <a:rPr kumimoji="0" lang="en-US" sz="2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br>
            <a:r>
              <a:rPr kumimoji="0" lang="ru-RU" sz="2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с </a:t>
            </a:r>
            <a:r>
              <a:rPr kumimoji="0" lang="ru-RU" sz="2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монотерапией</a:t>
            </a:r>
            <a:r>
              <a:rPr kumimoji="0" lang="ru-RU" sz="2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сопровождается снижением риска</a:t>
            </a:r>
            <a:br>
              <a:rPr kumimoji="0" lang="ru-RU" sz="2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br>
            <a:r>
              <a:rPr kumimoji="0" lang="ru-RU" sz="2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сердечно-сосудистых событий через год терапии</a:t>
            </a:r>
          </a:p>
        </p:txBody>
      </p:sp>
    </p:spTree>
    <p:extLst>
      <p:ext uri="{BB962C8B-B14F-4D97-AF65-F5344CB8AC3E}">
        <p14:creationId xmlns:p14="http://schemas.microsoft.com/office/powerpoint/2010/main" val="2902903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5" name="Рисунок 24">
            <a:extLst>
              <a:ext uri="{FF2B5EF4-FFF2-40B4-BE49-F238E27FC236}">
                <a16:creationId xmlns:a16="http://schemas.microsoft.com/office/drawing/2014/main" id="{90D180E4-5830-111B-4519-DD72F9AED569}"/>
              </a:ext>
            </a:extLst>
          </p:cNvPr>
          <p:cNvPicPr>
            <a:picLocks noChangeAspect="1"/>
          </p:cNvPicPr>
          <p:nvPr/>
        </p:nvPicPr>
        <p:blipFill>
          <a:blip r:embed="rId3">
            <a:extLst>
              <a:ext uri="{28A0092B-C50C-407E-A947-70E740481C1C}">
                <a14:useLocalDpi xmlns:a14="http://schemas.microsoft.com/office/drawing/2010/main" val="0"/>
              </a:ext>
            </a:extLst>
          </a:blip>
          <a:srcRect l="10539" r="10539"/>
          <a:stretch/>
        </p:blipFill>
        <p:spPr>
          <a:xfrm>
            <a:off x="6482444" y="339592"/>
            <a:ext cx="4267200" cy="3606331"/>
          </a:xfrm>
          <a:custGeom>
            <a:avLst/>
            <a:gdLst>
              <a:gd name="connsiteX0" fmla="*/ 1969252 w 4481793"/>
              <a:gd name="connsiteY0" fmla="*/ 941 h 3787690"/>
              <a:gd name="connsiteX1" fmla="*/ 2693512 w 4481793"/>
              <a:gd name="connsiteY1" fmla="*/ 51580 h 3787690"/>
              <a:gd name="connsiteX2" fmla="*/ 4478155 w 4481793"/>
              <a:gd name="connsiteY2" fmla="*/ 1487911 h 3787690"/>
              <a:gd name="connsiteX3" fmla="*/ 2985046 w 4481793"/>
              <a:gd name="connsiteY3" fmla="*/ 3477092 h 3787690"/>
              <a:gd name="connsiteX4" fmla="*/ 211476 w 4481793"/>
              <a:gd name="connsiteY4" fmla="*/ 2906844 h 3787690"/>
              <a:gd name="connsiteX5" fmla="*/ 1969252 w 4481793"/>
              <a:gd name="connsiteY5" fmla="*/ 941 h 3787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81793" h="3787690">
                <a:moveTo>
                  <a:pt x="1969252" y="941"/>
                </a:moveTo>
                <a:cubicBezTo>
                  <a:pt x="2188243" y="-4191"/>
                  <a:pt x="2429095" y="11547"/>
                  <a:pt x="2693512" y="51580"/>
                </a:cubicBezTo>
                <a:cubicBezTo>
                  <a:pt x="4186622" y="277805"/>
                  <a:pt x="4450719" y="1084987"/>
                  <a:pt x="4478155" y="1487911"/>
                </a:cubicBezTo>
                <a:cubicBezTo>
                  <a:pt x="4505595" y="1890835"/>
                  <a:pt x="4411846" y="2815817"/>
                  <a:pt x="2985046" y="3477092"/>
                </a:cubicBezTo>
                <a:cubicBezTo>
                  <a:pt x="1558247" y="4138368"/>
                  <a:pt x="586467" y="3647096"/>
                  <a:pt x="211476" y="2906844"/>
                </a:cubicBezTo>
                <a:cubicBezTo>
                  <a:pt x="-221609" y="2050380"/>
                  <a:pt x="-147659" y="50555"/>
                  <a:pt x="1969252" y="941"/>
                </a:cubicBezTo>
                <a:close/>
              </a:path>
            </a:pathLst>
          </a:custGeom>
        </p:spPr>
      </p:pic>
      <p:sp>
        <p:nvSpPr>
          <p:cNvPr id="7" name="Номер слайда 6">
            <a:extLst>
              <a:ext uri="{FF2B5EF4-FFF2-40B4-BE49-F238E27FC236}">
                <a16:creationId xmlns:a16="http://schemas.microsoft.com/office/drawing/2014/main" id="{8B74A346-4430-2237-8486-8FA5AA6B4605}"/>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61</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sp>
        <p:nvSpPr>
          <p:cNvPr id="3" name="Прямоугольник 2"/>
          <p:cNvSpPr/>
          <p:nvPr/>
        </p:nvSpPr>
        <p:spPr>
          <a:xfrm>
            <a:off x="5227563" y="4069110"/>
            <a:ext cx="6398380" cy="181588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600" b="1" i="0" u="none" strike="noStrike" kern="1200" cap="none" spc="0" normalizeH="0" baseline="0" noProof="0" dirty="0">
                <a:ln>
                  <a:noFill/>
                </a:ln>
                <a:solidFill>
                  <a:srgbClr val="065DA6"/>
                </a:solidFill>
                <a:effectLst/>
                <a:uLnTx/>
                <a:uFillTx/>
                <a:latin typeface="Verdana" panose="020B0604030504040204" pitchFamily="34" charset="0"/>
                <a:ea typeface="Verdana" panose="020B0604030504040204" pitchFamily="34" charset="0"/>
                <a:cs typeface="Times New Roman" panose="02020603050405020304" pitchFamily="18" charset="0"/>
              </a:rPr>
              <a:t>Конечные точки </a:t>
            </a:r>
            <a:r>
              <a:rPr kumimoji="0" lang="ru-RU" sz="16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Times New Roman" panose="02020603050405020304" pitchFamily="18" charset="0"/>
              </a:rPr>
              <a:t>– приверженность пациентов к лечению; изменение систолического и диастолического артериального давления, частоты сердечных сокращений, средней длительности эпизодов депрессии сегмента ST и числа эпизодов ишемии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6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6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Times New Roman" panose="02020603050405020304" pitchFamily="18" charset="0"/>
              </a:rPr>
              <a:t>Статистическая значимость </a:t>
            </a:r>
            <a:r>
              <a:rPr kumimoji="0" lang="ru-RU" sz="16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en-US" sz="16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Times New Roman" panose="02020603050405020304" pitchFamily="18" charset="0"/>
              </a:rPr>
              <a:t>p&lt;</a:t>
            </a:r>
            <a:r>
              <a:rPr kumimoji="0" lang="ru-RU" sz="16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Times New Roman" panose="02020603050405020304" pitchFamily="18" charset="0"/>
              </a:rPr>
              <a:t>0,001, </a:t>
            </a:r>
            <a:r>
              <a:rPr kumimoji="0" lang="en-US" sz="16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Times New Roman" panose="02020603050405020304" pitchFamily="18" charset="0"/>
              </a:rPr>
              <a:t>p&lt;</a:t>
            </a:r>
            <a:r>
              <a:rPr kumimoji="0" lang="ru-RU" sz="16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Times New Roman" panose="02020603050405020304" pitchFamily="18" charset="0"/>
              </a:rPr>
              <a:t>0,05</a:t>
            </a:r>
          </a:p>
        </p:txBody>
      </p:sp>
      <p:sp>
        <p:nvSpPr>
          <p:cNvPr id="14" name="Прямоугольник 13">
            <a:extLst>
              <a:ext uri="{FF2B5EF4-FFF2-40B4-BE49-F238E27FC236}">
                <a16:creationId xmlns:a16="http://schemas.microsoft.com/office/drawing/2014/main" id="{5A1AAEA9-2E83-080C-D074-3779E1D49B65}"/>
              </a:ext>
            </a:extLst>
          </p:cNvPr>
          <p:cNvSpPr/>
          <p:nvPr/>
        </p:nvSpPr>
        <p:spPr>
          <a:xfrm>
            <a:off x="1526722" y="4064991"/>
            <a:ext cx="3246664" cy="156966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600" b="1" i="0" u="none" strike="noStrike" kern="1200" cap="none" spc="0" normalizeH="0" baseline="0" noProof="0" dirty="0">
                <a:ln>
                  <a:noFill/>
                </a:ln>
                <a:solidFill>
                  <a:srgbClr val="065DA6"/>
                </a:solidFill>
                <a:effectLst/>
                <a:uLnTx/>
                <a:uFillTx/>
                <a:latin typeface="Verdana" panose="020B0604030504040204" pitchFamily="34" charset="0"/>
                <a:ea typeface="Verdana" panose="020B0604030504040204" pitchFamily="34" charset="0"/>
                <a:cs typeface="Times New Roman" panose="02020603050405020304" pitchFamily="18" charset="0"/>
              </a:rPr>
              <a:t>Число пациентов</a:t>
            </a:r>
            <a:r>
              <a:rPr kumimoji="0" lang="en-US" sz="1600" b="1" i="0" u="none" strike="noStrike" kern="1200" cap="none" spc="0" normalizeH="0" baseline="0" noProof="0" dirty="0">
                <a:ln>
                  <a:noFill/>
                </a:ln>
                <a:solidFill>
                  <a:srgbClr val="065DA6"/>
                </a:solidFill>
                <a:effectLst/>
                <a:uLnTx/>
                <a:uFillTx/>
                <a:latin typeface="Verdana" panose="020B0604030504040204" pitchFamily="34" charset="0"/>
                <a:ea typeface="Verdana" panose="020B0604030504040204" pitchFamily="34" charset="0"/>
                <a:cs typeface="Times New Roman" panose="02020603050405020304" pitchFamily="18"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6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Times New Roman" panose="02020603050405020304" pitchFamily="18" charset="0"/>
              </a:rPr>
              <a:t>n=100 (62% женщин, 38% мужчин; средний возраст составил 65,0±8,51 года)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600" b="1" i="0" u="none" strike="noStrike" kern="1200" cap="none" spc="0" normalizeH="0" baseline="0" noProof="0" dirty="0">
                <a:ln>
                  <a:noFill/>
                </a:ln>
                <a:solidFill>
                  <a:srgbClr val="065DA6"/>
                </a:solidFill>
                <a:effectLst/>
                <a:uLnTx/>
                <a:uFillTx/>
                <a:latin typeface="Verdana" panose="020B0604030504040204" pitchFamily="34" charset="0"/>
                <a:ea typeface="Verdana" panose="020B0604030504040204" pitchFamily="34" charset="0"/>
                <a:cs typeface="Times New Roman" panose="02020603050405020304" pitchFamily="18" charset="0"/>
              </a:rPr>
              <a:t>Длительность наблюдения </a:t>
            </a:r>
            <a:r>
              <a:rPr kumimoji="0" lang="ru-RU" sz="16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Times New Roman" panose="02020603050405020304" pitchFamily="18" charset="0"/>
              </a:rPr>
              <a:t>–</a:t>
            </a:r>
            <a:r>
              <a:rPr kumimoji="0" lang="en-US" sz="16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ru-RU" sz="16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Times New Roman" panose="02020603050405020304" pitchFamily="18" charset="0"/>
              </a:rPr>
              <a:t>4 недели</a:t>
            </a:r>
          </a:p>
        </p:txBody>
      </p:sp>
      <p:sp>
        <p:nvSpPr>
          <p:cNvPr id="16" name="TextBox 15">
            <a:extLst>
              <a:ext uri="{FF2B5EF4-FFF2-40B4-BE49-F238E27FC236}">
                <a16:creationId xmlns:a16="http://schemas.microsoft.com/office/drawing/2014/main" id="{58551DD3-05A7-7C76-83A3-E561BAD1A0C2}"/>
              </a:ext>
            </a:extLst>
          </p:cNvPr>
          <p:cNvSpPr txBox="1"/>
          <p:nvPr/>
        </p:nvSpPr>
        <p:spPr>
          <a:xfrm>
            <a:off x="814751" y="2466044"/>
            <a:ext cx="3510947"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3200" b="0" i="0" u="none" strike="noStrike" kern="1200" cap="none" spc="0" normalizeH="0" baseline="0" noProof="0" dirty="0">
                <a:ln>
                  <a:noFill/>
                </a:ln>
                <a:solidFill>
                  <a:srgbClr val="C1D82E"/>
                </a:solidFill>
                <a:effectLst/>
                <a:uLnTx/>
                <a:uFillTx/>
                <a:latin typeface="Verdana" panose="020B0604030504040204" pitchFamily="34" charset="0"/>
                <a:ea typeface="Verdana" panose="020B0604030504040204" pitchFamily="34" charset="0"/>
                <a:cs typeface="+mn-cs"/>
              </a:rPr>
              <a:t>в</a:t>
            </a:r>
            <a:r>
              <a:rPr kumimoji="0" lang="ru-RU" sz="3000" b="1" i="0" u="none" strike="noStrike" kern="1200" cap="none" spc="0" normalizeH="0" baseline="0" noProof="0" dirty="0">
                <a:ln>
                  <a:noFill/>
                </a:ln>
                <a:solidFill>
                  <a:srgbClr val="C1D82E"/>
                </a:solidFill>
                <a:effectLst/>
                <a:uLnTx/>
                <a:uFillTx/>
                <a:latin typeface="Verdana" panose="020B0604030504040204" pitchFamily="34" charset="0"/>
                <a:ea typeface="Verdana" panose="020B0604030504040204" pitchFamily="34" charset="0"/>
                <a:cs typeface="+mn-cs"/>
              </a:rPr>
              <a:t> </a:t>
            </a:r>
            <a:r>
              <a:rPr kumimoji="0" lang="ru-RU" sz="7200" b="1" i="0" u="none" strike="noStrike" kern="1200" cap="none" spc="0" normalizeH="0" baseline="0" noProof="0" dirty="0">
                <a:ln>
                  <a:noFill/>
                </a:ln>
                <a:solidFill>
                  <a:srgbClr val="C1D82E"/>
                </a:solidFill>
                <a:effectLst/>
                <a:uLnTx/>
                <a:uFillTx/>
                <a:latin typeface="Verdana" panose="020B0604030504040204" pitchFamily="34" charset="0"/>
                <a:ea typeface="Verdana" panose="020B0604030504040204" pitchFamily="34" charset="0"/>
                <a:cs typeface="+mn-cs"/>
              </a:rPr>
              <a:t>2,2</a:t>
            </a:r>
            <a:r>
              <a:rPr kumimoji="0" lang="ru-RU" sz="3000" b="0" i="0" u="none" strike="noStrike" kern="1200" cap="none" spc="0" normalizeH="0" baseline="0" noProof="0" dirty="0">
                <a:ln>
                  <a:noFill/>
                </a:ln>
                <a:solidFill>
                  <a:srgbClr val="C1D82E"/>
                </a:solidFill>
                <a:effectLst/>
                <a:uLnTx/>
                <a:uFillTx/>
                <a:latin typeface="Verdana" panose="020B0604030504040204" pitchFamily="34" charset="0"/>
                <a:ea typeface="Verdana" panose="020B0604030504040204" pitchFamily="34" charset="0"/>
                <a:cs typeface="+mn-cs"/>
              </a:rPr>
              <a:t> </a:t>
            </a:r>
            <a:r>
              <a:rPr kumimoji="0" lang="ru-RU" sz="3200" b="0" i="0" u="none" strike="noStrike" kern="1200" cap="none" spc="0" normalizeH="0" baseline="0" noProof="0" dirty="0">
                <a:ln>
                  <a:noFill/>
                </a:ln>
                <a:solidFill>
                  <a:srgbClr val="C1D82E"/>
                </a:solidFill>
                <a:effectLst/>
                <a:uLnTx/>
                <a:uFillTx/>
                <a:latin typeface="Verdana" panose="020B0604030504040204" pitchFamily="34" charset="0"/>
                <a:ea typeface="Verdana" panose="020B0604030504040204" pitchFamily="34" charset="0"/>
                <a:cs typeface="+mn-cs"/>
              </a:rPr>
              <a:t>раза </a:t>
            </a:r>
            <a:endParaRPr kumimoji="0" lang="ru-RU" sz="6000" b="0" i="0" u="none" strike="noStrike" kern="1200" cap="none" spc="0" normalizeH="0" baseline="0" noProof="0" dirty="0">
              <a:ln>
                <a:noFill/>
              </a:ln>
              <a:solidFill>
                <a:srgbClr val="C1D82E"/>
              </a:solidFill>
              <a:effectLst/>
              <a:uLnTx/>
              <a:uFillTx/>
              <a:latin typeface="Verdana" panose="020B0604030504040204" pitchFamily="34" charset="0"/>
              <a:ea typeface="Verdana" panose="020B0604030504040204" pitchFamily="34" charset="0"/>
              <a:cs typeface="+mn-cs"/>
            </a:endParaRPr>
          </a:p>
        </p:txBody>
      </p:sp>
      <p:sp>
        <p:nvSpPr>
          <p:cNvPr id="18" name="TextBox 17">
            <a:extLst>
              <a:ext uri="{FF2B5EF4-FFF2-40B4-BE49-F238E27FC236}">
                <a16:creationId xmlns:a16="http://schemas.microsoft.com/office/drawing/2014/main" id="{76EE0A8D-F76B-C138-F2BD-0A343F8148CE}"/>
              </a:ext>
            </a:extLst>
          </p:cNvPr>
          <p:cNvSpPr txBox="1"/>
          <p:nvPr/>
        </p:nvSpPr>
        <p:spPr>
          <a:xfrm>
            <a:off x="934495" y="1874321"/>
            <a:ext cx="5041761" cy="738664"/>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24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к повышению приверженности терапии</a:t>
            </a:r>
          </a:p>
        </p:txBody>
      </p:sp>
      <p:sp>
        <p:nvSpPr>
          <p:cNvPr id="9" name="Объект 4">
            <a:extLst>
              <a:ext uri="{FF2B5EF4-FFF2-40B4-BE49-F238E27FC236}">
                <a16:creationId xmlns:a16="http://schemas.microsoft.com/office/drawing/2014/main" id="{FB876BE0-7480-4862-8701-8F3DA9F206A8}"/>
              </a:ext>
            </a:extLst>
          </p:cNvPr>
          <p:cNvSpPr>
            <a:spLocks noGrp="1"/>
          </p:cNvSpPr>
          <p:nvPr>
            <p:ph idx="4294967295"/>
          </p:nvPr>
        </p:nvSpPr>
        <p:spPr>
          <a:xfrm>
            <a:off x="911225" y="6177547"/>
            <a:ext cx="8223647" cy="457738"/>
          </a:xfrm>
        </p:spPr>
        <p:txBody>
          <a:bodyPr>
            <a:noAutofit/>
          </a:bodyPr>
          <a:lstStyle/>
          <a:p>
            <a:pPr marL="0" indent="0">
              <a:lnSpc>
                <a:spcPct val="100000"/>
              </a:lnSpc>
              <a:spcBef>
                <a:spcPts val="300"/>
              </a:spcBef>
              <a:buNone/>
            </a:pPr>
            <a:r>
              <a:rPr lang="ru-RU" sz="800" b="1" dirty="0">
                <a:solidFill>
                  <a:srgbClr val="323F48"/>
                </a:solidFill>
                <a:latin typeface="Calibri" panose="020F0502020204030204" pitchFamily="34" charset="0"/>
                <a:cs typeface="Calibri" panose="020F0502020204030204" pitchFamily="34" charset="0"/>
              </a:rPr>
              <a:t>АГ </a:t>
            </a:r>
            <a:r>
              <a:rPr lang="ru-RU" sz="800" dirty="0">
                <a:solidFill>
                  <a:srgbClr val="323F48"/>
                </a:solidFill>
                <a:latin typeface="Calibri" panose="020F0502020204030204" pitchFamily="34" charset="0"/>
                <a:cs typeface="Calibri" panose="020F0502020204030204" pitchFamily="34" charset="0"/>
              </a:rPr>
              <a:t>– артериальная гипертензия,</a:t>
            </a:r>
            <a:r>
              <a:rPr lang="en-US" sz="800" dirty="0">
                <a:solidFill>
                  <a:srgbClr val="323F48"/>
                </a:solidFill>
                <a:latin typeface="Calibri" panose="020F0502020204030204" pitchFamily="34" charset="0"/>
                <a:cs typeface="Calibri" panose="020F0502020204030204" pitchFamily="34" charset="0"/>
              </a:rPr>
              <a:t> </a:t>
            </a:r>
            <a:r>
              <a:rPr lang="ru-RU" sz="800" b="1" dirty="0">
                <a:solidFill>
                  <a:srgbClr val="323F48"/>
                </a:solidFill>
                <a:latin typeface="Calibri" panose="020F0502020204030204" pitchFamily="34" charset="0"/>
                <a:cs typeface="Calibri" panose="020F0502020204030204" pitchFamily="34" charset="0"/>
              </a:rPr>
              <a:t>ИБС</a:t>
            </a:r>
            <a:r>
              <a:rPr lang="ru-RU" sz="800" dirty="0">
                <a:solidFill>
                  <a:srgbClr val="323F48"/>
                </a:solidFill>
                <a:latin typeface="Calibri" panose="020F0502020204030204" pitchFamily="34" charset="0"/>
                <a:cs typeface="Calibri" panose="020F0502020204030204" pitchFamily="34" charset="0"/>
              </a:rPr>
              <a:t> – ишемическая болезнь сердца</a:t>
            </a:r>
            <a:endParaRPr lang="en-US" sz="800" b="1" dirty="0">
              <a:solidFill>
                <a:srgbClr val="323F48"/>
              </a:solidFill>
              <a:latin typeface="Calibri" panose="020F0502020204030204" pitchFamily="34" charset="0"/>
              <a:cs typeface="Calibri" panose="020F0502020204030204" pitchFamily="34" charset="0"/>
            </a:endParaRPr>
          </a:p>
          <a:p>
            <a:pPr marL="0" indent="0">
              <a:lnSpc>
                <a:spcPct val="100000"/>
              </a:lnSpc>
              <a:spcBef>
                <a:spcPts val="300"/>
              </a:spcBef>
              <a:buNone/>
            </a:pPr>
            <a:r>
              <a:rPr lang="ru-RU" sz="800" b="1" dirty="0">
                <a:solidFill>
                  <a:srgbClr val="323F48"/>
                </a:solidFill>
                <a:latin typeface="Calibri" panose="020F0502020204030204" pitchFamily="34" charset="0"/>
                <a:cs typeface="Calibri" panose="020F0502020204030204" pitchFamily="34" charset="0"/>
              </a:rPr>
              <a:t>1. </a:t>
            </a:r>
            <a:r>
              <a:rPr lang="ru-RU" sz="800" dirty="0" err="1">
                <a:solidFill>
                  <a:srgbClr val="323F48"/>
                </a:solidFill>
                <a:latin typeface="Calibri" panose="020F0502020204030204" pitchFamily="34" charset="0"/>
                <a:cs typeface="Calibri" panose="020F0502020204030204" pitchFamily="34" charset="0"/>
              </a:rPr>
              <a:t>Чесникова</a:t>
            </a:r>
            <a:r>
              <a:rPr lang="ru-RU" sz="800" dirty="0">
                <a:solidFill>
                  <a:srgbClr val="323F48"/>
                </a:solidFill>
                <a:latin typeface="Calibri" panose="020F0502020204030204" pitchFamily="34" charset="0"/>
                <a:cs typeface="Calibri" panose="020F0502020204030204" pitchFamily="34" charset="0"/>
              </a:rPr>
              <a:t> А.И., </a:t>
            </a:r>
            <a:r>
              <a:rPr lang="ru-RU" sz="800" dirty="0" err="1">
                <a:solidFill>
                  <a:srgbClr val="323F48"/>
                </a:solidFill>
                <a:latin typeface="Calibri" panose="020F0502020204030204" pitchFamily="34" charset="0"/>
                <a:cs typeface="Calibri" panose="020F0502020204030204" pitchFamily="34" charset="0"/>
              </a:rPr>
              <a:t>Сафроненко</a:t>
            </a:r>
            <a:r>
              <a:rPr lang="ru-RU" sz="800" dirty="0">
                <a:solidFill>
                  <a:srgbClr val="323F48"/>
                </a:solidFill>
                <a:latin typeface="Calibri" panose="020F0502020204030204" pitchFamily="34" charset="0"/>
                <a:cs typeface="Calibri" panose="020F0502020204030204" pitchFamily="34" charset="0"/>
              </a:rPr>
              <a:t> В.А., </a:t>
            </a:r>
            <a:r>
              <a:rPr lang="ru-RU" sz="800" dirty="0" err="1">
                <a:solidFill>
                  <a:srgbClr val="323F48"/>
                </a:solidFill>
                <a:latin typeface="Calibri" panose="020F0502020204030204" pitchFamily="34" charset="0"/>
                <a:cs typeface="Calibri" panose="020F0502020204030204" pitchFamily="34" charset="0"/>
              </a:rPr>
              <a:t>Коломацкая</a:t>
            </a:r>
            <a:r>
              <a:rPr lang="ru-RU" sz="800" dirty="0">
                <a:solidFill>
                  <a:srgbClr val="323F48"/>
                </a:solidFill>
                <a:latin typeface="Calibri" panose="020F0502020204030204" pitchFamily="34" charset="0"/>
                <a:cs typeface="Calibri" panose="020F0502020204030204" pitchFamily="34" charset="0"/>
              </a:rPr>
              <a:t> О.Е. Оценка эффективности фиксированной комбинации </a:t>
            </a:r>
            <a:r>
              <a:rPr lang="ru-RU" sz="800" dirty="0" err="1">
                <a:solidFill>
                  <a:srgbClr val="323F48"/>
                </a:solidFill>
                <a:latin typeface="Calibri" panose="020F0502020204030204" pitchFamily="34" charset="0"/>
                <a:cs typeface="Calibri" panose="020F0502020204030204" pitchFamily="34" charset="0"/>
              </a:rPr>
              <a:t>бисопролола</a:t>
            </a:r>
            <a:r>
              <a:rPr lang="ru-RU" sz="800" dirty="0">
                <a:solidFill>
                  <a:srgbClr val="323F48"/>
                </a:solidFill>
                <a:latin typeface="Calibri" panose="020F0502020204030204" pitchFamily="34" charset="0"/>
                <a:cs typeface="Calibri" panose="020F0502020204030204" pitchFamily="34" charset="0"/>
              </a:rPr>
              <a:t> и </a:t>
            </a:r>
            <a:r>
              <a:rPr lang="ru-RU" sz="800" dirty="0" err="1">
                <a:solidFill>
                  <a:srgbClr val="323F48"/>
                </a:solidFill>
                <a:latin typeface="Calibri" panose="020F0502020204030204" pitchFamily="34" charset="0"/>
                <a:cs typeface="Calibri" panose="020F0502020204030204" pitchFamily="34" charset="0"/>
              </a:rPr>
              <a:t>амлодипина</a:t>
            </a:r>
            <a:r>
              <a:rPr lang="ru-RU" sz="800" dirty="0">
                <a:solidFill>
                  <a:srgbClr val="323F48"/>
                </a:solidFill>
                <a:latin typeface="Calibri" panose="020F0502020204030204" pitchFamily="34" charset="0"/>
                <a:cs typeface="Calibri" panose="020F0502020204030204" pitchFamily="34" charset="0"/>
              </a:rPr>
              <a:t> в амбулаторном лечении больных артериальной гипертензией и ишемической болезнью сердца // Кардиология. – 2014. – №9. – С. 17-23.</a:t>
            </a:r>
          </a:p>
        </p:txBody>
      </p:sp>
      <p:sp>
        <p:nvSpPr>
          <p:cNvPr id="10" name="Заголовок 1">
            <a:extLst>
              <a:ext uri="{FF2B5EF4-FFF2-40B4-BE49-F238E27FC236}">
                <a16:creationId xmlns:a16="http://schemas.microsoft.com/office/drawing/2014/main" id="{9F6A6C51-2057-390F-105A-7B03D87D3B4C}"/>
              </a:ext>
            </a:extLst>
          </p:cNvPr>
          <p:cNvSpPr txBox="1">
            <a:spLocks/>
          </p:cNvSpPr>
          <p:nvPr/>
        </p:nvSpPr>
        <p:spPr>
          <a:xfrm>
            <a:off x="911225" y="844016"/>
            <a:ext cx="5171028" cy="1223410"/>
          </a:xfrm>
          <a:prstGeom prst="rect">
            <a:avLst/>
          </a:prstGeom>
        </p:spPr>
        <p:txBody>
          <a:bodyPr vert="horz" lIns="0" tIns="0" rIns="0" bIns="0" rtlCol="0" anchor="t" anchorCtr="0">
            <a:norm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ru-RU" sz="23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Фиксированная комбинация </a:t>
            </a:r>
            <a:r>
              <a:rPr kumimoji="0" lang="ru-RU" sz="23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Конкор</a:t>
            </a:r>
            <a:r>
              <a:rPr kumimoji="0" lang="ru-RU" sz="1800" b="0" i="0" u="none" strike="noStrike" kern="1200" cap="none" spc="0" normalizeH="0" baseline="60000" noProof="0" dirty="0">
                <a:ln>
                  <a:noFill/>
                </a:ln>
                <a:solidFill>
                  <a:srgbClr val="265374"/>
                </a:solidFill>
                <a:effectLst/>
                <a:uLnTx/>
                <a:uFillTx/>
                <a:latin typeface="Verdana" panose="020B0604030504040204" pitchFamily="34" charset="0"/>
                <a:ea typeface="Verdana" panose="020B0604030504040204" pitchFamily="34" charset="0"/>
                <a:cs typeface="+mj-cs"/>
                <a:sym typeface="Arial"/>
              </a:rPr>
              <a:t>®</a:t>
            </a:r>
            <a:r>
              <a:rPr kumimoji="0" lang="ru-RU" sz="23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АМ у пациентов с АГ и ИБС приводит</a:t>
            </a:r>
          </a:p>
        </p:txBody>
      </p:sp>
      <p:sp>
        <p:nvSpPr>
          <p:cNvPr id="2" name="TextBox 1">
            <a:extLst>
              <a:ext uri="{FF2B5EF4-FFF2-40B4-BE49-F238E27FC236}">
                <a16:creationId xmlns:a16="http://schemas.microsoft.com/office/drawing/2014/main" id="{5FE4016E-58BC-0839-1F62-BA5261053D1E}"/>
              </a:ext>
            </a:extLst>
          </p:cNvPr>
          <p:cNvSpPr txBox="1"/>
          <p:nvPr/>
        </p:nvSpPr>
        <p:spPr>
          <a:xfrm>
            <a:off x="755278" y="108683"/>
            <a:ext cx="9599604" cy="215444"/>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ru-RU" sz="800" b="0" i="0" u="none" strike="noStrike" kern="0" cap="none" spc="0" normalizeH="0" baseline="0" noProof="0" dirty="0" err="1">
                <a:ln>
                  <a:noFill/>
                </a:ln>
                <a:solidFill>
                  <a:prstClr val="black"/>
                </a:solidFill>
                <a:effectLst/>
                <a:uLnTx/>
                <a:uFillTx/>
              </a:rPr>
              <a:t>Конкор</a:t>
            </a:r>
            <a:r>
              <a:rPr kumimoji="0" lang="ru-RU" sz="800" b="0" i="0" u="none" strike="noStrike" kern="0" cap="none" spc="0" normalizeH="0" baseline="0" noProof="0" dirty="0">
                <a:ln>
                  <a:noFill/>
                </a:ln>
                <a:solidFill>
                  <a:prstClr val="black"/>
                </a:solidFill>
                <a:effectLst/>
                <a:uLnTx/>
                <a:uFillTx/>
              </a:rPr>
              <a:t>® АМ </a:t>
            </a:r>
            <a:r>
              <a:rPr kumimoji="0" lang="ru-RU" sz="800" b="0" i="0" u="none" strike="noStrike" kern="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зарегистрирован</a:t>
            </a:r>
            <a:r>
              <a:rPr kumimoji="0" lang="ru-RU" sz="800" b="0" i="0" u="none" strike="noStrike" kern="0" cap="none" spc="0" normalizeH="0" baseline="0" noProof="0" dirty="0">
                <a:ln>
                  <a:noFill/>
                </a:ln>
                <a:solidFill>
                  <a:prstClr val="black"/>
                </a:solidFill>
                <a:effectLst/>
                <a:uLnTx/>
                <a:uFillTx/>
              </a:rPr>
              <a:t> для лечения артериальной гипертензии. Представленные данные применимы для пациентов с артериальной гипертензией и сопутствующей ИБС</a:t>
            </a:r>
          </a:p>
        </p:txBody>
      </p:sp>
    </p:spTree>
    <p:extLst>
      <p:ext uri="{BB962C8B-B14F-4D97-AF65-F5344CB8AC3E}">
        <p14:creationId xmlns:p14="http://schemas.microsoft.com/office/powerpoint/2010/main" val="3704900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1A6DCCE6-70A0-653B-B03F-98896B7861F2}"/>
              </a:ext>
            </a:extLst>
          </p:cNvPr>
          <p:cNvSpPr txBox="1">
            <a:spLocks/>
          </p:cNvSpPr>
          <p:nvPr/>
        </p:nvSpPr>
        <p:spPr>
          <a:xfrm>
            <a:off x="384694" y="456923"/>
            <a:ext cx="11635510" cy="529738"/>
          </a:xfrm>
          <a:prstGeom prst="rect">
            <a:avLst/>
          </a:prstGeom>
        </p:spPr>
        <p:txBody>
          <a:bodyPr lIns="91440" tIns="45720" rIns="91440" bIns="45720" anchor="b" anchorCtr="0"/>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ru-RU" sz="2800" b="1" i="0" u="none" strike="noStrike" kern="1200" cap="none" spc="0" normalizeH="0" baseline="0" noProof="0" dirty="0">
                <a:ln>
                  <a:noFill/>
                </a:ln>
                <a:solidFill>
                  <a:srgbClr val="2B3A42"/>
                </a:solidFill>
                <a:effectLst/>
                <a:uLnTx/>
                <a:uFillTx/>
                <a:latin typeface="Arial" panose="020B0604020202020204"/>
                <a:ea typeface="+mj-ea"/>
                <a:cs typeface="+mj-cs"/>
              </a:rPr>
              <a:t>Цена иллюзии: что показывает реальная клиническая практика</a:t>
            </a:r>
            <a:endParaRPr kumimoji="0" lang="en-US" sz="2800" b="1" i="0" u="none" strike="noStrike" kern="1200" cap="none" spc="0" normalizeH="0" baseline="0" noProof="0" dirty="0">
              <a:ln>
                <a:noFill/>
              </a:ln>
              <a:solidFill>
                <a:srgbClr val="2B3A42"/>
              </a:solidFill>
              <a:effectLst/>
              <a:uLnTx/>
              <a:uFillTx/>
              <a:latin typeface="Arial" panose="020B0604020202020204"/>
              <a:ea typeface="+mj-ea"/>
              <a:cs typeface="+mj-cs"/>
            </a:endParaRPr>
          </a:p>
        </p:txBody>
      </p:sp>
      <p:graphicFrame>
        <p:nvGraphicFramePr>
          <p:cNvPr id="27" name="Chart 26">
            <a:extLst>
              <a:ext uri="{FF2B5EF4-FFF2-40B4-BE49-F238E27FC236}">
                <a16:creationId xmlns:a16="http://schemas.microsoft.com/office/drawing/2014/main" id="{00DF3758-4F67-7051-6E87-D23EBF453846}"/>
              </a:ext>
            </a:extLst>
          </p:cNvPr>
          <p:cNvGraphicFramePr/>
          <p:nvPr>
            <p:extLst>
              <p:ext uri="{D42A27DB-BD31-4B8C-83A1-F6EECF244321}">
                <p14:modId xmlns:p14="http://schemas.microsoft.com/office/powerpoint/2010/main" val="539219008"/>
              </p:ext>
            </p:extLst>
          </p:nvPr>
        </p:nvGraphicFramePr>
        <p:xfrm>
          <a:off x="1192168" y="2490668"/>
          <a:ext cx="1710276" cy="1232085"/>
        </p:xfrm>
        <a:graphic>
          <a:graphicData uri="http://schemas.openxmlformats.org/drawingml/2006/chart">
            <c:chart xmlns:c="http://schemas.openxmlformats.org/drawingml/2006/chart" xmlns:r="http://schemas.openxmlformats.org/officeDocument/2006/relationships" r:id="rId2"/>
          </a:graphicData>
        </a:graphic>
      </p:graphicFrame>
      <p:sp>
        <p:nvSpPr>
          <p:cNvPr id="28" name="Rectangle: Rounded Corners 27">
            <a:extLst>
              <a:ext uri="{FF2B5EF4-FFF2-40B4-BE49-F238E27FC236}">
                <a16:creationId xmlns:a16="http://schemas.microsoft.com/office/drawing/2014/main" id="{DDF036BD-4DE7-7FFC-D46D-B9C56DF3AACC}"/>
              </a:ext>
            </a:extLst>
          </p:cNvPr>
          <p:cNvSpPr/>
          <p:nvPr/>
        </p:nvSpPr>
        <p:spPr>
          <a:xfrm>
            <a:off x="8122799" y="1943311"/>
            <a:ext cx="3267682" cy="428512"/>
          </a:xfrm>
          <a:prstGeom prst="roundRect">
            <a:avLst>
              <a:gd name="adj" fmla="val 50000"/>
            </a:avLst>
          </a:prstGeom>
          <a:solidFill>
            <a:srgbClr val="00BFB3"/>
          </a:solidFill>
          <a:ln w="12700" cap="flat" cmpd="sng" algn="ctr">
            <a:noFill/>
            <a:prstDash val="solid"/>
            <a:miter lim="800000"/>
          </a:ln>
          <a:effectLst/>
        </p:spPr>
        <p:txBody>
          <a:bodyPr lIns="0" tIns="0" rIns="0" bIns="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u-RU" sz="1600" b="1" i="0" u="none" strike="noStrike" kern="0" cap="none" spc="0" normalizeH="0" baseline="0" noProof="0" dirty="0">
                <a:ln>
                  <a:noFill/>
                </a:ln>
                <a:solidFill>
                  <a:srgbClr val="FFFFFF"/>
                </a:solidFill>
                <a:effectLst/>
                <a:uLnTx/>
                <a:uFillTx/>
                <a:latin typeface="Arial" panose="020B0604020202020204"/>
                <a:ea typeface="+mn-ea"/>
                <a:cs typeface="+mn-cs"/>
              </a:rPr>
              <a:t>Смертность от всех причин </a:t>
            </a:r>
            <a:endParaRPr kumimoji="0" lang="en-US" sz="1600" b="1"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9" name="Rectangle: Rounded Corners 28">
            <a:extLst>
              <a:ext uri="{FF2B5EF4-FFF2-40B4-BE49-F238E27FC236}">
                <a16:creationId xmlns:a16="http://schemas.microsoft.com/office/drawing/2014/main" id="{F100EFFA-3FB4-A9B3-25A9-4D0AA686A1A6}"/>
              </a:ext>
            </a:extLst>
          </p:cNvPr>
          <p:cNvSpPr/>
          <p:nvPr/>
        </p:nvSpPr>
        <p:spPr>
          <a:xfrm>
            <a:off x="411226" y="1943311"/>
            <a:ext cx="3267681" cy="428512"/>
          </a:xfrm>
          <a:prstGeom prst="roundRect">
            <a:avLst>
              <a:gd name="adj" fmla="val 50000"/>
            </a:avLst>
          </a:prstGeom>
          <a:solidFill>
            <a:srgbClr val="00BFB3"/>
          </a:solidFill>
          <a:ln w="12700" cap="flat" cmpd="sng" algn="ctr">
            <a:noFill/>
            <a:prstDash val="solid"/>
            <a:miter lim="800000"/>
          </a:ln>
          <a:effectLst/>
        </p:spPr>
        <p:txBody>
          <a:bodyPr lIns="0" tIns="0" rIns="0" bIns="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u-RU" sz="1600" b="1" i="0" u="none" strike="noStrike" kern="0" cap="none" spc="0" normalizeH="0" baseline="0" noProof="0" dirty="0">
                <a:ln>
                  <a:noFill/>
                </a:ln>
                <a:solidFill>
                  <a:srgbClr val="FFFFFF"/>
                </a:solidFill>
                <a:effectLst/>
                <a:uLnTx/>
                <a:uFillTx/>
                <a:latin typeface="Arial" panose="020B0604020202020204"/>
                <a:ea typeface="+mn-ea"/>
                <a:cs typeface="+mn-cs"/>
              </a:rPr>
              <a:t>Приверженность к терапии</a:t>
            </a:r>
            <a:endParaRPr kumimoji="0" lang="en-US" sz="1600" b="1" i="0" u="none" strike="noStrike" kern="0" cap="none" spc="0" normalizeH="0" baseline="0" noProof="0" dirty="0">
              <a:ln>
                <a:noFill/>
              </a:ln>
              <a:solidFill>
                <a:srgbClr val="FFFFFF"/>
              </a:solidFill>
              <a:effectLst/>
              <a:uLnTx/>
              <a:uFillTx/>
              <a:latin typeface="Arial" panose="020B0604020202020204"/>
              <a:ea typeface="+mn-ea"/>
              <a:cs typeface="+mn-cs"/>
            </a:endParaRPr>
          </a:p>
        </p:txBody>
      </p:sp>
      <p:graphicFrame>
        <p:nvGraphicFramePr>
          <p:cNvPr id="30" name="Chart 29">
            <a:extLst>
              <a:ext uri="{FF2B5EF4-FFF2-40B4-BE49-F238E27FC236}">
                <a16:creationId xmlns:a16="http://schemas.microsoft.com/office/drawing/2014/main" id="{45007752-D10D-DF20-3BD0-05CDDF32EB00}"/>
              </a:ext>
            </a:extLst>
          </p:cNvPr>
          <p:cNvGraphicFramePr/>
          <p:nvPr/>
        </p:nvGraphicFramePr>
        <p:xfrm>
          <a:off x="5049278" y="2490669"/>
          <a:ext cx="1710276" cy="1232085"/>
        </p:xfrm>
        <a:graphic>
          <a:graphicData uri="http://schemas.openxmlformats.org/drawingml/2006/chart">
            <c:chart xmlns:c="http://schemas.openxmlformats.org/drawingml/2006/chart" xmlns:r="http://schemas.openxmlformats.org/officeDocument/2006/relationships" r:id="rId3"/>
          </a:graphicData>
        </a:graphic>
      </p:graphicFrame>
      <p:grpSp>
        <p:nvGrpSpPr>
          <p:cNvPr id="31" name="Group 30">
            <a:extLst>
              <a:ext uri="{FF2B5EF4-FFF2-40B4-BE49-F238E27FC236}">
                <a16:creationId xmlns:a16="http://schemas.microsoft.com/office/drawing/2014/main" id="{74690168-7B01-CA24-BEAC-4778FC66ED87}"/>
              </a:ext>
            </a:extLst>
          </p:cNvPr>
          <p:cNvGrpSpPr/>
          <p:nvPr/>
        </p:nvGrpSpPr>
        <p:grpSpPr>
          <a:xfrm>
            <a:off x="4270575" y="3734504"/>
            <a:ext cx="3267681" cy="2641604"/>
            <a:chOff x="4666588" y="3746254"/>
            <a:chExt cx="2664193" cy="2641604"/>
          </a:xfrm>
        </p:grpSpPr>
        <p:cxnSp>
          <p:nvCxnSpPr>
            <p:cNvPr id="32" name="Straight Connector 31">
              <a:extLst>
                <a:ext uri="{FF2B5EF4-FFF2-40B4-BE49-F238E27FC236}">
                  <a16:creationId xmlns:a16="http://schemas.microsoft.com/office/drawing/2014/main" id="{2861E845-63FC-1733-38E2-565E986F6C0B}"/>
                </a:ext>
              </a:extLst>
            </p:cNvPr>
            <p:cNvCxnSpPr>
              <a:cxnSpLocks/>
            </p:cNvCxnSpPr>
            <p:nvPr/>
          </p:nvCxnSpPr>
          <p:spPr>
            <a:xfrm flipV="1">
              <a:off x="4672398" y="4385954"/>
              <a:ext cx="2658383" cy="1"/>
            </a:xfrm>
            <a:prstGeom prst="line">
              <a:avLst/>
            </a:prstGeom>
            <a:noFill/>
            <a:ln w="38100" cap="rnd" cmpd="sng" algn="ctr">
              <a:solidFill>
                <a:srgbClr val="CACED0"/>
              </a:solidFill>
              <a:prstDash val="solid"/>
              <a:round/>
            </a:ln>
            <a:effectLst/>
          </p:spPr>
        </p:cxnSp>
        <p:sp>
          <p:nvSpPr>
            <p:cNvPr id="33" name="TextBox 32">
              <a:extLst>
                <a:ext uri="{FF2B5EF4-FFF2-40B4-BE49-F238E27FC236}">
                  <a16:creationId xmlns:a16="http://schemas.microsoft.com/office/drawing/2014/main" id="{4319A7E5-8328-3A6D-02FB-D3D108521986}"/>
                </a:ext>
              </a:extLst>
            </p:cNvPr>
            <p:cNvSpPr txBox="1"/>
            <p:nvPr/>
          </p:nvSpPr>
          <p:spPr>
            <a:xfrm>
              <a:off x="4695588" y="4486624"/>
              <a:ext cx="2635193" cy="1901234"/>
            </a:xfrm>
            <a:prstGeom prst="rect">
              <a:avLst/>
            </a:prstGeom>
            <a:ln>
              <a:noFill/>
            </a:ln>
          </p:spPr>
          <p:txBody>
            <a:bodyPr vert="horz" wrap="square" lIns="0" tIns="0" rIns="0" bIns="0" numCol="1" rtlCol="0" anchor="t" anchorCtr="0" compatLnSpc="1">
              <a:prstTxWarp prst="textNoShape">
                <a:avLst/>
              </a:prstTxWarp>
              <a:noAutofit/>
            </a:bodyPr>
            <a:lstStyle/>
            <a:p>
              <a:pPr marL="182880" marR="0" lvl="0" indent="-182880" defTabSz="914400" eaLnBrk="1" fontAlgn="base" latinLnBrk="0" hangingPunct="1">
                <a:lnSpc>
                  <a:spcPct val="100000"/>
                </a:lnSpc>
                <a:spcBef>
                  <a:spcPts val="0"/>
                </a:spcBef>
                <a:spcAft>
                  <a:spcPts val="300"/>
                </a:spcAft>
                <a:buClrTx/>
                <a:buSzTx/>
                <a:buFont typeface="Arial" panose="020B0604020202020204" pitchFamily="34" charset="0"/>
                <a:buChar char="•"/>
                <a:tabLst/>
                <a:defRPr/>
              </a:pPr>
              <a:r>
                <a:rPr lang="ru-RU" sz="1400" kern="0" dirty="0">
                  <a:solidFill>
                    <a:srgbClr val="2B3A42"/>
                  </a:solidFill>
                  <a:latin typeface="Arial" panose="020B0604020202020204" pitchFamily="34" charset="0"/>
                  <a:cs typeface="Arial" panose="020B0604020202020204" pitchFamily="34" charset="0"/>
                </a:rPr>
                <a:t>Комбинированная конечная точка</a:t>
              </a:r>
              <a:endParaRPr kumimoji="0" lang="en-US" sz="1400" b="0" i="0" u="none" strike="noStrike" kern="0" cap="none" spc="0" normalizeH="0" baseline="0" noProof="0" dirty="0">
                <a:ln>
                  <a:noFill/>
                </a:ln>
                <a:solidFill>
                  <a:srgbClr val="2B3A42"/>
                </a:solidFill>
                <a:effectLst/>
                <a:uLnTx/>
                <a:uFillTx/>
                <a:latin typeface="Arial" panose="020B0604020202020204" pitchFamily="34" charset="0"/>
                <a:cs typeface="Arial" panose="020B0604020202020204" pitchFamily="34" charset="0"/>
              </a:endParaRPr>
            </a:p>
            <a:p>
              <a:pPr marL="182880" indent="-182880" fontAlgn="base">
                <a:spcAft>
                  <a:spcPts val="300"/>
                </a:spcAft>
                <a:buFont typeface="Arial" panose="020B0604020202020204" pitchFamily="34" charset="0"/>
                <a:buChar char="•"/>
                <a:defRPr/>
              </a:pPr>
              <a:r>
                <a:rPr lang="ru-RU" sz="1400" kern="0" dirty="0">
                  <a:solidFill>
                    <a:srgbClr val="2B3A42"/>
                  </a:solidFill>
                  <a:latin typeface="Arial" panose="020B0604020202020204" pitchFamily="34" charset="0"/>
                  <a:cs typeface="Arial" panose="020B0604020202020204" pitchFamily="34" charset="0"/>
                </a:rPr>
                <a:t>904 </a:t>
              </a:r>
              <a:r>
                <a:rPr lang="ru-RU" sz="1400" kern="0" dirty="0" err="1">
                  <a:solidFill>
                    <a:srgbClr val="2B3A42"/>
                  </a:solidFill>
                  <a:latin typeface="Arial" panose="020B0604020202020204" pitchFamily="34" charset="0"/>
                  <a:cs typeface="Arial" panose="020B0604020202020204" pitchFamily="34" charset="0"/>
                </a:rPr>
                <a:t>vs</a:t>
              </a:r>
              <a:r>
                <a:rPr lang="ru-RU" sz="1400" kern="0" dirty="0">
                  <a:solidFill>
                    <a:srgbClr val="2B3A42"/>
                  </a:solidFill>
                  <a:latin typeface="Arial" panose="020B0604020202020204" pitchFamily="34" charset="0"/>
                  <a:cs typeface="Arial" panose="020B0604020202020204" pitchFamily="34" charset="0"/>
                </a:rPr>
                <a:t> 1 008 событий</a:t>
              </a:r>
              <a:endParaRPr lang="en-US" sz="1400" b="1" kern="0" dirty="0">
                <a:solidFill>
                  <a:srgbClr val="2B3A42"/>
                </a:solidFill>
                <a:latin typeface="Arial" panose="020B0604020202020204" pitchFamily="34" charset="0"/>
                <a:cs typeface="Arial" panose="020B0604020202020204" pitchFamily="34" charset="0"/>
              </a:endParaRPr>
            </a:p>
            <a:p>
              <a:pPr marL="182880" marR="0" lvl="0" indent="-182880" defTabSz="91440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sz="1400" b="0" i="0" u="none" strike="noStrike" kern="0" cap="none" spc="0" normalizeH="0" baseline="0" noProof="0" dirty="0">
                  <a:ln>
                    <a:noFill/>
                  </a:ln>
                  <a:solidFill>
                    <a:srgbClr val="2B3A42"/>
                  </a:solidFill>
                  <a:effectLst/>
                  <a:uLnTx/>
                  <a:uFillTx/>
                  <a:latin typeface="Arial" panose="020B0604020202020204" pitchFamily="34" charset="0"/>
                  <a:cs typeface="Arial" panose="020B0604020202020204" pitchFamily="34" charset="0"/>
                </a:rPr>
                <a:t>95% ДИ 0,81–0,97;</a:t>
              </a:r>
              <a:r>
                <a:rPr kumimoji="0" lang="en-US" sz="1400" b="0" i="0" u="none" strike="noStrike" kern="0" cap="none" spc="0" normalizeH="0" baseline="0" noProof="0" dirty="0">
                  <a:ln>
                    <a:noFill/>
                  </a:ln>
                  <a:solidFill>
                    <a:srgbClr val="2B3A42"/>
                  </a:solidFill>
                  <a:effectLst/>
                  <a:uLnTx/>
                  <a:uFillTx/>
                  <a:latin typeface="Arial" panose="020B0604020202020204" pitchFamily="34" charset="0"/>
                  <a:cs typeface="Arial" panose="020B0604020202020204" pitchFamily="34" charset="0"/>
                </a:rPr>
                <a:t> </a:t>
              </a:r>
              <a:endParaRPr kumimoji="0" lang="ru-RU" sz="1400" b="0" i="0" u="none" strike="noStrike" kern="0" cap="none" spc="0" normalizeH="0" baseline="0" noProof="0" dirty="0">
                <a:ln>
                  <a:noFill/>
                </a:ln>
                <a:solidFill>
                  <a:srgbClr val="2B3A42"/>
                </a:solidFill>
                <a:effectLst/>
                <a:uLnTx/>
                <a:uFillTx/>
                <a:latin typeface="Arial" panose="020B0604020202020204" pitchFamily="34" charset="0"/>
                <a:cs typeface="Arial" panose="020B0604020202020204" pitchFamily="34" charset="0"/>
              </a:endParaRPr>
            </a:p>
            <a:p>
              <a:pPr marL="182880" marR="0" lvl="0" indent="-182880" defTabSz="91440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sz="1400" b="1" i="0" u="none" strike="noStrike" kern="0" cap="none" spc="0" normalizeH="0" baseline="0" noProof="0" dirty="0">
                  <a:ln>
                    <a:noFill/>
                  </a:ln>
                  <a:solidFill>
                    <a:srgbClr val="2B3A42"/>
                  </a:solidFill>
                  <a:effectLst/>
                  <a:uLnTx/>
                  <a:uFillTx/>
                  <a:latin typeface="Arial" panose="020B0604020202020204" pitchFamily="34" charset="0"/>
                  <a:cs typeface="Arial" panose="020B0604020202020204" pitchFamily="34" charset="0"/>
                </a:rPr>
                <a:t>p &lt; 0,01</a:t>
              </a:r>
              <a:endParaRPr kumimoji="0" lang="en-US" sz="1400" b="1" i="0" u="none" strike="noStrike" kern="0" cap="none" spc="0" normalizeH="0" baseline="0" noProof="0" dirty="0">
                <a:ln>
                  <a:noFill/>
                </a:ln>
                <a:solidFill>
                  <a:srgbClr val="2B3A42"/>
                </a:solidFill>
                <a:effectLst/>
                <a:uLnTx/>
                <a:uFillTx/>
                <a:latin typeface="Arial" panose="020B0604020202020204" pitchFamily="34" charset="0"/>
                <a:cs typeface="Arial" panose="020B0604020202020204" pitchFamily="34" charset="0"/>
              </a:endParaRPr>
            </a:p>
          </p:txBody>
        </p:sp>
        <p:sp>
          <p:nvSpPr>
            <p:cNvPr id="34" name="TextBox 33">
              <a:extLst>
                <a:ext uri="{FF2B5EF4-FFF2-40B4-BE49-F238E27FC236}">
                  <a16:creationId xmlns:a16="http://schemas.microsoft.com/office/drawing/2014/main" id="{953CF72F-E8CC-DF31-13A6-BFBD467EC7E2}"/>
                </a:ext>
              </a:extLst>
            </p:cNvPr>
            <p:cNvSpPr txBox="1"/>
            <p:nvPr/>
          </p:nvSpPr>
          <p:spPr>
            <a:xfrm>
              <a:off x="4666588" y="3746254"/>
              <a:ext cx="2495398" cy="529738"/>
            </a:xfrm>
            <a:prstGeom prst="rect">
              <a:avLst/>
            </a:prstGeom>
            <a:ln>
              <a:noFill/>
            </a:ln>
          </p:spPr>
          <p:txBody>
            <a:bodyPr vert="horz" wrap="square" lIns="0" tIns="0" rIns="0" bIns="0" numCol="1" rtlCol="0" anchor="b" anchorCtr="0" compatLnSpc="1">
              <a:prstTxWarp prst="textNoShape">
                <a:avLst/>
              </a:prstTxWarp>
              <a:noAutofit/>
            </a:bodyPr>
            <a:lstStyle/>
            <a:p>
              <a:pPr marL="0" marR="0" lvl="0" indent="0" defTabSz="914400" eaLnBrk="1" fontAlgn="base" latinLnBrk="0" hangingPunct="1">
                <a:lnSpc>
                  <a:spcPct val="100000"/>
                </a:lnSpc>
                <a:spcBef>
                  <a:spcPts val="0"/>
                </a:spcBef>
                <a:spcAft>
                  <a:spcPts val="0"/>
                </a:spcAft>
                <a:buClrTx/>
                <a:buSzTx/>
                <a:buFontTx/>
                <a:buNone/>
                <a:tabLst/>
                <a:defRPr/>
              </a:pPr>
              <a:r>
                <a:rPr kumimoji="0" lang="ru-RU" sz="1600" b="1" i="0" u="none" strike="noStrike" kern="0" cap="none" spc="0" normalizeH="0" baseline="0" noProof="0" dirty="0">
                  <a:ln>
                    <a:noFill/>
                  </a:ln>
                  <a:solidFill>
                    <a:srgbClr val="00BFB3"/>
                  </a:solidFill>
                  <a:effectLst/>
                  <a:uLnTx/>
                  <a:uFillTx/>
                  <a:latin typeface="Arial" panose="020B0604020202020204" pitchFamily="34" charset="0"/>
                  <a:cs typeface="Arial" panose="020B0604020202020204" pitchFamily="34" charset="0"/>
                </a:rPr>
                <a:t>Относительный риск – 0,89</a:t>
              </a:r>
              <a:r>
                <a:rPr kumimoji="0" lang="en-US" sz="1600" b="1" i="0" u="none" strike="noStrike" kern="0" cap="none" spc="0" normalizeH="0" baseline="0" noProof="0" dirty="0">
                  <a:ln>
                    <a:noFill/>
                  </a:ln>
                  <a:solidFill>
                    <a:srgbClr val="00BFB3"/>
                  </a:solidFill>
                  <a:effectLst/>
                  <a:uLnTx/>
                  <a:uFillTx/>
                  <a:latin typeface="Arial" panose="020B0604020202020204" pitchFamily="34" charset="0"/>
                  <a:cs typeface="Arial" panose="020B0604020202020204" pitchFamily="34" charset="0"/>
                </a:rPr>
                <a:t> </a:t>
              </a:r>
            </a:p>
          </p:txBody>
        </p:sp>
      </p:grpSp>
      <p:graphicFrame>
        <p:nvGraphicFramePr>
          <p:cNvPr id="35" name="Chart 34">
            <a:extLst>
              <a:ext uri="{FF2B5EF4-FFF2-40B4-BE49-F238E27FC236}">
                <a16:creationId xmlns:a16="http://schemas.microsoft.com/office/drawing/2014/main" id="{8473B2C3-B8AA-D04A-B482-F6E60BC3898B}"/>
              </a:ext>
            </a:extLst>
          </p:cNvPr>
          <p:cNvGraphicFramePr/>
          <p:nvPr/>
        </p:nvGraphicFramePr>
        <p:xfrm>
          <a:off x="8901502" y="2490669"/>
          <a:ext cx="1710276" cy="1232085"/>
        </p:xfrm>
        <a:graphic>
          <a:graphicData uri="http://schemas.openxmlformats.org/drawingml/2006/chart">
            <c:chart xmlns:c="http://schemas.openxmlformats.org/drawingml/2006/chart" xmlns:r="http://schemas.openxmlformats.org/officeDocument/2006/relationships" r:id="rId4"/>
          </a:graphicData>
        </a:graphic>
      </p:graphicFrame>
      <p:sp>
        <p:nvSpPr>
          <p:cNvPr id="36" name="Freeform 8">
            <a:extLst>
              <a:ext uri="{FF2B5EF4-FFF2-40B4-BE49-F238E27FC236}">
                <a16:creationId xmlns:a16="http://schemas.microsoft.com/office/drawing/2014/main" id="{C44AE173-9B02-8BE3-3E2A-0471AA2C4E10}"/>
              </a:ext>
            </a:extLst>
          </p:cNvPr>
          <p:cNvSpPr>
            <a:spLocks noChangeAspect="1"/>
          </p:cNvSpPr>
          <p:nvPr/>
        </p:nvSpPr>
        <p:spPr>
          <a:xfrm>
            <a:off x="3972777" y="2912206"/>
            <a:ext cx="116658" cy="368077"/>
          </a:xfrm>
          <a:custGeom>
            <a:avLst/>
            <a:gdLst>
              <a:gd name="connsiteX0" fmla="*/ 0 w 434714"/>
              <a:gd name="connsiteY0" fmla="*/ 0 h 1573967"/>
              <a:gd name="connsiteX1" fmla="*/ 434714 w 434714"/>
              <a:gd name="connsiteY1" fmla="*/ 809469 h 1573967"/>
              <a:gd name="connsiteX2" fmla="*/ 14990 w 434714"/>
              <a:gd name="connsiteY2" fmla="*/ 1573967 h 1573967"/>
            </a:gdLst>
            <a:ahLst/>
            <a:cxnLst>
              <a:cxn ang="0">
                <a:pos x="connsiteX0" y="connsiteY0"/>
              </a:cxn>
              <a:cxn ang="0">
                <a:pos x="connsiteX1" y="connsiteY1"/>
              </a:cxn>
              <a:cxn ang="0">
                <a:pos x="connsiteX2" y="connsiteY2"/>
              </a:cxn>
            </a:cxnLst>
            <a:rect l="l" t="t" r="r" b="b"/>
            <a:pathLst>
              <a:path w="434714" h="1573967">
                <a:moveTo>
                  <a:pt x="0" y="0"/>
                </a:moveTo>
                <a:lnTo>
                  <a:pt x="434714" y="809469"/>
                </a:lnTo>
                <a:lnTo>
                  <a:pt x="14990" y="1573967"/>
                </a:lnTo>
              </a:path>
            </a:pathLst>
          </a:custGeom>
          <a:noFill/>
          <a:ln w="38100" cap="rnd" cmpd="sng" algn="ctr">
            <a:solidFill>
              <a:srgbClr val="CACED0"/>
            </a:solidFill>
            <a:prstDash val="solid"/>
            <a:roun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B3A42"/>
              </a:solidFill>
              <a:effectLst/>
              <a:uLnTx/>
              <a:uFillTx/>
              <a:latin typeface="Arial" panose="020B0604020202020204"/>
              <a:ea typeface="+mn-ea"/>
              <a:cs typeface="+mn-cs"/>
            </a:endParaRPr>
          </a:p>
        </p:txBody>
      </p:sp>
      <p:sp>
        <p:nvSpPr>
          <p:cNvPr id="37" name="Freeform 8">
            <a:extLst>
              <a:ext uri="{FF2B5EF4-FFF2-40B4-BE49-F238E27FC236}">
                <a16:creationId xmlns:a16="http://schemas.microsoft.com/office/drawing/2014/main" id="{3F2790D7-5994-39C4-C5D3-19630E049D20}"/>
              </a:ext>
            </a:extLst>
          </p:cNvPr>
          <p:cNvSpPr>
            <a:spLocks noChangeAspect="1"/>
          </p:cNvSpPr>
          <p:nvPr/>
        </p:nvSpPr>
        <p:spPr>
          <a:xfrm>
            <a:off x="7772199" y="2912206"/>
            <a:ext cx="116658" cy="368077"/>
          </a:xfrm>
          <a:custGeom>
            <a:avLst/>
            <a:gdLst>
              <a:gd name="connsiteX0" fmla="*/ 0 w 434714"/>
              <a:gd name="connsiteY0" fmla="*/ 0 h 1573967"/>
              <a:gd name="connsiteX1" fmla="*/ 434714 w 434714"/>
              <a:gd name="connsiteY1" fmla="*/ 809469 h 1573967"/>
              <a:gd name="connsiteX2" fmla="*/ 14990 w 434714"/>
              <a:gd name="connsiteY2" fmla="*/ 1573967 h 1573967"/>
            </a:gdLst>
            <a:ahLst/>
            <a:cxnLst>
              <a:cxn ang="0">
                <a:pos x="connsiteX0" y="connsiteY0"/>
              </a:cxn>
              <a:cxn ang="0">
                <a:pos x="connsiteX1" y="connsiteY1"/>
              </a:cxn>
              <a:cxn ang="0">
                <a:pos x="connsiteX2" y="connsiteY2"/>
              </a:cxn>
            </a:cxnLst>
            <a:rect l="l" t="t" r="r" b="b"/>
            <a:pathLst>
              <a:path w="434714" h="1573967">
                <a:moveTo>
                  <a:pt x="0" y="0"/>
                </a:moveTo>
                <a:lnTo>
                  <a:pt x="434714" y="809469"/>
                </a:lnTo>
                <a:lnTo>
                  <a:pt x="14990" y="1573967"/>
                </a:lnTo>
              </a:path>
            </a:pathLst>
          </a:custGeom>
          <a:noFill/>
          <a:ln w="38100" cap="rnd" cmpd="sng" algn="ctr">
            <a:solidFill>
              <a:srgbClr val="CACED0"/>
            </a:solidFill>
            <a:prstDash val="solid"/>
            <a:roun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B3A42"/>
              </a:solidFill>
              <a:effectLst/>
              <a:uLnTx/>
              <a:uFillTx/>
              <a:latin typeface="Arial" panose="020B0604020202020204"/>
              <a:ea typeface="+mn-ea"/>
              <a:cs typeface="+mn-cs"/>
            </a:endParaRPr>
          </a:p>
        </p:txBody>
      </p:sp>
      <p:pic>
        <p:nvPicPr>
          <p:cNvPr id="38" name="Graphic 37">
            <a:extLst>
              <a:ext uri="{FF2B5EF4-FFF2-40B4-BE49-F238E27FC236}">
                <a16:creationId xmlns:a16="http://schemas.microsoft.com/office/drawing/2014/main" id="{FB5965EF-B7DB-79FD-111F-9E87DFA2B33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738960" y="2807381"/>
            <a:ext cx="616692" cy="616692"/>
          </a:xfrm>
          <a:prstGeom prst="rect">
            <a:avLst/>
          </a:prstGeom>
        </p:spPr>
      </p:pic>
      <p:pic>
        <p:nvPicPr>
          <p:cNvPr id="39" name="Graphic 38">
            <a:extLst>
              <a:ext uri="{FF2B5EF4-FFF2-40B4-BE49-F238E27FC236}">
                <a16:creationId xmlns:a16="http://schemas.microsoft.com/office/drawing/2014/main" id="{CD1D97F6-1F90-A453-E5BC-807317EE00F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528974" y="2748446"/>
            <a:ext cx="750884" cy="750884"/>
          </a:xfrm>
          <a:prstGeom prst="rect">
            <a:avLst/>
          </a:prstGeom>
        </p:spPr>
      </p:pic>
      <p:pic>
        <p:nvPicPr>
          <p:cNvPr id="40" name="Graphic 39">
            <a:extLst>
              <a:ext uri="{FF2B5EF4-FFF2-40B4-BE49-F238E27FC236}">
                <a16:creationId xmlns:a16="http://schemas.microsoft.com/office/drawing/2014/main" id="{B571F223-93C6-C46E-5334-5CFE86F4EEC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414768" y="2782016"/>
            <a:ext cx="683744" cy="683744"/>
          </a:xfrm>
          <a:prstGeom prst="rect">
            <a:avLst/>
          </a:prstGeom>
        </p:spPr>
      </p:pic>
      <p:sp>
        <p:nvSpPr>
          <p:cNvPr id="41" name="Rectangle: Rounded Corners 40">
            <a:extLst>
              <a:ext uri="{FF2B5EF4-FFF2-40B4-BE49-F238E27FC236}">
                <a16:creationId xmlns:a16="http://schemas.microsoft.com/office/drawing/2014/main" id="{967FA135-6C52-C76C-D879-E78CB638856A}"/>
              </a:ext>
            </a:extLst>
          </p:cNvPr>
          <p:cNvSpPr/>
          <p:nvPr/>
        </p:nvSpPr>
        <p:spPr>
          <a:xfrm>
            <a:off x="4270575" y="1943311"/>
            <a:ext cx="3267682" cy="428512"/>
          </a:xfrm>
          <a:prstGeom prst="roundRect">
            <a:avLst>
              <a:gd name="adj" fmla="val 50000"/>
            </a:avLst>
          </a:prstGeom>
          <a:solidFill>
            <a:srgbClr val="00BFB3"/>
          </a:solidFill>
          <a:ln w="12700" cap="flat" cmpd="sng" algn="ctr">
            <a:noFill/>
            <a:prstDash val="solid"/>
            <a:miter lim="800000"/>
          </a:ln>
          <a:effectLst/>
        </p:spPr>
        <p:txBody>
          <a:bodyPr lIns="0" tIns="0" rIns="0" bIns="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u-RU" sz="1600" b="1" i="0" u="none" strike="noStrike" kern="0" cap="none" spc="0" normalizeH="0" baseline="0" noProof="0" dirty="0">
                <a:ln>
                  <a:noFill/>
                </a:ln>
                <a:solidFill>
                  <a:srgbClr val="FFFFFF"/>
                </a:solidFill>
                <a:effectLst/>
                <a:uLnTx/>
                <a:uFillTx/>
                <a:latin typeface="Arial" panose="020B0604020202020204"/>
                <a:ea typeface="+mn-ea"/>
                <a:cs typeface="+mn-cs"/>
              </a:rPr>
              <a:t>Смерть, ИМ, СН или инсульт</a:t>
            </a:r>
            <a:endParaRPr kumimoji="0" lang="en-US" sz="1600" b="1" i="0" u="none" strike="noStrike" kern="0" cap="none" spc="0" normalizeH="0" baseline="0" noProof="0" dirty="0">
              <a:ln>
                <a:noFill/>
              </a:ln>
              <a:solidFill>
                <a:srgbClr val="FFFFFF"/>
              </a:solidFill>
              <a:effectLst/>
              <a:uLnTx/>
              <a:uFillTx/>
              <a:latin typeface="Arial" panose="020B0604020202020204"/>
              <a:ea typeface="+mn-ea"/>
              <a:cs typeface="+mn-cs"/>
            </a:endParaRPr>
          </a:p>
        </p:txBody>
      </p:sp>
      <p:grpSp>
        <p:nvGrpSpPr>
          <p:cNvPr id="42" name="Group 41">
            <a:extLst>
              <a:ext uri="{FF2B5EF4-FFF2-40B4-BE49-F238E27FC236}">
                <a16:creationId xmlns:a16="http://schemas.microsoft.com/office/drawing/2014/main" id="{72B281B9-2946-2CAB-BB0F-E9DE0299E296}"/>
              </a:ext>
            </a:extLst>
          </p:cNvPr>
          <p:cNvGrpSpPr/>
          <p:nvPr/>
        </p:nvGrpSpPr>
        <p:grpSpPr>
          <a:xfrm>
            <a:off x="411226" y="3746254"/>
            <a:ext cx="3267681" cy="2641604"/>
            <a:chOff x="4666588" y="3746254"/>
            <a:chExt cx="2664193" cy="2641604"/>
          </a:xfrm>
        </p:grpSpPr>
        <p:cxnSp>
          <p:nvCxnSpPr>
            <p:cNvPr id="43" name="Straight Connector 42">
              <a:extLst>
                <a:ext uri="{FF2B5EF4-FFF2-40B4-BE49-F238E27FC236}">
                  <a16:creationId xmlns:a16="http://schemas.microsoft.com/office/drawing/2014/main" id="{8FD75B62-57E7-F249-42C7-6B169C05003C}"/>
                </a:ext>
              </a:extLst>
            </p:cNvPr>
            <p:cNvCxnSpPr>
              <a:cxnSpLocks/>
            </p:cNvCxnSpPr>
            <p:nvPr/>
          </p:nvCxnSpPr>
          <p:spPr>
            <a:xfrm flipV="1">
              <a:off x="4672398" y="4385954"/>
              <a:ext cx="2658383" cy="1"/>
            </a:xfrm>
            <a:prstGeom prst="line">
              <a:avLst/>
            </a:prstGeom>
            <a:noFill/>
            <a:ln w="38100" cap="rnd" cmpd="sng" algn="ctr">
              <a:solidFill>
                <a:srgbClr val="CACED0"/>
              </a:solidFill>
              <a:prstDash val="solid"/>
              <a:round/>
            </a:ln>
            <a:effectLst/>
          </p:spPr>
        </p:cxnSp>
        <p:sp>
          <p:nvSpPr>
            <p:cNvPr id="44" name="TextBox 43">
              <a:extLst>
                <a:ext uri="{FF2B5EF4-FFF2-40B4-BE49-F238E27FC236}">
                  <a16:creationId xmlns:a16="http://schemas.microsoft.com/office/drawing/2014/main" id="{8C9BE0B3-944C-0BA3-3C46-0280EC945D32}"/>
                </a:ext>
              </a:extLst>
            </p:cNvPr>
            <p:cNvSpPr txBox="1"/>
            <p:nvPr/>
          </p:nvSpPr>
          <p:spPr>
            <a:xfrm>
              <a:off x="4695588" y="4486624"/>
              <a:ext cx="2635193" cy="1901234"/>
            </a:xfrm>
            <a:prstGeom prst="rect">
              <a:avLst/>
            </a:prstGeom>
            <a:ln>
              <a:noFill/>
            </a:ln>
          </p:spPr>
          <p:txBody>
            <a:bodyPr vert="horz" wrap="square" lIns="0" tIns="0" rIns="0" bIns="0" numCol="1" rtlCol="0" anchor="t" anchorCtr="0" compatLnSpc="1">
              <a:prstTxWarp prst="textNoShape">
                <a:avLst/>
              </a:prstTxWarp>
              <a:noAutofit/>
            </a:bodyPr>
            <a:lstStyle/>
            <a:p>
              <a:pPr marL="182880" marR="0" lvl="0" indent="-182880" defTabSz="91440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sz="1400" b="0" i="0" u="none" strike="noStrike" kern="0" cap="none" spc="0" normalizeH="0" baseline="0" noProof="0" dirty="0">
                  <a:ln>
                    <a:noFill/>
                  </a:ln>
                  <a:solidFill>
                    <a:srgbClr val="2B3A42"/>
                  </a:solidFill>
                  <a:effectLst/>
                  <a:uLnTx/>
                  <a:uFillTx/>
                  <a:latin typeface="Arial" panose="020B0604020202020204" pitchFamily="34" charset="0"/>
                  <a:cs typeface="Arial" panose="020B0604020202020204" pitchFamily="34" charset="0"/>
                </a:rPr>
                <a:t>FDC </a:t>
              </a:r>
              <a:r>
                <a:rPr kumimoji="0" lang="ru-RU" sz="1400" b="0" i="0" u="none" strike="noStrike" kern="0" cap="none" spc="0" normalizeH="0" baseline="0" noProof="0" dirty="0" err="1">
                  <a:ln>
                    <a:noFill/>
                  </a:ln>
                  <a:solidFill>
                    <a:srgbClr val="2B3A42"/>
                  </a:solidFill>
                  <a:effectLst/>
                  <a:uLnTx/>
                  <a:uFillTx/>
                  <a:latin typeface="Arial" panose="020B0604020202020204" pitchFamily="34" charset="0"/>
                  <a:cs typeface="Arial" panose="020B0604020202020204" pitchFamily="34" charset="0"/>
                </a:rPr>
                <a:t>vs</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cs typeface="Arial" panose="020B0604020202020204" pitchFamily="34" charset="0"/>
                </a:rPr>
                <a:t> свободная комбинация</a:t>
              </a:r>
            </a:p>
            <a:p>
              <a:pPr marL="182880" marR="0" lvl="0" indent="-182880" defTabSz="91440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sz="1400" b="0" i="0" u="none" strike="noStrike" kern="0" cap="none" spc="0" normalizeH="0" baseline="0" noProof="0" dirty="0">
                  <a:ln>
                    <a:noFill/>
                  </a:ln>
                  <a:solidFill>
                    <a:srgbClr val="2B3A42"/>
                  </a:solidFill>
                  <a:effectLst/>
                  <a:uLnTx/>
                  <a:uFillTx/>
                  <a:latin typeface="Arial" panose="020B0604020202020204" pitchFamily="34" charset="0"/>
                  <a:cs typeface="Arial" panose="020B0604020202020204" pitchFamily="34" charset="0"/>
                </a:rPr>
                <a:t>Количество таблеток за весь период наблюдения</a:t>
              </a:r>
            </a:p>
            <a:p>
              <a:pPr marL="182880" marR="0" lvl="0" indent="-182880" defTabSz="91440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sz="1400" b="1" i="0" u="none" strike="noStrike" kern="0" cap="none" spc="0" normalizeH="0" baseline="0" noProof="0" dirty="0">
                  <a:ln>
                    <a:noFill/>
                  </a:ln>
                  <a:solidFill>
                    <a:srgbClr val="2B3A42"/>
                  </a:solidFill>
                  <a:effectLst/>
                  <a:uLnTx/>
                  <a:uFillTx/>
                  <a:latin typeface="Arial" panose="020B0604020202020204" pitchFamily="34" charset="0"/>
                  <a:cs typeface="Arial" panose="020B0604020202020204" pitchFamily="34" charset="0"/>
                </a:rPr>
                <a:t>p &lt; 0,01</a:t>
              </a:r>
              <a:endParaRPr kumimoji="0" lang="en-US" sz="1400" b="1" i="0" u="none" strike="noStrike" kern="0" cap="none" spc="0" normalizeH="0" baseline="0" noProof="0" dirty="0">
                <a:ln>
                  <a:noFill/>
                </a:ln>
                <a:solidFill>
                  <a:srgbClr val="2B3A42"/>
                </a:solidFill>
                <a:effectLst/>
                <a:uLnTx/>
                <a:uFillTx/>
                <a:latin typeface="Arial" panose="020B0604020202020204" pitchFamily="34" charset="0"/>
                <a:cs typeface="Arial" panose="020B0604020202020204" pitchFamily="34" charset="0"/>
              </a:endParaRPr>
            </a:p>
          </p:txBody>
        </p:sp>
        <p:sp>
          <p:nvSpPr>
            <p:cNvPr id="45" name="TextBox 44">
              <a:extLst>
                <a:ext uri="{FF2B5EF4-FFF2-40B4-BE49-F238E27FC236}">
                  <a16:creationId xmlns:a16="http://schemas.microsoft.com/office/drawing/2014/main" id="{AA47D70C-FA6A-B9BA-6C25-816C7D759B9F}"/>
                </a:ext>
              </a:extLst>
            </p:cNvPr>
            <p:cNvSpPr txBox="1"/>
            <p:nvPr/>
          </p:nvSpPr>
          <p:spPr>
            <a:xfrm>
              <a:off x="4666588" y="3746254"/>
              <a:ext cx="2495398" cy="529738"/>
            </a:xfrm>
            <a:prstGeom prst="rect">
              <a:avLst/>
            </a:prstGeom>
            <a:ln>
              <a:noFill/>
            </a:ln>
          </p:spPr>
          <p:txBody>
            <a:bodyPr vert="horz" wrap="square" lIns="0" tIns="0" rIns="0" bIns="0" numCol="1" rtlCol="0" anchor="b" anchorCtr="0" compatLnSpc="1">
              <a:prstTxWarp prst="textNoShape">
                <a:avLst/>
              </a:prstTxWarp>
              <a:noAutofit/>
            </a:bodyPr>
            <a:lstStyle/>
            <a:p>
              <a:pPr marL="0" marR="0" lvl="0" indent="0" algn="ctr" defTabSz="914400" eaLnBrk="1" fontAlgn="base"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BFB3"/>
                  </a:solidFill>
                  <a:effectLst/>
                  <a:uLnTx/>
                  <a:uFillTx/>
                  <a:latin typeface="Arial" panose="020B0604020202020204" pitchFamily="34" charset="0"/>
                  <a:cs typeface="Arial" panose="020B0604020202020204" pitchFamily="34" charset="0"/>
                </a:rPr>
                <a:t>70% vs 42% </a:t>
              </a:r>
            </a:p>
          </p:txBody>
        </p:sp>
      </p:grpSp>
      <p:grpSp>
        <p:nvGrpSpPr>
          <p:cNvPr id="46" name="Group 45">
            <a:extLst>
              <a:ext uri="{FF2B5EF4-FFF2-40B4-BE49-F238E27FC236}">
                <a16:creationId xmlns:a16="http://schemas.microsoft.com/office/drawing/2014/main" id="{855C7C63-2F34-2AAA-3940-6EF910356059}"/>
              </a:ext>
            </a:extLst>
          </p:cNvPr>
          <p:cNvGrpSpPr/>
          <p:nvPr/>
        </p:nvGrpSpPr>
        <p:grpSpPr>
          <a:xfrm>
            <a:off x="8122800" y="3746254"/>
            <a:ext cx="3267681" cy="2641604"/>
            <a:chOff x="4666588" y="3746254"/>
            <a:chExt cx="2664193" cy="2641604"/>
          </a:xfrm>
        </p:grpSpPr>
        <p:cxnSp>
          <p:nvCxnSpPr>
            <p:cNvPr id="47" name="Straight Connector 46">
              <a:extLst>
                <a:ext uri="{FF2B5EF4-FFF2-40B4-BE49-F238E27FC236}">
                  <a16:creationId xmlns:a16="http://schemas.microsoft.com/office/drawing/2014/main" id="{35A83819-244E-9A76-7209-690E33FF2E16}"/>
                </a:ext>
              </a:extLst>
            </p:cNvPr>
            <p:cNvCxnSpPr>
              <a:cxnSpLocks/>
            </p:cNvCxnSpPr>
            <p:nvPr/>
          </p:nvCxnSpPr>
          <p:spPr>
            <a:xfrm flipV="1">
              <a:off x="4672398" y="4385954"/>
              <a:ext cx="2658383" cy="1"/>
            </a:xfrm>
            <a:prstGeom prst="line">
              <a:avLst/>
            </a:prstGeom>
            <a:noFill/>
            <a:ln w="38100" cap="rnd" cmpd="sng" algn="ctr">
              <a:solidFill>
                <a:srgbClr val="CACED0"/>
              </a:solidFill>
              <a:prstDash val="solid"/>
              <a:round/>
            </a:ln>
            <a:effectLst/>
          </p:spPr>
        </p:cxnSp>
        <p:sp>
          <p:nvSpPr>
            <p:cNvPr id="48" name="TextBox 47">
              <a:extLst>
                <a:ext uri="{FF2B5EF4-FFF2-40B4-BE49-F238E27FC236}">
                  <a16:creationId xmlns:a16="http://schemas.microsoft.com/office/drawing/2014/main" id="{4C16C369-11A6-6920-090D-97403EEE0479}"/>
                </a:ext>
              </a:extLst>
            </p:cNvPr>
            <p:cNvSpPr txBox="1"/>
            <p:nvPr/>
          </p:nvSpPr>
          <p:spPr>
            <a:xfrm>
              <a:off x="4695588" y="4486624"/>
              <a:ext cx="2635193" cy="1901234"/>
            </a:xfrm>
            <a:prstGeom prst="rect">
              <a:avLst/>
            </a:prstGeom>
            <a:ln>
              <a:noFill/>
            </a:ln>
          </p:spPr>
          <p:txBody>
            <a:bodyPr vert="horz" wrap="square" lIns="0" tIns="0" rIns="0" bIns="0" numCol="1" rtlCol="0" anchor="t" anchorCtr="0" compatLnSpc="1">
              <a:prstTxWarp prst="textNoShape">
                <a:avLst/>
              </a:prstTxWarp>
              <a:noAutofit/>
            </a:bodyPr>
            <a:lstStyle/>
            <a:p>
              <a:pPr marL="182880" marR="0" lvl="0" indent="-182880" defTabSz="91440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sz="1400" b="0" i="0" u="none" strike="noStrike" kern="0" cap="none" spc="0" normalizeH="0" baseline="0" noProof="0" dirty="0">
                  <a:ln>
                    <a:noFill/>
                  </a:ln>
                  <a:solidFill>
                    <a:srgbClr val="2B3A42"/>
                  </a:solidFill>
                  <a:effectLst/>
                  <a:uLnTx/>
                  <a:uFillTx/>
                  <a:latin typeface="Arial" panose="020B0604020202020204" pitchFamily="34" charset="0"/>
                  <a:cs typeface="Arial" panose="020B0604020202020204" pitchFamily="34" charset="0"/>
                </a:rPr>
                <a:t>ОР 0,85 (95% ДИ 0,77–0,94)</a:t>
              </a:r>
            </a:p>
            <a:p>
              <a:pPr marL="182880" marR="0" lvl="0" indent="-182880" defTabSz="91440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sz="1400" b="1" i="0" u="none" strike="noStrike" kern="0" cap="none" spc="0" normalizeH="0" baseline="0" noProof="0" dirty="0">
                  <a:ln>
                    <a:noFill/>
                  </a:ln>
                  <a:solidFill>
                    <a:srgbClr val="2B3A42"/>
                  </a:solidFill>
                  <a:effectLst/>
                  <a:uLnTx/>
                  <a:uFillTx/>
                  <a:latin typeface="Arial" panose="020B0604020202020204" pitchFamily="34" charset="0"/>
                  <a:cs typeface="Arial" panose="020B0604020202020204" pitchFamily="34" charset="0"/>
                </a:rPr>
                <a:t>p &lt; 0,01</a:t>
              </a:r>
              <a:endParaRPr kumimoji="0" lang="en-US" sz="1400" b="1" i="0" u="none" strike="noStrike" kern="0" cap="none" spc="0" normalizeH="0" baseline="0" noProof="0" dirty="0">
                <a:ln>
                  <a:noFill/>
                </a:ln>
                <a:solidFill>
                  <a:srgbClr val="2B3A42"/>
                </a:solidFill>
                <a:effectLst/>
                <a:uLnTx/>
                <a:uFillTx/>
                <a:latin typeface="Arial" panose="020B0604020202020204" pitchFamily="34" charset="0"/>
                <a:cs typeface="Arial" panose="020B0604020202020204" pitchFamily="34" charset="0"/>
              </a:endParaRPr>
            </a:p>
          </p:txBody>
        </p:sp>
        <p:sp>
          <p:nvSpPr>
            <p:cNvPr id="49" name="TextBox 48">
              <a:extLst>
                <a:ext uri="{FF2B5EF4-FFF2-40B4-BE49-F238E27FC236}">
                  <a16:creationId xmlns:a16="http://schemas.microsoft.com/office/drawing/2014/main" id="{2970DEAF-B2D6-2529-DD81-8DDA3971F3E4}"/>
                </a:ext>
              </a:extLst>
            </p:cNvPr>
            <p:cNvSpPr txBox="1"/>
            <p:nvPr/>
          </p:nvSpPr>
          <p:spPr>
            <a:xfrm>
              <a:off x="4666588" y="3746254"/>
              <a:ext cx="2658383" cy="529738"/>
            </a:xfrm>
            <a:prstGeom prst="rect">
              <a:avLst/>
            </a:prstGeom>
            <a:ln>
              <a:noFill/>
            </a:ln>
          </p:spPr>
          <p:txBody>
            <a:bodyPr vert="horz" wrap="square" lIns="0" tIns="0" rIns="0" bIns="0" numCol="1" rtlCol="0" anchor="b" anchorCtr="0" compatLnSpc="1">
              <a:prstTxWarp prst="textNoShape">
                <a:avLst/>
              </a:prstTxWarp>
              <a:noAutofit/>
            </a:bodyPr>
            <a:lstStyle/>
            <a:p>
              <a:pPr marL="0" marR="0" lvl="0" indent="0" defTabSz="914400" eaLnBrk="1" fontAlgn="base"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BFB3"/>
                  </a:solidFill>
                  <a:effectLst/>
                  <a:uLnTx/>
                  <a:uFillTx/>
                  <a:latin typeface="Arial" panose="020B0604020202020204" pitchFamily="34" charset="0"/>
                  <a:cs typeface="Arial" panose="020B0604020202020204" pitchFamily="34" charset="0"/>
                </a:rPr>
                <a:t>FDC - </a:t>
              </a:r>
              <a:r>
                <a:rPr lang="ru-RU" sz="1600" b="1" kern="0" dirty="0">
                  <a:solidFill>
                    <a:srgbClr val="00BFB3"/>
                  </a:solidFill>
                  <a:latin typeface="Arial" panose="020B0604020202020204" pitchFamily="34" charset="0"/>
                  <a:cs typeface="Arial" panose="020B0604020202020204" pitchFamily="34" charset="0"/>
                </a:rPr>
                <a:t>н</a:t>
              </a:r>
              <a:r>
                <a:rPr kumimoji="0" lang="ru-RU" sz="1600" b="1" i="0" u="none" strike="noStrike" kern="0" cap="none" spc="0" normalizeH="0" baseline="0" noProof="0" dirty="0">
                  <a:ln>
                    <a:noFill/>
                  </a:ln>
                  <a:solidFill>
                    <a:srgbClr val="00BFB3"/>
                  </a:solidFill>
                  <a:effectLst/>
                  <a:uLnTx/>
                  <a:uFillTx/>
                  <a:latin typeface="Arial" panose="020B0604020202020204" pitchFamily="34" charset="0"/>
                  <a:cs typeface="Arial" panose="020B0604020202020204" pitchFamily="34" charset="0"/>
                </a:rPr>
                <a:t>а 15% меньше смертей</a:t>
              </a:r>
              <a:endParaRPr kumimoji="0" lang="en-US" sz="1600" b="1" i="0" u="none" strike="noStrike" kern="0" cap="none" spc="0" normalizeH="0" baseline="0" noProof="0" dirty="0">
                <a:ln>
                  <a:noFill/>
                </a:ln>
                <a:solidFill>
                  <a:srgbClr val="00BFB3"/>
                </a:solidFill>
                <a:effectLst/>
                <a:uLnTx/>
                <a:uFillTx/>
                <a:latin typeface="Arial" panose="020B0604020202020204" pitchFamily="34" charset="0"/>
                <a:cs typeface="Arial" panose="020B0604020202020204" pitchFamily="34" charset="0"/>
              </a:endParaRPr>
            </a:p>
          </p:txBody>
        </p:sp>
      </p:grpSp>
      <p:sp>
        <p:nvSpPr>
          <p:cNvPr id="50" name="Title 1">
            <a:extLst>
              <a:ext uri="{FF2B5EF4-FFF2-40B4-BE49-F238E27FC236}">
                <a16:creationId xmlns:a16="http://schemas.microsoft.com/office/drawing/2014/main" id="{3F074972-0E4A-F3E2-A611-9C9E2189EB88}"/>
              </a:ext>
            </a:extLst>
          </p:cNvPr>
          <p:cNvSpPr txBox="1">
            <a:spLocks/>
          </p:cNvSpPr>
          <p:nvPr/>
        </p:nvSpPr>
        <p:spPr>
          <a:xfrm>
            <a:off x="411226" y="944426"/>
            <a:ext cx="11338560" cy="360631"/>
          </a:xfrm>
          <a:prstGeom prst="rect">
            <a:avLst/>
          </a:prstGeom>
        </p:spPr>
        <p:txBody>
          <a:bodyPr lIns="91440" tIns="45720" rIns="91440" bIns="45720" anchor="b" anchorCtr="0"/>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ru-RU" sz="1600" b="1" i="0" u="none" strike="noStrike" kern="1200" cap="none" spc="0" normalizeH="0" baseline="0" noProof="0" dirty="0">
                <a:ln>
                  <a:noFill/>
                </a:ln>
                <a:solidFill>
                  <a:srgbClr val="0070C0"/>
                </a:solidFill>
                <a:effectLst/>
                <a:uLnTx/>
                <a:uFillTx/>
                <a:latin typeface="Arial" panose="020B0604020202020204"/>
                <a:ea typeface="+mj-ea"/>
                <a:cs typeface="+mj-cs"/>
              </a:rPr>
              <a:t>13 350 пациентов с артериальной гипертензией, до 5 лет наблюдения</a:t>
            </a:r>
            <a:endParaRPr kumimoji="0" lang="en-US" sz="1600" b="1" i="0" u="none" strike="noStrike" kern="1200" cap="none" spc="0" normalizeH="0" baseline="0" noProof="0" dirty="0">
              <a:ln>
                <a:noFill/>
              </a:ln>
              <a:solidFill>
                <a:srgbClr val="0070C0"/>
              </a:solidFill>
              <a:effectLst/>
              <a:uLnTx/>
              <a:uFillTx/>
              <a:latin typeface="Arial" panose="020B0604020202020204"/>
              <a:ea typeface="+mj-ea"/>
              <a:cs typeface="+mj-cs"/>
            </a:endParaRPr>
          </a:p>
        </p:txBody>
      </p:sp>
      <p:sp>
        <p:nvSpPr>
          <p:cNvPr id="3" name="TextBox 2">
            <a:extLst>
              <a:ext uri="{FF2B5EF4-FFF2-40B4-BE49-F238E27FC236}">
                <a16:creationId xmlns:a16="http://schemas.microsoft.com/office/drawing/2014/main" id="{28CE6B9A-4584-4DCB-88C1-E5CE63922937}"/>
              </a:ext>
            </a:extLst>
          </p:cNvPr>
          <p:cNvSpPr txBox="1"/>
          <p:nvPr/>
        </p:nvSpPr>
        <p:spPr>
          <a:xfrm>
            <a:off x="384694" y="6415740"/>
            <a:ext cx="11222346" cy="215444"/>
          </a:xfrm>
          <a:prstGeom prst="rect">
            <a:avLst/>
          </a:prstGeom>
          <a:noFill/>
        </p:spPr>
        <p:txBody>
          <a:bodyPr wrap="square">
            <a:spAutoFit/>
          </a:bodyPr>
          <a:lstStyle/>
          <a:p>
            <a:r>
              <a:rPr lang="da-DK" sz="800" dirty="0">
                <a:latin typeface="Arial" panose="020B0604020202020204" pitchFamily="34" charset="0"/>
                <a:cs typeface="Arial" panose="020B0604020202020204" pitchFamily="34" charset="0"/>
              </a:rPr>
              <a:t>Verma AA et al. </a:t>
            </a:r>
            <a:r>
              <a:rPr lang="en-US" sz="800" dirty="0">
                <a:latin typeface="Arial" panose="020B0604020202020204" pitchFamily="34" charset="0"/>
                <a:cs typeface="Arial" panose="020B0604020202020204" pitchFamily="34" charset="0"/>
              </a:rPr>
              <a:t>Fixed-dose combination antihypertensive</a:t>
            </a:r>
            <a:r>
              <a:rPr lang="ru-RU" sz="800" dirty="0">
                <a:latin typeface="Arial" panose="020B0604020202020204" pitchFamily="34" charset="0"/>
                <a:cs typeface="Arial" panose="020B0604020202020204" pitchFamily="34" charset="0"/>
              </a:rPr>
              <a:t> </a:t>
            </a:r>
            <a:r>
              <a:rPr lang="en-US" sz="800" dirty="0">
                <a:latin typeface="Arial" panose="020B0604020202020204" pitchFamily="34" charset="0"/>
                <a:cs typeface="Arial" panose="020B0604020202020204" pitchFamily="34" charset="0"/>
              </a:rPr>
              <a:t>medications, adherence, and clinical</a:t>
            </a:r>
            <a:r>
              <a:rPr lang="ru-RU" sz="800" dirty="0">
                <a:latin typeface="Arial" panose="020B0604020202020204" pitchFamily="34" charset="0"/>
                <a:cs typeface="Arial" panose="020B0604020202020204" pitchFamily="34" charset="0"/>
              </a:rPr>
              <a:t> </a:t>
            </a:r>
            <a:r>
              <a:rPr lang="en-US" sz="800" dirty="0">
                <a:latin typeface="Arial" panose="020B0604020202020204" pitchFamily="34" charset="0"/>
                <a:cs typeface="Arial" panose="020B0604020202020204" pitchFamily="34" charset="0"/>
              </a:rPr>
              <a:t>outcomes: A population-based retrospective</a:t>
            </a:r>
            <a:r>
              <a:rPr lang="ru-RU" sz="800" dirty="0">
                <a:latin typeface="Arial" panose="020B0604020202020204" pitchFamily="34" charset="0"/>
                <a:cs typeface="Arial" panose="020B0604020202020204" pitchFamily="34" charset="0"/>
              </a:rPr>
              <a:t> </a:t>
            </a:r>
            <a:r>
              <a:rPr lang="en-US" sz="800" dirty="0">
                <a:latin typeface="Arial" panose="020B0604020202020204" pitchFamily="34" charset="0"/>
                <a:cs typeface="Arial" panose="020B0604020202020204" pitchFamily="34" charset="0"/>
              </a:rPr>
              <a:t>cohort study</a:t>
            </a:r>
            <a:r>
              <a:rPr lang="ru-RU" sz="800" dirty="0">
                <a:latin typeface="Arial" panose="020B0604020202020204" pitchFamily="34" charset="0"/>
                <a:cs typeface="Arial" panose="020B0604020202020204" pitchFamily="34" charset="0"/>
              </a:rPr>
              <a:t>. </a:t>
            </a:r>
            <a:r>
              <a:rPr lang="da-DK" sz="800" dirty="0">
                <a:latin typeface="Arial" panose="020B0604020202020204" pitchFamily="34" charset="0"/>
                <a:cs typeface="Arial" panose="020B0604020202020204" pitchFamily="34" charset="0"/>
              </a:rPr>
              <a:t>PLOS Medicine 2018;15(6):e1002584. DOI: 10.1371/journal.pmed.1002584</a:t>
            </a:r>
            <a:endParaRPr lang="ru-RU" sz="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1895919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Объект 18">
            <a:extLst>
              <a:ext uri="{FF2B5EF4-FFF2-40B4-BE49-F238E27FC236}">
                <a16:creationId xmlns:a16="http://schemas.microsoft.com/office/drawing/2014/main" id="{6877DF96-0B5F-AFBE-D88F-97871E0C1A7A}"/>
              </a:ext>
            </a:extLst>
          </p:cNvPr>
          <p:cNvSpPr>
            <a:spLocks noGrp="1"/>
          </p:cNvSpPr>
          <p:nvPr>
            <p:ph idx="4294967295"/>
          </p:nvPr>
        </p:nvSpPr>
        <p:spPr>
          <a:xfrm>
            <a:off x="924971" y="6471175"/>
            <a:ext cx="9770737" cy="243526"/>
          </a:xfrm>
        </p:spPr>
        <p:txBody>
          <a:bodyPr>
            <a:normAutofit/>
          </a:bodyPr>
          <a:lstStyle/>
          <a:p>
            <a:pPr marL="0" indent="0">
              <a:lnSpc>
                <a:spcPct val="100000"/>
              </a:lnSpc>
              <a:spcBef>
                <a:spcPts val="300"/>
              </a:spcBef>
              <a:buNone/>
            </a:pPr>
            <a:r>
              <a:rPr lang="ru-RU" sz="800" b="1" dirty="0">
                <a:solidFill>
                  <a:srgbClr val="323F48"/>
                </a:solidFill>
                <a:latin typeface="Calibri" panose="020F0502020204030204" pitchFamily="34" charset="0"/>
                <a:cs typeface="Calibri" panose="020F0502020204030204" pitchFamily="34" charset="0"/>
              </a:rPr>
              <a:t>1.</a:t>
            </a:r>
            <a:r>
              <a:rPr lang="ru-RU" sz="800" dirty="0">
                <a:solidFill>
                  <a:srgbClr val="323F48"/>
                </a:solidFill>
                <a:latin typeface="Calibri" panose="020F0502020204030204" pitchFamily="34" charset="0"/>
                <a:cs typeface="Calibri" panose="020F0502020204030204" pitchFamily="34" charset="0"/>
              </a:rPr>
              <a:t> </a:t>
            </a:r>
            <a:r>
              <a:rPr lang="en-US" sz="800" dirty="0" err="1">
                <a:solidFill>
                  <a:srgbClr val="323F48"/>
                </a:solidFill>
                <a:latin typeface="Calibri" panose="020F0502020204030204" pitchFamily="34" charset="0"/>
                <a:cs typeface="Calibri" panose="020F0502020204030204" pitchFamily="34" charset="0"/>
              </a:rPr>
              <a:t>E.Berra</a:t>
            </a:r>
            <a:r>
              <a:rPr lang="en-US" sz="800" dirty="0">
                <a:solidFill>
                  <a:srgbClr val="323F48"/>
                </a:solidFill>
                <a:latin typeface="Calibri" panose="020F0502020204030204" pitchFamily="34" charset="0"/>
                <a:cs typeface="Calibri" panose="020F0502020204030204" pitchFamily="34" charset="0"/>
              </a:rPr>
              <a:t> HYPERTENSIONAHA.116.07464 Hypertension. 2016;68:297–306. https://doi.org/10.1161/HYPERTENSIONAHA.116.07464</a:t>
            </a:r>
          </a:p>
        </p:txBody>
      </p:sp>
      <p:sp>
        <p:nvSpPr>
          <p:cNvPr id="3" name="Номер слайда 2">
            <a:extLst>
              <a:ext uri="{FF2B5EF4-FFF2-40B4-BE49-F238E27FC236}">
                <a16:creationId xmlns:a16="http://schemas.microsoft.com/office/drawing/2014/main" id="{FFC6B09B-7DCC-8F03-0833-6413251ACFB2}"/>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63</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grpSp>
        <p:nvGrpSpPr>
          <p:cNvPr id="93" name="Группа 92">
            <a:extLst>
              <a:ext uri="{FF2B5EF4-FFF2-40B4-BE49-F238E27FC236}">
                <a16:creationId xmlns:a16="http://schemas.microsoft.com/office/drawing/2014/main" id="{25D14408-BDBC-045B-7544-BC867370A690}"/>
              </a:ext>
            </a:extLst>
          </p:cNvPr>
          <p:cNvGrpSpPr/>
          <p:nvPr/>
        </p:nvGrpSpPr>
        <p:grpSpPr>
          <a:xfrm>
            <a:off x="1090386" y="1884611"/>
            <a:ext cx="9528628" cy="4173705"/>
            <a:chOff x="1090386" y="1744804"/>
            <a:chExt cx="9528628" cy="4173705"/>
          </a:xfrm>
        </p:grpSpPr>
        <p:cxnSp>
          <p:nvCxnSpPr>
            <p:cNvPr id="83" name="Прямая соединительная линия 82">
              <a:extLst>
                <a:ext uri="{FF2B5EF4-FFF2-40B4-BE49-F238E27FC236}">
                  <a16:creationId xmlns:a16="http://schemas.microsoft.com/office/drawing/2014/main" id="{FA86390A-0B2B-1ED6-23BB-3073558B7EC2}"/>
                </a:ext>
              </a:extLst>
            </p:cNvPr>
            <p:cNvCxnSpPr/>
            <p:nvPr/>
          </p:nvCxnSpPr>
          <p:spPr>
            <a:xfrm>
              <a:off x="1727200" y="2319744"/>
              <a:ext cx="8891814" cy="0"/>
            </a:xfrm>
            <a:prstGeom prst="line">
              <a:avLst/>
            </a:prstGeom>
            <a:ln w="9525">
              <a:solidFill>
                <a:schemeClr val="bg1">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84" name="Прямая соединительная линия 83">
              <a:extLst>
                <a:ext uri="{FF2B5EF4-FFF2-40B4-BE49-F238E27FC236}">
                  <a16:creationId xmlns:a16="http://schemas.microsoft.com/office/drawing/2014/main" id="{9B190781-0B5E-F9F6-276E-A0F39430D2E0}"/>
                </a:ext>
              </a:extLst>
            </p:cNvPr>
            <p:cNvCxnSpPr/>
            <p:nvPr/>
          </p:nvCxnSpPr>
          <p:spPr>
            <a:xfrm>
              <a:off x="1727200" y="2859675"/>
              <a:ext cx="8891814" cy="0"/>
            </a:xfrm>
            <a:prstGeom prst="line">
              <a:avLst/>
            </a:prstGeom>
            <a:ln w="9525">
              <a:solidFill>
                <a:schemeClr val="bg1">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85" name="Прямая соединительная линия 84">
              <a:extLst>
                <a:ext uri="{FF2B5EF4-FFF2-40B4-BE49-F238E27FC236}">
                  <a16:creationId xmlns:a16="http://schemas.microsoft.com/office/drawing/2014/main" id="{3EA71589-E561-775D-2262-A3F5AE3E5357}"/>
                </a:ext>
              </a:extLst>
            </p:cNvPr>
            <p:cNvCxnSpPr/>
            <p:nvPr/>
          </p:nvCxnSpPr>
          <p:spPr>
            <a:xfrm>
              <a:off x="1727200" y="3399606"/>
              <a:ext cx="8891814" cy="0"/>
            </a:xfrm>
            <a:prstGeom prst="line">
              <a:avLst/>
            </a:prstGeom>
            <a:ln w="9525">
              <a:solidFill>
                <a:schemeClr val="bg1">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86" name="Прямая соединительная линия 85">
              <a:extLst>
                <a:ext uri="{FF2B5EF4-FFF2-40B4-BE49-F238E27FC236}">
                  <a16:creationId xmlns:a16="http://schemas.microsoft.com/office/drawing/2014/main" id="{E73DAA5B-B037-1B1C-9814-060A454A0613}"/>
                </a:ext>
              </a:extLst>
            </p:cNvPr>
            <p:cNvCxnSpPr/>
            <p:nvPr/>
          </p:nvCxnSpPr>
          <p:spPr>
            <a:xfrm>
              <a:off x="1727200" y="3939538"/>
              <a:ext cx="8891814" cy="0"/>
            </a:xfrm>
            <a:prstGeom prst="line">
              <a:avLst/>
            </a:prstGeom>
            <a:ln w="9525">
              <a:solidFill>
                <a:schemeClr val="bg1">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87" name="Прямая соединительная линия 86">
              <a:extLst>
                <a:ext uri="{FF2B5EF4-FFF2-40B4-BE49-F238E27FC236}">
                  <a16:creationId xmlns:a16="http://schemas.microsoft.com/office/drawing/2014/main" id="{14D25487-AAC6-ECF6-260C-043B4EA6F1B4}"/>
                </a:ext>
              </a:extLst>
            </p:cNvPr>
            <p:cNvCxnSpPr/>
            <p:nvPr/>
          </p:nvCxnSpPr>
          <p:spPr>
            <a:xfrm>
              <a:off x="1727200" y="4479469"/>
              <a:ext cx="8891814" cy="0"/>
            </a:xfrm>
            <a:prstGeom prst="line">
              <a:avLst/>
            </a:prstGeom>
            <a:ln w="9525">
              <a:solidFill>
                <a:schemeClr val="bg1">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88" name="Прямая соединительная линия 87">
              <a:extLst>
                <a:ext uri="{FF2B5EF4-FFF2-40B4-BE49-F238E27FC236}">
                  <a16:creationId xmlns:a16="http://schemas.microsoft.com/office/drawing/2014/main" id="{D4523D50-9E00-C1CC-6735-EE34D3252881}"/>
                </a:ext>
              </a:extLst>
            </p:cNvPr>
            <p:cNvCxnSpPr/>
            <p:nvPr/>
          </p:nvCxnSpPr>
          <p:spPr>
            <a:xfrm>
              <a:off x="1727200" y="5019402"/>
              <a:ext cx="8891814" cy="0"/>
            </a:xfrm>
            <a:prstGeom prst="line">
              <a:avLst/>
            </a:prstGeom>
            <a:ln w="9525">
              <a:solidFill>
                <a:schemeClr val="bg1">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6" name="Прямая соединительная линия 5">
              <a:extLst>
                <a:ext uri="{FF2B5EF4-FFF2-40B4-BE49-F238E27FC236}">
                  <a16:creationId xmlns:a16="http://schemas.microsoft.com/office/drawing/2014/main" id="{7C828861-EB2E-CABE-7672-D0ACEABB15A2}"/>
                </a:ext>
              </a:extLst>
            </p:cNvPr>
            <p:cNvCxnSpPr/>
            <p:nvPr/>
          </p:nvCxnSpPr>
          <p:spPr>
            <a:xfrm>
              <a:off x="1778000" y="1785257"/>
              <a:ext cx="0" cy="3831772"/>
            </a:xfrm>
            <a:prstGeom prst="line">
              <a:avLst/>
            </a:prstGeom>
            <a:ln w="12700">
              <a:solidFill>
                <a:schemeClr val="bg1">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7">
              <a:extLst>
                <a:ext uri="{FF2B5EF4-FFF2-40B4-BE49-F238E27FC236}">
                  <a16:creationId xmlns:a16="http://schemas.microsoft.com/office/drawing/2014/main" id="{094E51F3-A19F-8DDC-0A07-A7EA61BFABE3}"/>
                </a:ext>
              </a:extLst>
            </p:cNvPr>
            <p:cNvCxnSpPr/>
            <p:nvPr/>
          </p:nvCxnSpPr>
          <p:spPr>
            <a:xfrm>
              <a:off x="1727200" y="5562600"/>
              <a:ext cx="8891814" cy="0"/>
            </a:xfrm>
            <a:prstGeom prst="line">
              <a:avLst/>
            </a:prstGeom>
            <a:ln w="12700">
              <a:solidFill>
                <a:schemeClr val="bg1">
                  <a:lumMod val="75000"/>
                </a:schemeClr>
              </a:solidFill>
              <a:tailEnd type="none"/>
            </a:ln>
          </p:spPr>
          <p:style>
            <a:lnRef idx="1">
              <a:schemeClr val="accent1"/>
            </a:lnRef>
            <a:fillRef idx="0">
              <a:schemeClr val="accent1"/>
            </a:fillRef>
            <a:effectRef idx="0">
              <a:schemeClr val="accent1"/>
            </a:effectRef>
            <a:fontRef idx="minor">
              <a:schemeClr val="tx1"/>
            </a:fontRef>
          </p:style>
        </p:cxnSp>
        <p:grpSp>
          <p:nvGrpSpPr>
            <p:cNvPr id="92" name="Группа 91">
              <a:extLst>
                <a:ext uri="{FF2B5EF4-FFF2-40B4-BE49-F238E27FC236}">
                  <a16:creationId xmlns:a16="http://schemas.microsoft.com/office/drawing/2014/main" id="{BC9A5B35-C422-6D0E-67A8-291390E3BEAC}"/>
                </a:ext>
              </a:extLst>
            </p:cNvPr>
            <p:cNvGrpSpPr/>
            <p:nvPr/>
          </p:nvGrpSpPr>
          <p:grpSpPr>
            <a:xfrm>
              <a:off x="7873021" y="1848627"/>
              <a:ext cx="2303214" cy="461665"/>
              <a:chOff x="8118565" y="2376082"/>
              <a:chExt cx="2303214" cy="461665"/>
            </a:xfrm>
          </p:grpSpPr>
          <p:sp>
            <p:nvSpPr>
              <p:cNvPr id="15" name="TextBox 5">
                <a:extLst>
                  <a:ext uri="{FF2B5EF4-FFF2-40B4-BE49-F238E27FC236}">
                    <a16:creationId xmlns:a16="http://schemas.microsoft.com/office/drawing/2014/main" id="{B11EF3F6-966D-42C6-55F8-3E40CDF596C6}"/>
                  </a:ext>
                </a:extLst>
              </p:cNvPr>
              <p:cNvSpPr txBox="1"/>
              <p:nvPr/>
            </p:nvSpPr>
            <p:spPr>
              <a:xfrm>
                <a:off x="8206916" y="2376082"/>
                <a:ext cx="2214863" cy="461665"/>
              </a:xfrm>
              <a:prstGeom prst="rect">
                <a:avLst/>
              </a:prstGeom>
              <a:noFill/>
            </p:spPr>
            <p:txBody>
              <a:bodyPr wrap="square"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Плохая приверженность </a:t>
                </a:r>
                <a:r>
                  <a:rPr kumimoji="0" lang="ru-RU" sz="12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Неприверженность</a:t>
                </a:r>
                <a:endPar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6" name="Прямоугольник 15">
                <a:extLst>
                  <a:ext uri="{FF2B5EF4-FFF2-40B4-BE49-F238E27FC236}">
                    <a16:creationId xmlns:a16="http://schemas.microsoft.com/office/drawing/2014/main" id="{21C2CF8E-C459-7869-9E7B-0B7C552F3C27}"/>
                  </a:ext>
                </a:extLst>
              </p:cNvPr>
              <p:cNvSpPr/>
              <p:nvPr/>
            </p:nvSpPr>
            <p:spPr>
              <a:xfrm>
                <a:off x="8118565" y="2460171"/>
                <a:ext cx="108857" cy="108857"/>
              </a:xfrm>
              <a:prstGeom prst="rect">
                <a:avLst/>
              </a:prstGeom>
              <a:solidFill>
                <a:srgbClr val="C1D82E"/>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7" name="Прямоугольник 16">
                <a:extLst>
                  <a:ext uri="{FF2B5EF4-FFF2-40B4-BE49-F238E27FC236}">
                    <a16:creationId xmlns:a16="http://schemas.microsoft.com/office/drawing/2014/main" id="{CAACDFD1-6D94-3431-F91A-69D8895252A9}"/>
                  </a:ext>
                </a:extLst>
              </p:cNvPr>
              <p:cNvSpPr/>
              <p:nvPr/>
            </p:nvSpPr>
            <p:spPr>
              <a:xfrm>
                <a:off x="8118565" y="2651759"/>
                <a:ext cx="108857" cy="108857"/>
              </a:xfrm>
              <a:prstGeom prst="rect">
                <a:avLst/>
              </a:prstGeom>
              <a:solidFill>
                <a:schemeClr val="accent5"/>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20" name="Группа 19">
              <a:extLst>
                <a:ext uri="{FF2B5EF4-FFF2-40B4-BE49-F238E27FC236}">
                  <a16:creationId xmlns:a16="http://schemas.microsoft.com/office/drawing/2014/main" id="{9780230A-F128-88B9-12DA-35DD7DF4980E}"/>
                </a:ext>
              </a:extLst>
            </p:cNvPr>
            <p:cNvGrpSpPr/>
            <p:nvPr/>
          </p:nvGrpSpPr>
          <p:grpSpPr>
            <a:xfrm>
              <a:off x="1931301" y="1779813"/>
              <a:ext cx="715016" cy="3779158"/>
              <a:chOff x="2379523" y="1779813"/>
              <a:chExt cx="715016" cy="3779158"/>
            </a:xfrm>
          </p:grpSpPr>
          <p:grpSp>
            <p:nvGrpSpPr>
              <p:cNvPr id="12" name="Группа 11">
                <a:extLst>
                  <a:ext uri="{FF2B5EF4-FFF2-40B4-BE49-F238E27FC236}">
                    <a16:creationId xmlns:a16="http://schemas.microsoft.com/office/drawing/2014/main" id="{BEB2FDBE-D6D9-0245-711A-6DC62F894D64}"/>
                  </a:ext>
                </a:extLst>
              </p:cNvPr>
              <p:cNvGrpSpPr/>
              <p:nvPr/>
            </p:nvGrpSpPr>
            <p:grpSpPr>
              <a:xfrm>
                <a:off x="2539274" y="2017486"/>
                <a:ext cx="395514" cy="3541485"/>
                <a:chOff x="2539274" y="2017486"/>
                <a:chExt cx="395514" cy="3541485"/>
              </a:xfrm>
            </p:grpSpPr>
            <p:sp>
              <p:nvSpPr>
                <p:cNvPr id="9" name="Прямоугольник 8">
                  <a:extLst>
                    <a:ext uri="{FF2B5EF4-FFF2-40B4-BE49-F238E27FC236}">
                      <a16:creationId xmlns:a16="http://schemas.microsoft.com/office/drawing/2014/main" id="{54E0DE38-CB6C-2557-7A7C-736A6AF04498}"/>
                    </a:ext>
                  </a:extLst>
                </p:cNvPr>
                <p:cNvSpPr/>
                <p:nvPr/>
              </p:nvSpPr>
              <p:spPr>
                <a:xfrm>
                  <a:off x="2539274" y="2017486"/>
                  <a:ext cx="395514" cy="3541485"/>
                </a:xfrm>
                <a:prstGeom prst="rect">
                  <a:avLst/>
                </a:prstGeom>
                <a:solidFill>
                  <a:srgbClr val="C1D82E"/>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1" name="Прямоугольник 10">
                  <a:extLst>
                    <a:ext uri="{FF2B5EF4-FFF2-40B4-BE49-F238E27FC236}">
                      <a16:creationId xmlns:a16="http://schemas.microsoft.com/office/drawing/2014/main" id="{9081B194-A1D8-572B-27DE-1764B37C2800}"/>
                    </a:ext>
                  </a:extLst>
                </p:cNvPr>
                <p:cNvSpPr/>
                <p:nvPr/>
              </p:nvSpPr>
              <p:spPr>
                <a:xfrm>
                  <a:off x="2539274" y="3709851"/>
                  <a:ext cx="395514" cy="1845491"/>
                </a:xfrm>
                <a:prstGeom prst="rect">
                  <a:avLst/>
                </a:prstGeom>
                <a:solidFill>
                  <a:srgbClr val="EC736A"/>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sp>
            <p:nvSpPr>
              <p:cNvPr id="18" name="TextBox 5">
                <a:extLst>
                  <a:ext uri="{FF2B5EF4-FFF2-40B4-BE49-F238E27FC236}">
                    <a16:creationId xmlns:a16="http://schemas.microsoft.com/office/drawing/2014/main" id="{F163D09E-0244-67A3-2201-FBA68B131466}"/>
                  </a:ext>
                </a:extLst>
              </p:cNvPr>
              <p:cNvSpPr txBox="1"/>
              <p:nvPr/>
            </p:nvSpPr>
            <p:spPr>
              <a:xfrm>
                <a:off x="2379523" y="1779813"/>
                <a:ext cx="715016" cy="276999"/>
              </a:xfrm>
              <a:prstGeom prst="rect">
                <a:avLst/>
              </a:prstGeom>
              <a:noFill/>
            </p:spPr>
            <p:txBody>
              <a:bodyPr wrap="square"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66</a:t>
                </a:r>
                <a:r>
                  <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a:t>
                </a:r>
                <a:endPar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21" name="Группа 20">
              <a:extLst>
                <a:ext uri="{FF2B5EF4-FFF2-40B4-BE49-F238E27FC236}">
                  <a16:creationId xmlns:a16="http://schemas.microsoft.com/office/drawing/2014/main" id="{008F14F2-26EE-F832-3C03-0BCCE3B4B0F5}"/>
                </a:ext>
              </a:extLst>
            </p:cNvPr>
            <p:cNvGrpSpPr/>
            <p:nvPr/>
          </p:nvGrpSpPr>
          <p:grpSpPr>
            <a:xfrm>
              <a:off x="2909623" y="2430782"/>
              <a:ext cx="715016" cy="3128189"/>
              <a:chOff x="2379523" y="2430782"/>
              <a:chExt cx="715016" cy="3128189"/>
            </a:xfrm>
          </p:grpSpPr>
          <p:grpSp>
            <p:nvGrpSpPr>
              <p:cNvPr id="22" name="Группа 21">
                <a:extLst>
                  <a:ext uri="{FF2B5EF4-FFF2-40B4-BE49-F238E27FC236}">
                    <a16:creationId xmlns:a16="http://schemas.microsoft.com/office/drawing/2014/main" id="{BA0F9A44-B367-F2A5-F736-5327F2B36F1B}"/>
                  </a:ext>
                </a:extLst>
              </p:cNvPr>
              <p:cNvGrpSpPr/>
              <p:nvPr/>
            </p:nvGrpSpPr>
            <p:grpSpPr>
              <a:xfrm>
                <a:off x="2539274" y="2708367"/>
                <a:ext cx="395514" cy="2850604"/>
                <a:chOff x="2539274" y="2708367"/>
                <a:chExt cx="395514" cy="2850604"/>
              </a:xfrm>
            </p:grpSpPr>
            <p:sp>
              <p:nvSpPr>
                <p:cNvPr id="24" name="Прямоугольник 23">
                  <a:extLst>
                    <a:ext uri="{FF2B5EF4-FFF2-40B4-BE49-F238E27FC236}">
                      <a16:creationId xmlns:a16="http://schemas.microsoft.com/office/drawing/2014/main" id="{827A01EC-3210-1580-2347-E77175C28CE4}"/>
                    </a:ext>
                  </a:extLst>
                </p:cNvPr>
                <p:cNvSpPr/>
                <p:nvPr/>
              </p:nvSpPr>
              <p:spPr>
                <a:xfrm>
                  <a:off x="2539274" y="2708367"/>
                  <a:ext cx="395514" cy="2850604"/>
                </a:xfrm>
                <a:prstGeom prst="rect">
                  <a:avLst/>
                </a:prstGeom>
                <a:solidFill>
                  <a:srgbClr val="C1D82E"/>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25" name="Прямоугольник 24">
                  <a:extLst>
                    <a:ext uri="{FF2B5EF4-FFF2-40B4-BE49-F238E27FC236}">
                      <a16:creationId xmlns:a16="http://schemas.microsoft.com/office/drawing/2014/main" id="{BB2D1485-19E2-847B-791D-84A916E8AC64}"/>
                    </a:ext>
                  </a:extLst>
                </p:cNvPr>
                <p:cNvSpPr/>
                <p:nvPr/>
              </p:nvSpPr>
              <p:spPr>
                <a:xfrm>
                  <a:off x="2539274" y="4713728"/>
                  <a:ext cx="395514" cy="841614"/>
                </a:xfrm>
                <a:prstGeom prst="rect">
                  <a:avLst/>
                </a:prstGeom>
                <a:solidFill>
                  <a:srgbClr val="EC736A"/>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sp>
            <p:nvSpPr>
              <p:cNvPr id="23" name="TextBox 5">
                <a:extLst>
                  <a:ext uri="{FF2B5EF4-FFF2-40B4-BE49-F238E27FC236}">
                    <a16:creationId xmlns:a16="http://schemas.microsoft.com/office/drawing/2014/main" id="{3ABAECD8-7640-3087-C761-5A652CDD4168}"/>
                  </a:ext>
                </a:extLst>
              </p:cNvPr>
              <p:cNvSpPr txBox="1"/>
              <p:nvPr/>
            </p:nvSpPr>
            <p:spPr>
              <a:xfrm>
                <a:off x="2379523" y="2430782"/>
                <a:ext cx="715016" cy="276999"/>
              </a:xfrm>
              <a:prstGeom prst="rect">
                <a:avLst/>
              </a:prstGeom>
              <a:noFill/>
            </p:spPr>
            <p:txBody>
              <a:bodyPr wrap="square"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53%</a:t>
                </a:r>
                <a:endPar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26" name="Группа 25">
              <a:extLst>
                <a:ext uri="{FF2B5EF4-FFF2-40B4-BE49-F238E27FC236}">
                  <a16:creationId xmlns:a16="http://schemas.microsoft.com/office/drawing/2014/main" id="{89337B3E-DF32-8881-5FF6-5F5F7DBD4BF8}"/>
                </a:ext>
              </a:extLst>
            </p:cNvPr>
            <p:cNvGrpSpPr/>
            <p:nvPr/>
          </p:nvGrpSpPr>
          <p:grpSpPr>
            <a:xfrm>
              <a:off x="3887945" y="2740334"/>
              <a:ext cx="715016" cy="2818637"/>
              <a:chOff x="2379523" y="2740334"/>
              <a:chExt cx="715016" cy="2818637"/>
            </a:xfrm>
          </p:grpSpPr>
          <p:grpSp>
            <p:nvGrpSpPr>
              <p:cNvPr id="27" name="Группа 26">
                <a:extLst>
                  <a:ext uri="{FF2B5EF4-FFF2-40B4-BE49-F238E27FC236}">
                    <a16:creationId xmlns:a16="http://schemas.microsoft.com/office/drawing/2014/main" id="{5D821D52-B47B-08C0-0545-46BD5378641D}"/>
                  </a:ext>
                </a:extLst>
              </p:cNvPr>
              <p:cNvGrpSpPr/>
              <p:nvPr/>
            </p:nvGrpSpPr>
            <p:grpSpPr>
              <a:xfrm>
                <a:off x="2539274" y="3030583"/>
                <a:ext cx="395514" cy="2528388"/>
                <a:chOff x="2539274" y="3030583"/>
                <a:chExt cx="395514" cy="2528388"/>
              </a:xfrm>
            </p:grpSpPr>
            <p:sp>
              <p:nvSpPr>
                <p:cNvPr id="29" name="Прямоугольник 28">
                  <a:extLst>
                    <a:ext uri="{FF2B5EF4-FFF2-40B4-BE49-F238E27FC236}">
                      <a16:creationId xmlns:a16="http://schemas.microsoft.com/office/drawing/2014/main" id="{9FB22CBD-5000-5892-4DC7-0D88FF3271A3}"/>
                    </a:ext>
                  </a:extLst>
                </p:cNvPr>
                <p:cNvSpPr/>
                <p:nvPr/>
              </p:nvSpPr>
              <p:spPr>
                <a:xfrm>
                  <a:off x="2539274" y="3030583"/>
                  <a:ext cx="395514" cy="2528388"/>
                </a:xfrm>
                <a:prstGeom prst="rect">
                  <a:avLst/>
                </a:prstGeom>
                <a:solidFill>
                  <a:srgbClr val="C1D82E"/>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30" name="Прямоугольник 29">
                  <a:extLst>
                    <a:ext uri="{FF2B5EF4-FFF2-40B4-BE49-F238E27FC236}">
                      <a16:creationId xmlns:a16="http://schemas.microsoft.com/office/drawing/2014/main" id="{7CBD8451-75BA-FA86-30AE-36131361CAEA}"/>
                    </a:ext>
                  </a:extLst>
                </p:cNvPr>
                <p:cNvSpPr/>
                <p:nvPr/>
              </p:nvSpPr>
              <p:spPr>
                <a:xfrm>
                  <a:off x="2539274" y="4310743"/>
                  <a:ext cx="395514" cy="1244599"/>
                </a:xfrm>
                <a:prstGeom prst="rect">
                  <a:avLst/>
                </a:prstGeom>
                <a:solidFill>
                  <a:srgbClr val="EC736A"/>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sp>
            <p:nvSpPr>
              <p:cNvPr id="28" name="TextBox 5">
                <a:extLst>
                  <a:ext uri="{FF2B5EF4-FFF2-40B4-BE49-F238E27FC236}">
                    <a16:creationId xmlns:a16="http://schemas.microsoft.com/office/drawing/2014/main" id="{8BC2A15A-58B9-068F-44F3-8D5C6C6CB6F4}"/>
                  </a:ext>
                </a:extLst>
              </p:cNvPr>
              <p:cNvSpPr txBox="1"/>
              <p:nvPr/>
            </p:nvSpPr>
            <p:spPr>
              <a:xfrm>
                <a:off x="2379523" y="2740334"/>
                <a:ext cx="715016" cy="276999"/>
              </a:xfrm>
              <a:prstGeom prst="rect">
                <a:avLst/>
              </a:prstGeom>
              <a:noFill/>
            </p:spPr>
            <p:txBody>
              <a:bodyPr wrap="square"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47%</a:t>
                </a:r>
                <a:endPar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33" name="Группа 32">
              <a:extLst>
                <a:ext uri="{FF2B5EF4-FFF2-40B4-BE49-F238E27FC236}">
                  <a16:creationId xmlns:a16="http://schemas.microsoft.com/office/drawing/2014/main" id="{BEA6FBAF-A819-7218-758B-26996B842FF4}"/>
                </a:ext>
              </a:extLst>
            </p:cNvPr>
            <p:cNvGrpSpPr/>
            <p:nvPr/>
          </p:nvGrpSpPr>
          <p:grpSpPr>
            <a:xfrm>
              <a:off x="4866267" y="3390035"/>
              <a:ext cx="715016" cy="2168936"/>
              <a:chOff x="2379523" y="3390035"/>
              <a:chExt cx="715016" cy="2168936"/>
            </a:xfrm>
          </p:grpSpPr>
          <p:grpSp>
            <p:nvGrpSpPr>
              <p:cNvPr id="34" name="Группа 33">
                <a:extLst>
                  <a:ext uri="{FF2B5EF4-FFF2-40B4-BE49-F238E27FC236}">
                    <a16:creationId xmlns:a16="http://schemas.microsoft.com/office/drawing/2014/main" id="{EF02B719-57D2-909E-C4D3-E4A988C66F5C}"/>
                  </a:ext>
                </a:extLst>
              </p:cNvPr>
              <p:cNvGrpSpPr/>
              <p:nvPr/>
            </p:nvGrpSpPr>
            <p:grpSpPr>
              <a:xfrm>
                <a:off x="2539274" y="3670663"/>
                <a:ext cx="395514" cy="1888308"/>
                <a:chOff x="2539274" y="3670663"/>
                <a:chExt cx="395514" cy="1888308"/>
              </a:xfrm>
            </p:grpSpPr>
            <p:sp>
              <p:nvSpPr>
                <p:cNvPr id="36" name="Прямоугольник 35">
                  <a:extLst>
                    <a:ext uri="{FF2B5EF4-FFF2-40B4-BE49-F238E27FC236}">
                      <a16:creationId xmlns:a16="http://schemas.microsoft.com/office/drawing/2014/main" id="{102848D7-0DED-A841-95EB-3D4FBB7DF268}"/>
                    </a:ext>
                  </a:extLst>
                </p:cNvPr>
                <p:cNvSpPr/>
                <p:nvPr/>
              </p:nvSpPr>
              <p:spPr>
                <a:xfrm>
                  <a:off x="2539274" y="3670663"/>
                  <a:ext cx="395514" cy="1888308"/>
                </a:xfrm>
                <a:prstGeom prst="rect">
                  <a:avLst/>
                </a:prstGeom>
                <a:solidFill>
                  <a:srgbClr val="C1D82E"/>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37" name="Прямоугольник 36">
                  <a:extLst>
                    <a:ext uri="{FF2B5EF4-FFF2-40B4-BE49-F238E27FC236}">
                      <a16:creationId xmlns:a16="http://schemas.microsoft.com/office/drawing/2014/main" id="{D2DA9F36-3B68-85EB-E1C7-C5479A609429}"/>
                    </a:ext>
                  </a:extLst>
                </p:cNvPr>
                <p:cNvSpPr/>
                <p:nvPr/>
              </p:nvSpPr>
              <p:spPr>
                <a:xfrm>
                  <a:off x="2539274" y="4933407"/>
                  <a:ext cx="395514" cy="621935"/>
                </a:xfrm>
                <a:prstGeom prst="rect">
                  <a:avLst/>
                </a:prstGeom>
                <a:solidFill>
                  <a:srgbClr val="EC736A"/>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sp>
            <p:nvSpPr>
              <p:cNvPr id="35" name="TextBox 5">
                <a:extLst>
                  <a:ext uri="{FF2B5EF4-FFF2-40B4-BE49-F238E27FC236}">
                    <a16:creationId xmlns:a16="http://schemas.microsoft.com/office/drawing/2014/main" id="{D5359C0F-6F28-16E9-3C39-0033A9F508D7}"/>
                  </a:ext>
                </a:extLst>
              </p:cNvPr>
              <p:cNvSpPr txBox="1"/>
              <p:nvPr/>
            </p:nvSpPr>
            <p:spPr>
              <a:xfrm>
                <a:off x="2379523" y="3390035"/>
                <a:ext cx="715016" cy="276999"/>
              </a:xfrm>
              <a:prstGeom prst="rect">
                <a:avLst/>
              </a:prstGeom>
              <a:noFill/>
            </p:spPr>
            <p:txBody>
              <a:bodyPr wrap="square"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35%</a:t>
                </a:r>
                <a:endPar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38" name="Группа 37">
              <a:extLst>
                <a:ext uri="{FF2B5EF4-FFF2-40B4-BE49-F238E27FC236}">
                  <a16:creationId xmlns:a16="http://schemas.microsoft.com/office/drawing/2014/main" id="{00508AA6-006B-3BCB-5AAC-B81BB9EE96BF}"/>
                </a:ext>
              </a:extLst>
            </p:cNvPr>
            <p:cNvGrpSpPr/>
            <p:nvPr/>
          </p:nvGrpSpPr>
          <p:grpSpPr>
            <a:xfrm>
              <a:off x="5844589" y="2418381"/>
              <a:ext cx="715016" cy="3140590"/>
              <a:chOff x="2379523" y="2418381"/>
              <a:chExt cx="715016" cy="3140590"/>
            </a:xfrm>
          </p:grpSpPr>
          <p:grpSp>
            <p:nvGrpSpPr>
              <p:cNvPr id="39" name="Группа 38">
                <a:extLst>
                  <a:ext uri="{FF2B5EF4-FFF2-40B4-BE49-F238E27FC236}">
                    <a16:creationId xmlns:a16="http://schemas.microsoft.com/office/drawing/2014/main" id="{2E0F11B2-17FC-2144-13F7-CC82948B61AE}"/>
                  </a:ext>
                </a:extLst>
              </p:cNvPr>
              <p:cNvGrpSpPr/>
              <p:nvPr/>
            </p:nvGrpSpPr>
            <p:grpSpPr>
              <a:xfrm>
                <a:off x="2539274" y="2651759"/>
                <a:ext cx="395514" cy="2907212"/>
                <a:chOff x="2539274" y="2651759"/>
                <a:chExt cx="395514" cy="2907212"/>
              </a:xfrm>
            </p:grpSpPr>
            <p:sp>
              <p:nvSpPr>
                <p:cNvPr id="41" name="Прямоугольник 40">
                  <a:extLst>
                    <a:ext uri="{FF2B5EF4-FFF2-40B4-BE49-F238E27FC236}">
                      <a16:creationId xmlns:a16="http://schemas.microsoft.com/office/drawing/2014/main" id="{DCD6A0CA-B53F-6B84-4825-19DF67B2A995}"/>
                    </a:ext>
                  </a:extLst>
                </p:cNvPr>
                <p:cNvSpPr/>
                <p:nvPr/>
              </p:nvSpPr>
              <p:spPr>
                <a:xfrm>
                  <a:off x="2539274" y="2651759"/>
                  <a:ext cx="395514" cy="2907212"/>
                </a:xfrm>
                <a:prstGeom prst="rect">
                  <a:avLst/>
                </a:prstGeom>
                <a:solidFill>
                  <a:srgbClr val="C1D82E"/>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42" name="Прямоугольник 41">
                  <a:extLst>
                    <a:ext uri="{FF2B5EF4-FFF2-40B4-BE49-F238E27FC236}">
                      <a16:creationId xmlns:a16="http://schemas.microsoft.com/office/drawing/2014/main" id="{056D7266-9C04-0EF0-A9EB-1D2FCB17B298}"/>
                    </a:ext>
                  </a:extLst>
                </p:cNvPr>
                <p:cNvSpPr/>
                <p:nvPr/>
              </p:nvSpPr>
              <p:spPr>
                <a:xfrm>
                  <a:off x="2539274" y="3829221"/>
                  <a:ext cx="395514" cy="1726121"/>
                </a:xfrm>
                <a:prstGeom prst="rect">
                  <a:avLst/>
                </a:prstGeom>
                <a:solidFill>
                  <a:srgbClr val="EC736A"/>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sp>
            <p:nvSpPr>
              <p:cNvPr id="40" name="TextBox 5">
                <a:extLst>
                  <a:ext uri="{FF2B5EF4-FFF2-40B4-BE49-F238E27FC236}">
                    <a16:creationId xmlns:a16="http://schemas.microsoft.com/office/drawing/2014/main" id="{AB8519F9-EB42-9428-D7ED-FA6B52ACF305}"/>
                  </a:ext>
                </a:extLst>
              </p:cNvPr>
              <p:cNvSpPr txBox="1"/>
              <p:nvPr/>
            </p:nvSpPr>
            <p:spPr>
              <a:xfrm>
                <a:off x="2379523" y="2418381"/>
                <a:ext cx="715016" cy="276999"/>
              </a:xfrm>
              <a:prstGeom prst="rect">
                <a:avLst/>
              </a:prstGeom>
              <a:noFill/>
            </p:spPr>
            <p:txBody>
              <a:bodyPr wrap="square"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54%</a:t>
                </a:r>
                <a:endPar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43" name="Группа 42">
              <a:extLst>
                <a:ext uri="{FF2B5EF4-FFF2-40B4-BE49-F238E27FC236}">
                  <a16:creationId xmlns:a16="http://schemas.microsoft.com/office/drawing/2014/main" id="{55F73BC3-8DA6-7B2C-9AC2-CDC9620B939C}"/>
                </a:ext>
              </a:extLst>
            </p:cNvPr>
            <p:cNvGrpSpPr/>
            <p:nvPr/>
          </p:nvGrpSpPr>
          <p:grpSpPr>
            <a:xfrm>
              <a:off x="6822911" y="2718150"/>
              <a:ext cx="715016" cy="2840821"/>
              <a:chOff x="2379523" y="2718150"/>
              <a:chExt cx="715016" cy="2840821"/>
            </a:xfrm>
          </p:grpSpPr>
          <p:grpSp>
            <p:nvGrpSpPr>
              <p:cNvPr id="44" name="Группа 43">
                <a:extLst>
                  <a:ext uri="{FF2B5EF4-FFF2-40B4-BE49-F238E27FC236}">
                    <a16:creationId xmlns:a16="http://schemas.microsoft.com/office/drawing/2014/main" id="{4DE34A92-D704-C15F-7DAD-6824075E20F6}"/>
                  </a:ext>
                </a:extLst>
              </p:cNvPr>
              <p:cNvGrpSpPr/>
              <p:nvPr/>
            </p:nvGrpSpPr>
            <p:grpSpPr>
              <a:xfrm>
                <a:off x="2539274" y="2986559"/>
                <a:ext cx="395514" cy="2572412"/>
                <a:chOff x="2539274" y="2986559"/>
                <a:chExt cx="395514" cy="2572412"/>
              </a:xfrm>
            </p:grpSpPr>
            <p:sp>
              <p:nvSpPr>
                <p:cNvPr id="46" name="Прямоугольник 45">
                  <a:extLst>
                    <a:ext uri="{FF2B5EF4-FFF2-40B4-BE49-F238E27FC236}">
                      <a16:creationId xmlns:a16="http://schemas.microsoft.com/office/drawing/2014/main" id="{DE725C4C-7F66-8B93-05F5-957D6DD21D94}"/>
                    </a:ext>
                  </a:extLst>
                </p:cNvPr>
                <p:cNvSpPr/>
                <p:nvPr/>
              </p:nvSpPr>
              <p:spPr>
                <a:xfrm>
                  <a:off x="2539274" y="2986559"/>
                  <a:ext cx="395514" cy="2572412"/>
                </a:xfrm>
                <a:prstGeom prst="rect">
                  <a:avLst/>
                </a:prstGeom>
                <a:solidFill>
                  <a:srgbClr val="C1D82E"/>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47" name="Прямоугольник 46">
                  <a:extLst>
                    <a:ext uri="{FF2B5EF4-FFF2-40B4-BE49-F238E27FC236}">
                      <a16:creationId xmlns:a16="http://schemas.microsoft.com/office/drawing/2014/main" id="{5B85F7C3-132D-8B5F-EC57-BA5151E5E8B6}"/>
                    </a:ext>
                  </a:extLst>
                </p:cNvPr>
                <p:cNvSpPr/>
                <p:nvPr/>
              </p:nvSpPr>
              <p:spPr>
                <a:xfrm>
                  <a:off x="2539274" y="5453744"/>
                  <a:ext cx="395514" cy="101598"/>
                </a:xfrm>
                <a:prstGeom prst="rect">
                  <a:avLst/>
                </a:prstGeom>
                <a:solidFill>
                  <a:srgbClr val="EC736A"/>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sp>
            <p:nvSpPr>
              <p:cNvPr id="45" name="TextBox 5">
                <a:extLst>
                  <a:ext uri="{FF2B5EF4-FFF2-40B4-BE49-F238E27FC236}">
                    <a16:creationId xmlns:a16="http://schemas.microsoft.com/office/drawing/2014/main" id="{FBEECF5E-F8E3-B524-B1AA-0977AF7072EC}"/>
                  </a:ext>
                </a:extLst>
              </p:cNvPr>
              <p:cNvSpPr txBox="1"/>
              <p:nvPr/>
            </p:nvSpPr>
            <p:spPr>
              <a:xfrm>
                <a:off x="2379523" y="2718150"/>
                <a:ext cx="715016" cy="276999"/>
              </a:xfrm>
              <a:prstGeom prst="rect">
                <a:avLst/>
              </a:prstGeom>
              <a:noFill/>
            </p:spPr>
            <p:txBody>
              <a:bodyPr wrap="square"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48%</a:t>
                </a:r>
                <a:endPar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48" name="Группа 47">
              <a:extLst>
                <a:ext uri="{FF2B5EF4-FFF2-40B4-BE49-F238E27FC236}">
                  <a16:creationId xmlns:a16="http://schemas.microsoft.com/office/drawing/2014/main" id="{ED2B7CEE-A1CE-64E5-C531-A70D66D73B68}"/>
                </a:ext>
              </a:extLst>
            </p:cNvPr>
            <p:cNvGrpSpPr/>
            <p:nvPr/>
          </p:nvGrpSpPr>
          <p:grpSpPr>
            <a:xfrm>
              <a:off x="7801233" y="3444855"/>
              <a:ext cx="715016" cy="2114116"/>
              <a:chOff x="2379523" y="3444855"/>
              <a:chExt cx="715016" cy="2114116"/>
            </a:xfrm>
          </p:grpSpPr>
          <p:grpSp>
            <p:nvGrpSpPr>
              <p:cNvPr id="49" name="Группа 48">
                <a:extLst>
                  <a:ext uri="{FF2B5EF4-FFF2-40B4-BE49-F238E27FC236}">
                    <a16:creationId xmlns:a16="http://schemas.microsoft.com/office/drawing/2014/main" id="{C01D0D95-D907-5A5D-510C-4ED5BE085415}"/>
                  </a:ext>
                </a:extLst>
              </p:cNvPr>
              <p:cNvGrpSpPr/>
              <p:nvPr/>
            </p:nvGrpSpPr>
            <p:grpSpPr>
              <a:xfrm>
                <a:off x="2539274" y="3740757"/>
                <a:ext cx="395514" cy="1818214"/>
                <a:chOff x="2539274" y="3740757"/>
                <a:chExt cx="395514" cy="1818214"/>
              </a:xfrm>
            </p:grpSpPr>
            <p:sp>
              <p:nvSpPr>
                <p:cNvPr id="51" name="Прямоугольник 50">
                  <a:extLst>
                    <a:ext uri="{FF2B5EF4-FFF2-40B4-BE49-F238E27FC236}">
                      <a16:creationId xmlns:a16="http://schemas.microsoft.com/office/drawing/2014/main" id="{B3E24ACA-B421-2C99-45B9-0BCDD7040931}"/>
                    </a:ext>
                  </a:extLst>
                </p:cNvPr>
                <p:cNvSpPr/>
                <p:nvPr/>
              </p:nvSpPr>
              <p:spPr>
                <a:xfrm>
                  <a:off x="2539274" y="3740757"/>
                  <a:ext cx="395514" cy="1818214"/>
                </a:xfrm>
                <a:prstGeom prst="rect">
                  <a:avLst/>
                </a:prstGeom>
                <a:solidFill>
                  <a:srgbClr val="C1D82E"/>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52" name="Прямоугольник 51">
                  <a:extLst>
                    <a:ext uri="{FF2B5EF4-FFF2-40B4-BE49-F238E27FC236}">
                      <a16:creationId xmlns:a16="http://schemas.microsoft.com/office/drawing/2014/main" id="{2CC72FA7-7522-FE09-687B-84ADA666E737}"/>
                    </a:ext>
                  </a:extLst>
                </p:cNvPr>
                <p:cNvSpPr/>
                <p:nvPr/>
              </p:nvSpPr>
              <p:spPr>
                <a:xfrm>
                  <a:off x="2539274" y="4620985"/>
                  <a:ext cx="395514" cy="934357"/>
                </a:xfrm>
                <a:prstGeom prst="rect">
                  <a:avLst/>
                </a:prstGeom>
                <a:solidFill>
                  <a:srgbClr val="EC736A"/>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sp>
            <p:nvSpPr>
              <p:cNvPr id="50" name="TextBox 5">
                <a:extLst>
                  <a:ext uri="{FF2B5EF4-FFF2-40B4-BE49-F238E27FC236}">
                    <a16:creationId xmlns:a16="http://schemas.microsoft.com/office/drawing/2014/main" id="{4EBF25F9-4BBB-CCF5-00F6-D8C8A3F2CAFC}"/>
                  </a:ext>
                </a:extLst>
              </p:cNvPr>
              <p:cNvSpPr txBox="1"/>
              <p:nvPr/>
            </p:nvSpPr>
            <p:spPr>
              <a:xfrm>
                <a:off x="2379523" y="3444855"/>
                <a:ext cx="715016" cy="276999"/>
              </a:xfrm>
              <a:prstGeom prst="rect">
                <a:avLst/>
              </a:prstGeom>
              <a:noFill/>
            </p:spPr>
            <p:txBody>
              <a:bodyPr wrap="square"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34%</a:t>
                </a:r>
                <a:endPar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53" name="Группа 52">
              <a:extLst>
                <a:ext uri="{FF2B5EF4-FFF2-40B4-BE49-F238E27FC236}">
                  <a16:creationId xmlns:a16="http://schemas.microsoft.com/office/drawing/2014/main" id="{EE74C797-B28B-A364-B58B-7C77CB821A02}"/>
                </a:ext>
              </a:extLst>
            </p:cNvPr>
            <p:cNvGrpSpPr/>
            <p:nvPr/>
          </p:nvGrpSpPr>
          <p:grpSpPr>
            <a:xfrm>
              <a:off x="8779555" y="4069057"/>
              <a:ext cx="715016" cy="1489913"/>
              <a:chOff x="2379523" y="4069057"/>
              <a:chExt cx="715016" cy="1489913"/>
            </a:xfrm>
          </p:grpSpPr>
          <p:grpSp>
            <p:nvGrpSpPr>
              <p:cNvPr id="54" name="Группа 53">
                <a:extLst>
                  <a:ext uri="{FF2B5EF4-FFF2-40B4-BE49-F238E27FC236}">
                    <a16:creationId xmlns:a16="http://schemas.microsoft.com/office/drawing/2014/main" id="{937AE670-ACA4-60D7-DC0D-4966756132F4}"/>
                  </a:ext>
                </a:extLst>
              </p:cNvPr>
              <p:cNvGrpSpPr/>
              <p:nvPr/>
            </p:nvGrpSpPr>
            <p:grpSpPr>
              <a:xfrm>
                <a:off x="2539274" y="4328961"/>
                <a:ext cx="395514" cy="1230009"/>
                <a:chOff x="2539274" y="4328961"/>
                <a:chExt cx="395514" cy="1230009"/>
              </a:xfrm>
            </p:grpSpPr>
            <p:sp>
              <p:nvSpPr>
                <p:cNvPr id="56" name="Прямоугольник 55">
                  <a:extLst>
                    <a:ext uri="{FF2B5EF4-FFF2-40B4-BE49-F238E27FC236}">
                      <a16:creationId xmlns:a16="http://schemas.microsoft.com/office/drawing/2014/main" id="{233EF1AB-77F5-9305-A2B4-5D88F321F8EE}"/>
                    </a:ext>
                  </a:extLst>
                </p:cNvPr>
                <p:cNvSpPr/>
                <p:nvPr/>
              </p:nvSpPr>
              <p:spPr>
                <a:xfrm>
                  <a:off x="2539274" y="4328961"/>
                  <a:ext cx="395514" cy="1230009"/>
                </a:xfrm>
                <a:prstGeom prst="rect">
                  <a:avLst/>
                </a:prstGeom>
                <a:solidFill>
                  <a:srgbClr val="C1D82E"/>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57" name="Прямоугольник 56">
                  <a:extLst>
                    <a:ext uri="{FF2B5EF4-FFF2-40B4-BE49-F238E27FC236}">
                      <a16:creationId xmlns:a16="http://schemas.microsoft.com/office/drawing/2014/main" id="{12033289-E993-9928-C2F9-802995C76604}"/>
                    </a:ext>
                  </a:extLst>
                </p:cNvPr>
                <p:cNvSpPr/>
                <p:nvPr/>
              </p:nvSpPr>
              <p:spPr>
                <a:xfrm>
                  <a:off x="2539274" y="5007429"/>
                  <a:ext cx="395514" cy="547913"/>
                </a:xfrm>
                <a:prstGeom prst="rect">
                  <a:avLst/>
                </a:prstGeom>
                <a:solidFill>
                  <a:srgbClr val="EC736A"/>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sp>
            <p:nvSpPr>
              <p:cNvPr id="55" name="TextBox 5">
                <a:extLst>
                  <a:ext uri="{FF2B5EF4-FFF2-40B4-BE49-F238E27FC236}">
                    <a16:creationId xmlns:a16="http://schemas.microsoft.com/office/drawing/2014/main" id="{C529649E-3DB4-ABE2-516F-08DFA01465F4}"/>
                  </a:ext>
                </a:extLst>
              </p:cNvPr>
              <p:cNvSpPr txBox="1"/>
              <p:nvPr/>
            </p:nvSpPr>
            <p:spPr>
              <a:xfrm>
                <a:off x="2379523" y="4069057"/>
                <a:ext cx="715016" cy="276999"/>
              </a:xfrm>
              <a:prstGeom prst="rect">
                <a:avLst/>
              </a:prstGeom>
              <a:noFill/>
            </p:spPr>
            <p:txBody>
              <a:bodyPr wrap="square"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23%</a:t>
                </a:r>
                <a:endPar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58" name="Группа 57">
              <a:extLst>
                <a:ext uri="{FF2B5EF4-FFF2-40B4-BE49-F238E27FC236}">
                  <a16:creationId xmlns:a16="http://schemas.microsoft.com/office/drawing/2014/main" id="{43408AC4-19C1-672A-5BAE-7BE0C48AC42A}"/>
                </a:ext>
              </a:extLst>
            </p:cNvPr>
            <p:cNvGrpSpPr/>
            <p:nvPr/>
          </p:nvGrpSpPr>
          <p:grpSpPr>
            <a:xfrm>
              <a:off x="9757877" y="2959468"/>
              <a:ext cx="715016" cy="2599503"/>
              <a:chOff x="2379523" y="2959468"/>
              <a:chExt cx="715016" cy="2599503"/>
            </a:xfrm>
          </p:grpSpPr>
          <p:grpSp>
            <p:nvGrpSpPr>
              <p:cNvPr id="59" name="Группа 58">
                <a:extLst>
                  <a:ext uri="{FF2B5EF4-FFF2-40B4-BE49-F238E27FC236}">
                    <a16:creationId xmlns:a16="http://schemas.microsoft.com/office/drawing/2014/main" id="{6A4C74CE-B011-76DF-7E76-EFA9B14F5D64}"/>
                  </a:ext>
                </a:extLst>
              </p:cNvPr>
              <p:cNvGrpSpPr/>
              <p:nvPr/>
            </p:nvGrpSpPr>
            <p:grpSpPr>
              <a:xfrm>
                <a:off x="2539274" y="3200405"/>
                <a:ext cx="395514" cy="2358566"/>
                <a:chOff x="2539274" y="3200405"/>
                <a:chExt cx="395514" cy="2358566"/>
              </a:xfrm>
            </p:grpSpPr>
            <p:sp>
              <p:nvSpPr>
                <p:cNvPr id="61" name="Прямоугольник 60">
                  <a:extLst>
                    <a:ext uri="{FF2B5EF4-FFF2-40B4-BE49-F238E27FC236}">
                      <a16:creationId xmlns:a16="http://schemas.microsoft.com/office/drawing/2014/main" id="{E9A3B644-7D0F-3EF7-EC3C-EA3D878041FD}"/>
                    </a:ext>
                  </a:extLst>
                </p:cNvPr>
                <p:cNvSpPr/>
                <p:nvPr/>
              </p:nvSpPr>
              <p:spPr>
                <a:xfrm>
                  <a:off x="2539274" y="3200405"/>
                  <a:ext cx="395514" cy="2358566"/>
                </a:xfrm>
                <a:prstGeom prst="rect">
                  <a:avLst/>
                </a:prstGeom>
                <a:solidFill>
                  <a:srgbClr val="C1D82E"/>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62" name="Прямоугольник 61">
                  <a:extLst>
                    <a:ext uri="{FF2B5EF4-FFF2-40B4-BE49-F238E27FC236}">
                      <a16:creationId xmlns:a16="http://schemas.microsoft.com/office/drawing/2014/main" id="{0DBD5929-8F1B-7268-9618-6507D9AD5115}"/>
                    </a:ext>
                  </a:extLst>
                </p:cNvPr>
                <p:cNvSpPr/>
                <p:nvPr/>
              </p:nvSpPr>
              <p:spPr>
                <a:xfrm>
                  <a:off x="2539274" y="5334000"/>
                  <a:ext cx="395514" cy="221342"/>
                </a:xfrm>
                <a:prstGeom prst="rect">
                  <a:avLst/>
                </a:prstGeom>
                <a:solidFill>
                  <a:srgbClr val="EC736A"/>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sp>
            <p:nvSpPr>
              <p:cNvPr id="60" name="TextBox 5">
                <a:extLst>
                  <a:ext uri="{FF2B5EF4-FFF2-40B4-BE49-F238E27FC236}">
                    <a16:creationId xmlns:a16="http://schemas.microsoft.com/office/drawing/2014/main" id="{4607C1E9-9639-5912-5C0D-3C6282D47EA6}"/>
                  </a:ext>
                </a:extLst>
              </p:cNvPr>
              <p:cNvSpPr txBox="1"/>
              <p:nvPr/>
            </p:nvSpPr>
            <p:spPr>
              <a:xfrm>
                <a:off x="2379523" y="2959468"/>
                <a:ext cx="715016" cy="276999"/>
              </a:xfrm>
              <a:prstGeom prst="rect">
                <a:avLst/>
              </a:prstGeom>
              <a:noFill/>
            </p:spPr>
            <p:txBody>
              <a:bodyPr wrap="square"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44%</a:t>
                </a:r>
                <a:endPar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89" name="Группа 88">
              <a:extLst>
                <a:ext uri="{FF2B5EF4-FFF2-40B4-BE49-F238E27FC236}">
                  <a16:creationId xmlns:a16="http://schemas.microsoft.com/office/drawing/2014/main" id="{C03EE438-AA86-F787-B1C1-F53E69BC9503}"/>
                </a:ext>
              </a:extLst>
            </p:cNvPr>
            <p:cNvGrpSpPr/>
            <p:nvPr/>
          </p:nvGrpSpPr>
          <p:grpSpPr>
            <a:xfrm>
              <a:off x="1778000" y="5656899"/>
              <a:ext cx="8841014" cy="261610"/>
              <a:chOff x="1778000" y="5656899"/>
              <a:chExt cx="8841014" cy="261610"/>
            </a:xfrm>
          </p:grpSpPr>
          <p:sp>
            <p:nvSpPr>
              <p:cNvPr id="64" name="TextBox 63">
                <a:extLst>
                  <a:ext uri="{FF2B5EF4-FFF2-40B4-BE49-F238E27FC236}">
                    <a16:creationId xmlns:a16="http://schemas.microsoft.com/office/drawing/2014/main" id="{36D51452-211E-5704-8A74-05611759B2CD}"/>
                  </a:ext>
                </a:extLst>
              </p:cNvPr>
              <p:cNvSpPr txBox="1"/>
              <p:nvPr/>
            </p:nvSpPr>
            <p:spPr>
              <a:xfrm>
                <a:off x="1778000" y="5656899"/>
                <a:ext cx="986969" cy="261610"/>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Ceral</a:t>
                </a:r>
                <a:br>
                  <a:rPr kumimoji="0" lang="en-US" sz="9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br>
                <a:r>
                  <a:rPr kumimoji="0" lang="en-US" sz="8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(2011)</a:t>
                </a:r>
                <a:endParaRPr kumimoji="0" lang="ru-RU" sz="8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65" name="TextBox 64">
                <a:extLst>
                  <a:ext uri="{FF2B5EF4-FFF2-40B4-BE49-F238E27FC236}">
                    <a16:creationId xmlns:a16="http://schemas.microsoft.com/office/drawing/2014/main" id="{7263877C-AE7F-910E-3506-A282A0961D07}"/>
                  </a:ext>
                </a:extLst>
              </p:cNvPr>
              <p:cNvSpPr txBox="1"/>
              <p:nvPr/>
            </p:nvSpPr>
            <p:spPr>
              <a:xfrm>
                <a:off x="2770778" y="5656899"/>
                <a:ext cx="986969" cy="261610"/>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Jung</a:t>
                </a:r>
                <a:br>
                  <a:rPr kumimoji="0" lang="en-US" sz="9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br>
                <a:r>
                  <a:rPr kumimoji="0" lang="en-US" sz="8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(2013)</a:t>
                </a:r>
                <a:endParaRPr kumimoji="0" lang="ru-RU" sz="8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66" name="TextBox 65">
                <a:extLst>
                  <a:ext uri="{FF2B5EF4-FFF2-40B4-BE49-F238E27FC236}">
                    <a16:creationId xmlns:a16="http://schemas.microsoft.com/office/drawing/2014/main" id="{78334D67-9946-E0B1-15C8-92BD21995F0E}"/>
                  </a:ext>
                </a:extLst>
              </p:cNvPr>
              <p:cNvSpPr txBox="1"/>
              <p:nvPr/>
            </p:nvSpPr>
            <p:spPr>
              <a:xfrm>
                <a:off x="3767909" y="5656899"/>
                <a:ext cx="986969" cy="261610"/>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Strauch</a:t>
                </a:r>
                <a:br>
                  <a:rPr kumimoji="0" lang="en-US" sz="9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br>
                <a:r>
                  <a:rPr kumimoji="0" lang="en-US" sz="8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(2013)</a:t>
                </a:r>
                <a:endParaRPr kumimoji="0" lang="ru-RU" sz="8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67" name="TextBox 66">
                <a:extLst>
                  <a:ext uri="{FF2B5EF4-FFF2-40B4-BE49-F238E27FC236}">
                    <a16:creationId xmlns:a16="http://schemas.microsoft.com/office/drawing/2014/main" id="{398D3626-2B44-7162-89B7-FEB599513725}"/>
                  </a:ext>
                </a:extLst>
              </p:cNvPr>
              <p:cNvSpPr txBox="1"/>
              <p:nvPr/>
            </p:nvSpPr>
            <p:spPr>
              <a:xfrm>
                <a:off x="4754878" y="5656899"/>
                <a:ext cx="986969" cy="261610"/>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Tomaszewski</a:t>
                </a:r>
                <a:br>
                  <a:rPr kumimoji="0" lang="en-US" sz="9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br>
                <a:r>
                  <a:rPr kumimoji="0" lang="en-US" sz="8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(2014)</a:t>
                </a:r>
                <a:endParaRPr kumimoji="0" lang="ru-RU" sz="8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68" name="TextBox 67">
                <a:extLst>
                  <a:ext uri="{FF2B5EF4-FFF2-40B4-BE49-F238E27FC236}">
                    <a16:creationId xmlns:a16="http://schemas.microsoft.com/office/drawing/2014/main" id="{E7622CB4-D1B7-2FBC-4AB7-8AB58C448258}"/>
                  </a:ext>
                </a:extLst>
              </p:cNvPr>
              <p:cNvSpPr txBox="1"/>
              <p:nvPr/>
            </p:nvSpPr>
            <p:spPr>
              <a:xfrm>
                <a:off x="5722983" y="5656899"/>
                <a:ext cx="986969" cy="261610"/>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Brinker</a:t>
                </a:r>
                <a:br>
                  <a:rPr kumimoji="0" lang="en-US" sz="9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br>
                <a:r>
                  <a:rPr kumimoji="0" lang="en-US" sz="8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(2014)</a:t>
                </a:r>
                <a:endParaRPr kumimoji="0" lang="ru-RU" sz="8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69" name="TextBox 68">
                <a:extLst>
                  <a:ext uri="{FF2B5EF4-FFF2-40B4-BE49-F238E27FC236}">
                    <a16:creationId xmlns:a16="http://schemas.microsoft.com/office/drawing/2014/main" id="{1AF9C044-4CA4-B5FA-7BD2-CC77200A6B75}"/>
                  </a:ext>
                </a:extLst>
              </p:cNvPr>
              <p:cNvSpPr txBox="1"/>
              <p:nvPr/>
            </p:nvSpPr>
            <p:spPr>
              <a:xfrm>
                <a:off x="6693988" y="5656899"/>
                <a:ext cx="986969" cy="261610"/>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Ewen</a:t>
                </a:r>
                <a:br>
                  <a:rPr kumimoji="0" lang="en-US" sz="9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br>
                <a:r>
                  <a:rPr kumimoji="0" lang="en-US" sz="8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(2014)</a:t>
                </a:r>
                <a:endParaRPr kumimoji="0" lang="ru-RU" sz="8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70" name="TextBox 69">
                <a:extLst>
                  <a:ext uri="{FF2B5EF4-FFF2-40B4-BE49-F238E27FC236}">
                    <a16:creationId xmlns:a16="http://schemas.microsoft.com/office/drawing/2014/main" id="{A014B7E8-CA4F-D63D-D1D7-B959DAE18567}"/>
                  </a:ext>
                </a:extLst>
              </p:cNvPr>
              <p:cNvSpPr txBox="1"/>
              <p:nvPr/>
            </p:nvSpPr>
            <p:spPr>
              <a:xfrm>
                <a:off x="7677595" y="5656899"/>
                <a:ext cx="986969" cy="261610"/>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Patel</a:t>
                </a:r>
                <a:br>
                  <a:rPr kumimoji="0" lang="en-US" sz="9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br>
                <a:r>
                  <a:rPr kumimoji="0" lang="en-US" sz="8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(2015)</a:t>
                </a:r>
                <a:endParaRPr kumimoji="0" lang="ru-RU" sz="8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71" name="TextBox 70">
                <a:extLst>
                  <a:ext uri="{FF2B5EF4-FFF2-40B4-BE49-F238E27FC236}">
                    <a16:creationId xmlns:a16="http://schemas.microsoft.com/office/drawing/2014/main" id="{4F1D006F-56EE-680C-1655-9E5036454B97}"/>
                  </a:ext>
                </a:extLst>
              </p:cNvPr>
              <p:cNvSpPr txBox="1"/>
              <p:nvPr/>
            </p:nvSpPr>
            <p:spPr>
              <a:xfrm>
                <a:off x="8618582" y="5656899"/>
                <a:ext cx="986969" cy="261610"/>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Hamdidouche</a:t>
                </a:r>
                <a:br>
                  <a:rPr kumimoji="0" lang="en-US" sz="9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br>
                <a:r>
                  <a:rPr kumimoji="0" lang="en-US" sz="8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(2015)</a:t>
                </a:r>
                <a:endParaRPr kumimoji="0" lang="ru-RU" sz="8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72" name="TextBox 71">
                <a:extLst>
                  <a:ext uri="{FF2B5EF4-FFF2-40B4-BE49-F238E27FC236}">
                    <a16:creationId xmlns:a16="http://schemas.microsoft.com/office/drawing/2014/main" id="{B80A6894-8606-2144-29C0-1DAA79BA3AAF}"/>
                  </a:ext>
                </a:extLst>
              </p:cNvPr>
              <p:cNvSpPr txBox="1"/>
              <p:nvPr/>
            </p:nvSpPr>
            <p:spPr>
              <a:xfrm>
                <a:off x="9632045" y="5656899"/>
                <a:ext cx="986969" cy="261610"/>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Schmieder</a:t>
                </a:r>
                <a:br>
                  <a:rPr kumimoji="0" lang="en-US" sz="9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br>
                <a:r>
                  <a:rPr kumimoji="0" lang="en-US" sz="8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(2016)</a:t>
                </a:r>
                <a:endParaRPr kumimoji="0" lang="ru-RU" sz="8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sp>
          <p:nvSpPr>
            <p:cNvPr id="73" name="TextBox 72">
              <a:extLst>
                <a:ext uri="{FF2B5EF4-FFF2-40B4-BE49-F238E27FC236}">
                  <a16:creationId xmlns:a16="http://schemas.microsoft.com/office/drawing/2014/main" id="{BEC7D75C-7881-5E94-1448-1F94210E65E8}"/>
                </a:ext>
              </a:extLst>
            </p:cNvPr>
            <p:cNvSpPr txBox="1"/>
            <p:nvPr/>
          </p:nvSpPr>
          <p:spPr>
            <a:xfrm>
              <a:off x="1090386" y="1744804"/>
              <a:ext cx="555396" cy="161583"/>
            </a:xfrm>
            <a:prstGeom prst="rect">
              <a:avLst/>
            </a:prstGeom>
            <a:noFill/>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70%</a:t>
              </a:r>
              <a:endParaRPr kumimoji="0" lang="ru-RU" sz="105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74" name="TextBox 73">
              <a:extLst>
                <a:ext uri="{FF2B5EF4-FFF2-40B4-BE49-F238E27FC236}">
                  <a16:creationId xmlns:a16="http://schemas.microsoft.com/office/drawing/2014/main" id="{8F255C1A-2504-CEA0-1E7F-E342A037FC30}"/>
                </a:ext>
              </a:extLst>
            </p:cNvPr>
            <p:cNvSpPr txBox="1"/>
            <p:nvPr/>
          </p:nvSpPr>
          <p:spPr>
            <a:xfrm>
              <a:off x="1090386" y="2264597"/>
              <a:ext cx="555396" cy="161583"/>
            </a:xfrm>
            <a:prstGeom prst="rect">
              <a:avLst/>
            </a:prstGeom>
            <a:noFill/>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60%</a:t>
              </a:r>
              <a:endParaRPr kumimoji="0" lang="ru-RU" sz="105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75" name="TextBox 74">
              <a:extLst>
                <a:ext uri="{FF2B5EF4-FFF2-40B4-BE49-F238E27FC236}">
                  <a16:creationId xmlns:a16="http://schemas.microsoft.com/office/drawing/2014/main" id="{D6B0B593-D954-9916-8815-24C952183341}"/>
                </a:ext>
              </a:extLst>
            </p:cNvPr>
            <p:cNvSpPr txBox="1"/>
            <p:nvPr/>
          </p:nvSpPr>
          <p:spPr>
            <a:xfrm>
              <a:off x="1090386" y="2789832"/>
              <a:ext cx="555396" cy="161583"/>
            </a:xfrm>
            <a:prstGeom prst="rect">
              <a:avLst/>
            </a:prstGeom>
            <a:noFill/>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50%</a:t>
              </a:r>
              <a:endParaRPr kumimoji="0" lang="ru-RU" sz="105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76" name="TextBox 75">
              <a:extLst>
                <a:ext uri="{FF2B5EF4-FFF2-40B4-BE49-F238E27FC236}">
                  <a16:creationId xmlns:a16="http://schemas.microsoft.com/office/drawing/2014/main" id="{4A099AC3-6358-824A-9C82-32343046573E}"/>
                </a:ext>
              </a:extLst>
            </p:cNvPr>
            <p:cNvSpPr txBox="1"/>
            <p:nvPr/>
          </p:nvSpPr>
          <p:spPr>
            <a:xfrm>
              <a:off x="1090386" y="3312346"/>
              <a:ext cx="555396" cy="161583"/>
            </a:xfrm>
            <a:prstGeom prst="rect">
              <a:avLst/>
            </a:prstGeom>
            <a:noFill/>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40%</a:t>
              </a:r>
              <a:endParaRPr kumimoji="0" lang="ru-RU" sz="105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77" name="TextBox 76">
              <a:extLst>
                <a:ext uri="{FF2B5EF4-FFF2-40B4-BE49-F238E27FC236}">
                  <a16:creationId xmlns:a16="http://schemas.microsoft.com/office/drawing/2014/main" id="{3D404D44-6D01-1B01-2298-CF3569C45283}"/>
                </a:ext>
              </a:extLst>
            </p:cNvPr>
            <p:cNvSpPr txBox="1"/>
            <p:nvPr/>
          </p:nvSpPr>
          <p:spPr>
            <a:xfrm>
              <a:off x="1090386" y="3859353"/>
              <a:ext cx="555396" cy="161583"/>
            </a:xfrm>
            <a:prstGeom prst="rect">
              <a:avLst/>
            </a:prstGeom>
            <a:noFill/>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30%</a:t>
              </a:r>
              <a:endParaRPr kumimoji="0" lang="ru-RU" sz="105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78" name="TextBox 77">
              <a:extLst>
                <a:ext uri="{FF2B5EF4-FFF2-40B4-BE49-F238E27FC236}">
                  <a16:creationId xmlns:a16="http://schemas.microsoft.com/office/drawing/2014/main" id="{09CD1F9C-6F34-BF73-2439-80EB5B891B0F}"/>
                </a:ext>
              </a:extLst>
            </p:cNvPr>
            <p:cNvSpPr txBox="1"/>
            <p:nvPr/>
          </p:nvSpPr>
          <p:spPr>
            <a:xfrm>
              <a:off x="1090386" y="4390031"/>
              <a:ext cx="555396" cy="161583"/>
            </a:xfrm>
            <a:prstGeom prst="rect">
              <a:avLst/>
            </a:prstGeom>
            <a:noFill/>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20%</a:t>
              </a:r>
              <a:endParaRPr kumimoji="0" lang="ru-RU" sz="105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79" name="TextBox 78">
              <a:extLst>
                <a:ext uri="{FF2B5EF4-FFF2-40B4-BE49-F238E27FC236}">
                  <a16:creationId xmlns:a16="http://schemas.microsoft.com/office/drawing/2014/main" id="{9F11B576-338E-A6AF-F88E-2D7ECE8C995D}"/>
                </a:ext>
              </a:extLst>
            </p:cNvPr>
            <p:cNvSpPr txBox="1"/>
            <p:nvPr/>
          </p:nvSpPr>
          <p:spPr>
            <a:xfrm>
              <a:off x="1090386" y="4923431"/>
              <a:ext cx="555396" cy="161583"/>
            </a:xfrm>
            <a:prstGeom prst="rect">
              <a:avLst/>
            </a:prstGeom>
            <a:noFill/>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10%</a:t>
              </a:r>
              <a:endParaRPr kumimoji="0" lang="ru-RU" sz="105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80" name="TextBox 79">
              <a:extLst>
                <a:ext uri="{FF2B5EF4-FFF2-40B4-BE49-F238E27FC236}">
                  <a16:creationId xmlns:a16="http://schemas.microsoft.com/office/drawing/2014/main" id="{DF543FC4-ACA6-A1FA-F5FE-8C96BDE1B19C}"/>
                </a:ext>
              </a:extLst>
            </p:cNvPr>
            <p:cNvSpPr txBox="1"/>
            <p:nvPr/>
          </p:nvSpPr>
          <p:spPr>
            <a:xfrm>
              <a:off x="1090386" y="5481324"/>
              <a:ext cx="555396" cy="161583"/>
            </a:xfrm>
            <a:prstGeom prst="rect">
              <a:avLst/>
            </a:prstGeom>
            <a:noFill/>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0%</a:t>
              </a:r>
              <a:endParaRPr kumimoji="0" lang="ru-RU" sz="105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cxnSp>
          <p:nvCxnSpPr>
            <p:cNvPr id="91" name="Прямая соединительная линия 90">
              <a:extLst>
                <a:ext uri="{FF2B5EF4-FFF2-40B4-BE49-F238E27FC236}">
                  <a16:creationId xmlns:a16="http://schemas.microsoft.com/office/drawing/2014/main" id="{03D41497-7AAB-BF22-CC91-CDF9163BD602}"/>
                </a:ext>
              </a:extLst>
            </p:cNvPr>
            <p:cNvCxnSpPr/>
            <p:nvPr/>
          </p:nvCxnSpPr>
          <p:spPr>
            <a:xfrm>
              <a:off x="1727200" y="1788521"/>
              <a:ext cx="8891814" cy="0"/>
            </a:xfrm>
            <a:prstGeom prst="line">
              <a:avLst/>
            </a:prstGeom>
            <a:ln w="9525">
              <a:solidFill>
                <a:schemeClr val="bg1">
                  <a:lumMod val="75000"/>
                </a:schemeClr>
              </a:solidFill>
              <a:tailEnd type="none"/>
            </a:ln>
          </p:spPr>
          <p:style>
            <a:lnRef idx="1">
              <a:schemeClr val="accent1"/>
            </a:lnRef>
            <a:fillRef idx="0">
              <a:schemeClr val="accent1"/>
            </a:fillRef>
            <a:effectRef idx="0">
              <a:schemeClr val="accent1"/>
            </a:effectRef>
            <a:fontRef idx="minor">
              <a:schemeClr val="tx1"/>
            </a:fontRef>
          </p:style>
        </p:cxnSp>
      </p:grpSp>
      <p:cxnSp>
        <p:nvCxnSpPr>
          <p:cNvPr id="94" name="Straight Arrow Connector 10">
            <a:extLst>
              <a:ext uri="{FF2B5EF4-FFF2-40B4-BE49-F238E27FC236}">
                <a16:creationId xmlns:a16="http://schemas.microsoft.com/office/drawing/2014/main" id="{7C428102-C918-E931-B673-A42DDE007A75}"/>
              </a:ext>
            </a:extLst>
          </p:cNvPr>
          <p:cNvCxnSpPr>
            <a:cxnSpLocks/>
          </p:cNvCxnSpPr>
          <p:nvPr/>
        </p:nvCxnSpPr>
        <p:spPr>
          <a:xfrm>
            <a:off x="1778000" y="3340212"/>
            <a:ext cx="8841014" cy="0"/>
          </a:xfrm>
          <a:prstGeom prst="straightConnector1">
            <a:avLst/>
          </a:prstGeom>
          <a:ln w="412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11">
            <a:extLst>
              <a:ext uri="{FF2B5EF4-FFF2-40B4-BE49-F238E27FC236}">
                <a16:creationId xmlns:a16="http://schemas.microsoft.com/office/drawing/2014/main" id="{5E18514C-BF1C-799B-2CBB-272CE320C31D}"/>
              </a:ext>
            </a:extLst>
          </p:cNvPr>
          <p:cNvCxnSpPr>
            <a:cxnSpLocks/>
          </p:cNvCxnSpPr>
          <p:nvPr/>
        </p:nvCxnSpPr>
        <p:spPr>
          <a:xfrm>
            <a:off x="1778000" y="4619276"/>
            <a:ext cx="8879002" cy="0"/>
          </a:xfrm>
          <a:prstGeom prst="straightConnector1">
            <a:avLst/>
          </a:prstGeom>
          <a:ln w="41275">
            <a:solidFill>
              <a:srgbClr val="E61E50"/>
            </a:solidFill>
            <a:tailEnd type="triangle"/>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D1C7C6E6-B230-8754-B0B4-310286CD385B}"/>
              </a:ext>
            </a:extLst>
          </p:cNvPr>
          <p:cNvSpPr txBox="1">
            <a:spLocks/>
          </p:cNvSpPr>
          <p:nvPr/>
        </p:nvSpPr>
        <p:spPr>
          <a:xfrm>
            <a:off x="886509" y="554865"/>
            <a:ext cx="10909300" cy="1019502"/>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en-US" sz="2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Доля</a:t>
            </a:r>
            <a:r>
              <a:rPr kumimoji="0" lang="en-US" sz="2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a:t>
            </a:r>
            <a:r>
              <a:rPr kumimoji="0" lang="en-US" sz="2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плохой</a:t>
            </a:r>
            <a:r>
              <a:rPr kumimoji="0" lang="en-US" sz="2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a:t>
            </a:r>
            <a:r>
              <a:rPr kumimoji="0" lang="en-US" sz="2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приверженности</a:t>
            </a:r>
            <a:r>
              <a:rPr kumimoji="0" lang="en-US" sz="2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a:t>
            </a:r>
            <a:r>
              <a:rPr kumimoji="0" lang="en-US" sz="2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или</a:t>
            </a:r>
            <a:r>
              <a:rPr kumimoji="0" lang="en-US" sz="2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a:t>
            </a:r>
            <a:r>
              <a:rPr kumimoji="0" lang="en-US" sz="2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неприверженности</a:t>
            </a:r>
            <a:r>
              <a:rPr kumimoji="0" lang="en-US" sz="2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a:t>
            </a:r>
            <a:br>
              <a:rPr kumimoji="0" lang="ru-RU" sz="2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br>
            <a:r>
              <a:rPr kumimoji="0" lang="en-US" sz="2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по</a:t>
            </a:r>
            <a:r>
              <a:rPr kumimoji="0" lang="en-US" sz="2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a:t>
            </a:r>
            <a:r>
              <a:rPr kumimoji="0" lang="en-US" sz="2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данным</a:t>
            </a:r>
            <a:r>
              <a:rPr kumimoji="0" lang="en-US" sz="2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a:t>
            </a:r>
            <a:r>
              <a:rPr kumimoji="0" lang="en-US" sz="2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лекарственного</a:t>
            </a:r>
            <a:r>
              <a:rPr kumimoji="0" lang="en-US" sz="2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a:t>
            </a:r>
            <a:r>
              <a:rPr kumimoji="0" lang="en-US" sz="2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мониторинга</a:t>
            </a:r>
            <a:r>
              <a:rPr kumimoji="0" lang="en-US" sz="2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в </a:t>
            </a:r>
            <a:r>
              <a:rPr kumimoji="0" lang="en-US" sz="2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различных</a:t>
            </a:r>
            <a:r>
              <a:rPr kumimoji="0" lang="en-US" sz="2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a:t>
            </a:r>
            <a:r>
              <a:rPr kumimoji="0" lang="en-US" sz="2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когортах</a:t>
            </a:r>
            <a:r>
              <a:rPr kumimoji="0" lang="en-US" sz="2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a:t>
            </a:r>
            <a:r>
              <a:rPr kumimoji="0" lang="en-US" sz="2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пациентов</a:t>
            </a:r>
            <a:r>
              <a:rPr kumimoji="0" lang="en-US" sz="2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с </a:t>
            </a:r>
            <a:r>
              <a:rPr kumimoji="0" lang="en-US" sz="2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резистентной</a:t>
            </a:r>
            <a:r>
              <a:rPr kumimoji="0" lang="ru-RU" sz="2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a:t>
            </a:r>
            <a:r>
              <a:rPr kumimoji="0" lang="en-US" sz="2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гипертензией</a:t>
            </a:r>
            <a:endParaRPr kumimoji="0" lang="en-US" sz="2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endParaRPr>
          </a:p>
        </p:txBody>
      </p:sp>
    </p:spTree>
    <p:extLst>
      <p:ext uri="{BB962C8B-B14F-4D97-AF65-F5344CB8AC3E}">
        <p14:creationId xmlns:p14="http://schemas.microsoft.com/office/powerpoint/2010/main" val="576212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4"/>
                                        </p:tgtEl>
                                        <p:attrNameLst>
                                          <p:attrName>style.visibility</p:attrName>
                                        </p:attrNameLst>
                                      </p:cBhvr>
                                      <p:to>
                                        <p:strVal val="visible"/>
                                      </p:to>
                                    </p:set>
                                    <p:anim calcmode="lin" valueType="num">
                                      <p:cBhvr additive="base">
                                        <p:cTn id="7" dur="1000" fill="hold"/>
                                        <p:tgtEl>
                                          <p:spTgt spid="94"/>
                                        </p:tgtEl>
                                        <p:attrNameLst>
                                          <p:attrName>ppt_x</p:attrName>
                                        </p:attrNameLst>
                                      </p:cBhvr>
                                      <p:tavLst>
                                        <p:tav tm="0">
                                          <p:val>
                                            <p:strVal val="0-#ppt_w/2"/>
                                          </p:val>
                                        </p:tav>
                                        <p:tav tm="100000">
                                          <p:val>
                                            <p:strVal val="#ppt_x"/>
                                          </p:val>
                                        </p:tav>
                                      </p:tavLst>
                                    </p:anim>
                                    <p:anim calcmode="lin" valueType="num">
                                      <p:cBhvr additive="base">
                                        <p:cTn id="8" dur="1000" fill="hold"/>
                                        <p:tgtEl>
                                          <p:spTgt spid="9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95"/>
                                        </p:tgtEl>
                                        <p:attrNameLst>
                                          <p:attrName>style.visibility</p:attrName>
                                        </p:attrNameLst>
                                      </p:cBhvr>
                                      <p:to>
                                        <p:strVal val="visible"/>
                                      </p:to>
                                    </p:set>
                                    <p:anim calcmode="lin" valueType="num">
                                      <p:cBhvr additive="base">
                                        <p:cTn id="13" dur="1000" fill="hold"/>
                                        <p:tgtEl>
                                          <p:spTgt spid="95"/>
                                        </p:tgtEl>
                                        <p:attrNameLst>
                                          <p:attrName>ppt_x</p:attrName>
                                        </p:attrNameLst>
                                      </p:cBhvr>
                                      <p:tavLst>
                                        <p:tav tm="0">
                                          <p:val>
                                            <p:strVal val="0-#ppt_w/2"/>
                                          </p:val>
                                        </p:tav>
                                        <p:tav tm="100000">
                                          <p:val>
                                            <p:strVal val="#ppt_x"/>
                                          </p:val>
                                        </p:tav>
                                      </p:tavLst>
                                    </p:anim>
                                    <p:anim calcmode="lin" valueType="num">
                                      <p:cBhvr additive="base">
                                        <p:cTn id="14" dur="1000" fill="hold"/>
                                        <p:tgtEl>
                                          <p:spTgt spid="9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731C9-4AF1-3EEA-003C-FE8AC4B6D318}"/>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50C0A126-3228-7163-EAD6-9B5966563FAC}"/>
              </a:ext>
            </a:extLst>
          </p:cNvPr>
          <p:cNvSpPr txBox="1"/>
          <p:nvPr/>
        </p:nvSpPr>
        <p:spPr>
          <a:xfrm>
            <a:off x="1211766" y="2521059"/>
            <a:ext cx="9768468" cy="138499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2800" b="1" i="0" u="none" strike="noStrike" kern="1200" cap="none" spc="0" normalizeH="0" baseline="0" noProof="0" dirty="0">
                <a:ln>
                  <a:noFill/>
                </a:ln>
                <a:solidFill>
                  <a:prstClr val="black"/>
                </a:solidFill>
                <a:effectLst/>
                <a:uLnTx/>
                <a:uFillTx/>
                <a:latin typeface="Calibri" panose="020F0502020204030204"/>
                <a:ea typeface="+mn-ea"/>
                <a:cs typeface="+mn-cs"/>
              </a:rPr>
              <a:t>Фиксированные комбинации улучшают приверженность, контроль АД и снижают сердечно-сосудистые события по сравнению с </a:t>
            </a:r>
            <a:r>
              <a:rPr kumimoji="0" lang="ru-RU" sz="2800" b="1" i="0" u="none" strike="noStrike" kern="1200" cap="none" spc="0" normalizeH="0" baseline="0" noProof="0" dirty="0" err="1">
                <a:ln>
                  <a:noFill/>
                </a:ln>
                <a:solidFill>
                  <a:prstClr val="black"/>
                </a:solidFill>
                <a:effectLst/>
                <a:uLnTx/>
                <a:uFillTx/>
                <a:latin typeface="Calibri" panose="020F0502020204030204"/>
                <a:ea typeface="+mn-ea"/>
                <a:cs typeface="+mn-cs"/>
              </a:rPr>
              <a:t>монотерапией</a:t>
            </a:r>
            <a:endParaRPr kumimoji="0" lang="ru-RU"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Rectangle: Diagonal Corners Snipped 1">
            <a:extLst>
              <a:ext uri="{FF2B5EF4-FFF2-40B4-BE49-F238E27FC236}">
                <a16:creationId xmlns:a16="http://schemas.microsoft.com/office/drawing/2014/main" id="{18A7C252-0D7A-EB0B-54F6-B284669CB04D}"/>
              </a:ext>
            </a:extLst>
          </p:cNvPr>
          <p:cNvSpPr/>
          <p:nvPr/>
        </p:nvSpPr>
        <p:spPr>
          <a:xfrm>
            <a:off x="135265" y="54164"/>
            <a:ext cx="3220999" cy="400614"/>
          </a:xfrm>
          <a:prstGeom prst="snip2Diag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b="1" i="1" dirty="0">
                <a:latin typeface="Verdana" panose="020B0604030504040204" pitchFamily="34" charset="0"/>
                <a:ea typeface="Verdana" panose="020B0604030504040204" pitchFamily="34" charset="0"/>
              </a:rPr>
              <a:t>Главное из блока</a:t>
            </a:r>
          </a:p>
        </p:txBody>
      </p:sp>
    </p:spTree>
    <p:extLst>
      <p:ext uri="{BB962C8B-B14F-4D97-AF65-F5344CB8AC3E}">
        <p14:creationId xmlns:p14="http://schemas.microsoft.com/office/powerpoint/2010/main" val="137796007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087C9-A9E1-6FF1-D81D-B0C489A2738E}"/>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B95F8CB1-BE81-4D35-3027-779FCCE17DF2}"/>
              </a:ext>
            </a:extLst>
          </p:cNvPr>
          <p:cNvSpPr>
            <a:spLocks noGrp="1"/>
          </p:cNvSpPr>
          <p:nvPr>
            <p:ph type="title"/>
          </p:nvPr>
        </p:nvSpPr>
        <p:spPr bwMode="gray">
          <a:xfrm>
            <a:off x="5951538" y="2063192"/>
            <a:ext cx="5617070" cy="1365808"/>
          </a:xfrm>
        </p:spPr>
        <p:txBody>
          <a:bodyPr/>
          <a:lstStyle/>
          <a:p>
            <a:r>
              <a:rPr lang="ru-RU" sz="4000" b="1" dirty="0" err="1">
                <a:latin typeface="Arial (Headings)"/>
              </a:rPr>
              <a:t>Конкор</a:t>
            </a:r>
            <a:r>
              <a:rPr lang="ru-RU" sz="4000" b="1" dirty="0">
                <a:latin typeface="Arial (Headings)"/>
              </a:rPr>
              <a:t>® АМ </a:t>
            </a:r>
            <a:r>
              <a:rPr lang="ru-RU" sz="4000" b="1" dirty="0" err="1">
                <a:latin typeface="Arial (Headings)"/>
              </a:rPr>
              <a:t>vs</a:t>
            </a:r>
            <a:r>
              <a:rPr lang="ru-RU" sz="4000" b="1" dirty="0">
                <a:latin typeface="Arial (Headings)"/>
              </a:rPr>
              <a:t> свободная комбинация: что показывают данные реальной практики</a:t>
            </a:r>
          </a:p>
        </p:txBody>
      </p:sp>
      <p:sp>
        <p:nvSpPr>
          <p:cNvPr id="2" name="TextBox 1">
            <a:extLst>
              <a:ext uri="{FF2B5EF4-FFF2-40B4-BE49-F238E27FC236}">
                <a16:creationId xmlns:a16="http://schemas.microsoft.com/office/drawing/2014/main" id="{DB6D3322-37CB-A3DF-8264-C1BDB2A89012}"/>
              </a:ext>
            </a:extLst>
          </p:cNvPr>
          <p:cNvSpPr txBox="1"/>
          <p:nvPr/>
        </p:nvSpPr>
        <p:spPr>
          <a:xfrm>
            <a:off x="1822287" y="166693"/>
            <a:ext cx="8321174"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err="1">
                <a:ln>
                  <a:noFill/>
                </a:ln>
                <a:solidFill>
                  <a:prstClr val="black"/>
                </a:solidFill>
                <a:effectLst/>
                <a:uLnTx/>
                <a:uFillTx/>
                <a:latin typeface="Calibri" panose="020F0502020204030204"/>
                <a:ea typeface="+mn-ea"/>
                <a:cs typeface="+mn-cs"/>
              </a:rPr>
              <a:t>Конкор</a:t>
            </a:r>
            <a:r>
              <a:rPr kumimoji="0" lang="ru-RU" sz="800" b="0" i="0" u="none" strike="noStrike" kern="1200" cap="none" spc="0" normalizeH="0" baseline="0" noProof="0" dirty="0">
                <a:ln>
                  <a:noFill/>
                </a:ln>
                <a:solidFill>
                  <a:prstClr val="black"/>
                </a:solidFill>
                <a:effectLst/>
                <a:uLnTx/>
                <a:uFillTx/>
                <a:latin typeface="Calibri" panose="020F0502020204030204"/>
                <a:ea typeface="+mn-ea"/>
                <a:cs typeface="+mn-cs"/>
              </a:rPr>
              <a:t>® АМ зарегистрирован для лечения артериальной гипертензии. Представленные данные применимы для пациентов с артериальной гипертензией и сопутствующей ИБС</a:t>
            </a:r>
          </a:p>
        </p:txBody>
      </p:sp>
    </p:spTree>
    <p:custDataLst>
      <p:tags r:id="rId1"/>
    </p:custDataLst>
    <p:extLst>
      <p:ext uri="{BB962C8B-B14F-4D97-AF65-F5344CB8AC3E}">
        <p14:creationId xmlns:p14="http://schemas.microsoft.com/office/powerpoint/2010/main" val="1087498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Объект 9">
            <a:extLst>
              <a:ext uri="{FF2B5EF4-FFF2-40B4-BE49-F238E27FC236}">
                <a16:creationId xmlns:a16="http://schemas.microsoft.com/office/drawing/2014/main" id="{6A34EECB-5DC6-23B4-1247-E081090982C9}"/>
              </a:ext>
            </a:extLst>
          </p:cNvPr>
          <p:cNvSpPr>
            <a:spLocks noGrp="1"/>
          </p:cNvSpPr>
          <p:nvPr>
            <p:ph idx="4294967295"/>
          </p:nvPr>
        </p:nvSpPr>
        <p:spPr>
          <a:xfrm>
            <a:off x="924971" y="6467724"/>
            <a:ext cx="4017143" cy="254184"/>
          </a:xfrm>
        </p:spPr>
        <p:txBody>
          <a:bodyPr>
            <a:noAutofit/>
          </a:bodyPr>
          <a:lstStyle/>
          <a:p>
            <a:pPr marL="0" indent="0">
              <a:lnSpc>
                <a:spcPct val="100000"/>
              </a:lnSpc>
              <a:spcBef>
                <a:spcPts val="300"/>
              </a:spcBef>
              <a:buNone/>
            </a:pPr>
            <a:r>
              <a:rPr lang="en-US" sz="800" b="1" dirty="0">
                <a:solidFill>
                  <a:srgbClr val="323F48"/>
                </a:solidFill>
                <a:latin typeface="Calibri" panose="020F0502020204030204" pitchFamily="34" charset="0"/>
                <a:cs typeface="Calibri" panose="020F0502020204030204" pitchFamily="34" charset="0"/>
              </a:rPr>
              <a:t>1. </a:t>
            </a:r>
            <a:r>
              <a:rPr lang="en-US" sz="800" dirty="0" err="1">
                <a:solidFill>
                  <a:srgbClr val="323F48"/>
                </a:solidFill>
                <a:latin typeface="Calibri" panose="020F0502020204030204" pitchFamily="34" charset="0"/>
                <a:cs typeface="Calibri" panose="020F0502020204030204" pitchFamily="34" charset="0"/>
              </a:rPr>
              <a:t>Czarnecka</a:t>
            </a:r>
            <a:r>
              <a:rPr lang="en-US" sz="800" dirty="0">
                <a:solidFill>
                  <a:srgbClr val="323F48"/>
                </a:solidFill>
                <a:latin typeface="Calibri" panose="020F0502020204030204" pitchFamily="34" charset="0"/>
                <a:cs typeface="Calibri" panose="020F0502020204030204" pitchFamily="34" charset="0"/>
              </a:rPr>
              <a:t> D, et al. </a:t>
            </a:r>
            <a:r>
              <a:rPr lang="en-US" sz="800" dirty="0" err="1">
                <a:solidFill>
                  <a:srgbClr val="323F48"/>
                </a:solidFill>
                <a:latin typeface="Calibri" panose="020F0502020204030204" pitchFamily="34" charset="0"/>
                <a:cs typeface="Calibri" panose="020F0502020204030204" pitchFamily="34" charset="0"/>
              </a:rPr>
              <a:t>Curr</a:t>
            </a:r>
            <a:r>
              <a:rPr lang="en-US" sz="800" dirty="0">
                <a:solidFill>
                  <a:srgbClr val="323F48"/>
                </a:solidFill>
                <a:latin typeface="Calibri" panose="020F0502020204030204" pitchFamily="34" charset="0"/>
                <a:cs typeface="Calibri" panose="020F0502020204030204" pitchFamily="34" charset="0"/>
              </a:rPr>
              <a:t> Med Res </a:t>
            </a:r>
            <a:r>
              <a:rPr lang="en-US" sz="800" dirty="0" err="1">
                <a:solidFill>
                  <a:srgbClr val="323F48"/>
                </a:solidFill>
                <a:latin typeface="Calibri" panose="020F0502020204030204" pitchFamily="34" charset="0"/>
                <a:cs typeface="Calibri" panose="020F0502020204030204" pitchFamily="34" charset="0"/>
              </a:rPr>
              <a:t>Opin</a:t>
            </a:r>
            <a:r>
              <a:rPr lang="en-US" sz="800" dirty="0">
                <a:solidFill>
                  <a:srgbClr val="323F48"/>
                </a:solidFill>
                <a:latin typeface="Calibri" panose="020F0502020204030204" pitchFamily="34" charset="0"/>
                <a:cs typeface="Calibri" panose="020F0502020204030204" pitchFamily="34" charset="0"/>
              </a:rPr>
              <a:t>. 2015;31(5):875-81</a:t>
            </a:r>
          </a:p>
        </p:txBody>
      </p:sp>
      <p:sp>
        <p:nvSpPr>
          <p:cNvPr id="11" name="Номер слайда 10">
            <a:extLst>
              <a:ext uri="{FF2B5EF4-FFF2-40B4-BE49-F238E27FC236}">
                <a16:creationId xmlns:a16="http://schemas.microsoft.com/office/drawing/2014/main" id="{CDEE4AA6-C1E2-115E-B78D-6EF6CCAD8459}"/>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66</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sp>
        <p:nvSpPr>
          <p:cNvPr id="15" name="Заголовок 8">
            <a:extLst>
              <a:ext uri="{FF2B5EF4-FFF2-40B4-BE49-F238E27FC236}">
                <a16:creationId xmlns:a16="http://schemas.microsoft.com/office/drawing/2014/main" id="{3B338CEA-B20C-C766-99D0-59749AF46E32}"/>
              </a:ext>
            </a:extLst>
          </p:cNvPr>
          <p:cNvSpPr txBox="1">
            <a:spLocks/>
          </p:cNvSpPr>
          <p:nvPr/>
        </p:nvSpPr>
        <p:spPr>
          <a:xfrm>
            <a:off x="911225" y="498475"/>
            <a:ext cx="10159546" cy="381091"/>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a:defRPr/>
            </a:pPr>
            <a:r>
              <a:rPr lang="ru-RU" sz="2000" dirty="0" err="1"/>
              <a:t>Конкор</a:t>
            </a:r>
            <a:r>
              <a:rPr lang="ru-RU" sz="2000" dirty="0"/>
              <a:t>® АМ − </a:t>
            </a:r>
            <a:r>
              <a:rPr kumimoji="0" lang="ru-RU"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высокая приверженность и предпочтение пациентов</a:t>
            </a:r>
          </a:p>
        </p:txBody>
      </p:sp>
      <p:grpSp>
        <p:nvGrpSpPr>
          <p:cNvPr id="2" name="Группа 1">
            <a:extLst>
              <a:ext uri="{FF2B5EF4-FFF2-40B4-BE49-F238E27FC236}">
                <a16:creationId xmlns:a16="http://schemas.microsoft.com/office/drawing/2014/main" id="{468BFFCF-3B84-7C03-4616-AF83260D9A63}"/>
              </a:ext>
            </a:extLst>
          </p:cNvPr>
          <p:cNvGrpSpPr/>
          <p:nvPr/>
        </p:nvGrpSpPr>
        <p:grpSpPr>
          <a:xfrm>
            <a:off x="6811559" y="1303004"/>
            <a:ext cx="4764139" cy="3963171"/>
            <a:chOff x="6811559" y="1303004"/>
            <a:chExt cx="4764139" cy="3963171"/>
          </a:xfrm>
        </p:grpSpPr>
        <p:pic>
          <p:nvPicPr>
            <p:cNvPr id="18" name="Рисунок 17" descr="Изображение выглядит как человек, мужчина, очки, стена&#10;&#10;Автоматически созданное описание">
              <a:extLst>
                <a:ext uri="{FF2B5EF4-FFF2-40B4-BE49-F238E27FC236}">
                  <a16:creationId xmlns:a16="http://schemas.microsoft.com/office/drawing/2014/main" id="{64B5EF0C-CED7-745B-3535-2E816BA4EDA8}"/>
                </a:ext>
              </a:extLst>
            </p:cNvPr>
            <p:cNvPicPr>
              <a:picLocks noChangeAspect="1"/>
            </p:cNvPicPr>
            <p:nvPr/>
          </p:nvPicPr>
          <p:blipFill rotWithShape="1">
            <a:blip r:embed="rId3">
              <a:extLst>
                <a:ext uri="{28A0092B-C50C-407E-A947-70E740481C1C}">
                  <a14:useLocalDpi xmlns:a14="http://schemas.microsoft.com/office/drawing/2010/main" val="0"/>
                </a:ext>
              </a:extLst>
            </a:blip>
            <a:srcRect l="18473" t="5525" r="22294" b="5669"/>
            <a:stretch/>
          </p:blipFill>
          <p:spPr>
            <a:xfrm>
              <a:off x="8733660" y="1303004"/>
              <a:ext cx="2435466" cy="2435466"/>
            </a:xfrm>
            <a:custGeom>
              <a:avLst/>
              <a:gdLst>
                <a:gd name="connsiteX0" fmla="*/ 1131230 w 2262460"/>
                <a:gd name="connsiteY0" fmla="*/ 0 h 2262460"/>
                <a:gd name="connsiteX1" fmla="*/ 2262460 w 2262460"/>
                <a:gd name="connsiteY1" fmla="*/ 1131230 h 2262460"/>
                <a:gd name="connsiteX2" fmla="*/ 1131230 w 2262460"/>
                <a:gd name="connsiteY2" fmla="*/ 2262460 h 2262460"/>
                <a:gd name="connsiteX3" fmla="*/ 690905 w 2262460"/>
                <a:gd name="connsiteY3" fmla="*/ 2173563 h 2262460"/>
                <a:gd name="connsiteX4" fmla="*/ 605854 w 2262460"/>
                <a:gd name="connsiteY4" fmla="*/ 2132592 h 2262460"/>
                <a:gd name="connsiteX5" fmla="*/ 251945 w 2262460"/>
                <a:gd name="connsiteY5" fmla="*/ 2243209 h 2262460"/>
                <a:gd name="connsiteX6" fmla="*/ 331858 w 2262460"/>
                <a:gd name="connsiteY6" fmla="*/ 1931611 h 2262460"/>
                <a:gd name="connsiteX7" fmla="*/ 331329 w 2262460"/>
                <a:gd name="connsiteY7" fmla="*/ 1931131 h 2262460"/>
                <a:gd name="connsiteX8" fmla="*/ 1 w 2262460"/>
                <a:gd name="connsiteY8" fmla="*/ 1131230 h 2262460"/>
                <a:gd name="connsiteX9" fmla="*/ 1131230 w 2262460"/>
                <a:gd name="connsiteY9" fmla="*/ 0 h 2262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62460" h="2262460">
                  <a:moveTo>
                    <a:pt x="1131230" y="0"/>
                  </a:moveTo>
                  <a:cubicBezTo>
                    <a:pt x="1755991" y="0"/>
                    <a:pt x="2262460" y="506469"/>
                    <a:pt x="2262460" y="1131230"/>
                  </a:cubicBezTo>
                  <a:cubicBezTo>
                    <a:pt x="2262460" y="1755991"/>
                    <a:pt x="1755991" y="2262460"/>
                    <a:pt x="1131230" y="2262460"/>
                  </a:cubicBezTo>
                  <a:cubicBezTo>
                    <a:pt x="975040" y="2262461"/>
                    <a:pt x="826244" y="2230806"/>
                    <a:pt x="690905" y="2173563"/>
                  </a:cubicBezTo>
                  <a:lnTo>
                    <a:pt x="605854" y="2132592"/>
                  </a:lnTo>
                  <a:lnTo>
                    <a:pt x="251945" y="2243209"/>
                  </a:lnTo>
                  <a:lnTo>
                    <a:pt x="331858" y="1931611"/>
                  </a:lnTo>
                  <a:lnTo>
                    <a:pt x="331329" y="1931131"/>
                  </a:lnTo>
                  <a:cubicBezTo>
                    <a:pt x="126617" y="1726418"/>
                    <a:pt x="0" y="1443611"/>
                    <a:pt x="1" y="1131230"/>
                  </a:cubicBezTo>
                  <a:cubicBezTo>
                    <a:pt x="0" y="506469"/>
                    <a:pt x="506469" y="1"/>
                    <a:pt x="1131230" y="0"/>
                  </a:cubicBezTo>
                  <a:close/>
                </a:path>
              </a:pathLst>
            </a:custGeom>
          </p:spPr>
        </p:pic>
        <p:sp>
          <p:nvSpPr>
            <p:cNvPr id="27" name="TextBox 26">
              <a:extLst>
                <a:ext uri="{FF2B5EF4-FFF2-40B4-BE49-F238E27FC236}">
                  <a16:creationId xmlns:a16="http://schemas.microsoft.com/office/drawing/2014/main" id="{243D1285-38FE-EAE2-663A-1B272E53113E}"/>
                </a:ext>
              </a:extLst>
            </p:cNvPr>
            <p:cNvSpPr txBox="1"/>
            <p:nvPr/>
          </p:nvSpPr>
          <p:spPr>
            <a:xfrm>
              <a:off x="6811559" y="3366852"/>
              <a:ext cx="3172580" cy="956941"/>
            </a:xfrm>
            <a:prstGeom prst="rect">
              <a:avLst/>
            </a:prstGeom>
            <a:noFill/>
          </p:spPr>
          <p:txBody>
            <a:bodyPr wrap="square">
              <a:spAutoFit/>
            </a:bodyPr>
            <a:lstStyle/>
            <a:p>
              <a:pPr marL="0" marR="0" lvl="0" indent="0" algn="ctr" defTabSz="914400" rtl="0" eaLnBrk="1" fontAlgn="auto" latinLnBrk="0" hangingPunct="1">
                <a:lnSpc>
                  <a:spcPct val="100000"/>
                </a:lnSpc>
                <a:spcBef>
                  <a:spcPts val="1200"/>
                </a:spcBef>
                <a:spcAft>
                  <a:spcPts val="600"/>
                </a:spcAft>
                <a:buClrTx/>
                <a:buSzTx/>
                <a:buFontTx/>
                <a:buNone/>
                <a:tabLst/>
                <a:defRPr/>
              </a:pPr>
              <a:r>
                <a:rPr kumimoji="0" lang="en-US" sz="28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a:t>
              </a:r>
              <a:r>
                <a:rPr kumimoji="0" lang="en-US" sz="60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97</a:t>
              </a:r>
              <a:r>
                <a:rPr kumimoji="0" lang="ru-RU" sz="3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a:t>
              </a:r>
              <a:endParaRPr kumimoji="0" lang="de-DE" sz="28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8" name="TextBox 27">
              <a:extLst>
                <a:ext uri="{FF2B5EF4-FFF2-40B4-BE49-F238E27FC236}">
                  <a16:creationId xmlns:a16="http://schemas.microsoft.com/office/drawing/2014/main" id="{27DD6CD3-5163-47BA-0960-54B6F402FE98}"/>
                </a:ext>
              </a:extLst>
            </p:cNvPr>
            <p:cNvSpPr txBox="1"/>
            <p:nvPr/>
          </p:nvSpPr>
          <p:spPr>
            <a:xfrm>
              <a:off x="7749558" y="4135245"/>
              <a:ext cx="3826140" cy="11309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6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пациентов заявили, </a:t>
              </a:r>
              <a:br>
                <a:rPr kumimoji="0" lang="ru-RU" sz="16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br>
              <a:r>
                <a:rPr kumimoji="0" lang="ru-RU" sz="16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что предпочли бы комбинацию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2000" b="1" i="0" u="none" strike="noStrike" kern="1200" cap="none" spc="0" normalizeH="0" baseline="0" noProof="0" dirty="0">
                  <a:ln>
                    <a:noFill/>
                  </a:ln>
                  <a:solidFill>
                    <a:srgbClr val="EC736A"/>
                  </a:solidFill>
                  <a:effectLst/>
                  <a:uLnTx/>
                  <a:uFillTx/>
                  <a:latin typeface="Verdana" panose="020B0604030504040204" pitchFamily="34" charset="0"/>
                  <a:ea typeface="Verdana" panose="020B0604030504040204" pitchFamily="34" charset="0"/>
                  <a:cs typeface="Calibri" panose="020F0502020204030204" pitchFamily="34" charset="0"/>
                </a:rPr>
                <a:t>С ФИКСИРОВАННОЙ ДОЗОЙ</a:t>
              </a:r>
              <a:endParaRPr kumimoji="0" lang="de-DE" sz="2000" b="1" i="0" u="none" strike="noStrike" kern="1200" cap="none" spc="0" normalizeH="0" baseline="0" noProof="0" dirty="0">
                <a:ln>
                  <a:noFill/>
                </a:ln>
                <a:solidFill>
                  <a:srgbClr val="EC736A"/>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grpSp>
        <p:nvGrpSpPr>
          <p:cNvPr id="3" name="Группа 2">
            <a:extLst>
              <a:ext uri="{FF2B5EF4-FFF2-40B4-BE49-F238E27FC236}">
                <a16:creationId xmlns:a16="http://schemas.microsoft.com/office/drawing/2014/main" id="{EC27390E-0AC6-25CD-271E-14B15859C4B9}"/>
              </a:ext>
            </a:extLst>
          </p:cNvPr>
          <p:cNvGrpSpPr/>
          <p:nvPr/>
        </p:nvGrpSpPr>
        <p:grpSpPr>
          <a:xfrm>
            <a:off x="532086" y="1479490"/>
            <a:ext cx="6843674" cy="4659724"/>
            <a:chOff x="532086" y="1479490"/>
            <a:chExt cx="6843674" cy="4659724"/>
          </a:xfrm>
        </p:grpSpPr>
        <p:graphicFrame>
          <p:nvGraphicFramePr>
            <p:cNvPr id="17" name="Диаграмма 16">
              <a:extLst>
                <a:ext uri="{FF2B5EF4-FFF2-40B4-BE49-F238E27FC236}">
                  <a16:creationId xmlns:a16="http://schemas.microsoft.com/office/drawing/2014/main" id="{C63E5AED-F378-1D91-7F61-191D6DB52B1A}"/>
                </a:ext>
              </a:extLst>
            </p:cNvPr>
            <p:cNvGraphicFramePr/>
            <p:nvPr/>
          </p:nvGraphicFramePr>
          <p:xfrm>
            <a:off x="532086" y="2185069"/>
            <a:ext cx="4605183" cy="313111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9" name="Диаграмма 18">
              <a:extLst>
                <a:ext uri="{FF2B5EF4-FFF2-40B4-BE49-F238E27FC236}">
                  <a16:creationId xmlns:a16="http://schemas.microsoft.com/office/drawing/2014/main" id="{6C3A04C5-673F-4698-0A4C-6BF3FC25BABB}"/>
                </a:ext>
              </a:extLst>
            </p:cNvPr>
            <p:cNvGraphicFramePr/>
            <p:nvPr/>
          </p:nvGraphicFramePr>
          <p:xfrm>
            <a:off x="773177" y="2334811"/>
            <a:ext cx="4164706" cy="2831629"/>
          </p:xfrm>
          <a:graphic>
            <a:graphicData uri="http://schemas.openxmlformats.org/drawingml/2006/chart">
              <c:chart xmlns:c="http://schemas.openxmlformats.org/drawingml/2006/chart" xmlns:r="http://schemas.openxmlformats.org/officeDocument/2006/relationships" r:id="rId5"/>
            </a:graphicData>
          </a:graphic>
        </p:graphicFrame>
        <p:grpSp>
          <p:nvGrpSpPr>
            <p:cNvPr id="20" name="Группа 19">
              <a:extLst>
                <a:ext uri="{FF2B5EF4-FFF2-40B4-BE49-F238E27FC236}">
                  <a16:creationId xmlns:a16="http://schemas.microsoft.com/office/drawing/2014/main" id="{F241AB44-900B-FD04-A2B3-B1ED658A5D66}"/>
                </a:ext>
              </a:extLst>
            </p:cNvPr>
            <p:cNvGrpSpPr/>
            <p:nvPr/>
          </p:nvGrpSpPr>
          <p:grpSpPr>
            <a:xfrm>
              <a:off x="4747613" y="2838571"/>
              <a:ext cx="2353016" cy="796425"/>
              <a:chOff x="5419391" y="2080348"/>
              <a:chExt cx="2205211" cy="746398"/>
            </a:xfrm>
          </p:grpSpPr>
          <p:sp>
            <p:nvSpPr>
              <p:cNvPr id="47" name="TextBox 46">
                <a:extLst>
                  <a:ext uri="{FF2B5EF4-FFF2-40B4-BE49-F238E27FC236}">
                    <a16:creationId xmlns:a16="http://schemas.microsoft.com/office/drawing/2014/main" id="{7966304B-55EC-B493-8488-D5C67824A94A}"/>
                  </a:ext>
                </a:extLst>
              </p:cNvPr>
              <p:cNvSpPr txBox="1"/>
              <p:nvPr/>
            </p:nvSpPr>
            <p:spPr>
              <a:xfrm>
                <a:off x="5419391" y="2334303"/>
                <a:ext cx="2205211" cy="492443"/>
              </a:xfrm>
              <a:prstGeom prst="rect">
                <a:avLst/>
              </a:prstGeom>
              <a:noFill/>
            </p:spPr>
            <p:txBody>
              <a:bodyPr wrap="square">
                <a:spAutoFit/>
              </a:bodyPr>
              <a:lstStyle/>
              <a:p>
                <a:pPr marL="0" marR="0" lvl="0" indent="0" algn="l" defTabSz="914400" rtl="0" eaLnBrk="1" fontAlgn="auto" latinLnBrk="0" hangingPunct="1">
                  <a:lnSpc>
                    <a:spcPct val="100000"/>
                  </a:lnSpc>
                  <a:spcBef>
                    <a:spcPts val="1200"/>
                  </a:spcBef>
                  <a:spcAft>
                    <a:spcPts val="600"/>
                  </a:spcAft>
                  <a:buClrTx/>
                  <a:buSzTx/>
                  <a:buFontTx/>
                  <a:buNone/>
                  <a:tabLst/>
                  <a:defRPr/>
                </a:pPr>
                <a:r>
                  <a:rPr kumimoji="0" lang="en-US" sz="14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&gt;90% </a:t>
                </a: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от назначенных таблеток</a:t>
                </a:r>
                <a:endParaRPr kumimoji="0" lang="de-DE"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48" name="TextBox 47">
                <a:extLst>
                  <a:ext uri="{FF2B5EF4-FFF2-40B4-BE49-F238E27FC236}">
                    <a16:creationId xmlns:a16="http://schemas.microsoft.com/office/drawing/2014/main" id="{B68C684B-568F-2DC6-7F0A-662C5E7E1955}"/>
                  </a:ext>
                </a:extLst>
              </p:cNvPr>
              <p:cNvSpPr txBox="1"/>
              <p:nvPr/>
            </p:nvSpPr>
            <p:spPr>
              <a:xfrm>
                <a:off x="5419391" y="2080348"/>
                <a:ext cx="184096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6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Отличная</a:t>
                </a:r>
                <a:endParaRPr kumimoji="0" lang="ru-RU" sz="16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sp>
          <p:nvSpPr>
            <p:cNvPr id="21" name="TextBox 20">
              <a:extLst>
                <a:ext uri="{FF2B5EF4-FFF2-40B4-BE49-F238E27FC236}">
                  <a16:creationId xmlns:a16="http://schemas.microsoft.com/office/drawing/2014/main" id="{17850EEC-5D53-17D3-43A8-7C9F9D402B55}"/>
                </a:ext>
              </a:extLst>
            </p:cNvPr>
            <p:cNvSpPr txBox="1"/>
            <p:nvPr/>
          </p:nvSpPr>
          <p:spPr>
            <a:xfrm>
              <a:off x="4771908" y="2303112"/>
              <a:ext cx="2039651" cy="492969"/>
            </a:xfrm>
            <a:prstGeom prst="rect">
              <a:avLst/>
            </a:prstGeom>
            <a:noFill/>
          </p:spPr>
          <p:txBody>
            <a:bodyPr wrap="square">
              <a:spAutoFit/>
            </a:bodyPr>
            <a:lstStyle/>
            <a:p>
              <a:pPr marL="0" marR="0" lvl="0" indent="0" algn="l" defTabSz="914400" rtl="0" eaLnBrk="1" fontAlgn="auto" latinLnBrk="0" hangingPunct="1">
                <a:lnSpc>
                  <a:spcPct val="100000"/>
                </a:lnSpc>
                <a:spcBef>
                  <a:spcPts val="1200"/>
                </a:spcBef>
                <a:spcAft>
                  <a:spcPts val="600"/>
                </a:spcAft>
                <a:buClrTx/>
                <a:buSzTx/>
                <a:buFontTx/>
                <a:buNone/>
                <a:tabLst/>
                <a:defRPr/>
              </a:pPr>
              <a:r>
                <a:rPr kumimoji="0" lang="en-US" sz="28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Calibri" panose="020F0502020204030204" pitchFamily="34" charset="0"/>
                </a:rPr>
                <a:t>85</a:t>
              </a:r>
              <a:r>
                <a:rPr kumimoji="0" lang="ru-RU" sz="28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Calibri" panose="020F0502020204030204" pitchFamily="34" charset="0"/>
                </a:rPr>
                <a:t>,</a:t>
              </a:r>
              <a:r>
                <a:rPr kumimoji="0" lang="en-US" sz="28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Calibri" panose="020F0502020204030204" pitchFamily="34" charset="0"/>
                </a:rPr>
                <a:t>6</a:t>
              </a:r>
              <a:r>
                <a:rPr kumimoji="0" lang="ru-RU" sz="1600" b="0"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Calibri" panose="020F0502020204030204" pitchFamily="34" charset="0"/>
                </a:rPr>
                <a:t>%</a:t>
              </a:r>
              <a:endParaRPr kumimoji="0" lang="de-DE" sz="2800" b="0"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nvGrpSpPr>
            <p:cNvPr id="22" name="Группа 21">
              <a:extLst>
                <a:ext uri="{FF2B5EF4-FFF2-40B4-BE49-F238E27FC236}">
                  <a16:creationId xmlns:a16="http://schemas.microsoft.com/office/drawing/2014/main" id="{E1A3484E-633D-B840-DB1C-7B270E659B4F}"/>
                </a:ext>
              </a:extLst>
            </p:cNvPr>
            <p:cNvGrpSpPr/>
            <p:nvPr/>
          </p:nvGrpSpPr>
          <p:grpSpPr>
            <a:xfrm>
              <a:off x="4164292" y="2818440"/>
              <a:ext cx="1924763" cy="375707"/>
              <a:chOff x="5384341" y="2693103"/>
              <a:chExt cx="1803859" cy="352106"/>
            </a:xfrm>
          </p:grpSpPr>
          <p:cxnSp>
            <p:nvCxnSpPr>
              <p:cNvPr id="45" name="Прямая соединительная линия 44">
                <a:extLst>
                  <a:ext uri="{FF2B5EF4-FFF2-40B4-BE49-F238E27FC236}">
                    <a16:creationId xmlns:a16="http://schemas.microsoft.com/office/drawing/2014/main" id="{8D6284BF-C706-7797-E8F2-8DF2669605FF}"/>
                  </a:ext>
                </a:extLst>
              </p:cNvPr>
              <p:cNvCxnSpPr>
                <a:cxnSpLocks/>
              </p:cNvCxnSpPr>
              <p:nvPr/>
            </p:nvCxnSpPr>
            <p:spPr>
              <a:xfrm flipV="1">
                <a:off x="5384341" y="2693103"/>
                <a:ext cx="601440" cy="352106"/>
              </a:xfrm>
              <a:prstGeom prst="line">
                <a:avLst/>
              </a:prstGeom>
              <a:ln w="12700">
                <a:solidFill>
                  <a:srgbClr val="265374"/>
                </a:solidFill>
                <a:headEnd type="oval"/>
              </a:ln>
            </p:spPr>
            <p:style>
              <a:lnRef idx="1">
                <a:schemeClr val="accent1"/>
              </a:lnRef>
              <a:fillRef idx="0">
                <a:schemeClr val="accent1"/>
              </a:fillRef>
              <a:effectRef idx="0">
                <a:schemeClr val="accent1"/>
              </a:effectRef>
              <a:fontRef idx="minor">
                <a:schemeClr val="tx1"/>
              </a:fontRef>
            </p:style>
          </p:cxnSp>
          <p:cxnSp>
            <p:nvCxnSpPr>
              <p:cNvPr id="46" name="Прямая соединительная линия 45">
                <a:extLst>
                  <a:ext uri="{FF2B5EF4-FFF2-40B4-BE49-F238E27FC236}">
                    <a16:creationId xmlns:a16="http://schemas.microsoft.com/office/drawing/2014/main" id="{DE0D3C5A-DAE6-35CA-C29A-45CA61811947}"/>
                  </a:ext>
                </a:extLst>
              </p:cNvPr>
              <p:cNvCxnSpPr/>
              <p:nvPr/>
            </p:nvCxnSpPr>
            <p:spPr>
              <a:xfrm>
                <a:off x="5974443" y="2694214"/>
                <a:ext cx="1213757" cy="0"/>
              </a:xfrm>
              <a:prstGeom prst="line">
                <a:avLst/>
              </a:prstGeom>
              <a:ln w="12700">
                <a:solidFill>
                  <a:srgbClr val="265374"/>
                </a:solidFill>
              </a:ln>
            </p:spPr>
            <p:style>
              <a:lnRef idx="1">
                <a:schemeClr val="accent1"/>
              </a:lnRef>
              <a:fillRef idx="0">
                <a:schemeClr val="accent1"/>
              </a:fillRef>
              <a:effectRef idx="0">
                <a:schemeClr val="accent1"/>
              </a:effectRef>
              <a:fontRef idx="minor">
                <a:schemeClr val="tx1"/>
              </a:fontRef>
            </p:style>
          </p:cxnSp>
        </p:grpSp>
        <p:grpSp>
          <p:nvGrpSpPr>
            <p:cNvPr id="23" name="Группа 22">
              <a:extLst>
                <a:ext uri="{FF2B5EF4-FFF2-40B4-BE49-F238E27FC236}">
                  <a16:creationId xmlns:a16="http://schemas.microsoft.com/office/drawing/2014/main" id="{CD309FC1-84A4-A6D1-235E-176E760D5440}"/>
                </a:ext>
              </a:extLst>
            </p:cNvPr>
            <p:cNvGrpSpPr/>
            <p:nvPr/>
          </p:nvGrpSpPr>
          <p:grpSpPr>
            <a:xfrm>
              <a:off x="4747613" y="4783102"/>
              <a:ext cx="2353016" cy="796425"/>
              <a:chOff x="5419391" y="2080348"/>
              <a:chExt cx="2205211" cy="746398"/>
            </a:xfrm>
          </p:grpSpPr>
          <p:sp>
            <p:nvSpPr>
              <p:cNvPr id="43" name="TextBox 42">
                <a:extLst>
                  <a:ext uri="{FF2B5EF4-FFF2-40B4-BE49-F238E27FC236}">
                    <a16:creationId xmlns:a16="http://schemas.microsoft.com/office/drawing/2014/main" id="{ED9399D8-0838-F8E3-1646-6FF452908162}"/>
                  </a:ext>
                </a:extLst>
              </p:cNvPr>
              <p:cNvSpPr txBox="1"/>
              <p:nvPr/>
            </p:nvSpPr>
            <p:spPr>
              <a:xfrm>
                <a:off x="5419391" y="2334303"/>
                <a:ext cx="2205211" cy="492443"/>
              </a:xfrm>
              <a:prstGeom prst="rect">
                <a:avLst/>
              </a:prstGeom>
              <a:noFill/>
            </p:spPr>
            <p:txBody>
              <a:bodyPr wrap="square">
                <a:spAutoFit/>
              </a:bodyPr>
              <a:lstStyle/>
              <a:p>
                <a:pPr marL="0" marR="0" lvl="0" indent="0" algn="l" defTabSz="914400" rtl="0" eaLnBrk="1" fontAlgn="auto" latinLnBrk="0" hangingPunct="1">
                  <a:lnSpc>
                    <a:spcPct val="100000"/>
                  </a:lnSpc>
                  <a:spcBef>
                    <a:spcPts val="1200"/>
                  </a:spcBef>
                  <a:spcAft>
                    <a:spcPts val="600"/>
                  </a:spcAft>
                  <a:buClrTx/>
                  <a:buSzTx/>
                  <a:buFontTx/>
                  <a:buNone/>
                  <a:tabLst/>
                  <a:defRPr/>
                </a:pPr>
                <a:r>
                  <a:rPr kumimoji="0" lang="en-US" sz="14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&gt;</a:t>
                </a:r>
                <a:r>
                  <a:rPr kumimoji="0" lang="ru-RU" sz="14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76–90</a:t>
                </a:r>
                <a:r>
                  <a:rPr kumimoji="0" lang="en-US" sz="14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 </a:t>
                </a: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от назначенных таблеток</a:t>
                </a:r>
                <a:endParaRPr kumimoji="0" lang="de-DE"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44" name="TextBox 43">
                <a:extLst>
                  <a:ext uri="{FF2B5EF4-FFF2-40B4-BE49-F238E27FC236}">
                    <a16:creationId xmlns:a16="http://schemas.microsoft.com/office/drawing/2014/main" id="{B38E982E-4CE5-0C5A-4A34-E9F56430D7E5}"/>
                  </a:ext>
                </a:extLst>
              </p:cNvPr>
              <p:cNvSpPr txBox="1"/>
              <p:nvPr/>
            </p:nvSpPr>
            <p:spPr>
              <a:xfrm>
                <a:off x="5419391" y="2080348"/>
                <a:ext cx="184096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6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Хорошая</a:t>
                </a:r>
                <a:endParaRPr kumimoji="0" lang="ru-RU" sz="16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sp>
          <p:nvSpPr>
            <p:cNvPr id="24" name="TextBox 23">
              <a:extLst>
                <a:ext uri="{FF2B5EF4-FFF2-40B4-BE49-F238E27FC236}">
                  <a16:creationId xmlns:a16="http://schemas.microsoft.com/office/drawing/2014/main" id="{1BA3A932-41DA-B9CC-7B0D-8DFC55EA02E8}"/>
                </a:ext>
              </a:extLst>
            </p:cNvPr>
            <p:cNvSpPr txBox="1"/>
            <p:nvPr/>
          </p:nvSpPr>
          <p:spPr>
            <a:xfrm>
              <a:off x="4692644" y="4248213"/>
              <a:ext cx="2039651" cy="492969"/>
            </a:xfrm>
            <a:prstGeom prst="rect">
              <a:avLst/>
            </a:prstGeom>
            <a:noFill/>
          </p:spPr>
          <p:txBody>
            <a:bodyPr wrap="square">
              <a:spAutoFit/>
            </a:bodyPr>
            <a:lstStyle/>
            <a:p>
              <a:pPr marL="0" marR="0" lvl="0" indent="0" algn="l" defTabSz="914400" rtl="0" eaLnBrk="1" fontAlgn="auto" latinLnBrk="0" hangingPunct="1">
                <a:lnSpc>
                  <a:spcPct val="100000"/>
                </a:lnSpc>
                <a:spcBef>
                  <a:spcPts val="1200"/>
                </a:spcBef>
                <a:spcAft>
                  <a:spcPts val="600"/>
                </a:spcAft>
                <a:buClrTx/>
                <a:buSzTx/>
                <a:buFontTx/>
                <a:buNone/>
                <a:tabLst/>
                <a:defRPr/>
              </a:pPr>
              <a:r>
                <a:rPr kumimoji="0" lang="ru-RU" sz="2800" b="1" i="0" u="none" strike="noStrike" kern="1200" cap="none" spc="0" normalizeH="0" baseline="0" noProof="0" dirty="0">
                  <a:ln>
                    <a:noFill/>
                  </a:ln>
                  <a:solidFill>
                    <a:srgbClr val="B0D901"/>
                  </a:solidFill>
                  <a:effectLst/>
                  <a:uLnTx/>
                  <a:uFillTx/>
                  <a:latin typeface="Verdana" panose="020B0604030504040204" pitchFamily="34" charset="0"/>
                  <a:ea typeface="Verdana" panose="020B0604030504040204" pitchFamily="34" charset="0"/>
                  <a:cs typeface="Calibri" panose="020F0502020204030204" pitchFamily="34" charset="0"/>
                </a:rPr>
                <a:t>12,4</a:t>
              </a:r>
              <a:r>
                <a:rPr kumimoji="0" lang="ru-RU" sz="1600" b="0" i="0" u="none" strike="noStrike" kern="1200" cap="none" spc="0" normalizeH="0" baseline="0" noProof="0" dirty="0">
                  <a:ln>
                    <a:noFill/>
                  </a:ln>
                  <a:solidFill>
                    <a:srgbClr val="B0D901"/>
                  </a:solidFill>
                  <a:effectLst/>
                  <a:uLnTx/>
                  <a:uFillTx/>
                  <a:latin typeface="Verdana" panose="020B0604030504040204" pitchFamily="34" charset="0"/>
                  <a:ea typeface="Verdana" panose="020B0604030504040204" pitchFamily="34" charset="0"/>
                  <a:cs typeface="Calibri" panose="020F0502020204030204" pitchFamily="34" charset="0"/>
                </a:rPr>
                <a:t>%</a:t>
              </a:r>
              <a:endParaRPr kumimoji="0" lang="de-DE" sz="2800" b="0" i="0" u="none" strike="noStrike" kern="1200" cap="none" spc="0" normalizeH="0" baseline="0" noProof="0" dirty="0">
                <a:ln>
                  <a:noFill/>
                </a:ln>
                <a:solidFill>
                  <a:srgbClr val="B0D901"/>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nvGrpSpPr>
            <p:cNvPr id="25" name="Группа 24">
              <a:extLst>
                <a:ext uri="{FF2B5EF4-FFF2-40B4-BE49-F238E27FC236}">
                  <a16:creationId xmlns:a16="http://schemas.microsoft.com/office/drawing/2014/main" id="{373C42A9-A553-2006-F376-0C4883F1DA01}"/>
                </a:ext>
              </a:extLst>
            </p:cNvPr>
            <p:cNvGrpSpPr/>
            <p:nvPr/>
          </p:nvGrpSpPr>
          <p:grpSpPr>
            <a:xfrm flipV="1">
              <a:off x="3795868" y="4423873"/>
              <a:ext cx="2293188" cy="339097"/>
              <a:chOff x="5637881" y="2693103"/>
              <a:chExt cx="1550319" cy="256932"/>
            </a:xfrm>
          </p:grpSpPr>
          <p:cxnSp>
            <p:nvCxnSpPr>
              <p:cNvPr id="41" name="Прямая соединительная линия 40">
                <a:extLst>
                  <a:ext uri="{FF2B5EF4-FFF2-40B4-BE49-F238E27FC236}">
                    <a16:creationId xmlns:a16="http://schemas.microsoft.com/office/drawing/2014/main" id="{92C43B4E-4016-3808-E1AB-457F00493519}"/>
                  </a:ext>
                </a:extLst>
              </p:cNvPr>
              <p:cNvCxnSpPr>
                <a:cxnSpLocks/>
              </p:cNvCxnSpPr>
              <p:nvPr/>
            </p:nvCxnSpPr>
            <p:spPr>
              <a:xfrm flipV="1">
                <a:off x="5637881" y="2693103"/>
                <a:ext cx="347901" cy="256932"/>
              </a:xfrm>
              <a:prstGeom prst="line">
                <a:avLst/>
              </a:prstGeom>
              <a:ln w="12700">
                <a:solidFill>
                  <a:srgbClr val="265374"/>
                </a:solidFill>
                <a:headEnd type="oval"/>
              </a:ln>
            </p:spPr>
            <p:style>
              <a:lnRef idx="1">
                <a:schemeClr val="accent1"/>
              </a:lnRef>
              <a:fillRef idx="0">
                <a:schemeClr val="accent1"/>
              </a:fillRef>
              <a:effectRef idx="0">
                <a:schemeClr val="accent1"/>
              </a:effectRef>
              <a:fontRef idx="minor">
                <a:schemeClr val="tx1"/>
              </a:fontRef>
            </p:style>
          </p:cxnSp>
          <p:cxnSp>
            <p:nvCxnSpPr>
              <p:cNvPr id="42" name="Прямая соединительная линия 41">
                <a:extLst>
                  <a:ext uri="{FF2B5EF4-FFF2-40B4-BE49-F238E27FC236}">
                    <a16:creationId xmlns:a16="http://schemas.microsoft.com/office/drawing/2014/main" id="{839297EC-6457-6D64-A434-F2B9908FB344}"/>
                  </a:ext>
                </a:extLst>
              </p:cNvPr>
              <p:cNvCxnSpPr/>
              <p:nvPr/>
            </p:nvCxnSpPr>
            <p:spPr>
              <a:xfrm>
                <a:off x="5974443" y="2694214"/>
                <a:ext cx="1213757" cy="0"/>
              </a:xfrm>
              <a:prstGeom prst="line">
                <a:avLst/>
              </a:prstGeom>
              <a:ln w="12700">
                <a:solidFill>
                  <a:srgbClr val="265374"/>
                </a:solidFill>
              </a:ln>
            </p:spPr>
            <p:style>
              <a:lnRef idx="1">
                <a:schemeClr val="accent1"/>
              </a:lnRef>
              <a:fillRef idx="0">
                <a:schemeClr val="accent1"/>
              </a:fillRef>
              <a:effectRef idx="0">
                <a:schemeClr val="accent1"/>
              </a:effectRef>
              <a:fontRef idx="minor">
                <a:schemeClr val="tx1"/>
              </a:fontRef>
            </p:style>
          </p:cxnSp>
        </p:grpSp>
        <p:sp>
          <p:nvSpPr>
            <p:cNvPr id="26" name="Левая фигурная скобка 25">
              <a:extLst>
                <a:ext uri="{FF2B5EF4-FFF2-40B4-BE49-F238E27FC236}">
                  <a16:creationId xmlns:a16="http://schemas.microsoft.com/office/drawing/2014/main" id="{38571796-C7DA-446E-8BD6-2B7F175C3100}"/>
                </a:ext>
              </a:extLst>
            </p:cNvPr>
            <p:cNvSpPr/>
            <p:nvPr/>
          </p:nvSpPr>
          <p:spPr>
            <a:xfrm flipH="1">
              <a:off x="7038302" y="2329931"/>
              <a:ext cx="337458" cy="3417408"/>
            </a:xfrm>
            <a:prstGeom prst="leftBrace">
              <a:avLst/>
            </a:prstGeom>
            <a:ln w="19050">
              <a:solidFill>
                <a:srgbClr val="265374"/>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a:ea typeface="+mn-ea"/>
                <a:cs typeface="+mn-cs"/>
              </a:endParaRPr>
            </a:p>
          </p:txBody>
        </p:sp>
        <p:sp>
          <p:nvSpPr>
            <p:cNvPr id="29" name="Полилиния: фигура 28">
              <a:extLst>
                <a:ext uri="{FF2B5EF4-FFF2-40B4-BE49-F238E27FC236}">
                  <a16:creationId xmlns:a16="http://schemas.microsoft.com/office/drawing/2014/main" id="{EC3285F7-CC24-0C56-DAA0-1742F464D38B}"/>
                </a:ext>
              </a:extLst>
            </p:cNvPr>
            <p:cNvSpPr/>
            <p:nvPr/>
          </p:nvSpPr>
          <p:spPr>
            <a:xfrm>
              <a:off x="2934224" y="4423870"/>
              <a:ext cx="283758" cy="724782"/>
            </a:xfrm>
            <a:custGeom>
              <a:avLst/>
              <a:gdLst>
                <a:gd name="connsiteX0" fmla="*/ 0 w 301171"/>
                <a:gd name="connsiteY0" fmla="*/ 0 h 769258"/>
                <a:gd name="connsiteX1" fmla="*/ 239485 w 301171"/>
                <a:gd name="connsiteY1" fmla="*/ 769258 h 769258"/>
                <a:gd name="connsiteX2" fmla="*/ 301171 w 301171"/>
                <a:gd name="connsiteY2" fmla="*/ 751115 h 769258"/>
                <a:gd name="connsiteX3" fmla="*/ 0 w 301171"/>
                <a:gd name="connsiteY3" fmla="*/ 0 h 769258"/>
              </a:gdLst>
              <a:ahLst/>
              <a:cxnLst>
                <a:cxn ang="0">
                  <a:pos x="connsiteX0" y="connsiteY0"/>
                </a:cxn>
                <a:cxn ang="0">
                  <a:pos x="connsiteX1" y="connsiteY1"/>
                </a:cxn>
                <a:cxn ang="0">
                  <a:pos x="connsiteX2" y="connsiteY2"/>
                </a:cxn>
                <a:cxn ang="0">
                  <a:pos x="connsiteX3" y="connsiteY3"/>
                </a:cxn>
              </a:cxnLst>
              <a:rect l="l" t="t" r="r" b="b"/>
              <a:pathLst>
                <a:path w="301171" h="769258">
                  <a:moveTo>
                    <a:pt x="0" y="0"/>
                  </a:moveTo>
                  <a:lnTo>
                    <a:pt x="239485" y="769258"/>
                  </a:lnTo>
                  <a:lnTo>
                    <a:pt x="301171" y="751115"/>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a:ea typeface="+mn-ea"/>
                <a:cs typeface="+mn-cs"/>
              </a:endParaRPr>
            </a:p>
          </p:txBody>
        </p:sp>
        <p:grpSp>
          <p:nvGrpSpPr>
            <p:cNvPr id="30" name="Группа 29">
              <a:extLst>
                <a:ext uri="{FF2B5EF4-FFF2-40B4-BE49-F238E27FC236}">
                  <a16:creationId xmlns:a16="http://schemas.microsoft.com/office/drawing/2014/main" id="{E81779A6-581A-13D7-E25C-743BF4B50171}"/>
                </a:ext>
              </a:extLst>
            </p:cNvPr>
            <p:cNvGrpSpPr/>
            <p:nvPr/>
          </p:nvGrpSpPr>
          <p:grpSpPr>
            <a:xfrm flipH="1" flipV="1">
              <a:off x="2324997" y="5223980"/>
              <a:ext cx="892987" cy="454227"/>
              <a:chOff x="5573600" y="2727733"/>
              <a:chExt cx="928962" cy="212526"/>
            </a:xfrm>
          </p:grpSpPr>
          <p:cxnSp>
            <p:nvCxnSpPr>
              <p:cNvPr id="39" name="Прямая соединительная линия 38">
                <a:extLst>
                  <a:ext uri="{FF2B5EF4-FFF2-40B4-BE49-F238E27FC236}">
                    <a16:creationId xmlns:a16="http://schemas.microsoft.com/office/drawing/2014/main" id="{27CB54EB-1FE4-AE13-7FAC-76688C06911B}"/>
                  </a:ext>
                </a:extLst>
              </p:cNvPr>
              <p:cNvCxnSpPr>
                <a:cxnSpLocks/>
              </p:cNvCxnSpPr>
              <p:nvPr/>
            </p:nvCxnSpPr>
            <p:spPr>
              <a:xfrm flipV="1">
                <a:off x="5573600" y="2727733"/>
                <a:ext cx="351053" cy="212526"/>
              </a:xfrm>
              <a:prstGeom prst="line">
                <a:avLst/>
              </a:prstGeom>
              <a:ln w="12700">
                <a:solidFill>
                  <a:srgbClr val="265374"/>
                </a:solidFill>
                <a:headEnd type="oval"/>
              </a:ln>
            </p:spPr>
            <p:style>
              <a:lnRef idx="1">
                <a:schemeClr val="accent1"/>
              </a:lnRef>
              <a:fillRef idx="0">
                <a:schemeClr val="accent1"/>
              </a:fillRef>
              <a:effectRef idx="0">
                <a:schemeClr val="accent1"/>
              </a:effectRef>
              <a:fontRef idx="minor">
                <a:schemeClr val="tx1"/>
              </a:fontRef>
            </p:style>
          </p:cxnSp>
          <p:cxnSp>
            <p:nvCxnSpPr>
              <p:cNvPr id="40" name="Прямая соединительная линия 39">
                <a:extLst>
                  <a:ext uri="{FF2B5EF4-FFF2-40B4-BE49-F238E27FC236}">
                    <a16:creationId xmlns:a16="http://schemas.microsoft.com/office/drawing/2014/main" id="{6D129008-7C85-8DF9-A5EB-434406CF83BC}"/>
                  </a:ext>
                </a:extLst>
              </p:cNvPr>
              <p:cNvCxnSpPr>
                <a:cxnSpLocks/>
              </p:cNvCxnSpPr>
              <p:nvPr/>
            </p:nvCxnSpPr>
            <p:spPr>
              <a:xfrm flipV="1">
                <a:off x="5924653" y="2727733"/>
                <a:ext cx="577909" cy="0"/>
              </a:xfrm>
              <a:prstGeom prst="line">
                <a:avLst/>
              </a:prstGeom>
              <a:ln w="12700">
                <a:solidFill>
                  <a:srgbClr val="265374"/>
                </a:solidFill>
              </a:ln>
            </p:spPr>
            <p:style>
              <a:lnRef idx="1">
                <a:schemeClr val="accent1"/>
              </a:lnRef>
              <a:fillRef idx="0">
                <a:schemeClr val="accent1"/>
              </a:fillRef>
              <a:effectRef idx="0">
                <a:schemeClr val="accent1"/>
              </a:effectRef>
              <a:fontRef idx="minor">
                <a:schemeClr val="tx1"/>
              </a:fontRef>
            </p:style>
          </p:cxnSp>
        </p:grpSp>
        <p:sp>
          <p:nvSpPr>
            <p:cNvPr id="31" name="TextBox 30">
              <a:extLst>
                <a:ext uri="{FF2B5EF4-FFF2-40B4-BE49-F238E27FC236}">
                  <a16:creationId xmlns:a16="http://schemas.microsoft.com/office/drawing/2014/main" id="{40572240-5FCB-3429-0F24-A26D20EE9C6E}"/>
                </a:ext>
              </a:extLst>
            </p:cNvPr>
            <p:cNvSpPr txBox="1"/>
            <p:nvPr/>
          </p:nvSpPr>
          <p:spPr>
            <a:xfrm>
              <a:off x="2098311" y="5388223"/>
              <a:ext cx="965182" cy="289982"/>
            </a:xfrm>
            <a:prstGeom prst="rect">
              <a:avLst/>
            </a:prstGeom>
            <a:noFill/>
          </p:spPr>
          <p:txBody>
            <a:bodyPr wrap="square">
              <a:spAutoFit/>
            </a:bodyPr>
            <a:lstStyle/>
            <a:p>
              <a:pPr marL="0" marR="0" lvl="0" indent="0" algn="ctr" defTabSz="914400" rtl="0" eaLnBrk="1" fontAlgn="auto" latinLnBrk="0" hangingPunct="1">
                <a:lnSpc>
                  <a:spcPct val="100000"/>
                </a:lnSpc>
                <a:spcBef>
                  <a:spcPts val="1200"/>
                </a:spcBef>
                <a:spcAft>
                  <a:spcPts val="600"/>
                </a:spcAft>
                <a:buClrTx/>
                <a:buSzTx/>
                <a:buFontTx/>
                <a:buNone/>
                <a:tabLst/>
                <a:defRPr/>
              </a:pPr>
              <a:r>
                <a:rPr kumimoji="0" lang="ru-RU" sz="14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0,3</a:t>
              </a: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a:t>
              </a:r>
              <a:endParaRPr kumimoji="0" lang="de-DE" sz="20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nvGrpSpPr>
            <p:cNvPr id="32" name="Группа 31">
              <a:extLst>
                <a:ext uri="{FF2B5EF4-FFF2-40B4-BE49-F238E27FC236}">
                  <a16:creationId xmlns:a16="http://schemas.microsoft.com/office/drawing/2014/main" id="{59814823-07DA-6C3D-D9C9-CBEE373F1CC7}"/>
                </a:ext>
              </a:extLst>
            </p:cNvPr>
            <p:cNvGrpSpPr/>
            <p:nvPr/>
          </p:nvGrpSpPr>
          <p:grpSpPr>
            <a:xfrm>
              <a:off x="2235805" y="5700578"/>
              <a:ext cx="2737943" cy="438636"/>
              <a:chOff x="5453003" y="2005898"/>
              <a:chExt cx="2565959" cy="411084"/>
            </a:xfrm>
          </p:grpSpPr>
          <p:sp>
            <p:nvSpPr>
              <p:cNvPr id="37" name="TextBox 36">
                <a:extLst>
                  <a:ext uri="{FF2B5EF4-FFF2-40B4-BE49-F238E27FC236}">
                    <a16:creationId xmlns:a16="http://schemas.microsoft.com/office/drawing/2014/main" id="{0E3CC19D-8C3C-B1BA-60CA-4E5CD1E9FD45}"/>
                  </a:ext>
                </a:extLst>
              </p:cNvPr>
              <p:cNvSpPr txBox="1"/>
              <p:nvPr/>
            </p:nvSpPr>
            <p:spPr>
              <a:xfrm>
                <a:off x="5453003" y="2186227"/>
                <a:ext cx="2565959" cy="230755"/>
              </a:xfrm>
              <a:prstGeom prst="rect">
                <a:avLst/>
              </a:prstGeom>
              <a:noFill/>
            </p:spPr>
            <p:txBody>
              <a:bodyPr wrap="square">
                <a:spAutoFit/>
              </a:bodyPr>
              <a:lstStyle/>
              <a:p>
                <a:pPr marL="0" marR="0" lvl="0" indent="0" algn="l" defTabSz="914400" rtl="0" eaLnBrk="1" fontAlgn="auto" latinLnBrk="0" hangingPunct="1">
                  <a:lnSpc>
                    <a:spcPct val="100000"/>
                  </a:lnSpc>
                  <a:spcBef>
                    <a:spcPts val="1200"/>
                  </a:spcBef>
                  <a:spcAft>
                    <a:spcPts val="600"/>
                  </a:spcAft>
                  <a:buClrTx/>
                  <a:buSzTx/>
                  <a:buFontTx/>
                  <a:buNone/>
                  <a:tabLst/>
                  <a:defRPr/>
                </a:pPr>
                <a:r>
                  <a:rPr kumimoji="0" lang="en-US" sz="1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&lt;50% </a:t>
                </a:r>
                <a:r>
                  <a:rPr kumimoji="0" lang="ru-RU" sz="9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от назначенных таблеток</a:t>
                </a:r>
                <a:endParaRPr kumimoji="0" lang="de-DE" sz="9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38" name="TextBox 37">
                <a:extLst>
                  <a:ext uri="{FF2B5EF4-FFF2-40B4-BE49-F238E27FC236}">
                    <a16:creationId xmlns:a16="http://schemas.microsoft.com/office/drawing/2014/main" id="{9317D3FA-B4A2-4136-E5A4-38C3CEF03A81}"/>
                  </a:ext>
                </a:extLst>
              </p:cNvPr>
              <p:cNvSpPr txBox="1"/>
              <p:nvPr/>
            </p:nvSpPr>
            <p:spPr>
              <a:xfrm>
                <a:off x="5453003" y="2005898"/>
                <a:ext cx="1840963" cy="23100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Плохая</a:t>
                </a:r>
                <a:endPar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sp>
          <p:nvSpPr>
            <p:cNvPr id="33" name="Прямоугольник 32">
              <a:extLst>
                <a:ext uri="{FF2B5EF4-FFF2-40B4-BE49-F238E27FC236}">
                  <a16:creationId xmlns:a16="http://schemas.microsoft.com/office/drawing/2014/main" id="{8AE6627B-0537-8307-E763-8A34EF9E15F5}"/>
                </a:ext>
              </a:extLst>
            </p:cNvPr>
            <p:cNvSpPr/>
            <p:nvPr/>
          </p:nvSpPr>
          <p:spPr>
            <a:xfrm>
              <a:off x="911225" y="1479490"/>
              <a:ext cx="6374312" cy="507202"/>
            </a:xfrm>
            <a:prstGeom prst="rect">
              <a:avLst/>
            </a:prstGeom>
            <a:solidFill>
              <a:schemeClr val="bg1"/>
            </a:solidFill>
            <a:ln>
              <a:solidFill>
                <a:srgbClr val="EC736A"/>
              </a:solidFill>
            </a:ln>
          </p:spPr>
          <p:txBody>
            <a:bodyPr wrap="square"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600" b="0" i="0" u="none" strike="noStrike" kern="1200" cap="none" spc="0" normalizeH="0" baseline="0" noProof="0" dirty="0">
                  <a:ln>
                    <a:noFill/>
                  </a:ln>
                  <a:solidFill>
                    <a:srgbClr val="EC736A"/>
                  </a:solidFill>
                  <a:effectLst/>
                  <a:uLnTx/>
                  <a:uFillTx/>
                  <a:latin typeface="Verdana" panose="020B0604030504040204" pitchFamily="34" charset="0"/>
                  <a:ea typeface="Verdana" panose="020B0604030504040204" pitchFamily="34" charset="0"/>
                  <a:cs typeface="+mn-cs"/>
                </a:rPr>
                <a:t>Приверженность пациентов после 6 месяцев лечения</a:t>
              </a:r>
            </a:p>
          </p:txBody>
        </p:sp>
        <p:sp>
          <p:nvSpPr>
            <p:cNvPr id="34" name="Овал 33">
              <a:extLst>
                <a:ext uri="{FF2B5EF4-FFF2-40B4-BE49-F238E27FC236}">
                  <a16:creationId xmlns:a16="http://schemas.microsoft.com/office/drawing/2014/main" id="{C94BF523-4C69-6937-83BE-92A03EF29977}"/>
                </a:ext>
              </a:extLst>
            </p:cNvPr>
            <p:cNvSpPr/>
            <p:nvPr/>
          </p:nvSpPr>
          <p:spPr>
            <a:xfrm>
              <a:off x="1815389" y="2716804"/>
              <a:ext cx="2043333" cy="204333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a:ea typeface="+mn-ea"/>
                <a:cs typeface="+mn-cs"/>
              </a:endParaRPr>
            </a:p>
          </p:txBody>
        </p:sp>
        <p:sp>
          <p:nvSpPr>
            <p:cNvPr id="35" name="TextBox 34">
              <a:extLst>
                <a:ext uri="{FF2B5EF4-FFF2-40B4-BE49-F238E27FC236}">
                  <a16:creationId xmlns:a16="http://schemas.microsoft.com/office/drawing/2014/main" id="{1B1E62CD-EA02-18D4-D7AE-327075496BD7}"/>
                </a:ext>
              </a:extLst>
            </p:cNvPr>
            <p:cNvSpPr txBox="1"/>
            <p:nvPr/>
          </p:nvSpPr>
          <p:spPr>
            <a:xfrm>
              <a:off x="1815390" y="3634996"/>
              <a:ext cx="1948968"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1200"/>
                </a:spcBef>
                <a:spcAft>
                  <a:spcPts val="600"/>
                </a:spcAft>
                <a:buClrTx/>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Отличная/хорошая </a:t>
              </a:r>
              <a:r>
                <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a:t>
              </a:r>
              <a:r>
                <a:rPr kumimoji="0" lang="en-US" sz="1200" b="1" i="0" u="sng"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&gt;</a:t>
              </a:r>
              <a:r>
                <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76%) </a:t>
              </a: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приверженность</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36" name="TextBox 35">
              <a:extLst>
                <a:ext uri="{FF2B5EF4-FFF2-40B4-BE49-F238E27FC236}">
                  <a16:creationId xmlns:a16="http://schemas.microsoft.com/office/drawing/2014/main" id="{999F11A4-7164-0B46-6EE3-037A072A8F87}"/>
                </a:ext>
              </a:extLst>
            </p:cNvPr>
            <p:cNvSpPr txBox="1"/>
            <p:nvPr/>
          </p:nvSpPr>
          <p:spPr>
            <a:xfrm>
              <a:off x="2225160" y="3019474"/>
              <a:ext cx="1436803" cy="782951"/>
            </a:xfrm>
            <a:prstGeom prst="rect">
              <a:avLst/>
            </a:prstGeom>
            <a:noFill/>
          </p:spPr>
          <p:txBody>
            <a:bodyPr wrap="square">
              <a:spAutoFit/>
            </a:bodyPr>
            <a:lstStyle/>
            <a:p>
              <a:pPr marL="0" marR="0" lvl="0" indent="0" algn="ctr" defTabSz="914400" rtl="0" eaLnBrk="1" fontAlgn="auto" latinLnBrk="0" hangingPunct="1">
                <a:lnSpc>
                  <a:spcPct val="100000"/>
                </a:lnSpc>
                <a:spcBef>
                  <a:spcPts val="1200"/>
                </a:spcBef>
                <a:spcAft>
                  <a:spcPts val="600"/>
                </a:spcAft>
                <a:buClrTx/>
                <a:buSzTx/>
                <a:buFontTx/>
                <a:buNone/>
                <a:tabLst/>
                <a:defRPr/>
              </a:pPr>
              <a:r>
                <a:rPr kumimoji="0" lang="en-US" sz="4800" b="1" i="0" u="none" strike="noStrike" kern="1200" cap="none" spc="0" normalizeH="0" baseline="0" noProof="0" dirty="0">
                  <a:ln>
                    <a:noFill/>
                  </a:ln>
                  <a:gradFill>
                    <a:gsLst>
                      <a:gs pos="26000">
                        <a:srgbClr val="B0D901"/>
                      </a:gs>
                      <a:gs pos="54000">
                        <a:srgbClr val="398ACB"/>
                      </a:gs>
                    </a:gsLst>
                    <a:path path="circle">
                      <a:fillToRect l="100000" t="100000"/>
                    </a:path>
                  </a:gradFill>
                  <a:effectLst/>
                  <a:uLnTx/>
                  <a:uFillTx/>
                  <a:latin typeface="Verdana" panose="020B0604030504040204" pitchFamily="34" charset="0"/>
                  <a:ea typeface="Verdana" panose="020B0604030504040204" pitchFamily="34" charset="0"/>
                  <a:cs typeface="Calibri" panose="020F0502020204030204" pitchFamily="34" charset="0"/>
                </a:rPr>
                <a:t>9</a:t>
              </a:r>
              <a:r>
                <a:rPr kumimoji="0" lang="ru-RU" sz="4800" b="1" i="0" u="none" strike="noStrike" kern="1200" cap="none" spc="0" normalizeH="0" baseline="0" noProof="0" dirty="0">
                  <a:ln>
                    <a:noFill/>
                  </a:ln>
                  <a:gradFill>
                    <a:gsLst>
                      <a:gs pos="26000">
                        <a:srgbClr val="B0D901"/>
                      </a:gs>
                      <a:gs pos="54000">
                        <a:srgbClr val="398ACB"/>
                      </a:gs>
                    </a:gsLst>
                    <a:path path="circle">
                      <a:fillToRect l="100000" t="100000"/>
                    </a:path>
                  </a:gradFill>
                  <a:effectLst/>
                  <a:uLnTx/>
                  <a:uFillTx/>
                  <a:latin typeface="Verdana" panose="020B0604030504040204" pitchFamily="34" charset="0"/>
                  <a:ea typeface="Verdana" panose="020B0604030504040204" pitchFamily="34" charset="0"/>
                  <a:cs typeface="Calibri" panose="020F0502020204030204" pitchFamily="34" charset="0"/>
                </a:rPr>
                <a:t>8</a:t>
              </a:r>
              <a:r>
                <a:rPr kumimoji="0" lang="ru-RU" sz="2400" b="0" i="0" u="none" strike="noStrike" kern="1200" cap="none" spc="0" normalizeH="0" baseline="0" noProof="0" dirty="0">
                  <a:ln>
                    <a:noFill/>
                  </a:ln>
                  <a:gradFill>
                    <a:gsLst>
                      <a:gs pos="26000">
                        <a:srgbClr val="B0D901"/>
                      </a:gs>
                      <a:gs pos="54000">
                        <a:srgbClr val="398ACB"/>
                      </a:gs>
                    </a:gsLst>
                    <a:path path="circle">
                      <a:fillToRect l="100000" t="100000"/>
                    </a:path>
                  </a:gradFill>
                  <a:effectLst/>
                  <a:uLnTx/>
                  <a:uFillTx/>
                  <a:latin typeface="Verdana" panose="020B0604030504040204" pitchFamily="34" charset="0"/>
                  <a:ea typeface="Verdana" panose="020B0604030504040204" pitchFamily="34" charset="0"/>
                  <a:cs typeface="Calibri" panose="020F0502020204030204" pitchFamily="34" charset="0"/>
                </a:rPr>
                <a:t>%</a:t>
              </a:r>
              <a:endParaRPr kumimoji="0" lang="de-DE" sz="2000" b="0" i="0" u="none" strike="noStrike" kern="1200" cap="none" spc="0" normalizeH="0" baseline="0" noProof="0" dirty="0">
                <a:ln>
                  <a:noFill/>
                </a:ln>
                <a:gradFill>
                  <a:gsLst>
                    <a:gs pos="26000">
                      <a:srgbClr val="B0D901"/>
                    </a:gs>
                    <a:gs pos="54000">
                      <a:srgbClr val="398ACB"/>
                    </a:gs>
                  </a:gsLst>
                  <a:path path="circle">
                    <a:fillToRect l="100000" t="100000"/>
                  </a:path>
                </a:gra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sp>
        <p:nvSpPr>
          <p:cNvPr id="4" name="Заголовок 7">
            <a:extLst>
              <a:ext uri="{FF2B5EF4-FFF2-40B4-BE49-F238E27FC236}">
                <a16:creationId xmlns:a16="http://schemas.microsoft.com/office/drawing/2014/main" id="{999ADCD2-0C6C-450B-D247-EE9A235B7640}"/>
              </a:ext>
            </a:extLst>
          </p:cNvPr>
          <p:cNvSpPr txBox="1">
            <a:spLocks/>
          </p:cNvSpPr>
          <p:nvPr/>
        </p:nvSpPr>
        <p:spPr>
          <a:xfrm>
            <a:off x="924971" y="871897"/>
            <a:ext cx="10909300" cy="356195"/>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lvl="0">
              <a:defRPr/>
            </a:pPr>
            <a:r>
              <a:rPr lang="ru-RU" sz="1600" b="0" i="1" dirty="0"/>
              <a:t>Исследование 4226 пациентов с артериальной гипертензией</a:t>
            </a:r>
            <a:endParaRPr kumimoji="0" lang="ru-RU" sz="1600" b="0" i="1" u="none" strike="noStrike" kern="1200" cap="none" spc="0" normalizeH="0" baseline="50000" noProof="0" dirty="0">
              <a:ln>
                <a:noFill/>
              </a:ln>
              <a:solidFill>
                <a:srgbClr val="265374"/>
              </a:solidFill>
              <a:effectLst/>
              <a:uLnTx/>
              <a:uFillTx/>
              <a:latin typeface="Verdana" panose="020B0604030504040204" pitchFamily="34" charset="0"/>
              <a:ea typeface="Verdana" panose="020B0604030504040204" pitchFamily="34" charset="0"/>
              <a:cs typeface="+mj-cs"/>
            </a:endParaRPr>
          </a:p>
        </p:txBody>
      </p:sp>
    </p:spTree>
    <p:extLst>
      <p:ext uri="{BB962C8B-B14F-4D97-AF65-F5344CB8AC3E}">
        <p14:creationId xmlns:p14="http://schemas.microsoft.com/office/powerpoint/2010/main" val="2536362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98988E93-FAE0-09E8-ED6A-975A9C8FD187}"/>
              </a:ext>
            </a:extLst>
          </p:cNvPr>
          <p:cNvSpPr>
            <a:spLocks noChangeArrowheads="1"/>
          </p:cNvSpPr>
          <p:nvPr>
            <p:custDataLst>
              <p:tags r:id="rId1"/>
            </p:custDataLst>
          </p:nvPr>
        </p:nvSpPr>
        <p:spPr bwMode="gray">
          <a:xfrm>
            <a:off x="1330170" y="2124695"/>
            <a:ext cx="4664408" cy="3698961"/>
          </a:xfrm>
          <a:prstGeom prst="rect">
            <a:avLst/>
          </a:prstGeom>
          <a:noFill/>
          <a:ln w="9525" algn="ctr">
            <a:noFill/>
            <a:miter lim="800000"/>
            <a:headEnd/>
            <a:tailEnd/>
          </a:ln>
        </p:spPr>
        <p:txBody>
          <a:bodyPr wrap="square" lIns="0" tIns="0" rIns="0" bIns="0">
            <a:spAutoFit/>
          </a:bodyPr>
          <a:lstStyle/>
          <a:p>
            <a:pPr marL="0" marR="0" lvl="0" indent="0" algn="l" defTabSz="914400" rtl="0" eaLnBrk="0" fontAlgn="auto" latinLnBrk="0" hangingPunct="0">
              <a:lnSpc>
                <a:spcPct val="110000"/>
              </a:lnSpc>
              <a:spcBef>
                <a:spcPts val="0"/>
              </a:spcBef>
              <a:spcAft>
                <a:spcPts val="0"/>
              </a:spcAft>
              <a:buClrTx/>
              <a:buSzTx/>
              <a:buFontTx/>
              <a:buNone/>
              <a:tabLst/>
              <a:defRPr/>
            </a:pPr>
            <a:r>
              <a:rPr kumimoji="0" lang="ru-RU" sz="1400" b="1" i="0" u="none" strike="noStrike" kern="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Calibri" panose="020F0502020204030204" pitchFamily="34" charset="0"/>
              </a:rPr>
              <a:t>ЦЕЛЬ ИССЛЕДОВАНИЯ</a:t>
            </a:r>
          </a:p>
          <a:p>
            <a:pPr marL="0" marR="0" lvl="0" indent="0" algn="l" defTabSz="914400" rtl="0" eaLnBrk="0" fontAlgn="auto" latinLnBrk="0" hangingPunct="0">
              <a:lnSpc>
                <a:spcPct val="110000"/>
              </a:lnSpc>
              <a:spcBef>
                <a:spcPts val="0"/>
              </a:spcBef>
              <a:spcAft>
                <a:spcPts val="0"/>
              </a:spcAft>
              <a:buClrTx/>
              <a:buSzTx/>
              <a:buFontTx/>
              <a:buNone/>
              <a:tabLst/>
              <a:defRPr/>
            </a:pPr>
            <a:r>
              <a:rPr kumimoji="0" lang="ru-RU" sz="1600" b="0"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Оценить у более чем 4000 пациентов с артериальной гипертензией соответствие комбинированного лечения фиксированными дозами в повседневной практике</a:t>
            </a:r>
          </a:p>
          <a:p>
            <a:pPr marL="0" marR="0" lvl="0" indent="0" algn="l" defTabSz="914400" rtl="0" eaLnBrk="0" fontAlgn="auto" latinLnBrk="0" hangingPunct="0">
              <a:lnSpc>
                <a:spcPct val="110000"/>
              </a:lnSpc>
              <a:spcBef>
                <a:spcPts val="0"/>
              </a:spcBef>
              <a:spcAft>
                <a:spcPts val="0"/>
              </a:spcAft>
              <a:buClrTx/>
              <a:buSzTx/>
              <a:buFontTx/>
              <a:buNone/>
              <a:tabLst/>
              <a:defRPr/>
            </a:pPr>
            <a:endParaRPr kumimoji="0" lang="ru-RU" sz="1600" b="1" i="0" u="none" strike="noStrike" kern="0" cap="none" spc="0" normalizeH="0" baseline="0" noProof="0" dirty="0">
              <a:ln>
                <a:noFill/>
              </a:ln>
              <a:solidFill>
                <a:srgbClr val="00196A"/>
              </a:solidFill>
              <a:effectLst/>
              <a:uLnTx/>
              <a:uFillTx/>
              <a:latin typeface="Verdana" panose="020B0604030504040204" pitchFamily="34" charset="0"/>
              <a:ea typeface="Verdana" panose="020B0604030504040204" pitchFamily="34" charset="0"/>
              <a:cs typeface="Calibri" panose="020F0502020204030204" pitchFamily="34" charset="0"/>
            </a:endParaRPr>
          </a:p>
          <a:p>
            <a:pPr marL="0" marR="0" lvl="0" indent="0" algn="l" defTabSz="914400" rtl="0" eaLnBrk="0" fontAlgn="auto" latinLnBrk="0" hangingPunct="0">
              <a:lnSpc>
                <a:spcPct val="110000"/>
              </a:lnSpc>
              <a:spcBef>
                <a:spcPts val="0"/>
              </a:spcBef>
              <a:spcAft>
                <a:spcPts val="0"/>
              </a:spcAft>
              <a:buClrTx/>
              <a:buSzTx/>
              <a:buFontTx/>
              <a:buNone/>
              <a:tabLst/>
              <a:defRPr/>
            </a:pPr>
            <a:r>
              <a:rPr kumimoji="0" lang="ru-RU" sz="1400" b="1" i="0" u="none" strike="noStrike" kern="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Calibri" panose="020F0502020204030204" pitchFamily="34" charset="0"/>
              </a:rPr>
              <a:t>ДИЗАЙН ИССЛЕДОВАНИЯ</a:t>
            </a:r>
          </a:p>
          <a:p>
            <a:pPr marL="0" marR="0" lvl="0" indent="0" algn="l" defTabSz="914400" rtl="0" eaLnBrk="0" fontAlgn="auto" latinLnBrk="0" hangingPunct="0">
              <a:lnSpc>
                <a:spcPct val="110000"/>
              </a:lnSpc>
              <a:spcBef>
                <a:spcPts val="0"/>
              </a:spcBef>
              <a:spcAft>
                <a:spcPts val="0"/>
              </a:spcAft>
              <a:buClrTx/>
              <a:buSzTx/>
              <a:buFontTx/>
              <a:buNone/>
              <a:tabLst/>
              <a:defRPr/>
            </a:pPr>
            <a:r>
              <a:rPr kumimoji="0" lang="ru-RU" sz="1600" b="1"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Пациенты с артериальной гипертензией перешли со свободной комбинации </a:t>
            </a:r>
            <a:r>
              <a:rPr kumimoji="0" lang="ru-RU" sz="1600" b="1" i="0" u="none" strike="noStrike" kern="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бисопролола</a:t>
            </a:r>
            <a:r>
              <a:rPr kumimoji="0" lang="ru-RU" sz="1600" b="1"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 5</a:t>
            </a:r>
            <a:r>
              <a:rPr kumimoji="0" lang="en-US" sz="1600" b="1"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a:t>
            </a:r>
            <a:r>
              <a:rPr kumimoji="0" lang="ru-RU" sz="1600" b="1"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10 мг и амлодипина 5–10 мг на фиксированную комбинацию - </a:t>
            </a:r>
            <a:r>
              <a:rPr kumimoji="0" lang="ru-RU" sz="1600" b="1" i="0" u="none" strike="noStrike" kern="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Конкор</a:t>
            </a:r>
            <a:r>
              <a:rPr kumimoji="0" lang="ru-RU" sz="1600" b="1"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 АМ </a:t>
            </a:r>
          </a:p>
        </p:txBody>
      </p:sp>
      <p:sp>
        <p:nvSpPr>
          <p:cNvPr id="7" name="Номер слайда 6">
            <a:extLst>
              <a:ext uri="{FF2B5EF4-FFF2-40B4-BE49-F238E27FC236}">
                <a16:creationId xmlns:a16="http://schemas.microsoft.com/office/drawing/2014/main" id="{ECA9D3C5-26BD-9FD2-9964-EAE0E7AC5DBB}"/>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67</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grpSp>
        <p:nvGrpSpPr>
          <p:cNvPr id="31" name="Группа 30">
            <a:extLst>
              <a:ext uri="{FF2B5EF4-FFF2-40B4-BE49-F238E27FC236}">
                <a16:creationId xmlns:a16="http://schemas.microsoft.com/office/drawing/2014/main" id="{F0DF1F69-9057-9CE0-C221-39B0683E9B95}"/>
              </a:ext>
            </a:extLst>
          </p:cNvPr>
          <p:cNvGrpSpPr/>
          <p:nvPr/>
        </p:nvGrpSpPr>
        <p:grpSpPr>
          <a:xfrm>
            <a:off x="6330196" y="1466831"/>
            <a:ext cx="5861804" cy="5004145"/>
            <a:chOff x="6330196" y="1466831"/>
            <a:chExt cx="5861804" cy="5004145"/>
          </a:xfrm>
        </p:grpSpPr>
        <p:grpSp>
          <p:nvGrpSpPr>
            <p:cNvPr id="17" name="Группа 16">
              <a:extLst>
                <a:ext uri="{FF2B5EF4-FFF2-40B4-BE49-F238E27FC236}">
                  <a16:creationId xmlns:a16="http://schemas.microsoft.com/office/drawing/2014/main" id="{A2526D02-D8B9-2002-0C58-BD29C2FB1E05}"/>
                </a:ext>
              </a:extLst>
            </p:cNvPr>
            <p:cNvGrpSpPr/>
            <p:nvPr/>
          </p:nvGrpSpPr>
          <p:grpSpPr>
            <a:xfrm>
              <a:off x="7887015" y="1466831"/>
              <a:ext cx="4304985" cy="3613071"/>
              <a:chOff x="8539662" y="1897741"/>
              <a:chExt cx="3576000" cy="3368762"/>
            </a:xfrm>
            <a:solidFill>
              <a:srgbClr val="C1D82E"/>
            </a:solidFill>
          </p:grpSpPr>
          <p:sp>
            <p:nvSpPr>
              <p:cNvPr id="18" name="Полилиния: фигура 17">
                <a:extLst>
                  <a:ext uri="{FF2B5EF4-FFF2-40B4-BE49-F238E27FC236}">
                    <a16:creationId xmlns:a16="http://schemas.microsoft.com/office/drawing/2014/main" id="{67ED4A9D-C086-B747-BFC6-8A5497CD318E}"/>
                  </a:ext>
                </a:extLst>
              </p:cNvPr>
              <p:cNvSpPr/>
              <p:nvPr/>
            </p:nvSpPr>
            <p:spPr>
              <a:xfrm>
                <a:off x="8539662" y="1897741"/>
                <a:ext cx="3576000" cy="3368762"/>
              </a:xfrm>
              <a:custGeom>
                <a:avLst/>
                <a:gdLst>
                  <a:gd name="connsiteX0" fmla="*/ 181188 w 3522000"/>
                  <a:gd name="connsiteY0" fmla="*/ 0 h 3369601"/>
                  <a:gd name="connsiteX1" fmla="*/ 2493700 w 3522000"/>
                  <a:gd name="connsiteY1" fmla="*/ 0 h 3369601"/>
                  <a:gd name="connsiteX2" fmla="*/ 2770194 w 3522000"/>
                  <a:gd name="connsiteY2" fmla="*/ 201513 h 3369601"/>
                  <a:gd name="connsiteX3" fmla="*/ 3188040 w 3522000"/>
                  <a:gd name="connsiteY3" fmla="*/ 1549934 h 3369601"/>
                  <a:gd name="connsiteX4" fmla="*/ 3441624 w 3522000"/>
                  <a:gd name="connsiteY4" fmla="*/ 1711082 h 3369601"/>
                  <a:gd name="connsiteX5" fmla="*/ 3522000 w 3522000"/>
                  <a:gd name="connsiteY5" fmla="*/ 1710793 h 3369601"/>
                  <a:gd name="connsiteX6" fmla="*/ 3522000 w 3522000"/>
                  <a:gd name="connsiteY6" fmla="*/ 1841801 h 3369601"/>
                  <a:gd name="connsiteX7" fmla="*/ 3494956 w 3522000"/>
                  <a:gd name="connsiteY7" fmla="*/ 1844183 h 3369601"/>
                  <a:gd name="connsiteX8" fmla="*/ 3072806 w 3522000"/>
                  <a:gd name="connsiteY8" fmla="*/ 2051903 h 3369601"/>
                  <a:gd name="connsiteX9" fmla="*/ 2378792 w 3522000"/>
                  <a:gd name="connsiteY9" fmla="*/ 3188893 h 3369601"/>
                  <a:gd name="connsiteX10" fmla="*/ 2054309 w 3522000"/>
                  <a:gd name="connsiteY10" fmla="*/ 3369601 h 3369601"/>
                  <a:gd name="connsiteX11" fmla="*/ 764213 w 3522000"/>
                  <a:gd name="connsiteY11" fmla="*/ 3369601 h 3369601"/>
                  <a:gd name="connsiteX12" fmla="*/ 514158 w 3522000"/>
                  <a:gd name="connsiteY12" fmla="*/ 3161798 h 3369601"/>
                  <a:gd name="connsiteX13" fmla="*/ 2951 w 3522000"/>
                  <a:gd name="connsiteY13" fmla="*/ 207803 h 3369601"/>
                  <a:gd name="connsiteX14" fmla="*/ 181188 w 3522000"/>
                  <a:gd name="connsiteY14" fmla="*/ 0 h 336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22000" h="3369601">
                    <a:moveTo>
                      <a:pt x="181188" y="0"/>
                    </a:moveTo>
                    <a:lnTo>
                      <a:pt x="2493700" y="0"/>
                    </a:lnTo>
                    <a:cubicBezTo>
                      <a:pt x="2611218" y="0"/>
                      <a:pt x="2735918" y="90718"/>
                      <a:pt x="2770194" y="201513"/>
                    </a:cubicBezTo>
                    <a:lnTo>
                      <a:pt x="3188040" y="1549934"/>
                    </a:lnTo>
                    <a:cubicBezTo>
                      <a:pt x="3212523" y="1646820"/>
                      <a:pt x="3308803" y="1698665"/>
                      <a:pt x="3441624" y="1711082"/>
                    </a:cubicBezTo>
                    <a:lnTo>
                      <a:pt x="3522000" y="1710793"/>
                    </a:lnTo>
                    <a:lnTo>
                      <a:pt x="3522000" y="1841801"/>
                    </a:lnTo>
                    <a:lnTo>
                      <a:pt x="3494956" y="1844183"/>
                    </a:lnTo>
                    <a:cubicBezTo>
                      <a:pt x="3367828" y="1855455"/>
                      <a:pt x="3195712" y="1879177"/>
                      <a:pt x="3072806" y="2051903"/>
                    </a:cubicBezTo>
                    <a:lnTo>
                      <a:pt x="2378792" y="3188893"/>
                    </a:lnTo>
                    <a:cubicBezTo>
                      <a:pt x="2318074" y="3288318"/>
                      <a:pt x="2172154" y="3369601"/>
                      <a:pt x="2054309" y="3369601"/>
                    </a:cubicBezTo>
                    <a:lnTo>
                      <a:pt x="764213" y="3369601"/>
                    </a:lnTo>
                    <a:cubicBezTo>
                      <a:pt x="646367" y="3369601"/>
                      <a:pt x="533745" y="3276222"/>
                      <a:pt x="514158" y="3161798"/>
                    </a:cubicBezTo>
                    <a:lnTo>
                      <a:pt x="2951" y="207803"/>
                    </a:lnTo>
                    <a:cubicBezTo>
                      <a:pt x="-16635" y="93620"/>
                      <a:pt x="63343" y="0"/>
                      <a:pt x="181188" y="0"/>
                    </a:cubicBezTo>
                    <a:close/>
                  </a:path>
                </a:pathLst>
              </a:custGeom>
              <a:grpFill/>
              <a:ln w="276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lumMod val="60000"/>
                      <a:lumOff val="40000"/>
                    </a:srgbClr>
                  </a:solidFill>
                  <a:effectLst/>
                  <a:uLnTx/>
                  <a:uFillTx/>
                  <a:latin typeface="Verdana" panose="020B0604030504040204" pitchFamily="34" charset="0"/>
                  <a:ea typeface="Verdana" panose="020B0604030504040204" pitchFamily="34" charset="0"/>
                  <a:cs typeface="+mn-cs"/>
                </a:endParaRPr>
              </a:p>
            </p:txBody>
          </p:sp>
          <p:sp>
            <p:nvSpPr>
              <p:cNvPr id="19" name="TextBox 18">
                <a:extLst>
                  <a:ext uri="{FF2B5EF4-FFF2-40B4-BE49-F238E27FC236}">
                    <a16:creationId xmlns:a16="http://schemas.microsoft.com/office/drawing/2014/main" id="{6DF3F0BA-DEC0-448F-CDEF-90C46ED408FC}"/>
                  </a:ext>
                </a:extLst>
              </p:cNvPr>
              <p:cNvSpPr txBox="1"/>
              <p:nvPr/>
            </p:nvSpPr>
            <p:spPr bwMode="gray">
              <a:xfrm>
                <a:off x="9133403" y="2417648"/>
                <a:ext cx="2243959" cy="1836578"/>
              </a:xfrm>
              <a:prstGeom prst="rect">
                <a:avLst/>
              </a:prstGeom>
              <a:grpFill/>
            </p:spPr>
            <p:txBody>
              <a:bodyPr wrap="square" lIns="0" tIns="0" rIns="0" bIns="0" rtlCol="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ru-RU" altLang="en-US" sz="16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В течение 6 месяцев лечения назначалась та же доза </a:t>
                </a:r>
                <a:r>
                  <a:rPr kumimoji="0" lang="ru-RU" altLang="en-US" sz="1600" b="1" i="0" u="sng"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фиксированной комбинации, </a:t>
                </a:r>
                <a:r>
                  <a:rPr kumimoji="0" lang="ru-RU" altLang="en-US" sz="16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которая ранее использовалась в свободной комбинации</a:t>
                </a:r>
              </a:p>
            </p:txBody>
          </p:sp>
        </p:grpSp>
        <p:pic>
          <p:nvPicPr>
            <p:cNvPr id="23" name="Рисунок 22">
              <a:extLst>
                <a:ext uri="{FF2B5EF4-FFF2-40B4-BE49-F238E27FC236}">
                  <a16:creationId xmlns:a16="http://schemas.microsoft.com/office/drawing/2014/main" id="{319FBBA7-E999-2FA2-C7B3-96AC8F9A0D31}"/>
                </a:ext>
              </a:extLst>
            </p:cNvPr>
            <p:cNvPicPr>
              <a:picLocks noChangeAspect="1"/>
            </p:cNvPicPr>
            <p:nvPr/>
          </p:nvPicPr>
          <p:blipFill rotWithShape="1">
            <a:blip r:embed="rId4">
              <a:extLst>
                <a:ext uri="{28A0092B-C50C-407E-A947-70E740481C1C}">
                  <a14:useLocalDpi xmlns:a14="http://schemas.microsoft.com/office/drawing/2010/main" val="0"/>
                </a:ext>
              </a:extLst>
            </a:blip>
            <a:srcRect l="11761" t="2867" r="11579"/>
            <a:stretch/>
          </p:blipFill>
          <p:spPr>
            <a:xfrm>
              <a:off x="6330196" y="4031688"/>
              <a:ext cx="2886296" cy="2439288"/>
            </a:xfrm>
            <a:custGeom>
              <a:avLst/>
              <a:gdLst>
                <a:gd name="connsiteX0" fmla="*/ 1279697 w 2282681"/>
                <a:gd name="connsiteY0" fmla="*/ 479 h 1929157"/>
                <a:gd name="connsiteX1" fmla="*/ 2174972 w 2282681"/>
                <a:gd name="connsiteY1" fmla="*/ 1480523 h 1929157"/>
                <a:gd name="connsiteX2" fmla="*/ 762329 w 2282681"/>
                <a:gd name="connsiteY2" fmla="*/ 1770963 h 1929157"/>
                <a:gd name="connsiteX3" fmla="*/ 1854 w 2282681"/>
                <a:gd name="connsiteY3" fmla="*/ 757828 h 1929157"/>
                <a:gd name="connsiteX4" fmla="*/ 910814 w 2282681"/>
                <a:gd name="connsiteY4" fmla="*/ 26271 h 1929157"/>
                <a:gd name="connsiteX5" fmla="*/ 1279697 w 2282681"/>
                <a:gd name="connsiteY5" fmla="*/ 479 h 1929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82681" h="1929157">
                  <a:moveTo>
                    <a:pt x="1279697" y="479"/>
                  </a:moveTo>
                  <a:cubicBezTo>
                    <a:pt x="2357887" y="25749"/>
                    <a:pt x="2395552" y="1044306"/>
                    <a:pt x="2174972" y="1480523"/>
                  </a:cubicBezTo>
                  <a:cubicBezTo>
                    <a:pt x="1983979" y="1857550"/>
                    <a:pt x="1489031" y="2107765"/>
                    <a:pt x="762329" y="1770963"/>
                  </a:cubicBezTo>
                  <a:cubicBezTo>
                    <a:pt x="35627" y="1434161"/>
                    <a:pt x="-12121" y="963046"/>
                    <a:pt x="1854" y="757828"/>
                  </a:cubicBezTo>
                  <a:cubicBezTo>
                    <a:pt x="15828" y="552609"/>
                    <a:pt x="150338" y="141492"/>
                    <a:pt x="910814" y="26271"/>
                  </a:cubicBezTo>
                  <a:cubicBezTo>
                    <a:pt x="1045488" y="5880"/>
                    <a:pt x="1168159" y="-2135"/>
                    <a:pt x="1279697" y="479"/>
                  </a:cubicBezTo>
                  <a:close/>
                </a:path>
              </a:pathLst>
            </a:custGeom>
            <a:ln w="76200">
              <a:solidFill>
                <a:schemeClr val="bg1"/>
              </a:solidFill>
            </a:ln>
          </p:spPr>
        </p:pic>
        <p:sp>
          <p:nvSpPr>
            <p:cNvPr id="24" name="Рисунок 35">
              <a:extLst>
                <a:ext uri="{FF2B5EF4-FFF2-40B4-BE49-F238E27FC236}">
                  <a16:creationId xmlns:a16="http://schemas.microsoft.com/office/drawing/2014/main" id="{A6B28DAF-F7F1-D0E1-8728-55974F9427B2}"/>
                </a:ext>
              </a:extLst>
            </p:cNvPr>
            <p:cNvSpPr/>
            <p:nvPr/>
          </p:nvSpPr>
          <p:spPr>
            <a:xfrm rot="5400000">
              <a:off x="9414146" y="5252492"/>
              <a:ext cx="607515" cy="607471"/>
            </a:xfrm>
            <a:custGeom>
              <a:avLst/>
              <a:gdLst>
                <a:gd name="connsiteX0" fmla="*/ 2566025 w 2566025"/>
                <a:gd name="connsiteY0" fmla="*/ 1282445 h 2565842"/>
                <a:gd name="connsiteX1" fmla="*/ 2019290 w 2566025"/>
                <a:gd name="connsiteY1" fmla="*/ 241362 h 2565842"/>
                <a:gd name="connsiteX2" fmla="*/ 193348 w 2566025"/>
                <a:gd name="connsiteY2" fmla="*/ 536637 h 2565842"/>
                <a:gd name="connsiteX3" fmla="*/ 20945 w 2566025"/>
                <a:gd name="connsiteY3" fmla="*/ 862392 h 2565842"/>
                <a:gd name="connsiteX4" fmla="*/ 21898 w 2566025"/>
                <a:gd name="connsiteY4" fmla="*/ 861440 h 2565842"/>
                <a:gd name="connsiteX5" fmla="*/ 280025 w 2566025"/>
                <a:gd name="connsiteY5" fmla="*/ 1146237 h 2565842"/>
                <a:gd name="connsiteX6" fmla="*/ 477193 w 2566025"/>
                <a:gd name="connsiteY6" fmla="*/ 1146237 h 2565842"/>
                <a:gd name="connsiteX7" fmla="*/ 545773 w 2566025"/>
                <a:gd name="connsiteY7" fmla="*/ 1146237 h 2565842"/>
                <a:gd name="connsiteX8" fmla="*/ 545773 w 2566025"/>
                <a:gd name="connsiteY8" fmla="*/ 1146237 h 2565842"/>
                <a:gd name="connsiteX9" fmla="*/ 1579235 w 2566025"/>
                <a:gd name="connsiteY9" fmla="*/ 1146237 h 2565842"/>
                <a:gd name="connsiteX10" fmla="*/ 1162040 w 2566025"/>
                <a:gd name="connsiteY10" fmla="*/ 806195 h 2565842"/>
                <a:gd name="connsiteX11" fmla="*/ 1156325 w 2566025"/>
                <a:gd name="connsiteY11" fmla="*/ 770952 h 2565842"/>
                <a:gd name="connsiteX12" fmla="*/ 1207760 w 2566025"/>
                <a:gd name="connsiteY12" fmla="*/ 710945 h 2565842"/>
                <a:gd name="connsiteX13" fmla="*/ 1311583 w 2566025"/>
                <a:gd name="connsiteY13" fmla="*/ 650937 h 2565842"/>
                <a:gd name="connsiteX14" fmla="*/ 1424930 w 2566025"/>
                <a:gd name="connsiteY14" fmla="*/ 690942 h 2565842"/>
                <a:gd name="connsiteX15" fmla="*/ 1950710 w 2566025"/>
                <a:gd name="connsiteY15" fmla="*/ 1121472 h 2565842"/>
                <a:gd name="connsiteX16" fmla="*/ 2020243 w 2566025"/>
                <a:gd name="connsiteY16" fmla="*/ 1282445 h 2565842"/>
                <a:gd name="connsiteX17" fmla="*/ 1950710 w 2566025"/>
                <a:gd name="connsiteY17" fmla="*/ 1444370 h 2565842"/>
                <a:gd name="connsiteX18" fmla="*/ 1424930 w 2566025"/>
                <a:gd name="connsiteY18" fmla="*/ 1873947 h 2565842"/>
                <a:gd name="connsiteX19" fmla="*/ 1311583 w 2566025"/>
                <a:gd name="connsiteY19" fmla="*/ 1913952 h 2565842"/>
                <a:gd name="connsiteX20" fmla="*/ 1207760 w 2566025"/>
                <a:gd name="connsiteY20" fmla="*/ 1853945 h 2565842"/>
                <a:gd name="connsiteX21" fmla="*/ 1156325 w 2566025"/>
                <a:gd name="connsiteY21" fmla="*/ 1793937 h 2565842"/>
                <a:gd name="connsiteX22" fmla="*/ 1162040 w 2566025"/>
                <a:gd name="connsiteY22" fmla="*/ 1758695 h 2565842"/>
                <a:gd name="connsiteX23" fmla="*/ 1577330 w 2566025"/>
                <a:gd name="connsiteY23" fmla="*/ 1419605 h 2565842"/>
                <a:gd name="connsiteX24" fmla="*/ 544820 w 2566025"/>
                <a:gd name="connsiteY24" fmla="*/ 1419605 h 2565842"/>
                <a:gd name="connsiteX25" fmla="*/ 544820 w 2566025"/>
                <a:gd name="connsiteY25" fmla="*/ 1419605 h 2565842"/>
                <a:gd name="connsiteX26" fmla="*/ 476240 w 2566025"/>
                <a:gd name="connsiteY26" fmla="*/ 1419605 h 2565842"/>
                <a:gd name="connsiteX27" fmla="*/ 279073 w 2566025"/>
                <a:gd name="connsiteY27" fmla="*/ 1419605 h 2565842"/>
                <a:gd name="connsiteX28" fmla="*/ 20945 w 2566025"/>
                <a:gd name="connsiteY28" fmla="*/ 1704402 h 2565842"/>
                <a:gd name="connsiteX29" fmla="*/ 19993 w 2566025"/>
                <a:gd name="connsiteY29" fmla="*/ 1703450 h 2565842"/>
                <a:gd name="connsiteX30" fmla="*/ 192395 w 2566025"/>
                <a:gd name="connsiteY30" fmla="*/ 2029205 h 2565842"/>
                <a:gd name="connsiteX31" fmla="*/ 2019290 w 2566025"/>
                <a:gd name="connsiteY31" fmla="*/ 2324480 h 2565842"/>
                <a:gd name="connsiteX32" fmla="*/ 2566025 w 2566025"/>
                <a:gd name="connsiteY32" fmla="*/ 1283397 h 2565842"/>
                <a:gd name="connsiteX33" fmla="*/ 2566025 w 2566025"/>
                <a:gd name="connsiteY33" fmla="*/ 1283397 h 2565842"/>
                <a:gd name="connsiteX34" fmla="*/ 2566025 w 2566025"/>
                <a:gd name="connsiteY34" fmla="*/ 1282445 h 2565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566025" h="2565842">
                  <a:moveTo>
                    <a:pt x="2566025" y="1282445"/>
                  </a:moveTo>
                  <a:cubicBezTo>
                    <a:pt x="2564120" y="883347"/>
                    <a:pt x="2374573" y="491870"/>
                    <a:pt x="2019290" y="241362"/>
                  </a:cubicBezTo>
                  <a:cubicBezTo>
                    <a:pt x="1431598" y="-172975"/>
                    <a:pt x="614353" y="-40578"/>
                    <a:pt x="193348" y="536637"/>
                  </a:cubicBezTo>
                  <a:cubicBezTo>
                    <a:pt x="118100" y="639507"/>
                    <a:pt x="60950" y="749045"/>
                    <a:pt x="20945" y="862392"/>
                  </a:cubicBezTo>
                  <a:cubicBezTo>
                    <a:pt x="21898" y="861440"/>
                    <a:pt x="21898" y="861440"/>
                    <a:pt x="21898" y="861440"/>
                  </a:cubicBezTo>
                  <a:cubicBezTo>
                    <a:pt x="-79067" y="1151000"/>
                    <a:pt x="280025" y="1146237"/>
                    <a:pt x="280025" y="1146237"/>
                  </a:cubicBezTo>
                  <a:lnTo>
                    <a:pt x="477193" y="1146237"/>
                  </a:lnTo>
                  <a:lnTo>
                    <a:pt x="545773" y="1146237"/>
                  </a:lnTo>
                  <a:cubicBezTo>
                    <a:pt x="545773" y="1146237"/>
                    <a:pt x="545773" y="1146237"/>
                    <a:pt x="545773" y="1146237"/>
                  </a:cubicBezTo>
                  <a:lnTo>
                    <a:pt x="1579235" y="1146237"/>
                  </a:lnTo>
                  <a:lnTo>
                    <a:pt x="1162040" y="806195"/>
                  </a:lnTo>
                  <a:cubicBezTo>
                    <a:pt x="1148705" y="794765"/>
                    <a:pt x="1145848" y="783335"/>
                    <a:pt x="1156325" y="770952"/>
                  </a:cubicBezTo>
                  <a:lnTo>
                    <a:pt x="1207760" y="710945"/>
                  </a:lnTo>
                  <a:cubicBezTo>
                    <a:pt x="1239193" y="673797"/>
                    <a:pt x="1273483" y="654747"/>
                    <a:pt x="1311583" y="650937"/>
                  </a:cubicBezTo>
                  <a:cubicBezTo>
                    <a:pt x="1349683" y="647127"/>
                    <a:pt x="1387783" y="660462"/>
                    <a:pt x="1424930" y="690942"/>
                  </a:cubicBezTo>
                  <a:lnTo>
                    <a:pt x="1950710" y="1121472"/>
                  </a:lnTo>
                  <a:cubicBezTo>
                    <a:pt x="2002145" y="1163382"/>
                    <a:pt x="2019290" y="1208150"/>
                    <a:pt x="2020243" y="1282445"/>
                  </a:cubicBezTo>
                  <a:cubicBezTo>
                    <a:pt x="2021195" y="1351025"/>
                    <a:pt x="2005003" y="1395792"/>
                    <a:pt x="1950710" y="1444370"/>
                  </a:cubicBezTo>
                  <a:cubicBezTo>
                    <a:pt x="1921183" y="1471040"/>
                    <a:pt x="1424930" y="1873947"/>
                    <a:pt x="1424930" y="1873947"/>
                  </a:cubicBezTo>
                  <a:cubicBezTo>
                    <a:pt x="1387783" y="1904427"/>
                    <a:pt x="1349683" y="1917762"/>
                    <a:pt x="1311583" y="1913952"/>
                  </a:cubicBezTo>
                  <a:cubicBezTo>
                    <a:pt x="1273483" y="1910142"/>
                    <a:pt x="1239193" y="1891092"/>
                    <a:pt x="1207760" y="1853945"/>
                  </a:cubicBezTo>
                  <a:lnTo>
                    <a:pt x="1156325" y="1793937"/>
                  </a:lnTo>
                  <a:cubicBezTo>
                    <a:pt x="1145848" y="1781555"/>
                    <a:pt x="1148705" y="1770125"/>
                    <a:pt x="1162040" y="1758695"/>
                  </a:cubicBezTo>
                  <a:lnTo>
                    <a:pt x="1577330" y="1419605"/>
                  </a:lnTo>
                  <a:lnTo>
                    <a:pt x="544820" y="1419605"/>
                  </a:lnTo>
                  <a:cubicBezTo>
                    <a:pt x="544820" y="1419605"/>
                    <a:pt x="544820" y="1419605"/>
                    <a:pt x="544820" y="1419605"/>
                  </a:cubicBezTo>
                  <a:lnTo>
                    <a:pt x="476240" y="1419605"/>
                  </a:lnTo>
                  <a:lnTo>
                    <a:pt x="279073" y="1419605"/>
                  </a:lnTo>
                  <a:cubicBezTo>
                    <a:pt x="279073" y="1419605"/>
                    <a:pt x="-90497" y="1408175"/>
                    <a:pt x="20945" y="1704402"/>
                  </a:cubicBezTo>
                  <a:cubicBezTo>
                    <a:pt x="20945" y="1704402"/>
                    <a:pt x="20945" y="1704402"/>
                    <a:pt x="19993" y="1703450"/>
                  </a:cubicBezTo>
                  <a:cubicBezTo>
                    <a:pt x="59998" y="1816797"/>
                    <a:pt x="117148" y="1926335"/>
                    <a:pt x="192395" y="2029205"/>
                  </a:cubicBezTo>
                  <a:cubicBezTo>
                    <a:pt x="613400" y="2606420"/>
                    <a:pt x="1431598" y="2738817"/>
                    <a:pt x="2019290" y="2324480"/>
                  </a:cubicBezTo>
                  <a:cubicBezTo>
                    <a:pt x="2374573" y="2074925"/>
                    <a:pt x="2564120" y="1682495"/>
                    <a:pt x="2566025" y="1283397"/>
                  </a:cubicBezTo>
                  <a:lnTo>
                    <a:pt x="2566025" y="1283397"/>
                  </a:lnTo>
                  <a:cubicBezTo>
                    <a:pt x="2566025" y="1283397"/>
                    <a:pt x="2566025" y="1282445"/>
                    <a:pt x="2566025" y="1282445"/>
                  </a:cubicBezTo>
                  <a:close/>
                </a:path>
              </a:pathLst>
            </a:custGeom>
            <a:gradFill>
              <a:gsLst>
                <a:gs pos="1000">
                  <a:srgbClr val="C1D82E"/>
                </a:gs>
                <a:gs pos="100000">
                  <a:srgbClr val="398ACB"/>
                </a:gs>
              </a:gsLst>
              <a:lin ang="0" scaled="1"/>
            </a:gradFill>
            <a:ln w="9525" cap="flat">
              <a:noFill/>
              <a:prstDash val="solid"/>
              <a:miter/>
            </a:ln>
          </p:spPr>
          <p:txBody>
            <a:bodyPr rtlCol="0"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sp>
        <p:nvSpPr>
          <p:cNvPr id="25" name="Объект 4">
            <a:extLst>
              <a:ext uri="{FF2B5EF4-FFF2-40B4-BE49-F238E27FC236}">
                <a16:creationId xmlns:a16="http://schemas.microsoft.com/office/drawing/2014/main" id="{B306A5EB-BBF7-146C-17FD-4740AABBEAFE}"/>
              </a:ext>
            </a:extLst>
          </p:cNvPr>
          <p:cNvSpPr txBox="1">
            <a:spLocks/>
          </p:cNvSpPr>
          <p:nvPr/>
        </p:nvSpPr>
        <p:spPr>
          <a:xfrm>
            <a:off x="924971" y="6103400"/>
            <a:ext cx="4142329" cy="457738"/>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300"/>
              </a:spcBef>
              <a:buFontTx/>
              <a:buNone/>
              <a:defRPr sz="800" kern="1200">
                <a:solidFill>
                  <a:schemeClr val="tx2"/>
                </a:solidFill>
                <a:latin typeface="Calibri" panose="020F0502020204030204" pitchFamily="34" charset="0"/>
                <a:ea typeface="+mn-ea"/>
                <a:cs typeface="Calibri" panose="020F0502020204030204" pitchFamily="34" charset="0"/>
              </a:defRPr>
            </a:lvl1pPr>
            <a:lvl2pPr marL="457200" indent="0" algn="l" defTabSz="914400" rtl="0" eaLnBrk="1" latinLnBrk="0" hangingPunct="1">
              <a:lnSpc>
                <a:spcPct val="110000"/>
              </a:lnSpc>
              <a:spcBef>
                <a:spcPts val="800"/>
              </a:spcBef>
              <a:buFontTx/>
              <a:buNone/>
              <a:defRPr sz="1600" kern="1200">
                <a:solidFill>
                  <a:schemeClr val="tx2"/>
                </a:solidFill>
                <a:latin typeface="Calibri" panose="020F0502020204030204" pitchFamily="34" charset="0"/>
                <a:ea typeface="+mn-ea"/>
                <a:cs typeface="Calibri" panose="020F0502020204030204" pitchFamily="34" charset="0"/>
              </a:defRPr>
            </a:lvl2pPr>
            <a:lvl3pPr marL="914400" indent="0" algn="l" defTabSz="914400" rtl="0" eaLnBrk="1" latinLnBrk="0" hangingPunct="1">
              <a:lnSpc>
                <a:spcPct val="110000"/>
              </a:lnSpc>
              <a:spcBef>
                <a:spcPts val="800"/>
              </a:spcBef>
              <a:buFontTx/>
              <a:buNone/>
              <a:defRPr sz="1400" kern="1200">
                <a:solidFill>
                  <a:schemeClr val="tx2"/>
                </a:solidFill>
                <a:latin typeface="Calibri" panose="020F0502020204030204" pitchFamily="34" charset="0"/>
                <a:ea typeface="+mn-ea"/>
                <a:cs typeface="Calibri" panose="020F0502020204030204" pitchFamily="34" charset="0"/>
              </a:defRPr>
            </a:lvl3pPr>
            <a:lvl4pPr marL="1371600" indent="0" algn="l" defTabSz="914400" rtl="0" eaLnBrk="1" latinLnBrk="0" hangingPunct="1">
              <a:lnSpc>
                <a:spcPct val="110000"/>
              </a:lnSpc>
              <a:spcBef>
                <a:spcPts val="800"/>
              </a:spcBef>
              <a:buFontTx/>
              <a:buNone/>
              <a:defRPr sz="1200" kern="1200">
                <a:solidFill>
                  <a:schemeClr val="tx2"/>
                </a:solidFill>
                <a:latin typeface="Calibri" panose="020F0502020204030204" pitchFamily="34" charset="0"/>
                <a:ea typeface="+mn-ea"/>
                <a:cs typeface="Calibri" panose="020F0502020204030204" pitchFamily="34" charset="0"/>
              </a:defRPr>
            </a:lvl4pPr>
            <a:lvl5pPr marL="1828800" indent="0" algn="l" defTabSz="914400" rtl="0" eaLnBrk="1" latinLnBrk="0" hangingPunct="1">
              <a:lnSpc>
                <a:spcPct val="110000"/>
              </a:lnSpc>
              <a:spcBef>
                <a:spcPts val="800"/>
              </a:spcBef>
              <a:buFontTx/>
              <a:buNone/>
              <a:defRPr sz="1200" kern="1200">
                <a:solidFill>
                  <a:schemeClr val="tx2"/>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ФК </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фиксированная комбинация</a:t>
            </a:r>
          </a:p>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1.</a:t>
            </a: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a:t>
            </a:r>
            <a:r>
              <a:rPr kumimoji="0" lang="en-US" sz="800" b="0" i="0" u="none" strike="noStrike" kern="1200" cap="none" spc="0" normalizeH="0" baseline="0" noProof="0" dirty="0" err="1">
                <a:ln>
                  <a:noFill/>
                </a:ln>
                <a:solidFill>
                  <a:srgbClr val="323F48"/>
                </a:solidFill>
                <a:effectLst/>
                <a:uLnTx/>
                <a:uFillTx/>
                <a:latin typeface="Calibri" panose="020F0502020204030204" pitchFamily="34" charset="0"/>
                <a:ea typeface="+mn-ea"/>
                <a:cs typeface="Calibri" panose="020F0502020204030204" pitchFamily="34" charset="0"/>
              </a:rPr>
              <a:t>Czarnecka</a:t>
            </a:r>
            <a:r>
              <a:rPr kumimoji="0" lang="en-US"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D, et al. </a:t>
            </a:r>
            <a:r>
              <a:rPr kumimoji="0" lang="en-US" sz="800" b="0" i="0" u="none" strike="noStrike" kern="1200" cap="none" spc="0" normalizeH="0" baseline="0" noProof="0" dirty="0" err="1">
                <a:ln>
                  <a:noFill/>
                </a:ln>
                <a:solidFill>
                  <a:srgbClr val="323F48"/>
                </a:solidFill>
                <a:effectLst/>
                <a:uLnTx/>
                <a:uFillTx/>
                <a:latin typeface="Calibri" panose="020F0502020204030204" pitchFamily="34" charset="0"/>
                <a:ea typeface="+mn-ea"/>
                <a:cs typeface="Calibri" panose="020F0502020204030204" pitchFamily="34" charset="0"/>
              </a:rPr>
              <a:t>Curr</a:t>
            </a:r>
            <a:r>
              <a:rPr kumimoji="0" lang="en-US"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Med Res </a:t>
            </a:r>
            <a:r>
              <a:rPr kumimoji="0" lang="en-US" sz="800" b="0" i="0" u="none" strike="noStrike" kern="1200" cap="none" spc="0" normalizeH="0" baseline="0" noProof="0" dirty="0" err="1">
                <a:ln>
                  <a:noFill/>
                </a:ln>
                <a:solidFill>
                  <a:srgbClr val="323F48"/>
                </a:solidFill>
                <a:effectLst/>
                <a:uLnTx/>
                <a:uFillTx/>
                <a:latin typeface="Calibri" panose="020F0502020204030204" pitchFamily="34" charset="0"/>
                <a:ea typeface="+mn-ea"/>
                <a:cs typeface="Calibri" panose="020F0502020204030204" pitchFamily="34" charset="0"/>
              </a:rPr>
              <a:t>Opin</a:t>
            </a:r>
            <a:r>
              <a:rPr kumimoji="0" lang="en-US"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2015;31(5):875-81</a:t>
            </a:r>
          </a:p>
        </p:txBody>
      </p:sp>
      <p:sp>
        <p:nvSpPr>
          <p:cNvPr id="3" name="Заголовок 7">
            <a:extLst>
              <a:ext uri="{FF2B5EF4-FFF2-40B4-BE49-F238E27FC236}">
                <a16:creationId xmlns:a16="http://schemas.microsoft.com/office/drawing/2014/main" id="{F2F693D6-B27D-3A19-D162-622B19714C1D}"/>
              </a:ext>
            </a:extLst>
          </p:cNvPr>
          <p:cNvSpPr txBox="1">
            <a:spLocks/>
          </p:cNvSpPr>
          <p:nvPr/>
        </p:nvSpPr>
        <p:spPr>
          <a:xfrm>
            <a:off x="895943" y="497766"/>
            <a:ext cx="10909300" cy="575395"/>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lvl="0">
              <a:defRPr/>
            </a:pPr>
            <a:r>
              <a:rPr lang="ru-RU" sz="2000" dirty="0" err="1"/>
              <a:t>Конкор</a:t>
            </a:r>
            <a:r>
              <a:rPr lang="ru-RU" sz="2000" baseline="30000" dirty="0"/>
              <a:t>®</a:t>
            </a:r>
            <a:r>
              <a:rPr lang="ru-RU" sz="2000" dirty="0"/>
              <a:t> АМ </a:t>
            </a:r>
            <a:r>
              <a:rPr kumimoji="0" lang="ru-RU"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высокая приверженность и эффективность в реальной практике</a:t>
            </a:r>
            <a:endParaRPr kumimoji="0" lang="ru-RU" sz="2000" b="0" i="0" u="none" strike="noStrike" kern="1200" cap="none" spc="0" normalizeH="0" baseline="50000" noProof="0" dirty="0">
              <a:ln>
                <a:noFill/>
              </a:ln>
              <a:solidFill>
                <a:srgbClr val="265374"/>
              </a:solidFill>
              <a:effectLst/>
              <a:uLnTx/>
              <a:uFillTx/>
              <a:latin typeface="Verdana" panose="020B0604030504040204" pitchFamily="34" charset="0"/>
              <a:ea typeface="Verdana" panose="020B0604030504040204" pitchFamily="34" charset="0"/>
              <a:cs typeface="+mj-cs"/>
            </a:endParaRPr>
          </a:p>
        </p:txBody>
      </p:sp>
      <p:sp>
        <p:nvSpPr>
          <p:cNvPr id="4" name="Заголовок 7">
            <a:extLst>
              <a:ext uri="{FF2B5EF4-FFF2-40B4-BE49-F238E27FC236}">
                <a16:creationId xmlns:a16="http://schemas.microsoft.com/office/drawing/2014/main" id="{DBC1CFAE-C730-56F7-7258-E71F43CC0B28}"/>
              </a:ext>
            </a:extLst>
          </p:cNvPr>
          <p:cNvSpPr txBox="1">
            <a:spLocks/>
          </p:cNvSpPr>
          <p:nvPr/>
        </p:nvSpPr>
        <p:spPr>
          <a:xfrm>
            <a:off x="924971" y="1110636"/>
            <a:ext cx="10909300" cy="356195"/>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lvl="0">
              <a:defRPr/>
            </a:pPr>
            <a:r>
              <a:rPr lang="ru-RU" sz="1600" b="0" i="1" dirty="0"/>
              <a:t>Исследование 4226 пациентов с артериальной гипертензией</a:t>
            </a:r>
            <a:endParaRPr kumimoji="0" lang="ru-RU" sz="1600" b="0" i="1" u="none" strike="noStrike" kern="1200" cap="none" spc="0" normalizeH="0" baseline="50000" noProof="0" dirty="0">
              <a:ln>
                <a:noFill/>
              </a:ln>
              <a:solidFill>
                <a:srgbClr val="265374"/>
              </a:solidFill>
              <a:effectLst/>
              <a:uLnTx/>
              <a:uFillTx/>
              <a:latin typeface="Verdana" panose="020B0604030504040204" pitchFamily="34" charset="0"/>
              <a:ea typeface="Verdana" panose="020B0604030504040204" pitchFamily="34" charset="0"/>
              <a:cs typeface="+mj-cs"/>
            </a:endParaRPr>
          </a:p>
        </p:txBody>
      </p:sp>
    </p:spTree>
    <p:extLst>
      <p:ext uri="{BB962C8B-B14F-4D97-AF65-F5344CB8AC3E}">
        <p14:creationId xmlns:p14="http://schemas.microsoft.com/office/powerpoint/2010/main" val="1802394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hteck 2">
            <a:extLst>
              <a:ext uri="{FF2B5EF4-FFF2-40B4-BE49-F238E27FC236}">
                <a16:creationId xmlns:a16="http://schemas.microsoft.com/office/drawing/2014/main" id="{256D70DB-A806-1DE0-6D1E-161C4487B009}"/>
              </a:ext>
            </a:extLst>
          </p:cNvPr>
          <p:cNvSpPr/>
          <p:nvPr/>
        </p:nvSpPr>
        <p:spPr bwMode="auto">
          <a:xfrm>
            <a:off x="1273629" y="4199892"/>
            <a:ext cx="9477937" cy="1166765"/>
          </a:xfrm>
          <a:prstGeom prst="rect">
            <a:avLst/>
          </a:prstGeom>
          <a:noFill/>
          <a:ln w="9525" cap="flat" cmpd="sng" algn="ctr">
            <a:noFill/>
            <a:prstDash val="solid"/>
            <a:round/>
            <a:headEnd type="none" w="med" len="med"/>
            <a:tailEnd type="none" w="med" len="med"/>
          </a:ln>
          <a:effectLst/>
        </p:spPr>
        <p:txBody>
          <a:bodyPr vert="horz" wrap="none" lIns="73152" tIns="73152" rIns="73152" bIns="73152" numCol="1" rtlCol="0" anchor="ctr" anchorCtr="0" compatLnSpc="1">
            <a:prstTxWarp prst="textNoShape">
              <a:avLst/>
            </a:prstTxWarp>
          </a:body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srgbClr val="323F48"/>
              </a:solidFill>
              <a:effectLst/>
              <a:uLnTx/>
              <a:uFillTx/>
              <a:latin typeface="Verdana"/>
              <a:ea typeface="+mn-ea"/>
              <a:cs typeface="Calibri" panose="020F0502020204030204" pitchFamily="34" charset="0"/>
            </a:endParaRPr>
          </a:p>
        </p:txBody>
      </p:sp>
      <p:sp>
        <p:nvSpPr>
          <p:cNvPr id="10" name="Номер слайда 9">
            <a:extLst>
              <a:ext uri="{FF2B5EF4-FFF2-40B4-BE49-F238E27FC236}">
                <a16:creationId xmlns:a16="http://schemas.microsoft.com/office/drawing/2014/main" id="{569BC739-A190-316F-EE9C-FB5ED68D8E91}"/>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68</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sp>
        <p:nvSpPr>
          <p:cNvPr id="17" name="Объект 8">
            <a:extLst>
              <a:ext uri="{FF2B5EF4-FFF2-40B4-BE49-F238E27FC236}">
                <a16:creationId xmlns:a16="http://schemas.microsoft.com/office/drawing/2014/main" id="{1F14B9AC-4480-5F55-3E2F-33FFADE67D9E}"/>
              </a:ext>
            </a:extLst>
          </p:cNvPr>
          <p:cNvSpPr>
            <a:spLocks noGrp="1"/>
          </p:cNvSpPr>
          <p:nvPr>
            <p:ph idx="4294967295"/>
          </p:nvPr>
        </p:nvSpPr>
        <p:spPr>
          <a:xfrm>
            <a:off x="0" y="6470650"/>
            <a:ext cx="3157538" cy="458788"/>
          </a:xfrm>
        </p:spPr>
        <p:txBody>
          <a:bodyPr>
            <a:noAutofit/>
          </a:bodyPr>
          <a:lstStyle/>
          <a:p>
            <a:pPr marL="0" indent="0">
              <a:lnSpc>
                <a:spcPct val="100000"/>
              </a:lnSpc>
              <a:spcBef>
                <a:spcPts val="300"/>
              </a:spcBef>
              <a:buNone/>
            </a:pPr>
            <a:r>
              <a:rPr lang="ru-RU" sz="800" b="1" dirty="0">
                <a:solidFill>
                  <a:srgbClr val="323F48"/>
                </a:solidFill>
                <a:latin typeface="Calibri" panose="020F0502020204030204" pitchFamily="34" charset="0"/>
                <a:cs typeface="Calibri" panose="020F0502020204030204" pitchFamily="34" charset="0"/>
              </a:rPr>
              <a:t>1. </a:t>
            </a:r>
            <a:r>
              <a:rPr lang="en-US" sz="800" dirty="0" err="1">
                <a:solidFill>
                  <a:srgbClr val="323F48"/>
                </a:solidFill>
                <a:latin typeface="Calibri" panose="020F0502020204030204" pitchFamily="34" charset="0"/>
                <a:cs typeface="Calibri" panose="020F0502020204030204" pitchFamily="34" charset="0"/>
              </a:rPr>
              <a:t>Czarnecka</a:t>
            </a:r>
            <a:r>
              <a:rPr lang="en-US" sz="800" dirty="0">
                <a:solidFill>
                  <a:srgbClr val="323F48"/>
                </a:solidFill>
                <a:latin typeface="Calibri" panose="020F0502020204030204" pitchFamily="34" charset="0"/>
                <a:cs typeface="Calibri" panose="020F0502020204030204" pitchFamily="34" charset="0"/>
              </a:rPr>
              <a:t> D, et al. </a:t>
            </a:r>
            <a:r>
              <a:rPr lang="en-US" sz="800" dirty="0" err="1">
                <a:solidFill>
                  <a:srgbClr val="323F48"/>
                </a:solidFill>
                <a:latin typeface="Calibri" panose="020F0502020204030204" pitchFamily="34" charset="0"/>
                <a:cs typeface="Calibri" panose="020F0502020204030204" pitchFamily="34" charset="0"/>
              </a:rPr>
              <a:t>Curr</a:t>
            </a:r>
            <a:r>
              <a:rPr lang="en-US" sz="800" dirty="0">
                <a:solidFill>
                  <a:srgbClr val="323F48"/>
                </a:solidFill>
                <a:latin typeface="Calibri" panose="020F0502020204030204" pitchFamily="34" charset="0"/>
                <a:cs typeface="Calibri" panose="020F0502020204030204" pitchFamily="34" charset="0"/>
              </a:rPr>
              <a:t> Med Res </a:t>
            </a:r>
            <a:r>
              <a:rPr lang="en-US" sz="800" dirty="0" err="1">
                <a:solidFill>
                  <a:srgbClr val="323F48"/>
                </a:solidFill>
                <a:latin typeface="Calibri" panose="020F0502020204030204" pitchFamily="34" charset="0"/>
                <a:cs typeface="Calibri" panose="020F0502020204030204" pitchFamily="34" charset="0"/>
              </a:rPr>
              <a:t>Opin</a:t>
            </a:r>
            <a:r>
              <a:rPr lang="en-US" sz="800" dirty="0">
                <a:solidFill>
                  <a:srgbClr val="323F48"/>
                </a:solidFill>
                <a:latin typeface="Calibri" panose="020F0502020204030204" pitchFamily="34" charset="0"/>
                <a:cs typeface="Calibri" panose="020F0502020204030204" pitchFamily="34" charset="0"/>
              </a:rPr>
              <a:t>. 2015;31(5):875-81</a:t>
            </a:r>
          </a:p>
        </p:txBody>
      </p:sp>
      <p:graphicFrame>
        <p:nvGraphicFramePr>
          <p:cNvPr id="3" name="Таблица 2">
            <a:extLst>
              <a:ext uri="{FF2B5EF4-FFF2-40B4-BE49-F238E27FC236}">
                <a16:creationId xmlns:a16="http://schemas.microsoft.com/office/drawing/2014/main" id="{1287B6E5-D1E8-5CC6-019C-EC82B6663CA5}"/>
              </a:ext>
            </a:extLst>
          </p:cNvPr>
          <p:cNvGraphicFramePr>
            <a:graphicFrameLocks noGrp="1"/>
          </p:cNvGraphicFramePr>
          <p:nvPr>
            <p:extLst>
              <p:ext uri="{D42A27DB-BD31-4B8C-83A1-F6EECF244321}">
                <p14:modId xmlns:p14="http://schemas.microsoft.com/office/powerpoint/2010/main" val="4238845454"/>
              </p:ext>
            </p:extLst>
          </p:nvPr>
        </p:nvGraphicFramePr>
        <p:xfrm>
          <a:off x="870295" y="1473990"/>
          <a:ext cx="10559706" cy="3837792"/>
        </p:xfrm>
        <a:graphic>
          <a:graphicData uri="http://schemas.openxmlformats.org/drawingml/2006/table">
            <a:tbl>
              <a:tblPr firstRow="1" bandRow="1">
                <a:tableStyleId>{21E4AEA4-8DFA-4A89-87EB-49C32662AFE0}</a:tableStyleId>
              </a:tblPr>
              <a:tblGrid>
                <a:gridCol w="3840250">
                  <a:extLst>
                    <a:ext uri="{9D8B030D-6E8A-4147-A177-3AD203B41FA5}">
                      <a16:colId xmlns:a16="http://schemas.microsoft.com/office/drawing/2014/main" val="3205223080"/>
                    </a:ext>
                  </a:extLst>
                </a:gridCol>
                <a:gridCol w="1679864">
                  <a:extLst>
                    <a:ext uri="{9D8B030D-6E8A-4147-A177-3AD203B41FA5}">
                      <a16:colId xmlns:a16="http://schemas.microsoft.com/office/drawing/2014/main" val="1542570446"/>
                    </a:ext>
                  </a:extLst>
                </a:gridCol>
                <a:gridCol w="1679864">
                  <a:extLst>
                    <a:ext uri="{9D8B030D-6E8A-4147-A177-3AD203B41FA5}">
                      <a16:colId xmlns:a16="http://schemas.microsoft.com/office/drawing/2014/main" val="4153113788"/>
                    </a:ext>
                  </a:extLst>
                </a:gridCol>
                <a:gridCol w="1679864">
                  <a:extLst>
                    <a:ext uri="{9D8B030D-6E8A-4147-A177-3AD203B41FA5}">
                      <a16:colId xmlns:a16="http://schemas.microsoft.com/office/drawing/2014/main" val="1425884972"/>
                    </a:ext>
                  </a:extLst>
                </a:gridCol>
                <a:gridCol w="1679864">
                  <a:extLst>
                    <a:ext uri="{9D8B030D-6E8A-4147-A177-3AD203B41FA5}">
                      <a16:colId xmlns:a16="http://schemas.microsoft.com/office/drawing/2014/main" val="1245405300"/>
                    </a:ext>
                  </a:extLst>
                </a:gridCol>
              </a:tblGrid>
              <a:tr h="346537">
                <a:tc>
                  <a:txBody>
                    <a:bodyPr/>
                    <a:lstStyle/>
                    <a:p>
                      <a:pPr>
                        <a:lnSpc>
                          <a:spcPct val="107000"/>
                        </a:lnSpc>
                        <a:spcAft>
                          <a:spcPts val="300"/>
                        </a:spcAft>
                      </a:pPr>
                      <a:r>
                        <a:rPr lang="ru-RU" sz="1600" b="0" dirty="0">
                          <a:effectLst/>
                          <a:latin typeface="Verdana" panose="020B0604030504040204" pitchFamily="34" charset="0"/>
                          <a:ea typeface="Verdana" panose="020B0604030504040204" pitchFamily="34" charset="0"/>
                        </a:rPr>
                        <a:t> </a:t>
                      </a:r>
                      <a:endParaRPr lang="ru-RU" sz="1600" b="0"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noFill/>
                  </a:tcPr>
                </a:tc>
                <a:tc gridSpan="4">
                  <a:txBody>
                    <a:bodyPr/>
                    <a:lstStyle/>
                    <a:p>
                      <a:pPr algn="ctr">
                        <a:lnSpc>
                          <a:spcPct val="107000"/>
                        </a:lnSpc>
                        <a:spcAft>
                          <a:spcPts val="300"/>
                        </a:spcAft>
                      </a:pPr>
                      <a:r>
                        <a:rPr lang="ru-RU" sz="1600" b="0" dirty="0">
                          <a:effectLst/>
                          <a:latin typeface="Verdana" panose="020B0604030504040204" pitchFamily="34" charset="0"/>
                          <a:ea typeface="Verdana" panose="020B0604030504040204" pitchFamily="34" charset="0"/>
                        </a:rPr>
                        <a:t>Переход на фиксированную комбинацию</a:t>
                      </a:r>
                      <a:endParaRPr lang="ru-RU" sz="1600" b="0"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solidFill>
                      <a:srgbClr val="398ACB"/>
                    </a:solidFill>
                  </a:tcPr>
                </a:tc>
                <a:tc hMerge="1">
                  <a:txBody>
                    <a:bodyPr/>
                    <a:lstStyle/>
                    <a:p>
                      <a:endParaRPr lang="ru-RU"/>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507312641"/>
                  </a:ext>
                </a:extLst>
              </a:tr>
              <a:tr h="747192">
                <a:tc>
                  <a:txBody>
                    <a:bodyPr/>
                    <a:lstStyle/>
                    <a:p>
                      <a:pPr algn="l">
                        <a:lnSpc>
                          <a:spcPct val="107000"/>
                        </a:lnSpc>
                        <a:spcAft>
                          <a:spcPts val="300"/>
                        </a:spcAft>
                      </a:pPr>
                      <a:r>
                        <a:rPr lang="ru-RU" sz="1400" b="1" dirty="0">
                          <a:solidFill>
                            <a:srgbClr val="265374"/>
                          </a:solidFill>
                          <a:effectLst/>
                          <a:latin typeface="Verdana" panose="020B0604030504040204" pitchFamily="34" charset="0"/>
                          <a:ea typeface="Verdana" panose="020B0604030504040204" pitchFamily="34" charset="0"/>
                        </a:rPr>
                        <a:t>Свободная комбинация</a:t>
                      </a:r>
                      <a:endParaRPr lang="ru-RU" sz="1400" b="1"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144000" marR="68580" marT="0" marB="0" anchor="ctr">
                    <a:solidFill>
                      <a:srgbClr val="96E2EA"/>
                    </a:solidFill>
                  </a:tcPr>
                </a:tc>
                <a:tc>
                  <a:txBody>
                    <a:bodyPr/>
                    <a:lstStyle/>
                    <a:p>
                      <a:pPr algn="ctr">
                        <a:lnSpc>
                          <a:spcPct val="107000"/>
                        </a:lnSpc>
                        <a:spcAft>
                          <a:spcPts val="300"/>
                        </a:spcAft>
                      </a:pPr>
                      <a:r>
                        <a:rPr lang="ru-RU" sz="1050" b="1" dirty="0" err="1">
                          <a:solidFill>
                            <a:srgbClr val="265374"/>
                          </a:solidFill>
                          <a:effectLst/>
                          <a:latin typeface="Verdana" panose="020B0604030504040204" pitchFamily="34" charset="0"/>
                          <a:ea typeface="Verdana" panose="020B0604030504040204" pitchFamily="34" charset="0"/>
                        </a:rPr>
                        <a:t>Конкор</a:t>
                      </a:r>
                      <a:r>
                        <a:rPr lang="ru-RU" sz="1050" b="1" dirty="0">
                          <a:solidFill>
                            <a:srgbClr val="265374"/>
                          </a:solidFill>
                          <a:effectLst/>
                          <a:latin typeface="Verdana" panose="020B0604030504040204" pitchFamily="34" charset="0"/>
                          <a:ea typeface="Verdana" panose="020B0604030504040204" pitchFamily="34" charset="0"/>
                        </a:rPr>
                        <a:t>® АМ 5/5</a:t>
                      </a:r>
                    </a:p>
                    <a:p>
                      <a:pPr algn="ctr">
                        <a:lnSpc>
                          <a:spcPct val="107000"/>
                        </a:lnSpc>
                        <a:spcAft>
                          <a:spcPts val="300"/>
                        </a:spcAft>
                      </a:pPr>
                      <a:r>
                        <a:rPr lang="en-US" sz="1200" b="1" i="1" dirty="0">
                          <a:solidFill>
                            <a:srgbClr val="265374"/>
                          </a:solidFill>
                          <a:effectLst/>
                          <a:latin typeface="Calibri" panose="020F0502020204030204" pitchFamily="34" charset="0"/>
                          <a:ea typeface="Verdana" panose="020B0604030504040204" pitchFamily="34" charset="0"/>
                          <a:cs typeface="Calibri" panose="020F0502020204030204" pitchFamily="34" charset="0"/>
                        </a:rPr>
                        <a:t>n</a:t>
                      </a:r>
                      <a:r>
                        <a:rPr lang="ru-RU" sz="1200" b="1" i="1" dirty="0">
                          <a:solidFill>
                            <a:srgbClr val="265374"/>
                          </a:solidFill>
                          <a:effectLst/>
                          <a:latin typeface="Calibri" panose="020F0502020204030204" pitchFamily="34" charset="0"/>
                          <a:ea typeface="Verdana" panose="020B0604030504040204" pitchFamily="34" charset="0"/>
                          <a:cs typeface="Calibri" panose="020F0502020204030204" pitchFamily="34" charset="0"/>
                        </a:rPr>
                        <a:t> (%)</a:t>
                      </a:r>
                      <a:endParaRPr lang="ru-RU" sz="2400" b="1" i="1" dirty="0">
                        <a:solidFill>
                          <a:srgbClr val="265374"/>
                        </a:solidFill>
                        <a:effectLst/>
                        <a:latin typeface="Calibri" panose="020F0502020204030204" pitchFamily="34" charset="0"/>
                        <a:ea typeface="Verdana" panose="020B0604030504040204" pitchFamily="34" charset="0"/>
                        <a:cs typeface="Calibri" panose="020F0502020204030204" pitchFamily="34" charset="0"/>
                      </a:endParaRPr>
                    </a:p>
                  </a:txBody>
                  <a:tcPr marL="68580" marR="68580" marT="0" marB="0" anchor="ctr">
                    <a:solidFill>
                      <a:srgbClr val="96E2EA"/>
                    </a:solidFill>
                  </a:tcPr>
                </a:tc>
                <a:tc>
                  <a:txBody>
                    <a:bodyPr/>
                    <a:lstStyle/>
                    <a:p>
                      <a:pPr algn="ctr">
                        <a:lnSpc>
                          <a:spcPct val="107000"/>
                        </a:lnSpc>
                        <a:spcAft>
                          <a:spcPts val="300"/>
                        </a:spcAft>
                      </a:pPr>
                      <a:r>
                        <a:rPr lang="ru-RU" sz="1050" b="1" dirty="0" err="1">
                          <a:solidFill>
                            <a:srgbClr val="265374"/>
                          </a:solidFill>
                          <a:effectLst/>
                          <a:latin typeface="Verdana" panose="020B0604030504040204" pitchFamily="34" charset="0"/>
                          <a:ea typeface="Verdana" panose="020B0604030504040204" pitchFamily="34" charset="0"/>
                        </a:rPr>
                        <a:t>Конкор</a:t>
                      </a:r>
                      <a:r>
                        <a:rPr lang="ru-RU" sz="1050" b="1" dirty="0">
                          <a:solidFill>
                            <a:srgbClr val="265374"/>
                          </a:solidFill>
                          <a:effectLst/>
                          <a:latin typeface="Verdana" panose="020B0604030504040204" pitchFamily="34" charset="0"/>
                          <a:ea typeface="Verdana" panose="020B0604030504040204" pitchFamily="34" charset="0"/>
                        </a:rPr>
                        <a:t>® АМ 10/5</a:t>
                      </a:r>
                    </a:p>
                    <a:p>
                      <a:pPr algn="ctr">
                        <a:lnSpc>
                          <a:spcPct val="107000"/>
                        </a:lnSpc>
                        <a:spcAft>
                          <a:spcPts val="300"/>
                        </a:spcAft>
                      </a:pPr>
                      <a:r>
                        <a:rPr lang="en-US" sz="1050" b="1" i="1" dirty="0">
                          <a:solidFill>
                            <a:srgbClr val="265374"/>
                          </a:solidFill>
                          <a:effectLst/>
                          <a:latin typeface="Calibri" panose="020F0502020204030204" pitchFamily="34" charset="0"/>
                          <a:ea typeface="Verdana" panose="020B0604030504040204" pitchFamily="34" charset="0"/>
                          <a:cs typeface="Calibri" panose="020F0502020204030204" pitchFamily="34" charset="0"/>
                        </a:rPr>
                        <a:t>n</a:t>
                      </a:r>
                      <a:r>
                        <a:rPr lang="ru-RU" sz="1050" b="1" i="1" dirty="0">
                          <a:solidFill>
                            <a:srgbClr val="265374"/>
                          </a:solidFill>
                          <a:effectLst/>
                          <a:latin typeface="Calibri" panose="020F0502020204030204" pitchFamily="34" charset="0"/>
                          <a:ea typeface="Verdana" panose="020B0604030504040204" pitchFamily="34" charset="0"/>
                          <a:cs typeface="Calibri" panose="020F0502020204030204" pitchFamily="34" charset="0"/>
                        </a:rPr>
                        <a:t> (%)</a:t>
                      </a:r>
                      <a:endParaRPr lang="ru-RU" sz="1800" b="1" i="1" dirty="0">
                        <a:solidFill>
                          <a:srgbClr val="265374"/>
                        </a:solidFill>
                        <a:effectLst/>
                        <a:latin typeface="Calibri" panose="020F0502020204030204" pitchFamily="34" charset="0"/>
                        <a:ea typeface="Verdana" panose="020B0604030504040204" pitchFamily="34" charset="0"/>
                        <a:cs typeface="Calibri" panose="020F0502020204030204" pitchFamily="34" charset="0"/>
                      </a:endParaRPr>
                    </a:p>
                  </a:txBody>
                  <a:tcPr marL="68580" marR="68580" marT="0" marB="0" anchor="ctr">
                    <a:solidFill>
                      <a:srgbClr val="96E2EA"/>
                    </a:solidFill>
                  </a:tcPr>
                </a:tc>
                <a:tc>
                  <a:txBody>
                    <a:bodyPr/>
                    <a:lstStyle/>
                    <a:p>
                      <a:pPr marL="0" marR="0" lvl="0" indent="0" algn="ctr" defTabSz="914400" rtl="0" eaLnBrk="1" fontAlgn="auto" latinLnBrk="0" hangingPunct="1">
                        <a:lnSpc>
                          <a:spcPct val="107000"/>
                        </a:lnSpc>
                        <a:spcBef>
                          <a:spcPts val="0"/>
                        </a:spcBef>
                        <a:spcAft>
                          <a:spcPts val="300"/>
                        </a:spcAft>
                        <a:buClrTx/>
                        <a:buSzTx/>
                        <a:buFontTx/>
                        <a:buNone/>
                        <a:tabLst/>
                        <a:defRPr/>
                      </a:pPr>
                      <a:r>
                        <a:rPr lang="ru-RU" sz="1050" b="1" dirty="0" err="1">
                          <a:solidFill>
                            <a:srgbClr val="265374"/>
                          </a:solidFill>
                          <a:effectLst/>
                          <a:latin typeface="Verdana" panose="020B0604030504040204" pitchFamily="34" charset="0"/>
                          <a:ea typeface="Verdana" panose="020B0604030504040204" pitchFamily="34" charset="0"/>
                        </a:rPr>
                        <a:t>Конкор</a:t>
                      </a:r>
                      <a:r>
                        <a:rPr lang="ru-RU" sz="1050" b="1" dirty="0">
                          <a:solidFill>
                            <a:srgbClr val="265374"/>
                          </a:solidFill>
                          <a:effectLst/>
                          <a:latin typeface="Verdana" panose="020B0604030504040204" pitchFamily="34" charset="0"/>
                          <a:ea typeface="Verdana" panose="020B0604030504040204" pitchFamily="34" charset="0"/>
                        </a:rPr>
                        <a:t>® АМ 5/10</a:t>
                      </a:r>
                      <a:endParaRPr lang="ru-RU" sz="1800" b="1" dirty="0">
                        <a:solidFill>
                          <a:srgbClr val="265374"/>
                        </a:solidFill>
                        <a:effectLst/>
                        <a:latin typeface="Verdana" panose="020B0604030504040204" pitchFamily="34" charset="0"/>
                        <a:ea typeface="Verdana" panose="020B0604030504040204" pitchFamily="34" charset="0"/>
                      </a:endParaRPr>
                    </a:p>
                    <a:p>
                      <a:pPr algn="ctr">
                        <a:lnSpc>
                          <a:spcPct val="107000"/>
                        </a:lnSpc>
                        <a:spcAft>
                          <a:spcPts val="300"/>
                        </a:spcAft>
                      </a:pPr>
                      <a:r>
                        <a:rPr lang="en-US" sz="1050" b="1" i="1" dirty="0">
                          <a:solidFill>
                            <a:srgbClr val="265374"/>
                          </a:solidFill>
                          <a:effectLst/>
                          <a:latin typeface="Calibri" panose="020F0502020204030204" pitchFamily="34" charset="0"/>
                          <a:ea typeface="Verdana" panose="020B0604030504040204" pitchFamily="34" charset="0"/>
                          <a:cs typeface="Calibri" panose="020F0502020204030204" pitchFamily="34" charset="0"/>
                        </a:rPr>
                        <a:t>n</a:t>
                      </a:r>
                      <a:r>
                        <a:rPr lang="ru-RU" sz="1050" b="1" i="1" dirty="0">
                          <a:solidFill>
                            <a:srgbClr val="265374"/>
                          </a:solidFill>
                          <a:effectLst/>
                          <a:latin typeface="Calibri" panose="020F0502020204030204" pitchFamily="34" charset="0"/>
                          <a:ea typeface="Verdana" panose="020B0604030504040204" pitchFamily="34" charset="0"/>
                          <a:cs typeface="Calibri" panose="020F0502020204030204" pitchFamily="34" charset="0"/>
                        </a:rPr>
                        <a:t> (%)</a:t>
                      </a:r>
                      <a:endParaRPr lang="ru-RU" sz="1800" b="1" i="1" dirty="0">
                        <a:solidFill>
                          <a:srgbClr val="265374"/>
                        </a:solidFill>
                        <a:effectLst/>
                        <a:latin typeface="Calibri" panose="020F0502020204030204" pitchFamily="34" charset="0"/>
                        <a:ea typeface="Verdana" panose="020B0604030504040204" pitchFamily="34" charset="0"/>
                        <a:cs typeface="Calibri" panose="020F0502020204030204" pitchFamily="34" charset="0"/>
                      </a:endParaRPr>
                    </a:p>
                  </a:txBody>
                  <a:tcPr marL="68580" marR="68580" marT="0" marB="0" anchor="ctr">
                    <a:solidFill>
                      <a:srgbClr val="96E2EA"/>
                    </a:solidFill>
                  </a:tcPr>
                </a:tc>
                <a:tc>
                  <a:txBody>
                    <a:bodyPr/>
                    <a:lstStyle/>
                    <a:p>
                      <a:pPr marL="0" marR="0" lvl="0" indent="0" algn="ctr" defTabSz="914400" rtl="0" eaLnBrk="1" fontAlgn="auto" latinLnBrk="0" hangingPunct="1">
                        <a:lnSpc>
                          <a:spcPct val="107000"/>
                        </a:lnSpc>
                        <a:spcBef>
                          <a:spcPts val="0"/>
                        </a:spcBef>
                        <a:spcAft>
                          <a:spcPts val="300"/>
                        </a:spcAft>
                        <a:buClrTx/>
                        <a:buSzTx/>
                        <a:buFontTx/>
                        <a:buNone/>
                        <a:tabLst/>
                        <a:defRPr/>
                      </a:pPr>
                      <a:r>
                        <a:rPr lang="ru-RU" sz="1050" b="1" dirty="0" err="1">
                          <a:solidFill>
                            <a:srgbClr val="265374"/>
                          </a:solidFill>
                          <a:effectLst/>
                          <a:latin typeface="Verdana" panose="020B0604030504040204" pitchFamily="34" charset="0"/>
                          <a:ea typeface="Verdana" panose="020B0604030504040204" pitchFamily="34" charset="0"/>
                        </a:rPr>
                        <a:t>Конкор</a:t>
                      </a:r>
                      <a:r>
                        <a:rPr lang="ru-RU" sz="1050" b="1" dirty="0">
                          <a:solidFill>
                            <a:srgbClr val="265374"/>
                          </a:solidFill>
                          <a:effectLst/>
                          <a:latin typeface="Verdana" panose="020B0604030504040204" pitchFamily="34" charset="0"/>
                          <a:ea typeface="Verdana" panose="020B0604030504040204" pitchFamily="34" charset="0"/>
                        </a:rPr>
                        <a:t>® АМ 10/10</a:t>
                      </a:r>
                      <a:endParaRPr lang="ru-RU" sz="1800" b="1" dirty="0">
                        <a:solidFill>
                          <a:srgbClr val="265374"/>
                        </a:solidFill>
                        <a:effectLst/>
                        <a:latin typeface="Verdana" panose="020B0604030504040204" pitchFamily="34" charset="0"/>
                        <a:ea typeface="Verdana" panose="020B0604030504040204" pitchFamily="34" charset="0"/>
                      </a:endParaRPr>
                    </a:p>
                    <a:p>
                      <a:pPr algn="ctr">
                        <a:lnSpc>
                          <a:spcPct val="107000"/>
                        </a:lnSpc>
                        <a:spcAft>
                          <a:spcPts val="300"/>
                        </a:spcAft>
                      </a:pPr>
                      <a:r>
                        <a:rPr lang="en-US" sz="1050" b="1" i="1" dirty="0">
                          <a:solidFill>
                            <a:srgbClr val="265374"/>
                          </a:solidFill>
                          <a:effectLst/>
                          <a:latin typeface="Calibri" panose="020F0502020204030204" pitchFamily="34" charset="0"/>
                          <a:ea typeface="Verdana" panose="020B0604030504040204" pitchFamily="34" charset="0"/>
                          <a:cs typeface="Calibri" panose="020F0502020204030204" pitchFamily="34" charset="0"/>
                        </a:rPr>
                        <a:t>n</a:t>
                      </a:r>
                      <a:r>
                        <a:rPr lang="ru-RU" sz="1050" b="1" i="1" dirty="0">
                          <a:solidFill>
                            <a:srgbClr val="265374"/>
                          </a:solidFill>
                          <a:effectLst/>
                          <a:latin typeface="Calibri" panose="020F0502020204030204" pitchFamily="34" charset="0"/>
                          <a:ea typeface="Verdana" panose="020B0604030504040204" pitchFamily="34" charset="0"/>
                          <a:cs typeface="Calibri" panose="020F0502020204030204" pitchFamily="34" charset="0"/>
                        </a:rPr>
                        <a:t> (%)</a:t>
                      </a:r>
                      <a:endParaRPr lang="ru-RU" sz="1800" b="1" i="1" dirty="0">
                        <a:solidFill>
                          <a:srgbClr val="265374"/>
                        </a:solidFill>
                        <a:effectLst/>
                        <a:latin typeface="Calibri" panose="020F0502020204030204" pitchFamily="34" charset="0"/>
                        <a:ea typeface="Verdana" panose="020B0604030504040204" pitchFamily="34" charset="0"/>
                        <a:cs typeface="Calibri" panose="020F0502020204030204" pitchFamily="34" charset="0"/>
                      </a:endParaRPr>
                    </a:p>
                  </a:txBody>
                  <a:tcPr marL="68580" marR="68580" marT="0" marB="0" anchor="ctr">
                    <a:solidFill>
                      <a:srgbClr val="96E2EA"/>
                    </a:solidFill>
                  </a:tcPr>
                </a:tc>
                <a:extLst>
                  <a:ext uri="{0D108BD9-81ED-4DB2-BD59-A6C34878D82A}">
                    <a16:rowId xmlns:a16="http://schemas.microsoft.com/office/drawing/2014/main" val="2712327412"/>
                  </a:ext>
                </a:extLst>
              </a:tr>
              <a:tr h="509630">
                <a:tc>
                  <a:txBody>
                    <a:bodyPr/>
                    <a:lstStyle/>
                    <a:p>
                      <a:pPr algn="l">
                        <a:lnSpc>
                          <a:spcPct val="107000"/>
                        </a:lnSpc>
                        <a:spcAft>
                          <a:spcPts val="300"/>
                        </a:spcAft>
                      </a:pPr>
                      <a:r>
                        <a:rPr lang="ru-RU" sz="1200" b="1" dirty="0" err="1">
                          <a:solidFill>
                            <a:srgbClr val="265374"/>
                          </a:solidFill>
                          <a:effectLst/>
                          <a:latin typeface="Verdana" panose="020B0604030504040204" pitchFamily="34" charset="0"/>
                          <a:ea typeface="Verdana" panose="020B0604030504040204" pitchFamily="34" charset="0"/>
                        </a:rPr>
                        <a:t>Бисопролол</a:t>
                      </a:r>
                      <a:r>
                        <a:rPr lang="ru-RU" sz="1200" b="1" dirty="0">
                          <a:solidFill>
                            <a:srgbClr val="265374"/>
                          </a:solidFill>
                          <a:effectLst/>
                          <a:latin typeface="Verdana" panose="020B0604030504040204" pitchFamily="34" charset="0"/>
                          <a:ea typeface="Verdana" panose="020B0604030504040204" pitchFamily="34" charset="0"/>
                        </a:rPr>
                        <a:t> 5 мг + </a:t>
                      </a:r>
                      <a:r>
                        <a:rPr lang="ru-RU" sz="1200" b="1" dirty="0" err="1">
                          <a:solidFill>
                            <a:srgbClr val="265374"/>
                          </a:solidFill>
                          <a:effectLst/>
                          <a:latin typeface="Verdana" panose="020B0604030504040204" pitchFamily="34" charset="0"/>
                          <a:ea typeface="Verdana" panose="020B0604030504040204" pitchFamily="34" charset="0"/>
                        </a:rPr>
                        <a:t>Амлодипин</a:t>
                      </a:r>
                      <a:r>
                        <a:rPr lang="ru-RU" sz="1200" b="1" dirty="0">
                          <a:solidFill>
                            <a:srgbClr val="265374"/>
                          </a:solidFill>
                          <a:effectLst/>
                          <a:latin typeface="Verdana" panose="020B0604030504040204" pitchFamily="34" charset="0"/>
                          <a:ea typeface="Verdana" panose="020B0604030504040204" pitchFamily="34" charset="0"/>
                        </a:rPr>
                        <a:t> 5 мг</a:t>
                      </a:r>
                      <a:endParaRPr lang="ru-RU" sz="2400" b="1" dirty="0">
                        <a:solidFill>
                          <a:srgbClr val="265374"/>
                        </a:solidFill>
                        <a:effectLst/>
                        <a:latin typeface="Verdana" panose="020B0604030504040204" pitchFamily="34" charset="0"/>
                        <a:ea typeface="Verdana" panose="020B0604030504040204" pitchFamily="34" charset="0"/>
                      </a:endParaRPr>
                    </a:p>
                    <a:p>
                      <a:pPr algn="l">
                        <a:lnSpc>
                          <a:spcPct val="107000"/>
                        </a:lnSpc>
                        <a:spcAft>
                          <a:spcPts val="300"/>
                        </a:spcAft>
                      </a:pPr>
                      <a:r>
                        <a:rPr lang="en-US" sz="1400" b="0" i="1" dirty="0">
                          <a:solidFill>
                            <a:srgbClr val="265374"/>
                          </a:solidFill>
                          <a:effectLst/>
                          <a:latin typeface="Calibri" panose="020F0502020204030204" pitchFamily="34" charset="0"/>
                          <a:ea typeface="Verdana" panose="020B0604030504040204" pitchFamily="34" charset="0"/>
                          <a:cs typeface="Calibri" panose="020F0502020204030204" pitchFamily="34" charset="0"/>
                        </a:rPr>
                        <a:t>n</a:t>
                      </a:r>
                      <a:r>
                        <a:rPr lang="ru-RU" sz="1400" b="0" i="1" dirty="0">
                          <a:solidFill>
                            <a:srgbClr val="265374"/>
                          </a:solidFill>
                          <a:effectLst/>
                          <a:latin typeface="Calibri" panose="020F0502020204030204" pitchFamily="34" charset="0"/>
                          <a:ea typeface="Verdana" panose="020B0604030504040204" pitchFamily="34" charset="0"/>
                          <a:cs typeface="Calibri" panose="020F0502020204030204" pitchFamily="34" charset="0"/>
                        </a:rPr>
                        <a:t>=2665 (63%)</a:t>
                      </a:r>
                      <a:endParaRPr lang="ru-RU" sz="2800" b="0" i="1" dirty="0">
                        <a:solidFill>
                          <a:srgbClr val="265374"/>
                        </a:solidFill>
                        <a:effectLst/>
                        <a:latin typeface="Calibri" panose="020F0502020204030204" pitchFamily="34" charset="0"/>
                        <a:ea typeface="Verdana" panose="020B0604030504040204" pitchFamily="34" charset="0"/>
                        <a:cs typeface="Calibri" panose="020F0502020204030204" pitchFamily="34" charset="0"/>
                      </a:endParaRPr>
                    </a:p>
                  </a:txBody>
                  <a:tcPr marL="144000" marR="68580" marT="72000" marB="72000" anchor="ctr">
                    <a:lnB w="19050" cap="flat" cmpd="sng" algn="ctr">
                      <a:solidFill>
                        <a:srgbClr val="D3F3F6"/>
                      </a:solidFill>
                      <a:prstDash val="solid"/>
                      <a:round/>
                      <a:headEnd type="none" w="med" len="med"/>
                      <a:tailEnd type="none" w="med" len="med"/>
                    </a:lnB>
                    <a:solidFill>
                      <a:srgbClr val="D3F3F6">
                        <a:alpha val="58000"/>
                      </a:srgbClr>
                    </a:solidFill>
                  </a:tcPr>
                </a:tc>
                <a:tc>
                  <a:txBody>
                    <a:bodyPr/>
                    <a:lstStyle/>
                    <a:p>
                      <a:pPr algn="ctr">
                        <a:lnSpc>
                          <a:spcPct val="107000"/>
                        </a:lnSpc>
                        <a:spcAft>
                          <a:spcPts val="300"/>
                        </a:spcAft>
                      </a:pPr>
                      <a:r>
                        <a:rPr lang="ru-RU" sz="1400" b="1" dirty="0">
                          <a:solidFill>
                            <a:srgbClr val="265374"/>
                          </a:solidFill>
                          <a:effectLst/>
                          <a:latin typeface="Verdana" panose="020B0604030504040204" pitchFamily="34" charset="0"/>
                          <a:ea typeface="Verdana" panose="020B0604030504040204" pitchFamily="34" charset="0"/>
                        </a:rPr>
                        <a:t>2532</a:t>
                      </a:r>
                      <a:r>
                        <a:rPr lang="en-US" sz="1400" b="1" dirty="0">
                          <a:solidFill>
                            <a:srgbClr val="265374"/>
                          </a:solidFill>
                          <a:effectLst/>
                          <a:latin typeface="Verdana" panose="020B0604030504040204" pitchFamily="34" charset="0"/>
                          <a:ea typeface="Verdana" panose="020B0604030504040204" pitchFamily="34" charset="0"/>
                        </a:rPr>
                        <a:t> (95)</a:t>
                      </a:r>
                      <a:endParaRPr lang="ru-RU" sz="1400" b="1"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72000" marB="72000" anchor="ctr">
                    <a:lnB w="19050" cap="flat" cmpd="sng" algn="ctr">
                      <a:solidFill>
                        <a:srgbClr val="D3F3F6"/>
                      </a:solidFill>
                      <a:prstDash val="solid"/>
                      <a:round/>
                      <a:headEnd type="none" w="med" len="med"/>
                      <a:tailEnd type="none" w="med" len="med"/>
                    </a:lnB>
                    <a:solidFill>
                      <a:srgbClr val="D3F3F6">
                        <a:alpha val="58000"/>
                      </a:srgbClr>
                    </a:solidFill>
                  </a:tcPr>
                </a:tc>
                <a:tc>
                  <a:txBody>
                    <a:bodyPr/>
                    <a:lstStyle/>
                    <a:p>
                      <a:pPr algn="ctr">
                        <a:lnSpc>
                          <a:spcPct val="107000"/>
                        </a:lnSpc>
                        <a:spcAft>
                          <a:spcPts val="300"/>
                        </a:spcAft>
                      </a:pPr>
                      <a:r>
                        <a:rPr lang="ru-RU" sz="1400" b="0" dirty="0">
                          <a:solidFill>
                            <a:srgbClr val="265374"/>
                          </a:solidFill>
                          <a:effectLst/>
                          <a:latin typeface="Verdana" panose="020B0604030504040204" pitchFamily="34" charset="0"/>
                          <a:ea typeface="Verdana" panose="020B0604030504040204" pitchFamily="34" charset="0"/>
                        </a:rPr>
                        <a:t>23 (0,9)</a:t>
                      </a:r>
                      <a:endParaRPr lang="ru-RU" sz="1400" b="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72000" marB="72000" anchor="ctr">
                    <a:lnB w="19050" cap="flat" cmpd="sng" algn="ctr">
                      <a:solidFill>
                        <a:srgbClr val="D3F3F6"/>
                      </a:solidFill>
                      <a:prstDash val="solid"/>
                      <a:round/>
                      <a:headEnd type="none" w="med" len="med"/>
                      <a:tailEnd type="none" w="med" len="med"/>
                    </a:lnB>
                    <a:solidFill>
                      <a:srgbClr val="D3F3F6">
                        <a:alpha val="58000"/>
                      </a:srgbClr>
                    </a:solidFill>
                  </a:tcPr>
                </a:tc>
                <a:tc>
                  <a:txBody>
                    <a:bodyPr/>
                    <a:lstStyle/>
                    <a:p>
                      <a:pPr algn="ctr">
                        <a:lnSpc>
                          <a:spcPct val="107000"/>
                        </a:lnSpc>
                        <a:spcAft>
                          <a:spcPts val="300"/>
                        </a:spcAft>
                      </a:pPr>
                      <a:r>
                        <a:rPr lang="ru-RU" sz="1400" b="0" dirty="0">
                          <a:solidFill>
                            <a:srgbClr val="265374"/>
                          </a:solidFill>
                          <a:effectLst/>
                          <a:latin typeface="Verdana" panose="020B0604030504040204" pitchFamily="34" charset="0"/>
                          <a:ea typeface="Verdana" panose="020B0604030504040204" pitchFamily="34" charset="0"/>
                        </a:rPr>
                        <a:t>96 (3,6)</a:t>
                      </a:r>
                      <a:endParaRPr lang="ru-RU" sz="1400" b="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72000" marB="72000" anchor="ctr">
                    <a:lnB w="19050" cap="flat" cmpd="sng" algn="ctr">
                      <a:solidFill>
                        <a:srgbClr val="D3F3F6"/>
                      </a:solidFill>
                      <a:prstDash val="solid"/>
                      <a:round/>
                      <a:headEnd type="none" w="med" len="med"/>
                      <a:tailEnd type="none" w="med" len="med"/>
                    </a:lnB>
                    <a:solidFill>
                      <a:srgbClr val="D3F3F6">
                        <a:alpha val="58000"/>
                      </a:srgbClr>
                    </a:solidFill>
                  </a:tcPr>
                </a:tc>
                <a:tc>
                  <a:txBody>
                    <a:bodyPr/>
                    <a:lstStyle/>
                    <a:p>
                      <a:pPr algn="ctr">
                        <a:lnSpc>
                          <a:spcPct val="107000"/>
                        </a:lnSpc>
                        <a:spcAft>
                          <a:spcPts val="300"/>
                        </a:spcAft>
                      </a:pPr>
                      <a:r>
                        <a:rPr lang="en-US" sz="1400" b="0" dirty="0">
                          <a:solidFill>
                            <a:srgbClr val="265374"/>
                          </a:solidFill>
                          <a:effectLst/>
                          <a:latin typeface="Verdana" panose="020B0604030504040204" pitchFamily="34" charset="0"/>
                          <a:ea typeface="Verdana" panose="020B0604030504040204" pitchFamily="34" charset="0"/>
                        </a:rPr>
                        <a:t>14 (0,5)</a:t>
                      </a:r>
                      <a:endParaRPr lang="ru-RU" sz="1400" b="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72000" marB="72000" anchor="ctr">
                    <a:lnB w="19050" cap="flat" cmpd="sng" algn="ctr">
                      <a:solidFill>
                        <a:srgbClr val="D3F3F6"/>
                      </a:solidFill>
                      <a:prstDash val="solid"/>
                      <a:round/>
                      <a:headEnd type="none" w="med" len="med"/>
                      <a:tailEnd type="none" w="med" len="med"/>
                    </a:lnB>
                    <a:solidFill>
                      <a:srgbClr val="D3F3F6">
                        <a:alpha val="58000"/>
                      </a:srgbClr>
                    </a:solidFill>
                  </a:tcPr>
                </a:tc>
                <a:extLst>
                  <a:ext uri="{0D108BD9-81ED-4DB2-BD59-A6C34878D82A}">
                    <a16:rowId xmlns:a16="http://schemas.microsoft.com/office/drawing/2014/main" val="1445523804"/>
                  </a:ext>
                </a:extLst>
              </a:tr>
              <a:tr h="509630">
                <a:tc>
                  <a:txBody>
                    <a:bodyPr/>
                    <a:lstStyle/>
                    <a:p>
                      <a:pPr algn="l">
                        <a:lnSpc>
                          <a:spcPct val="107000"/>
                        </a:lnSpc>
                        <a:spcAft>
                          <a:spcPts val="300"/>
                        </a:spcAft>
                      </a:pPr>
                      <a:r>
                        <a:rPr lang="ru-RU" sz="1200" b="1" dirty="0" err="1">
                          <a:solidFill>
                            <a:srgbClr val="265374"/>
                          </a:solidFill>
                          <a:effectLst/>
                          <a:latin typeface="Verdana" panose="020B0604030504040204" pitchFamily="34" charset="0"/>
                          <a:ea typeface="Verdana" panose="020B0604030504040204" pitchFamily="34" charset="0"/>
                        </a:rPr>
                        <a:t>Бисопролол</a:t>
                      </a:r>
                      <a:r>
                        <a:rPr lang="ru-RU" sz="1200" b="1" dirty="0">
                          <a:solidFill>
                            <a:srgbClr val="265374"/>
                          </a:solidFill>
                          <a:effectLst/>
                          <a:latin typeface="Verdana" panose="020B0604030504040204" pitchFamily="34" charset="0"/>
                          <a:ea typeface="Verdana" panose="020B0604030504040204" pitchFamily="34" charset="0"/>
                        </a:rPr>
                        <a:t> 10 мг + </a:t>
                      </a:r>
                      <a:r>
                        <a:rPr lang="ru-RU" sz="1200" b="1" dirty="0" err="1">
                          <a:solidFill>
                            <a:srgbClr val="265374"/>
                          </a:solidFill>
                          <a:effectLst/>
                          <a:latin typeface="Verdana" panose="020B0604030504040204" pitchFamily="34" charset="0"/>
                          <a:ea typeface="Verdana" panose="020B0604030504040204" pitchFamily="34" charset="0"/>
                        </a:rPr>
                        <a:t>Амлодипин</a:t>
                      </a:r>
                      <a:r>
                        <a:rPr lang="ru-RU" sz="1200" b="1" dirty="0">
                          <a:solidFill>
                            <a:srgbClr val="265374"/>
                          </a:solidFill>
                          <a:effectLst/>
                          <a:latin typeface="Verdana" panose="020B0604030504040204" pitchFamily="34" charset="0"/>
                          <a:ea typeface="Verdana" panose="020B0604030504040204" pitchFamily="34" charset="0"/>
                        </a:rPr>
                        <a:t> 5 мг</a:t>
                      </a:r>
                      <a:endParaRPr lang="ru-RU" sz="2400" b="1" dirty="0">
                        <a:solidFill>
                          <a:srgbClr val="265374"/>
                        </a:solidFill>
                        <a:effectLst/>
                        <a:latin typeface="Verdana" panose="020B0604030504040204" pitchFamily="34" charset="0"/>
                        <a:ea typeface="Verdana" panose="020B0604030504040204" pitchFamily="34" charset="0"/>
                      </a:endParaRPr>
                    </a:p>
                    <a:p>
                      <a:pPr algn="l">
                        <a:lnSpc>
                          <a:spcPct val="107000"/>
                        </a:lnSpc>
                        <a:spcAft>
                          <a:spcPts val="300"/>
                        </a:spcAft>
                      </a:pPr>
                      <a:r>
                        <a:rPr lang="en-US" sz="1400" b="0" i="1" dirty="0">
                          <a:solidFill>
                            <a:srgbClr val="265374"/>
                          </a:solidFill>
                          <a:effectLst/>
                          <a:latin typeface="Calibri" panose="020F0502020204030204" pitchFamily="34" charset="0"/>
                          <a:ea typeface="Verdana" panose="020B0604030504040204" pitchFamily="34" charset="0"/>
                          <a:cs typeface="Calibri" panose="020F0502020204030204" pitchFamily="34" charset="0"/>
                        </a:rPr>
                        <a:t>n</a:t>
                      </a:r>
                      <a:r>
                        <a:rPr lang="ru-RU" sz="1400" b="0" i="1" dirty="0">
                          <a:solidFill>
                            <a:srgbClr val="265374"/>
                          </a:solidFill>
                          <a:effectLst/>
                          <a:latin typeface="Calibri" panose="020F0502020204030204" pitchFamily="34" charset="0"/>
                          <a:ea typeface="Verdana" panose="020B0604030504040204" pitchFamily="34" charset="0"/>
                          <a:cs typeface="Calibri" panose="020F0502020204030204" pitchFamily="34" charset="0"/>
                        </a:rPr>
                        <a:t>=323 (8%)</a:t>
                      </a:r>
                      <a:endParaRPr lang="ru-RU" sz="2800" b="0" i="1" dirty="0">
                        <a:solidFill>
                          <a:srgbClr val="265374"/>
                        </a:solidFill>
                        <a:effectLst/>
                        <a:latin typeface="Calibri" panose="020F0502020204030204" pitchFamily="34" charset="0"/>
                        <a:ea typeface="Verdana" panose="020B0604030504040204" pitchFamily="34" charset="0"/>
                        <a:cs typeface="Calibri" panose="020F0502020204030204" pitchFamily="34" charset="0"/>
                      </a:endParaRPr>
                    </a:p>
                  </a:txBody>
                  <a:tcPr marL="144000" marR="68580" marT="72000" marB="72000" anchor="ctr">
                    <a:lnT w="19050" cap="flat" cmpd="sng" algn="ctr">
                      <a:solidFill>
                        <a:srgbClr val="D3F3F6"/>
                      </a:solidFill>
                      <a:prstDash val="solid"/>
                      <a:round/>
                      <a:headEnd type="none" w="med" len="med"/>
                      <a:tailEnd type="none" w="med" len="med"/>
                    </a:lnT>
                    <a:lnB w="19050" cap="flat" cmpd="sng" algn="ctr">
                      <a:solidFill>
                        <a:srgbClr val="D3F3F6"/>
                      </a:solidFill>
                      <a:prstDash val="solid"/>
                      <a:round/>
                      <a:headEnd type="none" w="med" len="med"/>
                      <a:tailEnd type="none" w="med" len="med"/>
                    </a:lnB>
                    <a:solidFill>
                      <a:srgbClr val="D3F3F6"/>
                    </a:solidFill>
                  </a:tcPr>
                </a:tc>
                <a:tc>
                  <a:txBody>
                    <a:bodyPr/>
                    <a:lstStyle/>
                    <a:p>
                      <a:pPr algn="ctr">
                        <a:lnSpc>
                          <a:spcPct val="107000"/>
                        </a:lnSpc>
                        <a:spcAft>
                          <a:spcPts val="300"/>
                        </a:spcAft>
                      </a:pPr>
                      <a:r>
                        <a:rPr lang="en-US" sz="1400" b="0" dirty="0">
                          <a:solidFill>
                            <a:srgbClr val="265374"/>
                          </a:solidFill>
                          <a:effectLst/>
                          <a:latin typeface="Verdana" panose="020B0604030504040204" pitchFamily="34" charset="0"/>
                          <a:ea typeface="Verdana" panose="020B0604030504040204" pitchFamily="34" charset="0"/>
                        </a:rPr>
                        <a:t>112 (34</a:t>
                      </a:r>
                      <a:r>
                        <a:rPr lang="ru-RU" sz="1400" b="0" dirty="0">
                          <a:solidFill>
                            <a:srgbClr val="265374"/>
                          </a:solidFill>
                          <a:effectLst/>
                          <a:latin typeface="Verdana" panose="020B0604030504040204" pitchFamily="34" charset="0"/>
                          <a:ea typeface="Verdana" panose="020B0604030504040204" pitchFamily="34" charset="0"/>
                        </a:rPr>
                        <a:t>,</a:t>
                      </a:r>
                      <a:r>
                        <a:rPr lang="en-US" sz="1400" b="0" dirty="0">
                          <a:solidFill>
                            <a:srgbClr val="265374"/>
                          </a:solidFill>
                          <a:effectLst/>
                          <a:latin typeface="Verdana" panose="020B0604030504040204" pitchFamily="34" charset="0"/>
                          <a:ea typeface="Verdana" panose="020B0604030504040204" pitchFamily="34" charset="0"/>
                        </a:rPr>
                        <a:t>6)</a:t>
                      </a:r>
                      <a:endParaRPr lang="ru-RU" sz="1400" b="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72000" marB="72000" anchor="ctr">
                    <a:lnT w="19050" cap="flat" cmpd="sng" algn="ctr">
                      <a:solidFill>
                        <a:srgbClr val="D3F3F6"/>
                      </a:solidFill>
                      <a:prstDash val="solid"/>
                      <a:round/>
                      <a:headEnd type="none" w="med" len="med"/>
                      <a:tailEnd type="none" w="med" len="med"/>
                    </a:lnT>
                    <a:lnB w="19050" cap="flat" cmpd="sng" algn="ctr">
                      <a:solidFill>
                        <a:srgbClr val="D3F3F6"/>
                      </a:solidFill>
                      <a:prstDash val="solid"/>
                      <a:round/>
                      <a:headEnd type="none" w="med" len="med"/>
                      <a:tailEnd type="none" w="med" len="med"/>
                    </a:lnB>
                    <a:solidFill>
                      <a:srgbClr val="D3F3F6"/>
                    </a:solidFill>
                  </a:tcPr>
                </a:tc>
                <a:tc>
                  <a:txBody>
                    <a:bodyPr/>
                    <a:lstStyle/>
                    <a:p>
                      <a:pPr algn="ctr">
                        <a:lnSpc>
                          <a:spcPct val="107000"/>
                        </a:lnSpc>
                        <a:spcAft>
                          <a:spcPts val="300"/>
                        </a:spcAft>
                      </a:pPr>
                      <a:r>
                        <a:rPr lang="ru-RU" sz="1400" b="1" dirty="0">
                          <a:solidFill>
                            <a:srgbClr val="265374"/>
                          </a:solidFill>
                          <a:effectLst/>
                          <a:latin typeface="Verdana" panose="020B0604030504040204" pitchFamily="34" charset="0"/>
                          <a:ea typeface="Verdana" panose="020B0604030504040204" pitchFamily="34" charset="0"/>
                        </a:rPr>
                        <a:t>194 (60,1)</a:t>
                      </a:r>
                      <a:endParaRPr lang="ru-RU" sz="1400" b="1"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72000" marB="72000" anchor="ctr">
                    <a:lnT w="19050" cap="flat" cmpd="sng" algn="ctr">
                      <a:solidFill>
                        <a:srgbClr val="D3F3F6"/>
                      </a:solidFill>
                      <a:prstDash val="solid"/>
                      <a:round/>
                      <a:headEnd type="none" w="med" len="med"/>
                      <a:tailEnd type="none" w="med" len="med"/>
                    </a:lnT>
                    <a:lnB w="19050" cap="flat" cmpd="sng" algn="ctr">
                      <a:solidFill>
                        <a:srgbClr val="D3F3F6"/>
                      </a:solidFill>
                      <a:prstDash val="solid"/>
                      <a:round/>
                      <a:headEnd type="none" w="med" len="med"/>
                      <a:tailEnd type="none" w="med" len="med"/>
                    </a:lnB>
                    <a:solidFill>
                      <a:srgbClr val="D3F3F6"/>
                    </a:solidFill>
                  </a:tcPr>
                </a:tc>
                <a:tc>
                  <a:txBody>
                    <a:bodyPr/>
                    <a:lstStyle/>
                    <a:p>
                      <a:pPr algn="ctr">
                        <a:lnSpc>
                          <a:spcPct val="107000"/>
                        </a:lnSpc>
                        <a:spcAft>
                          <a:spcPts val="300"/>
                        </a:spcAft>
                      </a:pPr>
                      <a:r>
                        <a:rPr lang="ru-RU" sz="1400" b="0" dirty="0">
                          <a:solidFill>
                            <a:srgbClr val="265374"/>
                          </a:solidFill>
                          <a:effectLst/>
                          <a:latin typeface="Verdana" panose="020B0604030504040204" pitchFamily="34" charset="0"/>
                          <a:ea typeface="Verdana" panose="020B0604030504040204" pitchFamily="34" charset="0"/>
                        </a:rPr>
                        <a:t>6 (1,9)</a:t>
                      </a:r>
                      <a:endParaRPr lang="ru-RU" sz="1400" b="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72000" marB="72000" anchor="ctr">
                    <a:lnT w="19050" cap="flat" cmpd="sng" algn="ctr">
                      <a:solidFill>
                        <a:srgbClr val="D3F3F6"/>
                      </a:solidFill>
                      <a:prstDash val="solid"/>
                      <a:round/>
                      <a:headEnd type="none" w="med" len="med"/>
                      <a:tailEnd type="none" w="med" len="med"/>
                    </a:lnT>
                    <a:lnB w="19050" cap="flat" cmpd="sng" algn="ctr">
                      <a:solidFill>
                        <a:srgbClr val="D3F3F6"/>
                      </a:solidFill>
                      <a:prstDash val="solid"/>
                      <a:round/>
                      <a:headEnd type="none" w="med" len="med"/>
                      <a:tailEnd type="none" w="med" len="med"/>
                    </a:lnB>
                    <a:solidFill>
                      <a:srgbClr val="D3F3F6"/>
                    </a:solidFill>
                  </a:tcPr>
                </a:tc>
                <a:tc>
                  <a:txBody>
                    <a:bodyPr/>
                    <a:lstStyle/>
                    <a:p>
                      <a:pPr algn="ctr">
                        <a:lnSpc>
                          <a:spcPct val="107000"/>
                        </a:lnSpc>
                        <a:spcAft>
                          <a:spcPts val="300"/>
                        </a:spcAft>
                      </a:pPr>
                      <a:r>
                        <a:rPr lang="en-US" sz="1400" b="0" dirty="0">
                          <a:solidFill>
                            <a:srgbClr val="265374"/>
                          </a:solidFill>
                          <a:effectLst/>
                          <a:latin typeface="Verdana" panose="020B0604030504040204" pitchFamily="34" charset="0"/>
                          <a:ea typeface="Verdana" panose="020B0604030504040204" pitchFamily="34" charset="0"/>
                        </a:rPr>
                        <a:t>11 (3,4)</a:t>
                      </a:r>
                      <a:endParaRPr lang="ru-RU" sz="1400" b="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72000" marB="72000" anchor="ctr">
                    <a:lnT w="19050" cap="flat" cmpd="sng" algn="ctr">
                      <a:solidFill>
                        <a:srgbClr val="D3F3F6"/>
                      </a:solidFill>
                      <a:prstDash val="solid"/>
                      <a:round/>
                      <a:headEnd type="none" w="med" len="med"/>
                      <a:tailEnd type="none" w="med" len="med"/>
                    </a:lnT>
                    <a:lnB w="19050" cap="flat" cmpd="sng" algn="ctr">
                      <a:solidFill>
                        <a:srgbClr val="D3F3F6"/>
                      </a:solidFill>
                      <a:prstDash val="solid"/>
                      <a:round/>
                      <a:headEnd type="none" w="med" len="med"/>
                      <a:tailEnd type="none" w="med" len="med"/>
                    </a:lnB>
                    <a:solidFill>
                      <a:srgbClr val="D3F3F6"/>
                    </a:solidFill>
                  </a:tcPr>
                </a:tc>
                <a:extLst>
                  <a:ext uri="{0D108BD9-81ED-4DB2-BD59-A6C34878D82A}">
                    <a16:rowId xmlns:a16="http://schemas.microsoft.com/office/drawing/2014/main" val="505452418"/>
                  </a:ext>
                </a:extLst>
              </a:tr>
              <a:tr h="509630">
                <a:tc>
                  <a:txBody>
                    <a:bodyPr/>
                    <a:lstStyle/>
                    <a:p>
                      <a:pPr algn="l">
                        <a:lnSpc>
                          <a:spcPct val="107000"/>
                        </a:lnSpc>
                        <a:spcAft>
                          <a:spcPts val="300"/>
                        </a:spcAft>
                      </a:pPr>
                      <a:r>
                        <a:rPr lang="ru-RU" sz="1200" b="1" dirty="0" err="1">
                          <a:solidFill>
                            <a:srgbClr val="265374"/>
                          </a:solidFill>
                          <a:effectLst/>
                          <a:latin typeface="Verdana" panose="020B0604030504040204" pitchFamily="34" charset="0"/>
                          <a:ea typeface="Verdana" panose="020B0604030504040204" pitchFamily="34" charset="0"/>
                        </a:rPr>
                        <a:t>Бисопролол</a:t>
                      </a:r>
                      <a:r>
                        <a:rPr lang="ru-RU" sz="1200" b="1" dirty="0">
                          <a:solidFill>
                            <a:srgbClr val="265374"/>
                          </a:solidFill>
                          <a:effectLst/>
                          <a:latin typeface="Verdana" panose="020B0604030504040204" pitchFamily="34" charset="0"/>
                          <a:ea typeface="Verdana" panose="020B0604030504040204" pitchFamily="34" charset="0"/>
                        </a:rPr>
                        <a:t> 5 мг + Амлодипин 10 мг</a:t>
                      </a:r>
                      <a:endParaRPr lang="ru-RU" sz="2400" b="1" dirty="0">
                        <a:solidFill>
                          <a:srgbClr val="265374"/>
                        </a:solidFill>
                        <a:effectLst/>
                        <a:latin typeface="Verdana" panose="020B0604030504040204" pitchFamily="34" charset="0"/>
                        <a:ea typeface="Verdana" panose="020B0604030504040204" pitchFamily="34" charset="0"/>
                      </a:endParaRPr>
                    </a:p>
                    <a:p>
                      <a:pPr algn="l">
                        <a:lnSpc>
                          <a:spcPct val="107000"/>
                        </a:lnSpc>
                        <a:spcAft>
                          <a:spcPts val="300"/>
                        </a:spcAft>
                      </a:pPr>
                      <a:r>
                        <a:rPr lang="en-US" sz="1400" b="0" i="1" dirty="0">
                          <a:solidFill>
                            <a:srgbClr val="265374"/>
                          </a:solidFill>
                          <a:effectLst/>
                          <a:latin typeface="Calibri" panose="020F0502020204030204" pitchFamily="34" charset="0"/>
                          <a:ea typeface="Verdana" panose="020B0604030504040204" pitchFamily="34" charset="0"/>
                          <a:cs typeface="Calibri" panose="020F0502020204030204" pitchFamily="34" charset="0"/>
                        </a:rPr>
                        <a:t>n</a:t>
                      </a:r>
                      <a:r>
                        <a:rPr lang="ru-RU" sz="1400" b="0" i="1" dirty="0">
                          <a:solidFill>
                            <a:srgbClr val="265374"/>
                          </a:solidFill>
                          <a:effectLst/>
                          <a:latin typeface="Calibri" panose="020F0502020204030204" pitchFamily="34" charset="0"/>
                          <a:ea typeface="Verdana" panose="020B0604030504040204" pitchFamily="34" charset="0"/>
                          <a:cs typeface="Calibri" panose="020F0502020204030204" pitchFamily="34" charset="0"/>
                        </a:rPr>
                        <a:t>=847 (20%)</a:t>
                      </a:r>
                      <a:endParaRPr lang="ru-RU" sz="2800" b="0" i="1" dirty="0">
                        <a:solidFill>
                          <a:srgbClr val="265374"/>
                        </a:solidFill>
                        <a:effectLst/>
                        <a:latin typeface="Calibri" panose="020F0502020204030204" pitchFamily="34" charset="0"/>
                        <a:ea typeface="Verdana" panose="020B0604030504040204" pitchFamily="34" charset="0"/>
                        <a:cs typeface="Calibri" panose="020F0502020204030204" pitchFamily="34" charset="0"/>
                      </a:endParaRPr>
                    </a:p>
                  </a:txBody>
                  <a:tcPr marL="144000" marR="68580" marT="72000" marB="72000" anchor="ctr">
                    <a:lnT w="19050" cap="flat" cmpd="sng" algn="ctr">
                      <a:solidFill>
                        <a:srgbClr val="D3F3F6"/>
                      </a:solidFill>
                      <a:prstDash val="solid"/>
                      <a:round/>
                      <a:headEnd type="none" w="med" len="med"/>
                      <a:tailEnd type="none" w="med" len="med"/>
                    </a:lnT>
                    <a:lnB w="19050" cap="flat" cmpd="sng" algn="ctr">
                      <a:solidFill>
                        <a:srgbClr val="D3F3F6"/>
                      </a:solidFill>
                      <a:prstDash val="solid"/>
                      <a:round/>
                      <a:headEnd type="none" w="med" len="med"/>
                      <a:tailEnd type="none" w="med" len="med"/>
                    </a:lnB>
                    <a:solidFill>
                      <a:srgbClr val="D3F3F6">
                        <a:alpha val="58000"/>
                      </a:srgbClr>
                    </a:solidFill>
                  </a:tcPr>
                </a:tc>
                <a:tc>
                  <a:txBody>
                    <a:bodyPr/>
                    <a:lstStyle/>
                    <a:p>
                      <a:pPr algn="ctr">
                        <a:lnSpc>
                          <a:spcPct val="107000"/>
                        </a:lnSpc>
                        <a:spcAft>
                          <a:spcPts val="300"/>
                        </a:spcAft>
                      </a:pPr>
                      <a:r>
                        <a:rPr lang="ru-RU" sz="1400" b="0">
                          <a:solidFill>
                            <a:srgbClr val="265374"/>
                          </a:solidFill>
                          <a:effectLst/>
                          <a:latin typeface="Verdana" panose="020B0604030504040204" pitchFamily="34" charset="0"/>
                          <a:ea typeface="Verdana" panose="020B0604030504040204" pitchFamily="34" charset="0"/>
                        </a:rPr>
                        <a:t>236 (27,8)</a:t>
                      </a:r>
                      <a:endParaRPr lang="ru-RU" sz="1400" b="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72000" marB="72000" anchor="ctr">
                    <a:lnT w="19050" cap="flat" cmpd="sng" algn="ctr">
                      <a:solidFill>
                        <a:srgbClr val="D3F3F6"/>
                      </a:solidFill>
                      <a:prstDash val="solid"/>
                      <a:round/>
                      <a:headEnd type="none" w="med" len="med"/>
                      <a:tailEnd type="none" w="med" len="med"/>
                    </a:lnT>
                    <a:lnB w="19050" cap="flat" cmpd="sng" algn="ctr">
                      <a:solidFill>
                        <a:srgbClr val="D3F3F6"/>
                      </a:solidFill>
                      <a:prstDash val="solid"/>
                      <a:round/>
                      <a:headEnd type="none" w="med" len="med"/>
                      <a:tailEnd type="none" w="med" len="med"/>
                    </a:lnB>
                    <a:solidFill>
                      <a:srgbClr val="D3F3F6">
                        <a:alpha val="58000"/>
                      </a:srgbClr>
                    </a:solidFill>
                  </a:tcPr>
                </a:tc>
                <a:tc>
                  <a:txBody>
                    <a:bodyPr/>
                    <a:lstStyle/>
                    <a:p>
                      <a:pPr algn="ctr">
                        <a:lnSpc>
                          <a:spcPct val="107000"/>
                        </a:lnSpc>
                        <a:spcAft>
                          <a:spcPts val="300"/>
                        </a:spcAft>
                      </a:pPr>
                      <a:r>
                        <a:rPr lang="ru-RU" sz="1400" b="0" dirty="0">
                          <a:solidFill>
                            <a:srgbClr val="265374"/>
                          </a:solidFill>
                          <a:effectLst/>
                          <a:latin typeface="Verdana" panose="020B0604030504040204" pitchFamily="34" charset="0"/>
                          <a:ea typeface="Verdana" panose="020B0604030504040204" pitchFamily="34" charset="0"/>
                        </a:rPr>
                        <a:t>4 (0,5)</a:t>
                      </a:r>
                      <a:endParaRPr lang="ru-RU" sz="1400" b="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72000" marB="72000" anchor="ctr">
                    <a:lnT w="19050" cap="flat" cmpd="sng" algn="ctr">
                      <a:solidFill>
                        <a:srgbClr val="D3F3F6"/>
                      </a:solidFill>
                      <a:prstDash val="solid"/>
                      <a:round/>
                      <a:headEnd type="none" w="med" len="med"/>
                      <a:tailEnd type="none" w="med" len="med"/>
                    </a:lnT>
                    <a:lnB w="19050" cap="flat" cmpd="sng" algn="ctr">
                      <a:solidFill>
                        <a:srgbClr val="D3F3F6"/>
                      </a:solidFill>
                      <a:prstDash val="solid"/>
                      <a:round/>
                      <a:headEnd type="none" w="med" len="med"/>
                      <a:tailEnd type="none" w="med" len="med"/>
                    </a:lnB>
                    <a:solidFill>
                      <a:srgbClr val="D3F3F6">
                        <a:alpha val="58000"/>
                      </a:srgbClr>
                    </a:solidFill>
                  </a:tcPr>
                </a:tc>
                <a:tc>
                  <a:txBody>
                    <a:bodyPr/>
                    <a:lstStyle/>
                    <a:p>
                      <a:pPr algn="ctr">
                        <a:lnSpc>
                          <a:spcPct val="107000"/>
                        </a:lnSpc>
                        <a:spcAft>
                          <a:spcPts val="300"/>
                        </a:spcAft>
                      </a:pPr>
                      <a:r>
                        <a:rPr lang="ru-RU" sz="1400" b="1" dirty="0">
                          <a:solidFill>
                            <a:srgbClr val="265374"/>
                          </a:solidFill>
                          <a:effectLst/>
                          <a:latin typeface="Verdana" panose="020B0604030504040204" pitchFamily="34" charset="0"/>
                          <a:ea typeface="Verdana" panose="020B0604030504040204" pitchFamily="34" charset="0"/>
                        </a:rPr>
                        <a:t>585 (69,1)</a:t>
                      </a:r>
                      <a:endParaRPr lang="ru-RU" sz="1400" b="1"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72000" marB="72000" anchor="ctr">
                    <a:lnT w="19050" cap="flat" cmpd="sng" algn="ctr">
                      <a:solidFill>
                        <a:srgbClr val="D3F3F6"/>
                      </a:solidFill>
                      <a:prstDash val="solid"/>
                      <a:round/>
                      <a:headEnd type="none" w="med" len="med"/>
                      <a:tailEnd type="none" w="med" len="med"/>
                    </a:lnT>
                    <a:lnB w="19050" cap="flat" cmpd="sng" algn="ctr">
                      <a:solidFill>
                        <a:srgbClr val="D3F3F6"/>
                      </a:solidFill>
                      <a:prstDash val="solid"/>
                      <a:round/>
                      <a:headEnd type="none" w="med" len="med"/>
                      <a:tailEnd type="none" w="med" len="med"/>
                    </a:lnB>
                    <a:solidFill>
                      <a:srgbClr val="D3F3F6">
                        <a:alpha val="58000"/>
                      </a:srgbClr>
                    </a:solidFill>
                  </a:tcPr>
                </a:tc>
                <a:tc>
                  <a:txBody>
                    <a:bodyPr/>
                    <a:lstStyle/>
                    <a:p>
                      <a:pPr algn="ctr">
                        <a:lnSpc>
                          <a:spcPct val="107000"/>
                        </a:lnSpc>
                        <a:spcAft>
                          <a:spcPts val="300"/>
                        </a:spcAft>
                      </a:pPr>
                      <a:r>
                        <a:rPr lang="en-US" sz="1400" b="0" dirty="0">
                          <a:solidFill>
                            <a:srgbClr val="265374"/>
                          </a:solidFill>
                          <a:effectLst/>
                          <a:latin typeface="Verdana" panose="020B0604030504040204" pitchFamily="34" charset="0"/>
                          <a:ea typeface="Verdana" panose="020B0604030504040204" pitchFamily="34" charset="0"/>
                        </a:rPr>
                        <a:t>22 (2,6)</a:t>
                      </a:r>
                      <a:endParaRPr lang="ru-RU" sz="1400" b="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72000" marB="72000" anchor="ctr">
                    <a:lnT w="19050" cap="flat" cmpd="sng" algn="ctr">
                      <a:solidFill>
                        <a:srgbClr val="D3F3F6"/>
                      </a:solidFill>
                      <a:prstDash val="solid"/>
                      <a:round/>
                      <a:headEnd type="none" w="med" len="med"/>
                      <a:tailEnd type="none" w="med" len="med"/>
                    </a:lnT>
                    <a:lnB w="19050" cap="flat" cmpd="sng" algn="ctr">
                      <a:solidFill>
                        <a:srgbClr val="D3F3F6"/>
                      </a:solidFill>
                      <a:prstDash val="solid"/>
                      <a:round/>
                      <a:headEnd type="none" w="med" len="med"/>
                      <a:tailEnd type="none" w="med" len="med"/>
                    </a:lnB>
                    <a:solidFill>
                      <a:srgbClr val="D3F3F6">
                        <a:alpha val="58000"/>
                      </a:srgbClr>
                    </a:solidFill>
                  </a:tcPr>
                </a:tc>
                <a:extLst>
                  <a:ext uri="{0D108BD9-81ED-4DB2-BD59-A6C34878D82A}">
                    <a16:rowId xmlns:a16="http://schemas.microsoft.com/office/drawing/2014/main" val="3597545358"/>
                  </a:ext>
                </a:extLst>
              </a:tr>
              <a:tr h="509630">
                <a:tc>
                  <a:txBody>
                    <a:bodyPr/>
                    <a:lstStyle/>
                    <a:p>
                      <a:pPr algn="l">
                        <a:lnSpc>
                          <a:spcPct val="107000"/>
                        </a:lnSpc>
                        <a:spcAft>
                          <a:spcPts val="300"/>
                        </a:spcAft>
                      </a:pPr>
                      <a:r>
                        <a:rPr lang="ru-RU" sz="1200" b="1" dirty="0" err="1">
                          <a:solidFill>
                            <a:srgbClr val="265374"/>
                          </a:solidFill>
                          <a:effectLst/>
                          <a:latin typeface="Verdana" panose="020B0604030504040204" pitchFamily="34" charset="0"/>
                          <a:ea typeface="Verdana" panose="020B0604030504040204" pitchFamily="34" charset="0"/>
                        </a:rPr>
                        <a:t>Бисопролол</a:t>
                      </a:r>
                      <a:r>
                        <a:rPr lang="ru-RU" sz="1200" b="1" dirty="0">
                          <a:solidFill>
                            <a:srgbClr val="265374"/>
                          </a:solidFill>
                          <a:effectLst/>
                          <a:latin typeface="Verdana" panose="020B0604030504040204" pitchFamily="34" charset="0"/>
                          <a:ea typeface="Verdana" panose="020B0604030504040204" pitchFamily="34" charset="0"/>
                        </a:rPr>
                        <a:t> 10 мг + </a:t>
                      </a:r>
                      <a:r>
                        <a:rPr lang="ru-RU" sz="1200" b="1" dirty="0" err="1">
                          <a:solidFill>
                            <a:srgbClr val="265374"/>
                          </a:solidFill>
                          <a:effectLst/>
                          <a:latin typeface="Verdana" panose="020B0604030504040204" pitchFamily="34" charset="0"/>
                          <a:ea typeface="Verdana" panose="020B0604030504040204" pitchFamily="34" charset="0"/>
                        </a:rPr>
                        <a:t>Амлодипин</a:t>
                      </a:r>
                      <a:r>
                        <a:rPr lang="ru-RU" sz="1200" b="1" dirty="0">
                          <a:solidFill>
                            <a:srgbClr val="265374"/>
                          </a:solidFill>
                          <a:effectLst/>
                          <a:latin typeface="Verdana" panose="020B0604030504040204" pitchFamily="34" charset="0"/>
                          <a:ea typeface="Verdana" panose="020B0604030504040204" pitchFamily="34" charset="0"/>
                        </a:rPr>
                        <a:t> 10 мг</a:t>
                      </a:r>
                      <a:endParaRPr lang="ru-RU" sz="2400" b="1" dirty="0">
                        <a:solidFill>
                          <a:srgbClr val="265374"/>
                        </a:solidFill>
                        <a:effectLst/>
                        <a:latin typeface="Verdana" panose="020B0604030504040204" pitchFamily="34" charset="0"/>
                        <a:ea typeface="Verdana" panose="020B0604030504040204" pitchFamily="34" charset="0"/>
                      </a:endParaRPr>
                    </a:p>
                    <a:p>
                      <a:pPr algn="l">
                        <a:lnSpc>
                          <a:spcPct val="107000"/>
                        </a:lnSpc>
                        <a:spcAft>
                          <a:spcPts val="300"/>
                        </a:spcAft>
                      </a:pPr>
                      <a:r>
                        <a:rPr lang="en-US" sz="1400" b="0" i="1" dirty="0">
                          <a:solidFill>
                            <a:srgbClr val="265374"/>
                          </a:solidFill>
                          <a:effectLst/>
                          <a:latin typeface="Calibri" panose="020F0502020204030204" pitchFamily="34" charset="0"/>
                          <a:ea typeface="Verdana" panose="020B0604030504040204" pitchFamily="34" charset="0"/>
                          <a:cs typeface="Calibri" panose="020F0502020204030204" pitchFamily="34" charset="0"/>
                        </a:rPr>
                        <a:t>n</a:t>
                      </a:r>
                      <a:r>
                        <a:rPr lang="ru-RU" sz="1400" b="0" i="1" dirty="0">
                          <a:solidFill>
                            <a:srgbClr val="265374"/>
                          </a:solidFill>
                          <a:effectLst/>
                          <a:latin typeface="Calibri" panose="020F0502020204030204" pitchFamily="34" charset="0"/>
                          <a:ea typeface="Verdana" panose="020B0604030504040204" pitchFamily="34" charset="0"/>
                          <a:cs typeface="Calibri" panose="020F0502020204030204" pitchFamily="34" charset="0"/>
                        </a:rPr>
                        <a:t>=391 (9%)</a:t>
                      </a:r>
                      <a:endParaRPr lang="ru-RU" sz="2800" b="0" i="1" dirty="0">
                        <a:solidFill>
                          <a:srgbClr val="265374"/>
                        </a:solidFill>
                        <a:effectLst/>
                        <a:latin typeface="Calibri" panose="020F0502020204030204" pitchFamily="34" charset="0"/>
                        <a:ea typeface="Verdana" panose="020B0604030504040204" pitchFamily="34" charset="0"/>
                        <a:cs typeface="Calibri" panose="020F0502020204030204" pitchFamily="34" charset="0"/>
                      </a:endParaRPr>
                    </a:p>
                  </a:txBody>
                  <a:tcPr marL="144000" marR="68580" marT="72000" marB="72000" anchor="ctr">
                    <a:lnT w="19050" cap="flat" cmpd="sng" algn="ctr">
                      <a:solidFill>
                        <a:srgbClr val="D3F3F6"/>
                      </a:solidFill>
                      <a:prstDash val="solid"/>
                      <a:round/>
                      <a:headEnd type="none" w="med" len="med"/>
                      <a:tailEnd type="none" w="med" len="med"/>
                    </a:lnT>
                    <a:lnB w="19050" cap="flat" cmpd="sng" algn="ctr">
                      <a:solidFill>
                        <a:srgbClr val="D3F3F6"/>
                      </a:solidFill>
                      <a:prstDash val="solid"/>
                      <a:round/>
                      <a:headEnd type="none" w="med" len="med"/>
                      <a:tailEnd type="none" w="med" len="med"/>
                    </a:lnB>
                    <a:solidFill>
                      <a:srgbClr val="D3F3F6"/>
                    </a:solidFill>
                  </a:tcPr>
                </a:tc>
                <a:tc>
                  <a:txBody>
                    <a:bodyPr/>
                    <a:lstStyle/>
                    <a:p>
                      <a:pPr algn="ctr">
                        <a:lnSpc>
                          <a:spcPct val="107000"/>
                        </a:lnSpc>
                        <a:spcAft>
                          <a:spcPts val="300"/>
                        </a:spcAft>
                      </a:pPr>
                      <a:r>
                        <a:rPr lang="ru-RU" sz="1400" b="0" dirty="0">
                          <a:solidFill>
                            <a:srgbClr val="265374"/>
                          </a:solidFill>
                          <a:effectLst/>
                          <a:latin typeface="Verdana" panose="020B0604030504040204" pitchFamily="34" charset="0"/>
                          <a:ea typeface="Verdana" panose="020B0604030504040204" pitchFamily="34" charset="0"/>
                        </a:rPr>
                        <a:t>122 (31,3)</a:t>
                      </a:r>
                      <a:endParaRPr lang="ru-RU" sz="1400" b="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72000" marB="72000" anchor="ctr">
                    <a:lnT w="19050" cap="flat" cmpd="sng" algn="ctr">
                      <a:solidFill>
                        <a:srgbClr val="D3F3F6"/>
                      </a:solidFill>
                      <a:prstDash val="solid"/>
                      <a:round/>
                      <a:headEnd type="none" w="med" len="med"/>
                      <a:tailEnd type="none" w="med" len="med"/>
                    </a:lnT>
                    <a:lnB w="19050" cap="flat" cmpd="sng" algn="ctr">
                      <a:solidFill>
                        <a:srgbClr val="D3F3F6"/>
                      </a:solidFill>
                      <a:prstDash val="solid"/>
                      <a:round/>
                      <a:headEnd type="none" w="med" len="med"/>
                      <a:tailEnd type="none" w="med" len="med"/>
                    </a:lnB>
                    <a:solidFill>
                      <a:srgbClr val="D3F3F6"/>
                    </a:solidFill>
                  </a:tcPr>
                </a:tc>
                <a:tc>
                  <a:txBody>
                    <a:bodyPr/>
                    <a:lstStyle/>
                    <a:p>
                      <a:pPr algn="ctr">
                        <a:lnSpc>
                          <a:spcPct val="107000"/>
                        </a:lnSpc>
                        <a:spcAft>
                          <a:spcPts val="300"/>
                        </a:spcAft>
                      </a:pPr>
                      <a:r>
                        <a:rPr lang="ru-RU" sz="1400" b="0" dirty="0">
                          <a:solidFill>
                            <a:srgbClr val="265374"/>
                          </a:solidFill>
                          <a:effectLst/>
                          <a:latin typeface="Verdana" panose="020B0604030504040204" pitchFamily="34" charset="0"/>
                          <a:ea typeface="Verdana" panose="020B0604030504040204" pitchFamily="34" charset="0"/>
                        </a:rPr>
                        <a:t>23 (5,8)</a:t>
                      </a:r>
                      <a:endParaRPr lang="ru-RU" sz="1400" b="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72000" marB="72000" anchor="ctr">
                    <a:lnT w="19050" cap="flat" cmpd="sng" algn="ctr">
                      <a:solidFill>
                        <a:srgbClr val="D3F3F6"/>
                      </a:solidFill>
                      <a:prstDash val="solid"/>
                      <a:round/>
                      <a:headEnd type="none" w="med" len="med"/>
                      <a:tailEnd type="none" w="med" len="med"/>
                    </a:lnT>
                    <a:lnB w="19050" cap="flat" cmpd="sng" algn="ctr">
                      <a:solidFill>
                        <a:srgbClr val="D3F3F6"/>
                      </a:solidFill>
                      <a:prstDash val="solid"/>
                      <a:round/>
                      <a:headEnd type="none" w="med" len="med"/>
                      <a:tailEnd type="none" w="med" len="med"/>
                    </a:lnB>
                    <a:solidFill>
                      <a:srgbClr val="D3F3F6"/>
                    </a:solidFill>
                  </a:tcPr>
                </a:tc>
                <a:tc>
                  <a:txBody>
                    <a:bodyPr/>
                    <a:lstStyle/>
                    <a:p>
                      <a:pPr algn="ctr">
                        <a:lnSpc>
                          <a:spcPct val="107000"/>
                        </a:lnSpc>
                        <a:spcAft>
                          <a:spcPts val="300"/>
                        </a:spcAft>
                      </a:pPr>
                      <a:r>
                        <a:rPr lang="ru-RU" sz="1400" b="0" dirty="0">
                          <a:solidFill>
                            <a:srgbClr val="265374"/>
                          </a:solidFill>
                          <a:effectLst/>
                          <a:latin typeface="Verdana" panose="020B0604030504040204" pitchFamily="34" charset="0"/>
                          <a:ea typeface="Verdana" panose="020B0604030504040204" pitchFamily="34" charset="0"/>
                        </a:rPr>
                        <a:t>61 (15,6)</a:t>
                      </a:r>
                      <a:endParaRPr lang="ru-RU" sz="1400" b="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72000" marB="72000" anchor="ctr">
                    <a:lnT w="19050" cap="flat" cmpd="sng" algn="ctr">
                      <a:solidFill>
                        <a:srgbClr val="D3F3F6"/>
                      </a:solidFill>
                      <a:prstDash val="solid"/>
                      <a:round/>
                      <a:headEnd type="none" w="med" len="med"/>
                      <a:tailEnd type="none" w="med" len="med"/>
                    </a:lnT>
                    <a:lnB w="19050" cap="flat" cmpd="sng" algn="ctr">
                      <a:solidFill>
                        <a:srgbClr val="D3F3F6"/>
                      </a:solidFill>
                      <a:prstDash val="solid"/>
                      <a:round/>
                      <a:headEnd type="none" w="med" len="med"/>
                      <a:tailEnd type="none" w="med" len="med"/>
                    </a:lnB>
                    <a:solidFill>
                      <a:srgbClr val="D3F3F6"/>
                    </a:solidFill>
                  </a:tcPr>
                </a:tc>
                <a:tc>
                  <a:txBody>
                    <a:bodyPr/>
                    <a:lstStyle/>
                    <a:p>
                      <a:pPr algn="ctr">
                        <a:lnSpc>
                          <a:spcPct val="107000"/>
                        </a:lnSpc>
                        <a:spcAft>
                          <a:spcPts val="300"/>
                        </a:spcAft>
                      </a:pPr>
                      <a:r>
                        <a:rPr lang="en-US" sz="1400" b="1" dirty="0">
                          <a:solidFill>
                            <a:srgbClr val="265374"/>
                          </a:solidFill>
                          <a:effectLst/>
                          <a:latin typeface="Verdana" panose="020B0604030504040204" pitchFamily="34" charset="0"/>
                          <a:ea typeface="Verdana" panose="020B0604030504040204" pitchFamily="34" charset="0"/>
                        </a:rPr>
                        <a:t>185 (47,3)</a:t>
                      </a:r>
                      <a:endParaRPr lang="ru-RU" sz="1400" b="1"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72000" marB="72000" anchor="ctr">
                    <a:lnT w="19050" cap="flat" cmpd="sng" algn="ctr">
                      <a:solidFill>
                        <a:srgbClr val="D3F3F6"/>
                      </a:solidFill>
                      <a:prstDash val="solid"/>
                      <a:round/>
                      <a:headEnd type="none" w="med" len="med"/>
                      <a:tailEnd type="none" w="med" len="med"/>
                    </a:lnT>
                    <a:lnB w="19050" cap="flat" cmpd="sng" algn="ctr">
                      <a:solidFill>
                        <a:srgbClr val="D3F3F6"/>
                      </a:solidFill>
                      <a:prstDash val="solid"/>
                      <a:round/>
                      <a:headEnd type="none" w="med" len="med"/>
                      <a:tailEnd type="none" w="med" len="med"/>
                    </a:lnB>
                    <a:solidFill>
                      <a:srgbClr val="D3F3F6"/>
                    </a:solidFill>
                  </a:tcPr>
                </a:tc>
                <a:extLst>
                  <a:ext uri="{0D108BD9-81ED-4DB2-BD59-A6C34878D82A}">
                    <a16:rowId xmlns:a16="http://schemas.microsoft.com/office/drawing/2014/main" val="2149086609"/>
                  </a:ext>
                </a:extLst>
              </a:tr>
              <a:tr h="216563">
                <a:tc>
                  <a:txBody>
                    <a:bodyPr/>
                    <a:lstStyle/>
                    <a:p>
                      <a:pPr algn="l">
                        <a:lnSpc>
                          <a:spcPct val="107000"/>
                        </a:lnSpc>
                        <a:spcAft>
                          <a:spcPts val="300"/>
                        </a:spcAft>
                      </a:pPr>
                      <a:r>
                        <a:rPr lang="en-US" sz="1400" b="0" dirty="0" err="1">
                          <a:solidFill>
                            <a:srgbClr val="265374"/>
                          </a:solidFill>
                          <a:effectLst/>
                          <a:latin typeface="Verdana" panose="020B0604030504040204" pitchFamily="34" charset="0"/>
                          <a:ea typeface="Verdana" panose="020B0604030504040204" pitchFamily="34" charset="0"/>
                        </a:rPr>
                        <a:t>Общее</a:t>
                      </a:r>
                      <a:r>
                        <a:rPr lang="en-US" sz="1400" b="0" dirty="0">
                          <a:solidFill>
                            <a:srgbClr val="265374"/>
                          </a:solidFill>
                          <a:effectLst/>
                          <a:latin typeface="Verdana" panose="020B0604030504040204" pitchFamily="34" charset="0"/>
                          <a:ea typeface="Verdana" panose="020B0604030504040204" pitchFamily="34" charset="0"/>
                        </a:rPr>
                        <a:t> </a:t>
                      </a:r>
                      <a:r>
                        <a:rPr lang="en-US" sz="1400" b="0" dirty="0" err="1">
                          <a:solidFill>
                            <a:srgbClr val="265374"/>
                          </a:solidFill>
                          <a:effectLst/>
                          <a:latin typeface="Verdana" panose="020B0604030504040204" pitchFamily="34" charset="0"/>
                          <a:ea typeface="Verdana" panose="020B0604030504040204" pitchFamily="34" charset="0"/>
                        </a:rPr>
                        <a:t>количество</a:t>
                      </a:r>
                      <a:r>
                        <a:rPr lang="en-US" sz="1400" b="0" dirty="0">
                          <a:solidFill>
                            <a:srgbClr val="265374"/>
                          </a:solidFill>
                          <a:effectLst/>
                          <a:latin typeface="Verdana" panose="020B0604030504040204" pitchFamily="34" charset="0"/>
                          <a:ea typeface="Verdana" panose="020B0604030504040204" pitchFamily="34" charset="0"/>
                        </a:rPr>
                        <a:t> </a:t>
                      </a:r>
                      <a:r>
                        <a:rPr lang="en-US" sz="1400" b="0" dirty="0" err="1">
                          <a:solidFill>
                            <a:srgbClr val="265374"/>
                          </a:solidFill>
                          <a:effectLst/>
                          <a:latin typeface="Verdana" panose="020B0604030504040204" pitchFamily="34" charset="0"/>
                          <a:ea typeface="Verdana" panose="020B0604030504040204" pitchFamily="34" charset="0"/>
                        </a:rPr>
                        <a:t>пациентов</a:t>
                      </a:r>
                      <a:r>
                        <a:rPr lang="ru-RU" sz="1400" b="0" dirty="0">
                          <a:solidFill>
                            <a:srgbClr val="265374"/>
                          </a:solidFill>
                          <a:effectLst/>
                          <a:latin typeface="Verdana" panose="020B0604030504040204" pitchFamily="34" charset="0"/>
                          <a:ea typeface="Verdana" panose="020B0604030504040204" pitchFamily="34" charset="0"/>
                        </a:rPr>
                        <a:t>: </a:t>
                      </a:r>
                      <a:r>
                        <a:rPr lang="en-US" sz="1400" b="0" i="1" dirty="0">
                          <a:solidFill>
                            <a:srgbClr val="265374"/>
                          </a:solidFill>
                          <a:effectLst/>
                          <a:latin typeface="Calibri" panose="020F0502020204030204" pitchFamily="34" charset="0"/>
                          <a:ea typeface="Verdana" panose="020B0604030504040204" pitchFamily="34" charset="0"/>
                          <a:cs typeface="Calibri" panose="020F0502020204030204" pitchFamily="34" charset="0"/>
                        </a:rPr>
                        <a:t>n=4226</a:t>
                      </a:r>
                      <a:endParaRPr lang="ru-RU" sz="2800" b="0" i="1" dirty="0">
                        <a:solidFill>
                          <a:srgbClr val="265374"/>
                        </a:solidFill>
                        <a:effectLst/>
                        <a:latin typeface="Calibri" panose="020F0502020204030204" pitchFamily="34" charset="0"/>
                        <a:ea typeface="Verdana" panose="020B0604030504040204" pitchFamily="34" charset="0"/>
                        <a:cs typeface="Calibri" panose="020F0502020204030204" pitchFamily="34" charset="0"/>
                      </a:endParaRPr>
                    </a:p>
                  </a:txBody>
                  <a:tcPr marL="144000" marR="68580" marT="72000" marB="72000" anchor="ctr">
                    <a:lnT w="19050" cap="flat" cmpd="sng" algn="ctr">
                      <a:solidFill>
                        <a:srgbClr val="D3F3F6"/>
                      </a:solidFill>
                      <a:prstDash val="solid"/>
                      <a:round/>
                      <a:headEnd type="none" w="med" len="med"/>
                      <a:tailEnd type="none" w="med" len="med"/>
                    </a:lnT>
                    <a:solidFill>
                      <a:srgbClr val="D3F3F6">
                        <a:alpha val="58000"/>
                      </a:srgbClr>
                    </a:solidFill>
                  </a:tcPr>
                </a:tc>
                <a:tc>
                  <a:txBody>
                    <a:bodyPr/>
                    <a:lstStyle/>
                    <a:p>
                      <a:pPr algn="ctr">
                        <a:lnSpc>
                          <a:spcPct val="107000"/>
                        </a:lnSpc>
                        <a:spcAft>
                          <a:spcPts val="300"/>
                        </a:spcAft>
                      </a:pPr>
                      <a:r>
                        <a:rPr lang="ru-RU" sz="1400" b="0" dirty="0">
                          <a:solidFill>
                            <a:srgbClr val="265374"/>
                          </a:solidFill>
                          <a:effectLst/>
                          <a:latin typeface="Verdana" panose="020B0604030504040204" pitchFamily="34" charset="0"/>
                          <a:ea typeface="Verdana" panose="020B0604030504040204" pitchFamily="34" charset="0"/>
                        </a:rPr>
                        <a:t>3002 (70,3)</a:t>
                      </a:r>
                      <a:endParaRPr lang="ru-RU" sz="1400" b="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72000" marB="72000" anchor="ctr">
                    <a:lnT w="19050" cap="flat" cmpd="sng" algn="ctr">
                      <a:solidFill>
                        <a:srgbClr val="D3F3F6"/>
                      </a:solidFill>
                      <a:prstDash val="solid"/>
                      <a:round/>
                      <a:headEnd type="none" w="med" len="med"/>
                      <a:tailEnd type="none" w="med" len="med"/>
                    </a:lnT>
                    <a:solidFill>
                      <a:srgbClr val="D3F3F6">
                        <a:alpha val="58000"/>
                      </a:srgbClr>
                    </a:solidFill>
                  </a:tcPr>
                </a:tc>
                <a:tc>
                  <a:txBody>
                    <a:bodyPr/>
                    <a:lstStyle/>
                    <a:p>
                      <a:pPr algn="ctr">
                        <a:lnSpc>
                          <a:spcPct val="107000"/>
                        </a:lnSpc>
                        <a:spcAft>
                          <a:spcPts val="300"/>
                        </a:spcAft>
                      </a:pPr>
                      <a:r>
                        <a:rPr lang="ru-RU" sz="1400" b="0" dirty="0">
                          <a:solidFill>
                            <a:srgbClr val="265374"/>
                          </a:solidFill>
                          <a:effectLst/>
                          <a:latin typeface="Verdana" panose="020B0604030504040204" pitchFamily="34" charset="0"/>
                          <a:ea typeface="Verdana" panose="020B0604030504040204" pitchFamily="34" charset="0"/>
                        </a:rPr>
                        <a:t>244 (5,7)</a:t>
                      </a:r>
                      <a:endParaRPr lang="ru-RU" sz="1400" b="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72000" marB="72000" anchor="ctr">
                    <a:lnT w="19050" cap="flat" cmpd="sng" algn="ctr">
                      <a:solidFill>
                        <a:srgbClr val="D3F3F6"/>
                      </a:solidFill>
                      <a:prstDash val="solid"/>
                      <a:round/>
                      <a:headEnd type="none" w="med" len="med"/>
                      <a:tailEnd type="none" w="med" len="med"/>
                    </a:lnT>
                    <a:solidFill>
                      <a:srgbClr val="D3F3F6">
                        <a:alpha val="58000"/>
                      </a:srgbClr>
                    </a:solidFill>
                  </a:tcPr>
                </a:tc>
                <a:tc>
                  <a:txBody>
                    <a:bodyPr/>
                    <a:lstStyle/>
                    <a:p>
                      <a:pPr algn="ctr">
                        <a:lnSpc>
                          <a:spcPct val="107000"/>
                        </a:lnSpc>
                        <a:spcAft>
                          <a:spcPts val="300"/>
                        </a:spcAft>
                      </a:pPr>
                      <a:r>
                        <a:rPr lang="ru-RU" sz="1400" b="0" dirty="0">
                          <a:solidFill>
                            <a:srgbClr val="265374"/>
                          </a:solidFill>
                          <a:effectLst/>
                          <a:latin typeface="Verdana" panose="020B0604030504040204" pitchFamily="34" charset="0"/>
                          <a:ea typeface="Verdana" panose="020B0604030504040204" pitchFamily="34" charset="0"/>
                        </a:rPr>
                        <a:t>748 (17,7)</a:t>
                      </a:r>
                      <a:endParaRPr lang="ru-RU" sz="1400" b="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72000" marB="72000" anchor="ctr">
                    <a:lnT w="19050" cap="flat" cmpd="sng" algn="ctr">
                      <a:solidFill>
                        <a:srgbClr val="D3F3F6"/>
                      </a:solidFill>
                      <a:prstDash val="solid"/>
                      <a:round/>
                      <a:headEnd type="none" w="med" len="med"/>
                      <a:tailEnd type="none" w="med" len="med"/>
                    </a:lnT>
                    <a:solidFill>
                      <a:srgbClr val="D3F3F6">
                        <a:alpha val="58000"/>
                      </a:srgbClr>
                    </a:solidFill>
                  </a:tcPr>
                </a:tc>
                <a:tc>
                  <a:txBody>
                    <a:bodyPr/>
                    <a:lstStyle/>
                    <a:p>
                      <a:pPr algn="ctr">
                        <a:lnSpc>
                          <a:spcPct val="107000"/>
                        </a:lnSpc>
                        <a:spcAft>
                          <a:spcPts val="300"/>
                        </a:spcAft>
                      </a:pPr>
                      <a:r>
                        <a:rPr lang="en-US" sz="1400" b="0" dirty="0">
                          <a:solidFill>
                            <a:srgbClr val="265374"/>
                          </a:solidFill>
                          <a:effectLst/>
                          <a:latin typeface="Verdana" panose="020B0604030504040204" pitchFamily="34" charset="0"/>
                          <a:ea typeface="Verdana" panose="020B0604030504040204" pitchFamily="34" charset="0"/>
                        </a:rPr>
                        <a:t>232 (5,5)</a:t>
                      </a:r>
                      <a:endParaRPr lang="ru-RU" sz="1400" b="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72000" marB="72000" anchor="ctr">
                    <a:lnT w="19050" cap="flat" cmpd="sng" algn="ctr">
                      <a:solidFill>
                        <a:srgbClr val="D3F3F6"/>
                      </a:solidFill>
                      <a:prstDash val="solid"/>
                      <a:round/>
                      <a:headEnd type="none" w="med" len="med"/>
                      <a:tailEnd type="none" w="med" len="med"/>
                    </a:lnT>
                    <a:solidFill>
                      <a:srgbClr val="D3F3F6">
                        <a:alpha val="58000"/>
                      </a:srgbClr>
                    </a:solidFill>
                  </a:tcPr>
                </a:tc>
                <a:extLst>
                  <a:ext uri="{0D108BD9-81ED-4DB2-BD59-A6C34878D82A}">
                    <a16:rowId xmlns:a16="http://schemas.microsoft.com/office/drawing/2014/main" val="1318161376"/>
                  </a:ext>
                </a:extLst>
              </a:tr>
            </a:tbl>
          </a:graphicData>
        </a:graphic>
      </p:graphicFrame>
      <p:sp>
        <p:nvSpPr>
          <p:cNvPr id="5" name="Rectangle 4">
            <a:extLst>
              <a:ext uri="{FF2B5EF4-FFF2-40B4-BE49-F238E27FC236}">
                <a16:creationId xmlns:a16="http://schemas.microsoft.com/office/drawing/2014/main" id="{238D999D-048C-AB9F-7239-10C8A7C9E22C}"/>
              </a:ext>
            </a:extLst>
          </p:cNvPr>
          <p:cNvSpPr>
            <a:spLocks noChangeArrowheads="1"/>
          </p:cNvSpPr>
          <p:nvPr/>
        </p:nvSpPr>
        <p:spPr bwMode="auto">
          <a:xfrm>
            <a:off x="1460828" y="5469504"/>
            <a:ext cx="9734996" cy="559014"/>
          </a:xfrm>
          <a:prstGeom prst="rect">
            <a:avLst/>
          </a:prstGeom>
          <a:noFill/>
          <a:ln w="3175">
            <a:noFill/>
            <a:miter lim="800000"/>
            <a:headEnd/>
            <a:tailEnd/>
          </a:ln>
        </p:spPr>
        <p:txBody>
          <a:bodyPr wrap="square">
            <a:noAutofit/>
          </a:bodyPr>
          <a:lstStyle>
            <a:lvl1pPr>
              <a:spcBef>
                <a:spcPts val="1200"/>
              </a:spcBef>
              <a:buFont typeface="Wingdings" panose="05000000000000000000" pitchFamily="2" charset="2"/>
              <a:buChar char="§"/>
              <a:defRPr>
                <a:solidFill>
                  <a:schemeClr val="tx1"/>
                </a:solidFill>
                <a:latin typeface="Arial" panose="020B0604020202020204" pitchFamily="34" charset="0"/>
                <a:ea typeface="ＭＳ Ｐゴシック" panose="020B0600070205080204" pitchFamily="34" charset="-128"/>
              </a:defRPr>
            </a:lvl1pPr>
            <a:lvl2pPr marL="742950" indent="-285750">
              <a:spcBef>
                <a:spcPts val="800"/>
              </a:spcBef>
              <a:buFont typeface="Arial" panose="020B0604020202020204" pitchFamily="34" charset="0"/>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ts val="400"/>
              </a:spcBef>
              <a:buFont typeface="Arial" panose="020B0604020202020204" pitchFamily="34" charset="0"/>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ts val="400"/>
              </a:spcBef>
              <a:buFont typeface="Arial" panose="020B0604020202020204" pitchFamily="34" charset="0"/>
              <a:buChar char="•"/>
              <a:defRPr sz="1400">
                <a:solidFill>
                  <a:schemeClr val="tx1"/>
                </a:solidFill>
                <a:latin typeface="Arial" panose="020B0604020202020204" pitchFamily="34" charset="0"/>
                <a:ea typeface="ＭＳ Ｐゴシック" panose="020B0600070205080204" pitchFamily="34" charset="-128"/>
              </a:defRPr>
            </a:lvl4pPr>
            <a:lvl5pPr marL="2057400" indent="-228600">
              <a:spcBef>
                <a:spcPts val="400"/>
              </a:spcBef>
              <a:buFont typeface="Arial" panose="020B0604020202020204" pitchFamily="34" charset="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ts val="400"/>
              </a:spcBef>
              <a:spcAft>
                <a:spcPct val="0"/>
              </a:spcAft>
              <a:buFont typeface="Arial" panose="020B0604020202020204" pitchFamily="34" charset="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ts val="400"/>
              </a:spcBef>
              <a:spcAft>
                <a:spcPct val="0"/>
              </a:spcAft>
              <a:buFont typeface="Arial" panose="020B0604020202020204" pitchFamily="34" charset="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ts val="400"/>
              </a:spcBef>
              <a:spcAft>
                <a:spcPct val="0"/>
              </a:spcAft>
              <a:buFont typeface="Arial" panose="020B0604020202020204" pitchFamily="34" charset="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ts val="400"/>
              </a:spcBef>
              <a:spcAft>
                <a:spcPct val="0"/>
              </a:spcAft>
              <a:buFont typeface="Arial" panose="020B0604020202020204" pitchFamily="34" charset="0"/>
              <a:buChar char="•"/>
              <a:defRPr sz="1400">
                <a:solidFill>
                  <a:schemeClr val="tx1"/>
                </a:solidFill>
                <a:latin typeface="Arial" panose="020B0604020202020204" pitchFamily="34" charset="0"/>
                <a:ea typeface="ＭＳ Ｐゴシック" panose="020B0600070205080204" pitchFamily="34" charset="-128"/>
              </a:defRPr>
            </a:lvl9pPr>
          </a:lstStyle>
          <a:p>
            <a:pPr marL="285750" marR="0" lvl="0"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Ø"/>
              <a:tabLst/>
              <a:defRPr/>
            </a:pPr>
            <a:r>
              <a:rPr kumimoji="0" lang="ru-RU" altLang="en-US" sz="1400" b="1" i="0" u="none" strike="noStrike" kern="1200" cap="none" spc="0" normalizeH="0" baseline="0" noProof="0" dirty="0">
                <a:ln>
                  <a:noFill/>
                </a:ln>
                <a:solidFill>
                  <a:srgbClr val="0070C0"/>
                </a:solidFill>
                <a:effectLst/>
                <a:uLnTx/>
                <a:uFillTx/>
                <a:latin typeface="Verdana" panose="020B0604030504040204" pitchFamily="34" charset="0"/>
                <a:ea typeface="Verdana" panose="020B0604030504040204" pitchFamily="34" charset="0"/>
                <a:cs typeface="+mn-cs"/>
              </a:rPr>
              <a:t>У 82,7% пациентов дозы </a:t>
            </a:r>
            <a:r>
              <a:rPr kumimoji="0" lang="ru-RU" altLang="en-US" sz="1400" b="1" i="0" u="none" strike="noStrike" kern="1200" cap="none" spc="0" normalizeH="0" baseline="0" noProof="0" dirty="0" err="1">
                <a:ln>
                  <a:noFill/>
                </a:ln>
                <a:solidFill>
                  <a:srgbClr val="0070C0"/>
                </a:solidFill>
                <a:effectLst/>
                <a:uLnTx/>
                <a:uFillTx/>
                <a:latin typeface="Verdana" panose="020B0604030504040204" pitchFamily="34" charset="0"/>
                <a:ea typeface="Verdana" panose="020B0604030504040204" pitchFamily="34" charset="0"/>
                <a:cs typeface="+mn-cs"/>
              </a:rPr>
              <a:t>бисопролола</a:t>
            </a:r>
            <a:r>
              <a:rPr kumimoji="0" lang="ru-RU" altLang="en-US" sz="1400" b="1" i="0" u="none" strike="noStrike" kern="1200" cap="none" spc="0" normalizeH="0" baseline="0" noProof="0" dirty="0">
                <a:ln>
                  <a:noFill/>
                </a:ln>
                <a:solidFill>
                  <a:srgbClr val="0070C0"/>
                </a:solidFill>
                <a:effectLst/>
                <a:uLnTx/>
                <a:uFillTx/>
                <a:latin typeface="Verdana" panose="020B0604030504040204" pitchFamily="34" charset="0"/>
                <a:ea typeface="Verdana" panose="020B0604030504040204" pitchFamily="34" charset="0"/>
                <a:cs typeface="+mn-cs"/>
              </a:rPr>
              <a:t> и амлодипина сохранились при переходе на </a:t>
            </a:r>
            <a:r>
              <a:rPr kumimoji="0" lang="en-US" altLang="en-US" sz="1400" b="1" i="0" u="none" strike="noStrike" kern="1200" cap="none" spc="0" normalizeH="0" baseline="0" noProof="0" dirty="0">
                <a:ln>
                  <a:noFill/>
                </a:ln>
                <a:solidFill>
                  <a:srgbClr val="0070C0"/>
                </a:solidFill>
                <a:effectLst/>
                <a:uLnTx/>
                <a:uFillTx/>
                <a:latin typeface="Verdana" panose="020B0604030504040204" pitchFamily="34" charset="0"/>
                <a:ea typeface="Verdana" panose="020B0604030504040204" pitchFamily="34" charset="0"/>
                <a:cs typeface="+mn-cs"/>
              </a:rPr>
              <a:t>FDC</a:t>
            </a:r>
            <a:endParaRPr kumimoji="0" lang="ru-RU" altLang="en-US" sz="1400" b="1" i="0" u="none" strike="noStrike" kern="1200" cap="none" spc="0" normalizeH="0" baseline="0" noProof="0" dirty="0">
              <a:ln>
                <a:noFill/>
              </a:ln>
              <a:solidFill>
                <a:srgbClr val="0070C0"/>
              </a:solidFill>
              <a:effectLst/>
              <a:uLnTx/>
              <a:uFillTx/>
              <a:latin typeface="Verdana" panose="020B0604030504040204" pitchFamily="34" charset="0"/>
              <a:ea typeface="Verdana" panose="020B0604030504040204" pitchFamily="34"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ru-RU" altLang="en-US" sz="1400" b="1" i="0" u="none" strike="noStrike" kern="1200" cap="none" spc="0" normalizeH="0" baseline="0" noProof="0" dirty="0">
                <a:ln>
                  <a:noFill/>
                </a:ln>
                <a:solidFill>
                  <a:srgbClr val="0070C0"/>
                </a:solidFill>
                <a:effectLst/>
                <a:uLnTx/>
                <a:uFillTx/>
                <a:latin typeface="Verdana" panose="020B0604030504040204" pitchFamily="34" charset="0"/>
                <a:ea typeface="Verdana" panose="020B0604030504040204" pitchFamily="34" charset="0"/>
                <a:cs typeface="+mn-cs"/>
              </a:rPr>
              <a:t>У 13% пациентов доза снижена — FDC обеспечивает более эффективное действие, чем эквивалентная свободная комбинация</a:t>
            </a:r>
          </a:p>
        </p:txBody>
      </p:sp>
      <p:sp>
        <p:nvSpPr>
          <p:cNvPr id="23" name="Заголовок 7">
            <a:extLst>
              <a:ext uri="{FF2B5EF4-FFF2-40B4-BE49-F238E27FC236}">
                <a16:creationId xmlns:a16="http://schemas.microsoft.com/office/drawing/2014/main" id="{B2A083BC-5C61-C824-FDEE-B164CC513EEB}"/>
              </a:ext>
            </a:extLst>
          </p:cNvPr>
          <p:cNvSpPr txBox="1">
            <a:spLocks/>
          </p:cNvSpPr>
          <p:nvPr/>
        </p:nvSpPr>
        <p:spPr>
          <a:xfrm>
            <a:off x="895943" y="497766"/>
            <a:ext cx="10909300" cy="783083"/>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lvl="0">
              <a:defRPr/>
            </a:pPr>
            <a:r>
              <a:rPr lang="ru-RU" sz="2000" dirty="0" err="1"/>
              <a:t>Конкор</a:t>
            </a:r>
            <a:r>
              <a:rPr lang="ru-RU" sz="2000" baseline="30000" dirty="0"/>
              <a:t>®</a:t>
            </a:r>
            <a:r>
              <a:rPr lang="ru-RU" sz="2000" dirty="0"/>
              <a:t> АМ </a:t>
            </a:r>
            <a:r>
              <a:rPr kumimoji="0" lang="ru-RU"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высокая приверженность и эффективность в реальной практике</a:t>
            </a:r>
            <a:endParaRPr kumimoji="0" lang="ru-RU" sz="2000" b="0" i="0" u="none" strike="noStrike" kern="1200" cap="none" spc="0" normalizeH="0" baseline="50000" noProof="0" dirty="0">
              <a:ln>
                <a:noFill/>
              </a:ln>
              <a:solidFill>
                <a:srgbClr val="265374"/>
              </a:solidFill>
              <a:effectLst/>
              <a:uLnTx/>
              <a:uFillTx/>
              <a:latin typeface="Verdana" panose="020B0604030504040204" pitchFamily="34" charset="0"/>
              <a:ea typeface="Verdana" panose="020B0604030504040204" pitchFamily="34" charset="0"/>
              <a:cs typeface="+mj-cs"/>
            </a:endParaRPr>
          </a:p>
        </p:txBody>
      </p:sp>
      <p:sp>
        <p:nvSpPr>
          <p:cNvPr id="6" name="Rectangle: Rounded Corners 6">
            <a:extLst>
              <a:ext uri="{FF2B5EF4-FFF2-40B4-BE49-F238E27FC236}">
                <a16:creationId xmlns:a16="http://schemas.microsoft.com/office/drawing/2014/main" id="{6777540D-3E0D-1442-9BAE-A7ACA94872A5}"/>
              </a:ext>
            </a:extLst>
          </p:cNvPr>
          <p:cNvSpPr/>
          <p:nvPr/>
        </p:nvSpPr>
        <p:spPr>
          <a:xfrm>
            <a:off x="4686231" y="2628017"/>
            <a:ext cx="1664362" cy="462093"/>
          </a:xfrm>
          <a:prstGeom prst="roundRect">
            <a:avLst>
              <a:gd name="adj" fmla="val 50000"/>
            </a:avLst>
          </a:prstGeom>
          <a:solidFill>
            <a:schemeClr val="bg2">
              <a:alpha val="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8" name="Rectangle: Rounded Corners 6">
            <a:extLst>
              <a:ext uri="{FF2B5EF4-FFF2-40B4-BE49-F238E27FC236}">
                <a16:creationId xmlns:a16="http://schemas.microsoft.com/office/drawing/2014/main" id="{3D95DAB0-57A6-8B76-A32B-2D4918B9FF29}"/>
              </a:ext>
            </a:extLst>
          </p:cNvPr>
          <p:cNvSpPr/>
          <p:nvPr/>
        </p:nvSpPr>
        <p:spPr>
          <a:xfrm>
            <a:off x="9731083" y="4422068"/>
            <a:ext cx="1664362" cy="462093"/>
          </a:xfrm>
          <a:prstGeom prst="roundRect">
            <a:avLst>
              <a:gd name="adj" fmla="val 50000"/>
            </a:avLst>
          </a:prstGeom>
          <a:solidFill>
            <a:schemeClr val="bg2">
              <a:alpha val="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9" name="Rectangle: Rounded Corners 6">
            <a:extLst>
              <a:ext uri="{FF2B5EF4-FFF2-40B4-BE49-F238E27FC236}">
                <a16:creationId xmlns:a16="http://schemas.microsoft.com/office/drawing/2014/main" id="{7B5D3103-2C69-7190-4FD5-76A6174AC95E}"/>
              </a:ext>
            </a:extLst>
          </p:cNvPr>
          <p:cNvSpPr/>
          <p:nvPr/>
        </p:nvSpPr>
        <p:spPr>
          <a:xfrm>
            <a:off x="6338954" y="3234823"/>
            <a:ext cx="1664362" cy="462093"/>
          </a:xfrm>
          <a:prstGeom prst="roundRect">
            <a:avLst>
              <a:gd name="adj" fmla="val 50000"/>
            </a:avLst>
          </a:prstGeom>
          <a:solidFill>
            <a:schemeClr val="bg2">
              <a:alpha val="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13" name="Rectangle: Rounded Corners 6">
            <a:extLst>
              <a:ext uri="{FF2B5EF4-FFF2-40B4-BE49-F238E27FC236}">
                <a16:creationId xmlns:a16="http://schemas.microsoft.com/office/drawing/2014/main" id="{B7661F3D-7A76-CD40-490D-9217B1400652}"/>
              </a:ext>
            </a:extLst>
          </p:cNvPr>
          <p:cNvSpPr/>
          <p:nvPr/>
        </p:nvSpPr>
        <p:spPr>
          <a:xfrm>
            <a:off x="8066721" y="3816988"/>
            <a:ext cx="1664362" cy="462093"/>
          </a:xfrm>
          <a:prstGeom prst="roundRect">
            <a:avLst>
              <a:gd name="adj" fmla="val 50000"/>
            </a:avLst>
          </a:prstGeom>
          <a:solidFill>
            <a:schemeClr val="bg2">
              <a:alpha val="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14" name="Заголовок 7">
            <a:extLst>
              <a:ext uri="{FF2B5EF4-FFF2-40B4-BE49-F238E27FC236}">
                <a16:creationId xmlns:a16="http://schemas.microsoft.com/office/drawing/2014/main" id="{53248A54-AA49-C732-94DA-708DA272D6B1}"/>
              </a:ext>
            </a:extLst>
          </p:cNvPr>
          <p:cNvSpPr txBox="1">
            <a:spLocks/>
          </p:cNvSpPr>
          <p:nvPr/>
        </p:nvSpPr>
        <p:spPr>
          <a:xfrm>
            <a:off x="924971" y="1110636"/>
            <a:ext cx="10909300" cy="392389"/>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lvl="0">
              <a:defRPr/>
            </a:pPr>
            <a:r>
              <a:rPr lang="ru-RU" sz="1600" b="0" i="1" dirty="0"/>
              <a:t>Исследование 4226 пациентов с артериальной гипертензией</a:t>
            </a:r>
            <a:endParaRPr kumimoji="0" lang="ru-RU" sz="1600" b="0" i="1" u="none" strike="noStrike" kern="1200" cap="none" spc="0" normalizeH="0" baseline="50000" noProof="0" dirty="0">
              <a:ln>
                <a:noFill/>
              </a:ln>
              <a:solidFill>
                <a:srgbClr val="265374"/>
              </a:solidFill>
              <a:effectLst/>
              <a:uLnTx/>
              <a:uFillTx/>
              <a:latin typeface="Verdana" panose="020B0604030504040204" pitchFamily="34" charset="0"/>
              <a:ea typeface="Verdana" panose="020B0604030504040204" pitchFamily="34" charset="0"/>
              <a:cs typeface="+mj-cs"/>
            </a:endParaRPr>
          </a:p>
        </p:txBody>
      </p:sp>
      <p:sp>
        <p:nvSpPr>
          <p:cNvPr id="16" name="TextBox 15">
            <a:extLst>
              <a:ext uri="{FF2B5EF4-FFF2-40B4-BE49-F238E27FC236}">
                <a16:creationId xmlns:a16="http://schemas.microsoft.com/office/drawing/2014/main" id="{D6B5A26A-AD49-D6DB-1CA7-FBFC845A47BC}"/>
              </a:ext>
            </a:extLst>
          </p:cNvPr>
          <p:cNvSpPr txBox="1"/>
          <p:nvPr/>
        </p:nvSpPr>
        <p:spPr>
          <a:xfrm>
            <a:off x="6257711" y="6380784"/>
            <a:ext cx="6127594" cy="246221"/>
          </a:xfrm>
          <a:prstGeom prst="rect">
            <a:avLst/>
          </a:prstGeom>
          <a:noFill/>
        </p:spPr>
        <p:txBody>
          <a:bodyPr wrap="square">
            <a:spAutoFit/>
          </a:bodyPr>
          <a:lstStyle/>
          <a:p>
            <a:r>
              <a:rPr lang="en-US" sz="1000" b="1" dirty="0"/>
              <a:t>FDC</a:t>
            </a:r>
            <a:r>
              <a:rPr lang="ru-RU" sz="1000" dirty="0"/>
              <a:t> –фиксированная комбинация (</a:t>
            </a:r>
            <a:r>
              <a:rPr lang="ru-RU" sz="1000" dirty="0" err="1"/>
              <a:t>бисопролола</a:t>
            </a:r>
            <a:r>
              <a:rPr lang="ru-RU" sz="1000" dirty="0"/>
              <a:t> и амлодипина)</a:t>
            </a:r>
          </a:p>
        </p:txBody>
      </p:sp>
    </p:spTree>
    <p:extLst>
      <p:ext uri="{BB962C8B-B14F-4D97-AF65-F5344CB8AC3E}">
        <p14:creationId xmlns:p14="http://schemas.microsoft.com/office/powerpoint/2010/main" val="2248755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arn(inVertic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arn(inVertical)">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barn(inVertical)">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animBg="1"/>
      <p:bldP spid="8" grpId="0" animBg="1"/>
      <p:bldP spid="9" grpId="0" animBg="1"/>
      <p:bldP spid="13"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Номер слайда 13">
            <a:extLst>
              <a:ext uri="{FF2B5EF4-FFF2-40B4-BE49-F238E27FC236}">
                <a16:creationId xmlns:a16="http://schemas.microsoft.com/office/drawing/2014/main" id="{7ADD3DBA-75A6-C486-AF02-A6CA2A307D21}"/>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69</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grpSp>
        <p:nvGrpSpPr>
          <p:cNvPr id="4" name="Группа 3">
            <a:extLst>
              <a:ext uri="{FF2B5EF4-FFF2-40B4-BE49-F238E27FC236}">
                <a16:creationId xmlns:a16="http://schemas.microsoft.com/office/drawing/2014/main" id="{D712500E-5CC6-FD58-2562-B8AD19D6CB07}"/>
              </a:ext>
            </a:extLst>
          </p:cNvPr>
          <p:cNvGrpSpPr/>
          <p:nvPr/>
        </p:nvGrpSpPr>
        <p:grpSpPr>
          <a:xfrm>
            <a:off x="924971" y="1233781"/>
            <a:ext cx="7408324" cy="4855472"/>
            <a:chOff x="924971" y="1233781"/>
            <a:chExt cx="7408324" cy="4855472"/>
          </a:xfrm>
        </p:grpSpPr>
        <p:graphicFrame>
          <p:nvGraphicFramePr>
            <p:cNvPr id="6" name="Chart 5">
              <a:extLst>
                <a:ext uri="{FF2B5EF4-FFF2-40B4-BE49-F238E27FC236}">
                  <a16:creationId xmlns:a16="http://schemas.microsoft.com/office/drawing/2014/main" id="{5AA6F54D-11E3-44D9-8FB1-1F1A72E1593E}"/>
                </a:ext>
              </a:extLst>
            </p:cNvPr>
            <p:cNvGraphicFramePr/>
            <p:nvPr/>
          </p:nvGraphicFramePr>
          <p:xfrm>
            <a:off x="924971" y="1486850"/>
            <a:ext cx="7408324" cy="4602403"/>
          </p:xfrm>
          <a:graphic>
            <a:graphicData uri="http://schemas.openxmlformats.org/drawingml/2006/chart">
              <c:chart xmlns:c="http://schemas.openxmlformats.org/drawingml/2006/chart" xmlns:r="http://schemas.openxmlformats.org/officeDocument/2006/relationships" r:id="rId2"/>
            </a:graphicData>
          </a:graphic>
        </p:graphicFrame>
        <p:sp>
          <p:nvSpPr>
            <p:cNvPr id="8" name="Arrow: Down 22">
              <a:extLst>
                <a:ext uri="{FF2B5EF4-FFF2-40B4-BE49-F238E27FC236}">
                  <a16:creationId xmlns:a16="http://schemas.microsoft.com/office/drawing/2014/main" id="{8527295B-56EE-4BF3-9B5D-CBDDD93B08B4}"/>
                </a:ext>
              </a:extLst>
            </p:cNvPr>
            <p:cNvSpPr/>
            <p:nvPr/>
          </p:nvSpPr>
          <p:spPr>
            <a:xfrm>
              <a:off x="2107094" y="2263619"/>
              <a:ext cx="838890" cy="1135380"/>
            </a:xfrm>
            <a:prstGeom prst="downArrow">
              <a:avLst>
                <a:gd name="adj1" fmla="val 46720"/>
                <a:gd name="adj2" fmla="val 39092"/>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1219170" rtl="0" eaLnBrk="1" fontAlgn="auto" latinLnBrk="1"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prstClr val="white"/>
                  </a:solidFill>
                  <a:effectLst/>
                  <a:uLnTx/>
                  <a:uFillTx/>
                  <a:latin typeface="Arial"/>
                  <a:ea typeface="+mn-ea"/>
                  <a:cs typeface="+mn-cs"/>
                </a:rPr>
                <a:t>-16,</a:t>
              </a:r>
              <a:r>
                <a:rPr kumimoji="0" lang="en-US" sz="1800" b="0" i="0" u="none" strike="noStrike" kern="1200" cap="none" spc="0" normalizeH="0" baseline="0" noProof="0" dirty="0">
                  <a:ln>
                    <a:noFill/>
                  </a:ln>
                  <a:solidFill>
                    <a:prstClr val="white"/>
                  </a:solidFill>
                  <a:effectLst/>
                  <a:uLnTx/>
                  <a:uFillTx/>
                  <a:latin typeface="Arial"/>
                  <a:ea typeface="+mn-ea"/>
                  <a:cs typeface="+mn-cs"/>
                </a:rPr>
                <a:t>5</a:t>
              </a:r>
              <a:endParaRPr kumimoji="0" lang="en-GB"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9" name="Arrow: Down 22">
              <a:extLst>
                <a:ext uri="{FF2B5EF4-FFF2-40B4-BE49-F238E27FC236}">
                  <a16:creationId xmlns:a16="http://schemas.microsoft.com/office/drawing/2014/main" id="{75A8E059-68EB-4212-9E00-834D37E71525}"/>
                </a:ext>
              </a:extLst>
            </p:cNvPr>
            <p:cNvSpPr/>
            <p:nvPr/>
          </p:nvSpPr>
          <p:spPr>
            <a:xfrm>
              <a:off x="5630706" y="4017050"/>
              <a:ext cx="744454" cy="924716"/>
            </a:xfrm>
            <a:prstGeom prst="downArrow">
              <a:avLst>
                <a:gd name="adj1" fmla="val 50404"/>
                <a:gd name="adj2" fmla="val 39092"/>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1219170" rtl="0" eaLnBrk="1" fontAlgn="auto" latinLnBrk="1"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prstClr val="white"/>
                  </a:solidFill>
                  <a:effectLst/>
                  <a:uLnTx/>
                  <a:uFillTx/>
                  <a:latin typeface="Arial"/>
                  <a:ea typeface="+mn-ea"/>
                  <a:cs typeface="+mn-cs"/>
                </a:rPr>
                <a:t>-9,</a:t>
              </a:r>
              <a:r>
                <a:rPr kumimoji="0" lang="en-US" sz="1800" b="0" i="0" u="none" strike="noStrike" kern="1200" cap="none" spc="0" normalizeH="0" baseline="0" noProof="0" dirty="0">
                  <a:ln>
                    <a:noFill/>
                  </a:ln>
                  <a:solidFill>
                    <a:prstClr val="white"/>
                  </a:solidFill>
                  <a:effectLst/>
                  <a:uLnTx/>
                  <a:uFillTx/>
                  <a:latin typeface="Arial"/>
                  <a:ea typeface="+mn-ea"/>
                  <a:cs typeface="+mn-cs"/>
                </a:rPr>
                <a:t>5</a:t>
              </a:r>
              <a:endParaRPr kumimoji="0" lang="en-GB"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0" name="Arrow: Down 22">
              <a:extLst>
                <a:ext uri="{FF2B5EF4-FFF2-40B4-BE49-F238E27FC236}">
                  <a16:creationId xmlns:a16="http://schemas.microsoft.com/office/drawing/2014/main" id="{EFB66B0C-1294-41E3-BFFC-894FE93C238B}"/>
                </a:ext>
              </a:extLst>
            </p:cNvPr>
            <p:cNvSpPr/>
            <p:nvPr/>
          </p:nvSpPr>
          <p:spPr>
            <a:xfrm>
              <a:off x="7382965" y="3661779"/>
              <a:ext cx="744454" cy="710541"/>
            </a:xfrm>
            <a:prstGeom prst="downArrow">
              <a:avLst>
                <a:gd name="adj1" fmla="val 55378"/>
                <a:gd name="adj2" fmla="val 39092"/>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1219170" rtl="0" eaLnBrk="1" fontAlgn="auto" latinLnBrk="1"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prstClr val="white"/>
                  </a:solidFill>
                  <a:effectLst/>
                  <a:uLnTx/>
                  <a:uFillTx/>
                  <a:latin typeface="Arial"/>
                  <a:ea typeface="+mn-ea"/>
                  <a:cs typeface="+mn-cs"/>
                </a:rPr>
                <a:t>-7,1</a:t>
              </a:r>
              <a:endParaRPr kumimoji="0" lang="en-GB" sz="1800" b="0" i="0" u="none" strike="noStrike" kern="1200" cap="none" spc="0" normalizeH="0" baseline="0" noProof="0" dirty="0">
                <a:ln>
                  <a:noFill/>
                </a:ln>
                <a:solidFill>
                  <a:prstClr val="white"/>
                </a:solidFill>
                <a:effectLst/>
                <a:uLnTx/>
                <a:uFillTx/>
                <a:latin typeface="Arial"/>
                <a:ea typeface="+mn-ea"/>
                <a:cs typeface="+mn-cs"/>
              </a:endParaRPr>
            </a:p>
          </p:txBody>
        </p:sp>
        <p:grpSp>
          <p:nvGrpSpPr>
            <p:cNvPr id="2" name="Группа 1">
              <a:extLst>
                <a:ext uri="{FF2B5EF4-FFF2-40B4-BE49-F238E27FC236}">
                  <a16:creationId xmlns:a16="http://schemas.microsoft.com/office/drawing/2014/main" id="{CD0BCC2A-8CF5-7C80-E366-375ADC878AFA}"/>
                </a:ext>
              </a:extLst>
            </p:cNvPr>
            <p:cNvGrpSpPr/>
            <p:nvPr/>
          </p:nvGrpSpPr>
          <p:grpSpPr>
            <a:xfrm>
              <a:off x="3528267" y="1233781"/>
              <a:ext cx="2944698" cy="1068442"/>
              <a:chOff x="4229099" y="1916996"/>
              <a:chExt cx="3324633" cy="1068442"/>
            </a:xfrm>
            <a:solidFill>
              <a:schemeClr val="bg1"/>
            </a:solidFill>
          </p:grpSpPr>
          <p:sp>
            <p:nvSpPr>
              <p:cNvPr id="17" name="TextBox 16">
                <a:extLst>
                  <a:ext uri="{FF2B5EF4-FFF2-40B4-BE49-F238E27FC236}">
                    <a16:creationId xmlns:a16="http://schemas.microsoft.com/office/drawing/2014/main" id="{12A9915A-1FF1-5915-60DC-8E73753D8DC3}"/>
                  </a:ext>
                </a:extLst>
              </p:cNvPr>
              <p:cNvSpPr txBox="1"/>
              <p:nvPr/>
            </p:nvSpPr>
            <p:spPr>
              <a:xfrm>
                <a:off x="4229099" y="1916996"/>
                <a:ext cx="2854785" cy="646331"/>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3600" b="1" i="0" u="none" strike="noStrike" kern="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Aldhabi" panose="020B0604020202020204" pitchFamily="2" charset="-78"/>
                    <a:sym typeface="Arial"/>
                  </a:rPr>
                  <a:t>99</a:t>
                </a:r>
                <a:r>
                  <a:rPr kumimoji="0" lang="ru-RU" sz="2000" b="0" i="0" u="none" strike="noStrike" kern="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Aldhabi" panose="020B0604020202020204" pitchFamily="2" charset="-78"/>
                    <a:sym typeface="Arial"/>
                  </a:rPr>
                  <a:t>% </a:t>
                </a:r>
                <a:r>
                  <a:rPr kumimoji="0" lang="ru-RU" sz="1400" b="1"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ldhabi" panose="020B0604020202020204" pitchFamily="2" charset="-78"/>
                    <a:sym typeface="Arial"/>
                  </a:rPr>
                  <a:t>пациентов</a:t>
                </a:r>
                <a:endParaRPr kumimoji="0" lang="ru-RU" sz="3600" b="0"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endParaRPr>
              </a:p>
            </p:txBody>
          </p:sp>
          <p:sp>
            <p:nvSpPr>
              <p:cNvPr id="3" name="TextBox 2">
                <a:extLst>
                  <a:ext uri="{FF2B5EF4-FFF2-40B4-BE49-F238E27FC236}">
                    <a16:creationId xmlns:a16="http://schemas.microsoft.com/office/drawing/2014/main" id="{CA8FBC66-F91D-D8E0-538A-13D30AEF68DF}"/>
                  </a:ext>
                </a:extLst>
              </p:cNvPr>
              <p:cNvSpPr txBox="1"/>
              <p:nvPr/>
            </p:nvSpPr>
            <p:spPr>
              <a:xfrm>
                <a:off x="4229099" y="2462218"/>
                <a:ext cx="3324633" cy="523220"/>
              </a:xfrm>
              <a:prstGeom prst="rect">
                <a:avLst/>
              </a:prstGeom>
              <a:grpFill/>
            </p:spPr>
            <p:txBody>
              <a:bodyPr wrap="square">
                <a:spAutoFit/>
              </a:bodyPr>
              <a:lstStyle/>
              <a:p>
                <a:pPr marL="0" marR="0" lvl="0" indent="0" algn="l" defTabSz="685800" rtl="0" eaLnBrk="1" fontAlgn="auto" latinLnBrk="0" hangingPunct="1">
                  <a:lnSpc>
                    <a:spcPct val="100000"/>
                  </a:lnSpc>
                  <a:spcBef>
                    <a:spcPts val="0"/>
                  </a:spcBef>
                  <a:spcAft>
                    <a:spcPts val="0"/>
                  </a:spcAft>
                  <a:buClr>
                    <a:srgbClr val="000000"/>
                  </a:buClr>
                  <a:buSzTx/>
                  <a:buFontTx/>
                  <a:buNone/>
                  <a:tabLst/>
                  <a:defRPr/>
                </a:pPr>
                <a:r>
                  <a:rPr kumimoji="0" lang="ru-RU" sz="1400" b="1" i="0" u="none" strike="noStrike" kern="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Aldhabi" panose="020B0604020202020204" pitchFamily="2" charset="-78"/>
                    <a:sym typeface="Arial"/>
                  </a:rPr>
                  <a:t>имели отличную или хорошую переносимость</a:t>
                </a:r>
              </a:p>
            </p:txBody>
          </p:sp>
        </p:grpSp>
        <p:grpSp>
          <p:nvGrpSpPr>
            <p:cNvPr id="23" name="Группа 22">
              <a:extLst>
                <a:ext uri="{FF2B5EF4-FFF2-40B4-BE49-F238E27FC236}">
                  <a16:creationId xmlns:a16="http://schemas.microsoft.com/office/drawing/2014/main" id="{B833A586-E2C8-68C9-4FF8-6CB0D774A624}"/>
                </a:ext>
              </a:extLst>
            </p:cNvPr>
            <p:cNvGrpSpPr/>
            <p:nvPr/>
          </p:nvGrpSpPr>
          <p:grpSpPr>
            <a:xfrm>
              <a:off x="1266057" y="5597003"/>
              <a:ext cx="7067238" cy="276999"/>
              <a:chOff x="895943" y="5318307"/>
              <a:chExt cx="7235686" cy="276999"/>
            </a:xfrm>
          </p:grpSpPr>
          <p:sp>
            <p:nvSpPr>
              <p:cNvPr id="18" name="TextBox 17">
                <a:extLst>
                  <a:ext uri="{FF2B5EF4-FFF2-40B4-BE49-F238E27FC236}">
                    <a16:creationId xmlns:a16="http://schemas.microsoft.com/office/drawing/2014/main" id="{DBAA966D-E634-F143-1E34-0FD91D2023F6}"/>
                  </a:ext>
                </a:extLst>
              </p:cNvPr>
              <p:cNvSpPr txBox="1"/>
              <p:nvPr/>
            </p:nvSpPr>
            <p:spPr>
              <a:xfrm>
                <a:off x="1186741" y="5318307"/>
                <a:ext cx="1250495"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0" i="0" u="none" strike="noStrike" kern="1200" cap="none" spc="0" normalizeH="0" baseline="0" noProof="0" dirty="0">
                    <a:ln>
                      <a:noFill/>
                    </a:ln>
                    <a:solidFill>
                      <a:srgbClr val="265374"/>
                    </a:solidFill>
                    <a:effectLst/>
                    <a:uLnTx/>
                    <a:uFillTx/>
                    <a:latin typeface="arial" panose="020B0604020202020204" pitchFamily="34" charset="0"/>
                    <a:ea typeface="+mn-ea"/>
                    <a:cs typeface="+mn-cs"/>
                  </a:rPr>
                  <a:t>мм рт. ст.</a:t>
                </a:r>
                <a:endParaRPr kumimoji="0" lang="ru-RU" sz="1200" b="0" i="0" u="none" strike="noStrike" kern="1200" cap="none" spc="0" normalizeH="0" baseline="0" noProof="0" dirty="0">
                  <a:ln>
                    <a:noFill/>
                  </a:ln>
                  <a:solidFill>
                    <a:srgbClr val="265374"/>
                  </a:solidFill>
                  <a:effectLst/>
                  <a:uLnTx/>
                  <a:uFillTx/>
                  <a:latin typeface="Verdana"/>
                  <a:ea typeface="+mn-ea"/>
                  <a:cs typeface="+mn-cs"/>
                </a:endParaRPr>
              </a:p>
            </p:txBody>
          </p:sp>
          <p:sp>
            <p:nvSpPr>
              <p:cNvPr id="19" name="TextBox 18">
                <a:extLst>
                  <a:ext uri="{FF2B5EF4-FFF2-40B4-BE49-F238E27FC236}">
                    <a16:creationId xmlns:a16="http://schemas.microsoft.com/office/drawing/2014/main" id="{2AFDC19E-3F77-648E-27D7-16C434612DA8}"/>
                  </a:ext>
                </a:extLst>
              </p:cNvPr>
              <p:cNvSpPr txBox="1"/>
              <p:nvPr/>
            </p:nvSpPr>
            <p:spPr>
              <a:xfrm>
                <a:off x="2991629" y="5318307"/>
                <a:ext cx="1250495"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0" i="0" u="none" strike="noStrike" kern="1200" cap="none" spc="0" normalizeH="0" baseline="0" noProof="0" dirty="0">
                    <a:ln>
                      <a:noFill/>
                    </a:ln>
                    <a:solidFill>
                      <a:srgbClr val="265374"/>
                    </a:solidFill>
                    <a:effectLst/>
                    <a:uLnTx/>
                    <a:uFillTx/>
                    <a:latin typeface="arial" panose="020B0604020202020204" pitchFamily="34" charset="0"/>
                    <a:ea typeface="+mn-ea"/>
                    <a:cs typeface="+mn-cs"/>
                  </a:rPr>
                  <a:t>мм рт. ст.</a:t>
                </a:r>
                <a:endParaRPr kumimoji="0" lang="ru-RU" sz="1200" b="0" i="0" u="none" strike="noStrike" kern="1200" cap="none" spc="0" normalizeH="0" baseline="0" noProof="0" dirty="0">
                  <a:ln>
                    <a:noFill/>
                  </a:ln>
                  <a:solidFill>
                    <a:srgbClr val="265374"/>
                  </a:solidFill>
                  <a:effectLst/>
                  <a:uLnTx/>
                  <a:uFillTx/>
                  <a:latin typeface="Verdana"/>
                  <a:ea typeface="+mn-ea"/>
                  <a:cs typeface="+mn-cs"/>
                </a:endParaRPr>
              </a:p>
            </p:txBody>
          </p:sp>
          <p:sp>
            <p:nvSpPr>
              <p:cNvPr id="20" name="TextBox 19">
                <a:extLst>
                  <a:ext uri="{FF2B5EF4-FFF2-40B4-BE49-F238E27FC236}">
                    <a16:creationId xmlns:a16="http://schemas.microsoft.com/office/drawing/2014/main" id="{938D6DC5-0281-E2E1-E519-A2B833CEA35E}"/>
                  </a:ext>
                </a:extLst>
              </p:cNvPr>
              <p:cNvSpPr txBox="1"/>
              <p:nvPr/>
            </p:nvSpPr>
            <p:spPr>
              <a:xfrm>
                <a:off x="4796517" y="5318307"/>
                <a:ext cx="1250495"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0" i="0" u="none" strike="noStrike" kern="1200" cap="none" spc="0" normalizeH="0" baseline="0" noProof="0" dirty="0">
                    <a:ln>
                      <a:noFill/>
                    </a:ln>
                    <a:solidFill>
                      <a:srgbClr val="265374"/>
                    </a:solidFill>
                    <a:effectLst/>
                    <a:uLnTx/>
                    <a:uFillTx/>
                    <a:latin typeface="arial" panose="020B0604020202020204" pitchFamily="34" charset="0"/>
                    <a:ea typeface="+mn-ea"/>
                    <a:cs typeface="+mn-cs"/>
                  </a:rPr>
                  <a:t>мм рт. ст.</a:t>
                </a:r>
                <a:endParaRPr kumimoji="0" lang="ru-RU" sz="1200" b="0" i="0" u="none" strike="noStrike" kern="1200" cap="none" spc="0" normalizeH="0" baseline="0" noProof="0" dirty="0">
                  <a:ln>
                    <a:noFill/>
                  </a:ln>
                  <a:solidFill>
                    <a:srgbClr val="265374"/>
                  </a:solidFill>
                  <a:effectLst/>
                  <a:uLnTx/>
                  <a:uFillTx/>
                  <a:latin typeface="Verdana"/>
                  <a:ea typeface="+mn-ea"/>
                  <a:cs typeface="+mn-cs"/>
                </a:endParaRPr>
              </a:p>
            </p:txBody>
          </p:sp>
          <p:sp>
            <p:nvSpPr>
              <p:cNvPr id="21" name="TextBox 20">
                <a:extLst>
                  <a:ext uri="{FF2B5EF4-FFF2-40B4-BE49-F238E27FC236}">
                    <a16:creationId xmlns:a16="http://schemas.microsoft.com/office/drawing/2014/main" id="{CFFE8FFF-2946-71AA-D0EB-5823CD72F0F7}"/>
                  </a:ext>
                </a:extLst>
              </p:cNvPr>
              <p:cNvSpPr txBox="1"/>
              <p:nvPr/>
            </p:nvSpPr>
            <p:spPr>
              <a:xfrm>
                <a:off x="6641947" y="5318307"/>
                <a:ext cx="1250495"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0" i="0" u="none" strike="noStrike" kern="1200" cap="none" spc="0" normalizeH="0" baseline="0" noProof="0" dirty="0">
                    <a:ln>
                      <a:noFill/>
                    </a:ln>
                    <a:solidFill>
                      <a:srgbClr val="265374"/>
                    </a:solidFill>
                    <a:effectLst/>
                    <a:uLnTx/>
                    <a:uFillTx/>
                    <a:latin typeface="arial" panose="020B0604020202020204" pitchFamily="34" charset="0"/>
                    <a:ea typeface="+mn-ea"/>
                    <a:cs typeface="+mn-cs"/>
                  </a:rPr>
                  <a:t>уд.</a:t>
                </a:r>
                <a:r>
                  <a:rPr kumimoji="0" lang="en-US" sz="1200" b="0" i="0" u="none" strike="noStrike" kern="1200" cap="none" spc="0" normalizeH="0" baseline="0" noProof="0" dirty="0">
                    <a:ln>
                      <a:noFill/>
                    </a:ln>
                    <a:solidFill>
                      <a:srgbClr val="265374"/>
                    </a:solidFill>
                    <a:effectLst/>
                    <a:uLnTx/>
                    <a:uFillTx/>
                    <a:latin typeface="arial" panose="020B0604020202020204" pitchFamily="34" charset="0"/>
                    <a:ea typeface="+mn-ea"/>
                    <a:cs typeface="+mn-cs"/>
                  </a:rPr>
                  <a:t>/</a:t>
                </a:r>
                <a:r>
                  <a:rPr kumimoji="0" lang="ru-RU" sz="1200" b="0" i="0" u="none" strike="noStrike" kern="1200" cap="none" spc="0" normalizeH="0" baseline="0" noProof="0" dirty="0">
                    <a:ln>
                      <a:noFill/>
                    </a:ln>
                    <a:solidFill>
                      <a:srgbClr val="265374"/>
                    </a:solidFill>
                    <a:effectLst/>
                    <a:uLnTx/>
                    <a:uFillTx/>
                    <a:latin typeface="arial" panose="020B0604020202020204" pitchFamily="34" charset="0"/>
                    <a:ea typeface="+mn-ea"/>
                    <a:cs typeface="+mn-cs"/>
                  </a:rPr>
                  <a:t>мин.</a:t>
                </a:r>
                <a:endParaRPr kumimoji="0" lang="ru-RU" sz="1200" b="0" i="0" u="none" strike="noStrike" kern="1200" cap="none" spc="0" normalizeH="0" baseline="0" noProof="0" dirty="0">
                  <a:ln>
                    <a:noFill/>
                  </a:ln>
                  <a:solidFill>
                    <a:srgbClr val="265374"/>
                  </a:solidFill>
                  <a:effectLst/>
                  <a:uLnTx/>
                  <a:uFillTx/>
                  <a:latin typeface="Verdana"/>
                  <a:ea typeface="+mn-ea"/>
                  <a:cs typeface="+mn-cs"/>
                </a:endParaRPr>
              </a:p>
            </p:txBody>
          </p:sp>
          <p:cxnSp>
            <p:nvCxnSpPr>
              <p:cNvPr id="22" name="Прямая соединительная линия 21">
                <a:extLst>
                  <a:ext uri="{FF2B5EF4-FFF2-40B4-BE49-F238E27FC236}">
                    <a16:creationId xmlns:a16="http://schemas.microsoft.com/office/drawing/2014/main" id="{6077A803-22D0-3B0F-091E-D1BAE80B8A9A}"/>
                  </a:ext>
                </a:extLst>
              </p:cNvPr>
              <p:cNvCxnSpPr/>
              <p:nvPr/>
            </p:nvCxnSpPr>
            <p:spPr>
              <a:xfrm>
                <a:off x="895943" y="5345522"/>
                <a:ext cx="7235686" cy="0"/>
              </a:xfrm>
              <a:prstGeom prst="line">
                <a:avLst/>
              </a:prstGeom>
              <a:ln w="9525">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grpSp>
      </p:grpSp>
      <p:sp>
        <p:nvSpPr>
          <p:cNvPr id="27" name="TextBox 26">
            <a:extLst>
              <a:ext uri="{FF2B5EF4-FFF2-40B4-BE49-F238E27FC236}">
                <a16:creationId xmlns:a16="http://schemas.microsoft.com/office/drawing/2014/main" id="{9F62860D-0A5F-0BEE-B4B4-1B72D9E95421}"/>
              </a:ext>
            </a:extLst>
          </p:cNvPr>
          <p:cNvSpPr txBox="1"/>
          <p:nvPr/>
        </p:nvSpPr>
        <p:spPr>
          <a:xfrm>
            <a:off x="8730649" y="1529475"/>
            <a:ext cx="3173645" cy="3967753"/>
          </a:xfrm>
          <a:prstGeom prst="rect">
            <a:avLst/>
          </a:prstGeom>
          <a:noFill/>
        </p:spPr>
        <p:txBody>
          <a:bodyPr wrap="square">
            <a:spAutoFit/>
          </a:bodyPr>
          <a:lstStyle/>
          <a:p>
            <a:pPr marL="0" marR="0" lvl="0" indent="0" algn="l" defTabSz="914400" rtl="0" eaLnBrk="1" fontAlgn="auto" latinLnBrk="0" hangingPunct="1">
              <a:lnSpc>
                <a:spcPct val="100000"/>
              </a:lnSpc>
              <a:spcBef>
                <a:spcPts val="500"/>
              </a:spcBef>
              <a:spcAft>
                <a:spcPts val="0"/>
              </a:spcAft>
              <a:buClrTx/>
              <a:buSzTx/>
              <a:buFontTx/>
              <a:buNone/>
              <a:tabLst/>
              <a:defRPr/>
            </a:pPr>
            <a:r>
              <a:rPr kumimoji="0" lang="ru-RU" sz="11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ДИЗАЙН ИССЛЕДОВАНИЯ</a:t>
            </a:r>
            <a:endParaRPr kumimoji="0" lang="ru-RU" sz="1100" b="0"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endParaRPr>
          </a:p>
          <a:p>
            <a:pPr marL="0" marR="0" lvl="0" indent="0" algn="l" defTabSz="914400" rtl="0" eaLnBrk="1" fontAlgn="auto" latinLnBrk="0" hangingPunct="1">
              <a:lnSpc>
                <a:spcPct val="100000"/>
              </a:lnSpc>
              <a:spcBef>
                <a:spcPts val="500"/>
              </a:spcBef>
              <a:spcAft>
                <a:spcPts val="0"/>
              </a:spcAft>
              <a:buClrTx/>
              <a:buSzTx/>
              <a:buFontTx/>
              <a:buNone/>
              <a:tabLst/>
              <a:defRPr/>
            </a:pP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Включено </a:t>
            </a: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12 424 пациента </a:t>
            </a: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с АГ старше 18 лет. За 4 недели до включения в исследование все были переведены со свободной комбинации </a:t>
            </a:r>
            <a:r>
              <a:rPr kumimoji="0" lang="ru-RU" sz="11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бисопролола</a:t>
            </a: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и </a:t>
            </a:r>
            <a:r>
              <a:rPr kumimoji="0" lang="ru-RU" sz="11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амлодипина</a:t>
            </a: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на фиксированную комбинацию </a:t>
            </a:r>
            <a:b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b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a:t>
            </a:r>
            <a:r>
              <a:rPr kumimoji="0" lang="ru-RU" sz="11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Конкор</a:t>
            </a:r>
            <a:r>
              <a:rPr kumimoji="0" lang="ru-RU" sz="1100" b="0" i="0" u="none" strike="noStrike" kern="1200" cap="none" spc="0" normalizeH="0" baseline="30000" noProof="0" dirty="0">
                <a:ln>
                  <a:noFill/>
                </a:ln>
                <a:solidFill>
                  <a:srgbClr val="265374"/>
                </a:solidFill>
                <a:effectLst/>
                <a:uLnTx/>
                <a:uFillTx/>
                <a:latin typeface="Verdana" panose="020B0604030504040204" pitchFamily="34" charset="0"/>
                <a:ea typeface="Verdana" panose="020B0604030504040204" pitchFamily="34" charset="0"/>
                <a:cs typeface="+mn-cs"/>
              </a:rPr>
              <a:t>®</a:t>
            </a: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АМ).</a:t>
            </a:r>
          </a:p>
          <a:p>
            <a:pPr marL="0" marR="0" lvl="0" indent="0" algn="l" defTabSz="914400" rtl="0" eaLnBrk="1" fontAlgn="auto" latinLnBrk="0" hangingPunct="1">
              <a:lnSpc>
                <a:spcPct val="100000"/>
              </a:lnSpc>
              <a:spcBef>
                <a:spcPts val="500"/>
              </a:spcBef>
              <a:spcAft>
                <a:spcPts val="0"/>
              </a:spcAft>
              <a:buClrTx/>
              <a:buSzTx/>
              <a:buFontTx/>
              <a:buNone/>
              <a:tabLst/>
              <a:defRPr/>
            </a:pP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Цель</a:t>
            </a: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оценка приверженности терапии, а также АД, пульсового давления, ЧСС и нежелательных явлений.</a:t>
            </a:r>
          </a:p>
          <a:p>
            <a:pPr marL="0" marR="0" lvl="0" indent="0" algn="l" defTabSz="914400" rtl="0" eaLnBrk="1" fontAlgn="auto" latinLnBrk="0" hangingPunct="1">
              <a:lnSpc>
                <a:spcPct val="100000"/>
              </a:lnSpc>
              <a:spcBef>
                <a:spcPts val="500"/>
              </a:spcBef>
              <a:spcAft>
                <a:spcPts val="0"/>
              </a:spcAft>
              <a:buClrTx/>
              <a:buSzTx/>
              <a:buFontTx/>
              <a:buNone/>
              <a:tabLst/>
              <a:defRPr/>
            </a:pP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Длительность наблюдения</a:t>
            </a: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a:t>
            </a:r>
            <a:b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b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месяцев. Средняя суточная доза в ФК составляла </a:t>
            </a: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5,8 </a:t>
            </a:r>
            <a:r>
              <a:rPr kumimoji="0" lang="ru-RU" sz="1100" b="1" i="0" u="sng"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a:t>
            </a: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2 мг </a:t>
            </a:r>
            <a:r>
              <a:rPr kumimoji="0" lang="ru-RU" sz="1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бисопролола</a:t>
            </a: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и 6,3 </a:t>
            </a:r>
            <a:r>
              <a:rPr kumimoji="0" lang="ru-RU" sz="1100" b="1" i="0" u="sng"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a:t>
            </a: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3 мг </a:t>
            </a:r>
            <a:r>
              <a:rPr kumimoji="0" lang="ru-RU" sz="1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амлодипина</a:t>
            </a: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a:t>
            </a: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(для свободной комбинации 5,5 мг и 6,1 мг соответственно).</a:t>
            </a:r>
          </a:p>
          <a:p>
            <a:pPr marL="0" marR="0" lvl="0" indent="0" algn="l" defTabSz="914400" rtl="0" eaLnBrk="1" fontAlgn="auto" latinLnBrk="0" hangingPunct="1">
              <a:lnSpc>
                <a:spcPct val="100000"/>
              </a:lnSpc>
              <a:spcBef>
                <a:spcPts val="500"/>
              </a:spcBef>
              <a:spcAft>
                <a:spcPts val="0"/>
              </a:spcAft>
              <a:buClrTx/>
              <a:buSzTx/>
              <a:buFontTx/>
              <a:buNone/>
              <a:tabLst/>
              <a:defRPr/>
            </a:pP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a:t>
            </a:r>
          </a:p>
          <a:p>
            <a:pPr marL="0" marR="0" lvl="0" indent="0" algn="l" defTabSz="914400" rtl="0" eaLnBrk="1" fontAlgn="auto" latinLnBrk="0" hangingPunct="1">
              <a:lnSpc>
                <a:spcPct val="100000"/>
              </a:lnSpc>
              <a:spcBef>
                <a:spcPts val="500"/>
              </a:spcBef>
              <a:spcAft>
                <a:spcPts val="0"/>
              </a:spcAft>
              <a:buClrTx/>
              <a:buSzTx/>
              <a:buFontTx/>
              <a:buNone/>
              <a:tabLst/>
              <a:defRPr/>
            </a:pP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Коэффициент Коэна или величина эффекта: 0,2=малая, 0,5=средняя, 0,8=большая</a:t>
            </a:r>
          </a:p>
        </p:txBody>
      </p:sp>
      <p:sp>
        <p:nvSpPr>
          <p:cNvPr id="7" name="Объект 12">
            <a:extLst>
              <a:ext uri="{FF2B5EF4-FFF2-40B4-BE49-F238E27FC236}">
                <a16:creationId xmlns:a16="http://schemas.microsoft.com/office/drawing/2014/main" id="{AD64999D-BAAF-9497-423E-AEA21CB14FEF}"/>
              </a:ext>
            </a:extLst>
          </p:cNvPr>
          <p:cNvSpPr>
            <a:spLocks noGrp="1"/>
          </p:cNvSpPr>
          <p:nvPr>
            <p:ph idx="4294967295"/>
          </p:nvPr>
        </p:nvSpPr>
        <p:spPr>
          <a:xfrm>
            <a:off x="924972" y="6148527"/>
            <a:ext cx="7408324" cy="440575"/>
          </a:xfrm>
        </p:spPr>
        <p:txBody>
          <a:bodyPr>
            <a:noAutofit/>
          </a:bodyPr>
          <a:lstStyle/>
          <a:p>
            <a:pPr marL="0" indent="0">
              <a:lnSpc>
                <a:spcPct val="120000"/>
              </a:lnSpc>
              <a:spcBef>
                <a:spcPts val="300"/>
              </a:spcBef>
              <a:buNone/>
            </a:pPr>
            <a:r>
              <a:rPr lang="ru-RU" sz="800" b="1" dirty="0">
                <a:solidFill>
                  <a:srgbClr val="323F48"/>
                </a:solidFill>
                <a:latin typeface="Calibri" panose="020F0502020204030204" pitchFamily="34" charset="0"/>
                <a:cs typeface="Calibri" panose="020F0502020204030204" pitchFamily="34" charset="0"/>
              </a:rPr>
              <a:t>ДАД</a:t>
            </a:r>
            <a:r>
              <a:rPr lang="ru-RU" sz="800" dirty="0">
                <a:solidFill>
                  <a:srgbClr val="323F48"/>
                </a:solidFill>
                <a:latin typeface="Calibri" panose="020F0502020204030204" pitchFamily="34" charset="0"/>
                <a:cs typeface="Calibri" panose="020F0502020204030204" pitchFamily="34" charset="0"/>
              </a:rPr>
              <a:t> – диастолическое артериальное давление, </a:t>
            </a:r>
            <a:r>
              <a:rPr lang="ru-RU" sz="800" b="1" dirty="0">
                <a:solidFill>
                  <a:srgbClr val="323F48"/>
                </a:solidFill>
                <a:latin typeface="Calibri" panose="020F0502020204030204" pitchFamily="34" charset="0"/>
                <a:cs typeface="Calibri" panose="020F0502020204030204" pitchFamily="34" charset="0"/>
              </a:rPr>
              <a:t>САД </a:t>
            </a:r>
            <a:r>
              <a:rPr lang="ru-RU" sz="800" dirty="0">
                <a:solidFill>
                  <a:srgbClr val="323F48"/>
                </a:solidFill>
                <a:latin typeface="Calibri" panose="020F0502020204030204" pitchFamily="34" charset="0"/>
                <a:cs typeface="Calibri" panose="020F0502020204030204" pitchFamily="34" charset="0"/>
              </a:rPr>
              <a:t>– систолическое артериальное давление, </a:t>
            </a:r>
            <a:r>
              <a:rPr lang="ru-RU" sz="800" b="1" dirty="0">
                <a:solidFill>
                  <a:srgbClr val="323F48"/>
                </a:solidFill>
                <a:latin typeface="Calibri" panose="020F0502020204030204" pitchFamily="34" charset="0"/>
                <a:cs typeface="Calibri" panose="020F0502020204030204" pitchFamily="34" charset="0"/>
              </a:rPr>
              <a:t>ЧСС</a:t>
            </a:r>
            <a:r>
              <a:rPr lang="ru-RU" sz="800" dirty="0">
                <a:solidFill>
                  <a:srgbClr val="323F48"/>
                </a:solidFill>
                <a:latin typeface="Calibri" panose="020F0502020204030204" pitchFamily="34" charset="0"/>
                <a:cs typeface="Calibri" panose="020F0502020204030204" pitchFamily="34" charset="0"/>
              </a:rPr>
              <a:t> – частота сердечных сокращений</a:t>
            </a:r>
          </a:p>
          <a:p>
            <a:pPr marL="0" indent="0">
              <a:lnSpc>
                <a:spcPct val="120000"/>
              </a:lnSpc>
              <a:spcBef>
                <a:spcPts val="300"/>
              </a:spcBef>
              <a:buNone/>
            </a:pPr>
            <a:r>
              <a:rPr lang="ru-RU" sz="800" b="1" dirty="0">
                <a:solidFill>
                  <a:srgbClr val="323F48"/>
                </a:solidFill>
                <a:latin typeface="Calibri" panose="020F0502020204030204" pitchFamily="34" charset="0"/>
                <a:cs typeface="Calibri" panose="020F0502020204030204" pitchFamily="34" charset="0"/>
              </a:rPr>
              <a:t>1. </a:t>
            </a:r>
            <a:r>
              <a:rPr lang="en-US" sz="800" dirty="0" err="1">
                <a:solidFill>
                  <a:srgbClr val="323F48"/>
                </a:solidFill>
                <a:latin typeface="Calibri" panose="020F0502020204030204" pitchFamily="34" charset="0"/>
                <a:cs typeface="Calibri" panose="020F0502020204030204" pitchFamily="34" charset="0"/>
              </a:rPr>
              <a:t>Hostalek</a:t>
            </a:r>
            <a:r>
              <a:rPr lang="en-US" sz="800" dirty="0">
                <a:solidFill>
                  <a:srgbClr val="323F48"/>
                </a:solidFill>
                <a:latin typeface="Calibri" panose="020F0502020204030204" pitchFamily="34" charset="0"/>
                <a:cs typeface="Calibri" panose="020F0502020204030204" pitchFamily="34" charset="0"/>
              </a:rPr>
              <a:t> U. Treatment of hypertension with a fixed-dose combination of bisoprolol and amlodipine in daily practice: results of a multinational non-investigational study. Cardiovasc </a:t>
            </a:r>
            <a:r>
              <a:rPr lang="en-US" sz="800" dirty="0" err="1">
                <a:solidFill>
                  <a:srgbClr val="323F48"/>
                </a:solidFill>
                <a:latin typeface="Calibri" panose="020F0502020204030204" pitchFamily="34" charset="0"/>
                <a:cs typeface="Calibri" panose="020F0502020204030204" pitchFamily="34" charset="0"/>
              </a:rPr>
              <a:t>Disord</a:t>
            </a:r>
            <a:r>
              <a:rPr lang="en-US" sz="800" dirty="0">
                <a:solidFill>
                  <a:srgbClr val="323F48"/>
                </a:solidFill>
                <a:latin typeface="Calibri" panose="020F0502020204030204" pitchFamily="34" charset="0"/>
                <a:cs typeface="Calibri" panose="020F0502020204030204" pitchFamily="34" charset="0"/>
              </a:rPr>
              <a:t> Med. 2016;1(3):1–5. </a:t>
            </a:r>
            <a:r>
              <a:rPr lang="en-US" sz="800" dirty="0" err="1">
                <a:solidFill>
                  <a:srgbClr val="323F48"/>
                </a:solidFill>
                <a:latin typeface="Calibri" panose="020F0502020204030204" pitchFamily="34" charset="0"/>
                <a:cs typeface="Calibri" panose="020F0502020204030204" pitchFamily="34" charset="0"/>
              </a:rPr>
              <a:t>doi</a:t>
            </a:r>
            <a:r>
              <a:rPr lang="en-US" sz="800" dirty="0">
                <a:solidFill>
                  <a:srgbClr val="323F48"/>
                </a:solidFill>
                <a:latin typeface="Calibri" panose="020F0502020204030204" pitchFamily="34" charset="0"/>
                <a:cs typeface="Calibri" panose="020F0502020204030204" pitchFamily="34" charset="0"/>
              </a:rPr>
              <a:t>: 10.15761/CDM.1000118</a:t>
            </a:r>
          </a:p>
        </p:txBody>
      </p:sp>
      <p:sp>
        <p:nvSpPr>
          <p:cNvPr id="26" name="Заголовок 11">
            <a:extLst>
              <a:ext uri="{FF2B5EF4-FFF2-40B4-BE49-F238E27FC236}">
                <a16:creationId xmlns:a16="http://schemas.microsoft.com/office/drawing/2014/main" id="{E8A03CA6-035E-8FBF-ADF9-F3F892510269}"/>
              </a:ext>
            </a:extLst>
          </p:cNvPr>
          <p:cNvSpPr txBox="1">
            <a:spLocks/>
          </p:cNvSpPr>
          <p:nvPr/>
        </p:nvSpPr>
        <p:spPr>
          <a:xfrm>
            <a:off x="842558" y="279779"/>
            <a:ext cx="10909300" cy="736014"/>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lvl="0">
              <a:defRPr/>
            </a:pPr>
            <a:r>
              <a:rPr kumimoji="0" lang="ru-RU" sz="20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Конкор</a:t>
            </a:r>
            <a:r>
              <a:rPr kumimoji="0" lang="ru-RU"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АМ обеспечивает дополнительное снижение АД и ЧСС по сравнению со свободной комбинацией</a:t>
            </a:r>
          </a:p>
        </p:txBody>
      </p:sp>
      <p:sp>
        <p:nvSpPr>
          <p:cNvPr id="5" name="Заголовок 7">
            <a:extLst>
              <a:ext uri="{FF2B5EF4-FFF2-40B4-BE49-F238E27FC236}">
                <a16:creationId xmlns:a16="http://schemas.microsoft.com/office/drawing/2014/main" id="{CA37C32A-7B69-E3A2-A166-552FDADC94E8}"/>
              </a:ext>
            </a:extLst>
          </p:cNvPr>
          <p:cNvSpPr txBox="1">
            <a:spLocks/>
          </p:cNvSpPr>
          <p:nvPr/>
        </p:nvSpPr>
        <p:spPr>
          <a:xfrm>
            <a:off x="842558" y="926190"/>
            <a:ext cx="10909300" cy="392389"/>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lvl="0">
              <a:defRPr/>
            </a:pPr>
            <a:r>
              <a:rPr lang="ru-RU" sz="1600" b="0" dirty="0" err="1"/>
              <a:t>Неинтервенционное</a:t>
            </a:r>
            <a:r>
              <a:rPr lang="ru-RU" sz="1600" b="0" dirty="0"/>
              <a:t> исследование среди 12 424 пациентов с артериальной гипертензией</a:t>
            </a:r>
            <a:endParaRPr kumimoji="0" lang="ru-RU" sz="1600" b="0" i="1" u="none" strike="noStrike" kern="1200" cap="none" spc="0" normalizeH="0" baseline="50000" noProof="0" dirty="0">
              <a:ln>
                <a:noFill/>
              </a:ln>
              <a:solidFill>
                <a:srgbClr val="265374"/>
              </a:solidFill>
              <a:effectLst/>
              <a:uLnTx/>
              <a:uFillTx/>
              <a:latin typeface="Verdana" panose="020B0604030504040204" pitchFamily="34" charset="0"/>
              <a:ea typeface="Verdana" panose="020B0604030504040204" pitchFamily="34" charset="0"/>
              <a:cs typeface="+mj-cs"/>
            </a:endParaRPr>
          </a:p>
        </p:txBody>
      </p:sp>
    </p:spTree>
    <p:extLst>
      <p:ext uri="{BB962C8B-B14F-4D97-AF65-F5344CB8AC3E}">
        <p14:creationId xmlns:p14="http://schemas.microsoft.com/office/powerpoint/2010/main" val="3931724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Номер слайда 6">
            <a:extLst>
              <a:ext uri="{FF2B5EF4-FFF2-40B4-BE49-F238E27FC236}">
                <a16:creationId xmlns:a16="http://schemas.microsoft.com/office/drawing/2014/main" id="{70472391-21FD-3A23-059E-5933BD35BC01}"/>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70</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sp>
        <p:nvSpPr>
          <p:cNvPr id="5" name="Объект 4">
            <a:extLst>
              <a:ext uri="{FF2B5EF4-FFF2-40B4-BE49-F238E27FC236}">
                <a16:creationId xmlns:a16="http://schemas.microsoft.com/office/drawing/2014/main" id="{B9EE034D-6E9A-AEF1-AF8C-5D75A5CAFB69}"/>
              </a:ext>
            </a:extLst>
          </p:cNvPr>
          <p:cNvSpPr>
            <a:spLocks noGrp="1"/>
          </p:cNvSpPr>
          <p:nvPr>
            <p:ph idx="4294967295"/>
          </p:nvPr>
        </p:nvSpPr>
        <p:spPr>
          <a:xfrm>
            <a:off x="683305" y="6334919"/>
            <a:ext cx="9693275" cy="458787"/>
          </a:xfrm>
        </p:spPr>
        <p:txBody>
          <a:bodyPr>
            <a:noAutofit/>
          </a:bodyPr>
          <a:lstStyle/>
          <a:p>
            <a:pPr marL="0" indent="0">
              <a:lnSpc>
                <a:spcPct val="100000"/>
              </a:lnSpc>
              <a:spcBef>
                <a:spcPts val="300"/>
              </a:spcBef>
              <a:buNone/>
            </a:pPr>
            <a:r>
              <a:rPr lang="ru-RU" sz="800" dirty="0">
                <a:solidFill>
                  <a:srgbClr val="323F48"/>
                </a:solidFill>
                <a:latin typeface="Calibri" panose="020F0502020204030204" pitchFamily="34" charset="0"/>
                <a:cs typeface="Calibri" panose="020F0502020204030204" pitchFamily="34" charset="0"/>
              </a:rPr>
              <a:t>* Переход с </a:t>
            </a:r>
            <a:r>
              <a:rPr lang="ru-RU" sz="800" dirty="0" err="1">
                <a:solidFill>
                  <a:srgbClr val="323F48"/>
                </a:solidFill>
                <a:latin typeface="Calibri" panose="020F0502020204030204" pitchFamily="34" charset="0"/>
                <a:cs typeface="Calibri" panose="020F0502020204030204" pitchFamily="34" charset="0"/>
              </a:rPr>
              <a:t>монотерапии</a:t>
            </a:r>
            <a:r>
              <a:rPr lang="ru-RU" sz="800" dirty="0">
                <a:solidFill>
                  <a:srgbClr val="323F48"/>
                </a:solidFill>
                <a:latin typeface="Calibri" panose="020F0502020204030204" pitchFamily="34" charset="0"/>
                <a:cs typeface="Calibri" panose="020F0502020204030204" pitchFamily="34" charset="0"/>
              </a:rPr>
              <a:t> </a:t>
            </a:r>
            <a:r>
              <a:rPr lang="ru-RU" sz="800" dirty="0" err="1">
                <a:solidFill>
                  <a:srgbClr val="323F48"/>
                </a:solidFill>
                <a:latin typeface="Calibri" panose="020F0502020204030204" pitchFamily="34" charset="0"/>
                <a:cs typeface="Calibri" panose="020F0502020204030204" pitchFamily="34" charset="0"/>
              </a:rPr>
              <a:t>бисопрололом</a:t>
            </a:r>
            <a:endParaRPr lang="ru-RU" sz="800" dirty="0">
              <a:solidFill>
                <a:srgbClr val="323F48"/>
              </a:solidFill>
              <a:latin typeface="Calibri" panose="020F0502020204030204" pitchFamily="34" charset="0"/>
              <a:cs typeface="Calibri" panose="020F0502020204030204" pitchFamily="34" charset="0"/>
            </a:endParaRPr>
          </a:p>
          <a:p>
            <a:pPr marL="0" indent="0">
              <a:lnSpc>
                <a:spcPct val="100000"/>
              </a:lnSpc>
              <a:spcBef>
                <a:spcPts val="300"/>
              </a:spcBef>
              <a:buNone/>
            </a:pPr>
            <a:r>
              <a:rPr lang="ru-RU" sz="800" dirty="0">
                <a:solidFill>
                  <a:srgbClr val="323F48"/>
                </a:solidFill>
                <a:latin typeface="Calibri" panose="020F0502020204030204" pitchFamily="34" charset="0"/>
                <a:cs typeface="Calibri" panose="020F0502020204030204" pitchFamily="34" charset="0"/>
              </a:rPr>
              <a:t>1. </a:t>
            </a:r>
            <a:r>
              <a:rPr lang="en-US" sz="800" dirty="0" err="1">
                <a:solidFill>
                  <a:srgbClr val="323F48"/>
                </a:solidFill>
                <a:latin typeface="Calibri" panose="020F0502020204030204" pitchFamily="34" charset="0"/>
                <a:cs typeface="Calibri" panose="020F0502020204030204" pitchFamily="34" charset="0"/>
              </a:rPr>
              <a:t>Kobalava</a:t>
            </a:r>
            <a:r>
              <a:rPr lang="en-US" sz="800" dirty="0">
                <a:solidFill>
                  <a:srgbClr val="323F48"/>
                </a:solidFill>
                <a:latin typeface="Calibri" panose="020F0502020204030204" pitchFamily="34" charset="0"/>
                <a:cs typeface="Calibri" panose="020F0502020204030204" pitchFamily="34" charset="0"/>
              </a:rPr>
              <a:t> </a:t>
            </a:r>
            <a:r>
              <a:rPr lang="en-US" sz="800" dirty="0" err="1">
                <a:solidFill>
                  <a:srgbClr val="323F48"/>
                </a:solidFill>
                <a:latin typeface="Calibri" panose="020F0502020204030204" pitchFamily="34" charset="0"/>
                <a:cs typeface="Calibri" panose="020F0502020204030204" pitchFamily="34" charset="0"/>
              </a:rPr>
              <a:t>Zh</a:t>
            </a:r>
            <a:r>
              <a:rPr lang="en-US" sz="800" dirty="0">
                <a:solidFill>
                  <a:srgbClr val="323F48"/>
                </a:solidFill>
                <a:latin typeface="Calibri" panose="020F0502020204030204" pitchFamily="34" charset="0"/>
                <a:cs typeface="Calibri" panose="020F0502020204030204" pitchFamily="34" charset="0"/>
              </a:rPr>
              <a:t> D et al. The Fixed Combination of Amlodipine and Bisoprolol Eliminates the Effect of Beta-Blockers on Central Pulse Wave in Patients With Arterial Hypertension. </a:t>
            </a:r>
            <a:r>
              <a:rPr lang="en-US" sz="800" dirty="0" err="1">
                <a:solidFill>
                  <a:srgbClr val="323F48"/>
                </a:solidFill>
                <a:latin typeface="Calibri" panose="020F0502020204030204" pitchFamily="34" charset="0"/>
                <a:cs typeface="Calibri" panose="020F0502020204030204" pitchFamily="34" charset="0"/>
              </a:rPr>
              <a:t>Kardiologiia</a:t>
            </a:r>
            <a:r>
              <a:rPr lang="en-US" sz="800" dirty="0">
                <a:solidFill>
                  <a:srgbClr val="323F48"/>
                </a:solidFill>
                <a:latin typeface="Calibri" panose="020F0502020204030204" pitchFamily="34" charset="0"/>
                <a:cs typeface="Calibri" panose="020F0502020204030204" pitchFamily="34" charset="0"/>
              </a:rPr>
              <a:t>. 2015 Dec; 55(12):11-16.</a:t>
            </a:r>
          </a:p>
        </p:txBody>
      </p:sp>
      <p:sp>
        <p:nvSpPr>
          <p:cNvPr id="32" name="TextBox 31"/>
          <p:cNvSpPr txBox="1"/>
          <p:nvPr/>
        </p:nvSpPr>
        <p:spPr>
          <a:xfrm>
            <a:off x="5125648" y="1922032"/>
            <a:ext cx="6750666" cy="406511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6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ДИЗАЙН ИССЛЕДОВАНИЯ</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6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a:p>
            <a:pPr marL="342900" marR="0" lvl="0" indent="-342900" algn="l" defTabSz="914400" rtl="0" eaLnBrk="1" fontAlgn="auto" latinLnBrk="0" hangingPunct="1">
              <a:lnSpc>
                <a:spcPct val="100000"/>
              </a:lnSpc>
              <a:spcBef>
                <a:spcPts val="500"/>
              </a:spcBef>
              <a:spcAft>
                <a:spcPts val="0"/>
              </a:spcAft>
              <a:buClrTx/>
              <a:buSzTx/>
              <a:buFont typeface="+mj-lt"/>
              <a:buAutoNum type="arabicPeriod"/>
              <a:tabLst/>
              <a:defRPr/>
            </a:pPr>
            <a:r>
              <a:rPr kumimoji="0" lang="ru-RU" sz="16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Задача</a:t>
            </a:r>
            <a:r>
              <a:rPr kumimoji="0" lang="ru-RU" sz="16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 изучение влияния блокаторов на характеристики центральной пульсовой волны и эффекта перехода на фиксированную комбинацию </a:t>
            </a:r>
            <a:r>
              <a:rPr kumimoji="0" lang="ru-RU" sz="16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бисопролол</a:t>
            </a:r>
            <a:r>
              <a:rPr kumimoji="0" lang="ru-RU" sz="16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 </a:t>
            </a:r>
            <a:r>
              <a:rPr kumimoji="0" lang="ru-RU" sz="16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амлодипин</a:t>
            </a:r>
            <a:r>
              <a:rPr kumimoji="0" lang="ru-RU" sz="16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a:t>
            </a:r>
          </a:p>
          <a:p>
            <a:pPr marL="342900" marR="0" lvl="0" indent="-342900" algn="l" defTabSz="914400" rtl="0" eaLnBrk="1" fontAlgn="auto" latinLnBrk="0" hangingPunct="1">
              <a:lnSpc>
                <a:spcPct val="100000"/>
              </a:lnSpc>
              <a:spcBef>
                <a:spcPts val="500"/>
              </a:spcBef>
              <a:spcAft>
                <a:spcPts val="0"/>
              </a:spcAft>
              <a:buClrTx/>
              <a:buSzTx/>
              <a:buFont typeface="+mj-lt"/>
              <a:buAutoNum type="arabicPeriod"/>
              <a:tabLst/>
              <a:defRPr/>
            </a:pPr>
            <a:r>
              <a:rPr kumimoji="0" lang="ru-RU" sz="16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Пациенты</a:t>
            </a:r>
            <a:r>
              <a:rPr kumimoji="0" lang="ru-RU" sz="16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с неосложненной гипертонией без диабета, не принимавшие антигипертензивных препаратов в течение по крайней мере 2 недель. </a:t>
            </a:r>
          </a:p>
          <a:p>
            <a:pPr marL="342900" marR="0" lvl="0" indent="-342900" algn="l" defTabSz="914400" rtl="0" eaLnBrk="1" fontAlgn="auto" latinLnBrk="0" hangingPunct="1">
              <a:lnSpc>
                <a:spcPct val="100000"/>
              </a:lnSpc>
              <a:spcBef>
                <a:spcPts val="500"/>
              </a:spcBef>
              <a:spcAft>
                <a:spcPts val="0"/>
              </a:spcAft>
              <a:buClrTx/>
              <a:buSzTx/>
              <a:buFont typeface="+mj-lt"/>
              <a:buAutoNum type="arabicPeriod"/>
              <a:tabLst/>
              <a:defRPr/>
            </a:pPr>
            <a:r>
              <a:rPr kumimoji="0" lang="ru-RU" sz="16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Анализ</a:t>
            </a:r>
            <a:r>
              <a:rPr kumimoji="0" lang="ru-RU" sz="16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контура центральной пульсовой волны и измерение скорости распространения пульсовой волны между сонной и бедренной артериями (PWV) оценивались до лечения, после </a:t>
            </a:r>
            <a:r>
              <a:rPr kumimoji="0" lang="ru-RU" sz="16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монотерапии</a:t>
            </a:r>
            <a:r>
              <a:rPr kumimoji="0" lang="ru-RU" sz="16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a:t>
            </a:r>
            <a:r>
              <a:rPr kumimoji="0" lang="ru-RU" sz="16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бисопрололом</a:t>
            </a:r>
            <a:r>
              <a:rPr kumimoji="0" lang="ru-RU" sz="16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и после терапии фиксированной комбинацией.</a:t>
            </a:r>
          </a:p>
        </p:txBody>
      </p:sp>
      <p:grpSp>
        <p:nvGrpSpPr>
          <p:cNvPr id="14" name="Группа 13">
            <a:extLst>
              <a:ext uri="{FF2B5EF4-FFF2-40B4-BE49-F238E27FC236}">
                <a16:creationId xmlns:a16="http://schemas.microsoft.com/office/drawing/2014/main" id="{010B61B5-D679-906C-A268-DB71A5639606}"/>
              </a:ext>
            </a:extLst>
          </p:cNvPr>
          <p:cNvGrpSpPr/>
          <p:nvPr/>
        </p:nvGrpSpPr>
        <p:grpSpPr>
          <a:xfrm>
            <a:off x="0" y="1942660"/>
            <a:ext cx="4586877" cy="4086665"/>
            <a:chOff x="0" y="1942660"/>
            <a:chExt cx="4586877" cy="4086665"/>
          </a:xfrm>
        </p:grpSpPr>
        <p:pic>
          <p:nvPicPr>
            <p:cNvPr id="11" name="Рисунок 10">
              <a:extLst>
                <a:ext uri="{FF2B5EF4-FFF2-40B4-BE49-F238E27FC236}">
                  <a16:creationId xmlns:a16="http://schemas.microsoft.com/office/drawing/2014/main" id="{64E046E2-07B7-33B3-C9D3-E235F730026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0" y="1942660"/>
              <a:ext cx="4586877" cy="4086665"/>
            </a:xfrm>
            <a:prstGeom prst="rect">
              <a:avLst/>
            </a:prstGeom>
          </p:spPr>
        </p:pic>
        <p:pic>
          <p:nvPicPr>
            <p:cNvPr id="10" name="Рисунок 9">
              <a:extLst>
                <a:ext uri="{FF2B5EF4-FFF2-40B4-BE49-F238E27FC236}">
                  <a16:creationId xmlns:a16="http://schemas.microsoft.com/office/drawing/2014/main" id="{195DB9FF-3857-9F17-9AEC-7468F6A17EFA}"/>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l="50689" b="34603"/>
            <a:stretch/>
          </p:blipFill>
          <p:spPr>
            <a:xfrm>
              <a:off x="1213758" y="2004417"/>
              <a:ext cx="2797628" cy="4024908"/>
            </a:xfrm>
            <a:prstGeom prst="rect">
              <a:avLst/>
            </a:prstGeom>
          </p:spPr>
        </p:pic>
        <p:sp>
          <p:nvSpPr>
            <p:cNvPr id="12" name="Овал 11">
              <a:extLst>
                <a:ext uri="{FF2B5EF4-FFF2-40B4-BE49-F238E27FC236}">
                  <a16:creationId xmlns:a16="http://schemas.microsoft.com/office/drawing/2014/main" id="{97AEA628-BEDA-84A9-15E0-13C6E4595D69}"/>
                </a:ext>
              </a:extLst>
            </p:cNvPr>
            <p:cNvSpPr/>
            <p:nvPr/>
          </p:nvSpPr>
          <p:spPr>
            <a:xfrm>
              <a:off x="2677886" y="2754086"/>
              <a:ext cx="261257" cy="261257"/>
            </a:xfrm>
            <a:prstGeom prst="ellipse">
              <a:avLst/>
            </a:prstGeom>
            <a:solidFill>
              <a:srgbClr val="C1D82E"/>
            </a:solidFill>
            <a:ln w="381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a:ea typeface="+mn-ea"/>
                <a:cs typeface="+mn-cs"/>
              </a:endParaRPr>
            </a:p>
          </p:txBody>
        </p:sp>
        <p:sp>
          <p:nvSpPr>
            <p:cNvPr id="13" name="Овал 12">
              <a:extLst>
                <a:ext uri="{FF2B5EF4-FFF2-40B4-BE49-F238E27FC236}">
                  <a16:creationId xmlns:a16="http://schemas.microsoft.com/office/drawing/2014/main" id="{0555617F-3C75-EC39-4756-57F898ADB799}"/>
                </a:ext>
              </a:extLst>
            </p:cNvPr>
            <p:cNvSpPr/>
            <p:nvPr/>
          </p:nvSpPr>
          <p:spPr>
            <a:xfrm>
              <a:off x="2718707" y="4868636"/>
              <a:ext cx="429986" cy="429986"/>
            </a:xfrm>
            <a:prstGeom prst="ellipse">
              <a:avLst/>
            </a:prstGeom>
            <a:solidFill>
              <a:srgbClr val="C1D82E"/>
            </a:solidFill>
            <a:ln w="381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a:ea typeface="+mn-ea"/>
                <a:cs typeface="+mn-cs"/>
              </a:endParaRPr>
            </a:p>
          </p:txBody>
        </p:sp>
      </p:grpSp>
      <p:sp>
        <p:nvSpPr>
          <p:cNvPr id="2" name="Заголовок 1">
            <a:extLst>
              <a:ext uri="{FF2B5EF4-FFF2-40B4-BE49-F238E27FC236}">
                <a16:creationId xmlns:a16="http://schemas.microsoft.com/office/drawing/2014/main" id="{FFC961C1-98E3-0803-7807-BCEB42065B57}"/>
              </a:ext>
            </a:extLst>
          </p:cNvPr>
          <p:cNvSpPr txBox="1">
            <a:spLocks/>
          </p:cNvSpPr>
          <p:nvPr/>
        </p:nvSpPr>
        <p:spPr>
          <a:xfrm>
            <a:off x="869208" y="514364"/>
            <a:ext cx="10161588" cy="1045014"/>
          </a:xfrm>
          <a:prstGeom prst="rect">
            <a:avLst/>
          </a:prstGeom>
        </p:spPr>
        <p:txBody>
          <a:bodyPr vert="horz" lIns="0" tIns="0" rIns="0" bIns="0" rtlCol="0" anchor="t" anchorCtr="0">
            <a:norm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lvl="0">
              <a:defRPr/>
            </a:pPr>
            <a:r>
              <a:rPr lang="ru-RU" sz="2000" dirty="0" err="1"/>
              <a:t>Конкор</a:t>
            </a:r>
            <a:r>
              <a:rPr lang="ru-RU" sz="2000" dirty="0"/>
              <a:t>® АМ — дополнительное снижение центрального САД и пульсового АД при переходе с </a:t>
            </a:r>
            <a:r>
              <a:rPr lang="ru-RU" sz="2000" dirty="0" err="1"/>
              <a:t>монотерапии</a:t>
            </a:r>
            <a:r>
              <a:rPr lang="ru-RU" sz="2000" dirty="0"/>
              <a:t> </a:t>
            </a:r>
            <a:r>
              <a:rPr lang="ru-RU" sz="2000" dirty="0" err="1"/>
              <a:t>бисопрололом</a:t>
            </a:r>
            <a:endParaRPr kumimoji="0" lang="ru-RU"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endParaRPr>
          </a:p>
        </p:txBody>
      </p:sp>
    </p:spTree>
    <p:extLst>
      <p:ext uri="{BB962C8B-B14F-4D97-AF65-F5344CB8AC3E}">
        <p14:creationId xmlns:p14="http://schemas.microsoft.com/office/powerpoint/2010/main" val="3324846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Номер слайда 6">
            <a:extLst>
              <a:ext uri="{FF2B5EF4-FFF2-40B4-BE49-F238E27FC236}">
                <a16:creationId xmlns:a16="http://schemas.microsoft.com/office/drawing/2014/main" id="{2B6B031A-6FE9-2D22-4FF3-225145CA5B0D}"/>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71</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sp>
        <p:nvSpPr>
          <p:cNvPr id="3" name="Прямоугольник 2"/>
          <p:cNvSpPr/>
          <p:nvPr/>
        </p:nvSpPr>
        <p:spPr>
          <a:xfrm>
            <a:off x="7675242" y="5133788"/>
            <a:ext cx="3859885" cy="1149178"/>
          </a:xfrm>
          <a:prstGeom prst="rect">
            <a:avLst/>
          </a:prstGeom>
        </p:spPr>
        <p:txBody>
          <a:bodyPr wrap="square">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НАЗВАНИЕ И ДОЗИРОВКА ПРЕПАРАТОВ</a:t>
            </a: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бисопролол</a:t>
            </a: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5–10 мг; далее через 4 недели был добавлен </a:t>
            </a:r>
            <a:r>
              <a:rPr kumimoji="0" lang="ru-RU" sz="11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амлодипин</a:t>
            </a: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(5 мг), далее путем переключения на фиксированную комбинацию </a:t>
            </a:r>
            <a:r>
              <a:rPr kumimoji="0" lang="ru-RU" sz="11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бисопролола</a:t>
            </a: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и </a:t>
            </a:r>
            <a:r>
              <a:rPr kumimoji="0" lang="ru-RU" sz="11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амлодипина</a:t>
            </a: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доза </a:t>
            </a:r>
            <a:r>
              <a:rPr kumimoji="0" lang="ru-RU" sz="11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амлодипина</a:t>
            </a: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в этой комбинации была увеличена до 10 мг </a:t>
            </a:r>
          </a:p>
        </p:txBody>
      </p:sp>
      <p:sp>
        <p:nvSpPr>
          <p:cNvPr id="17" name="Прямоугольник 16">
            <a:extLst>
              <a:ext uri="{FF2B5EF4-FFF2-40B4-BE49-F238E27FC236}">
                <a16:creationId xmlns:a16="http://schemas.microsoft.com/office/drawing/2014/main" id="{706865C3-9C93-734B-97ED-8C3D3875DF5B}"/>
              </a:ext>
            </a:extLst>
          </p:cNvPr>
          <p:cNvSpPr/>
          <p:nvPr/>
        </p:nvSpPr>
        <p:spPr>
          <a:xfrm>
            <a:off x="749999" y="5300323"/>
            <a:ext cx="6384495" cy="46166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tab pos="2960688" algn="l"/>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Снижение центрального и периферического систолического артериального давления (САД) на различных этапах исследования</a:t>
            </a:r>
            <a:r>
              <a:rPr kumimoji="0" lang="ru-RU" sz="1200" b="0" i="0" u="none" strike="noStrike" kern="1200" cap="none" spc="0" normalizeH="0" baseline="30000" noProof="0" dirty="0">
                <a:ln>
                  <a:noFill/>
                </a:ln>
                <a:solidFill>
                  <a:srgbClr val="265374"/>
                </a:solidFill>
                <a:effectLst/>
                <a:uLnTx/>
                <a:uFillTx/>
                <a:latin typeface="Verdana" panose="020B0604030504040204" pitchFamily="34" charset="0"/>
                <a:ea typeface="Verdana" panose="020B0604030504040204" pitchFamily="34" charset="0"/>
                <a:cs typeface="+mn-cs"/>
              </a:rPr>
              <a:t>1</a:t>
            </a:r>
          </a:p>
        </p:txBody>
      </p:sp>
      <p:sp>
        <p:nvSpPr>
          <p:cNvPr id="8" name="TextBox 7">
            <a:extLst>
              <a:ext uri="{FF2B5EF4-FFF2-40B4-BE49-F238E27FC236}">
                <a16:creationId xmlns:a16="http://schemas.microsoft.com/office/drawing/2014/main" id="{ABB27FF3-96A3-4496-B445-C6B25F2C91F5}"/>
              </a:ext>
            </a:extLst>
          </p:cNvPr>
          <p:cNvSpPr txBox="1"/>
          <p:nvPr/>
        </p:nvSpPr>
        <p:spPr>
          <a:xfrm>
            <a:off x="7617662" y="2084012"/>
            <a:ext cx="4325494" cy="2816156"/>
          </a:xfrm>
          <a:prstGeom prst="rect">
            <a:avLst/>
          </a:prstGeom>
          <a:noFill/>
        </p:spPr>
        <p:txBody>
          <a:bodyPr wrap="square" rtlCol="0">
            <a:spAutoFit/>
          </a:bodyPr>
          <a:lstStyle/>
          <a:p>
            <a:pPr marL="179388" marR="0" lvl="0" indent="-179388" algn="l" defTabSz="914400" rtl="0" eaLnBrk="1" fontAlgn="auto" latinLnBrk="0" hangingPunct="1">
              <a:lnSpc>
                <a:spcPct val="100000"/>
              </a:lnSpc>
              <a:spcBef>
                <a:spcPts val="600"/>
              </a:spcBef>
              <a:spcAft>
                <a:spcPts val="0"/>
              </a:spcAft>
              <a:buClrTx/>
              <a:buSzTx/>
              <a:buFontTx/>
              <a:buNone/>
              <a:tabLst/>
              <a:defRPr/>
            </a:pPr>
            <a:r>
              <a:rPr kumimoji="0" lang="ru-RU" sz="13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РЕЗУЛЬТАТЫ ИССЛЕДОВАНИЯ</a:t>
            </a:r>
          </a:p>
          <a:p>
            <a:pPr marL="179388" marR="0" lvl="0" indent="-179388" algn="l" defTabSz="914400" rtl="0" eaLnBrk="1" fontAlgn="auto" latinLnBrk="0" hangingPunct="1">
              <a:lnSpc>
                <a:spcPct val="100000"/>
              </a:lnSpc>
              <a:spcBef>
                <a:spcPts val="600"/>
              </a:spcBef>
              <a:spcAft>
                <a:spcPts val="0"/>
              </a:spcAft>
              <a:buClrTx/>
              <a:buSzPct val="130000"/>
              <a:buFont typeface="Arial" panose="020B0604020202020204" pitchFamily="34" charset="0"/>
              <a:buChar char="•"/>
              <a:tabLst/>
              <a:defRPr/>
            </a:pPr>
            <a:r>
              <a:rPr kumimoji="0" lang="ru-RU" sz="14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Монотерапия</a:t>
            </a: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a:t>
            </a:r>
            <a:r>
              <a:rPr kumimoji="0" lang="ru-RU" sz="14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бисопрололом</a:t>
            </a: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снижала периферическое АД и увеличивала индекс аугментации (ИА) пульсового давления в аорте**</a:t>
            </a:r>
          </a:p>
          <a:p>
            <a:pPr marL="179388" marR="0" lvl="0" indent="-179388" algn="l" defTabSz="914400" rtl="0" eaLnBrk="1" fontAlgn="auto" latinLnBrk="0" hangingPunct="1">
              <a:lnSpc>
                <a:spcPct val="100000"/>
              </a:lnSpc>
              <a:spcBef>
                <a:spcPts val="600"/>
              </a:spcBef>
              <a:spcAft>
                <a:spcPts val="0"/>
              </a:spcAft>
              <a:buClrTx/>
              <a:buSzPct val="130000"/>
              <a:buFont typeface="Arial" panose="020B0604020202020204" pitchFamily="34" charset="0"/>
              <a:buChar char="•"/>
              <a:tabLst/>
              <a:defRPr/>
            </a:pP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Переход на ФК привел к дополнительному снижению периферического АД и центрального систолического и пульсового давления, возврату ИА к исходным значениям, снижению скорости распространения пульсовой волны</a:t>
            </a:r>
          </a:p>
        </p:txBody>
      </p:sp>
      <p:grpSp>
        <p:nvGrpSpPr>
          <p:cNvPr id="15" name="Группа 14">
            <a:extLst>
              <a:ext uri="{FF2B5EF4-FFF2-40B4-BE49-F238E27FC236}">
                <a16:creationId xmlns:a16="http://schemas.microsoft.com/office/drawing/2014/main" id="{0B3F5C84-DDAA-CD40-8896-8875C13AB99C}"/>
              </a:ext>
            </a:extLst>
          </p:cNvPr>
          <p:cNvGrpSpPr/>
          <p:nvPr/>
        </p:nvGrpSpPr>
        <p:grpSpPr>
          <a:xfrm>
            <a:off x="611500" y="1645494"/>
            <a:ext cx="6736694" cy="3589057"/>
            <a:chOff x="607253" y="1498419"/>
            <a:chExt cx="5655812" cy="3995209"/>
          </a:xfrm>
        </p:grpSpPr>
        <p:graphicFrame>
          <p:nvGraphicFramePr>
            <p:cNvPr id="5" name="Диаграмма 4">
              <a:extLst>
                <a:ext uri="{FF2B5EF4-FFF2-40B4-BE49-F238E27FC236}">
                  <a16:creationId xmlns:a16="http://schemas.microsoft.com/office/drawing/2014/main" id="{347D7A1E-5DA3-D3C6-C400-DDADFFDA73D3}"/>
                </a:ext>
              </a:extLst>
            </p:cNvPr>
            <p:cNvGraphicFramePr/>
            <p:nvPr/>
          </p:nvGraphicFramePr>
          <p:xfrm>
            <a:off x="868975" y="1498419"/>
            <a:ext cx="5394090" cy="3995209"/>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Box 12">
              <a:extLst>
                <a:ext uri="{FF2B5EF4-FFF2-40B4-BE49-F238E27FC236}">
                  <a16:creationId xmlns:a16="http://schemas.microsoft.com/office/drawing/2014/main" id="{22002E0F-22E6-EFB8-6546-F09C6AAD96BE}"/>
                </a:ext>
              </a:extLst>
            </p:cNvPr>
            <p:cNvSpPr txBox="1"/>
            <p:nvPr/>
          </p:nvSpPr>
          <p:spPr>
            <a:xfrm rot="16200000">
              <a:off x="-79971" y="3450673"/>
              <a:ext cx="1607004" cy="2325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мм рт. </a:t>
              </a:r>
              <a:r>
                <a:rPr kumimoji="0" lang="ru-RU" sz="12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ст</a:t>
              </a:r>
              <a:endPar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4" name="TextBox 13">
              <a:extLst>
                <a:ext uri="{FF2B5EF4-FFF2-40B4-BE49-F238E27FC236}">
                  <a16:creationId xmlns:a16="http://schemas.microsoft.com/office/drawing/2014/main" id="{9D43A881-8235-E318-2B59-A7BBE6DF08B5}"/>
                </a:ext>
              </a:extLst>
            </p:cNvPr>
            <p:cNvSpPr txBox="1"/>
            <p:nvPr/>
          </p:nvSpPr>
          <p:spPr>
            <a:xfrm>
              <a:off x="1209988" y="4643089"/>
              <a:ext cx="1607004" cy="30834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n=28</a:t>
              </a:r>
              <a:endPar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sp>
        <p:nvSpPr>
          <p:cNvPr id="16" name="Rectangle: Rounded Corners 6">
            <a:extLst>
              <a:ext uri="{FF2B5EF4-FFF2-40B4-BE49-F238E27FC236}">
                <a16:creationId xmlns:a16="http://schemas.microsoft.com/office/drawing/2014/main" id="{FF49ADAA-4836-27C3-A526-776614365284}"/>
              </a:ext>
            </a:extLst>
          </p:cNvPr>
          <p:cNvSpPr/>
          <p:nvPr/>
        </p:nvSpPr>
        <p:spPr>
          <a:xfrm rot="5400000">
            <a:off x="3370535" y="2184928"/>
            <a:ext cx="1799832" cy="1734312"/>
          </a:xfrm>
          <a:prstGeom prst="roundRect">
            <a:avLst>
              <a:gd name="adj" fmla="val 9902"/>
            </a:avLst>
          </a:prstGeom>
          <a:solidFill>
            <a:schemeClr val="bg2">
              <a:alpha val="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6" name="Объект 10">
            <a:extLst>
              <a:ext uri="{FF2B5EF4-FFF2-40B4-BE49-F238E27FC236}">
                <a16:creationId xmlns:a16="http://schemas.microsoft.com/office/drawing/2014/main" id="{25EFD76E-9A78-EB75-D469-5C21262C0E9E}"/>
              </a:ext>
            </a:extLst>
          </p:cNvPr>
          <p:cNvSpPr>
            <a:spLocks noGrp="1"/>
          </p:cNvSpPr>
          <p:nvPr>
            <p:ph idx="4294967295"/>
          </p:nvPr>
        </p:nvSpPr>
        <p:spPr>
          <a:xfrm>
            <a:off x="924971" y="6131365"/>
            <a:ext cx="9694043" cy="457738"/>
          </a:xfrm>
        </p:spPr>
        <p:txBody>
          <a:bodyPr>
            <a:noAutofit/>
          </a:bodyPr>
          <a:lstStyle/>
          <a:p>
            <a:pPr marL="0" indent="0">
              <a:lnSpc>
                <a:spcPct val="100000"/>
              </a:lnSpc>
              <a:spcBef>
                <a:spcPts val="300"/>
              </a:spcBef>
              <a:buNone/>
            </a:pPr>
            <a:r>
              <a:rPr lang="ru-RU" sz="800" dirty="0">
                <a:solidFill>
                  <a:srgbClr val="323F48"/>
                </a:solidFill>
                <a:latin typeface="Calibri" panose="020F0502020204030204" pitchFamily="34" charset="0"/>
                <a:cs typeface="Calibri" panose="020F0502020204030204" pitchFamily="34" charset="0"/>
              </a:rPr>
              <a:t>* Переход с </a:t>
            </a:r>
            <a:r>
              <a:rPr lang="ru-RU" sz="800" dirty="0" err="1">
                <a:solidFill>
                  <a:srgbClr val="323F48"/>
                </a:solidFill>
                <a:latin typeface="Calibri" panose="020F0502020204030204" pitchFamily="34" charset="0"/>
                <a:cs typeface="Calibri" panose="020F0502020204030204" pitchFamily="34" charset="0"/>
              </a:rPr>
              <a:t>монотерапии</a:t>
            </a:r>
            <a:r>
              <a:rPr lang="ru-RU" sz="800" dirty="0">
                <a:solidFill>
                  <a:srgbClr val="323F48"/>
                </a:solidFill>
                <a:latin typeface="Calibri" panose="020F0502020204030204" pitchFamily="34" charset="0"/>
                <a:cs typeface="Calibri" panose="020F0502020204030204" pitchFamily="34" charset="0"/>
              </a:rPr>
              <a:t> </a:t>
            </a:r>
            <a:r>
              <a:rPr lang="ru-RU" sz="800" dirty="0" err="1">
                <a:solidFill>
                  <a:srgbClr val="323F48"/>
                </a:solidFill>
                <a:latin typeface="Calibri" panose="020F0502020204030204" pitchFamily="34" charset="0"/>
                <a:cs typeface="Calibri" panose="020F0502020204030204" pitchFamily="34" charset="0"/>
              </a:rPr>
              <a:t>бисопролола</a:t>
            </a:r>
            <a:endParaRPr lang="ru-RU" sz="800" dirty="0">
              <a:solidFill>
                <a:srgbClr val="323F48"/>
              </a:solidFill>
              <a:latin typeface="Calibri" panose="020F0502020204030204" pitchFamily="34" charset="0"/>
              <a:cs typeface="Calibri" panose="020F0502020204030204" pitchFamily="34" charset="0"/>
            </a:endParaRPr>
          </a:p>
          <a:p>
            <a:pPr marL="0" indent="0">
              <a:lnSpc>
                <a:spcPct val="100000"/>
              </a:lnSpc>
              <a:spcBef>
                <a:spcPts val="300"/>
              </a:spcBef>
              <a:buNone/>
            </a:pPr>
            <a:r>
              <a:rPr lang="ru-RU" sz="800" dirty="0">
                <a:solidFill>
                  <a:srgbClr val="323F48"/>
                </a:solidFill>
                <a:latin typeface="Calibri" panose="020F0502020204030204" pitchFamily="34" charset="0"/>
                <a:cs typeface="Calibri" panose="020F0502020204030204" pitchFamily="34" charset="0"/>
              </a:rPr>
              <a:t>**, нормированный на частоту сердечных сокращений (ЧСС) 75 уд./мин. (ИА-75).</a:t>
            </a:r>
          </a:p>
          <a:p>
            <a:pPr marL="0" indent="0">
              <a:lnSpc>
                <a:spcPct val="100000"/>
              </a:lnSpc>
              <a:spcBef>
                <a:spcPts val="300"/>
              </a:spcBef>
              <a:buNone/>
            </a:pPr>
            <a:r>
              <a:rPr lang="ru-RU" sz="800" b="1" dirty="0">
                <a:solidFill>
                  <a:srgbClr val="323F48"/>
                </a:solidFill>
                <a:latin typeface="Calibri" panose="020F0502020204030204" pitchFamily="34" charset="0"/>
                <a:cs typeface="Calibri" panose="020F0502020204030204" pitchFamily="34" charset="0"/>
              </a:rPr>
              <a:t>1. </a:t>
            </a:r>
            <a:r>
              <a:rPr lang="en-US" sz="800" dirty="0" err="1">
                <a:solidFill>
                  <a:srgbClr val="323F48"/>
                </a:solidFill>
                <a:latin typeface="Calibri" panose="020F0502020204030204" pitchFamily="34" charset="0"/>
                <a:cs typeface="Calibri" panose="020F0502020204030204" pitchFamily="34" charset="0"/>
              </a:rPr>
              <a:t>Kobalava</a:t>
            </a:r>
            <a:r>
              <a:rPr lang="en-US" sz="800" dirty="0">
                <a:solidFill>
                  <a:srgbClr val="323F48"/>
                </a:solidFill>
                <a:latin typeface="Calibri" panose="020F0502020204030204" pitchFamily="34" charset="0"/>
                <a:cs typeface="Calibri" panose="020F0502020204030204" pitchFamily="34" charset="0"/>
              </a:rPr>
              <a:t> </a:t>
            </a:r>
            <a:r>
              <a:rPr lang="en-US" sz="800" dirty="0" err="1">
                <a:solidFill>
                  <a:srgbClr val="323F48"/>
                </a:solidFill>
                <a:latin typeface="Calibri" panose="020F0502020204030204" pitchFamily="34" charset="0"/>
                <a:cs typeface="Calibri" panose="020F0502020204030204" pitchFamily="34" charset="0"/>
              </a:rPr>
              <a:t>Zh</a:t>
            </a:r>
            <a:r>
              <a:rPr lang="en-US" sz="800" dirty="0">
                <a:solidFill>
                  <a:srgbClr val="323F48"/>
                </a:solidFill>
                <a:latin typeface="Calibri" panose="020F0502020204030204" pitchFamily="34" charset="0"/>
                <a:cs typeface="Calibri" panose="020F0502020204030204" pitchFamily="34" charset="0"/>
              </a:rPr>
              <a:t> D et al. The Fixed Combination of Amlodipine and Bisoprolol Eliminates the Effect of </a:t>
            </a:r>
            <a:r>
              <a:rPr lang="el-GR" sz="800" dirty="0">
                <a:solidFill>
                  <a:srgbClr val="323F48"/>
                </a:solidFill>
                <a:latin typeface="Calibri" panose="020F0502020204030204" pitchFamily="34" charset="0"/>
                <a:cs typeface="Calibri" panose="020F0502020204030204" pitchFamily="34" charset="0"/>
              </a:rPr>
              <a:t>β</a:t>
            </a:r>
            <a:r>
              <a:rPr lang="en-US" sz="800" dirty="0">
                <a:solidFill>
                  <a:srgbClr val="323F48"/>
                </a:solidFill>
                <a:latin typeface="Calibri" panose="020F0502020204030204" pitchFamily="34" charset="0"/>
                <a:cs typeface="Calibri" panose="020F0502020204030204" pitchFamily="34" charset="0"/>
              </a:rPr>
              <a:t>-Blockers on Central Pulse Wave in Patients With Arterial Hypertension. </a:t>
            </a:r>
            <a:r>
              <a:rPr lang="en-US" sz="800" dirty="0" err="1">
                <a:solidFill>
                  <a:srgbClr val="323F48"/>
                </a:solidFill>
                <a:latin typeface="Calibri" panose="020F0502020204030204" pitchFamily="34" charset="0"/>
                <a:cs typeface="Calibri" panose="020F0502020204030204" pitchFamily="34" charset="0"/>
              </a:rPr>
              <a:t>Kardiologiia</a:t>
            </a:r>
            <a:r>
              <a:rPr lang="en-US" sz="800" dirty="0">
                <a:solidFill>
                  <a:srgbClr val="323F48"/>
                </a:solidFill>
                <a:latin typeface="Calibri" panose="020F0502020204030204" pitchFamily="34" charset="0"/>
                <a:cs typeface="Calibri" panose="020F0502020204030204" pitchFamily="34" charset="0"/>
              </a:rPr>
              <a:t>. 2015 Dec; 55(12):11-16.</a:t>
            </a:r>
          </a:p>
        </p:txBody>
      </p:sp>
      <p:sp>
        <p:nvSpPr>
          <p:cNvPr id="2" name="Заголовок 1">
            <a:extLst>
              <a:ext uri="{FF2B5EF4-FFF2-40B4-BE49-F238E27FC236}">
                <a16:creationId xmlns:a16="http://schemas.microsoft.com/office/drawing/2014/main" id="{0F907613-B371-C6E4-6C78-295A924B1D7F}"/>
              </a:ext>
            </a:extLst>
          </p:cNvPr>
          <p:cNvSpPr txBox="1">
            <a:spLocks/>
          </p:cNvSpPr>
          <p:nvPr/>
        </p:nvSpPr>
        <p:spPr>
          <a:xfrm>
            <a:off x="869208" y="514364"/>
            <a:ext cx="10161588" cy="761753"/>
          </a:xfrm>
          <a:prstGeom prst="rect">
            <a:avLst/>
          </a:prstGeom>
        </p:spPr>
        <p:txBody>
          <a:bodyPr vert="horz" lIns="0" tIns="0" rIns="0" bIns="0" rtlCol="0" anchor="t" anchorCtr="0">
            <a:norm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lvl="0">
              <a:defRPr/>
            </a:pPr>
            <a:r>
              <a:rPr lang="ru-RU" sz="2000" dirty="0" err="1"/>
              <a:t>Конкор</a:t>
            </a:r>
            <a:r>
              <a:rPr lang="ru-RU" sz="2000" dirty="0"/>
              <a:t>® АМ — дополнительное снижение центрального САД и пульсового АД при переходе с </a:t>
            </a:r>
            <a:r>
              <a:rPr lang="ru-RU" sz="2000" dirty="0" err="1"/>
              <a:t>монотерапии</a:t>
            </a:r>
            <a:r>
              <a:rPr lang="ru-RU" sz="2000" dirty="0"/>
              <a:t> </a:t>
            </a:r>
            <a:r>
              <a:rPr lang="ru-RU" sz="2000" dirty="0" err="1"/>
              <a:t>бисопрололом</a:t>
            </a:r>
            <a:endParaRPr kumimoji="0" lang="ru-RU"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endParaRPr>
          </a:p>
        </p:txBody>
      </p:sp>
    </p:spTree>
    <p:extLst>
      <p:ext uri="{BB962C8B-B14F-4D97-AF65-F5344CB8AC3E}">
        <p14:creationId xmlns:p14="http://schemas.microsoft.com/office/powerpoint/2010/main" val="2746005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heel(1)">
                                      <p:cBhvr>
                                        <p:cTn id="7" dur="10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6"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p:cNvSpPr txBox="1"/>
          <p:nvPr/>
        </p:nvSpPr>
        <p:spPr>
          <a:xfrm>
            <a:off x="814060" y="6175295"/>
            <a:ext cx="8825216" cy="461665"/>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Times New Roman" panose="02020603050405020304" pitchFamily="18" charset="0"/>
                <a:cs typeface="Times New Roman" panose="02020603050405020304" pitchFamily="18" charset="0"/>
              </a:rPr>
              <a:t>*у большинства пациентов,</a:t>
            </a: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Times New Roman" panose="02020603050405020304" pitchFamily="18" charset="0"/>
                <a:cs typeface="Times New Roman" panose="02020603050405020304" pitchFamily="18" charset="0"/>
              </a:rPr>
              <a:t> целевое АД</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r>
              <a:rPr kumimoji="0" lang="en-US" sz="800" b="0" i="0" u="none" strike="noStrike" kern="1200" cap="none" spc="0" normalizeH="0" baseline="0" noProof="0" dirty="0">
                <a:ln>
                  <a:noFill/>
                </a:ln>
                <a:solidFill>
                  <a:srgbClr val="323F48"/>
                </a:solidFill>
                <a:effectLst/>
                <a:uLnTx/>
                <a:uFillTx/>
                <a:latin typeface="Calibri" panose="020F0502020204030204" pitchFamily="34" charset="0"/>
                <a:ea typeface="Times New Roman" panose="02020603050405020304" pitchFamily="18" charset="0"/>
                <a:cs typeface="Times New Roman" panose="02020603050405020304" pitchFamily="18" charset="0"/>
              </a:rPr>
              <a:t>&lt;140/90  </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Times New Roman" panose="02020603050405020304" pitchFamily="18" charset="0"/>
                <a:cs typeface="Times New Roman" panose="02020603050405020304" pitchFamily="18" charset="0"/>
              </a:rPr>
              <a:t>мм</a:t>
            </a:r>
            <a:r>
              <a:rPr kumimoji="0" lang="en-US" sz="800" b="0" i="0" u="none" strike="noStrike" kern="1200" cap="none" spc="0" normalizeH="0" baseline="0" noProof="0" dirty="0">
                <a:ln>
                  <a:noFill/>
                </a:ln>
                <a:solidFill>
                  <a:srgbClr val="323F48"/>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Times New Roman" panose="02020603050405020304" pitchFamily="18" charset="0"/>
                <a:cs typeface="Times New Roman" panose="02020603050405020304" pitchFamily="18" charset="0"/>
              </a:rPr>
              <a:t>рт. ст.,</a:t>
            </a:r>
            <a:r>
              <a:rPr kumimoji="0" lang="en-US" sz="800" b="0" i="0" u="none" strike="noStrike" kern="1200" cap="none" spc="0" normalizeH="0" baseline="0" noProof="0" dirty="0">
                <a:ln>
                  <a:noFill/>
                </a:ln>
                <a:solidFill>
                  <a:srgbClr val="323F48"/>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Times New Roman" panose="02020603050405020304" pitchFamily="18" charset="0"/>
                <a:cs typeface="Times New Roman" panose="02020603050405020304" pitchFamily="18" charset="0"/>
              </a:rPr>
              <a:t>СД</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Times New Roman" panose="02020603050405020304" pitchFamily="18" charset="0"/>
                <a:cs typeface="Times New Roman" panose="02020603050405020304" pitchFamily="18" charset="0"/>
              </a:rPr>
              <a:t> – сахарный диабет</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Times New Roman" panose="02020603050405020304" pitchFamily="18" charset="0"/>
                <a:cs typeface="Times New Roman" panose="02020603050405020304" pitchFamily="18" charset="0"/>
              </a:rPr>
              <a:t>1.</a:t>
            </a:r>
            <a:r>
              <a:rPr kumimoji="0" lang="en-US" sz="800" b="1" i="0" u="none" strike="noStrike" kern="1200" cap="none" spc="0" normalizeH="0" baseline="0" noProof="0" dirty="0">
                <a:ln>
                  <a:noFill/>
                </a:ln>
                <a:solidFill>
                  <a:srgbClr val="323F48"/>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r>
              <a:rPr kumimoji="0" lang="en-US" sz="800" b="0" i="0" u="none" strike="noStrike" kern="1200" cap="none" spc="0" normalizeH="0" baseline="0" noProof="0" dirty="0" err="1">
                <a:ln>
                  <a:noFill/>
                </a:ln>
                <a:solidFill>
                  <a:srgbClr val="323F48"/>
                </a:solidFill>
                <a:effectLst/>
                <a:uLnTx/>
                <a:uFillTx/>
                <a:latin typeface="Calibri" panose="020F0502020204030204" pitchFamily="34" charset="0"/>
                <a:ea typeface="Times New Roman" panose="02020603050405020304" pitchFamily="18" charset="0"/>
                <a:cs typeface="Times New Roman" panose="02020603050405020304" pitchFamily="18" charset="0"/>
              </a:rPr>
              <a:t>Hostalek</a:t>
            </a:r>
            <a:r>
              <a:rPr kumimoji="0" lang="en-US" sz="800" b="0" i="0" u="none" strike="noStrike" kern="1200" cap="none" spc="0" normalizeH="0" baseline="0" noProof="0" dirty="0">
                <a:ln>
                  <a:noFill/>
                </a:ln>
                <a:solidFill>
                  <a:srgbClr val="323F48"/>
                </a:solidFill>
                <a:effectLst/>
                <a:uLnTx/>
                <a:uFillTx/>
                <a:latin typeface="Calibri" panose="020F0502020204030204" pitchFamily="34" charset="0"/>
                <a:ea typeface="Times New Roman" panose="02020603050405020304" pitchFamily="18" charset="0"/>
                <a:cs typeface="Times New Roman" panose="02020603050405020304" pitchFamily="18" charset="0"/>
              </a:rPr>
              <a:t> U., </a:t>
            </a:r>
            <a:r>
              <a:rPr kumimoji="0" lang="en-US" sz="800" b="0" i="0" u="none" strike="noStrike" kern="1200" cap="none" spc="0" normalizeH="0" baseline="0" noProof="0" dirty="0" err="1">
                <a:ln>
                  <a:noFill/>
                </a:ln>
                <a:solidFill>
                  <a:srgbClr val="323F48"/>
                </a:solidFill>
                <a:effectLst/>
                <a:uLnTx/>
                <a:uFillTx/>
                <a:latin typeface="Calibri" panose="020F0502020204030204" pitchFamily="34" charset="0"/>
                <a:ea typeface="Times New Roman" panose="02020603050405020304" pitchFamily="18" charset="0"/>
                <a:cs typeface="Times New Roman" panose="02020603050405020304" pitchFamily="18" charset="0"/>
              </a:rPr>
              <a:t>Czarnecka</a:t>
            </a:r>
            <a:r>
              <a:rPr kumimoji="0" lang="en-US" sz="800" b="0" i="0" u="none" strike="noStrike" kern="1200" cap="none" spc="0" normalizeH="0" baseline="0" noProof="0" dirty="0">
                <a:ln>
                  <a:noFill/>
                </a:ln>
                <a:solidFill>
                  <a:srgbClr val="323F48"/>
                </a:solidFill>
                <a:effectLst/>
                <a:uLnTx/>
                <a:uFillTx/>
                <a:latin typeface="Calibri" panose="020F0502020204030204" pitchFamily="34" charset="0"/>
                <a:ea typeface="Times New Roman" panose="02020603050405020304" pitchFamily="18" charset="0"/>
                <a:cs typeface="Times New Roman" panose="02020603050405020304" pitchFamily="18" charset="0"/>
              </a:rPr>
              <a:t> D. Et al. Efficacy of and Adherence to a Fixed-dose Combination of Bisoprolol and Amlodipine in Hypertensive Patients with and without Type 2 Diabetes Mellitus or Coronary Artery Disease. J Hear Health 1 (4): </a:t>
            </a:r>
            <a:r>
              <a:rPr kumimoji="0" lang="en-US" sz="800" b="0" i="0" u="none" strike="noStrike" kern="1200" cap="none" spc="0" normalizeH="0" baseline="0" noProof="0" dirty="0" err="1">
                <a:ln>
                  <a:noFill/>
                </a:ln>
                <a:solidFill>
                  <a:srgbClr val="323F48"/>
                </a:solidFill>
                <a:effectLst/>
                <a:uLnTx/>
                <a:uFillTx/>
                <a:latin typeface="Calibri" panose="020F0502020204030204" pitchFamily="34" charset="0"/>
                <a:ea typeface="Times New Roman" panose="02020603050405020304" pitchFamily="18" charset="0"/>
                <a:cs typeface="Times New Roman" panose="02020603050405020304" pitchFamily="18" charset="0"/>
              </a:rPr>
              <a:t>doi</a:t>
            </a:r>
            <a:r>
              <a:rPr kumimoji="0" lang="en-US" sz="800" b="0" i="0" u="none" strike="noStrike" kern="1200" cap="none" spc="0" normalizeH="0" baseline="0" noProof="0" dirty="0">
                <a:ln>
                  <a:noFill/>
                </a:ln>
                <a:solidFill>
                  <a:srgbClr val="323F48"/>
                </a:solidFill>
                <a:effectLst/>
                <a:uLnTx/>
                <a:uFillTx/>
                <a:latin typeface="Calibri" panose="020F0502020204030204" pitchFamily="34" charset="0"/>
                <a:ea typeface="Times New Roman" panose="02020603050405020304" pitchFamily="18" charset="0"/>
                <a:cs typeface="Times New Roman" panose="02020603050405020304" pitchFamily="18" charset="0"/>
              </a:rPr>
              <a:t> http://dx.doi.org/10.16966/2379-769X.114</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endParaRPr kumimoji="0" lang="ru-RU" sz="800" b="0" i="0" u="none" strike="noStrike" kern="1200" cap="none" spc="0" normalizeH="0" baseline="0" noProof="0" dirty="0">
              <a:ln>
                <a:noFill/>
              </a:ln>
              <a:solidFill>
                <a:srgbClr val="323F48"/>
              </a:solidFill>
              <a:effectLst/>
              <a:uLnTx/>
              <a:uFillTx/>
              <a:latin typeface="Verdana"/>
              <a:ea typeface="+mn-ea"/>
              <a:cs typeface="+mn-cs"/>
            </a:endParaRPr>
          </a:p>
        </p:txBody>
      </p:sp>
      <p:sp>
        <p:nvSpPr>
          <p:cNvPr id="32" name="TextBox 31"/>
          <p:cNvSpPr txBox="1"/>
          <p:nvPr/>
        </p:nvSpPr>
        <p:spPr>
          <a:xfrm>
            <a:off x="814060" y="1660067"/>
            <a:ext cx="4323335" cy="35214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800"/>
              </a:spcBef>
              <a:spcAft>
                <a:spcPts val="0"/>
              </a:spcAft>
              <a:buClrTx/>
              <a:buSzTx/>
              <a:buFontTx/>
              <a:buNone/>
              <a:tabLst/>
              <a:defRPr/>
            </a:pPr>
            <a:r>
              <a:rPr kumimoji="0" lang="ru-RU" sz="1600" b="1" i="0" u="none" strike="noStrike" kern="1200" cap="none" spc="0" normalizeH="0" baseline="0" noProof="0" dirty="0">
                <a:ln>
                  <a:noFill/>
                </a:ln>
                <a:solidFill>
                  <a:srgbClr val="265374"/>
                </a:solidFill>
                <a:effectLst>
                  <a:outerShdw blurRad="50800" dist="50800" dir="5400000" algn="ctr" rotWithShape="0">
                    <a:srgbClr val="265374">
                      <a:lumMod val="20000"/>
                      <a:lumOff val="80000"/>
                    </a:srgbClr>
                  </a:outerShdw>
                </a:effectLst>
                <a:uLnTx/>
                <a:uFillTx/>
                <a:latin typeface="Verdana" panose="020B0604030504040204" pitchFamily="34" charset="0"/>
                <a:ea typeface="Verdana" panose="020B0604030504040204" pitchFamily="34" charset="0"/>
                <a:cs typeface="+mn-cs"/>
              </a:rPr>
              <a:t>Пульсовое АД </a:t>
            </a:r>
            <a:r>
              <a:rPr kumimoji="0" lang="ru-RU" sz="1600" b="0" i="0" u="none" strike="noStrike" kern="1200" cap="none" spc="0" normalizeH="0" baseline="0" noProof="0" dirty="0">
                <a:ln>
                  <a:noFill/>
                </a:ln>
                <a:solidFill>
                  <a:srgbClr val="265374"/>
                </a:solidFill>
                <a:effectLst>
                  <a:outerShdw blurRad="50800" dist="50800" dir="5400000" algn="ctr" rotWithShape="0">
                    <a:srgbClr val="265374">
                      <a:lumMod val="20000"/>
                      <a:lumOff val="80000"/>
                    </a:srgbClr>
                  </a:outerShdw>
                </a:effectLst>
                <a:uLnTx/>
                <a:uFillTx/>
                <a:latin typeface="Verdana" panose="020B0604030504040204" pitchFamily="34" charset="0"/>
                <a:ea typeface="Verdana" panose="020B0604030504040204" pitchFamily="34" charset="0"/>
                <a:cs typeface="+mn-cs"/>
              </a:rPr>
              <a:t>–</a:t>
            </a:r>
            <a:r>
              <a:rPr kumimoji="0" lang="ru-RU" sz="1600" b="1" i="0" u="none" strike="noStrike" kern="1200" cap="none" spc="0" normalizeH="0" baseline="0" noProof="0" dirty="0">
                <a:ln>
                  <a:noFill/>
                </a:ln>
                <a:solidFill>
                  <a:srgbClr val="265374"/>
                </a:solidFill>
                <a:effectLst>
                  <a:outerShdw blurRad="50800" dist="50800" dir="5400000" algn="ctr" rotWithShape="0">
                    <a:srgbClr val="265374">
                      <a:lumMod val="20000"/>
                      <a:lumOff val="80000"/>
                    </a:srgbClr>
                  </a:outerShdw>
                </a:effectLst>
                <a:uLnTx/>
                <a:uFillTx/>
                <a:latin typeface="Verdana" panose="020B0604030504040204" pitchFamily="34" charset="0"/>
                <a:ea typeface="Verdana" panose="020B0604030504040204" pitchFamily="34" charset="0"/>
                <a:cs typeface="+mn-cs"/>
              </a:rPr>
              <a:t> разница между САД и ДАД  </a:t>
            </a:r>
            <a:r>
              <a:rPr kumimoji="0" lang="ru-RU" sz="1600" b="0" i="0" u="none" strike="noStrike" kern="1200" cap="none" spc="0" normalizeH="0" baseline="0" noProof="0" dirty="0">
                <a:ln>
                  <a:noFill/>
                </a:ln>
                <a:solidFill>
                  <a:srgbClr val="265374"/>
                </a:solidFill>
                <a:effectLst>
                  <a:outerShdw blurRad="50800" dist="50800" dir="5400000" algn="ctr" rotWithShape="0">
                    <a:srgbClr val="265374">
                      <a:lumMod val="20000"/>
                      <a:lumOff val="80000"/>
                    </a:srgbClr>
                  </a:outerShdw>
                </a:effectLst>
                <a:uLnTx/>
                <a:uFillTx/>
                <a:latin typeface="Verdana" panose="020B0604030504040204" pitchFamily="34" charset="0"/>
                <a:ea typeface="Verdana" panose="020B0604030504040204" pitchFamily="34" charset="0"/>
                <a:cs typeface="+mn-cs"/>
              </a:rPr>
              <a:t>характеризует:</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265374"/>
              </a:solidFill>
              <a:effectLst>
                <a:outerShdw blurRad="50800" dist="50800" dir="5400000" algn="ctr" rotWithShape="0">
                  <a:srgbClr val="265374">
                    <a:lumMod val="20000"/>
                    <a:lumOff val="80000"/>
                  </a:srgbClr>
                </a:outerShdw>
              </a:effectLst>
              <a:uLnTx/>
              <a:uFillTx/>
              <a:latin typeface="Open Sans" panose="020B0606030504020204" pitchFamily="34" charset="0"/>
              <a:ea typeface="+mn-ea"/>
              <a:cs typeface="+mn-cs"/>
            </a:endParaRPr>
          </a:p>
          <a:p>
            <a:pPr marL="177800" marR="0" lvl="0" indent="-177800" algn="l" defTabSz="914400" rtl="0" eaLnBrk="1" fontAlgn="auto" latinLnBrk="0" hangingPunct="1">
              <a:lnSpc>
                <a:spcPct val="100000"/>
              </a:lnSpc>
              <a:spcBef>
                <a:spcPts val="500"/>
              </a:spcBef>
              <a:spcAft>
                <a:spcPts val="0"/>
              </a:spcAft>
              <a:buClrTx/>
              <a:buSzTx/>
              <a:buFont typeface="Arial" panose="020B0604020202020204" pitchFamily="34" charset="0"/>
              <a:buChar char="•"/>
              <a:tabLst/>
              <a:defRPr/>
            </a:pPr>
            <a:r>
              <a:rPr kumimoji="0" lang="ru-RU" sz="1400" b="0" i="0" u="none" strike="noStrike" kern="1200" cap="none" spc="0" normalizeH="0" baseline="0" noProof="0" dirty="0">
                <a:ln>
                  <a:noFill/>
                </a:ln>
                <a:solidFill>
                  <a:srgbClr val="265374"/>
                </a:solidFill>
                <a:effectLst>
                  <a:outerShdw blurRad="50800" dist="50800" dir="5400000" algn="ctr" rotWithShape="0">
                    <a:srgbClr val="265374">
                      <a:lumMod val="20000"/>
                      <a:lumOff val="80000"/>
                    </a:srgbClr>
                  </a:outerShdw>
                </a:effectLst>
                <a:uLnTx/>
                <a:uFillTx/>
                <a:latin typeface="Open Sans" panose="020B0606030504020204" pitchFamily="34" charset="0"/>
                <a:ea typeface="+mn-ea"/>
                <a:cs typeface="+mn-cs"/>
              </a:rPr>
              <a:t>динамическую составляющую </a:t>
            </a:r>
            <a:r>
              <a:rPr kumimoji="0" lang="ru-RU" sz="1400" b="1" i="1" u="none" strike="noStrike" kern="1200" cap="none" spc="0" normalizeH="0" baseline="0" noProof="0" dirty="0" err="1">
                <a:ln>
                  <a:noFill/>
                </a:ln>
                <a:solidFill>
                  <a:srgbClr val="265374"/>
                </a:solidFill>
                <a:effectLst>
                  <a:outerShdw blurRad="50800" dist="50800" dir="5400000" algn="ctr" rotWithShape="0">
                    <a:srgbClr val="265374">
                      <a:lumMod val="20000"/>
                      <a:lumOff val="80000"/>
                    </a:srgbClr>
                  </a:outerShdw>
                </a:effectLst>
                <a:uLnTx/>
                <a:uFillTx/>
                <a:latin typeface="Open Sans" panose="020B0606030504020204" pitchFamily="34" charset="0"/>
                <a:ea typeface="+mn-ea"/>
                <a:cs typeface="+mn-cs"/>
              </a:rPr>
              <a:t>прессорного</a:t>
            </a:r>
            <a:r>
              <a:rPr kumimoji="0" lang="ru-RU" sz="1400" b="1" i="1" u="none" strike="noStrike" kern="1200" cap="none" spc="0" normalizeH="0" baseline="0" noProof="0" dirty="0">
                <a:ln>
                  <a:noFill/>
                </a:ln>
                <a:solidFill>
                  <a:srgbClr val="265374"/>
                </a:solidFill>
                <a:effectLst>
                  <a:outerShdw blurRad="50800" dist="50800" dir="5400000" algn="ctr" rotWithShape="0">
                    <a:srgbClr val="265374">
                      <a:lumMod val="20000"/>
                      <a:lumOff val="80000"/>
                    </a:srgbClr>
                  </a:outerShdw>
                </a:effectLst>
                <a:uLnTx/>
                <a:uFillTx/>
                <a:latin typeface="Open Sans" panose="020B0606030504020204" pitchFamily="34" charset="0"/>
                <a:ea typeface="+mn-ea"/>
                <a:cs typeface="+mn-cs"/>
              </a:rPr>
              <a:t> действия на органы-мишени</a:t>
            </a:r>
          </a:p>
          <a:p>
            <a:pPr marL="0" marR="0" lvl="0" indent="0" algn="l" defTabSz="914400" rtl="0" eaLnBrk="1" fontAlgn="auto" latinLnBrk="0" hangingPunct="1">
              <a:lnSpc>
                <a:spcPct val="100000"/>
              </a:lnSpc>
              <a:spcBef>
                <a:spcPts val="500"/>
              </a:spcBef>
              <a:spcAft>
                <a:spcPts val="0"/>
              </a:spcAft>
              <a:buClrTx/>
              <a:buSzTx/>
              <a:buFontTx/>
              <a:buNone/>
              <a:tabLst/>
              <a:defRPr/>
            </a:pPr>
            <a:endParaRPr kumimoji="0" lang="en-US" sz="1400" b="1" i="1" u="none" strike="noStrike" kern="1200" cap="none" spc="0" normalizeH="0" baseline="0" noProof="0" dirty="0">
              <a:ln>
                <a:noFill/>
              </a:ln>
              <a:solidFill>
                <a:srgbClr val="265374"/>
              </a:solidFill>
              <a:effectLst>
                <a:outerShdw blurRad="50800" dist="50800" dir="5400000" algn="ctr" rotWithShape="0">
                  <a:srgbClr val="265374">
                    <a:lumMod val="20000"/>
                    <a:lumOff val="80000"/>
                  </a:srgbClr>
                </a:outerShdw>
              </a:effectLst>
              <a:uLnTx/>
              <a:uFillTx/>
              <a:latin typeface="Open Sans" panose="020B0606030504020204" pitchFamily="34" charset="0"/>
              <a:ea typeface="+mn-ea"/>
              <a:cs typeface="+mn-cs"/>
            </a:endParaRPr>
          </a:p>
          <a:p>
            <a:pPr marL="177800" marR="0" lvl="0" indent="-177800" algn="l" defTabSz="914400" rtl="0" eaLnBrk="1" fontAlgn="auto" latinLnBrk="0" hangingPunct="1">
              <a:lnSpc>
                <a:spcPct val="100000"/>
              </a:lnSpc>
              <a:spcBef>
                <a:spcPts val="500"/>
              </a:spcBef>
              <a:spcAft>
                <a:spcPts val="0"/>
              </a:spcAft>
              <a:buClrTx/>
              <a:buSzTx/>
              <a:buFont typeface="Arial" panose="020B0604020202020204" pitchFamily="34" charset="0"/>
              <a:buChar char="•"/>
              <a:tabLst/>
              <a:defRPr/>
            </a:pPr>
            <a:r>
              <a:rPr kumimoji="0" lang="ru-RU" sz="1400" b="0" i="0" u="none" strike="noStrike" kern="1200" cap="none" spc="0" normalizeH="0" baseline="0" noProof="0" dirty="0">
                <a:ln>
                  <a:noFill/>
                </a:ln>
                <a:solidFill>
                  <a:srgbClr val="265374"/>
                </a:solidFill>
                <a:effectLst>
                  <a:outerShdw blurRad="50800" dist="50800" dir="5400000" algn="ctr" rotWithShape="0">
                    <a:srgbClr val="265374">
                      <a:lumMod val="20000"/>
                      <a:lumOff val="80000"/>
                    </a:srgbClr>
                  </a:outerShdw>
                </a:effectLst>
                <a:uLnTx/>
                <a:uFillTx/>
                <a:latin typeface="Open Sans" panose="020B0606030504020204" pitchFamily="34" charset="0"/>
                <a:ea typeface="+mn-ea"/>
                <a:cs typeface="+mn-cs"/>
              </a:rPr>
              <a:t>является косвенным </a:t>
            </a:r>
            <a:r>
              <a:rPr kumimoji="0" lang="ru-RU" sz="1400" b="1" i="1" u="none" strike="noStrike" kern="1200" cap="none" spc="0" normalizeH="0" baseline="0" noProof="0" dirty="0">
                <a:ln>
                  <a:noFill/>
                </a:ln>
                <a:solidFill>
                  <a:srgbClr val="265374"/>
                </a:solidFill>
                <a:effectLst>
                  <a:outerShdw blurRad="50800" dist="50800" dir="5400000" algn="ctr" rotWithShape="0">
                    <a:srgbClr val="265374">
                      <a:lumMod val="20000"/>
                      <a:lumOff val="80000"/>
                    </a:srgbClr>
                  </a:outerShdw>
                </a:effectLst>
                <a:uLnTx/>
                <a:uFillTx/>
                <a:latin typeface="Open Sans" panose="020B0606030504020204" pitchFamily="34" charset="0"/>
                <a:ea typeface="+mn-ea"/>
                <a:cs typeface="+mn-cs"/>
              </a:rPr>
              <a:t>индикатором повышенной ригидности крупных артериальных сосудов. </a:t>
            </a:r>
          </a:p>
          <a:p>
            <a:pPr marL="0" marR="0" lvl="0" indent="0" algn="l" defTabSz="914400" rtl="0" eaLnBrk="1" fontAlgn="auto" latinLnBrk="0" hangingPunct="1">
              <a:lnSpc>
                <a:spcPct val="100000"/>
              </a:lnSpc>
              <a:spcBef>
                <a:spcPts val="500"/>
              </a:spcBef>
              <a:spcAft>
                <a:spcPts val="0"/>
              </a:spcAft>
              <a:buClrTx/>
              <a:buSzTx/>
              <a:buFontTx/>
              <a:buNone/>
              <a:tabLst/>
              <a:defRPr/>
            </a:pPr>
            <a:endParaRPr kumimoji="0" lang="ru-RU" sz="1400" b="1" i="1" u="none" strike="noStrike" kern="1200" cap="none" spc="0" normalizeH="0" baseline="0" noProof="0" dirty="0">
              <a:ln>
                <a:noFill/>
              </a:ln>
              <a:solidFill>
                <a:srgbClr val="265374"/>
              </a:solidFill>
              <a:effectLst>
                <a:outerShdw blurRad="50800" dist="50800" dir="5400000" algn="ctr" rotWithShape="0">
                  <a:srgbClr val="265374">
                    <a:lumMod val="20000"/>
                    <a:lumOff val="80000"/>
                  </a:srgbClr>
                </a:outerShdw>
              </a:effectLst>
              <a:uLnTx/>
              <a:uFillTx/>
              <a:latin typeface="Open Sans" panose="020B0606030504020204" pitchFamily="34" charset="0"/>
              <a:ea typeface="+mn-ea"/>
              <a:cs typeface="+mn-cs"/>
            </a:endParaRPr>
          </a:p>
          <a:p>
            <a:pPr marL="177800" marR="0" lvl="0" indent="-177800" algn="l" defTabSz="914400" rtl="0" eaLnBrk="1" fontAlgn="auto" latinLnBrk="0" hangingPunct="1">
              <a:lnSpc>
                <a:spcPct val="100000"/>
              </a:lnSpc>
              <a:spcBef>
                <a:spcPts val="500"/>
              </a:spcBef>
              <a:spcAft>
                <a:spcPts val="0"/>
              </a:spcAft>
              <a:buClrTx/>
              <a:buSzTx/>
              <a:buFont typeface="Arial" panose="020B0604020202020204" pitchFamily="34" charset="0"/>
              <a:buChar char="•"/>
              <a:tabLst/>
              <a:defRPr/>
            </a:pPr>
            <a:r>
              <a:rPr kumimoji="0" lang="ru-RU" sz="1400" b="1" i="1" u="none" strike="noStrike" kern="1200" cap="none" spc="0" normalizeH="0" baseline="0" noProof="0" dirty="0">
                <a:ln>
                  <a:noFill/>
                </a:ln>
                <a:solidFill>
                  <a:srgbClr val="265374"/>
                </a:solidFill>
                <a:effectLst>
                  <a:outerShdw blurRad="50800" dist="50800" dir="5400000" algn="ctr" rotWithShape="0">
                    <a:srgbClr val="265374">
                      <a:lumMod val="20000"/>
                      <a:lumOff val="80000"/>
                    </a:srgbClr>
                  </a:outerShdw>
                </a:effectLst>
                <a:uLnTx/>
                <a:uFillTx/>
                <a:latin typeface="Open Sans" panose="020B0606030504020204" pitchFamily="34" charset="0"/>
                <a:ea typeface="+mn-ea"/>
                <a:cs typeface="+mn-cs"/>
              </a:rPr>
              <a:t>высокое</a:t>
            </a:r>
            <a:r>
              <a:rPr kumimoji="0" lang="ru-RU" sz="1400" b="0" i="0" u="none" strike="noStrike" kern="1200" cap="none" spc="0" normalizeH="0" baseline="0" noProof="0" dirty="0">
                <a:ln>
                  <a:noFill/>
                </a:ln>
                <a:solidFill>
                  <a:srgbClr val="265374"/>
                </a:solidFill>
                <a:effectLst>
                  <a:outerShdw blurRad="50800" dist="50800" dir="5400000" algn="ctr" rotWithShape="0">
                    <a:srgbClr val="265374">
                      <a:lumMod val="20000"/>
                      <a:lumOff val="80000"/>
                    </a:srgbClr>
                  </a:outerShdw>
                </a:effectLst>
                <a:uLnTx/>
                <a:uFillTx/>
                <a:latin typeface="Open Sans" panose="020B0606030504020204" pitchFamily="34" charset="0"/>
                <a:ea typeface="+mn-ea"/>
                <a:cs typeface="+mn-cs"/>
              </a:rPr>
              <a:t> пульсовое давление (ПД) является независимым </a:t>
            </a:r>
            <a:r>
              <a:rPr kumimoji="0" lang="ru-RU" sz="1400" b="1" i="1" u="none" strike="noStrike" kern="1200" cap="none" spc="0" normalizeH="0" baseline="0" noProof="0" dirty="0">
                <a:ln>
                  <a:noFill/>
                </a:ln>
                <a:solidFill>
                  <a:srgbClr val="265374"/>
                </a:solidFill>
                <a:effectLst>
                  <a:outerShdw blurRad="50800" dist="50800" dir="5400000" algn="ctr" rotWithShape="0">
                    <a:srgbClr val="265374">
                      <a:lumMod val="20000"/>
                      <a:lumOff val="80000"/>
                    </a:srgbClr>
                  </a:outerShdw>
                </a:effectLst>
                <a:uLnTx/>
                <a:uFillTx/>
                <a:latin typeface="Open Sans" panose="020B0606030504020204" pitchFamily="34" charset="0"/>
                <a:ea typeface="+mn-ea"/>
                <a:cs typeface="+mn-cs"/>
              </a:rPr>
              <a:t>фактором риска коронарного атеросклероза и гипертрофии левого желудочка</a:t>
            </a:r>
            <a:endParaRPr kumimoji="0" lang="en-US" sz="1600" b="1" i="1" u="none" strike="noStrike" kern="1200" cap="none" spc="0" normalizeH="0" baseline="0" noProof="0" dirty="0">
              <a:ln>
                <a:noFill/>
              </a:ln>
              <a:solidFill>
                <a:srgbClr val="265374"/>
              </a:solidFill>
              <a:effectLst>
                <a:outerShdw blurRad="50800" dist="50800" dir="5400000" algn="ctr" rotWithShape="0">
                  <a:srgbClr val="265374">
                    <a:lumMod val="20000"/>
                    <a:lumOff val="80000"/>
                  </a:srgbClr>
                </a:outerShdw>
              </a:effectLst>
              <a:uLnTx/>
              <a:uFillTx/>
              <a:latin typeface="Verdana"/>
              <a:ea typeface="+mn-ea"/>
              <a:cs typeface="+mn-cs"/>
            </a:endParaRPr>
          </a:p>
        </p:txBody>
      </p:sp>
      <p:sp>
        <p:nvSpPr>
          <p:cNvPr id="11" name="TextBox 10">
            <a:extLst>
              <a:ext uri="{FF2B5EF4-FFF2-40B4-BE49-F238E27FC236}">
                <a16:creationId xmlns:a16="http://schemas.microsoft.com/office/drawing/2014/main" id="{0A23B6A4-775A-4C38-AE62-D6F3B1F6E57A}"/>
              </a:ext>
            </a:extLst>
          </p:cNvPr>
          <p:cNvSpPr txBox="1"/>
          <p:nvPr/>
        </p:nvSpPr>
        <p:spPr>
          <a:xfrm>
            <a:off x="5848650" y="1660067"/>
            <a:ext cx="5719464" cy="362406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6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ДИЗАЙН ИССЛЕДОВАНИЯ</a:t>
            </a:r>
          </a:p>
          <a:p>
            <a:pPr marL="269875" marR="0" lvl="0" indent="-269875" algn="l" defTabSz="914400" rtl="0" eaLnBrk="1" fontAlgn="auto" latinLnBrk="0" hangingPunct="1">
              <a:lnSpc>
                <a:spcPct val="100000"/>
              </a:lnSpc>
              <a:spcBef>
                <a:spcPts val="700"/>
              </a:spcBef>
              <a:spcAft>
                <a:spcPts val="0"/>
              </a:spcAft>
              <a:buClrTx/>
              <a:buSzTx/>
              <a:buFontTx/>
              <a:buNone/>
              <a:tabLst/>
              <a:defRPr/>
            </a:pPr>
            <a:r>
              <a:rPr kumimoji="0" lang="ru-RU" sz="14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1. Пациенты с </a:t>
            </a:r>
            <a:r>
              <a:rPr kumimoji="0" lang="ru-RU" sz="14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артериальной гипертензией, </a:t>
            </a:r>
            <a:r>
              <a:rPr kumimoji="0" lang="ru-RU" sz="14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4 группы: </a:t>
            </a:r>
          </a:p>
          <a:p>
            <a:pPr marL="269875" marR="0" lvl="0" indent="0" algn="l" defTabSz="914400" rtl="0" eaLnBrk="1" fontAlgn="auto" latinLnBrk="0" hangingPunct="1">
              <a:lnSpc>
                <a:spcPct val="100000"/>
              </a:lnSpc>
              <a:spcBef>
                <a:spcPts val="0"/>
              </a:spcBef>
              <a:spcAft>
                <a:spcPts val="0"/>
              </a:spcAft>
              <a:buClrTx/>
              <a:buSzTx/>
              <a:buFontTx/>
              <a:buNone/>
              <a:tabLst/>
              <a:defRPr/>
            </a:pP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группа 1 – без сопутствующих заболеваний;</a:t>
            </a:r>
          </a:p>
          <a:p>
            <a:pPr marL="269875" marR="0" lvl="0" indent="0" algn="l" defTabSz="914400" rtl="0" eaLnBrk="1" fontAlgn="auto" latinLnBrk="0" hangingPunct="1">
              <a:lnSpc>
                <a:spcPct val="100000"/>
              </a:lnSpc>
              <a:spcBef>
                <a:spcPts val="0"/>
              </a:spcBef>
              <a:spcAft>
                <a:spcPts val="0"/>
              </a:spcAft>
              <a:buClrTx/>
              <a:buSzTx/>
              <a:buFontTx/>
              <a:buNone/>
              <a:tabLst/>
              <a:defRPr/>
            </a:pP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группа 2 – с  СД  2 типа; </a:t>
            </a:r>
          </a:p>
          <a:p>
            <a:pPr marL="269875" marR="0" lvl="0" indent="0" algn="l" defTabSz="914400" rtl="0" eaLnBrk="1" fontAlgn="auto" latinLnBrk="0" hangingPunct="1">
              <a:lnSpc>
                <a:spcPct val="100000"/>
              </a:lnSpc>
              <a:spcBef>
                <a:spcPts val="0"/>
              </a:spcBef>
              <a:spcAft>
                <a:spcPts val="0"/>
              </a:spcAft>
              <a:buClrTx/>
              <a:buSzTx/>
              <a:buFontTx/>
              <a:buNone/>
              <a:tabLst/>
              <a:defRPr/>
            </a:pP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группа 3 – с сердечно-сосудистыми заболеваниями; </a:t>
            </a:r>
          </a:p>
          <a:p>
            <a:pPr marL="269875" marR="0" lvl="0" indent="0" algn="l" defTabSz="914400" rtl="0" eaLnBrk="1" fontAlgn="auto" latinLnBrk="0" hangingPunct="1">
              <a:lnSpc>
                <a:spcPct val="100000"/>
              </a:lnSpc>
              <a:spcBef>
                <a:spcPts val="0"/>
              </a:spcBef>
              <a:spcAft>
                <a:spcPts val="0"/>
              </a:spcAft>
              <a:buClrTx/>
              <a:buSzTx/>
              <a:buFontTx/>
              <a:buNone/>
              <a:tabLst/>
              <a:defRPr/>
            </a:pP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группа 4 – с СД 2 типа и сердечно-сосудистыми заболеваниями. </a:t>
            </a:r>
          </a:p>
          <a:p>
            <a:pPr marL="269875" marR="0" lvl="0" indent="-269875" algn="l" defTabSz="914400" rtl="0" eaLnBrk="1" fontAlgn="auto" latinLnBrk="0" hangingPunct="1">
              <a:lnSpc>
                <a:spcPct val="100000"/>
              </a:lnSpc>
              <a:spcBef>
                <a:spcPts val="700"/>
              </a:spcBef>
              <a:spcAft>
                <a:spcPts val="0"/>
              </a:spcAft>
              <a:buClrTx/>
              <a:buSzTx/>
              <a:buFontTx/>
              <a:buNone/>
              <a:tabLst/>
              <a:defRPr/>
            </a:pPr>
            <a:r>
              <a:rPr lang="ru-RU" sz="1400" b="1" dirty="0">
                <a:solidFill>
                  <a:srgbClr val="265374"/>
                </a:solidFill>
                <a:latin typeface="Verdana" panose="020B0604030504040204" pitchFamily="34" charset="0"/>
                <a:ea typeface="Verdana" panose="020B0604030504040204" pitchFamily="34" charset="0"/>
              </a:rPr>
              <a:t>2</a:t>
            </a:r>
            <a:r>
              <a:rPr kumimoji="0" lang="ru-RU" sz="14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Приверженность к лечению </a:t>
            </a: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определялась на основе потребления назначенных таблеток: </a:t>
            </a:r>
            <a:b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b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«отлично» – &gt;90%, «хорошо» – 76-90%, </a:t>
            </a:r>
            <a:b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b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«умеренно» – 51–75%, «плохо» – ≤50%. </a:t>
            </a:r>
          </a:p>
          <a:p>
            <a:pPr marL="269875" marR="0" lvl="0" indent="-269875" algn="l" defTabSz="914400" rtl="0" eaLnBrk="1" fontAlgn="auto" latinLnBrk="0" hangingPunct="1">
              <a:lnSpc>
                <a:spcPct val="100000"/>
              </a:lnSpc>
              <a:spcBef>
                <a:spcPts val="700"/>
              </a:spcBef>
              <a:spcAft>
                <a:spcPts val="0"/>
              </a:spcAft>
              <a:buClrTx/>
              <a:buSzTx/>
              <a:buFontTx/>
              <a:buNone/>
              <a:tabLst/>
              <a:defRPr/>
            </a:pPr>
            <a:r>
              <a:rPr lang="ru-RU" sz="1400" b="1" dirty="0">
                <a:solidFill>
                  <a:srgbClr val="265374"/>
                </a:solidFill>
                <a:latin typeface="Verdana" panose="020B0604030504040204" pitchFamily="34" charset="0"/>
                <a:ea typeface="Verdana" panose="020B0604030504040204" pitchFamily="34" charset="0"/>
              </a:rPr>
              <a:t>3</a:t>
            </a:r>
            <a:r>
              <a:rPr kumimoji="0" lang="ru-RU" sz="14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Эффективность терапии </a:t>
            </a: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оценивали на основании снижения значений АД,  </a:t>
            </a:r>
            <a:r>
              <a:rPr kumimoji="0" lang="ru-RU" sz="14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через 6 мес. </a:t>
            </a: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применения ФК </a:t>
            </a:r>
            <a:b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b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(в сравнении с данными начала исследования).  </a:t>
            </a:r>
            <a:endParaRPr kumimoji="0" lang="ru-RU" sz="14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nvGrpSpPr>
          <p:cNvPr id="3" name="Группа 2">
            <a:extLst>
              <a:ext uri="{FF2B5EF4-FFF2-40B4-BE49-F238E27FC236}">
                <a16:creationId xmlns:a16="http://schemas.microsoft.com/office/drawing/2014/main" id="{894A8AFF-7792-D6E2-93A4-03A947916F3B}"/>
              </a:ext>
            </a:extLst>
          </p:cNvPr>
          <p:cNvGrpSpPr/>
          <p:nvPr/>
        </p:nvGrpSpPr>
        <p:grpSpPr>
          <a:xfrm>
            <a:off x="5340014" y="1610763"/>
            <a:ext cx="353539" cy="3709851"/>
            <a:chOff x="6700407" y="2587098"/>
            <a:chExt cx="353539" cy="3709851"/>
          </a:xfrm>
        </p:grpSpPr>
        <p:sp>
          <p:nvSpPr>
            <p:cNvPr id="4" name="Полилиния: фигура 3">
              <a:extLst>
                <a:ext uri="{FF2B5EF4-FFF2-40B4-BE49-F238E27FC236}">
                  <a16:creationId xmlns:a16="http://schemas.microsoft.com/office/drawing/2014/main" id="{9A336171-EEAC-5473-F2ED-1527F8F4F1AB}"/>
                </a:ext>
              </a:extLst>
            </p:cNvPr>
            <p:cNvSpPr/>
            <p:nvPr/>
          </p:nvSpPr>
          <p:spPr>
            <a:xfrm rot="5400000">
              <a:off x="6553276" y="4172021"/>
              <a:ext cx="647801" cy="353539"/>
            </a:xfrm>
            <a:custGeom>
              <a:avLst/>
              <a:gdLst>
                <a:gd name="connsiteX0" fmla="*/ 459233 w 490717"/>
                <a:gd name="connsiteY0" fmla="*/ 267810 h 267810"/>
                <a:gd name="connsiteX1" fmla="*/ 400399 w 490717"/>
                <a:gd name="connsiteY1" fmla="*/ 267810 h 267810"/>
                <a:gd name="connsiteX2" fmla="*/ 282815 w 490717"/>
                <a:gd name="connsiteY2" fmla="*/ 141798 h 267810"/>
                <a:gd name="connsiteX3" fmla="*/ 274506 w 490717"/>
                <a:gd name="connsiteY3" fmla="*/ 134262 h 267810"/>
                <a:gd name="connsiteX4" fmla="*/ 207903 w 490717"/>
                <a:gd name="connsiteY4" fmla="*/ 141798 h 267810"/>
                <a:gd name="connsiteX5" fmla="*/ 90320 w 490717"/>
                <a:gd name="connsiteY5" fmla="*/ 267810 h 267810"/>
                <a:gd name="connsiteX6" fmla="*/ 31485 w 490717"/>
                <a:gd name="connsiteY6" fmla="*/ 267810 h 267810"/>
                <a:gd name="connsiteX7" fmla="*/ 10989 w 490717"/>
                <a:gd name="connsiteY7" fmla="*/ 227641 h 267810"/>
                <a:gd name="connsiteX8" fmla="*/ 207903 w 490717"/>
                <a:gd name="connsiteY8" fmla="*/ 16612 h 267810"/>
                <a:gd name="connsiteX9" fmla="*/ 274506 w 490717"/>
                <a:gd name="connsiteY9" fmla="*/ 9076 h 267810"/>
                <a:gd name="connsiteX10" fmla="*/ 282815 w 490717"/>
                <a:gd name="connsiteY10" fmla="*/ 16612 h 267810"/>
                <a:gd name="connsiteX11" fmla="*/ 479730 w 490717"/>
                <a:gd name="connsiteY11" fmla="*/ 227641 h 267810"/>
                <a:gd name="connsiteX12" fmla="*/ 459233 w 490717"/>
                <a:gd name="connsiteY12" fmla="*/ 267810 h 267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0717" h="267810">
                  <a:moveTo>
                    <a:pt x="459233" y="267810"/>
                  </a:moveTo>
                  <a:lnTo>
                    <a:pt x="400399" y="267810"/>
                  </a:lnTo>
                  <a:lnTo>
                    <a:pt x="282815" y="141798"/>
                  </a:lnTo>
                  <a:cubicBezTo>
                    <a:pt x="280399" y="138983"/>
                    <a:pt x="277604" y="136452"/>
                    <a:pt x="274506" y="134262"/>
                  </a:cubicBezTo>
                  <a:cubicBezTo>
                    <a:pt x="253814" y="119662"/>
                    <a:pt x="223997" y="123036"/>
                    <a:pt x="207903" y="141798"/>
                  </a:cubicBezTo>
                  <a:lnTo>
                    <a:pt x="90320" y="267810"/>
                  </a:lnTo>
                  <a:lnTo>
                    <a:pt x="31485" y="267810"/>
                  </a:lnTo>
                  <a:cubicBezTo>
                    <a:pt x="-359" y="267810"/>
                    <a:pt x="-9631" y="249773"/>
                    <a:pt x="10989" y="227641"/>
                  </a:cubicBezTo>
                  <a:lnTo>
                    <a:pt x="207903" y="16612"/>
                  </a:lnTo>
                  <a:cubicBezTo>
                    <a:pt x="223997" y="-2151"/>
                    <a:pt x="253814" y="-5524"/>
                    <a:pt x="274506" y="9076"/>
                  </a:cubicBezTo>
                  <a:cubicBezTo>
                    <a:pt x="277604" y="11266"/>
                    <a:pt x="280399" y="13797"/>
                    <a:pt x="282815" y="16612"/>
                  </a:cubicBezTo>
                  <a:lnTo>
                    <a:pt x="479730" y="227641"/>
                  </a:lnTo>
                  <a:cubicBezTo>
                    <a:pt x="500348" y="249773"/>
                    <a:pt x="491076" y="267810"/>
                    <a:pt x="459233" y="267810"/>
                  </a:cubicBezTo>
                  <a:close/>
                </a:path>
              </a:pathLst>
            </a:custGeom>
            <a:gradFill>
              <a:gsLst>
                <a:gs pos="15000">
                  <a:srgbClr val="398ACB"/>
                </a:gs>
                <a:gs pos="83000">
                  <a:srgbClr val="28BECD"/>
                </a:gs>
              </a:gsLst>
            </a:gra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a:ea typeface="+mn-ea"/>
                <a:cs typeface="+mn-cs"/>
              </a:endParaRPr>
            </a:p>
          </p:txBody>
        </p:sp>
        <p:cxnSp>
          <p:nvCxnSpPr>
            <p:cNvPr id="5" name="Прямая соединительная линия 4">
              <a:extLst>
                <a:ext uri="{FF2B5EF4-FFF2-40B4-BE49-F238E27FC236}">
                  <a16:creationId xmlns:a16="http://schemas.microsoft.com/office/drawing/2014/main" id="{56B683EB-55FA-D51D-237C-4B4334733074}"/>
                </a:ext>
              </a:extLst>
            </p:cNvPr>
            <p:cNvCxnSpPr>
              <a:cxnSpLocks/>
            </p:cNvCxnSpPr>
            <p:nvPr/>
          </p:nvCxnSpPr>
          <p:spPr>
            <a:xfrm flipV="1">
              <a:off x="6877176" y="4789705"/>
              <a:ext cx="0" cy="1507244"/>
            </a:xfrm>
            <a:prstGeom prst="line">
              <a:avLst/>
            </a:prstGeom>
            <a:ln w="12700">
              <a:solidFill>
                <a:srgbClr val="28BECD"/>
              </a:solidFill>
              <a:tailEnd type="none"/>
            </a:ln>
          </p:spPr>
          <p:style>
            <a:lnRef idx="1">
              <a:schemeClr val="accent1"/>
            </a:lnRef>
            <a:fillRef idx="0">
              <a:schemeClr val="accent1"/>
            </a:fillRef>
            <a:effectRef idx="0">
              <a:schemeClr val="accent1"/>
            </a:effectRef>
            <a:fontRef idx="minor">
              <a:schemeClr val="tx1"/>
            </a:fontRef>
          </p:style>
        </p:cxnSp>
        <p:cxnSp>
          <p:nvCxnSpPr>
            <p:cNvPr id="7" name="Прямая соединительная линия 6">
              <a:extLst>
                <a:ext uri="{FF2B5EF4-FFF2-40B4-BE49-F238E27FC236}">
                  <a16:creationId xmlns:a16="http://schemas.microsoft.com/office/drawing/2014/main" id="{FD775036-8C5A-DBAA-DAA5-E99266914D37}"/>
                </a:ext>
              </a:extLst>
            </p:cNvPr>
            <p:cNvCxnSpPr>
              <a:cxnSpLocks/>
            </p:cNvCxnSpPr>
            <p:nvPr/>
          </p:nvCxnSpPr>
          <p:spPr>
            <a:xfrm flipV="1">
              <a:off x="6877176" y="2587098"/>
              <a:ext cx="0" cy="1437792"/>
            </a:xfrm>
            <a:prstGeom prst="line">
              <a:avLst/>
            </a:prstGeom>
            <a:ln w="12700">
              <a:solidFill>
                <a:srgbClr val="28BECD"/>
              </a:solidFill>
              <a:tailEnd type="none"/>
            </a:ln>
          </p:spPr>
          <p:style>
            <a:lnRef idx="1">
              <a:schemeClr val="accent1"/>
            </a:lnRef>
            <a:fillRef idx="0">
              <a:schemeClr val="accent1"/>
            </a:fillRef>
            <a:effectRef idx="0">
              <a:schemeClr val="accent1"/>
            </a:effectRef>
            <a:fontRef idx="minor">
              <a:schemeClr val="tx1"/>
            </a:fontRef>
          </p:style>
        </p:cxnSp>
      </p:grpSp>
      <p:sp>
        <p:nvSpPr>
          <p:cNvPr id="8" name="Заголовок 1">
            <a:extLst>
              <a:ext uri="{FF2B5EF4-FFF2-40B4-BE49-F238E27FC236}">
                <a16:creationId xmlns:a16="http://schemas.microsoft.com/office/drawing/2014/main" id="{EAF3924B-63C4-91D3-1B97-8A17747C76FB}"/>
              </a:ext>
            </a:extLst>
          </p:cNvPr>
          <p:cNvSpPr txBox="1">
            <a:spLocks/>
          </p:cNvSpPr>
          <p:nvPr/>
        </p:nvSpPr>
        <p:spPr>
          <a:xfrm>
            <a:off x="924972" y="327432"/>
            <a:ext cx="9976758" cy="69674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ru-RU" sz="20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Конкор</a:t>
            </a:r>
            <a:r>
              <a:rPr kumimoji="0" lang="ru-RU" sz="1800" b="0" i="0" u="none" strike="noStrike" kern="1200" cap="none" spc="0" normalizeH="0" baseline="50000" noProof="0" dirty="0">
                <a:ln>
                  <a:noFill/>
                </a:ln>
                <a:solidFill>
                  <a:srgbClr val="265374"/>
                </a:solidFill>
                <a:effectLst/>
                <a:uLnTx/>
                <a:uFillTx/>
                <a:latin typeface="Verdana" panose="020B0604030504040204" pitchFamily="34" charset="0"/>
                <a:ea typeface="Verdana" panose="020B0604030504040204" pitchFamily="34" charset="0"/>
                <a:cs typeface="+mj-cs"/>
              </a:rPr>
              <a:t>®</a:t>
            </a:r>
            <a:r>
              <a:rPr kumimoji="0" lang="ru-RU" sz="20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a:t>
            </a:r>
            <a:r>
              <a:rPr kumimoji="0" lang="ru-RU"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АМ</a:t>
            </a:r>
            <a:r>
              <a:rPr lang="ru-RU" sz="2000" b="0" baseline="50000" dirty="0">
                <a:cs typeface="Calibri" panose="020F0502020204030204" pitchFamily="34" charset="0"/>
              </a:rPr>
              <a:t> </a:t>
            </a:r>
            <a:r>
              <a:rPr kumimoji="0" lang="ru-RU"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при АГ с коморбидностью: контроль АД и приверженность независимо от СД2 и ССЗ</a:t>
            </a:r>
            <a:endParaRPr kumimoji="0" lang="ru-RU" sz="2000" b="1" i="0" u="none" strike="noStrike" kern="1200" cap="none" spc="0" normalizeH="0" baseline="3000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9" name="Заголовок 1">
            <a:extLst>
              <a:ext uri="{FF2B5EF4-FFF2-40B4-BE49-F238E27FC236}">
                <a16:creationId xmlns:a16="http://schemas.microsoft.com/office/drawing/2014/main" id="{D6D00748-058E-A317-5079-7996D6D689B1}"/>
              </a:ext>
            </a:extLst>
          </p:cNvPr>
          <p:cNvSpPr txBox="1">
            <a:spLocks/>
          </p:cNvSpPr>
          <p:nvPr/>
        </p:nvSpPr>
        <p:spPr>
          <a:xfrm>
            <a:off x="924972" y="1009527"/>
            <a:ext cx="9976758" cy="348373"/>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269875" lvl="0" indent="-269875">
              <a:spcBef>
                <a:spcPts val="700"/>
              </a:spcBef>
              <a:tabLst/>
              <a:defRPr/>
            </a:pPr>
            <a:r>
              <a:rPr lang="ru-RU" sz="1600" b="0" dirty="0" err="1"/>
              <a:t>Неинтервенционное</a:t>
            </a:r>
            <a:r>
              <a:rPr lang="ru-RU" sz="1600" b="0" dirty="0"/>
              <a:t> исследование среди 10 430 пациентов с артериальной гипертензией</a:t>
            </a:r>
          </a:p>
        </p:txBody>
      </p:sp>
    </p:spTree>
    <p:extLst>
      <p:ext uri="{BB962C8B-B14F-4D97-AF65-F5344CB8AC3E}">
        <p14:creationId xmlns:p14="http://schemas.microsoft.com/office/powerpoint/2010/main" val="1684309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73618E6-B64D-4773-9408-73DE12CD8485}"/>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73</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sp>
        <p:nvSpPr>
          <p:cNvPr id="14" name="TextBox 13">
            <a:extLst>
              <a:ext uri="{FF2B5EF4-FFF2-40B4-BE49-F238E27FC236}">
                <a16:creationId xmlns:a16="http://schemas.microsoft.com/office/drawing/2014/main" id="{ABFA2111-13B1-4BBB-B6C4-AF4B4FEF2A93}"/>
              </a:ext>
            </a:extLst>
          </p:cNvPr>
          <p:cNvSpPr txBox="1"/>
          <p:nvPr/>
        </p:nvSpPr>
        <p:spPr>
          <a:xfrm>
            <a:off x="814060" y="6175295"/>
            <a:ext cx="8825216" cy="461665"/>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Times New Roman" panose="02020603050405020304" pitchFamily="18" charset="0"/>
                <a:cs typeface="Times New Roman" panose="02020603050405020304" pitchFamily="18" charset="0"/>
              </a:rPr>
              <a:t>*у большинства пациентов,</a:t>
            </a: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Times New Roman" panose="02020603050405020304" pitchFamily="18" charset="0"/>
                <a:cs typeface="Times New Roman" panose="02020603050405020304" pitchFamily="18" charset="0"/>
              </a:rPr>
              <a:t> целевое АД</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r>
              <a:rPr kumimoji="0" lang="en-US" sz="800" b="0" i="0" u="none" strike="noStrike" kern="1200" cap="none" spc="0" normalizeH="0" baseline="0" noProof="0" dirty="0">
                <a:ln>
                  <a:noFill/>
                </a:ln>
                <a:solidFill>
                  <a:srgbClr val="323F48"/>
                </a:solidFill>
                <a:effectLst/>
                <a:uLnTx/>
                <a:uFillTx/>
                <a:latin typeface="Calibri" panose="020F0502020204030204" pitchFamily="34" charset="0"/>
                <a:ea typeface="Times New Roman" panose="02020603050405020304" pitchFamily="18" charset="0"/>
                <a:cs typeface="Times New Roman" panose="02020603050405020304" pitchFamily="18" charset="0"/>
              </a:rPr>
              <a:t>&lt;140/90  </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Times New Roman" panose="02020603050405020304" pitchFamily="18" charset="0"/>
                <a:cs typeface="Times New Roman" panose="02020603050405020304" pitchFamily="18" charset="0"/>
              </a:rPr>
              <a:t>мм</a:t>
            </a:r>
            <a:r>
              <a:rPr kumimoji="0" lang="en-US" sz="800" b="0" i="0" u="none" strike="noStrike" kern="1200" cap="none" spc="0" normalizeH="0" baseline="0" noProof="0" dirty="0">
                <a:ln>
                  <a:noFill/>
                </a:ln>
                <a:solidFill>
                  <a:srgbClr val="323F48"/>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Times New Roman" panose="02020603050405020304" pitchFamily="18" charset="0"/>
                <a:cs typeface="Times New Roman" panose="02020603050405020304" pitchFamily="18" charset="0"/>
              </a:rPr>
              <a:t>рт. ст.,</a:t>
            </a:r>
            <a:r>
              <a:rPr kumimoji="0" lang="en-US" sz="800" b="0" i="0" u="none" strike="noStrike" kern="1200" cap="none" spc="0" normalizeH="0" baseline="0" noProof="0" dirty="0">
                <a:ln>
                  <a:noFill/>
                </a:ln>
                <a:solidFill>
                  <a:srgbClr val="323F48"/>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Times New Roman" panose="02020603050405020304" pitchFamily="18" charset="0"/>
                <a:cs typeface="Times New Roman" panose="02020603050405020304" pitchFamily="18" charset="0"/>
              </a:rPr>
              <a:t>СД</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Times New Roman" panose="02020603050405020304" pitchFamily="18" charset="0"/>
                <a:cs typeface="Times New Roman" panose="02020603050405020304" pitchFamily="18" charset="0"/>
              </a:rPr>
              <a:t> – сахарный диабет; * артериальная гипертензия +- сопутствующие заболевания, в том числе СД</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Times New Roman" panose="02020603050405020304" pitchFamily="18" charset="0"/>
                <a:cs typeface="Times New Roman" panose="02020603050405020304" pitchFamily="18" charset="0"/>
              </a:rPr>
              <a:t>1.</a:t>
            </a:r>
            <a:r>
              <a:rPr kumimoji="0" lang="en-US" sz="800" b="1" i="0" u="none" strike="noStrike" kern="1200" cap="none" spc="0" normalizeH="0" baseline="0" noProof="0" dirty="0">
                <a:ln>
                  <a:noFill/>
                </a:ln>
                <a:solidFill>
                  <a:srgbClr val="323F48"/>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r>
              <a:rPr kumimoji="0" lang="en-US" sz="800" b="0" i="0" u="none" strike="noStrike" kern="1200" cap="none" spc="0" normalizeH="0" baseline="0" noProof="0" dirty="0" err="1">
                <a:ln>
                  <a:noFill/>
                </a:ln>
                <a:solidFill>
                  <a:srgbClr val="323F48"/>
                </a:solidFill>
                <a:effectLst/>
                <a:uLnTx/>
                <a:uFillTx/>
                <a:latin typeface="Calibri" panose="020F0502020204030204" pitchFamily="34" charset="0"/>
                <a:ea typeface="Times New Roman" panose="02020603050405020304" pitchFamily="18" charset="0"/>
                <a:cs typeface="Times New Roman" panose="02020603050405020304" pitchFamily="18" charset="0"/>
              </a:rPr>
              <a:t>Hostalek</a:t>
            </a:r>
            <a:r>
              <a:rPr kumimoji="0" lang="en-US" sz="800" b="0" i="0" u="none" strike="noStrike" kern="1200" cap="none" spc="0" normalizeH="0" baseline="0" noProof="0" dirty="0">
                <a:ln>
                  <a:noFill/>
                </a:ln>
                <a:solidFill>
                  <a:srgbClr val="323F48"/>
                </a:solidFill>
                <a:effectLst/>
                <a:uLnTx/>
                <a:uFillTx/>
                <a:latin typeface="Calibri" panose="020F0502020204030204" pitchFamily="34" charset="0"/>
                <a:ea typeface="Times New Roman" panose="02020603050405020304" pitchFamily="18" charset="0"/>
                <a:cs typeface="Times New Roman" panose="02020603050405020304" pitchFamily="18" charset="0"/>
              </a:rPr>
              <a:t> U., </a:t>
            </a:r>
            <a:r>
              <a:rPr kumimoji="0" lang="en-US" sz="800" b="0" i="0" u="none" strike="noStrike" kern="1200" cap="none" spc="0" normalizeH="0" baseline="0" noProof="0" dirty="0" err="1">
                <a:ln>
                  <a:noFill/>
                </a:ln>
                <a:solidFill>
                  <a:srgbClr val="323F48"/>
                </a:solidFill>
                <a:effectLst/>
                <a:uLnTx/>
                <a:uFillTx/>
                <a:latin typeface="Calibri" panose="020F0502020204030204" pitchFamily="34" charset="0"/>
                <a:ea typeface="Times New Roman" panose="02020603050405020304" pitchFamily="18" charset="0"/>
                <a:cs typeface="Times New Roman" panose="02020603050405020304" pitchFamily="18" charset="0"/>
              </a:rPr>
              <a:t>Czarnecka</a:t>
            </a:r>
            <a:r>
              <a:rPr kumimoji="0" lang="en-US" sz="800" b="0" i="0" u="none" strike="noStrike" kern="1200" cap="none" spc="0" normalizeH="0" baseline="0" noProof="0" dirty="0">
                <a:ln>
                  <a:noFill/>
                </a:ln>
                <a:solidFill>
                  <a:srgbClr val="323F48"/>
                </a:solidFill>
                <a:effectLst/>
                <a:uLnTx/>
                <a:uFillTx/>
                <a:latin typeface="Calibri" panose="020F0502020204030204" pitchFamily="34" charset="0"/>
                <a:ea typeface="Times New Roman" panose="02020603050405020304" pitchFamily="18" charset="0"/>
                <a:cs typeface="Times New Roman" panose="02020603050405020304" pitchFamily="18" charset="0"/>
              </a:rPr>
              <a:t> D. Et al. Efficacy of and Adherence to a Fixed-dose Combination of Bisoprolol and Amlodipine in Hypertensive Patients with and without Type 2 Diabetes Mellitus or Coronary Artery Disease. J Hear Health 1 (4): </a:t>
            </a:r>
            <a:r>
              <a:rPr kumimoji="0" lang="en-US" sz="800" b="0" i="0" u="none" strike="noStrike" kern="1200" cap="none" spc="0" normalizeH="0" baseline="0" noProof="0" dirty="0" err="1">
                <a:ln>
                  <a:noFill/>
                </a:ln>
                <a:solidFill>
                  <a:srgbClr val="323F48"/>
                </a:solidFill>
                <a:effectLst/>
                <a:uLnTx/>
                <a:uFillTx/>
                <a:latin typeface="Calibri" panose="020F0502020204030204" pitchFamily="34" charset="0"/>
                <a:ea typeface="Times New Roman" panose="02020603050405020304" pitchFamily="18" charset="0"/>
                <a:cs typeface="Times New Roman" panose="02020603050405020304" pitchFamily="18" charset="0"/>
              </a:rPr>
              <a:t>doi</a:t>
            </a:r>
            <a:r>
              <a:rPr kumimoji="0" lang="en-US" sz="800" b="0" i="0" u="none" strike="noStrike" kern="1200" cap="none" spc="0" normalizeH="0" baseline="0" noProof="0" dirty="0">
                <a:ln>
                  <a:noFill/>
                </a:ln>
                <a:solidFill>
                  <a:srgbClr val="323F48"/>
                </a:solidFill>
                <a:effectLst/>
                <a:uLnTx/>
                <a:uFillTx/>
                <a:latin typeface="Calibri" panose="020F0502020204030204" pitchFamily="34" charset="0"/>
                <a:ea typeface="Times New Roman" panose="02020603050405020304" pitchFamily="18" charset="0"/>
                <a:cs typeface="Times New Roman" panose="02020603050405020304" pitchFamily="18" charset="0"/>
              </a:rPr>
              <a:t> http://dx.doi.org/10.16966/2379-769X.114</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endParaRPr kumimoji="0" lang="ru-RU" sz="800" b="0" i="0" u="none" strike="noStrike" kern="1200" cap="none" spc="0" normalizeH="0" baseline="0" noProof="0" dirty="0">
              <a:ln>
                <a:noFill/>
              </a:ln>
              <a:solidFill>
                <a:srgbClr val="323F48"/>
              </a:solidFill>
              <a:effectLst/>
              <a:uLnTx/>
              <a:uFillTx/>
              <a:latin typeface="Verdana"/>
              <a:ea typeface="+mn-ea"/>
              <a:cs typeface="+mn-cs"/>
            </a:endParaRPr>
          </a:p>
        </p:txBody>
      </p:sp>
      <p:sp>
        <p:nvSpPr>
          <p:cNvPr id="4" name="Rounded Rectangle 69">
            <a:extLst>
              <a:ext uri="{FF2B5EF4-FFF2-40B4-BE49-F238E27FC236}">
                <a16:creationId xmlns:a16="http://schemas.microsoft.com/office/drawing/2014/main" id="{D7E10517-8F6B-D28A-2381-E644BF5A9AF1}"/>
              </a:ext>
            </a:extLst>
          </p:cNvPr>
          <p:cNvSpPr>
            <a:spLocks/>
          </p:cNvSpPr>
          <p:nvPr/>
        </p:nvSpPr>
        <p:spPr>
          <a:xfrm>
            <a:off x="566440" y="2286000"/>
            <a:ext cx="3688058" cy="966589"/>
          </a:xfrm>
          <a:prstGeom prst="rect">
            <a:avLst/>
          </a:prstGeom>
          <a:noFill/>
          <a:ln w="12700" cap="flat" cmpd="sng" algn="ctr">
            <a:noFill/>
            <a:prstDash val="solid"/>
            <a:miter lim="800000"/>
          </a:ln>
          <a:effectLst/>
        </p:spPr>
        <p:txBody>
          <a:bodyPr rtlCol="0" anchor="ctr" anchorCtr="0"/>
          <a:lstStyle/>
          <a:p>
            <a:pPr marL="0" marR="0" lvl="0" indent="0" defTabSz="914400" eaLnBrk="1" fontAlgn="base" latinLnBrk="0" hangingPunct="1">
              <a:lnSpc>
                <a:spcPct val="100000"/>
              </a:lnSpc>
              <a:spcBef>
                <a:spcPts val="0"/>
              </a:spcBef>
              <a:spcAft>
                <a:spcPts val="300"/>
              </a:spcAft>
              <a:buClrTx/>
              <a:buSzTx/>
              <a:buFontTx/>
              <a:buNone/>
              <a:tabLst/>
              <a:defRPr/>
            </a:pPr>
            <a:r>
              <a:rPr kumimoji="0" lang="ru-RU" sz="1600" b="1" i="0" u="none" strike="noStrike" kern="0" cap="none" spc="0" normalizeH="0" baseline="0" noProof="0" dirty="0">
                <a:ln>
                  <a:noFill/>
                </a:ln>
                <a:solidFill>
                  <a:srgbClr val="00BFB3"/>
                </a:solidFill>
                <a:effectLst/>
                <a:uLnTx/>
                <a:uFillTx/>
                <a:latin typeface="Arial" panose="020B0604020202020204" pitchFamily="34" charset="0"/>
                <a:ea typeface="+mn-ea"/>
                <a:cs typeface="Arial" panose="020B0604020202020204" pitchFamily="34" charset="0"/>
              </a:rPr>
              <a:t>САД через 6 месяцев</a:t>
            </a:r>
            <a:endParaRPr kumimoji="0" lang="en-US" sz="1600" b="1" i="0" u="none" strike="noStrike" kern="0" cap="none" spc="0" normalizeH="0" baseline="0" noProof="0" dirty="0">
              <a:ln>
                <a:noFill/>
              </a:ln>
              <a:solidFill>
                <a:srgbClr val="00BFB3"/>
              </a:solidFill>
              <a:effectLst/>
              <a:uLnTx/>
              <a:uFillTx/>
              <a:latin typeface="Arial" panose="020B0604020202020204" pitchFamily="34" charset="0"/>
              <a:ea typeface="+mn-ea"/>
              <a:cs typeface="Arial" panose="020B0604020202020204" pitchFamily="34" charset="0"/>
            </a:endParaRPr>
          </a:p>
          <a:p>
            <a:pPr marL="182880" marR="0" lvl="0" indent="-182880" defTabSz="91440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130 / 131,7 / 131,3 / 132,3 мм </a:t>
            </a:r>
            <a:r>
              <a:rPr kumimoji="0" lang="ru-RU" sz="1400" b="0" i="0" u="none" strike="noStrike" kern="0" cap="none" spc="0" normalizeH="0" baseline="0" noProof="0" dirty="0" err="1">
                <a:ln>
                  <a:noFill/>
                </a:ln>
                <a:solidFill>
                  <a:srgbClr val="2B3A42"/>
                </a:solidFill>
                <a:effectLst/>
                <a:uLnTx/>
                <a:uFillTx/>
                <a:latin typeface="Arial" panose="020B0604020202020204" pitchFamily="34" charset="0"/>
                <a:ea typeface="+mn-ea"/>
                <a:cs typeface="Arial" panose="020B0604020202020204" pitchFamily="34" charset="0"/>
              </a:rPr>
              <a:t>рт.ст</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   </a:t>
            </a:r>
            <a:r>
              <a:rPr kumimoji="0" lang="ru-RU" sz="1400" b="1" i="0" u="sng"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сопоставимые значения во всех 4 группах</a:t>
            </a:r>
            <a:endParaRPr kumimoji="0" lang="en-US" sz="1400" b="1" i="0" u="sng" strike="noStrike" kern="0" cap="none" spc="0" normalizeH="0" baseline="0" noProof="0" dirty="0">
              <a:ln>
                <a:noFill/>
              </a:ln>
              <a:solidFill>
                <a:srgbClr val="2B3A42"/>
              </a:solidFill>
              <a:effectLst/>
              <a:uLnTx/>
              <a:uFillTx/>
              <a:latin typeface="Arial" panose="020B0604020202020204"/>
              <a:ea typeface="+mn-ea"/>
              <a:cs typeface="+mn-cs"/>
            </a:endParaRPr>
          </a:p>
        </p:txBody>
      </p:sp>
      <p:sp>
        <p:nvSpPr>
          <p:cNvPr id="5" name="Freeform: Shape 4">
            <a:extLst>
              <a:ext uri="{FF2B5EF4-FFF2-40B4-BE49-F238E27FC236}">
                <a16:creationId xmlns:a16="http://schemas.microsoft.com/office/drawing/2014/main" id="{07DC41CA-1BFF-FC8D-F1EA-BF3D966C5B7F}"/>
              </a:ext>
            </a:extLst>
          </p:cNvPr>
          <p:cNvSpPr/>
          <p:nvPr/>
        </p:nvSpPr>
        <p:spPr>
          <a:xfrm>
            <a:off x="4254497" y="2328382"/>
            <a:ext cx="1223692" cy="1243326"/>
          </a:xfrm>
          <a:custGeom>
            <a:avLst/>
            <a:gdLst>
              <a:gd name="connsiteX0" fmla="*/ 166459 w 1418691"/>
              <a:gd name="connsiteY0" fmla="*/ 0 h 1441453"/>
              <a:gd name="connsiteX1" fmla="*/ 1418691 w 1418691"/>
              <a:gd name="connsiteY1" fmla="*/ 0 h 1441453"/>
              <a:gd name="connsiteX2" fmla="*/ 0 w 1418691"/>
              <a:gd name="connsiteY2" fmla="*/ 1441453 h 1441453"/>
              <a:gd name="connsiteX3" fmla="*/ 0 w 1418691"/>
              <a:gd name="connsiteY3" fmla="*/ 166459 h 1441453"/>
              <a:gd name="connsiteX4" fmla="*/ 166459 w 1418691"/>
              <a:gd name="connsiteY4" fmla="*/ 0 h 14414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8691" h="1441453">
                <a:moveTo>
                  <a:pt x="166459" y="0"/>
                </a:moveTo>
                <a:lnTo>
                  <a:pt x="1418691" y="0"/>
                </a:lnTo>
                <a:lnTo>
                  <a:pt x="0" y="1441453"/>
                </a:lnTo>
                <a:lnTo>
                  <a:pt x="0" y="166459"/>
                </a:lnTo>
                <a:cubicBezTo>
                  <a:pt x="0" y="74526"/>
                  <a:pt x="74526" y="0"/>
                  <a:pt x="166459" y="0"/>
                </a:cubicBezTo>
                <a:close/>
              </a:path>
            </a:pathLst>
          </a:custGeom>
          <a:solidFill>
            <a:srgbClr val="00BFB3"/>
          </a:solidFill>
          <a:ln w="12700" cap="flat" cmpd="sng" algn="ctr">
            <a:noFill/>
            <a:prstDash val="solid"/>
            <a:miter lim="800000"/>
          </a:ln>
          <a:effectLst/>
        </p:spPr>
        <p:txBody>
          <a:bodyPr wrap="square" rtlCol="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7" name="Freeform: Shape 6">
            <a:extLst>
              <a:ext uri="{FF2B5EF4-FFF2-40B4-BE49-F238E27FC236}">
                <a16:creationId xmlns:a16="http://schemas.microsoft.com/office/drawing/2014/main" id="{B52C4B04-AA59-4563-B274-075BC6EA176E}"/>
              </a:ext>
            </a:extLst>
          </p:cNvPr>
          <p:cNvSpPr/>
          <p:nvPr/>
        </p:nvSpPr>
        <p:spPr>
          <a:xfrm rot="5400000">
            <a:off x="6468227" y="2310903"/>
            <a:ext cx="1223692" cy="1243326"/>
          </a:xfrm>
          <a:custGeom>
            <a:avLst/>
            <a:gdLst>
              <a:gd name="connsiteX0" fmla="*/ 166459 w 1418691"/>
              <a:gd name="connsiteY0" fmla="*/ 0 h 1441453"/>
              <a:gd name="connsiteX1" fmla="*/ 1418691 w 1418691"/>
              <a:gd name="connsiteY1" fmla="*/ 0 h 1441453"/>
              <a:gd name="connsiteX2" fmla="*/ 0 w 1418691"/>
              <a:gd name="connsiteY2" fmla="*/ 1441453 h 1441453"/>
              <a:gd name="connsiteX3" fmla="*/ 0 w 1418691"/>
              <a:gd name="connsiteY3" fmla="*/ 166459 h 1441453"/>
              <a:gd name="connsiteX4" fmla="*/ 166459 w 1418691"/>
              <a:gd name="connsiteY4" fmla="*/ 0 h 14414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8691" h="1441453">
                <a:moveTo>
                  <a:pt x="166459" y="0"/>
                </a:moveTo>
                <a:lnTo>
                  <a:pt x="1418691" y="0"/>
                </a:lnTo>
                <a:lnTo>
                  <a:pt x="0" y="1441453"/>
                </a:lnTo>
                <a:lnTo>
                  <a:pt x="0" y="166459"/>
                </a:lnTo>
                <a:cubicBezTo>
                  <a:pt x="0" y="74526"/>
                  <a:pt x="74526" y="0"/>
                  <a:pt x="166459" y="0"/>
                </a:cubicBezTo>
                <a:close/>
              </a:path>
            </a:pathLst>
          </a:custGeom>
          <a:solidFill>
            <a:srgbClr val="00A3E0"/>
          </a:solidFill>
          <a:ln w="12700" cap="flat" cmpd="sng" algn="ctr">
            <a:noFill/>
            <a:prstDash val="solid"/>
            <a:miter lim="800000"/>
          </a:ln>
          <a:effectLst/>
        </p:spPr>
        <p:txBody>
          <a:bodyPr wrap="square" rtlCol="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9" name="Freeform: Shape 8">
            <a:extLst>
              <a:ext uri="{FF2B5EF4-FFF2-40B4-BE49-F238E27FC236}">
                <a16:creationId xmlns:a16="http://schemas.microsoft.com/office/drawing/2014/main" id="{145F671C-938D-22C0-5FB5-7F788322F16C}"/>
              </a:ext>
            </a:extLst>
          </p:cNvPr>
          <p:cNvSpPr/>
          <p:nvPr/>
        </p:nvSpPr>
        <p:spPr>
          <a:xfrm flipV="1">
            <a:off x="4254497" y="4424115"/>
            <a:ext cx="1223692" cy="1243326"/>
          </a:xfrm>
          <a:custGeom>
            <a:avLst/>
            <a:gdLst>
              <a:gd name="connsiteX0" fmla="*/ 166459 w 1418691"/>
              <a:gd name="connsiteY0" fmla="*/ 0 h 1441453"/>
              <a:gd name="connsiteX1" fmla="*/ 1418691 w 1418691"/>
              <a:gd name="connsiteY1" fmla="*/ 0 h 1441453"/>
              <a:gd name="connsiteX2" fmla="*/ 0 w 1418691"/>
              <a:gd name="connsiteY2" fmla="*/ 1441453 h 1441453"/>
              <a:gd name="connsiteX3" fmla="*/ 0 w 1418691"/>
              <a:gd name="connsiteY3" fmla="*/ 166459 h 1441453"/>
              <a:gd name="connsiteX4" fmla="*/ 166459 w 1418691"/>
              <a:gd name="connsiteY4" fmla="*/ 0 h 14414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8691" h="1441453">
                <a:moveTo>
                  <a:pt x="166459" y="0"/>
                </a:moveTo>
                <a:lnTo>
                  <a:pt x="1418691" y="0"/>
                </a:lnTo>
                <a:lnTo>
                  <a:pt x="0" y="1441453"/>
                </a:lnTo>
                <a:lnTo>
                  <a:pt x="0" y="166459"/>
                </a:lnTo>
                <a:cubicBezTo>
                  <a:pt x="0" y="74526"/>
                  <a:pt x="74526" y="0"/>
                  <a:pt x="166459" y="0"/>
                </a:cubicBezTo>
                <a:close/>
              </a:path>
            </a:pathLst>
          </a:custGeom>
          <a:solidFill>
            <a:srgbClr val="43B02A"/>
          </a:solidFill>
          <a:ln w="12700" cap="flat" cmpd="sng" algn="ctr">
            <a:noFill/>
            <a:prstDash val="solid"/>
            <a:miter lim="800000"/>
          </a:ln>
          <a:effectLst/>
        </p:spPr>
        <p:txBody>
          <a:bodyPr wrap="square" rtlCol="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13" name="Freeform: Shape 12">
            <a:extLst>
              <a:ext uri="{FF2B5EF4-FFF2-40B4-BE49-F238E27FC236}">
                <a16:creationId xmlns:a16="http://schemas.microsoft.com/office/drawing/2014/main" id="{E8A7319C-DF95-CA4A-3969-7A56B3F32713}"/>
              </a:ext>
            </a:extLst>
          </p:cNvPr>
          <p:cNvSpPr/>
          <p:nvPr/>
        </p:nvSpPr>
        <p:spPr>
          <a:xfrm rot="16200000" flipV="1">
            <a:off x="6480861" y="4406636"/>
            <a:ext cx="1223692" cy="1243326"/>
          </a:xfrm>
          <a:custGeom>
            <a:avLst/>
            <a:gdLst>
              <a:gd name="connsiteX0" fmla="*/ 166459 w 1418691"/>
              <a:gd name="connsiteY0" fmla="*/ 0 h 1441453"/>
              <a:gd name="connsiteX1" fmla="*/ 1418691 w 1418691"/>
              <a:gd name="connsiteY1" fmla="*/ 0 h 1441453"/>
              <a:gd name="connsiteX2" fmla="*/ 0 w 1418691"/>
              <a:gd name="connsiteY2" fmla="*/ 1441453 h 1441453"/>
              <a:gd name="connsiteX3" fmla="*/ 0 w 1418691"/>
              <a:gd name="connsiteY3" fmla="*/ 166459 h 1441453"/>
              <a:gd name="connsiteX4" fmla="*/ 166459 w 1418691"/>
              <a:gd name="connsiteY4" fmla="*/ 0 h 14414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8691" h="1441453">
                <a:moveTo>
                  <a:pt x="166459" y="0"/>
                </a:moveTo>
                <a:lnTo>
                  <a:pt x="1418691" y="0"/>
                </a:lnTo>
                <a:lnTo>
                  <a:pt x="0" y="1441453"/>
                </a:lnTo>
                <a:lnTo>
                  <a:pt x="0" y="166459"/>
                </a:lnTo>
                <a:cubicBezTo>
                  <a:pt x="0" y="74526"/>
                  <a:pt x="74526" y="0"/>
                  <a:pt x="166459" y="0"/>
                </a:cubicBezTo>
                <a:close/>
              </a:path>
            </a:pathLst>
          </a:custGeom>
          <a:solidFill>
            <a:srgbClr val="005587"/>
          </a:solidFill>
          <a:ln w="12700" cap="flat" cmpd="sng" algn="ctr">
            <a:noFill/>
            <a:prstDash val="solid"/>
            <a:miter lim="800000"/>
          </a:ln>
          <a:effectLst/>
        </p:spPr>
        <p:txBody>
          <a:bodyPr wrap="square" rtlCol="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16" name="Rounded Rectangle 69">
            <a:extLst>
              <a:ext uri="{FF2B5EF4-FFF2-40B4-BE49-F238E27FC236}">
                <a16:creationId xmlns:a16="http://schemas.microsoft.com/office/drawing/2014/main" id="{F7453D19-22C8-1650-4FAE-C67035F63BB2}"/>
              </a:ext>
            </a:extLst>
          </p:cNvPr>
          <p:cNvSpPr>
            <a:spLocks/>
          </p:cNvSpPr>
          <p:nvPr/>
        </p:nvSpPr>
        <p:spPr>
          <a:xfrm>
            <a:off x="7850415" y="2286000"/>
            <a:ext cx="3688058" cy="966589"/>
          </a:xfrm>
          <a:prstGeom prst="rect">
            <a:avLst/>
          </a:prstGeom>
          <a:noFill/>
          <a:ln w="12700" cap="flat" cmpd="sng" algn="ctr">
            <a:noFill/>
            <a:prstDash val="solid"/>
            <a:miter lim="800000"/>
          </a:ln>
          <a:effectLst/>
        </p:spPr>
        <p:txBody>
          <a:bodyPr rtlCol="0" anchor="ctr" anchorCtr="0"/>
          <a:lstStyle/>
          <a:p>
            <a:pPr marL="0" marR="0" lvl="0" indent="0" defTabSz="914400" eaLnBrk="1" fontAlgn="base" latinLnBrk="0" hangingPunct="1">
              <a:lnSpc>
                <a:spcPct val="100000"/>
              </a:lnSpc>
              <a:spcBef>
                <a:spcPts val="0"/>
              </a:spcBef>
              <a:spcAft>
                <a:spcPts val="300"/>
              </a:spcAft>
              <a:buClrTx/>
              <a:buSzTx/>
              <a:buFontTx/>
              <a:buNone/>
              <a:tabLst/>
              <a:defRPr/>
            </a:pPr>
            <a:r>
              <a:rPr kumimoji="0" lang="ru-RU" sz="1600" b="1" i="0" u="none" strike="noStrike" kern="0" cap="none" spc="0" normalizeH="0" baseline="0" noProof="0" dirty="0">
                <a:ln>
                  <a:noFill/>
                </a:ln>
                <a:solidFill>
                  <a:srgbClr val="00A3E0"/>
                </a:solidFill>
                <a:effectLst/>
                <a:uLnTx/>
                <a:uFillTx/>
                <a:latin typeface="Arial" panose="020B0604020202020204" pitchFamily="34" charset="0"/>
                <a:ea typeface="+mn-ea"/>
                <a:cs typeface="Arial" panose="020B0604020202020204" pitchFamily="34" charset="0"/>
              </a:rPr>
              <a:t>Приверженность</a:t>
            </a:r>
            <a:endParaRPr kumimoji="0" lang="en-US" sz="1600" b="1" i="0" u="none" strike="noStrike" kern="0" cap="none" spc="0" normalizeH="0" baseline="0" noProof="0" dirty="0">
              <a:ln>
                <a:noFill/>
              </a:ln>
              <a:solidFill>
                <a:srgbClr val="00A3E0"/>
              </a:solidFill>
              <a:effectLst/>
              <a:uLnTx/>
              <a:uFillTx/>
              <a:latin typeface="Arial" panose="020B0604020202020204" pitchFamily="34" charset="0"/>
              <a:ea typeface="+mn-ea"/>
              <a:cs typeface="Arial" panose="020B0604020202020204" pitchFamily="34" charset="0"/>
            </a:endParaRPr>
          </a:p>
          <a:p>
            <a:pPr marL="182880" marR="0" lvl="0" indent="-182880" defTabSz="91440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b="1" i="0" u="sng"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95%</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«отлично/хорошо» — </a:t>
            </a:r>
            <a:r>
              <a:rPr kumimoji="0" lang="ru-RU" sz="1400" b="1" i="0" u="sng"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одинакова во всех 4 группах</a:t>
            </a:r>
            <a:endParaRPr kumimoji="0" lang="en-US" sz="1400" b="1" i="0" u="sng" strike="noStrike" kern="0" cap="none" spc="0" normalizeH="0" baseline="0" noProof="0" dirty="0">
              <a:ln>
                <a:noFill/>
              </a:ln>
              <a:solidFill>
                <a:srgbClr val="2B3A42"/>
              </a:solidFill>
              <a:effectLst/>
              <a:uLnTx/>
              <a:uFillTx/>
              <a:latin typeface="Arial" panose="020B0604020202020204"/>
              <a:ea typeface="+mn-ea"/>
              <a:cs typeface="+mn-cs"/>
            </a:endParaRPr>
          </a:p>
        </p:txBody>
      </p:sp>
      <p:sp>
        <p:nvSpPr>
          <p:cNvPr id="17" name="Rounded Rectangle 69">
            <a:extLst>
              <a:ext uri="{FF2B5EF4-FFF2-40B4-BE49-F238E27FC236}">
                <a16:creationId xmlns:a16="http://schemas.microsoft.com/office/drawing/2014/main" id="{5BD96CAD-4F27-B17A-003C-7218D822586D}"/>
              </a:ext>
            </a:extLst>
          </p:cNvPr>
          <p:cNvSpPr>
            <a:spLocks/>
          </p:cNvSpPr>
          <p:nvPr/>
        </p:nvSpPr>
        <p:spPr>
          <a:xfrm>
            <a:off x="566439" y="4629586"/>
            <a:ext cx="3688058" cy="966589"/>
          </a:xfrm>
          <a:prstGeom prst="rect">
            <a:avLst/>
          </a:prstGeom>
          <a:noFill/>
          <a:ln w="12700" cap="flat" cmpd="sng" algn="ctr">
            <a:noFill/>
            <a:prstDash val="solid"/>
            <a:miter lim="800000"/>
          </a:ln>
          <a:effectLst/>
        </p:spPr>
        <p:txBody>
          <a:bodyPr rtlCol="0" anchor="ctr" anchorCtr="0"/>
          <a:lstStyle/>
          <a:p>
            <a:pPr marL="0" marR="0" lvl="0" indent="0" defTabSz="914400" eaLnBrk="1" fontAlgn="base" latinLnBrk="0" hangingPunct="1">
              <a:lnSpc>
                <a:spcPct val="100000"/>
              </a:lnSpc>
              <a:spcBef>
                <a:spcPts val="0"/>
              </a:spcBef>
              <a:spcAft>
                <a:spcPts val="300"/>
              </a:spcAft>
              <a:buClrTx/>
              <a:buSzTx/>
              <a:buFontTx/>
              <a:buNone/>
              <a:tabLst/>
              <a:defRPr/>
            </a:pPr>
            <a:r>
              <a:rPr kumimoji="0" lang="ru-RU" sz="1600" b="1" i="0" u="none" strike="noStrike" kern="0" cap="none" spc="0" normalizeH="0" baseline="0" noProof="0" dirty="0">
                <a:ln>
                  <a:noFill/>
                </a:ln>
                <a:solidFill>
                  <a:srgbClr val="43B02A"/>
                </a:solidFill>
                <a:effectLst/>
                <a:uLnTx/>
                <a:uFillTx/>
                <a:latin typeface="Arial" panose="020B0604020202020204" pitchFamily="34" charset="0"/>
                <a:ea typeface="+mn-ea"/>
                <a:cs typeface="Arial" panose="020B0604020202020204" pitchFamily="34" charset="0"/>
              </a:rPr>
              <a:t>Пульсовое давление</a:t>
            </a:r>
            <a:endParaRPr kumimoji="0" lang="en-US" sz="1600" b="1" i="0" u="none" strike="noStrike" kern="0" cap="none" spc="0" normalizeH="0" baseline="0" noProof="0" dirty="0">
              <a:ln>
                <a:noFill/>
              </a:ln>
              <a:solidFill>
                <a:srgbClr val="43B02A"/>
              </a:solidFill>
              <a:effectLst/>
              <a:uLnTx/>
              <a:uFillTx/>
              <a:latin typeface="Arial" panose="020B0604020202020204" pitchFamily="34" charset="0"/>
              <a:ea typeface="+mn-ea"/>
              <a:cs typeface="Arial" panose="020B0604020202020204" pitchFamily="34" charset="0"/>
            </a:endParaRPr>
          </a:p>
          <a:p>
            <a:pPr marL="182880" marR="0" lvl="0" indent="-182880" defTabSz="91440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d &gt;0,5 </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a:t>
            </a:r>
            <a:r>
              <a:rPr kumimoji="0" lang="ru-RU" sz="1400" b="1" i="0" u="sng"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одинаковая сила эффекта во всех группах</a:t>
            </a:r>
            <a:endParaRPr kumimoji="0" lang="en-US" sz="1400" b="1" i="0" u="sng" strike="noStrike" kern="0" cap="none" spc="0" normalizeH="0" baseline="0" noProof="0" dirty="0">
              <a:ln>
                <a:noFill/>
              </a:ln>
              <a:solidFill>
                <a:srgbClr val="2B3A42"/>
              </a:solidFill>
              <a:effectLst/>
              <a:uLnTx/>
              <a:uFillTx/>
              <a:latin typeface="Arial" panose="020B0604020202020204"/>
              <a:ea typeface="+mn-ea"/>
              <a:cs typeface="+mn-cs"/>
            </a:endParaRPr>
          </a:p>
        </p:txBody>
      </p:sp>
      <p:sp>
        <p:nvSpPr>
          <p:cNvPr id="18" name="Rounded Rectangle 69">
            <a:extLst>
              <a:ext uri="{FF2B5EF4-FFF2-40B4-BE49-F238E27FC236}">
                <a16:creationId xmlns:a16="http://schemas.microsoft.com/office/drawing/2014/main" id="{EE6443D0-21E5-7FFF-12DF-52B2BA84207B}"/>
              </a:ext>
            </a:extLst>
          </p:cNvPr>
          <p:cNvSpPr>
            <a:spLocks/>
          </p:cNvSpPr>
          <p:nvPr/>
        </p:nvSpPr>
        <p:spPr>
          <a:xfrm>
            <a:off x="7850415" y="4629586"/>
            <a:ext cx="3688058" cy="966589"/>
          </a:xfrm>
          <a:prstGeom prst="rect">
            <a:avLst/>
          </a:prstGeom>
          <a:noFill/>
          <a:ln w="12700" cap="flat" cmpd="sng" algn="ctr">
            <a:noFill/>
            <a:prstDash val="solid"/>
            <a:miter lim="800000"/>
          </a:ln>
          <a:effectLst/>
        </p:spPr>
        <p:txBody>
          <a:bodyPr rtlCol="0" anchor="ctr" anchorCtr="0"/>
          <a:lstStyle/>
          <a:p>
            <a:pPr marL="0" marR="0" lvl="0" indent="0" defTabSz="914400" eaLnBrk="1" fontAlgn="base" latinLnBrk="0" hangingPunct="1">
              <a:lnSpc>
                <a:spcPct val="100000"/>
              </a:lnSpc>
              <a:spcBef>
                <a:spcPts val="0"/>
              </a:spcBef>
              <a:spcAft>
                <a:spcPts val="300"/>
              </a:spcAft>
              <a:buClrTx/>
              <a:buSzTx/>
              <a:buFontTx/>
              <a:buNone/>
              <a:tabLst/>
              <a:defRPr/>
            </a:pPr>
            <a:r>
              <a:rPr kumimoji="0" lang="ru-RU" sz="1600" b="1" i="0" u="none" strike="noStrike" kern="0" cap="none" spc="0" normalizeH="0" baseline="0" noProof="0" dirty="0">
                <a:ln>
                  <a:noFill/>
                </a:ln>
                <a:solidFill>
                  <a:srgbClr val="005587"/>
                </a:solidFill>
                <a:effectLst/>
                <a:uLnTx/>
                <a:uFillTx/>
                <a:latin typeface="Arial" panose="020B0604020202020204" pitchFamily="34" charset="0"/>
                <a:ea typeface="+mn-ea"/>
                <a:cs typeface="Arial" panose="020B0604020202020204" pitchFamily="34" charset="0"/>
              </a:rPr>
              <a:t>Средняя доза</a:t>
            </a:r>
            <a:endParaRPr kumimoji="0" lang="en-US" sz="1600" b="1" i="0" u="none" strike="noStrike" kern="0" cap="none" spc="0" normalizeH="0" baseline="0" noProof="0" dirty="0">
              <a:ln>
                <a:noFill/>
              </a:ln>
              <a:solidFill>
                <a:srgbClr val="005587"/>
              </a:solidFill>
              <a:effectLst/>
              <a:uLnTx/>
              <a:uFillTx/>
              <a:latin typeface="Arial" panose="020B0604020202020204" pitchFamily="34" charset="0"/>
              <a:ea typeface="+mn-ea"/>
              <a:cs typeface="Arial" panose="020B0604020202020204" pitchFamily="34" charset="0"/>
            </a:endParaRPr>
          </a:p>
          <a:p>
            <a:pPr marL="182880" marR="0" lvl="0" indent="-182880" defTabSz="91440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Тяжёлая коморбидность не требует значительного увеличения дозы: 5,7/6,3 мг (без коморбидности) → 6,0/6,6 мг (СД2 + ССЗ)</a:t>
            </a:r>
            <a:endParaRPr kumimoji="0" lang="en-US" sz="1400" b="0" i="0" u="none" strike="noStrike" kern="0" cap="none" spc="0" normalizeH="0" baseline="0" noProof="0" dirty="0">
              <a:ln>
                <a:noFill/>
              </a:ln>
              <a:solidFill>
                <a:srgbClr val="2B3A42"/>
              </a:solidFill>
              <a:effectLst/>
              <a:uLnTx/>
              <a:uFillTx/>
              <a:latin typeface="Arial" panose="020B0604020202020204"/>
              <a:ea typeface="+mn-ea"/>
              <a:cs typeface="+mn-cs"/>
            </a:endParaRPr>
          </a:p>
        </p:txBody>
      </p:sp>
      <p:sp>
        <p:nvSpPr>
          <p:cNvPr id="19" name="Rectangle: Rounded Corners 18">
            <a:extLst>
              <a:ext uri="{FF2B5EF4-FFF2-40B4-BE49-F238E27FC236}">
                <a16:creationId xmlns:a16="http://schemas.microsoft.com/office/drawing/2014/main" id="{D2DE7874-4AA5-0AA3-9F60-22A562A4FDA4}"/>
              </a:ext>
            </a:extLst>
          </p:cNvPr>
          <p:cNvSpPr/>
          <p:nvPr/>
        </p:nvSpPr>
        <p:spPr>
          <a:xfrm rot="2700000">
            <a:off x="4425740" y="2454244"/>
            <a:ext cx="3070976" cy="3070975"/>
          </a:xfrm>
          <a:prstGeom prst="roundRect">
            <a:avLst>
              <a:gd name="adj" fmla="val 6479"/>
            </a:avLst>
          </a:prstGeom>
          <a:solidFill>
            <a:srgbClr val="CACED0"/>
          </a:solidFill>
          <a:ln w="12700" cap="flat" cmpd="sng" algn="ctr">
            <a:noFill/>
            <a:prstDash val="solid"/>
            <a:miter lim="800000"/>
          </a:ln>
          <a:effectLst/>
        </p:spPr>
        <p:txBody>
          <a:bodyPr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0" name="Rectangle 19">
            <a:extLst>
              <a:ext uri="{FF2B5EF4-FFF2-40B4-BE49-F238E27FC236}">
                <a16:creationId xmlns:a16="http://schemas.microsoft.com/office/drawing/2014/main" id="{5F8020CA-28FF-6B97-27D1-6897898924BF}"/>
              </a:ext>
            </a:extLst>
          </p:cNvPr>
          <p:cNvSpPr/>
          <p:nvPr/>
        </p:nvSpPr>
        <p:spPr>
          <a:xfrm>
            <a:off x="4921938" y="3758899"/>
            <a:ext cx="2078582" cy="461665"/>
          </a:xfrm>
          <a:prstGeom prst="rect">
            <a:avLst/>
          </a:prstGeom>
        </p:spPr>
        <p:txBody>
          <a:bodyPr wrap="none">
            <a:spAutoFit/>
          </a:bodyPr>
          <a:lstStyle/>
          <a:p>
            <a:pPr algn="ctr"/>
            <a:r>
              <a:rPr lang="ru-RU" sz="2400" b="1" dirty="0" err="1">
                <a:solidFill>
                  <a:srgbClr val="2B3A42"/>
                </a:solidFill>
                <a:latin typeface="Arial" panose="020B0604020202020204" pitchFamily="34" charset="0"/>
                <a:cs typeface="Arial" panose="020B0604020202020204" pitchFamily="34" charset="0"/>
              </a:rPr>
              <a:t>Конкор</a:t>
            </a:r>
            <a:r>
              <a:rPr lang="ru-RU" sz="2400" b="1" baseline="30000" dirty="0">
                <a:solidFill>
                  <a:srgbClr val="2B3A42"/>
                </a:solidFill>
                <a:latin typeface="Arial" panose="020B0604020202020204" pitchFamily="34" charset="0"/>
                <a:cs typeface="Arial" panose="020B0604020202020204" pitchFamily="34" charset="0"/>
              </a:rPr>
              <a:t>®</a:t>
            </a:r>
            <a:r>
              <a:rPr lang="ru-RU" sz="2400" b="1" dirty="0">
                <a:solidFill>
                  <a:srgbClr val="2B3A42"/>
                </a:solidFill>
                <a:latin typeface="Arial" panose="020B0604020202020204" pitchFamily="34" charset="0"/>
                <a:cs typeface="Arial" panose="020B0604020202020204" pitchFamily="34" charset="0"/>
              </a:rPr>
              <a:t>-АМ</a:t>
            </a:r>
            <a:endParaRPr lang="en-US" sz="2400" b="1" dirty="0">
              <a:solidFill>
                <a:srgbClr val="2B3A42"/>
              </a:solidFill>
              <a:latin typeface="Arial" panose="020B0604020202020204"/>
            </a:endParaRPr>
          </a:p>
        </p:txBody>
      </p:sp>
      <p:sp>
        <p:nvSpPr>
          <p:cNvPr id="22" name="Заголовок 1">
            <a:extLst>
              <a:ext uri="{FF2B5EF4-FFF2-40B4-BE49-F238E27FC236}">
                <a16:creationId xmlns:a16="http://schemas.microsoft.com/office/drawing/2014/main" id="{B8140417-71D4-8268-FFFB-49DF9492C507}"/>
              </a:ext>
            </a:extLst>
          </p:cNvPr>
          <p:cNvSpPr txBox="1">
            <a:spLocks/>
          </p:cNvSpPr>
          <p:nvPr/>
        </p:nvSpPr>
        <p:spPr>
          <a:xfrm>
            <a:off x="924972" y="327432"/>
            <a:ext cx="9976758" cy="69674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ru-RU" sz="20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Конкор</a:t>
            </a:r>
            <a:r>
              <a:rPr kumimoji="0" lang="ru-RU" sz="1800" b="0" i="0" u="none" strike="noStrike" kern="1200" cap="none" spc="0" normalizeH="0" baseline="50000" noProof="0" dirty="0">
                <a:ln>
                  <a:noFill/>
                </a:ln>
                <a:solidFill>
                  <a:srgbClr val="265374"/>
                </a:solidFill>
                <a:effectLst/>
                <a:uLnTx/>
                <a:uFillTx/>
                <a:latin typeface="Verdana" panose="020B0604030504040204" pitchFamily="34" charset="0"/>
                <a:ea typeface="Verdana" panose="020B0604030504040204" pitchFamily="34" charset="0"/>
                <a:cs typeface="+mj-cs"/>
              </a:rPr>
              <a:t>®</a:t>
            </a:r>
            <a:r>
              <a:rPr kumimoji="0" lang="ru-RU" sz="20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a:t>
            </a:r>
            <a:r>
              <a:rPr kumimoji="0" lang="ru-RU"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АМ</a:t>
            </a:r>
            <a:r>
              <a:rPr lang="ru-RU" sz="2000" b="0" baseline="50000" dirty="0">
                <a:cs typeface="Calibri" panose="020F0502020204030204" pitchFamily="34" charset="0"/>
              </a:rPr>
              <a:t> </a:t>
            </a:r>
            <a:r>
              <a:rPr kumimoji="0" lang="ru-RU"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при АГ с коморбидностью: контроль АД и приверженность независимо от СД2 и ССЗ</a:t>
            </a:r>
            <a:endParaRPr kumimoji="0" lang="ru-RU" sz="2000" b="1" i="0" u="none" strike="noStrike" kern="1200" cap="none" spc="0" normalizeH="0" baseline="3000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3" name="Заголовок 1">
            <a:extLst>
              <a:ext uri="{FF2B5EF4-FFF2-40B4-BE49-F238E27FC236}">
                <a16:creationId xmlns:a16="http://schemas.microsoft.com/office/drawing/2014/main" id="{263869C7-8063-1B25-5CBA-549DA62C3B3B}"/>
              </a:ext>
            </a:extLst>
          </p:cNvPr>
          <p:cNvSpPr txBox="1">
            <a:spLocks/>
          </p:cNvSpPr>
          <p:nvPr/>
        </p:nvSpPr>
        <p:spPr>
          <a:xfrm>
            <a:off x="924972" y="1009527"/>
            <a:ext cx="9976758" cy="348373"/>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269875" lvl="0" indent="-269875">
              <a:spcBef>
                <a:spcPts val="700"/>
              </a:spcBef>
              <a:tabLst/>
              <a:defRPr/>
            </a:pPr>
            <a:r>
              <a:rPr lang="ru-RU" sz="1600" b="0" dirty="0" err="1"/>
              <a:t>Неинтервенционное</a:t>
            </a:r>
            <a:r>
              <a:rPr lang="ru-RU" sz="1600" b="0" dirty="0"/>
              <a:t> исследование среди 10 430 пациентов с артериальной гипертензией</a:t>
            </a:r>
          </a:p>
        </p:txBody>
      </p:sp>
    </p:spTree>
    <p:extLst>
      <p:ext uri="{BB962C8B-B14F-4D97-AF65-F5344CB8AC3E}">
        <p14:creationId xmlns:p14="http://schemas.microsoft.com/office/powerpoint/2010/main" val="1051900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Номер слайда 9">
            <a:extLst>
              <a:ext uri="{FF2B5EF4-FFF2-40B4-BE49-F238E27FC236}">
                <a16:creationId xmlns:a16="http://schemas.microsoft.com/office/drawing/2014/main" id="{8A5413F4-511E-96AF-A333-019D614ADE2F}"/>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74</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sp>
        <p:nvSpPr>
          <p:cNvPr id="13" name="CasellaDiTesto 20">
            <a:extLst>
              <a:ext uri="{FF2B5EF4-FFF2-40B4-BE49-F238E27FC236}">
                <a16:creationId xmlns:a16="http://schemas.microsoft.com/office/drawing/2014/main" id="{5EE30D56-ED93-99D1-7A93-C7EF7ADB54DC}"/>
              </a:ext>
            </a:extLst>
          </p:cNvPr>
          <p:cNvSpPr txBox="1"/>
          <p:nvPr/>
        </p:nvSpPr>
        <p:spPr>
          <a:xfrm>
            <a:off x="1937827" y="1896145"/>
            <a:ext cx="2654613" cy="506491"/>
          </a:xfrm>
          <a:prstGeom prst="rect">
            <a:avLst/>
          </a:prstGeom>
          <a:noFill/>
          <a:ln>
            <a:solidFill>
              <a:srgbClr val="265374"/>
            </a:solidFill>
          </a:ln>
        </p:spPr>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6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Изменение САД</a:t>
            </a:r>
            <a:endParaRPr kumimoji="0" lang="it-IT" sz="16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6" name="Объект 8">
            <a:extLst>
              <a:ext uri="{FF2B5EF4-FFF2-40B4-BE49-F238E27FC236}">
                <a16:creationId xmlns:a16="http://schemas.microsoft.com/office/drawing/2014/main" id="{6F490FBE-1AA2-3015-7C78-F38A9293E80C}"/>
              </a:ext>
            </a:extLst>
          </p:cNvPr>
          <p:cNvSpPr>
            <a:spLocks noGrp="1"/>
          </p:cNvSpPr>
          <p:nvPr>
            <p:ph idx="4294967295"/>
          </p:nvPr>
        </p:nvSpPr>
        <p:spPr>
          <a:xfrm>
            <a:off x="924971" y="6311456"/>
            <a:ext cx="4467987" cy="302603"/>
          </a:xfrm>
        </p:spPr>
        <p:txBody>
          <a:bodyPr>
            <a:noAutofit/>
          </a:bodyPr>
          <a:lstStyle/>
          <a:p>
            <a:pPr marL="0" indent="0">
              <a:lnSpc>
                <a:spcPct val="100000"/>
              </a:lnSpc>
              <a:spcBef>
                <a:spcPts val="300"/>
              </a:spcBef>
              <a:buNone/>
            </a:pPr>
            <a:r>
              <a:rPr lang="ru-RU" sz="800" b="1" dirty="0">
                <a:solidFill>
                  <a:srgbClr val="323F48"/>
                </a:solidFill>
                <a:latin typeface="Calibri" panose="020F0502020204030204" pitchFamily="34" charset="0"/>
                <a:cs typeface="Calibri" panose="020F0502020204030204" pitchFamily="34" charset="0"/>
              </a:rPr>
              <a:t>САД </a:t>
            </a:r>
            <a:r>
              <a:rPr lang="ru-RU" sz="800" dirty="0">
                <a:solidFill>
                  <a:srgbClr val="323F48"/>
                </a:solidFill>
                <a:latin typeface="Calibri" panose="020F0502020204030204" pitchFamily="34" charset="0"/>
                <a:cs typeface="Calibri" panose="020F0502020204030204" pitchFamily="34" charset="0"/>
              </a:rPr>
              <a:t>– систолическое артериальное давление, </a:t>
            </a:r>
            <a:r>
              <a:rPr lang="ru-RU" sz="800" b="1" dirty="0">
                <a:solidFill>
                  <a:srgbClr val="323F48"/>
                </a:solidFill>
                <a:latin typeface="Calibri" panose="020F0502020204030204" pitchFamily="34" charset="0"/>
                <a:cs typeface="Calibri" panose="020F0502020204030204" pitchFamily="34" charset="0"/>
              </a:rPr>
              <a:t>ДАД </a:t>
            </a:r>
            <a:r>
              <a:rPr lang="ru-RU" sz="800" dirty="0">
                <a:solidFill>
                  <a:srgbClr val="323F48"/>
                </a:solidFill>
                <a:latin typeface="Calibri" panose="020F0502020204030204" pitchFamily="34" charset="0"/>
                <a:cs typeface="Calibri" panose="020F0502020204030204" pitchFamily="34" charset="0"/>
              </a:rPr>
              <a:t>– диастолическое артериальное давление</a:t>
            </a:r>
          </a:p>
          <a:p>
            <a:pPr marL="0" indent="0">
              <a:lnSpc>
                <a:spcPct val="100000"/>
              </a:lnSpc>
              <a:spcBef>
                <a:spcPts val="300"/>
              </a:spcBef>
              <a:buNone/>
            </a:pPr>
            <a:r>
              <a:rPr lang="en-US" sz="800" b="1" dirty="0">
                <a:solidFill>
                  <a:srgbClr val="323F48"/>
                </a:solidFill>
                <a:latin typeface="Calibri" panose="020F0502020204030204" pitchFamily="34" charset="0"/>
                <a:cs typeface="Calibri" panose="020F0502020204030204" pitchFamily="34" charset="0"/>
              </a:rPr>
              <a:t>1. </a:t>
            </a:r>
            <a:r>
              <a:rPr lang="en-US" sz="800" dirty="0" err="1">
                <a:solidFill>
                  <a:srgbClr val="323F48"/>
                </a:solidFill>
                <a:latin typeface="Calibri" panose="020F0502020204030204" pitchFamily="34" charset="0"/>
                <a:cs typeface="Calibri" panose="020F0502020204030204" pitchFamily="34" charset="0"/>
              </a:rPr>
              <a:t>Czarnecka</a:t>
            </a:r>
            <a:r>
              <a:rPr lang="en-US" sz="800" dirty="0">
                <a:solidFill>
                  <a:srgbClr val="323F48"/>
                </a:solidFill>
                <a:latin typeface="Calibri" panose="020F0502020204030204" pitchFamily="34" charset="0"/>
                <a:cs typeface="Calibri" panose="020F0502020204030204" pitchFamily="34" charset="0"/>
              </a:rPr>
              <a:t> D, et al. </a:t>
            </a:r>
            <a:r>
              <a:rPr lang="en-US" sz="800" dirty="0" err="1">
                <a:solidFill>
                  <a:srgbClr val="323F48"/>
                </a:solidFill>
                <a:latin typeface="Calibri" panose="020F0502020204030204" pitchFamily="34" charset="0"/>
                <a:cs typeface="Calibri" panose="020F0502020204030204" pitchFamily="34" charset="0"/>
              </a:rPr>
              <a:t>Curr</a:t>
            </a:r>
            <a:r>
              <a:rPr lang="en-US" sz="800" dirty="0">
                <a:solidFill>
                  <a:srgbClr val="323F48"/>
                </a:solidFill>
                <a:latin typeface="Calibri" panose="020F0502020204030204" pitchFamily="34" charset="0"/>
                <a:cs typeface="Calibri" panose="020F0502020204030204" pitchFamily="34" charset="0"/>
              </a:rPr>
              <a:t> Med Res </a:t>
            </a:r>
            <a:r>
              <a:rPr lang="en-US" sz="800" dirty="0" err="1">
                <a:solidFill>
                  <a:srgbClr val="323F48"/>
                </a:solidFill>
                <a:latin typeface="Calibri" panose="020F0502020204030204" pitchFamily="34" charset="0"/>
                <a:cs typeface="Calibri" panose="020F0502020204030204" pitchFamily="34" charset="0"/>
              </a:rPr>
              <a:t>Opin</a:t>
            </a:r>
            <a:r>
              <a:rPr lang="en-US" sz="800" dirty="0">
                <a:solidFill>
                  <a:srgbClr val="323F48"/>
                </a:solidFill>
                <a:latin typeface="Calibri" panose="020F0502020204030204" pitchFamily="34" charset="0"/>
                <a:cs typeface="Calibri" panose="020F0502020204030204" pitchFamily="34" charset="0"/>
              </a:rPr>
              <a:t>. 2015;31(5):875-81</a:t>
            </a:r>
          </a:p>
        </p:txBody>
      </p:sp>
      <p:grpSp>
        <p:nvGrpSpPr>
          <p:cNvPr id="18" name="Группа 17">
            <a:extLst>
              <a:ext uri="{FF2B5EF4-FFF2-40B4-BE49-F238E27FC236}">
                <a16:creationId xmlns:a16="http://schemas.microsoft.com/office/drawing/2014/main" id="{389817AE-52BD-3D78-FB9B-27ED1FB7B383}"/>
              </a:ext>
            </a:extLst>
          </p:cNvPr>
          <p:cNvGrpSpPr/>
          <p:nvPr/>
        </p:nvGrpSpPr>
        <p:grpSpPr>
          <a:xfrm>
            <a:off x="3225449" y="5972511"/>
            <a:ext cx="1546755" cy="277064"/>
            <a:chOff x="10388100" y="3614908"/>
            <a:chExt cx="1546755" cy="277064"/>
          </a:xfrm>
        </p:grpSpPr>
        <p:sp>
          <p:nvSpPr>
            <p:cNvPr id="22" name="Text Box 1039">
              <a:extLst>
                <a:ext uri="{FF2B5EF4-FFF2-40B4-BE49-F238E27FC236}">
                  <a16:creationId xmlns:a16="http://schemas.microsoft.com/office/drawing/2014/main" id="{2B1966C7-4D4E-3129-254A-6BE1D1801890}"/>
                </a:ext>
              </a:extLst>
            </p:cNvPr>
            <p:cNvSpPr txBox="1">
              <a:spLocks noChangeArrowheads="1"/>
            </p:cNvSpPr>
            <p:nvPr/>
          </p:nvSpPr>
          <p:spPr bwMode="auto">
            <a:xfrm>
              <a:off x="10523038" y="3614908"/>
              <a:ext cx="1411817" cy="2770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defTabSz="800100" eaLnBrk="0" hangingPunct="0">
                <a:defRPr sz="2400">
                  <a:solidFill>
                    <a:schemeClr val="tx1"/>
                  </a:solidFill>
                  <a:latin typeface="Arial" charset="0"/>
                  <a:ea typeface="ＭＳ Ｐゴシック" charset="0"/>
                  <a:cs typeface="ＭＳ Ｐゴシック" charset="0"/>
                </a:defRPr>
              </a:lvl1pPr>
              <a:lvl2pPr marL="742950" indent="-285750" defTabSz="800100" eaLnBrk="0" hangingPunct="0">
                <a:defRPr sz="2400">
                  <a:solidFill>
                    <a:schemeClr val="tx1"/>
                  </a:solidFill>
                  <a:latin typeface="Arial" charset="0"/>
                  <a:ea typeface="ＭＳ Ｐゴシック" charset="0"/>
                </a:defRPr>
              </a:lvl2pPr>
              <a:lvl3pPr marL="1143000" indent="-228600" defTabSz="800100" eaLnBrk="0" hangingPunct="0">
                <a:defRPr sz="2400">
                  <a:solidFill>
                    <a:schemeClr val="tx1"/>
                  </a:solidFill>
                  <a:latin typeface="Arial" charset="0"/>
                  <a:ea typeface="ＭＳ Ｐゴシック" charset="0"/>
                </a:defRPr>
              </a:lvl3pPr>
              <a:lvl4pPr marL="1600200" indent="-228600" defTabSz="800100" eaLnBrk="0" hangingPunct="0">
                <a:defRPr sz="2400">
                  <a:solidFill>
                    <a:schemeClr val="tx1"/>
                  </a:solidFill>
                  <a:latin typeface="Arial" charset="0"/>
                  <a:ea typeface="ＭＳ Ｐゴシック" charset="0"/>
                </a:defRPr>
              </a:lvl4pPr>
              <a:lvl5pPr marL="2057400" indent="-228600" defTabSz="800100" eaLnBrk="0" hangingPunct="0">
                <a:defRPr sz="2400">
                  <a:solidFill>
                    <a:schemeClr val="tx1"/>
                  </a:solidFill>
                  <a:latin typeface="Arial" charset="0"/>
                  <a:ea typeface="ＭＳ Ｐゴシック" charset="0"/>
                </a:defRPr>
              </a:lvl5pPr>
              <a:lvl6pPr marL="2514600" indent="-228600" defTabSz="800100"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800100"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800100"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8001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800100" rtl="0" eaLnBrk="0" fontAlgn="base" latinLnBrk="0" hangingPunct="0">
                <a:lnSpc>
                  <a:spcPct val="85000"/>
                </a:lnSpc>
                <a:spcBef>
                  <a:spcPct val="0"/>
                </a:spcBef>
                <a:spcAft>
                  <a:spcPct val="0"/>
                </a:spcAft>
                <a:buClrTx/>
                <a:buSzTx/>
                <a:buFontTx/>
                <a:buNone/>
                <a:tabLst/>
                <a:defRPr/>
              </a:pPr>
              <a:r>
                <a:rPr kumimoji="0" lang="ru-RU" sz="1400" b="0" i="0" u="none" strike="noStrike" kern="1200" cap="none" spc="0" normalizeH="0" baseline="0" noProof="0" dirty="0">
                  <a:ln>
                    <a:noFill/>
                  </a:ln>
                  <a:solidFill>
                    <a:srgbClr val="265374"/>
                  </a:solidFill>
                  <a:effectLst/>
                  <a:uLnTx/>
                  <a:uFillTx/>
                  <a:latin typeface="Calibri" charset="0"/>
                  <a:ea typeface="ＭＳ Ｐゴシック" charset="0"/>
                </a:rPr>
                <a:t>Все пациенты</a:t>
              </a:r>
              <a:endParaRPr kumimoji="0" lang="fr-FR" sz="1400" b="0" i="0" u="none" strike="noStrike" kern="1200" cap="none" spc="0" normalizeH="0" baseline="0" noProof="0" dirty="0">
                <a:ln>
                  <a:noFill/>
                </a:ln>
                <a:solidFill>
                  <a:srgbClr val="265374"/>
                </a:solidFill>
                <a:effectLst/>
                <a:uLnTx/>
                <a:uFillTx/>
                <a:latin typeface="Calibri" charset="0"/>
                <a:ea typeface="ＭＳ Ｐゴシック" charset="0"/>
              </a:endParaRPr>
            </a:p>
          </p:txBody>
        </p:sp>
        <p:sp>
          <p:nvSpPr>
            <p:cNvPr id="23" name="Rectangle 163">
              <a:extLst>
                <a:ext uri="{FF2B5EF4-FFF2-40B4-BE49-F238E27FC236}">
                  <a16:creationId xmlns:a16="http://schemas.microsoft.com/office/drawing/2014/main" id="{1A29A455-FA27-C242-1C32-83F76D0E052B}"/>
                </a:ext>
              </a:extLst>
            </p:cNvPr>
            <p:cNvSpPr>
              <a:spLocks noChangeArrowheads="1"/>
            </p:cNvSpPr>
            <p:nvPr/>
          </p:nvSpPr>
          <p:spPr bwMode="blackWhite">
            <a:xfrm>
              <a:off x="10388100" y="3682574"/>
              <a:ext cx="135281" cy="128565"/>
            </a:xfrm>
            <a:prstGeom prst="rect">
              <a:avLst/>
            </a:prstGeom>
            <a:solidFill>
              <a:srgbClr val="28BECD"/>
            </a:solidFill>
            <a:ln w="12700">
              <a:no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196A"/>
                </a:solidFill>
                <a:effectLst/>
                <a:uLnTx/>
                <a:uFillTx/>
                <a:latin typeface="Calibri" panose="020F0502020204030204" pitchFamily="34" charset="0"/>
                <a:ea typeface="ＭＳ Ｐゴシック" charset="0"/>
                <a:cs typeface="Calibri" panose="020F0502020204030204" pitchFamily="34" charset="0"/>
              </a:endParaRPr>
            </a:p>
          </p:txBody>
        </p:sp>
      </p:grpSp>
      <p:grpSp>
        <p:nvGrpSpPr>
          <p:cNvPr id="19" name="Группа 18">
            <a:extLst>
              <a:ext uri="{FF2B5EF4-FFF2-40B4-BE49-F238E27FC236}">
                <a16:creationId xmlns:a16="http://schemas.microsoft.com/office/drawing/2014/main" id="{F34FBA3A-3ACF-F902-AFF7-8349B2A839DA}"/>
              </a:ext>
            </a:extLst>
          </p:cNvPr>
          <p:cNvGrpSpPr/>
          <p:nvPr/>
        </p:nvGrpSpPr>
        <p:grpSpPr>
          <a:xfrm>
            <a:off x="6749149" y="5972511"/>
            <a:ext cx="2173599" cy="277064"/>
            <a:chOff x="10388100" y="3614908"/>
            <a:chExt cx="2173599" cy="277064"/>
          </a:xfrm>
        </p:grpSpPr>
        <p:sp>
          <p:nvSpPr>
            <p:cNvPr id="20" name="Text Box 1039">
              <a:extLst>
                <a:ext uri="{FF2B5EF4-FFF2-40B4-BE49-F238E27FC236}">
                  <a16:creationId xmlns:a16="http://schemas.microsoft.com/office/drawing/2014/main" id="{3B30F6F9-C7DB-1C50-8708-DD0D4802D8D7}"/>
                </a:ext>
              </a:extLst>
            </p:cNvPr>
            <p:cNvSpPr txBox="1">
              <a:spLocks noChangeArrowheads="1"/>
            </p:cNvSpPr>
            <p:nvPr/>
          </p:nvSpPr>
          <p:spPr bwMode="auto">
            <a:xfrm>
              <a:off x="10523038" y="3614908"/>
              <a:ext cx="2038661" cy="2770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defTabSz="800100" eaLnBrk="0" hangingPunct="0">
                <a:defRPr sz="2400">
                  <a:solidFill>
                    <a:schemeClr val="tx1"/>
                  </a:solidFill>
                  <a:latin typeface="Arial" charset="0"/>
                  <a:ea typeface="ＭＳ Ｐゴシック" charset="0"/>
                  <a:cs typeface="ＭＳ Ｐゴシック" charset="0"/>
                </a:defRPr>
              </a:lvl1pPr>
              <a:lvl2pPr marL="742950" indent="-285750" defTabSz="800100" eaLnBrk="0" hangingPunct="0">
                <a:defRPr sz="2400">
                  <a:solidFill>
                    <a:schemeClr val="tx1"/>
                  </a:solidFill>
                  <a:latin typeface="Arial" charset="0"/>
                  <a:ea typeface="ＭＳ Ｐゴシック" charset="0"/>
                </a:defRPr>
              </a:lvl2pPr>
              <a:lvl3pPr marL="1143000" indent="-228600" defTabSz="800100" eaLnBrk="0" hangingPunct="0">
                <a:defRPr sz="2400">
                  <a:solidFill>
                    <a:schemeClr val="tx1"/>
                  </a:solidFill>
                  <a:latin typeface="Arial" charset="0"/>
                  <a:ea typeface="ＭＳ Ｐゴシック" charset="0"/>
                </a:defRPr>
              </a:lvl3pPr>
              <a:lvl4pPr marL="1600200" indent="-228600" defTabSz="800100" eaLnBrk="0" hangingPunct="0">
                <a:defRPr sz="2400">
                  <a:solidFill>
                    <a:schemeClr val="tx1"/>
                  </a:solidFill>
                  <a:latin typeface="Arial" charset="0"/>
                  <a:ea typeface="ＭＳ Ｐゴシック" charset="0"/>
                </a:defRPr>
              </a:lvl4pPr>
              <a:lvl5pPr marL="2057400" indent="-228600" defTabSz="800100" eaLnBrk="0" hangingPunct="0">
                <a:defRPr sz="2400">
                  <a:solidFill>
                    <a:schemeClr val="tx1"/>
                  </a:solidFill>
                  <a:latin typeface="Arial" charset="0"/>
                  <a:ea typeface="ＭＳ Ｐゴシック" charset="0"/>
                </a:defRPr>
              </a:lvl5pPr>
              <a:lvl6pPr marL="2514600" indent="-228600" defTabSz="800100"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800100"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800100"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8001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800100" rtl="0" eaLnBrk="0" fontAlgn="base" latinLnBrk="0" hangingPunct="0">
                <a:lnSpc>
                  <a:spcPct val="85000"/>
                </a:lnSpc>
                <a:spcBef>
                  <a:spcPct val="0"/>
                </a:spcBef>
                <a:spcAft>
                  <a:spcPct val="0"/>
                </a:spcAft>
                <a:buClrTx/>
                <a:buSzTx/>
                <a:buFontTx/>
                <a:buNone/>
                <a:tabLst/>
                <a:defRPr/>
              </a:pPr>
              <a:r>
                <a:rPr kumimoji="0" lang="ru-RU" sz="1400" b="0" i="0" u="none" strike="noStrike" kern="1200" cap="none" spc="0" normalizeH="0" baseline="0" noProof="0" dirty="0">
                  <a:ln>
                    <a:noFill/>
                  </a:ln>
                  <a:solidFill>
                    <a:srgbClr val="265374"/>
                  </a:solidFill>
                  <a:effectLst/>
                  <a:uLnTx/>
                  <a:uFillTx/>
                  <a:latin typeface="Calibri" charset="0"/>
                  <a:ea typeface="ＭＳ Ｐゴシック" charset="0"/>
                </a:rPr>
                <a:t>Пациенты без диабета</a:t>
              </a:r>
            </a:p>
          </p:txBody>
        </p:sp>
        <p:sp>
          <p:nvSpPr>
            <p:cNvPr id="21" name="Rectangle 163">
              <a:extLst>
                <a:ext uri="{FF2B5EF4-FFF2-40B4-BE49-F238E27FC236}">
                  <a16:creationId xmlns:a16="http://schemas.microsoft.com/office/drawing/2014/main" id="{0DFEC77E-9FA7-B3B0-7217-3A7C45EEADE5}"/>
                </a:ext>
              </a:extLst>
            </p:cNvPr>
            <p:cNvSpPr>
              <a:spLocks noChangeArrowheads="1"/>
            </p:cNvSpPr>
            <p:nvPr/>
          </p:nvSpPr>
          <p:spPr bwMode="blackWhite">
            <a:xfrm>
              <a:off x="10388100" y="3682574"/>
              <a:ext cx="135281" cy="128565"/>
            </a:xfrm>
            <a:prstGeom prst="rect">
              <a:avLst/>
            </a:prstGeom>
            <a:solidFill>
              <a:srgbClr val="C1D82E"/>
            </a:solidFill>
            <a:ln w="12700">
              <a:no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196A"/>
                </a:solidFill>
                <a:effectLst/>
                <a:uLnTx/>
                <a:uFillTx/>
                <a:latin typeface="Calibri" panose="020F0502020204030204" pitchFamily="34" charset="0"/>
                <a:ea typeface="ＭＳ Ｐゴシック" charset="0"/>
                <a:cs typeface="Calibri" panose="020F0502020204030204" pitchFamily="34" charset="0"/>
              </a:endParaRPr>
            </a:p>
          </p:txBody>
        </p:sp>
      </p:grpSp>
      <p:grpSp>
        <p:nvGrpSpPr>
          <p:cNvPr id="24" name="Группа 23">
            <a:extLst>
              <a:ext uri="{FF2B5EF4-FFF2-40B4-BE49-F238E27FC236}">
                <a16:creationId xmlns:a16="http://schemas.microsoft.com/office/drawing/2014/main" id="{4748C371-42CE-6660-3B7D-E03122454C78}"/>
              </a:ext>
            </a:extLst>
          </p:cNvPr>
          <p:cNvGrpSpPr/>
          <p:nvPr/>
        </p:nvGrpSpPr>
        <p:grpSpPr>
          <a:xfrm>
            <a:off x="4663017" y="5972511"/>
            <a:ext cx="2060530" cy="277064"/>
            <a:chOff x="10388100" y="3614908"/>
            <a:chExt cx="2060530" cy="277064"/>
          </a:xfrm>
        </p:grpSpPr>
        <p:sp>
          <p:nvSpPr>
            <p:cNvPr id="25" name="Text Box 1039">
              <a:extLst>
                <a:ext uri="{FF2B5EF4-FFF2-40B4-BE49-F238E27FC236}">
                  <a16:creationId xmlns:a16="http://schemas.microsoft.com/office/drawing/2014/main" id="{FFFB6F1F-7D54-63CF-B5FF-EADB758E0E06}"/>
                </a:ext>
              </a:extLst>
            </p:cNvPr>
            <p:cNvSpPr txBox="1">
              <a:spLocks noChangeArrowheads="1"/>
            </p:cNvSpPr>
            <p:nvPr/>
          </p:nvSpPr>
          <p:spPr bwMode="auto">
            <a:xfrm>
              <a:off x="10523038" y="3614908"/>
              <a:ext cx="1925592" cy="2770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defTabSz="800100" eaLnBrk="0" hangingPunct="0">
                <a:defRPr sz="2400">
                  <a:solidFill>
                    <a:schemeClr val="tx1"/>
                  </a:solidFill>
                  <a:latin typeface="Arial" charset="0"/>
                  <a:ea typeface="ＭＳ Ｐゴシック" charset="0"/>
                  <a:cs typeface="ＭＳ Ｐゴシック" charset="0"/>
                </a:defRPr>
              </a:lvl1pPr>
              <a:lvl2pPr marL="742950" indent="-285750" defTabSz="800100" eaLnBrk="0" hangingPunct="0">
                <a:defRPr sz="2400">
                  <a:solidFill>
                    <a:schemeClr val="tx1"/>
                  </a:solidFill>
                  <a:latin typeface="Arial" charset="0"/>
                  <a:ea typeface="ＭＳ Ｐゴシック" charset="0"/>
                </a:defRPr>
              </a:lvl2pPr>
              <a:lvl3pPr marL="1143000" indent="-228600" defTabSz="800100" eaLnBrk="0" hangingPunct="0">
                <a:defRPr sz="2400">
                  <a:solidFill>
                    <a:schemeClr val="tx1"/>
                  </a:solidFill>
                  <a:latin typeface="Arial" charset="0"/>
                  <a:ea typeface="ＭＳ Ｐゴシック" charset="0"/>
                </a:defRPr>
              </a:lvl3pPr>
              <a:lvl4pPr marL="1600200" indent="-228600" defTabSz="800100" eaLnBrk="0" hangingPunct="0">
                <a:defRPr sz="2400">
                  <a:solidFill>
                    <a:schemeClr val="tx1"/>
                  </a:solidFill>
                  <a:latin typeface="Arial" charset="0"/>
                  <a:ea typeface="ＭＳ Ｐゴシック" charset="0"/>
                </a:defRPr>
              </a:lvl4pPr>
              <a:lvl5pPr marL="2057400" indent="-228600" defTabSz="800100" eaLnBrk="0" hangingPunct="0">
                <a:defRPr sz="2400">
                  <a:solidFill>
                    <a:schemeClr val="tx1"/>
                  </a:solidFill>
                  <a:latin typeface="Arial" charset="0"/>
                  <a:ea typeface="ＭＳ Ｐゴシック" charset="0"/>
                </a:defRPr>
              </a:lvl5pPr>
              <a:lvl6pPr marL="2514600" indent="-228600" defTabSz="800100"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800100"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800100"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8001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800100" rtl="0" eaLnBrk="0" fontAlgn="base" latinLnBrk="0" hangingPunct="0">
                <a:lnSpc>
                  <a:spcPct val="85000"/>
                </a:lnSpc>
                <a:spcBef>
                  <a:spcPct val="0"/>
                </a:spcBef>
                <a:spcAft>
                  <a:spcPct val="0"/>
                </a:spcAft>
                <a:buClrTx/>
                <a:buSzTx/>
                <a:buFontTx/>
                <a:buNone/>
                <a:tabLst/>
                <a:defRPr/>
              </a:pPr>
              <a:r>
                <a:rPr kumimoji="0" lang="ru-RU" sz="1400" b="0" i="0" u="none" strike="noStrike" kern="1200" cap="none" spc="0" normalizeH="0" baseline="0" noProof="0" dirty="0">
                  <a:ln>
                    <a:noFill/>
                  </a:ln>
                  <a:solidFill>
                    <a:srgbClr val="265374"/>
                  </a:solidFill>
                  <a:effectLst/>
                  <a:uLnTx/>
                  <a:uFillTx/>
                  <a:latin typeface="Calibri" charset="0"/>
                  <a:ea typeface="ＭＳ Ｐゴシック" charset="0"/>
                </a:rPr>
                <a:t>Пациенты с диабетом</a:t>
              </a:r>
              <a:endParaRPr kumimoji="0" lang="fr-FR" sz="1400" b="0" i="0" u="none" strike="noStrike" kern="1200" cap="none" spc="0" normalizeH="0" baseline="0" noProof="0" dirty="0">
                <a:ln>
                  <a:noFill/>
                </a:ln>
                <a:solidFill>
                  <a:srgbClr val="265374"/>
                </a:solidFill>
                <a:effectLst/>
                <a:uLnTx/>
                <a:uFillTx/>
                <a:latin typeface="Calibri" charset="0"/>
                <a:ea typeface="ＭＳ Ｐゴシック" charset="0"/>
              </a:endParaRPr>
            </a:p>
          </p:txBody>
        </p:sp>
        <p:sp>
          <p:nvSpPr>
            <p:cNvPr id="26" name="Rectangle 163">
              <a:extLst>
                <a:ext uri="{FF2B5EF4-FFF2-40B4-BE49-F238E27FC236}">
                  <a16:creationId xmlns:a16="http://schemas.microsoft.com/office/drawing/2014/main" id="{8227C611-3F65-1A18-0B28-7C2AA91C73AD}"/>
                </a:ext>
              </a:extLst>
            </p:cNvPr>
            <p:cNvSpPr>
              <a:spLocks noChangeArrowheads="1"/>
            </p:cNvSpPr>
            <p:nvPr/>
          </p:nvSpPr>
          <p:spPr bwMode="blackWhite">
            <a:xfrm>
              <a:off x="10388100" y="3682574"/>
              <a:ext cx="135281" cy="128565"/>
            </a:xfrm>
            <a:prstGeom prst="rect">
              <a:avLst/>
            </a:prstGeom>
            <a:solidFill>
              <a:srgbClr val="EC736A"/>
            </a:solidFill>
            <a:ln w="12700">
              <a:no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196A"/>
                </a:solidFill>
                <a:effectLst/>
                <a:uLnTx/>
                <a:uFillTx/>
                <a:latin typeface="Calibri" panose="020F0502020204030204" pitchFamily="34" charset="0"/>
                <a:ea typeface="ＭＳ Ｐゴシック" charset="0"/>
                <a:cs typeface="Calibri" panose="020F0502020204030204" pitchFamily="34" charset="0"/>
              </a:endParaRPr>
            </a:p>
          </p:txBody>
        </p:sp>
      </p:grpSp>
      <p:grpSp>
        <p:nvGrpSpPr>
          <p:cNvPr id="119" name="Группа 118">
            <a:extLst>
              <a:ext uri="{FF2B5EF4-FFF2-40B4-BE49-F238E27FC236}">
                <a16:creationId xmlns:a16="http://schemas.microsoft.com/office/drawing/2014/main" id="{9F248A35-C55F-24E9-5F7F-D847AEB8898D}"/>
              </a:ext>
            </a:extLst>
          </p:cNvPr>
          <p:cNvGrpSpPr>
            <a:grpSpLocks noChangeAspect="1"/>
          </p:cNvGrpSpPr>
          <p:nvPr/>
        </p:nvGrpSpPr>
        <p:grpSpPr>
          <a:xfrm>
            <a:off x="83741" y="2446104"/>
            <a:ext cx="5825287" cy="3060000"/>
            <a:chOff x="1874014" y="2234160"/>
            <a:chExt cx="7535597" cy="3868554"/>
          </a:xfrm>
        </p:grpSpPr>
        <p:sp>
          <p:nvSpPr>
            <p:cNvPr id="27" name="Text Box 1039">
              <a:extLst>
                <a:ext uri="{FF2B5EF4-FFF2-40B4-BE49-F238E27FC236}">
                  <a16:creationId xmlns:a16="http://schemas.microsoft.com/office/drawing/2014/main" id="{D33BA1AA-00A9-B0E0-5A68-8452384DE682}"/>
                </a:ext>
              </a:extLst>
            </p:cNvPr>
            <p:cNvSpPr txBox="1">
              <a:spLocks noChangeArrowheads="1"/>
            </p:cNvSpPr>
            <p:nvPr/>
          </p:nvSpPr>
          <p:spPr bwMode="auto">
            <a:xfrm>
              <a:off x="3555749" y="5696449"/>
              <a:ext cx="1807546" cy="2492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defTabSz="800100" eaLnBrk="0" hangingPunct="0">
                <a:defRPr sz="2400">
                  <a:solidFill>
                    <a:schemeClr val="tx1"/>
                  </a:solidFill>
                  <a:latin typeface="Arial" charset="0"/>
                  <a:ea typeface="ＭＳ Ｐゴシック" charset="0"/>
                  <a:cs typeface="ＭＳ Ｐゴシック" charset="0"/>
                </a:defRPr>
              </a:lvl1pPr>
              <a:lvl2pPr marL="742950" indent="-285750" defTabSz="800100" eaLnBrk="0" hangingPunct="0">
                <a:defRPr sz="2400">
                  <a:solidFill>
                    <a:schemeClr val="tx1"/>
                  </a:solidFill>
                  <a:latin typeface="Arial" charset="0"/>
                  <a:ea typeface="ＭＳ Ｐゴシック" charset="0"/>
                </a:defRPr>
              </a:lvl2pPr>
              <a:lvl3pPr marL="1143000" indent="-228600" defTabSz="800100" eaLnBrk="0" hangingPunct="0">
                <a:defRPr sz="2400">
                  <a:solidFill>
                    <a:schemeClr val="tx1"/>
                  </a:solidFill>
                  <a:latin typeface="Arial" charset="0"/>
                  <a:ea typeface="ＭＳ Ｐゴシック" charset="0"/>
                </a:defRPr>
              </a:lvl3pPr>
              <a:lvl4pPr marL="1600200" indent="-228600" defTabSz="800100" eaLnBrk="0" hangingPunct="0">
                <a:defRPr sz="2400">
                  <a:solidFill>
                    <a:schemeClr val="tx1"/>
                  </a:solidFill>
                  <a:latin typeface="Arial" charset="0"/>
                  <a:ea typeface="ＭＳ Ｐゴシック" charset="0"/>
                </a:defRPr>
              </a:lvl4pPr>
              <a:lvl5pPr marL="2057400" indent="-228600" defTabSz="800100" eaLnBrk="0" hangingPunct="0">
                <a:defRPr sz="2400">
                  <a:solidFill>
                    <a:schemeClr val="tx1"/>
                  </a:solidFill>
                  <a:latin typeface="Arial" charset="0"/>
                  <a:ea typeface="ＭＳ Ｐゴシック" charset="0"/>
                </a:defRPr>
              </a:lvl5pPr>
              <a:lvl6pPr marL="2514600" indent="-228600" defTabSz="800100"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800100"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800100"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8001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800100" rtl="0" eaLnBrk="0" fontAlgn="base" latinLnBrk="0" hangingPunct="0">
                <a:lnSpc>
                  <a:spcPct val="85000"/>
                </a:lnSpc>
                <a:spcBef>
                  <a:spcPct val="0"/>
                </a:spcBef>
                <a:spcAft>
                  <a:spcPct val="0"/>
                </a:spcAft>
                <a:buClrTx/>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rPr>
                <a:t>Начало лечения</a:t>
              </a:r>
              <a:endParaRPr kumimoji="0" lang="fr-FR"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endParaRPr>
            </a:p>
          </p:txBody>
        </p:sp>
        <p:sp>
          <p:nvSpPr>
            <p:cNvPr id="28" name="Text Box 1039">
              <a:extLst>
                <a:ext uri="{FF2B5EF4-FFF2-40B4-BE49-F238E27FC236}">
                  <a16:creationId xmlns:a16="http://schemas.microsoft.com/office/drawing/2014/main" id="{49670A33-C2FE-6E06-9840-F521DFADFC4E}"/>
                </a:ext>
              </a:extLst>
            </p:cNvPr>
            <p:cNvSpPr txBox="1">
              <a:spLocks noChangeArrowheads="1"/>
            </p:cNvSpPr>
            <p:nvPr/>
          </p:nvSpPr>
          <p:spPr bwMode="auto">
            <a:xfrm>
              <a:off x="6822414" y="5696449"/>
              <a:ext cx="1807546" cy="4062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defTabSz="800100" eaLnBrk="0" hangingPunct="0">
                <a:defRPr sz="2400">
                  <a:solidFill>
                    <a:schemeClr val="tx1"/>
                  </a:solidFill>
                  <a:latin typeface="Arial" charset="0"/>
                  <a:ea typeface="ＭＳ Ｐゴシック" charset="0"/>
                  <a:cs typeface="ＭＳ Ｐゴシック" charset="0"/>
                </a:defRPr>
              </a:lvl1pPr>
              <a:lvl2pPr marL="742950" indent="-285750" defTabSz="800100" eaLnBrk="0" hangingPunct="0">
                <a:defRPr sz="2400">
                  <a:solidFill>
                    <a:schemeClr val="tx1"/>
                  </a:solidFill>
                  <a:latin typeface="Arial" charset="0"/>
                  <a:ea typeface="ＭＳ Ｐゴシック" charset="0"/>
                </a:defRPr>
              </a:lvl2pPr>
              <a:lvl3pPr marL="1143000" indent="-228600" defTabSz="800100" eaLnBrk="0" hangingPunct="0">
                <a:defRPr sz="2400">
                  <a:solidFill>
                    <a:schemeClr val="tx1"/>
                  </a:solidFill>
                  <a:latin typeface="Arial" charset="0"/>
                  <a:ea typeface="ＭＳ Ｐゴシック" charset="0"/>
                </a:defRPr>
              </a:lvl3pPr>
              <a:lvl4pPr marL="1600200" indent="-228600" defTabSz="800100" eaLnBrk="0" hangingPunct="0">
                <a:defRPr sz="2400">
                  <a:solidFill>
                    <a:schemeClr val="tx1"/>
                  </a:solidFill>
                  <a:latin typeface="Arial" charset="0"/>
                  <a:ea typeface="ＭＳ Ｐゴシック" charset="0"/>
                </a:defRPr>
              </a:lvl4pPr>
              <a:lvl5pPr marL="2057400" indent="-228600" defTabSz="800100" eaLnBrk="0" hangingPunct="0">
                <a:defRPr sz="2400">
                  <a:solidFill>
                    <a:schemeClr val="tx1"/>
                  </a:solidFill>
                  <a:latin typeface="Arial" charset="0"/>
                  <a:ea typeface="ＭＳ Ｐゴシック" charset="0"/>
                </a:defRPr>
              </a:lvl5pPr>
              <a:lvl6pPr marL="2514600" indent="-228600" defTabSz="800100"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800100"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800100"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8001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800100" rtl="0" eaLnBrk="0" fontAlgn="base" latinLnBrk="0" hangingPunct="0">
                <a:lnSpc>
                  <a:spcPct val="85000"/>
                </a:lnSpc>
                <a:spcBef>
                  <a:spcPct val="0"/>
                </a:spcBef>
                <a:spcAft>
                  <a:spcPct val="0"/>
                </a:spcAft>
                <a:buClrTx/>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rPr>
                <a:t>Через 6 месяцев терапии</a:t>
              </a:r>
              <a:endParaRPr kumimoji="0" lang="fr-FR"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endParaRPr>
            </a:p>
          </p:txBody>
        </p:sp>
        <p:sp>
          <p:nvSpPr>
            <p:cNvPr id="30" name="Text Box 44">
              <a:extLst>
                <a:ext uri="{FF2B5EF4-FFF2-40B4-BE49-F238E27FC236}">
                  <a16:creationId xmlns:a16="http://schemas.microsoft.com/office/drawing/2014/main" id="{E018B835-0C83-4966-691D-AD013F14D517}"/>
                </a:ext>
              </a:extLst>
            </p:cNvPr>
            <p:cNvSpPr txBox="1">
              <a:spLocks noChangeArrowheads="1"/>
            </p:cNvSpPr>
            <p:nvPr/>
          </p:nvSpPr>
          <p:spPr bwMode="blackWhite">
            <a:xfrm rot="16200000">
              <a:off x="510623" y="3728087"/>
              <a:ext cx="3124923" cy="3981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ru-RU" sz="1400" kern="0" dirty="0">
                  <a:solidFill>
                    <a:srgbClr val="265374"/>
                  </a:solidFill>
                  <a:latin typeface="Calibri" panose="020F0502020204030204" pitchFamily="34" charset="0"/>
                  <a:cs typeface="Calibri" panose="020F0502020204030204" pitchFamily="34" charset="0"/>
                </a:rPr>
                <a:t>м</a:t>
              </a:r>
              <a:r>
                <a:rPr kumimoji="0" lang="ru-RU" sz="1400" b="0" i="0" u="none" strike="noStrike" kern="0" cap="none" spc="0" normalizeH="0" baseline="0" noProof="0" dirty="0">
                  <a:ln>
                    <a:noFill/>
                  </a:ln>
                  <a:solidFill>
                    <a:srgbClr val="265374"/>
                  </a:solidFill>
                  <a:effectLst/>
                  <a:uLnTx/>
                  <a:uFillTx/>
                  <a:latin typeface="Calibri" panose="020F0502020204030204" pitchFamily="34" charset="0"/>
                  <a:ea typeface="ＭＳ Ｐゴシック" charset="0"/>
                  <a:cs typeface="Calibri" panose="020F0502020204030204" pitchFamily="34" charset="0"/>
                </a:rPr>
                <a:t>м  рт. ст.</a:t>
              </a:r>
              <a:endParaRPr kumimoji="0" lang="en-GB" sz="1400" b="0" i="0" u="none" strike="noStrike" kern="0" cap="none" spc="0" normalizeH="0" baseline="0" noProof="0" dirty="0">
                <a:ln>
                  <a:noFill/>
                </a:ln>
                <a:solidFill>
                  <a:srgbClr val="265374"/>
                </a:solidFill>
                <a:effectLst/>
                <a:uLnTx/>
                <a:uFillTx/>
                <a:latin typeface="Calibri" panose="020F0502020204030204" pitchFamily="34" charset="0"/>
                <a:ea typeface="ＭＳ Ｐゴシック" charset="0"/>
                <a:cs typeface="Calibri" panose="020F0502020204030204" pitchFamily="34" charset="0"/>
              </a:endParaRPr>
            </a:p>
          </p:txBody>
        </p:sp>
        <p:sp>
          <p:nvSpPr>
            <p:cNvPr id="31" name="Text Box 37">
              <a:extLst>
                <a:ext uri="{FF2B5EF4-FFF2-40B4-BE49-F238E27FC236}">
                  <a16:creationId xmlns:a16="http://schemas.microsoft.com/office/drawing/2014/main" id="{486B6119-77D5-E88D-B429-D5104B2F172E}"/>
                </a:ext>
              </a:extLst>
            </p:cNvPr>
            <p:cNvSpPr txBox="1">
              <a:spLocks noChangeArrowheads="1"/>
            </p:cNvSpPr>
            <p:nvPr/>
          </p:nvSpPr>
          <p:spPr bwMode="blackWhite">
            <a:xfrm>
              <a:off x="2337833" y="3126830"/>
              <a:ext cx="453970" cy="261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125</a:t>
              </a:r>
            </a:p>
          </p:txBody>
        </p:sp>
        <p:sp>
          <p:nvSpPr>
            <p:cNvPr id="32" name="Text Box 38">
              <a:extLst>
                <a:ext uri="{FF2B5EF4-FFF2-40B4-BE49-F238E27FC236}">
                  <a16:creationId xmlns:a16="http://schemas.microsoft.com/office/drawing/2014/main" id="{56485461-835F-DE0E-D69D-C17E3650611E}"/>
                </a:ext>
              </a:extLst>
            </p:cNvPr>
            <p:cNvSpPr txBox="1">
              <a:spLocks noChangeArrowheads="1"/>
            </p:cNvSpPr>
            <p:nvPr/>
          </p:nvSpPr>
          <p:spPr bwMode="blackWhite">
            <a:xfrm>
              <a:off x="2337833" y="3565382"/>
              <a:ext cx="453970" cy="261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100</a:t>
              </a:r>
            </a:p>
          </p:txBody>
        </p:sp>
        <p:sp>
          <p:nvSpPr>
            <p:cNvPr id="33" name="Text Box 39">
              <a:extLst>
                <a:ext uri="{FF2B5EF4-FFF2-40B4-BE49-F238E27FC236}">
                  <a16:creationId xmlns:a16="http://schemas.microsoft.com/office/drawing/2014/main" id="{ECB2E0A9-9649-7CC2-7B72-682A1D8E476D}"/>
                </a:ext>
              </a:extLst>
            </p:cNvPr>
            <p:cNvSpPr txBox="1">
              <a:spLocks noChangeArrowheads="1"/>
            </p:cNvSpPr>
            <p:nvPr/>
          </p:nvSpPr>
          <p:spPr bwMode="blackWhite">
            <a:xfrm>
              <a:off x="2427601" y="4020482"/>
              <a:ext cx="364202" cy="261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75</a:t>
              </a:r>
            </a:p>
          </p:txBody>
        </p:sp>
        <p:sp>
          <p:nvSpPr>
            <p:cNvPr id="34" name="Text Box 40">
              <a:extLst>
                <a:ext uri="{FF2B5EF4-FFF2-40B4-BE49-F238E27FC236}">
                  <a16:creationId xmlns:a16="http://schemas.microsoft.com/office/drawing/2014/main" id="{A9576AF5-6CB0-748F-46EB-F61033DC896E}"/>
                </a:ext>
              </a:extLst>
            </p:cNvPr>
            <p:cNvSpPr txBox="1">
              <a:spLocks noChangeArrowheads="1"/>
            </p:cNvSpPr>
            <p:nvPr/>
          </p:nvSpPr>
          <p:spPr bwMode="blackWhite">
            <a:xfrm>
              <a:off x="2427601" y="4481215"/>
              <a:ext cx="364202" cy="261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50</a:t>
              </a:r>
            </a:p>
          </p:txBody>
        </p:sp>
        <p:sp>
          <p:nvSpPr>
            <p:cNvPr id="35" name="Text Box 41">
              <a:extLst>
                <a:ext uri="{FF2B5EF4-FFF2-40B4-BE49-F238E27FC236}">
                  <a16:creationId xmlns:a16="http://schemas.microsoft.com/office/drawing/2014/main" id="{4EBFEAD0-611F-E117-09AD-DFCB0B225FED}"/>
                </a:ext>
              </a:extLst>
            </p:cNvPr>
            <p:cNvSpPr txBox="1">
              <a:spLocks noChangeArrowheads="1"/>
            </p:cNvSpPr>
            <p:nvPr/>
          </p:nvSpPr>
          <p:spPr bwMode="blackWhite">
            <a:xfrm>
              <a:off x="1900973" y="4948995"/>
              <a:ext cx="890831" cy="261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25</a:t>
              </a:r>
            </a:p>
          </p:txBody>
        </p:sp>
        <p:sp>
          <p:nvSpPr>
            <p:cNvPr id="36" name="Text Box 42">
              <a:extLst>
                <a:ext uri="{FF2B5EF4-FFF2-40B4-BE49-F238E27FC236}">
                  <a16:creationId xmlns:a16="http://schemas.microsoft.com/office/drawing/2014/main" id="{73CBCB70-94EC-AA16-76CC-C59F58D21E10}"/>
                </a:ext>
              </a:extLst>
            </p:cNvPr>
            <p:cNvSpPr txBox="1">
              <a:spLocks noChangeArrowheads="1"/>
            </p:cNvSpPr>
            <p:nvPr/>
          </p:nvSpPr>
          <p:spPr bwMode="blackWhite">
            <a:xfrm>
              <a:off x="2517371" y="5439318"/>
              <a:ext cx="274434" cy="261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0</a:t>
              </a:r>
            </a:p>
          </p:txBody>
        </p:sp>
        <p:sp>
          <p:nvSpPr>
            <p:cNvPr id="37" name="Text Box 155">
              <a:extLst>
                <a:ext uri="{FF2B5EF4-FFF2-40B4-BE49-F238E27FC236}">
                  <a16:creationId xmlns:a16="http://schemas.microsoft.com/office/drawing/2014/main" id="{9C78B7CF-944E-4582-7445-3356764284A2}"/>
                </a:ext>
              </a:extLst>
            </p:cNvPr>
            <p:cNvSpPr txBox="1">
              <a:spLocks noChangeArrowheads="1"/>
            </p:cNvSpPr>
            <p:nvPr/>
          </p:nvSpPr>
          <p:spPr bwMode="blackWhite">
            <a:xfrm>
              <a:off x="2337833" y="2663064"/>
              <a:ext cx="453970" cy="261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150</a:t>
              </a:r>
            </a:p>
          </p:txBody>
        </p:sp>
        <p:sp>
          <p:nvSpPr>
            <p:cNvPr id="38" name="Text Box 156">
              <a:extLst>
                <a:ext uri="{FF2B5EF4-FFF2-40B4-BE49-F238E27FC236}">
                  <a16:creationId xmlns:a16="http://schemas.microsoft.com/office/drawing/2014/main" id="{69B4F3CF-3E4C-85E7-FA49-44D685AB29CB}"/>
                </a:ext>
              </a:extLst>
            </p:cNvPr>
            <p:cNvSpPr txBox="1">
              <a:spLocks noChangeArrowheads="1"/>
            </p:cNvSpPr>
            <p:nvPr/>
          </p:nvSpPr>
          <p:spPr bwMode="blackWhite">
            <a:xfrm>
              <a:off x="2337833" y="2234160"/>
              <a:ext cx="453970" cy="261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175</a:t>
              </a:r>
            </a:p>
          </p:txBody>
        </p:sp>
        <p:sp>
          <p:nvSpPr>
            <p:cNvPr id="39" name="Line 29">
              <a:extLst>
                <a:ext uri="{FF2B5EF4-FFF2-40B4-BE49-F238E27FC236}">
                  <a16:creationId xmlns:a16="http://schemas.microsoft.com/office/drawing/2014/main" id="{166003B1-B232-5AA5-024C-C6E5BBA48978}"/>
                </a:ext>
              </a:extLst>
            </p:cNvPr>
            <p:cNvSpPr>
              <a:spLocks noChangeShapeType="1"/>
            </p:cNvSpPr>
            <p:nvPr/>
          </p:nvSpPr>
          <p:spPr bwMode="blackWhite">
            <a:xfrm flipH="1" flipV="1">
              <a:off x="2876297" y="2335157"/>
              <a:ext cx="23693" cy="3268818"/>
            </a:xfrm>
            <a:prstGeom prst="line">
              <a:avLst/>
            </a:prstGeom>
            <a:noFill/>
            <a:ln w="12700">
              <a:solidFill>
                <a:schemeClr val="bg1">
                  <a:lumMod val="75000"/>
                </a:schemeClr>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40" name="Line 31">
              <a:extLst>
                <a:ext uri="{FF2B5EF4-FFF2-40B4-BE49-F238E27FC236}">
                  <a16:creationId xmlns:a16="http://schemas.microsoft.com/office/drawing/2014/main" id="{C6E5D5C6-DE38-17E3-D67F-68092A511F25}"/>
                </a:ext>
              </a:extLst>
            </p:cNvPr>
            <p:cNvSpPr>
              <a:spLocks noChangeShapeType="1"/>
            </p:cNvSpPr>
            <p:nvPr/>
          </p:nvSpPr>
          <p:spPr bwMode="blackWhite">
            <a:xfrm>
              <a:off x="2764944" y="2759451"/>
              <a:ext cx="120831" cy="0"/>
            </a:xfrm>
            <a:prstGeom prst="line">
              <a:avLst/>
            </a:prstGeom>
            <a:noFill/>
            <a:ln w="12700">
              <a:solidFill>
                <a:schemeClr val="bg1">
                  <a:lumMod val="75000"/>
                </a:schemeClr>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41" name="Line 32">
              <a:extLst>
                <a:ext uri="{FF2B5EF4-FFF2-40B4-BE49-F238E27FC236}">
                  <a16:creationId xmlns:a16="http://schemas.microsoft.com/office/drawing/2014/main" id="{FA08A76F-93A1-8067-E419-7831582249DD}"/>
                </a:ext>
              </a:extLst>
            </p:cNvPr>
            <p:cNvSpPr>
              <a:spLocks noChangeShapeType="1"/>
            </p:cNvSpPr>
            <p:nvPr/>
          </p:nvSpPr>
          <p:spPr bwMode="blackWhite">
            <a:xfrm>
              <a:off x="2764944" y="3692191"/>
              <a:ext cx="120831" cy="0"/>
            </a:xfrm>
            <a:prstGeom prst="line">
              <a:avLst/>
            </a:prstGeom>
            <a:noFill/>
            <a:ln w="12700">
              <a:solidFill>
                <a:schemeClr val="bg1">
                  <a:lumMod val="75000"/>
                </a:schemeClr>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42" name="Line 33">
              <a:extLst>
                <a:ext uri="{FF2B5EF4-FFF2-40B4-BE49-F238E27FC236}">
                  <a16:creationId xmlns:a16="http://schemas.microsoft.com/office/drawing/2014/main" id="{28F8EC3C-D88C-697C-B2B4-015C339E8C64}"/>
                </a:ext>
              </a:extLst>
            </p:cNvPr>
            <p:cNvSpPr>
              <a:spLocks noChangeShapeType="1"/>
            </p:cNvSpPr>
            <p:nvPr/>
          </p:nvSpPr>
          <p:spPr bwMode="blackWhite">
            <a:xfrm>
              <a:off x="2764944" y="4151516"/>
              <a:ext cx="120831" cy="0"/>
            </a:xfrm>
            <a:prstGeom prst="line">
              <a:avLst/>
            </a:prstGeom>
            <a:noFill/>
            <a:ln w="12700">
              <a:solidFill>
                <a:schemeClr val="bg1">
                  <a:lumMod val="75000"/>
                </a:schemeClr>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43" name="Line 34">
              <a:extLst>
                <a:ext uri="{FF2B5EF4-FFF2-40B4-BE49-F238E27FC236}">
                  <a16:creationId xmlns:a16="http://schemas.microsoft.com/office/drawing/2014/main" id="{23946A58-EB6C-25D9-AF50-93BFD356941D}"/>
                </a:ext>
              </a:extLst>
            </p:cNvPr>
            <p:cNvSpPr>
              <a:spLocks noChangeShapeType="1"/>
            </p:cNvSpPr>
            <p:nvPr/>
          </p:nvSpPr>
          <p:spPr bwMode="blackWhite">
            <a:xfrm>
              <a:off x="2764944" y="5084257"/>
              <a:ext cx="120831" cy="0"/>
            </a:xfrm>
            <a:prstGeom prst="line">
              <a:avLst/>
            </a:prstGeom>
            <a:noFill/>
            <a:ln w="12700">
              <a:solidFill>
                <a:schemeClr val="bg1">
                  <a:lumMod val="75000"/>
                </a:schemeClr>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44" name="Line 35">
              <a:extLst>
                <a:ext uri="{FF2B5EF4-FFF2-40B4-BE49-F238E27FC236}">
                  <a16:creationId xmlns:a16="http://schemas.microsoft.com/office/drawing/2014/main" id="{0CCCAAD4-626D-B182-5B1B-AB27A0919A4B}"/>
                </a:ext>
              </a:extLst>
            </p:cNvPr>
            <p:cNvSpPr>
              <a:spLocks noChangeShapeType="1"/>
            </p:cNvSpPr>
            <p:nvPr/>
          </p:nvSpPr>
          <p:spPr bwMode="blackWhite">
            <a:xfrm>
              <a:off x="2764944" y="5603974"/>
              <a:ext cx="120831" cy="0"/>
            </a:xfrm>
            <a:prstGeom prst="line">
              <a:avLst/>
            </a:prstGeom>
            <a:noFill/>
            <a:ln w="12700">
              <a:solidFill>
                <a:schemeClr val="bg1">
                  <a:lumMod val="75000"/>
                </a:schemeClr>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45" name="Line 89">
              <a:extLst>
                <a:ext uri="{FF2B5EF4-FFF2-40B4-BE49-F238E27FC236}">
                  <a16:creationId xmlns:a16="http://schemas.microsoft.com/office/drawing/2014/main" id="{8635485A-7C74-E630-7B92-9357A53F002F}"/>
                </a:ext>
              </a:extLst>
            </p:cNvPr>
            <p:cNvSpPr>
              <a:spLocks noChangeShapeType="1"/>
            </p:cNvSpPr>
            <p:nvPr/>
          </p:nvSpPr>
          <p:spPr bwMode="blackWhite">
            <a:xfrm>
              <a:off x="2764944" y="4617886"/>
              <a:ext cx="120831" cy="0"/>
            </a:xfrm>
            <a:prstGeom prst="line">
              <a:avLst/>
            </a:prstGeom>
            <a:noFill/>
            <a:ln w="12700">
              <a:solidFill>
                <a:schemeClr val="bg1">
                  <a:lumMod val="75000"/>
                </a:schemeClr>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46" name="Line 90">
              <a:extLst>
                <a:ext uri="{FF2B5EF4-FFF2-40B4-BE49-F238E27FC236}">
                  <a16:creationId xmlns:a16="http://schemas.microsoft.com/office/drawing/2014/main" id="{3B9C70E4-DE68-02F5-66C3-F6E99A5365E8}"/>
                </a:ext>
              </a:extLst>
            </p:cNvPr>
            <p:cNvSpPr>
              <a:spLocks noChangeShapeType="1"/>
            </p:cNvSpPr>
            <p:nvPr/>
          </p:nvSpPr>
          <p:spPr bwMode="blackWhite">
            <a:xfrm>
              <a:off x="2764944" y="3223004"/>
              <a:ext cx="120831" cy="0"/>
            </a:xfrm>
            <a:prstGeom prst="line">
              <a:avLst/>
            </a:prstGeom>
            <a:noFill/>
            <a:ln w="12700">
              <a:solidFill>
                <a:schemeClr val="bg1">
                  <a:lumMod val="75000"/>
                </a:schemeClr>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nvGrpSpPr>
            <p:cNvPr id="92" name="Группа 91">
              <a:extLst>
                <a:ext uri="{FF2B5EF4-FFF2-40B4-BE49-F238E27FC236}">
                  <a16:creationId xmlns:a16="http://schemas.microsoft.com/office/drawing/2014/main" id="{2A8A00C9-62E0-9FE0-5D5F-DB6022111F2D}"/>
                </a:ext>
              </a:extLst>
            </p:cNvPr>
            <p:cNvGrpSpPr/>
            <p:nvPr/>
          </p:nvGrpSpPr>
          <p:grpSpPr>
            <a:xfrm>
              <a:off x="4097424" y="2566932"/>
              <a:ext cx="726329" cy="3037041"/>
              <a:chOff x="3801584" y="2566932"/>
              <a:chExt cx="726329" cy="3037041"/>
            </a:xfrm>
          </p:grpSpPr>
          <p:sp>
            <p:nvSpPr>
              <p:cNvPr id="49" name="Rectangle 98">
                <a:extLst>
                  <a:ext uri="{FF2B5EF4-FFF2-40B4-BE49-F238E27FC236}">
                    <a16:creationId xmlns:a16="http://schemas.microsoft.com/office/drawing/2014/main" id="{05EB0564-6A2C-F667-3195-92E9FC0CC07E}"/>
                  </a:ext>
                </a:extLst>
              </p:cNvPr>
              <p:cNvSpPr>
                <a:spLocks noChangeArrowheads="1"/>
              </p:cNvSpPr>
              <p:nvPr/>
            </p:nvSpPr>
            <p:spPr bwMode="blackWhite">
              <a:xfrm>
                <a:off x="3801584" y="3148692"/>
                <a:ext cx="726329" cy="2455281"/>
              </a:xfrm>
              <a:prstGeom prst="rect">
                <a:avLst/>
              </a:prstGeom>
              <a:solidFill>
                <a:srgbClr val="EC736A"/>
              </a:solidFill>
              <a:ln w="12700">
                <a:no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nvGrpSpPr>
              <p:cNvPr id="89" name="Группа 88">
                <a:extLst>
                  <a:ext uri="{FF2B5EF4-FFF2-40B4-BE49-F238E27FC236}">
                    <a16:creationId xmlns:a16="http://schemas.microsoft.com/office/drawing/2014/main" id="{9AC7EA70-FF03-1B4D-916A-C0EC766BB930}"/>
                  </a:ext>
                </a:extLst>
              </p:cNvPr>
              <p:cNvGrpSpPr/>
              <p:nvPr/>
            </p:nvGrpSpPr>
            <p:grpSpPr>
              <a:xfrm>
                <a:off x="3860375" y="2566932"/>
                <a:ext cx="569388" cy="581759"/>
                <a:chOff x="3831134" y="2566932"/>
                <a:chExt cx="569388" cy="572759"/>
              </a:xfrm>
            </p:grpSpPr>
            <p:sp>
              <p:nvSpPr>
                <p:cNvPr id="50" name="Text Box 169">
                  <a:extLst>
                    <a:ext uri="{FF2B5EF4-FFF2-40B4-BE49-F238E27FC236}">
                      <a16:creationId xmlns:a16="http://schemas.microsoft.com/office/drawing/2014/main" id="{93744FD7-870E-1668-A171-3A33FB1F974E}"/>
                    </a:ext>
                  </a:extLst>
                </p:cNvPr>
                <p:cNvSpPr txBox="1">
                  <a:spLocks noChangeArrowheads="1"/>
                </p:cNvSpPr>
                <p:nvPr/>
              </p:nvSpPr>
              <p:spPr bwMode="blackWhite">
                <a:xfrm>
                  <a:off x="3831134" y="2566932"/>
                  <a:ext cx="569388"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400" b="1"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146</a:t>
                  </a:r>
                  <a:endParaRPr kumimoji="0" lang="en-GB" sz="1400" b="1"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nvGrpSpPr>
                <p:cNvPr id="82" name="Группа 81">
                  <a:extLst>
                    <a:ext uri="{FF2B5EF4-FFF2-40B4-BE49-F238E27FC236}">
                      <a16:creationId xmlns:a16="http://schemas.microsoft.com/office/drawing/2014/main" id="{FDDD6659-0D93-6BE1-F004-39022928AF64}"/>
                    </a:ext>
                  </a:extLst>
                </p:cNvPr>
                <p:cNvGrpSpPr/>
                <p:nvPr/>
              </p:nvGrpSpPr>
              <p:grpSpPr>
                <a:xfrm>
                  <a:off x="4065273" y="2892879"/>
                  <a:ext cx="85704" cy="246812"/>
                  <a:chOff x="3349537" y="2712382"/>
                  <a:chExt cx="85704" cy="378323"/>
                </a:xfrm>
              </p:grpSpPr>
              <p:sp>
                <p:nvSpPr>
                  <p:cNvPr id="54" name="Line 12">
                    <a:extLst>
                      <a:ext uri="{FF2B5EF4-FFF2-40B4-BE49-F238E27FC236}">
                        <a16:creationId xmlns:a16="http://schemas.microsoft.com/office/drawing/2014/main" id="{1CBFBA16-79DD-E7CD-2060-CE4D0626F1BD}"/>
                      </a:ext>
                    </a:extLst>
                  </p:cNvPr>
                  <p:cNvSpPr>
                    <a:spLocks noChangeShapeType="1"/>
                  </p:cNvSpPr>
                  <p:nvPr/>
                </p:nvSpPr>
                <p:spPr bwMode="blackWhite">
                  <a:xfrm>
                    <a:off x="3349537" y="2712382"/>
                    <a:ext cx="85704" cy="0"/>
                  </a:xfrm>
                  <a:prstGeom prst="line">
                    <a:avLst/>
                  </a:prstGeom>
                  <a:noFill/>
                  <a:ln w="12700">
                    <a:solidFill>
                      <a:srgbClr val="1F497D"/>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55" name="Line 13">
                    <a:extLst>
                      <a:ext uri="{FF2B5EF4-FFF2-40B4-BE49-F238E27FC236}">
                        <a16:creationId xmlns:a16="http://schemas.microsoft.com/office/drawing/2014/main" id="{C066A4FE-94C3-B1DE-2F25-ED010F94010F}"/>
                      </a:ext>
                    </a:extLst>
                  </p:cNvPr>
                  <p:cNvSpPr>
                    <a:spLocks noChangeShapeType="1"/>
                  </p:cNvSpPr>
                  <p:nvPr/>
                </p:nvSpPr>
                <p:spPr bwMode="blackWhite">
                  <a:xfrm>
                    <a:off x="3404818" y="2716492"/>
                    <a:ext cx="0" cy="374213"/>
                  </a:xfrm>
                  <a:prstGeom prst="line">
                    <a:avLst/>
                  </a:prstGeom>
                  <a:noFill/>
                  <a:ln w="12700">
                    <a:solidFill>
                      <a:srgbClr val="1F497D"/>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grpSp>
        </p:grpSp>
        <p:grpSp>
          <p:nvGrpSpPr>
            <p:cNvPr id="91" name="Группа 90">
              <a:extLst>
                <a:ext uri="{FF2B5EF4-FFF2-40B4-BE49-F238E27FC236}">
                  <a16:creationId xmlns:a16="http://schemas.microsoft.com/office/drawing/2014/main" id="{622A4FE9-CCF6-2F52-4AAD-E4EDECD115CB}"/>
                </a:ext>
              </a:extLst>
            </p:cNvPr>
            <p:cNvGrpSpPr/>
            <p:nvPr/>
          </p:nvGrpSpPr>
          <p:grpSpPr>
            <a:xfrm>
              <a:off x="3338338" y="2398119"/>
              <a:ext cx="726329" cy="3205854"/>
              <a:chOff x="3042498" y="2398119"/>
              <a:chExt cx="726329" cy="3205854"/>
            </a:xfrm>
          </p:grpSpPr>
          <p:sp>
            <p:nvSpPr>
              <p:cNvPr id="56" name="Rectangle 14">
                <a:extLst>
                  <a:ext uri="{FF2B5EF4-FFF2-40B4-BE49-F238E27FC236}">
                    <a16:creationId xmlns:a16="http://schemas.microsoft.com/office/drawing/2014/main" id="{822C040C-1838-87FF-3599-E502B6B3886F}"/>
                  </a:ext>
                </a:extLst>
              </p:cNvPr>
              <p:cNvSpPr>
                <a:spLocks noChangeArrowheads="1"/>
              </p:cNvSpPr>
              <p:nvPr/>
            </p:nvSpPr>
            <p:spPr bwMode="blackWhite">
              <a:xfrm>
                <a:off x="3042498" y="3090706"/>
                <a:ext cx="726329" cy="2513267"/>
              </a:xfrm>
              <a:prstGeom prst="rect">
                <a:avLst/>
              </a:prstGeom>
              <a:solidFill>
                <a:srgbClr val="28BECD"/>
              </a:solidFill>
              <a:ln w="12700">
                <a:no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nvGrpSpPr>
              <p:cNvPr id="88" name="Группа 87">
                <a:extLst>
                  <a:ext uri="{FF2B5EF4-FFF2-40B4-BE49-F238E27FC236}">
                    <a16:creationId xmlns:a16="http://schemas.microsoft.com/office/drawing/2014/main" id="{41EA188C-6E9E-1DE0-87B8-97C0C664E96B}"/>
                  </a:ext>
                </a:extLst>
              </p:cNvPr>
              <p:cNvGrpSpPr/>
              <p:nvPr/>
            </p:nvGrpSpPr>
            <p:grpSpPr>
              <a:xfrm>
                <a:off x="3168281" y="2398119"/>
                <a:ext cx="569388" cy="692587"/>
                <a:chOff x="3155531" y="2398119"/>
                <a:chExt cx="569388" cy="692587"/>
              </a:xfrm>
            </p:grpSpPr>
            <p:grpSp>
              <p:nvGrpSpPr>
                <p:cNvPr id="83" name="Группа 82">
                  <a:extLst>
                    <a:ext uri="{FF2B5EF4-FFF2-40B4-BE49-F238E27FC236}">
                      <a16:creationId xmlns:a16="http://schemas.microsoft.com/office/drawing/2014/main" id="{6A1D2762-92CD-583E-9C73-7756BF9BC261}"/>
                    </a:ext>
                  </a:extLst>
                </p:cNvPr>
                <p:cNvGrpSpPr/>
                <p:nvPr/>
              </p:nvGrpSpPr>
              <p:grpSpPr>
                <a:xfrm>
                  <a:off x="3344599" y="2717347"/>
                  <a:ext cx="163322" cy="373359"/>
                  <a:chOff x="4417689" y="2466072"/>
                  <a:chExt cx="163322" cy="286022"/>
                </a:xfrm>
              </p:grpSpPr>
              <p:sp>
                <p:nvSpPr>
                  <p:cNvPr id="47" name="Line 96">
                    <a:extLst>
                      <a:ext uri="{FF2B5EF4-FFF2-40B4-BE49-F238E27FC236}">
                        <a16:creationId xmlns:a16="http://schemas.microsoft.com/office/drawing/2014/main" id="{5C030BEE-5E21-818A-6F08-0EA66BE312C6}"/>
                      </a:ext>
                    </a:extLst>
                  </p:cNvPr>
                  <p:cNvSpPr>
                    <a:spLocks noChangeShapeType="1"/>
                  </p:cNvSpPr>
                  <p:nvPr/>
                </p:nvSpPr>
                <p:spPr bwMode="blackWhite">
                  <a:xfrm>
                    <a:off x="4417689" y="2466072"/>
                    <a:ext cx="163322" cy="0"/>
                  </a:xfrm>
                  <a:prstGeom prst="line">
                    <a:avLst/>
                  </a:prstGeom>
                  <a:noFill/>
                  <a:ln w="12700">
                    <a:solidFill>
                      <a:srgbClr val="1F497D"/>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48" name="Line 97">
                    <a:extLst>
                      <a:ext uri="{FF2B5EF4-FFF2-40B4-BE49-F238E27FC236}">
                        <a16:creationId xmlns:a16="http://schemas.microsoft.com/office/drawing/2014/main" id="{EE0E1B2F-5EA0-38EC-47E0-75B95A863E9E}"/>
                      </a:ext>
                    </a:extLst>
                  </p:cNvPr>
                  <p:cNvSpPr>
                    <a:spLocks noChangeShapeType="1"/>
                  </p:cNvSpPr>
                  <p:nvPr/>
                </p:nvSpPr>
                <p:spPr bwMode="blackWhite">
                  <a:xfrm>
                    <a:off x="4469465" y="2466072"/>
                    <a:ext cx="0" cy="286022"/>
                  </a:xfrm>
                  <a:prstGeom prst="line">
                    <a:avLst/>
                  </a:prstGeom>
                  <a:noFill/>
                  <a:ln w="12700">
                    <a:solidFill>
                      <a:srgbClr val="1F497D"/>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sp>
              <p:nvSpPr>
                <p:cNvPr id="57" name="Text Box 164">
                  <a:extLst>
                    <a:ext uri="{FF2B5EF4-FFF2-40B4-BE49-F238E27FC236}">
                      <a16:creationId xmlns:a16="http://schemas.microsoft.com/office/drawing/2014/main" id="{FFFFF916-6B32-B266-BCFA-71FFE49D2832}"/>
                    </a:ext>
                  </a:extLst>
                </p:cNvPr>
                <p:cNvSpPr txBox="1">
                  <a:spLocks noChangeArrowheads="1"/>
                </p:cNvSpPr>
                <p:nvPr/>
              </p:nvSpPr>
              <p:spPr bwMode="blackWhite">
                <a:xfrm>
                  <a:off x="3155531" y="2398119"/>
                  <a:ext cx="569388"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400" b="1"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147</a:t>
                  </a:r>
                  <a:endParaRPr kumimoji="0" lang="en-GB" sz="1400" b="1"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grpSp>
        <p:sp>
          <p:nvSpPr>
            <p:cNvPr id="69" name="Line 31">
              <a:extLst>
                <a:ext uri="{FF2B5EF4-FFF2-40B4-BE49-F238E27FC236}">
                  <a16:creationId xmlns:a16="http://schemas.microsoft.com/office/drawing/2014/main" id="{D7B75B8B-3A32-8FC2-FFA4-D11FBB1477A9}"/>
                </a:ext>
              </a:extLst>
            </p:cNvPr>
            <p:cNvSpPr>
              <a:spLocks noChangeShapeType="1"/>
            </p:cNvSpPr>
            <p:nvPr/>
          </p:nvSpPr>
          <p:spPr bwMode="blackWhite">
            <a:xfrm>
              <a:off x="2747753" y="2344683"/>
              <a:ext cx="120831" cy="0"/>
            </a:xfrm>
            <a:prstGeom prst="line">
              <a:avLst/>
            </a:prstGeom>
            <a:noFill/>
            <a:ln w="12700">
              <a:solidFill>
                <a:schemeClr val="bg1">
                  <a:lumMod val="75000"/>
                </a:schemeClr>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cxnSp>
          <p:nvCxnSpPr>
            <p:cNvPr id="78" name="Connettore 1 58">
              <a:extLst>
                <a:ext uri="{FF2B5EF4-FFF2-40B4-BE49-F238E27FC236}">
                  <a16:creationId xmlns:a16="http://schemas.microsoft.com/office/drawing/2014/main" id="{E187BED5-F824-7A70-ABCB-FD5DCB0EA870}"/>
                </a:ext>
              </a:extLst>
            </p:cNvPr>
            <p:cNvCxnSpPr/>
            <p:nvPr/>
          </p:nvCxnSpPr>
          <p:spPr>
            <a:xfrm>
              <a:off x="2731777" y="5603974"/>
              <a:ext cx="6677834" cy="0"/>
            </a:xfrm>
            <a:prstGeom prst="line">
              <a:avLst/>
            </a:prstGeom>
            <a:ln w="1270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grpSp>
          <p:nvGrpSpPr>
            <p:cNvPr id="93" name="Группа 92">
              <a:extLst>
                <a:ext uri="{FF2B5EF4-FFF2-40B4-BE49-F238E27FC236}">
                  <a16:creationId xmlns:a16="http://schemas.microsoft.com/office/drawing/2014/main" id="{2B89EB6C-EB36-6FD2-87A7-202BEE424CC1}"/>
                </a:ext>
              </a:extLst>
            </p:cNvPr>
            <p:cNvGrpSpPr/>
            <p:nvPr/>
          </p:nvGrpSpPr>
          <p:grpSpPr>
            <a:xfrm>
              <a:off x="4870857" y="2398119"/>
              <a:ext cx="726329" cy="3205855"/>
              <a:chOff x="4575017" y="2398119"/>
              <a:chExt cx="726329" cy="3205855"/>
            </a:xfrm>
          </p:grpSpPr>
          <p:sp>
            <p:nvSpPr>
              <p:cNvPr id="70" name="Rectangle 14">
                <a:extLst>
                  <a:ext uri="{FF2B5EF4-FFF2-40B4-BE49-F238E27FC236}">
                    <a16:creationId xmlns:a16="http://schemas.microsoft.com/office/drawing/2014/main" id="{1E7F3033-F573-9AE6-26A1-2A11710BC884}"/>
                  </a:ext>
                </a:extLst>
              </p:cNvPr>
              <p:cNvSpPr>
                <a:spLocks noChangeArrowheads="1"/>
              </p:cNvSpPr>
              <p:nvPr/>
            </p:nvSpPr>
            <p:spPr bwMode="blackWhite">
              <a:xfrm>
                <a:off x="4575017" y="3026234"/>
                <a:ext cx="726329" cy="2577740"/>
              </a:xfrm>
              <a:prstGeom prst="rect">
                <a:avLst/>
              </a:prstGeom>
              <a:solidFill>
                <a:srgbClr val="C1D82E"/>
              </a:solidFill>
              <a:ln w="12700">
                <a:no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nvGrpSpPr>
              <p:cNvPr id="90" name="Группа 89">
                <a:extLst>
                  <a:ext uri="{FF2B5EF4-FFF2-40B4-BE49-F238E27FC236}">
                    <a16:creationId xmlns:a16="http://schemas.microsoft.com/office/drawing/2014/main" id="{82A42D13-EEE8-060D-D642-B457A6E43B95}"/>
                  </a:ext>
                </a:extLst>
              </p:cNvPr>
              <p:cNvGrpSpPr/>
              <p:nvPr/>
            </p:nvGrpSpPr>
            <p:grpSpPr>
              <a:xfrm>
                <a:off x="4685304" y="2398119"/>
                <a:ext cx="569388" cy="639519"/>
                <a:chOff x="4591085" y="2398119"/>
                <a:chExt cx="569388" cy="639519"/>
              </a:xfrm>
            </p:grpSpPr>
            <p:grpSp>
              <p:nvGrpSpPr>
                <p:cNvPr id="84" name="Группа 83">
                  <a:extLst>
                    <a:ext uri="{FF2B5EF4-FFF2-40B4-BE49-F238E27FC236}">
                      <a16:creationId xmlns:a16="http://schemas.microsoft.com/office/drawing/2014/main" id="{D7060353-6FA1-C888-422A-2E3F5D0EE1CF}"/>
                    </a:ext>
                  </a:extLst>
                </p:cNvPr>
                <p:cNvGrpSpPr/>
                <p:nvPr/>
              </p:nvGrpSpPr>
              <p:grpSpPr>
                <a:xfrm>
                  <a:off x="4787763" y="2705896"/>
                  <a:ext cx="163322" cy="331742"/>
                  <a:chOff x="4417689" y="2466072"/>
                  <a:chExt cx="163322" cy="286022"/>
                </a:xfrm>
              </p:grpSpPr>
              <p:sp>
                <p:nvSpPr>
                  <p:cNvPr id="85" name="Line 96">
                    <a:extLst>
                      <a:ext uri="{FF2B5EF4-FFF2-40B4-BE49-F238E27FC236}">
                        <a16:creationId xmlns:a16="http://schemas.microsoft.com/office/drawing/2014/main" id="{CB25DD86-102B-921F-C3CF-7F147EB39F9C}"/>
                      </a:ext>
                    </a:extLst>
                  </p:cNvPr>
                  <p:cNvSpPr>
                    <a:spLocks noChangeShapeType="1"/>
                  </p:cNvSpPr>
                  <p:nvPr/>
                </p:nvSpPr>
                <p:spPr bwMode="blackWhite">
                  <a:xfrm>
                    <a:off x="4417689" y="2466072"/>
                    <a:ext cx="163322" cy="0"/>
                  </a:xfrm>
                  <a:prstGeom prst="line">
                    <a:avLst/>
                  </a:prstGeom>
                  <a:noFill/>
                  <a:ln w="12700">
                    <a:solidFill>
                      <a:srgbClr val="1F497D"/>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86" name="Line 97">
                    <a:extLst>
                      <a:ext uri="{FF2B5EF4-FFF2-40B4-BE49-F238E27FC236}">
                        <a16:creationId xmlns:a16="http://schemas.microsoft.com/office/drawing/2014/main" id="{E8B1B527-24B4-CFC8-38AB-202896DA0849}"/>
                      </a:ext>
                    </a:extLst>
                  </p:cNvPr>
                  <p:cNvSpPr>
                    <a:spLocks noChangeShapeType="1"/>
                  </p:cNvSpPr>
                  <p:nvPr/>
                </p:nvSpPr>
                <p:spPr bwMode="blackWhite">
                  <a:xfrm>
                    <a:off x="4469465" y="2466072"/>
                    <a:ext cx="0" cy="286022"/>
                  </a:xfrm>
                  <a:prstGeom prst="line">
                    <a:avLst/>
                  </a:prstGeom>
                  <a:noFill/>
                  <a:ln w="12700">
                    <a:solidFill>
                      <a:srgbClr val="1F497D"/>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sp>
              <p:nvSpPr>
                <p:cNvPr id="87" name="Text Box 164">
                  <a:extLst>
                    <a:ext uri="{FF2B5EF4-FFF2-40B4-BE49-F238E27FC236}">
                      <a16:creationId xmlns:a16="http://schemas.microsoft.com/office/drawing/2014/main" id="{6B77F6EC-B3CE-DDD2-D2FC-E822243BCD44}"/>
                    </a:ext>
                  </a:extLst>
                </p:cNvPr>
                <p:cNvSpPr txBox="1">
                  <a:spLocks noChangeArrowheads="1"/>
                </p:cNvSpPr>
                <p:nvPr/>
              </p:nvSpPr>
              <p:spPr bwMode="blackWhite">
                <a:xfrm>
                  <a:off x="4591085" y="2398119"/>
                  <a:ext cx="569388"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400" b="1"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150</a:t>
                  </a:r>
                  <a:endParaRPr kumimoji="0" lang="en-GB" sz="1400" b="1"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grpSp>
        <p:grpSp>
          <p:nvGrpSpPr>
            <p:cNvPr id="94" name="Группа 93">
              <a:extLst>
                <a:ext uri="{FF2B5EF4-FFF2-40B4-BE49-F238E27FC236}">
                  <a16:creationId xmlns:a16="http://schemas.microsoft.com/office/drawing/2014/main" id="{B4FF2258-E81C-AA2E-B135-496499E2F189}"/>
                </a:ext>
              </a:extLst>
            </p:cNvPr>
            <p:cNvGrpSpPr/>
            <p:nvPr/>
          </p:nvGrpSpPr>
          <p:grpSpPr>
            <a:xfrm>
              <a:off x="7358261" y="2818510"/>
              <a:ext cx="726329" cy="2785463"/>
              <a:chOff x="3801584" y="2566932"/>
              <a:chExt cx="726329" cy="2785463"/>
            </a:xfrm>
          </p:grpSpPr>
          <p:sp>
            <p:nvSpPr>
              <p:cNvPr id="95" name="Rectangle 98">
                <a:extLst>
                  <a:ext uri="{FF2B5EF4-FFF2-40B4-BE49-F238E27FC236}">
                    <a16:creationId xmlns:a16="http://schemas.microsoft.com/office/drawing/2014/main" id="{C1A7EBAC-1E43-FA19-67BD-9CDFC4F47F35}"/>
                  </a:ext>
                </a:extLst>
              </p:cNvPr>
              <p:cNvSpPr>
                <a:spLocks noChangeArrowheads="1"/>
              </p:cNvSpPr>
              <p:nvPr/>
            </p:nvSpPr>
            <p:spPr bwMode="blackWhite">
              <a:xfrm>
                <a:off x="3801584" y="3148692"/>
                <a:ext cx="726329" cy="2203703"/>
              </a:xfrm>
              <a:prstGeom prst="rect">
                <a:avLst/>
              </a:prstGeom>
              <a:solidFill>
                <a:srgbClr val="EC736A"/>
              </a:solidFill>
              <a:ln w="12700">
                <a:no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nvGrpSpPr>
              <p:cNvPr id="96" name="Группа 95">
                <a:extLst>
                  <a:ext uri="{FF2B5EF4-FFF2-40B4-BE49-F238E27FC236}">
                    <a16:creationId xmlns:a16="http://schemas.microsoft.com/office/drawing/2014/main" id="{80282E54-A3CA-BC43-BB5E-AF1BEE195DE2}"/>
                  </a:ext>
                </a:extLst>
              </p:cNvPr>
              <p:cNvGrpSpPr/>
              <p:nvPr/>
            </p:nvGrpSpPr>
            <p:grpSpPr>
              <a:xfrm>
                <a:off x="3860376" y="2566932"/>
                <a:ext cx="569388" cy="581759"/>
                <a:chOff x="3831135" y="2566932"/>
                <a:chExt cx="569388" cy="572759"/>
              </a:xfrm>
            </p:grpSpPr>
            <p:sp>
              <p:nvSpPr>
                <p:cNvPr id="97" name="Text Box 169">
                  <a:extLst>
                    <a:ext uri="{FF2B5EF4-FFF2-40B4-BE49-F238E27FC236}">
                      <a16:creationId xmlns:a16="http://schemas.microsoft.com/office/drawing/2014/main" id="{BBA3AC18-BE35-B0FA-721C-08CBA8AFB68B}"/>
                    </a:ext>
                  </a:extLst>
                </p:cNvPr>
                <p:cNvSpPr txBox="1">
                  <a:spLocks noChangeArrowheads="1"/>
                </p:cNvSpPr>
                <p:nvPr/>
              </p:nvSpPr>
              <p:spPr bwMode="blackWhite">
                <a:xfrm>
                  <a:off x="3831135" y="2566932"/>
                  <a:ext cx="569388" cy="3030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400" b="1"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130</a:t>
                  </a:r>
                  <a:endParaRPr kumimoji="0" lang="en-GB" sz="1400" b="1"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nvGrpSpPr>
                <p:cNvPr id="98" name="Группа 97">
                  <a:extLst>
                    <a:ext uri="{FF2B5EF4-FFF2-40B4-BE49-F238E27FC236}">
                      <a16:creationId xmlns:a16="http://schemas.microsoft.com/office/drawing/2014/main" id="{49552777-9301-6841-0244-289BF5C52187}"/>
                    </a:ext>
                  </a:extLst>
                </p:cNvPr>
                <p:cNvGrpSpPr/>
                <p:nvPr/>
              </p:nvGrpSpPr>
              <p:grpSpPr>
                <a:xfrm>
                  <a:off x="4065273" y="2892879"/>
                  <a:ext cx="85704" cy="246812"/>
                  <a:chOff x="3349537" y="2712382"/>
                  <a:chExt cx="85704" cy="378323"/>
                </a:xfrm>
              </p:grpSpPr>
              <p:sp>
                <p:nvSpPr>
                  <p:cNvPr id="99" name="Line 12">
                    <a:extLst>
                      <a:ext uri="{FF2B5EF4-FFF2-40B4-BE49-F238E27FC236}">
                        <a16:creationId xmlns:a16="http://schemas.microsoft.com/office/drawing/2014/main" id="{46C1399F-55D0-411C-DA3A-9DC5C2C6F6CA}"/>
                      </a:ext>
                    </a:extLst>
                  </p:cNvPr>
                  <p:cNvSpPr>
                    <a:spLocks noChangeShapeType="1"/>
                  </p:cNvSpPr>
                  <p:nvPr/>
                </p:nvSpPr>
                <p:spPr bwMode="blackWhite">
                  <a:xfrm>
                    <a:off x="3349537" y="2712382"/>
                    <a:ext cx="85704" cy="0"/>
                  </a:xfrm>
                  <a:prstGeom prst="line">
                    <a:avLst/>
                  </a:prstGeom>
                  <a:noFill/>
                  <a:ln w="12700">
                    <a:solidFill>
                      <a:srgbClr val="1F497D"/>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00" name="Line 13">
                    <a:extLst>
                      <a:ext uri="{FF2B5EF4-FFF2-40B4-BE49-F238E27FC236}">
                        <a16:creationId xmlns:a16="http://schemas.microsoft.com/office/drawing/2014/main" id="{A4CB1AF4-A695-9A41-C12E-5343F4A97C14}"/>
                      </a:ext>
                    </a:extLst>
                  </p:cNvPr>
                  <p:cNvSpPr>
                    <a:spLocks noChangeShapeType="1"/>
                  </p:cNvSpPr>
                  <p:nvPr/>
                </p:nvSpPr>
                <p:spPr bwMode="blackWhite">
                  <a:xfrm>
                    <a:off x="3404818" y="2716492"/>
                    <a:ext cx="0" cy="374213"/>
                  </a:xfrm>
                  <a:prstGeom prst="line">
                    <a:avLst/>
                  </a:prstGeom>
                  <a:noFill/>
                  <a:ln w="12700">
                    <a:solidFill>
                      <a:srgbClr val="1F497D"/>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grpSp>
        </p:grpSp>
        <p:grpSp>
          <p:nvGrpSpPr>
            <p:cNvPr id="101" name="Группа 100">
              <a:extLst>
                <a:ext uri="{FF2B5EF4-FFF2-40B4-BE49-F238E27FC236}">
                  <a16:creationId xmlns:a16="http://schemas.microsoft.com/office/drawing/2014/main" id="{767E4812-739D-D469-2371-89CFFDC79BA1}"/>
                </a:ext>
              </a:extLst>
            </p:cNvPr>
            <p:cNvGrpSpPr/>
            <p:nvPr/>
          </p:nvGrpSpPr>
          <p:grpSpPr>
            <a:xfrm>
              <a:off x="6599175" y="2729188"/>
              <a:ext cx="726329" cy="2885516"/>
              <a:chOff x="3042498" y="2398119"/>
              <a:chExt cx="726329" cy="2885516"/>
            </a:xfrm>
          </p:grpSpPr>
          <p:sp>
            <p:nvSpPr>
              <p:cNvPr id="102" name="Rectangle 14">
                <a:extLst>
                  <a:ext uri="{FF2B5EF4-FFF2-40B4-BE49-F238E27FC236}">
                    <a16:creationId xmlns:a16="http://schemas.microsoft.com/office/drawing/2014/main" id="{99B9485A-27A2-C46A-6EC6-A719BB51C862}"/>
                  </a:ext>
                </a:extLst>
              </p:cNvPr>
              <p:cNvSpPr>
                <a:spLocks noChangeArrowheads="1"/>
              </p:cNvSpPr>
              <p:nvPr/>
            </p:nvSpPr>
            <p:spPr bwMode="blackWhite">
              <a:xfrm>
                <a:off x="3042498" y="3090706"/>
                <a:ext cx="726329" cy="2192929"/>
              </a:xfrm>
              <a:prstGeom prst="rect">
                <a:avLst/>
              </a:prstGeom>
              <a:solidFill>
                <a:srgbClr val="28BECD"/>
              </a:solidFill>
              <a:ln w="12700">
                <a:no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nvGrpSpPr>
              <p:cNvPr id="103" name="Группа 102">
                <a:extLst>
                  <a:ext uri="{FF2B5EF4-FFF2-40B4-BE49-F238E27FC236}">
                    <a16:creationId xmlns:a16="http://schemas.microsoft.com/office/drawing/2014/main" id="{8F347D6D-C8A9-1AF9-7FF4-F59CBEC45B3F}"/>
                  </a:ext>
                </a:extLst>
              </p:cNvPr>
              <p:cNvGrpSpPr/>
              <p:nvPr/>
            </p:nvGrpSpPr>
            <p:grpSpPr>
              <a:xfrm>
                <a:off x="3168282" y="2398119"/>
                <a:ext cx="569388" cy="692587"/>
                <a:chOff x="3155532" y="2398119"/>
                <a:chExt cx="569388" cy="692587"/>
              </a:xfrm>
            </p:grpSpPr>
            <p:grpSp>
              <p:nvGrpSpPr>
                <p:cNvPr id="104" name="Группа 103">
                  <a:extLst>
                    <a:ext uri="{FF2B5EF4-FFF2-40B4-BE49-F238E27FC236}">
                      <a16:creationId xmlns:a16="http://schemas.microsoft.com/office/drawing/2014/main" id="{B25C492B-8134-F9B7-AF4D-918C8FFEC912}"/>
                    </a:ext>
                  </a:extLst>
                </p:cNvPr>
                <p:cNvGrpSpPr/>
                <p:nvPr/>
              </p:nvGrpSpPr>
              <p:grpSpPr>
                <a:xfrm>
                  <a:off x="3344599" y="2717347"/>
                  <a:ext cx="163322" cy="373359"/>
                  <a:chOff x="4417689" y="2466072"/>
                  <a:chExt cx="163322" cy="286022"/>
                </a:xfrm>
              </p:grpSpPr>
              <p:sp>
                <p:nvSpPr>
                  <p:cNvPr id="106" name="Line 96">
                    <a:extLst>
                      <a:ext uri="{FF2B5EF4-FFF2-40B4-BE49-F238E27FC236}">
                        <a16:creationId xmlns:a16="http://schemas.microsoft.com/office/drawing/2014/main" id="{1DC40C55-51E9-C418-E991-6EEE029174D3}"/>
                      </a:ext>
                    </a:extLst>
                  </p:cNvPr>
                  <p:cNvSpPr>
                    <a:spLocks noChangeShapeType="1"/>
                  </p:cNvSpPr>
                  <p:nvPr/>
                </p:nvSpPr>
                <p:spPr bwMode="blackWhite">
                  <a:xfrm>
                    <a:off x="4417689" y="2466072"/>
                    <a:ext cx="163322" cy="0"/>
                  </a:xfrm>
                  <a:prstGeom prst="line">
                    <a:avLst/>
                  </a:prstGeom>
                  <a:noFill/>
                  <a:ln w="12700">
                    <a:solidFill>
                      <a:srgbClr val="1F497D"/>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07" name="Line 97">
                    <a:extLst>
                      <a:ext uri="{FF2B5EF4-FFF2-40B4-BE49-F238E27FC236}">
                        <a16:creationId xmlns:a16="http://schemas.microsoft.com/office/drawing/2014/main" id="{46120F3F-0C9D-7161-0C77-B7973AB7062B}"/>
                      </a:ext>
                    </a:extLst>
                  </p:cNvPr>
                  <p:cNvSpPr>
                    <a:spLocks noChangeShapeType="1"/>
                  </p:cNvSpPr>
                  <p:nvPr/>
                </p:nvSpPr>
                <p:spPr bwMode="blackWhite">
                  <a:xfrm>
                    <a:off x="4469465" y="2466072"/>
                    <a:ext cx="0" cy="286022"/>
                  </a:xfrm>
                  <a:prstGeom prst="line">
                    <a:avLst/>
                  </a:prstGeom>
                  <a:noFill/>
                  <a:ln w="12700">
                    <a:solidFill>
                      <a:srgbClr val="1F497D"/>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sp>
              <p:nvSpPr>
                <p:cNvPr id="105" name="Text Box 164">
                  <a:extLst>
                    <a:ext uri="{FF2B5EF4-FFF2-40B4-BE49-F238E27FC236}">
                      <a16:creationId xmlns:a16="http://schemas.microsoft.com/office/drawing/2014/main" id="{D63E0C84-F7F2-C2CD-48C1-AF0A7F716647}"/>
                    </a:ext>
                  </a:extLst>
                </p:cNvPr>
                <p:cNvSpPr txBox="1">
                  <a:spLocks noChangeArrowheads="1"/>
                </p:cNvSpPr>
                <p:nvPr/>
              </p:nvSpPr>
              <p:spPr bwMode="blackWhite">
                <a:xfrm>
                  <a:off x="3155532" y="2398119"/>
                  <a:ext cx="569388"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400" b="1"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131</a:t>
                  </a:r>
                  <a:endParaRPr kumimoji="0" lang="en-GB" sz="1400" b="1"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grpSp>
        <p:grpSp>
          <p:nvGrpSpPr>
            <p:cNvPr id="108" name="Группа 107">
              <a:extLst>
                <a:ext uri="{FF2B5EF4-FFF2-40B4-BE49-F238E27FC236}">
                  <a16:creationId xmlns:a16="http://schemas.microsoft.com/office/drawing/2014/main" id="{550CB1CA-0258-34F5-BC7A-6CDA49F6ACC9}"/>
                </a:ext>
              </a:extLst>
            </p:cNvPr>
            <p:cNvGrpSpPr/>
            <p:nvPr/>
          </p:nvGrpSpPr>
          <p:grpSpPr>
            <a:xfrm>
              <a:off x="8131694" y="2729188"/>
              <a:ext cx="726329" cy="2874113"/>
              <a:chOff x="4575017" y="2398119"/>
              <a:chExt cx="726329" cy="2874113"/>
            </a:xfrm>
          </p:grpSpPr>
          <p:sp>
            <p:nvSpPr>
              <p:cNvPr id="109" name="Rectangle 14">
                <a:extLst>
                  <a:ext uri="{FF2B5EF4-FFF2-40B4-BE49-F238E27FC236}">
                    <a16:creationId xmlns:a16="http://schemas.microsoft.com/office/drawing/2014/main" id="{58575EF4-A660-4B89-D0BE-AC110393905B}"/>
                  </a:ext>
                </a:extLst>
              </p:cNvPr>
              <p:cNvSpPr>
                <a:spLocks noChangeArrowheads="1"/>
              </p:cNvSpPr>
              <p:nvPr/>
            </p:nvSpPr>
            <p:spPr bwMode="blackWhite">
              <a:xfrm>
                <a:off x="4575017" y="3026234"/>
                <a:ext cx="726329" cy="2245998"/>
              </a:xfrm>
              <a:prstGeom prst="rect">
                <a:avLst/>
              </a:prstGeom>
              <a:solidFill>
                <a:srgbClr val="C1D82E"/>
              </a:solidFill>
              <a:ln w="12700">
                <a:no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nvGrpSpPr>
              <p:cNvPr id="110" name="Группа 109">
                <a:extLst>
                  <a:ext uri="{FF2B5EF4-FFF2-40B4-BE49-F238E27FC236}">
                    <a16:creationId xmlns:a16="http://schemas.microsoft.com/office/drawing/2014/main" id="{08634FF3-BA41-0D1B-57E0-57AAA4388454}"/>
                  </a:ext>
                </a:extLst>
              </p:cNvPr>
              <p:cNvGrpSpPr/>
              <p:nvPr/>
            </p:nvGrpSpPr>
            <p:grpSpPr>
              <a:xfrm>
                <a:off x="4685305" y="2398119"/>
                <a:ext cx="569388" cy="639519"/>
                <a:chOff x="4591086" y="2398119"/>
                <a:chExt cx="569388" cy="639519"/>
              </a:xfrm>
            </p:grpSpPr>
            <p:grpSp>
              <p:nvGrpSpPr>
                <p:cNvPr id="111" name="Группа 110">
                  <a:extLst>
                    <a:ext uri="{FF2B5EF4-FFF2-40B4-BE49-F238E27FC236}">
                      <a16:creationId xmlns:a16="http://schemas.microsoft.com/office/drawing/2014/main" id="{9F43366E-1578-8E9B-2773-F8E52562EC62}"/>
                    </a:ext>
                  </a:extLst>
                </p:cNvPr>
                <p:cNvGrpSpPr/>
                <p:nvPr/>
              </p:nvGrpSpPr>
              <p:grpSpPr>
                <a:xfrm>
                  <a:off x="4787763" y="2705896"/>
                  <a:ext cx="163322" cy="331742"/>
                  <a:chOff x="4417689" y="2466072"/>
                  <a:chExt cx="163322" cy="286022"/>
                </a:xfrm>
              </p:grpSpPr>
              <p:sp>
                <p:nvSpPr>
                  <p:cNvPr id="113" name="Line 96">
                    <a:extLst>
                      <a:ext uri="{FF2B5EF4-FFF2-40B4-BE49-F238E27FC236}">
                        <a16:creationId xmlns:a16="http://schemas.microsoft.com/office/drawing/2014/main" id="{F4F1F99C-0001-EB05-18AA-0FCD2CC895AE}"/>
                      </a:ext>
                    </a:extLst>
                  </p:cNvPr>
                  <p:cNvSpPr>
                    <a:spLocks noChangeShapeType="1"/>
                  </p:cNvSpPr>
                  <p:nvPr/>
                </p:nvSpPr>
                <p:spPr bwMode="blackWhite">
                  <a:xfrm>
                    <a:off x="4417689" y="2466072"/>
                    <a:ext cx="163322" cy="0"/>
                  </a:xfrm>
                  <a:prstGeom prst="line">
                    <a:avLst/>
                  </a:prstGeom>
                  <a:noFill/>
                  <a:ln w="12700">
                    <a:solidFill>
                      <a:srgbClr val="1F497D"/>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14" name="Line 97">
                    <a:extLst>
                      <a:ext uri="{FF2B5EF4-FFF2-40B4-BE49-F238E27FC236}">
                        <a16:creationId xmlns:a16="http://schemas.microsoft.com/office/drawing/2014/main" id="{AE12748B-FBBF-D17A-F385-D6ABA2FC0DEC}"/>
                      </a:ext>
                    </a:extLst>
                  </p:cNvPr>
                  <p:cNvSpPr>
                    <a:spLocks noChangeShapeType="1"/>
                  </p:cNvSpPr>
                  <p:nvPr/>
                </p:nvSpPr>
                <p:spPr bwMode="blackWhite">
                  <a:xfrm>
                    <a:off x="4469465" y="2466072"/>
                    <a:ext cx="0" cy="286022"/>
                  </a:xfrm>
                  <a:prstGeom prst="line">
                    <a:avLst/>
                  </a:prstGeom>
                  <a:noFill/>
                  <a:ln w="12700">
                    <a:solidFill>
                      <a:srgbClr val="1F497D"/>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sp>
              <p:nvSpPr>
                <p:cNvPr id="112" name="Text Box 164">
                  <a:extLst>
                    <a:ext uri="{FF2B5EF4-FFF2-40B4-BE49-F238E27FC236}">
                      <a16:creationId xmlns:a16="http://schemas.microsoft.com/office/drawing/2014/main" id="{1DBD5480-7CC6-06CD-BA63-CFE68F2E7DB8}"/>
                    </a:ext>
                  </a:extLst>
                </p:cNvPr>
                <p:cNvSpPr txBox="1">
                  <a:spLocks noChangeArrowheads="1"/>
                </p:cNvSpPr>
                <p:nvPr/>
              </p:nvSpPr>
              <p:spPr bwMode="blackWhite">
                <a:xfrm>
                  <a:off x="4591086" y="2398119"/>
                  <a:ext cx="569388"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400" b="1"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133</a:t>
                  </a:r>
                  <a:endParaRPr kumimoji="0" lang="en-GB" sz="1400" b="1"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grpSp>
      </p:grpSp>
      <p:sp>
        <p:nvSpPr>
          <p:cNvPr id="118" name="Заголовок 7">
            <a:extLst>
              <a:ext uri="{FF2B5EF4-FFF2-40B4-BE49-F238E27FC236}">
                <a16:creationId xmlns:a16="http://schemas.microsoft.com/office/drawing/2014/main" id="{4C9C09C3-E413-150E-A0BA-2FE8F00F690D}"/>
              </a:ext>
            </a:extLst>
          </p:cNvPr>
          <p:cNvSpPr txBox="1">
            <a:spLocks/>
          </p:cNvSpPr>
          <p:nvPr/>
        </p:nvSpPr>
        <p:spPr>
          <a:xfrm>
            <a:off x="875159" y="497766"/>
            <a:ext cx="10211619" cy="988134"/>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lvl="0">
              <a:defRPr/>
            </a:pPr>
            <a:r>
              <a:rPr lang="ru-RU" sz="2000" dirty="0" err="1"/>
              <a:t>Конкор</a:t>
            </a:r>
            <a:r>
              <a:rPr lang="ru-RU" sz="2000" dirty="0"/>
              <a:t>® АМ </a:t>
            </a:r>
            <a:r>
              <a:rPr kumimoji="0" lang="ru-RU" sz="2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снижает САД и ДАД одинаково эффективно у пациентов с СД и без него</a:t>
            </a:r>
            <a:r>
              <a:rPr kumimoji="0" lang="ru-RU" sz="1600" b="0" i="0" u="none" strike="noStrike" kern="1200" cap="none" spc="0" normalizeH="0" baseline="60000" noProof="0" dirty="0">
                <a:ln>
                  <a:noFill/>
                </a:ln>
                <a:solidFill>
                  <a:srgbClr val="265374"/>
                </a:solidFill>
                <a:effectLst/>
                <a:uLnTx/>
                <a:uFillTx/>
                <a:latin typeface="Verdana" panose="020B0604030504040204" pitchFamily="34" charset="0"/>
                <a:ea typeface="Verdana" panose="020B0604030504040204" pitchFamily="34" charset="0"/>
                <a:cs typeface="+mj-cs"/>
              </a:rPr>
              <a:t>1</a:t>
            </a:r>
          </a:p>
        </p:txBody>
      </p:sp>
      <p:grpSp>
        <p:nvGrpSpPr>
          <p:cNvPr id="2" name="Группа 3">
            <a:extLst>
              <a:ext uri="{FF2B5EF4-FFF2-40B4-BE49-F238E27FC236}">
                <a16:creationId xmlns:a16="http://schemas.microsoft.com/office/drawing/2014/main" id="{0C6782C0-375B-4084-A566-FDAD09C605F2}"/>
              </a:ext>
            </a:extLst>
          </p:cNvPr>
          <p:cNvGrpSpPr>
            <a:grpSpLocks/>
          </p:cNvGrpSpPr>
          <p:nvPr/>
        </p:nvGrpSpPr>
        <p:grpSpPr>
          <a:xfrm>
            <a:off x="6316160" y="2499882"/>
            <a:ext cx="5796000" cy="3059999"/>
            <a:chOff x="1900973" y="2351092"/>
            <a:chExt cx="7508638" cy="3350646"/>
          </a:xfrm>
        </p:grpSpPr>
        <p:sp>
          <p:nvSpPr>
            <p:cNvPr id="3" name="Text Box 1039">
              <a:extLst>
                <a:ext uri="{FF2B5EF4-FFF2-40B4-BE49-F238E27FC236}">
                  <a16:creationId xmlns:a16="http://schemas.microsoft.com/office/drawing/2014/main" id="{3C6290A3-9EAC-A063-65FB-6C4C2B5C4887}"/>
                </a:ext>
              </a:extLst>
            </p:cNvPr>
            <p:cNvSpPr txBox="1">
              <a:spLocks noChangeArrowheads="1"/>
            </p:cNvSpPr>
            <p:nvPr/>
          </p:nvSpPr>
          <p:spPr bwMode="auto">
            <a:xfrm>
              <a:off x="3555749" y="5295473"/>
              <a:ext cx="1807546" cy="2492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defTabSz="800100" eaLnBrk="0" hangingPunct="0">
                <a:defRPr sz="2400">
                  <a:solidFill>
                    <a:schemeClr val="tx1"/>
                  </a:solidFill>
                  <a:latin typeface="Arial" charset="0"/>
                  <a:ea typeface="ＭＳ Ｐゴシック" charset="0"/>
                  <a:cs typeface="ＭＳ Ｐゴシック" charset="0"/>
                </a:defRPr>
              </a:lvl1pPr>
              <a:lvl2pPr marL="742950" indent="-285750" defTabSz="800100" eaLnBrk="0" hangingPunct="0">
                <a:defRPr sz="2400">
                  <a:solidFill>
                    <a:schemeClr val="tx1"/>
                  </a:solidFill>
                  <a:latin typeface="Arial" charset="0"/>
                  <a:ea typeface="ＭＳ Ｐゴシック" charset="0"/>
                </a:defRPr>
              </a:lvl2pPr>
              <a:lvl3pPr marL="1143000" indent="-228600" defTabSz="800100" eaLnBrk="0" hangingPunct="0">
                <a:defRPr sz="2400">
                  <a:solidFill>
                    <a:schemeClr val="tx1"/>
                  </a:solidFill>
                  <a:latin typeface="Arial" charset="0"/>
                  <a:ea typeface="ＭＳ Ｐゴシック" charset="0"/>
                </a:defRPr>
              </a:lvl3pPr>
              <a:lvl4pPr marL="1600200" indent="-228600" defTabSz="800100" eaLnBrk="0" hangingPunct="0">
                <a:defRPr sz="2400">
                  <a:solidFill>
                    <a:schemeClr val="tx1"/>
                  </a:solidFill>
                  <a:latin typeface="Arial" charset="0"/>
                  <a:ea typeface="ＭＳ Ｐゴシック" charset="0"/>
                </a:defRPr>
              </a:lvl4pPr>
              <a:lvl5pPr marL="2057400" indent="-228600" defTabSz="800100" eaLnBrk="0" hangingPunct="0">
                <a:defRPr sz="2400">
                  <a:solidFill>
                    <a:schemeClr val="tx1"/>
                  </a:solidFill>
                  <a:latin typeface="Arial" charset="0"/>
                  <a:ea typeface="ＭＳ Ｐゴシック" charset="0"/>
                </a:defRPr>
              </a:lvl5pPr>
              <a:lvl6pPr marL="2514600" indent="-228600" defTabSz="800100"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800100"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800100"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8001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800100" rtl="0" eaLnBrk="0" fontAlgn="base" latinLnBrk="0" hangingPunct="0">
                <a:lnSpc>
                  <a:spcPct val="85000"/>
                </a:lnSpc>
                <a:spcBef>
                  <a:spcPct val="0"/>
                </a:spcBef>
                <a:spcAft>
                  <a:spcPct val="0"/>
                </a:spcAft>
                <a:buClrTx/>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rPr>
                <a:t>Начало лечения</a:t>
              </a:r>
              <a:endParaRPr kumimoji="0" lang="fr-FR"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endParaRPr>
            </a:p>
          </p:txBody>
        </p:sp>
        <p:sp>
          <p:nvSpPr>
            <p:cNvPr id="4" name="Text Box 1039">
              <a:extLst>
                <a:ext uri="{FF2B5EF4-FFF2-40B4-BE49-F238E27FC236}">
                  <a16:creationId xmlns:a16="http://schemas.microsoft.com/office/drawing/2014/main" id="{E3E6303A-D01E-33F4-3910-A265132E843F}"/>
                </a:ext>
              </a:extLst>
            </p:cNvPr>
            <p:cNvSpPr txBox="1">
              <a:spLocks noChangeArrowheads="1"/>
            </p:cNvSpPr>
            <p:nvPr/>
          </p:nvSpPr>
          <p:spPr bwMode="auto">
            <a:xfrm>
              <a:off x="6822414" y="5295473"/>
              <a:ext cx="1807546" cy="4062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defTabSz="800100" eaLnBrk="0" hangingPunct="0">
                <a:defRPr sz="2400">
                  <a:solidFill>
                    <a:schemeClr val="tx1"/>
                  </a:solidFill>
                  <a:latin typeface="Arial" charset="0"/>
                  <a:ea typeface="ＭＳ Ｐゴシック" charset="0"/>
                  <a:cs typeface="ＭＳ Ｐゴシック" charset="0"/>
                </a:defRPr>
              </a:lvl1pPr>
              <a:lvl2pPr marL="742950" indent="-285750" defTabSz="800100" eaLnBrk="0" hangingPunct="0">
                <a:defRPr sz="2400">
                  <a:solidFill>
                    <a:schemeClr val="tx1"/>
                  </a:solidFill>
                  <a:latin typeface="Arial" charset="0"/>
                  <a:ea typeface="ＭＳ Ｐゴシック" charset="0"/>
                </a:defRPr>
              </a:lvl2pPr>
              <a:lvl3pPr marL="1143000" indent="-228600" defTabSz="800100" eaLnBrk="0" hangingPunct="0">
                <a:defRPr sz="2400">
                  <a:solidFill>
                    <a:schemeClr val="tx1"/>
                  </a:solidFill>
                  <a:latin typeface="Arial" charset="0"/>
                  <a:ea typeface="ＭＳ Ｐゴシック" charset="0"/>
                </a:defRPr>
              </a:lvl3pPr>
              <a:lvl4pPr marL="1600200" indent="-228600" defTabSz="800100" eaLnBrk="0" hangingPunct="0">
                <a:defRPr sz="2400">
                  <a:solidFill>
                    <a:schemeClr val="tx1"/>
                  </a:solidFill>
                  <a:latin typeface="Arial" charset="0"/>
                  <a:ea typeface="ＭＳ Ｐゴシック" charset="0"/>
                </a:defRPr>
              </a:lvl4pPr>
              <a:lvl5pPr marL="2057400" indent="-228600" defTabSz="800100" eaLnBrk="0" hangingPunct="0">
                <a:defRPr sz="2400">
                  <a:solidFill>
                    <a:schemeClr val="tx1"/>
                  </a:solidFill>
                  <a:latin typeface="Arial" charset="0"/>
                  <a:ea typeface="ＭＳ Ｐゴシック" charset="0"/>
                </a:defRPr>
              </a:lvl5pPr>
              <a:lvl6pPr marL="2514600" indent="-228600" defTabSz="800100"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800100"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800100"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8001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800100" rtl="0" eaLnBrk="0" fontAlgn="base" latinLnBrk="0" hangingPunct="0">
                <a:lnSpc>
                  <a:spcPct val="85000"/>
                </a:lnSpc>
                <a:spcBef>
                  <a:spcPct val="0"/>
                </a:spcBef>
                <a:spcAft>
                  <a:spcPct val="0"/>
                </a:spcAft>
                <a:buClrTx/>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rPr>
                <a:t>Через 6 месяцев терапии</a:t>
              </a:r>
              <a:endParaRPr kumimoji="0" lang="fr-FR"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endParaRPr>
            </a:p>
          </p:txBody>
        </p:sp>
        <p:sp>
          <p:nvSpPr>
            <p:cNvPr id="5" name="Text Box 44">
              <a:extLst>
                <a:ext uri="{FF2B5EF4-FFF2-40B4-BE49-F238E27FC236}">
                  <a16:creationId xmlns:a16="http://schemas.microsoft.com/office/drawing/2014/main" id="{01D6E13B-CEB0-B31B-110B-03008C81EF1C}"/>
                </a:ext>
              </a:extLst>
            </p:cNvPr>
            <p:cNvSpPr txBox="1">
              <a:spLocks noChangeArrowheads="1"/>
            </p:cNvSpPr>
            <p:nvPr/>
          </p:nvSpPr>
          <p:spPr bwMode="blackWhite">
            <a:xfrm rot="16200000">
              <a:off x="606906" y="3714193"/>
              <a:ext cx="3124923" cy="3987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lvl="0" algn="ctr" eaLnBrk="1" hangingPunct="1">
                <a:defRPr/>
              </a:pPr>
              <a:r>
                <a:rPr lang="ru-RU" sz="1400" kern="0" dirty="0">
                  <a:solidFill>
                    <a:srgbClr val="265374"/>
                  </a:solidFill>
                  <a:latin typeface="Calibri" panose="020F0502020204030204" pitchFamily="34" charset="0"/>
                  <a:cs typeface="Calibri" panose="020F0502020204030204" pitchFamily="34" charset="0"/>
                </a:rPr>
                <a:t>мм  рт. ст.</a:t>
              </a:r>
              <a:endParaRPr lang="en-GB" sz="1400" kern="0" dirty="0">
                <a:solidFill>
                  <a:srgbClr val="265374"/>
                </a:solidFill>
                <a:latin typeface="Calibri" panose="020F0502020204030204" pitchFamily="34" charset="0"/>
                <a:cs typeface="Calibri" panose="020F0502020204030204" pitchFamily="34" charset="0"/>
              </a:endParaRPr>
            </a:p>
          </p:txBody>
        </p:sp>
        <p:sp>
          <p:nvSpPr>
            <p:cNvPr id="6" name="Text Box 37">
              <a:extLst>
                <a:ext uri="{FF2B5EF4-FFF2-40B4-BE49-F238E27FC236}">
                  <a16:creationId xmlns:a16="http://schemas.microsoft.com/office/drawing/2014/main" id="{40DB055C-E557-0782-D4ED-47B9849BB902}"/>
                </a:ext>
              </a:extLst>
            </p:cNvPr>
            <p:cNvSpPr txBox="1">
              <a:spLocks noChangeArrowheads="1"/>
            </p:cNvSpPr>
            <p:nvPr/>
          </p:nvSpPr>
          <p:spPr bwMode="blackWhite">
            <a:xfrm>
              <a:off x="2427600" y="3297951"/>
              <a:ext cx="364203" cy="261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75</a:t>
              </a:r>
              <a:endParaRPr kumimoji="0" lang="en-GB" sz="1100" b="0"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7" name="Text Box 38">
              <a:extLst>
                <a:ext uri="{FF2B5EF4-FFF2-40B4-BE49-F238E27FC236}">
                  <a16:creationId xmlns:a16="http://schemas.microsoft.com/office/drawing/2014/main" id="{9313E3F4-F819-4346-35D8-344FB753B745}"/>
                </a:ext>
              </a:extLst>
            </p:cNvPr>
            <p:cNvSpPr txBox="1">
              <a:spLocks noChangeArrowheads="1"/>
            </p:cNvSpPr>
            <p:nvPr/>
          </p:nvSpPr>
          <p:spPr bwMode="blackWhite">
            <a:xfrm>
              <a:off x="2427600" y="3662189"/>
              <a:ext cx="364203" cy="261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60</a:t>
              </a:r>
              <a:endParaRPr kumimoji="0" lang="en-GB" sz="1100" b="0"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8" name="Text Box 39">
              <a:extLst>
                <a:ext uri="{FF2B5EF4-FFF2-40B4-BE49-F238E27FC236}">
                  <a16:creationId xmlns:a16="http://schemas.microsoft.com/office/drawing/2014/main" id="{53779B38-4E7C-E89D-5534-2B19A911A241}"/>
                </a:ext>
              </a:extLst>
            </p:cNvPr>
            <p:cNvSpPr txBox="1">
              <a:spLocks noChangeArrowheads="1"/>
            </p:cNvSpPr>
            <p:nvPr/>
          </p:nvSpPr>
          <p:spPr bwMode="blackWhite">
            <a:xfrm>
              <a:off x="2427600" y="4011509"/>
              <a:ext cx="364203" cy="261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45</a:t>
              </a:r>
              <a:endParaRPr kumimoji="0" lang="en-GB" sz="1100" b="0"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9" name="Text Box 40">
              <a:extLst>
                <a:ext uri="{FF2B5EF4-FFF2-40B4-BE49-F238E27FC236}">
                  <a16:creationId xmlns:a16="http://schemas.microsoft.com/office/drawing/2014/main" id="{46AAE20F-8C93-7288-0FB1-C47FCAC52E5D}"/>
                </a:ext>
              </a:extLst>
            </p:cNvPr>
            <p:cNvSpPr txBox="1">
              <a:spLocks noChangeArrowheads="1"/>
            </p:cNvSpPr>
            <p:nvPr/>
          </p:nvSpPr>
          <p:spPr bwMode="blackWhite">
            <a:xfrm>
              <a:off x="2427600" y="4349813"/>
              <a:ext cx="364203" cy="261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30</a:t>
              </a:r>
              <a:endParaRPr kumimoji="0" lang="en-GB" sz="1100" b="0"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1" name="Text Box 41">
              <a:extLst>
                <a:ext uri="{FF2B5EF4-FFF2-40B4-BE49-F238E27FC236}">
                  <a16:creationId xmlns:a16="http://schemas.microsoft.com/office/drawing/2014/main" id="{FA1EDB4F-2229-A68C-95E6-4331AC65856F}"/>
                </a:ext>
              </a:extLst>
            </p:cNvPr>
            <p:cNvSpPr txBox="1">
              <a:spLocks noChangeArrowheads="1"/>
            </p:cNvSpPr>
            <p:nvPr/>
          </p:nvSpPr>
          <p:spPr bwMode="blackWhite">
            <a:xfrm>
              <a:off x="1900973" y="4703248"/>
              <a:ext cx="890831" cy="261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10</a:t>
              </a:r>
              <a:endParaRPr kumimoji="0" lang="en-GB" sz="1100" b="0"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2" name="Text Box 42">
              <a:extLst>
                <a:ext uri="{FF2B5EF4-FFF2-40B4-BE49-F238E27FC236}">
                  <a16:creationId xmlns:a16="http://schemas.microsoft.com/office/drawing/2014/main" id="{C8CACD6C-4F35-E29D-E8DD-147927CB7D06}"/>
                </a:ext>
              </a:extLst>
            </p:cNvPr>
            <p:cNvSpPr txBox="1">
              <a:spLocks noChangeArrowheads="1"/>
            </p:cNvSpPr>
            <p:nvPr/>
          </p:nvSpPr>
          <p:spPr bwMode="blackWhite">
            <a:xfrm>
              <a:off x="2517371" y="5014389"/>
              <a:ext cx="274434" cy="261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0</a:t>
              </a:r>
            </a:p>
          </p:txBody>
        </p:sp>
        <p:sp>
          <p:nvSpPr>
            <p:cNvPr id="14" name="Text Box 155">
              <a:extLst>
                <a:ext uri="{FF2B5EF4-FFF2-40B4-BE49-F238E27FC236}">
                  <a16:creationId xmlns:a16="http://schemas.microsoft.com/office/drawing/2014/main" id="{CFED1520-959A-1841-8232-328724947170}"/>
                </a:ext>
              </a:extLst>
            </p:cNvPr>
            <p:cNvSpPr txBox="1">
              <a:spLocks noChangeArrowheads="1"/>
            </p:cNvSpPr>
            <p:nvPr/>
          </p:nvSpPr>
          <p:spPr bwMode="blackWhite">
            <a:xfrm>
              <a:off x="2427600" y="2948631"/>
              <a:ext cx="364203" cy="261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90</a:t>
              </a:r>
              <a:endParaRPr kumimoji="0" lang="en-GB" sz="1100" b="0"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5" name="Text Box 156">
              <a:extLst>
                <a:ext uri="{FF2B5EF4-FFF2-40B4-BE49-F238E27FC236}">
                  <a16:creationId xmlns:a16="http://schemas.microsoft.com/office/drawing/2014/main" id="{6E35CBCD-2EF9-B618-A078-7C23AE794A6C}"/>
                </a:ext>
              </a:extLst>
            </p:cNvPr>
            <p:cNvSpPr txBox="1">
              <a:spLocks noChangeArrowheads="1"/>
            </p:cNvSpPr>
            <p:nvPr/>
          </p:nvSpPr>
          <p:spPr bwMode="blackWhite">
            <a:xfrm>
              <a:off x="2337833" y="2621345"/>
              <a:ext cx="453970" cy="261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105</a:t>
              </a:r>
              <a:endParaRPr kumimoji="0" lang="en-GB" sz="1100" b="0"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7" name="Line 29">
              <a:extLst>
                <a:ext uri="{FF2B5EF4-FFF2-40B4-BE49-F238E27FC236}">
                  <a16:creationId xmlns:a16="http://schemas.microsoft.com/office/drawing/2014/main" id="{0B521DBB-6ADA-7BB8-5993-533DE0815521}"/>
                </a:ext>
              </a:extLst>
            </p:cNvPr>
            <p:cNvSpPr>
              <a:spLocks noChangeShapeType="1"/>
            </p:cNvSpPr>
            <p:nvPr/>
          </p:nvSpPr>
          <p:spPr bwMode="blackWhite">
            <a:xfrm flipH="1" flipV="1">
              <a:off x="2881277" y="2621345"/>
              <a:ext cx="18712" cy="2581654"/>
            </a:xfrm>
            <a:prstGeom prst="line">
              <a:avLst/>
            </a:prstGeom>
            <a:noFill/>
            <a:ln w="12700">
              <a:solidFill>
                <a:schemeClr val="bg1">
                  <a:lumMod val="75000"/>
                </a:schemeClr>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9" name="Line 31">
              <a:extLst>
                <a:ext uri="{FF2B5EF4-FFF2-40B4-BE49-F238E27FC236}">
                  <a16:creationId xmlns:a16="http://schemas.microsoft.com/office/drawing/2014/main" id="{6B586A03-AE27-BA9F-25D1-7C47DF76C27C}"/>
                </a:ext>
              </a:extLst>
            </p:cNvPr>
            <p:cNvSpPr>
              <a:spLocks noChangeShapeType="1"/>
            </p:cNvSpPr>
            <p:nvPr/>
          </p:nvSpPr>
          <p:spPr bwMode="blackWhite">
            <a:xfrm>
              <a:off x="2764944" y="3066809"/>
              <a:ext cx="120831" cy="0"/>
            </a:xfrm>
            <a:prstGeom prst="line">
              <a:avLst/>
            </a:prstGeom>
            <a:noFill/>
            <a:ln w="12700">
              <a:solidFill>
                <a:schemeClr val="bg1">
                  <a:lumMod val="75000"/>
                </a:schemeClr>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51" name="Line 32">
              <a:extLst>
                <a:ext uri="{FF2B5EF4-FFF2-40B4-BE49-F238E27FC236}">
                  <a16:creationId xmlns:a16="http://schemas.microsoft.com/office/drawing/2014/main" id="{44B3079E-C564-5E8D-5FE8-2234A5FD107E}"/>
                </a:ext>
              </a:extLst>
            </p:cNvPr>
            <p:cNvSpPr>
              <a:spLocks noChangeShapeType="1"/>
            </p:cNvSpPr>
            <p:nvPr/>
          </p:nvSpPr>
          <p:spPr bwMode="blackWhite">
            <a:xfrm>
              <a:off x="2764944" y="3788998"/>
              <a:ext cx="120831" cy="0"/>
            </a:xfrm>
            <a:prstGeom prst="line">
              <a:avLst/>
            </a:prstGeom>
            <a:noFill/>
            <a:ln w="12700">
              <a:solidFill>
                <a:schemeClr val="bg1">
                  <a:lumMod val="75000"/>
                </a:schemeClr>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52" name="Line 33">
              <a:extLst>
                <a:ext uri="{FF2B5EF4-FFF2-40B4-BE49-F238E27FC236}">
                  <a16:creationId xmlns:a16="http://schemas.microsoft.com/office/drawing/2014/main" id="{8430C401-FEC5-A1CA-5848-E834F83CD66D}"/>
                </a:ext>
              </a:extLst>
            </p:cNvPr>
            <p:cNvSpPr>
              <a:spLocks noChangeShapeType="1"/>
            </p:cNvSpPr>
            <p:nvPr/>
          </p:nvSpPr>
          <p:spPr bwMode="blackWhite">
            <a:xfrm>
              <a:off x="2764944" y="4142543"/>
              <a:ext cx="120831" cy="0"/>
            </a:xfrm>
            <a:prstGeom prst="line">
              <a:avLst/>
            </a:prstGeom>
            <a:noFill/>
            <a:ln w="12700">
              <a:solidFill>
                <a:schemeClr val="bg1">
                  <a:lumMod val="75000"/>
                </a:schemeClr>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53" name="Line 34">
              <a:extLst>
                <a:ext uri="{FF2B5EF4-FFF2-40B4-BE49-F238E27FC236}">
                  <a16:creationId xmlns:a16="http://schemas.microsoft.com/office/drawing/2014/main" id="{C9409BD3-D5BD-9206-5851-D3BD63752864}"/>
                </a:ext>
              </a:extLst>
            </p:cNvPr>
            <p:cNvSpPr>
              <a:spLocks noChangeShapeType="1"/>
            </p:cNvSpPr>
            <p:nvPr/>
          </p:nvSpPr>
          <p:spPr bwMode="blackWhite">
            <a:xfrm>
              <a:off x="2764944" y="4838510"/>
              <a:ext cx="120831" cy="0"/>
            </a:xfrm>
            <a:prstGeom prst="line">
              <a:avLst/>
            </a:prstGeom>
            <a:noFill/>
            <a:ln w="12700">
              <a:solidFill>
                <a:schemeClr val="bg1">
                  <a:lumMod val="75000"/>
                </a:schemeClr>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58" name="Line 35">
              <a:extLst>
                <a:ext uri="{FF2B5EF4-FFF2-40B4-BE49-F238E27FC236}">
                  <a16:creationId xmlns:a16="http://schemas.microsoft.com/office/drawing/2014/main" id="{F41EA35B-2FF6-E62E-5CE1-3EB63D74AC31}"/>
                </a:ext>
              </a:extLst>
            </p:cNvPr>
            <p:cNvSpPr>
              <a:spLocks noChangeShapeType="1"/>
            </p:cNvSpPr>
            <p:nvPr/>
          </p:nvSpPr>
          <p:spPr bwMode="blackWhite">
            <a:xfrm>
              <a:off x="2764944" y="5202998"/>
              <a:ext cx="120831" cy="0"/>
            </a:xfrm>
            <a:prstGeom prst="line">
              <a:avLst/>
            </a:prstGeom>
            <a:noFill/>
            <a:ln w="12700">
              <a:solidFill>
                <a:schemeClr val="bg1">
                  <a:lumMod val="75000"/>
                </a:schemeClr>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59" name="Line 89">
              <a:extLst>
                <a:ext uri="{FF2B5EF4-FFF2-40B4-BE49-F238E27FC236}">
                  <a16:creationId xmlns:a16="http://schemas.microsoft.com/office/drawing/2014/main" id="{F5DD3093-5DEA-D2D4-E4EC-44BE2F9B3697}"/>
                </a:ext>
              </a:extLst>
            </p:cNvPr>
            <p:cNvSpPr>
              <a:spLocks noChangeShapeType="1"/>
            </p:cNvSpPr>
            <p:nvPr/>
          </p:nvSpPr>
          <p:spPr bwMode="blackWhite">
            <a:xfrm>
              <a:off x="2764944" y="4486484"/>
              <a:ext cx="120831" cy="0"/>
            </a:xfrm>
            <a:prstGeom prst="line">
              <a:avLst/>
            </a:prstGeom>
            <a:noFill/>
            <a:ln w="12700">
              <a:solidFill>
                <a:schemeClr val="bg1">
                  <a:lumMod val="75000"/>
                </a:schemeClr>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60" name="Line 90">
              <a:extLst>
                <a:ext uri="{FF2B5EF4-FFF2-40B4-BE49-F238E27FC236}">
                  <a16:creationId xmlns:a16="http://schemas.microsoft.com/office/drawing/2014/main" id="{1814C7BC-37CE-F9CB-FFB9-26BB9829F6EB}"/>
                </a:ext>
              </a:extLst>
            </p:cNvPr>
            <p:cNvSpPr>
              <a:spLocks noChangeShapeType="1"/>
            </p:cNvSpPr>
            <p:nvPr/>
          </p:nvSpPr>
          <p:spPr bwMode="blackWhite">
            <a:xfrm>
              <a:off x="2764944" y="3424511"/>
              <a:ext cx="120831" cy="0"/>
            </a:xfrm>
            <a:prstGeom prst="line">
              <a:avLst/>
            </a:prstGeom>
            <a:noFill/>
            <a:ln w="12700">
              <a:solidFill>
                <a:schemeClr val="bg1">
                  <a:lumMod val="75000"/>
                </a:schemeClr>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nvGrpSpPr>
            <p:cNvPr id="61" name="Группа 91">
              <a:extLst>
                <a:ext uri="{FF2B5EF4-FFF2-40B4-BE49-F238E27FC236}">
                  <a16:creationId xmlns:a16="http://schemas.microsoft.com/office/drawing/2014/main" id="{68C4254E-CEAE-CDE6-3730-0E4D03D9E4CE}"/>
                </a:ext>
              </a:extLst>
            </p:cNvPr>
            <p:cNvGrpSpPr/>
            <p:nvPr/>
          </p:nvGrpSpPr>
          <p:grpSpPr>
            <a:xfrm>
              <a:off x="4097424" y="2559415"/>
              <a:ext cx="726329" cy="2643582"/>
              <a:chOff x="3801584" y="2960391"/>
              <a:chExt cx="726329" cy="2643582"/>
            </a:xfrm>
          </p:grpSpPr>
          <p:sp>
            <p:nvSpPr>
              <p:cNvPr id="137" name="Rectangle 98">
                <a:extLst>
                  <a:ext uri="{FF2B5EF4-FFF2-40B4-BE49-F238E27FC236}">
                    <a16:creationId xmlns:a16="http://schemas.microsoft.com/office/drawing/2014/main" id="{EA8CF68D-C289-6830-BFAC-95B78CF843EE}"/>
                  </a:ext>
                </a:extLst>
              </p:cNvPr>
              <p:cNvSpPr>
                <a:spLocks noChangeArrowheads="1"/>
              </p:cNvSpPr>
              <p:nvPr/>
            </p:nvSpPr>
            <p:spPr bwMode="blackWhite">
              <a:xfrm>
                <a:off x="3801584" y="3442605"/>
                <a:ext cx="726329" cy="2161368"/>
              </a:xfrm>
              <a:prstGeom prst="rect">
                <a:avLst/>
              </a:prstGeom>
              <a:solidFill>
                <a:srgbClr val="EC736A"/>
              </a:solidFill>
              <a:ln w="12700">
                <a:no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nvGrpSpPr>
              <p:cNvPr id="138" name="Группа 88">
                <a:extLst>
                  <a:ext uri="{FF2B5EF4-FFF2-40B4-BE49-F238E27FC236}">
                    <a16:creationId xmlns:a16="http://schemas.microsoft.com/office/drawing/2014/main" id="{12BBA870-9E57-E7A0-9039-672589F0BDB7}"/>
                  </a:ext>
                </a:extLst>
              </p:cNvPr>
              <p:cNvGrpSpPr/>
              <p:nvPr/>
            </p:nvGrpSpPr>
            <p:grpSpPr>
              <a:xfrm>
                <a:off x="3924496" y="2960391"/>
                <a:ext cx="441147" cy="470228"/>
                <a:chOff x="3895255" y="2954302"/>
                <a:chExt cx="441147" cy="462953"/>
              </a:xfrm>
            </p:grpSpPr>
            <p:sp>
              <p:nvSpPr>
                <p:cNvPr id="139" name="Text Box 169">
                  <a:extLst>
                    <a:ext uri="{FF2B5EF4-FFF2-40B4-BE49-F238E27FC236}">
                      <a16:creationId xmlns:a16="http://schemas.microsoft.com/office/drawing/2014/main" id="{BEDE988B-982D-AB2D-5215-8631D9B428E4}"/>
                    </a:ext>
                  </a:extLst>
                </p:cNvPr>
                <p:cNvSpPr txBox="1">
                  <a:spLocks noChangeArrowheads="1"/>
                </p:cNvSpPr>
                <p:nvPr/>
              </p:nvSpPr>
              <p:spPr bwMode="blackWhite">
                <a:xfrm>
                  <a:off x="3895255" y="2954302"/>
                  <a:ext cx="441147" cy="30301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400" b="1"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88</a:t>
                  </a:r>
                  <a:endParaRPr kumimoji="0" lang="en-GB" sz="1400" b="1"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nvGrpSpPr>
                <p:cNvPr id="140" name="Группа 81">
                  <a:extLst>
                    <a:ext uri="{FF2B5EF4-FFF2-40B4-BE49-F238E27FC236}">
                      <a16:creationId xmlns:a16="http://schemas.microsoft.com/office/drawing/2014/main" id="{A89D4DAF-947F-C6CB-1112-53D2FF065634}"/>
                    </a:ext>
                  </a:extLst>
                </p:cNvPr>
                <p:cNvGrpSpPr/>
                <p:nvPr/>
              </p:nvGrpSpPr>
              <p:grpSpPr>
                <a:xfrm>
                  <a:off x="4065273" y="3231562"/>
                  <a:ext cx="85704" cy="185693"/>
                  <a:chOff x="3349537" y="3231513"/>
                  <a:chExt cx="85704" cy="284636"/>
                </a:xfrm>
              </p:grpSpPr>
              <p:sp>
                <p:nvSpPr>
                  <p:cNvPr id="141" name="Line 12">
                    <a:extLst>
                      <a:ext uri="{FF2B5EF4-FFF2-40B4-BE49-F238E27FC236}">
                        <a16:creationId xmlns:a16="http://schemas.microsoft.com/office/drawing/2014/main" id="{E183389B-D169-86BC-E473-5CB0B148527E}"/>
                      </a:ext>
                    </a:extLst>
                  </p:cNvPr>
                  <p:cNvSpPr>
                    <a:spLocks noChangeShapeType="1"/>
                  </p:cNvSpPr>
                  <p:nvPr/>
                </p:nvSpPr>
                <p:spPr bwMode="blackWhite">
                  <a:xfrm>
                    <a:off x="3349537" y="3231513"/>
                    <a:ext cx="85704" cy="0"/>
                  </a:xfrm>
                  <a:prstGeom prst="line">
                    <a:avLst/>
                  </a:prstGeom>
                  <a:noFill/>
                  <a:ln w="12700">
                    <a:solidFill>
                      <a:srgbClr val="1F497D"/>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42" name="Line 13">
                    <a:extLst>
                      <a:ext uri="{FF2B5EF4-FFF2-40B4-BE49-F238E27FC236}">
                        <a16:creationId xmlns:a16="http://schemas.microsoft.com/office/drawing/2014/main" id="{6B4FE31B-CE72-FCF2-6FED-C6A8E5E7F9BE}"/>
                      </a:ext>
                    </a:extLst>
                  </p:cNvPr>
                  <p:cNvSpPr>
                    <a:spLocks noChangeShapeType="1"/>
                  </p:cNvSpPr>
                  <p:nvPr/>
                </p:nvSpPr>
                <p:spPr bwMode="blackWhite">
                  <a:xfrm>
                    <a:off x="3404818" y="3235630"/>
                    <a:ext cx="0" cy="280519"/>
                  </a:xfrm>
                  <a:prstGeom prst="line">
                    <a:avLst/>
                  </a:prstGeom>
                  <a:noFill/>
                  <a:ln w="12700">
                    <a:solidFill>
                      <a:srgbClr val="1F497D"/>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grpSp>
        </p:grpSp>
        <p:grpSp>
          <p:nvGrpSpPr>
            <p:cNvPr id="62" name="Группа 90">
              <a:extLst>
                <a:ext uri="{FF2B5EF4-FFF2-40B4-BE49-F238E27FC236}">
                  <a16:creationId xmlns:a16="http://schemas.microsoft.com/office/drawing/2014/main" id="{A59F7224-31FF-3783-44B4-C06C7E24F341}"/>
                </a:ext>
              </a:extLst>
            </p:cNvPr>
            <p:cNvGrpSpPr/>
            <p:nvPr/>
          </p:nvGrpSpPr>
          <p:grpSpPr>
            <a:xfrm>
              <a:off x="3338338" y="2526321"/>
              <a:ext cx="726329" cy="2676676"/>
              <a:chOff x="3042498" y="2927297"/>
              <a:chExt cx="726329" cy="2676676"/>
            </a:xfrm>
          </p:grpSpPr>
          <p:sp>
            <p:nvSpPr>
              <p:cNvPr id="131" name="Rectangle 14">
                <a:extLst>
                  <a:ext uri="{FF2B5EF4-FFF2-40B4-BE49-F238E27FC236}">
                    <a16:creationId xmlns:a16="http://schemas.microsoft.com/office/drawing/2014/main" id="{03955260-B0F8-CEBB-4E60-05CB140AA9CE}"/>
                  </a:ext>
                </a:extLst>
              </p:cNvPr>
              <p:cNvSpPr>
                <a:spLocks noChangeArrowheads="1"/>
              </p:cNvSpPr>
              <p:nvPr/>
            </p:nvSpPr>
            <p:spPr bwMode="blackWhite">
              <a:xfrm>
                <a:off x="3042498" y="3400269"/>
                <a:ext cx="726329" cy="2203704"/>
              </a:xfrm>
              <a:prstGeom prst="rect">
                <a:avLst/>
              </a:prstGeom>
              <a:solidFill>
                <a:srgbClr val="28BECD"/>
              </a:solidFill>
              <a:ln w="12700">
                <a:no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nvGrpSpPr>
              <p:cNvPr id="132" name="Группа 87">
                <a:extLst>
                  <a:ext uri="{FF2B5EF4-FFF2-40B4-BE49-F238E27FC236}">
                    <a16:creationId xmlns:a16="http://schemas.microsoft.com/office/drawing/2014/main" id="{D9070F4E-9B8F-D119-0061-7F53355BD9FB}"/>
                  </a:ext>
                </a:extLst>
              </p:cNvPr>
              <p:cNvGrpSpPr/>
              <p:nvPr/>
            </p:nvGrpSpPr>
            <p:grpSpPr>
              <a:xfrm>
                <a:off x="3202511" y="2927297"/>
                <a:ext cx="441147" cy="472963"/>
                <a:chOff x="3189761" y="2927297"/>
                <a:chExt cx="441147" cy="472963"/>
              </a:xfrm>
            </p:grpSpPr>
            <p:grpSp>
              <p:nvGrpSpPr>
                <p:cNvPr id="133" name="Группа 82">
                  <a:extLst>
                    <a:ext uri="{FF2B5EF4-FFF2-40B4-BE49-F238E27FC236}">
                      <a16:creationId xmlns:a16="http://schemas.microsoft.com/office/drawing/2014/main" id="{4714205D-58E0-1A09-3BFF-809FC1D4E59F}"/>
                    </a:ext>
                  </a:extLst>
                </p:cNvPr>
                <p:cNvGrpSpPr/>
                <p:nvPr/>
              </p:nvGrpSpPr>
              <p:grpSpPr>
                <a:xfrm>
                  <a:off x="3344599" y="3235083"/>
                  <a:ext cx="163322" cy="165177"/>
                  <a:chOff x="4417689" y="2862711"/>
                  <a:chExt cx="163322" cy="126539"/>
                </a:xfrm>
              </p:grpSpPr>
              <p:sp>
                <p:nvSpPr>
                  <p:cNvPr id="135" name="Line 96">
                    <a:extLst>
                      <a:ext uri="{FF2B5EF4-FFF2-40B4-BE49-F238E27FC236}">
                        <a16:creationId xmlns:a16="http://schemas.microsoft.com/office/drawing/2014/main" id="{AB1BFA93-E29A-9116-2627-A4C669675023}"/>
                      </a:ext>
                    </a:extLst>
                  </p:cNvPr>
                  <p:cNvSpPr>
                    <a:spLocks noChangeShapeType="1"/>
                  </p:cNvSpPr>
                  <p:nvPr/>
                </p:nvSpPr>
                <p:spPr bwMode="blackWhite">
                  <a:xfrm>
                    <a:off x="4417689" y="2866496"/>
                    <a:ext cx="163322" cy="0"/>
                  </a:xfrm>
                  <a:prstGeom prst="line">
                    <a:avLst/>
                  </a:prstGeom>
                  <a:noFill/>
                  <a:ln w="12700">
                    <a:solidFill>
                      <a:srgbClr val="1F497D"/>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36" name="Line 97">
                    <a:extLst>
                      <a:ext uri="{FF2B5EF4-FFF2-40B4-BE49-F238E27FC236}">
                        <a16:creationId xmlns:a16="http://schemas.microsoft.com/office/drawing/2014/main" id="{D55D6A23-C106-D5B8-910A-668613D2BB47}"/>
                      </a:ext>
                    </a:extLst>
                  </p:cNvPr>
                  <p:cNvSpPr>
                    <a:spLocks noChangeShapeType="1"/>
                  </p:cNvSpPr>
                  <p:nvPr/>
                </p:nvSpPr>
                <p:spPr bwMode="blackWhite">
                  <a:xfrm>
                    <a:off x="4469465" y="2862711"/>
                    <a:ext cx="0" cy="126539"/>
                  </a:xfrm>
                  <a:prstGeom prst="line">
                    <a:avLst/>
                  </a:prstGeom>
                  <a:noFill/>
                  <a:ln w="12700">
                    <a:solidFill>
                      <a:srgbClr val="1F497D"/>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sp>
              <p:nvSpPr>
                <p:cNvPr id="134" name="Text Box 164">
                  <a:extLst>
                    <a:ext uri="{FF2B5EF4-FFF2-40B4-BE49-F238E27FC236}">
                      <a16:creationId xmlns:a16="http://schemas.microsoft.com/office/drawing/2014/main" id="{49BC9E1D-6BA7-3553-3E7A-416E47E3A6C0}"/>
                    </a:ext>
                  </a:extLst>
                </p:cNvPr>
                <p:cNvSpPr txBox="1">
                  <a:spLocks noChangeArrowheads="1"/>
                </p:cNvSpPr>
                <p:nvPr/>
              </p:nvSpPr>
              <p:spPr bwMode="blackWhite">
                <a:xfrm>
                  <a:off x="3189761" y="2927297"/>
                  <a:ext cx="441147"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400" b="1"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89</a:t>
                  </a:r>
                  <a:endParaRPr kumimoji="0" lang="en-GB" sz="1400" b="1"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grpSp>
        <p:sp>
          <p:nvSpPr>
            <p:cNvPr id="63" name="Line 31">
              <a:extLst>
                <a:ext uri="{FF2B5EF4-FFF2-40B4-BE49-F238E27FC236}">
                  <a16:creationId xmlns:a16="http://schemas.microsoft.com/office/drawing/2014/main" id="{AAC0F049-7A9D-5D7D-5634-FCF4918710D0}"/>
                </a:ext>
              </a:extLst>
            </p:cNvPr>
            <p:cNvSpPr>
              <a:spLocks noChangeShapeType="1"/>
            </p:cNvSpPr>
            <p:nvPr/>
          </p:nvSpPr>
          <p:spPr bwMode="blackWhite">
            <a:xfrm>
              <a:off x="2747753" y="2731868"/>
              <a:ext cx="120831" cy="0"/>
            </a:xfrm>
            <a:prstGeom prst="line">
              <a:avLst/>
            </a:prstGeom>
            <a:noFill/>
            <a:ln w="12700">
              <a:solidFill>
                <a:schemeClr val="bg1">
                  <a:lumMod val="75000"/>
                </a:schemeClr>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cxnSp>
          <p:nvCxnSpPr>
            <p:cNvPr id="64" name="Connettore 1 58">
              <a:extLst>
                <a:ext uri="{FF2B5EF4-FFF2-40B4-BE49-F238E27FC236}">
                  <a16:creationId xmlns:a16="http://schemas.microsoft.com/office/drawing/2014/main" id="{36887D92-0D47-C4EB-8AE0-12E83E6A5382}"/>
                </a:ext>
              </a:extLst>
            </p:cNvPr>
            <p:cNvCxnSpPr/>
            <p:nvPr/>
          </p:nvCxnSpPr>
          <p:spPr>
            <a:xfrm>
              <a:off x="2731777" y="5202998"/>
              <a:ext cx="6677834" cy="0"/>
            </a:xfrm>
            <a:prstGeom prst="line">
              <a:avLst/>
            </a:prstGeom>
            <a:ln w="1270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grpSp>
          <p:nvGrpSpPr>
            <p:cNvPr id="65" name="Группа 92">
              <a:extLst>
                <a:ext uri="{FF2B5EF4-FFF2-40B4-BE49-F238E27FC236}">
                  <a16:creationId xmlns:a16="http://schemas.microsoft.com/office/drawing/2014/main" id="{36AC13DC-773C-50D5-662B-B7F7493717B3}"/>
                </a:ext>
              </a:extLst>
            </p:cNvPr>
            <p:cNvGrpSpPr/>
            <p:nvPr/>
          </p:nvGrpSpPr>
          <p:grpSpPr>
            <a:xfrm>
              <a:off x="4870857" y="2533255"/>
              <a:ext cx="726329" cy="2669742"/>
              <a:chOff x="4575017" y="2934231"/>
              <a:chExt cx="726329" cy="2669742"/>
            </a:xfrm>
          </p:grpSpPr>
          <p:sp>
            <p:nvSpPr>
              <p:cNvPr id="125" name="Rectangle 14">
                <a:extLst>
                  <a:ext uri="{FF2B5EF4-FFF2-40B4-BE49-F238E27FC236}">
                    <a16:creationId xmlns:a16="http://schemas.microsoft.com/office/drawing/2014/main" id="{EAE3775E-91FA-658B-07AE-4D5DFE422A8D}"/>
                  </a:ext>
                </a:extLst>
              </p:cNvPr>
              <p:cNvSpPr>
                <a:spLocks noChangeArrowheads="1"/>
              </p:cNvSpPr>
              <p:nvPr/>
            </p:nvSpPr>
            <p:spPr bwMode="blackWhite">
              <a:xfrm>
                <a:off x="4575017" y="3442604"/>
                <a:ext cx="726329" cy="2161369"/>
              </a:xfrm>
              <a:prstGeom prst="rect">
                <a:avLst/>
              </a:prstGeom>
              <a:solidFill>
                <a:srgbClr val="C1D82E"/>
              </a:solidFill>
              <a:ln w="12700">
                <a:no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nvGrpSpPr>
              <p:cNvPr id="126" name="Группа 89">
                <a:extLst>
                  <a:ext uri="{FF2B5EF4-FFF2-40B4-BE49-F238E27FC236}">
                    <a16:creationId xmlns:a16="http://schemas.microsoft.com/office/drawing/2014/main" id="{18F8AE4F-5B01-7ACF-A83D-9859C23E00C8}"/>
                  </a:ext>
                </a:extLst>
              </p:cNvPr>
              <p:cNvGrpSpPr/>
              <p:nvPr/>
            </p:nvGrpSpPr>
            <p:grpSpPr>
              <a:xfrm>
                <a:off x="4749425" y="2934231"/>
                <a:ext cx="441147" cy="508373"/>
                <a:chOff x="4655206" y="2934231"/>
                <a:chExt cx="441147" cy="508373"/>
              </a:xfrm>
            </p:grpSpPr>
            <p:grpSp>
              <p:nvGrpSpPr>
                <p:cNvPr id="127" name="Группа 83">
                  <a:extLst>
                    <a:ext uri="{FF2B5EF4-FFF2-40B4-BE49-F238E27FC236}">
                      <a16:creationId xmlns:a16="http://schemas.microsoft.com/office/drawing/2014/main" id="{0D452B3B-0799-852C-53D1-2832C45D9701}"/>
                    </a:ext>
                  </a:extLst>
                </p:cNvPr>
                <p:cNvGrpSpPr/>
                <p:nvPr/>
              </p:nvGrpSpPr>
              <p:grpSpPr>
                <a:xfrm>
                  <a:off x="4787763" y="3235077"/>
                  <a:ext cx="163322" cy="207527"/>
                  <a:chOff x="4417689" y="2922321"/>
                  <a:chExt cx="163322" cy="178926"/>
                </a:xfrm>
              </p:grpSpPr>
              <p:sp>
                <p:nvSpPr>
                  <p:cNvPr id="129" name="Line 96">
                    <a:extLst>
                      <a:ext uri="{FF2B5EF4-FFF2-40B4-BE49-F238E27FC236}">
                        <a16:creationId xmlns:a16="http://schemas.microsoft.com/office/drawing/2014/main" id="{0443C27C-0549-737D-20D2-C5253FD111B1}"/>
                      </a:ext>
                    </a:extLst>
                  </p:cNvPr>
                  <p:cNvSpPr>
                    <a:spLocks noChangeShapeType="1"/>
                  </p:cNvSpPr>
                  <p:nvPr/>
                </p:nvSpPr>
                <p:spPr bwMode="blackWhite">
                  <a:xfrm>
                    <a:off x="4417689" y="2922321"/>
                    <a:ext cx="163322" cy="0"/>
                  </a:xfrm>
                  <a:prstGeom prst="line">
                    <a:avLst/>
                  </a:prstGeom>
                  <a:noFill/>
                  <a:ln w="12700">
                    <a:solidFill>
                      <a:srgbClr val="1F497D"/>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30" name="Line 97">
                    <a:extLst>
                      <a:ext uri="{FF2B5EF4-FFF2-40B4-BE49-F238E27FC236}">
                        <a16:creationId xmlns:a16="http://schemas.microsoft.com/office/drawing/2014/main" id="{A5E255A8-0083-F473-7295-E8C8E4FBFE04}"/>
                      </a:ext>
                    </a:extLst>
                  </p:cNvPr>
                  <p:cNvSpPr>
                    <a:spLocks noChangeShapeType="1"/>
                  </p:cNvSpPr>
                  <p:nvPr/>
                </p:nvSpPr>
                <p:spPr bwMode="blackWhite">
                  <a:xfrm>
                    <a:off x="4469465" y="2928298"/>
                    <a:ext cx="0" cy="172949"/>
                  </a:xfrm>
                  <a:prstGeom prst="line">
                    <a:avLst/>
                  </a:prstGeom>
                  <a:noFill/>
                  <a:ln w="12700">
                    <a:solidFill>
                      <a:srgbClr val="1F497D"/>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sp>
              <p:nvSpPr>
                <p:cNvPr id="128" name="Text Box 164">
                  <a:extLst>
                    <a:ext uri="{FF2B5EF4-FFF2-40B4-BE49-F238E27FC236}">
                      <a16:creationId xmlns:a16="http://schemas.microsoft.com/office/drawing/2014/main" id="{FD62C85A-5D8E-38DF-B609-A16E0DA6E0F6}"/>
                    </a:ext>
                  </a:extLst>
                </p:cNvPr>
                <p:cNvSpPr txBox="1">
                  <a:spLocks noChangeArrowheads="1"/>
                </p:cNvSpPr>
                <p:nvPr/>
              </p:nvSpPr>
              <p:spPr bwMode="blackWhite">
                <a:xfrm>
                  <a:off x="4655206" y="2934231"/>
                  <a:ext cx="441147"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400" b="1"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87</a:t>
                  </a:r>
                  <a:endParaRPr kumimoji="0" lang="en-GB" sz="1400" b="1"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grpSp>
        <p:grpSp>
          <p:nvGrpSpPr>
            <p:cNvPr id="66" name="Группа 93">
              <a:extLst>
                <a:ext uri="{FF2B5EF4-FFF2-40B4-BE49-F238E27FC236}">
                  <a16:creationId xmlns:a16="http://schemas.microsoft.com/office/drawing/2014/main" id="{1460ACB3-3A42-2EFA-772C-F1CDD56A057B}"/>
                </a:ext>
              </a:extLst>
            </p:cNvPr>
            <p:cNvGrpSpPr/>
            <p:nvPr/>
          </p:nvGrpSpPr>
          <p:grpSpPr>
            <a:xfrm>
              <a:off x="7358261" y="2807933"/>
              <a:ext cx="726329" cy="2395064"/>
              <a:chOff x="3801584" y="2957331"/>
              <a:chExt cx="726329" cy="2395064"/>
            </a:xfrm>
          </p:grpSpPr>
          <p:sp>
            <p:nvSpPr>
              <p:cNvPr id="117" name="Rectangle 98">
                <a:extLst>
                  <a:ext uri="{FF2B5EF4-FFF2-40B4-BE49-F238E27FC236}">
                    <a16:creationId xmlns:a16="http://schemas.microsoft.com/office/drawing/2014/main" id="{A74FE6E7-43D2-3064-4817-F69BEF7214B7}"/>
                  </a:ext>
                </a:extLst>
              </p:cNvPr>
              <p:cNvSpPr>
                <a:spLocks noChangeArrowheads="1"/>
              </p:cNvSpPr>
              <p:nvPr/>
            </p:nvSpPr>
            <p:spPr bwMode="blackWhite">
              <a:xfrm>
                <a:off x="3801584" y="3430517"/>
                <a:ext cx="726329" cy="1921878"/>
              </a:xfrm>
              <a:prstGeom prst="rect">
                <a:avLst/>
              </a:prstGeom>
              <a:solidFill>
                <a:srgbClr val="EC736A"/>
              </a:solidFill>
              <a:ln w="12700">
                <a:no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nvGrpSpPr>
              <p:cNvPr id="120" name="Группа 95">
                <a:extLst>
                  <a:ext uri="{FF2B5EF4-FFF2-40B4-BE49-F238E27FC236}">
                    <a16:creationId xmlns:a16="http://schemas.microsoft.com/office/drawing/2014/main" id="{AFF11324-3A4B-5C2F-F265-3C4EC24E6A82}"/>
                  </a:ext>
                </a:extLst>
              </p:cNvPr>
              <p:cNvGrpSpPr/>
              <p:nvPr/>
            </p:nvGrpSpPr>
            <p:grpSpPr>
              <a:xfrm>
                <a:off x="3924497" y="2957331"/>
                <a:ext cx="441147" cy="490014"/>
                <a:chOff x="3895256" y="2951289"/>
                <a:chExt cx="441147" cy="482433"/>
              </a:xfrm>
            </p:grpSpPr>
            <p:sp>
              <p:nvSpPr>
                <p:cNvPr id="121" name="Text Box 169">
                  <a:extLst>
                    <a:ext uri="{FF2B5EF4-FFF2-40B4-BE49-F238E27FC236}">
                      <a16:creationId xmlns:a16="http://schemas.microsoft.com/office/drawing/2014/main" id="{7581FF97-7CEB-07A9-1051-D2164AA600B8}"/>
                    </a:ext>
                  </a:extLst>
                </p:cNvPr>
                <p:cNvSpPr txBox="1">
                  <a:spLocks noChangeArrowheads="1"/>
                </p:cNvSpPr>
                <p:nvPr/>
              </p:nvSpPr>
              <p:spPr bwMode="blackWhite">
                <a:xfrm>
                  <a:off x="3895256" y="2951289"/>
                  <a:ext cx="441147" cy="3030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400" b="1"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79</a:t>
                  </a:r>
                  <a:endParaRPr kumimoji="0" lang="en-GB" sz="1400" b="1"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nvGrpSpPr>
                <p:cNvPr id="122" name="Группа 97">
                  <a:extLst>
                    <a:ext uri="{FF2B5EF4-FFF2-40B4-BE49-F238E27FC236}">
                      <a16:creationId xmlns:a16="http://schemas.microsoft.com/office/drawing/2014/main" id="{F4D815A5-E56E-DFDC-C1DA-521274129545}"/>
                    </a:ext>
                  </a:extLst>
                </p:cNvPr>
                <p:cNvGrpSpPr/>
                <p:nvPr/>
              </p:nvGrpSpPr>
              <p:grpSpPr>
                <a:xfrm>
                  <a:off x="4065273" y="3220654"/>
                  <a:ext cx="85704" cy="213068"/>
                  <a:chOff x="3349537" y="3214810"/>
                  <a:chExt cx="85704" cy="326599"/>
                </a:xfrm>
              </p:grpSpPr>
              <p:sp>
                <p:nvSpPr>
                  <p:cNvPr id="123" name="Line 12">
                    <a:extLst>
                      <a:ext uri="{FF2B5EF4-FFF2-40B4-BE49-F238E27FC236}">
                        <a16:creationId xmlns:a16="http://schemas.microsoft.com/office/drawing/2014/main" id="{68DBE8CC-16A3-7B07-569F-AA7D226D5234}"/>
                      </a:ext>
                    </a:extLst>
                  </p:cNvPr>
                  <p:cNvSpPr>
                    <a:spLocks noChangeShapeType="1"/>
                  </p:cNvSpPr>
                  <p:nvPr/>
                </p:nvSpPr>
                <p:spPr bwMode="blackWhite">
                  <a:xfrm>
                    <a:off x="3349537" y="3214810"/>
                    <a:ext cx="85704" cy="0"/>
                  </a:xfrm>
                  <a:prstGeom prst="line">
                    <a:avLst/>
                  </a:prstGeom>
                  <a:noFill/>
                  <a:ln w="12700">
                    <a:solidFill>
                      <a:srgbClr val="1F497D"/>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24" name="Line 13">
                    <a:extLst>
                      <a:ext uri="{FF2B5EF4-FFF2-40B4-BE49-F238E27FC236}">
                        <a16:creationId xmlns:a16="http://schemas.microsoft.com/office/drawing/2014/main" id="{D401B74D-7B84-5838-326A-9E16462A7C12}"/>
                      </a:ext>
                    </a:extLst>
                  </p:cNvPr>
                  <p:cNvSpPr>
                    <a:spLocks noChangeShapeType="1"/>
                  </p:cNvSpPr>
                  <p:nvPr/>
                </p:nvSpPr>
                <p:spPr bwMode="blackWhite">
                  <a:xfrm>
                    <a:off x="3392389" y="3218918"/>
                    <a:ext cx="0" cy="322491"/>
                  </a:xfrm>
                  <a:prstGeom prst="line">
                    <a:avLst/>
                  </a:prstGeom>
                  <a:noFill/>
                  <a:ln w="12700">
                    <a:solidFill>
                      <a:srgbClr val="1F497D"/>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grpSp>
        </p:grpSp>
        <p:grpSp>
          <p:nvGrpSpPr>
            <p:cNvPr id="67" name="Группа 100">
              <a:extLst>
                <a:ext uri="{FF2B5EF4-FFF2-40B4-BE49-F238E27FC236}">
                  <a16:creationId xmlns:a16="http://schemas.microsoft.com/office/drawing/2014/main" id="{40D18606-1CDF-E95B-A559-B9CFF50F8EC1}"/>
                </a:ext>
              </a:extLst>
            </p:cNvPr>
            <p:cNvGrpSpPr/>
            <p:nvPr/>
          </p:nvGrpSpPr>
          <p:grpSpPr>
            <a:xfrm>
              <a:off x="6599175" y="2798400"/>
              <a:ext cx="726329" cy="2415329"/>
              <a:chOff x="3042498" y="2868307"/>
              <a:chExt cx="726329" cy="2415329"/>
            </a:xfrm>
          </p:grpSpPr>
          <p:sp>
            <p:nvSpPr>
              <p:cNvPr id="77" name="Rectangle 14">
                <a:extLst>
                  <a:ext uri="{FF2B5EF4-FFF2-40B4-BE49-F238E27FC236}">
                    <a16:creationId xmlns:a16="http://schemas.microsoft.com/office/drawing/2014/main" id="{05EAB47F-5FB9-C995-83C9-C356B1D1B645}"/>
                  </a:ext>
                </a:extLst>
              </p:cNvPr>
              <p:cNvSpPr>
                <a:spLocks noChangeArrowheads="1"/>
              </p:cNvSpPr>
              <p:nvPr/>
            </p:nvSpPr>
            <p:spPr bwMode="blackWhite">
              <a:xfrm>
                <a:off x="3042498" y="3351026"/>
                <a:ext cx="726329" cy="1932610"/>
              </a:xfrm>
              <a:prstGeom prst="rect">
                <a:avLst/>
              </a:prstGeom>
              <a:solidFill>
                <a:srgbClr val="28BECD"/>
              </a:solidFill>
              <a:ln w="12700">
                <a:no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nvGrpSpPr>
              <p:cNvPr id="79" name="Группа 102">
                <a:extLst>
                  <a:ext uri="{FF2B5EF4-FFF2-40B4-BE49-F238E27FC236}">
                    <a16:creationId xmlns:a16="http://schemas.microsoft.com/office/drawing/2014/main" id="{7A7E0DBD-C91B-809F-7B31-8DCAA699E239}"/>
                  </a:ext>
                </a:extLst>
              </p:cNvPr>
              <p:cNvGrpSpPr/>
              <p:nvPr/>
            </p:nvGrpSpPr>
            <p:grpSpPr>
              <a:xfrm>
                <a:off x="3232403" y="2868307"/>
                <a:ext cx="441147" cy="499542"/>
                <a:chOff x="3219653" y="2868307"/>
                <a:chExt cx="441147" cy="499542"/>
              </a:xfrm>
            </p:grpSpPr>
            <p:grpSp>
              <p:nvGrpSpPr>
                <p:cNvPr id="80" name="Группа 103">
                  <a:extLst>
                    <a:ext uri="{FF2B5EF4-FFF2-40B4-BE49-F238E27FC236}">
                      <a16:creationId xmlns:a16="http://schemas.microsoft.com/office/drawing/2014/main" id="{3BB54596-DB86-8B12-D38D-E5C3470E4FBA}"/>
                    </a:ext>
                  </a:extLst>
                </p:cNvPr>
                <p:cNvGrpSpPr/>
                <p:nvPr/>
              </p:nvGrpSpPr>
              <p:grpSpPr>
                <a:xfrm>
                  <a:off x="3344599" y="3170453"/>
                  <a:ext cx="163322" cy="197396"/>
                  <a:chOff x="4417689" y="2813193"/>
                  <a:chExt cx="163322" cy="151221"/>
                </a:xfrm>
              </p:grpSpPr>
              <p:sp>
                <p:nvSpPr>
                  <p:cNvPr id="115" name="Line 96">
                    <a:extLst>
                      <a:ext uri="{FF2B5EF4-FFF2-40B4-BE49-F238E27FC236}">
                        <a16:creationId xmlns:a16="http://schemas.microsoft.com/office/drawing/2014/main" id="{A99B1403-0123-7398-0254-744038BC42B7}"/>
                      </a:ext>
                    </a:extLst>
                  </p:cNvPr>
                  <p:cNvSpPr>
                    <a:spLocks noChangeShapeType="1"/>
                  </p:cNvSpPr>
                  <p:nvPr/>
                </p:nvSpPr>
                <p:spPr bwMode="blackWhite">
                  <a:xfrm>
                    <a:off x="4417689" y="2813196"/>
                    <a:ext cx="163322" cy="0"/>
                  </a:xfrm>
                  <a:prstGeom prst="line">
                    <a:avLst/>
                  </a:prstGeom>
                  <a:noFill/>
                  <a:ln w="12700">
                    <a:solidFill>
                      <a:srgbClr val="1F497D"/>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16" name="Line 97">
                    <a:extLst>
                      <a:ext uri="{FF2B5EF4-FFF2-40B4-BE49-F238E27FC236}">
                        <a16:creationId xmlns:a16="http://schemas.microsoft.com/office/drawing/2014/main" id="{0970B382-DD2D-D373-FA26-EECF2797653E}"/>
                      </a:ext>
                    </a:extLst>
                  </p:cNvPr>
                  <p:cNvSpPr>
                    <a:spLocks noChangeShapeType="1"/>
                  </p:cNvSpPr>
                  <p:nvPr/>
                </p:nvSpPr>
                <p:spPr bwMode="blackWhite">
                  <a:xfrm>
                    <a:off x="4469465" y="2813193"/>
                    <a:ext cx="0" cy="151221"/>
                  </a:xfrm>
                  <a:prstGeom prst="line">
                    <a:avLst/>
                  </a:prstGeom>
                  <a:noFill/>
                  <a:ln w="12700">
                    <a:solidFill>
                      <a:srgbClr val="1F497D"/>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sp>
              <p:nvSpPr>
                <p:cNvPr id="81" name="Text Box 164">
                  <a:extLst>
                    <a:ext uri="{FF2B5EF4-FFF2-40B4-BE49-F238E27FC236}">
                      <a16:creationId xmlns:a16="http://schemas.microsoft.com/office/drawing/2014/main" id="{B03CF490-6701-8B5F-53CC-FE0E140D0348}"/>
                    </a:ext>
                  </a:extLst>
                </p:cNvPr>
                <p:cNvSpPr txBox="1">
                  <a:spLocks noChangeArrowheads="1"/>
                </p:cNvSpPr>
                <p:nvPr/>
              </p:nvSpPr>
              <p:spPr bwMode="blackWhite">
                <a:xfrm>
                  <a:off x="3219653" y="2868307"/>
                  <a:ext cx="441147"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400" b="1"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79</a:t>
                  </a:r>
                  <a:endParaRPr kumimoji="0" lang="en-GB" sz="1400" b="1"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grpSp>
        <p:grpSp>
          <p:nvGrpSpPr>
            <p:cNvPr id="68" name="Группа 107">
              <a:extLst>
                <a:ext uri="{FF2B5EF4-FFF2-40B4-BE49-F238E27FC236}">
                  <a16:creationId xmlns:a16="http://schemas.microsoft.com/office/drawing/2014/main" id="{F46272E8-CB9F-FA44-0DE9-21FAC240DF5B}"/>
                </a:ext>
              </a:extLst>
            </p:cNvPr>
            <p:cNvGrpSpPr/>
            <p:nvPr/>
          </p:nvGrpSpPr>
          <p:grpSpPr>
            <a:xfrm>
              <a:off x="8131694" y="2888156"/>
              <a:ext cx="726329" cy="2314168"/>
              <a:chOff x="4575017" y="2958063"/>
              <a:chExt cx="726329" cy="2314168"/>
            </a:xfrm>
          </p:grpSpPr>
          <p:sp>
            <p:nvSpPr>
              <p:cNvPr id="71" name="Rectangle 14">
                <a:extLst>
                  <a:ext uri="{FF2B5EF4-FFF2-40B4-BE49-F238E27FC236}">
                    <a16:creationId xmlns:a16="http://schemas.microsoft.com/office/drawing/2014/main" id="{406B9002-E28A-EED9-C783-C7EB3B10761B}"/>
                  </a:ext>
                </a:extLst>
              </p:cNvPr>
              <p:cNvSpPr>
                <a:spLocks noChangeArrowheads="1"/>
              </p:cNvSpPr>
              <p:nvPr/>
            </p:nvSpPr>
            <p:spPr bwMode="blackWhite">
              <a:xfrm>
                <a:off x="4575017" y="3367186"/>
                <a:ext cx="726329" cy="1905045"/>
              </a:xfrm>
              <a:prstGeom prst="rect">
                <a:avLst/>
              </a:prstGeom>
              <a:solidFill>
                <a:srgbClr val="C1D82E"/>
              </a:solidFill>
              <a:ln w="12700">
                <a:no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nvGrpSpPr>
              <p:cNvPr id="72" name="Группа 109">
                <a:extLst>
                  <a:ext uri="{FF2B5EF4-FFF2-40B4-BE49-F238E27FC236}">
                    <a16:creationId xmlns:a16="http://schemas.microsoft.com/office/drawing/2014/main" id="{F023076A-4665-E4DA-36E4-DFB2D709EDEC}"/>
                  </a:ext>
                </a:extLst>
              </p:cNvPr>
              <p:cNvGrpSpPr/>
              <p:nvPr/>
            </p:nvGrpSpPr>
            <p:grpSpPr>
              <a:xfrm>
                <a:off x="4713184" y="2958063"/>
                <a:ext cx="441147" cy="408460"/>
                <a:chOff x="4618965" y="2958063"/>
                <a:chExt cx="441147" cy="408460"/>
              </a:xfrm>
            </p:grpSpPr>
            <p:grpSp>
              <p:nvGrpSpPr>
                <p:cNvPr id="73" name="Группа 110">
                  <a:extLst>
                    <a:ext uri="{FF2B5EF4-FFF2-40B4-BE49-F238E27FC236}">
                      <a16:creationId xmlns:a16="http://schemas.microsoft.com/office/drawing/2014/main" id="{E0096DE2-7C65-E745-3EC0-C3317C228C65}"/>
                    </a:ext>
                  </a:extLst>
                </p:cNvPr>
                <p:cNvGrpSpPr/>
                <p:nvPr/>
              </p:nvGrpSpPr>
              <p:grpSpPr>
                <a:xfrm>
                  <a:off x="4793206" y="3231019"/>
                  <a:ext cx="93019" cy="135504"/>
                  <a:chOff x="4423132" y="2918822"/>
                  <a:chExt cx="93019" cy="116829"/>
                </a:xfrm>
              </p:grpSpPr>
              <p:sp>
                <p:nvSpPr>
                  <p:cNvPr id="75" name="Line 96">
                    <a:extLst>
                      <a:ext uri="{FF2B5EF4-FFF2-40B4-BE49-F238E27FC236}">
                        <a16:creationId xmlns:a16="http://schemas.microsoft.com/office/drawing/2014/main" id="{50ABA5B3-46B2-25EA-88E2-4AB88B1771E7}"/>
                      </a:ext>
                    </a:extLst>
                  </p:cNvPr>
                  <p:cNvSpPr>
                    <a:spLocks noChangeShapeType="1"/>
                  </p:cNvSpPr>
                  <p:nvPr/>
                </p:nvSpPr>
                <p:spPr bwMode="blackWhite">
                  <a:xfrm>
                    <a:off x="4423132" y="2918822"/>
                    <a:ext cx="93019" cy="0"/>
                  </a:xfrm>
                  <a:prstGeom prst="line">
                    <a:avLst/>
                  </a:prstGeom>
                  <a:noFill/>
                  <a:ln w="12700">
                    <a:solidFill>
                      <a:srgbClr val="1F497D"/>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76" name="Line 97">
                    <a:extLst>
                      <a:ext uri="{FF2B5EF4-FFF2-40B4-BE49-F238E27FC236}">
                        <a16:creationId xmlns:a16="http://schemas.microsoft.com/office/drawing/2014/main" id="{5F872F73-2EE8-4738-EC6A-782245E4945E}"/>
                      </a:ext>
                    </a:extLst>
                  </p:cNvPr>
                  <p:cNvSpPr>
                    <a:spLocks noChangeShapeType="1"/>
                  </p:cNvSpPr>
                  <p:nvPr/>
                </p:nvSpPr>
                <p:spPr bwMode="blackWhite">
                  <a:xfrm>
                    <a:off x="4469465" y="2918824"/>
                    <a:ext cx="0" cy="116827"/>
                  </a:xfrm>
                  <a:prstGeom prst="line">
                    <a:avLst/>
                  </a:prstGeom>
                  <a:noFill/>
                  <a:ln w="12700">
                    <a:solidFill>
                      <a:srgbClr val="1F497D"/>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sp>
              <p:nvSpPr>
                <p:cNvPr id="74" name="Text Box 164">
                  <a:extLst>
                    <a:ext uri="{FF2B5EF4-FFF2-40B4-BE49-F238E27FC236}">
                      <a16:creationId xmlns:a16="http://schemas.microsoft.com/office/drawing/2014/main" id="{DE474142-4306-76F3-B15E-C2201008795C}"/>
                    </a:ext>
                  </a:extLst>
                </p:cNvPr>
                <p:cNvSpPr txBox="1">
                  <a:spLocks noChangeArrowheads="1"/>
                </p:cNvSpPr>
                <p:nvPr/>
              </p:nvSpPr>
              <p:spPr bwMode="blackWhite">
                <a:xfrm>
                  <a:off x="4618965" y="2958063"/>
                  <a:ext cx="441147"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400" b="1"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78</a:t>
                  </a:r>
                  <a:endParaRPr kumimoji="0" lang="en-GB" sz="1400" b="1"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grpSp>
      </p:grpSp>
      <p:sp>
        <p:nvSpPr>
          <p:cNvPr id="143" name="CasellaDiTesto 20">
            <a:extLst>
              <a:ext uri="{FF2B5EF4-FFF2-40B4-BE49-F238E27FC236}">
                <a16:creationId xmlns:a16="http://schemas.microsoft.com/office/drawing/2014/main" id="{CDF12644-8421-43EC-6D46-F877AE533640}"/>
              </a:ext>
            </a:extLst>
          </p:cNvPr>
          <p:cNvSpPr txBox="1"/>
          <p:nvPr/>
        </p:nvSpPr>
        <p:spPr>
          <a:xfrm>
            <a:off x="8256326" y="1906199"/>
            <a:ext cx="2654613" cy="506491"/>
          </a:xfrm>
          <a:prstGeom prst="rect">
            <a:avLst/>
          </a:prstGeom>
          <a:noFill/>
          <a:ln>
            <a:solidFill>
              <a:srgbClr val="265374"/>
            </a:solidFill>
          </a:ln>
        </p:spPr>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6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Изменение ДАД</a:t>
            </a:r>
            <a:endParaRPr kumimoji="0" lang="it-IT" sz="16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45" name="TextBox 144">
            <a:extLst>
              <a:ext uri="{FF2B5EF4-FFF2-40B4-BE49-F238E27FC236}">
                <a16:creationId xmlns:a16="http://schemas.microsoft.com/office/drawing/2014/main" id="{46C13984-4FF3-8D0A-5B9F-2409F744118F}"/>
              </a:ext>
            </a:extLst>
          </p:cNvPr>
          <p:cNvSpPr txBox="1"/>
          <p:nvPr/>
        </p:nvSpPr>
        <p:spPr>
          <a:xfrm>
            <a:off x="797475" y="1175708"/>
            <a:ext cx="10712863" cy="338554"/>
          </a:xfrm>
          <a:prstGeom prst="rect">
            <a:avLst/>
          </a:prstGeom>
          <a:noFill/>
        </p:spPr>
        <p:txBody>
          <a:bodyPr wrap="square">
            <a:spAutoFit/>
          </a:bodyPr>
          <a:lstStyle/>
          <a:p>
            <a:r>
              <a:rPr lang="ru-RU" sz="1600" dirty="0"/>
              <a:t>Исследование 4226 пациентов с артериальной гипертензией: анализ подгрупп с СД и без СД</a:t>
            </a:r>
          </a:p>
        </p:txBody>
      </p:sp>
    </p:spTree>
    <p:extLst>
      <p:ext uri="{BB962C8B-B14F-4D97-AF65-F5344CB8AC3E}">
        <p14:creationId xmlns:p14="http://schemas.microsoft.com/office/powerpoint/2010/main" val="2669569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0" name="Группа 139">
            <a:extLst>
              <a:ext uri="{FF2B5EF4-FFF2-40B4-BE49-F238E27FC236}">
                <a16:creationId xmlns:a16="http://schemas.microsoft.com/office/drawing/2014/main" id="{522E76B7-A384-737E-B973-66F453247228}"/>
              </a:ext>
            </a:extLst>
          </p:cNvPr>
          <p:cNvGrpSpPr/>
          <p:nvPr/>
        </p:nvGrpSpPr>
        <p:grpSpPr>
          <a:xfrm>
            <a:off x="3168479" y="1658148"/>
            <a:ext cx="6004033" cy="4123043"/>
            <a:chOff x="3168479" y="1658148"/>
            <a:chExt cx="6004033" cy="4123043"/>
          </a:xfrm>
        </p:grpSpPr>
        <p:grpSp>
          <p:nvGrpSpPr>
            <p:cNvPr id="136" name="Группа 135">
              <a:extLst>
                <a:ext uri="{FF2B5EF4-FFF2-40B4-BE49-F238E27FC236}">
                  <a16:creationId xmlns:a16="http://schemas.microsoft.com/office/drawing/2014/main" id="{44984035-1172-03E7-A82C-56F1DC169B10}"/>
                </a:ext>
              </a:extLst>
            </p:cNvPr>
            <p:cNvGrpSpPr/>
            <p:nvPr/>
          </p:nvGrpSpPr>
          <p:grpSpPr>
            <a:xfrm>
              <a:off x="3168479" y="2515523"/>
              <a:ext cx="1827328" cy="2666076"/>
              <a:chOff x="3070505" y="2515523"/>
              <a:chExt cx="1780169" cy="2674786"/>
            </a:xfrm>
          </p:grpSpPr>
          <p:cxnSp>
            <p:nvCxnSpPr>
              <p:cNvPr id="133" name="Прямая соединительная линия 132">
                <a:extLst>
                  <a:ext uri="{FF2B5EF4-FFF2-40B4-BE49-F238E27FC236}">
                    <a16:creationId xmlns:a16="http://schemas.microsoft.com/office/drawing/2014/main" id="{D740E4B1-2DF2-BA88-61B3-ADBB6699D80F}"/>
                  </a:ext>
                </a:extLst>
              </p:cNvPr>
              <p:cNvCxnSpPr>
                <a:cxnSpLocks/>
              </p:cNvCxnSpPr>
              <p:nvPr/>
            </p:nvCxnSpPr>
            <p:spPr>
              <a:xfrm flipV="1">
                <a:off x="3070505" y="2515523"/>
                <a:ext cx="1637506" cy="1279209"/>
              </a:xfrm>
              <a:prstGeom prst="line">
                <a:avLst/>
              </a:prstGeom>
              <a:ln w="15875">
                <a:solidFill>
                  <a:srgbClr val="265374"/>
                </a:solidFill>
                <a:tailEnd type="none"/>
              </a:ln>
            </p:spPr>
            <p:style>
              <a:lnRef idx="1">
                <a:schemeClr val="dk1"/>
              </a:lnRef>
              <a:fillRef idx="0">
                <a:schemeClr val="dk1"/>
              </a:fillRef>
              <a:effectRef idx="0">
                <a:schemeClr val="dk1"/>
              </a:effectRef>
              <a:fontRef idx="minor">
                <a:schemeClr val="tx1"/>
              </a:fontRef>
            </p:style>
          </p:cxnSp>
          <p:cxnSp>
            <p:nvCxnSpPr>
              <p:cNvPr id="135" name="Прямая соединительная линия 134">
                <a:extLst>
                  <a:ext uri="{FF2B5EF4-FFF2-40B4-BE49-F238E27FC236}">
                    <a16:creationId xmlns:a16="http://schemas.microsoft.com/office/drawing/2014/main" id="{0B4011EB-120A-A141-090C-5DAAB25DDEA0}"/>
                  </a:ext>
                </a:extLst>
              </p:cNvPr>
              <p:cNvCxnSpPr>
                <a:cxnSpLocks/>
              </p:cNvCxnSpPr>
              <p:nvPr/>
            </p:nvCxnSpPr>
            <p:spPr>
              <a:xfrm>
                <a:off x="3070505" y="3807955"/>
                <a:ext cx="1780169" cy="1382354"/>
              </a:xfrm>
              <a:prstGeom prst="line">
                <a:avLst/>
              </a:prstGeom>
              <a:ln w="15875">
                <a:solidFill>
                  <a:srgbClr val="265374"/>
                </a:solidFill>
                <a:tailEnd type="none"/>
              </a:ln>
            </p:spPr>
            <p:style>
              <a:lnRef idx="1">
                <a:schemeClr val="dk1"/>
              </a:lnRef>
              <a:fillRef idx="0">
                <a:schemeClr val="dk1"/>
              </a:fillRef>
              <a:effectRef idx="0">
                <a:schemeClr val="dk1"/>
              </a:effectRef>
              <a:fontRef idx="minor">
                <a:schemeClr val="tx1"/>
              </a:fontRef>
            </p:style>
          </p:cxnSp>
        </p:grpSp>
        <p:grpSp>
          <p:nvGrpSpPr>
            <p:cNvPr id="131" name="Группа 130">
              <a:extLst>
                <a:ext uri="{FF2B5EF4-FFF2-40B4-BE49-F238E27FC236}">
                  <a16:creationId xmlns:a16="http://schemas.microsoft.com/office/drawing/2014/main" id="{7A87C11A-F40A-575A-7C78-C56AE4FA431F}"/>
                </a:ext>
              </a:extLst>
            </p:cNvPr>
            <p:cNvGrpSpPr/>
            <p:nvPr/>
          </p:nvGrpSpPr>
          <p:grpSpPr>
            <a:xfrm>
              <a:off x="4680580" y="1658148"/>
              <a:ext cx="4491932" cy="4106056"/>
              <a:chOff x="4582606" y="1688626"/>
              <a:chExt cx="4491932" cy="4106056"/>
            </a:xfrm>
          </p:grpSpPr>
          <p:grpSp>
            <p:nvGrpSpPr>
              <p:cNvPr id="94" name="Группа 93">
                <a:extLst>
                  <a:ext uri="{FF2B5EF4-FFF2-40B4-BE49-F238E27FC236}">
                    <a16:creationId xmlns:a16="http://schemas.microsoft.com/office/drawing/2014/main" id="{249AE6CA-C769-6551-1F17-DCAD63EB4E39}"/>
                  </a:ext>
                </a:extLst>
              </p:cNvPr>
              <p:cNvGrpSpPr/>
              <p:nvPr/>
            </p:nvGrpSpPr>
            <p:grpSpPr>
              <a:xfrm>
                <a:off x="5727448" y="1688626"/>
                <a:ext cx="1058497" cy="720042"/>
                <a:chOff x="6440554" y="1688626"/>
                <a:chExt cx="1058497" cy="720042"/>
              </a:xfrm>
            </p:grpSpPr>
            <p:grpSp>
              <p:nvGrpSpPr>
                <p:cNvPr id="67" name="Группа 66">
                  <a:extLst>
                    <a:ext uri="{FF2B5EF4-FFF2-40B4-BE49-F238E27FC236}">
                      <a16:creationId xmlns:a16="http://schemas.microsoft.com/office/drawing/2014/main" id="{FC023CCD-0D7A-B9C7-6C98-15CB75FB9585}"/>
                    </a:ext>
                  </a:extLst>
                </p:cNvPr>
                <p:cNvGrpSpPr/>
                <p:nvPr/>
              </p:nvGrpSpPr>
              <p:grpSpPr>
                <a:xfrm flipV="1">
                  <a:off x="6440554" y="1958184"/>
                  <a:ext cx="943677" cy="450484"/>
                  <a:chOff x="7698377" y="1563189"/>
                  <a:chExt cx="1763355" cy="796834"/>
                </a:xfrm>
              </p:grpSpPr>
              <p:cxnSp>
                <p:nvCxnSpPr>
                  <p:cNvPr id="64" name="Прямая соединительная линия 63">
                    <a:extLst>
                      <a:ext uri="{FF2B5EF4-FFF2-40B4-BE49-F238E27FC236}">
                        <a16:creationId xmlns:a16="http://schemas.microsoft.com/office/drawing/2014/main" id="{B9ADB774-4BD4-4454-5DAD-485742C9DF3F}"/>
                      </a:ext>
                    </a:extLst>
                  </p:cNvPr>
                  <p:cNvCxnSpPr/>
                  <p:nvPr/>
                </p:nvCxnSpPr>
                <p:spPr>
                  <a:xfrm>
                    <a:off x="7698377" y="1563189"/>
                    <a:ext cx="831669" cy="796834"/>
                  </a:xfrm>
                  <a:prstGeom prst="line">
                    <a:avLst/>
                  </a:prstGeom>
                  <a:ln w="9525">
                    <a:solidFill>
                      <a:srgbClr val="265374"/>
                    </a:solidFill>
                    <a:tailEnd type="none"/>
                  </a:ln>
                </p:spPr>
                <p:style>
                  <a:lnRef idx="1">
                    <a:schemeClr val="dk1"/>
                  </a:lnRef>
                  <a:fillRef idx="0">
                    <a:schemeClr val="dk1"/>
                  </a:fillRef>
                  <a:effectRef idx="0">
                    <a:schemeClr val="dk1"/>
                  </a:effectRef>
                  <a:fontRef idx="minor">
                    <a:schemeClr val="tx1"/>
                  </a:fontRef>
                </p:style>
              </p:cxnSp>
              <p:cxnSp>
                <p:nvCxnSpPr>
                  <p:cNvPr id="66" name="Прямая соединительная линия 65">
                    <a:extLst>
                      <a:ext uri="{FF2B5EF4-FFF2-40B4-BE49-F238E27FC236}">
                        <a16:creationId xmlns:a16="http://schemas.microsoft.com/office/drawing/2014/main" id="{C0DD482C-E0C4-3389-7984-1C05DD08D4C1}"/>
                      </a:ext>
                    </a:extLst>
                  </p:cNvPr>
                  <p:cNvCxnSpPr>
                    <a:cxnSpLocks/>
                  </p:cNvCxnSpPr>
                  <p:nvPr/>
                </p:nvCxnSpPr>
                <p:spPr>
                  <a:xfrm flipV="1">
                    <a:off x="8530046" y="2360023"/>
                    <a:ext cx="931686" cy="0"/>
                  </a:xfrm>
                  <a:prstGeom prst="line">
                    <a:avLst/>
                  </a:prstGeom>
                  <a:ln w="9525">
                    <a:solidFill>
                      <a:srgbClr val="265374"/>
                    </a:solidFill>
                    <a:tailEnd type="none"/>
                  </a:ln>
                </p:spPr>
                <p:style>
                  <a:lnRef idx="1">
                    <a:schemeClr val="dk1"/>
                  </a:lnRef>
                  <a:fillRef idx="0">
                    <a:schemeClr val="dk1"/>
                  </a:fillRef>
                  <a:effectRef idx="0">
                    <a:schemeClr val="dk1"/>
                  </a:effectRef>
                  <a:fontRef idx="minor">
                    <a:schemeClr val="tx1"/>
                  </a:fontRef>
                </p:style>
              </p:cxnSp>
            </p:grpSp>
            <p:sp>
              <p:nvSpPr>
                <p:cNvPr id="69" name="TextBox 68">
                  <a:extLst>
                    <a:ext uri="{FF2B5EF4-FFF2-40B4-BE49-F238E27FC236}">
                      <a16:creationId xmlns:a16="http://schemas.microsoft.com/office/drawing/2014/main" id="{BE46673C-CA02-9840-E202-6666DE645E10}"/>
                    </a:ext>
                  </a:extLst>
                </p:cNvPr>
                <p:cNvSpPr txBox="1"/>
                <p:nvPr/>
              </p:nvSpPr>
              <p:spPr>
                <a:xfrm>
                  <a:off x="6885630" y="1688626"/>
                  <a:ext cx="613421"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200" b="0" i="0" u="none" strike="noStrike" kern="1200" cap="none" spc="0" normalizeH="0" baseline="0" noProof="0" dirty="0">
                      <a:ln>
                        <a:noFill/>
                      </a:ln>
                      <a:solidFill>
                        <a:srgbClr val="265374"/>
                      </a:solidFill>
                      <a:effectLst/>
                      <a:uLnTx/>
                      <a:uFillTx/>
                      <a:latin typeface="Calibri" panose="020F0502020204030204" pitchFamily="34" charset="0"/>
                      <a:ea typeface="+mn-ea"/>
                      <a:cs typeface="+mn-cs"/>
                    </a:rPr>
                    <a:t>Отеки</a:t>
                  </a:r>
                  <a:endParaRPr kumimoji="0" lang="ru-RU" sz="1200" b="0" i="0" u="none" strike="noStrike" kern="1200" cap="none" spc="0" normalizeH="0" baseline="0" noProof="0" dirty="0">
                    <a:ln>
                      <a:noFill/>
                    </a:ln>
                    <a:solidFill>
                      <a:srgbClr val="265374"/>
                    </a:solidFill>
                    <a:effectLst/>
                    <a:uLnTx/>
                    <a:uFillTx/>
                    <a:latin typeface="Verdana"/>
                    <a:ea typeface="+mn-ea"/>
                    <a:cs typeface="+mn-cs"/>
                  </a:endParaRPr>
                </a:p>
              </p:txBody>
            </p:sp>
          </p:grpSp>
          <p:grpSp>
            <p:nvGrpSpPr>
              <p:cNvPr id="95" name="Группа 94">
                <a:extLst>
                  <a:ext uri="{FF2B5EF4-FFF2-40B4-BE49-F238E27FC236}">
                    <a16:creationId xmlns:a16="http://schemas.microsoft.com/office/drawing/2014/main" id="{5229A2DD-F77F-D28D-4329-6DFF6BBF3DDC}"/>
                  </a:ext>
                </a:extLst>
              </p:cNvPr>
              <p:cNvGrpSpPr/>
              <p:nvPr/>
            </p:nvGrpSpPr>
            <p:grpSpPr>
              <a:xfrm>
                <a:off x="4582606" y="5333892"/>
                <a:ext cx="1201814" cy="450484"/>
                <a:chOff x="4745896" y="5333892"/>
                <a:chExt cx="1201814" cy="450484"/>
              </a:xfrm>
            </p:grpSpPr>
            <p:grpSp>
              <p:nvGrpSpPr>
                <p:cNvPr id="70" name="Группа 69">
                  <a:extLst>
                    <a:ext uri="{FF2B5EF4-FFF2-40B4-BE49-F238E27FC236}">
                      <a16:creationId xmlns:a16="http://schemas.microsoft.com/office/drawing/2014/main" id="{D2F58D82-0A88-C39F-91A0-99C03433B4B9}"/>
                    </a:ext>
                  </a:extLst>
                </p:cNvPr>
                <p:cNvGrpSpPr/>
                <p:nvPr/>
              </p:nvGrpSpPr>
              <p:grpSpPr>
                <a:xfrm rot="10800000" flipV="1">
                  <a:off x="4814144" y="5333892"/>
                  <a:ext cx="1133566" cy="450484"/>
                  <a:chOff x="7698377" y="1563189"/>
                  <a:chExt cx="2118182" cy="796834"/>
                </a:xfrm>
              </p:grpSpPr>
              <p:cxnSp>
                <p:nvCxnSpPr>
                  <p:cNvPr id="71" name="Прямая соединительная линия 70">
                    <a:extLst>
                      <a:ext uri="{FF2B5EF4-FFF2-40B4-BE49-F238E27FC236}">
                        <a16:creationId xmlns:a16="http://schemas.microsoft.com/office/drawing/2014/main" id="{D508B16F-DA79-DDBF-CF26-91F5255CDC18}"/>
                      </a:ext>
                    </a:extLst>
                  </p:cNvPr>
                  <p:cNvCxnSpPr/>
                  <p:nvPr/>
                </p:nvCxnSpPr>
                <p:spPr>
                  <a:xfrm>
                    <a:off x="7698377" y="1563189"/>
                    <a:ext cx="831669" cy="796834"/>
                  </a:xfrm>
                  <a:prstGeom prst="line">
                    <a:avLst/>
                  </a:prstGeom>
                  <a:ln w="9525">
                    <a:solidFill>
                      <a:srgbClr val="265374"/>
                    </a:solidFill>
                    <a:tailEnd type="none"/>
                  </a:ln>
                </p:spPr>
                <p:style>
                  <a:lnRef idx="1">
                    <a:schemeClr val="dk1"/>
                  </a:lnRef>
                  <a:fillRef idx="0">
                    <a:schemeClr val="dk1"/>
                  </a:fillRef>
                  <a:effectRef idx="0">
                    <a:schemeClr val="dk1"/>
                  </a:effectRef>
                  <a:fontRef idx="minor">
                    <a:schemeClr val="tx1"/>
                  </a:fontRef>
                </p:style>
              </p:cxnSp>
              <p:cxnSp>
                <p:nvCxnSpPr>
                  <p:cNvPr id="72" name="Прямая соединительная линия 71">
                    <a:extLst>
                      <a:ext uri="{FF2B5EF4-FFF2-40B4-BE49-F238E27FC236}">
                        <a16:creationId xmlns:a16="http://schemas.microsoft.com/office/drawing/2014/main" id="{37FACDD8-5291-90CD-06A8-D2BE73DE3F9A}"/>
                      </a:ext>
                    </a:extLst>
                  </p:cNvPr>
                  <p:cNvCxnSpPr/>
                  <p:nvPr/>
                </p:nvCxnSpPr>
                <p:spPr>
                  <a:xfrm>
                    <a:off x="8530046" y="2360023"/>
                    <a:ext cx="1286513" cy="0"/>
                  </a:xfrm>
                  <a:prstGeom prst="line">
                    <a:avLst/>
                  </a:prstGeom>
                  <a:ln w="9525">
                    <a:solidFill>
                      <a:srgbClr val="265374"/>
                    </a:solidFill>
                    <a:tailEnd type="none"/>
                  </a:ln>
                </p:spPr>
                <p:style>
                  <a:lnRef idx="1">
                    <a:schemeClr val="dk1"/>
                  </a:lnRef>
                  <a:fillRef idx="0">
                    <a:schemeClr val="dk1"/>
                  </a:fillRef>
                  <a:effectRef idx="0">
                    <a:schemeClr val="dk1"/>
                  </a:effectRef>
                  <a:fontRef idx="minor">
                    <a:schemeClr val="tx1"/>
                  </a:fontRef>
                </p:style>
              </p:cxnSp>
            </p:grpSp>
            <p:sp>
              <p:nvSpPr>
                <p:cNvPr id="74" name="TextBox 73">
                  <a:extLst>
                    <a:ext uri="{FF2B5EF4-FFF2-40B4-BE49-F238E27FC236}">
                      <a16:creationId xmlns:a16="http://schemas.microsoft.com/office/drawing/2014/main" id="{4210ABCC-9211-2789-667D-68552639A529}"/>
                    </a:ext>
                  </a:extLst>
                </p:cNvPr>
                <p:cNvSpPr txBox="1"/>
                <p:nvPr/>
              </p:nvSpPr>
              <p:spPr>
                <a:xfrm>
                  <a:off x="4745896" y="5491696"/>
                  <a:ext cx="950069"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200" b="0" i="0" u="none" strike="noStrike" kern="1200" cap="none" spc="0" normalizeH="0" baseline="0" noProof="0" dirty="0">
                      <a:ln>
                        <a:noFill/>
                      </a:ln>
                      <a:solidFill>
                        <a:srgbClr val="265374"/>
                      </a:solidFill>
                      <a:effectLst/>
                      <a:uLnTx/>
                      <a:uFillTx/>
                      <a:latin typeface="Calibri" panose="020F0502020204030204" pitchFamily="34" charset="0"/>
                      <a:ea typeface="+mn-ea"/>
                      <a:cs typeface="+mn-cs"/>
                    </a:rPr>
                    <a:t>Прочие</a:t>
                  </a:r>
                  <a:endParaRPr kumimoji="0" lang="ru-RU" sz="1200" b="0" i="0" u="none" strike="noStrike" kern="1200" cap="none" spc="0" normalizeH="0" baseline="0" noProof="0" dirty="0">
                    <a:ln>
                      <a:noFill/>
                    </a:ln>
                    <a:solidFill>
                      <a:srgbClr val="265374"/>
                    </a:solidFill>
                    <a:effectLst/>
                    <a:uLnTx/>
                    <a:uFillTx/>
                    <a:latin typeface="Verdana"/>
                    <a:ea typeface="+mn-ea"/>
                    <a:cs typeface="+mn-cs"/>
                  </a:endParaRPr>
                </a:p>
              </p:txBody>
            </p:sp>
          </p:grpSp>
          <p:grpSp>
            <p:nvGrpSpPr>
              <p:cNvPr id="93" name="Группа 92">
                <a:extLst>
                  <a:ext uri="{FF2B5EF4-FFF2-40B4-BE49-F238E27FC236}">
                    <a16:creationId xmlns:a16="http://schemas.microsoft.com/office/drawing/2014/main" id="{53DDD711-5545-4FB9-75A9-0747BBF8A282}"/>
                  </a:ext>
                </a:extLst>
              </p:cNvPr>
              <p:cNvGrpSpPr/>
              <p:nvPr/>
            </p:nvGrpSpPr>
            <p:grpSpPr>
              <a:xfrm>
                <a:off x="6738901" y="2157705"/>
                <a:ext cx="1755856" cy="712602"/>
                <a:chOff x="6902191" y="2157705"/>
                <a:chExt cx="1755856" cy="712602"/>
              </a:xfrm>
            </p:grpSpPr>
            <p:grpSp>
              <p:nvGrpSpPr>
                <p:cNvPr id="80" name="Группа 79">
                  <a:extLst>
                    <a:ext uri="{FF2B5EF4-FFF2-40B4-BE49-F238E27FC236}">
                      <a16:creationId xmlns:a16="http://schemas.microsoft.com/office/drawing/2014/main" id="{29356589-8CBA-54D6-5A2C-BC927A164D75}"/>
                    </a:ext>
                  </a:extLst>
                </p:cNvPr>
                <p:cNvGrpSpPr/>
                <p:nvPr/>
              </p:nvGrpSpPr>
              <p:grpSpPr>
                <a:xfrm flipV="1">
                  <a:off x="6902191" y="2419823"/>
                  <a:ext cx="1443523" cy="450484"/>
                  <a:chOff x="7698377" y="1563189"/>
                  <a:chExt cx="2697368" cy="796834"/>
                </a:xfrm>
              </p:grpSpPr>
              <p:cxnSp>
                <p:nvCxnSpPr>
                  <p:cNvPr id="81" name="Прямая соединительная линия 80">
                    <a:extLst>
                      <a:ext uri="{FF2B5EF4-FFF2-40B4-BE49-F238E27FC236}">
                        <a16:creationId xmlns:a16="http://schemas.microsoft.com/office/drawing/2014/main" id="{C6B58B93-A8F8-04EF-BD63-DE8B0F6DF1EE}"/>
                      </a:ext>
                    </a:extLst>
                  </p:cNvPr>
                  <p:cNvCxnSpPr/>
                  <p:nvPr/>
                </p:nvCxnSpPr>
                <p:spPr>
                  <a:xfrm>
                    <a:off x="7698377" y="1563189"/>
                    <a:ext cx="831669" cy="796834"/>
                  </a:xfrm>
                  <a:prstGeom prst="line">
                    <a:avLst/>
                  </a:prstGeom>
                  <a:ln w="9525">
                    <a:solidFill>
                      <a:srgbClr val="265374"/>
                    </a:solidFill>
                    <a:tailEnd type="none"/>
                  </a:ln>
                </p:spPr>
                <p:style>
                  <a:lnRef idx="1">
                    <a:schemeClr val="dk1"/>
                  </a:lnRef>
                  <a:fillRef idx="0">
                    <a:schemeClr val="dk1"/>
                  </a:fillRef>
                  <a:effectRef idx="0">
                    <a:schemeClr val="dk1"/>
                  </a:effectRef>
                  <a:fontRef idx="minor">
                    <a:schemeClr val="tx1"/>
                  </a:fontRef>
                </p:style>
              </p:cxnSp>
              <p:cxnSp>
                <p:nvCxnSpPr>
                  <p:cNvPr id="82" name="Прямая соединительная линия 81">
                    <a:extLst>
                      <a:ext uri="{FF2B5EF4-FFF2-40B4-BE49-F238E27FC236}">
                        <a16:creationId xmlns:a16="http://schemas.microsoft.com/office/drawing/2014/main" id="{F0E40E3C-8CAE-E81A-EA65-1687FAD64937}"/>
                      </a:ext>
                    </a:extLst>
                  </p:cNvPr>
                  <p:cNvCxnSpPr>
                    <a:cxnSpLocks/>
                  </p:cNvCxnSpPr>
                  <p:nvPr/>
                </p:nvCxnSpPr>
                <p:spPr>
                  <a:xfrm flipV="1">
                    <a:off x="8530046" y="2360023"/>
                    <a:ext cx="1865699" cy="0"/>
                  </a:xfrm>
                  <a:prstGeom prst="line">
                    <a:avLst/>
                  </a:prstGeom>
                  <a:ln w="9525">
                    <a:solidFill>
                      <a:srgbClr val="265374"/>
                    </a:solidFill>
                    <a:tailEnd type="none"/>
                  </a:ln>
                </p:spPr>
                <p:style>
                  <a:lnRef idx="1">
                    <a:schemeClr val="dk1"/>
                  </a:lnRef>
                  <a:fillRef idx="0">
                    <a:schemeClr val="dk1"/>
                  </a:fillRef>
                  <a:effectRef idx="0">
                    <a:schemeClr val="dk1"/>
                  </a:effectRef>
                  <a:fontRef idx="minor">
                    <a:schemeClr val="tx1"/>
                  </a:fontRef>
                </p:style>
              </p:cxnSp>
            </p:grpSp>
            <p:sp>
              <p:nvSpPr>
                <p:cNvPr id="83" name="TextBox 82">
                  <a:extLst>
                    <a:ext uri="{FF2B5EF4-FFF2-40B4-BE49-F238E27FC236}">
                      <a16:creationId xmlns:a16="http://schemas.microsoft.com/office/drawing/2014/main" id="{7DB99CFB-F1C3-990D-A344-099A306E28DA}"/>
                    </a:ext>
                  </a:extLst>
                </p:cNvPr>
                <p:cNvSpPr txBox="1"/>
                <p:nvPr/>
              </p:nvSpPr>
              <p:spPr>
                <a:xfrm>
                  <a:off x="7277818" y="2157705"/>
                  <a:ext cx="1380229"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200" b="0" i="0" u="none" strike="noStrike" kern="1200" cap="none" spc="0" normalizeH="0" baseline="0" noProof="0" dirty="0">
                      <a:ln>
                        <a:noFill/>
                      </a:ln>
                      <a:solidFill>
                        <a:srgbClr val="265374"/>
                      </a:solidFill>
                      <a:effectLst/>
                      <a:uLnTx/>
                      <a:uFillTx/>
                      <a:latin typeface="Calibri" panose="020F0502020204030204" pitchFamily="34" charset="0"/>
                      <a:ea typeface="+mn-ea"/>
                      <a:cs typeface="+mn-cs"/>
                    </a:rPr>
                    <a:t>Головные боли</a:t>
                  </a:r>
                  <a:endParaRPr kumimoji="0" lang="ru-RU" sz="1200" b="0" i="0" u="none" strike="noStrike" kern="1200" cap="none" spc="0" normalizeH="0" baseline="0" noProof="0" dirty="0">
                    <a:ln>
                      <a:noFill/>
                    </a:ln>
                    <a:solidFill>
                      <a:srgbClr val="265374"/>
                    </a:solidFill>
                    <a:effectLst/>
                    <a:uLnTx/>
                    <a:uFillTx/>
                    <a:latin typeface="Verdana"/>
                    <a:ea typeface="+mn-ea"/>
                    <a:cs typeface="+mn-cs"/>
                  </a:endParaRPr>
                </a:p>
              </p:txBody>
            </p:sp>
          </p:grpSp>
          <p:grpSp>
            <p:nvGrpSpPr>
              <p:cNvPr id="92" name="Группа 91">
                <a:extLst>
                  <a:ext uri="{FF2B5EF4-FFF2-40B4-BE49-F238E27FC236}">
                    <a16:creationId xmlns:a16="http://schemas.microsoft.com/office/drawing/2014/main" id="{A9F20A76-0AA8-70C1-02CA-EAE520702172}"/>
                  </a:ext>
                </a:extLst>
              </p:cNvPr>
              <p:cNvGrpSpPr/>
              <p:nvPr/>
            </p:nvGrpSpPr>
            <p:grpSpPr>
              <a:xfrm>
                <a:off x="7086596" y="2770452"/>
                <a:ext cx="1976318" cy="296589"/>
                <a:chOff x="6956442" y="2662077"/>
                <a:chExt cx="1976318" cy="296589"/>
              </a:xfrm>
            </p:grpSpPr>
            <p:cxnSp>
              <p:nvCxnSpPr>
                <p:cNvPr id="87" name="Прямая соединительная линия 86">
                  <a:extLst>
                    <a:ext uri="{FF2B5EF4-FFF2-40B4-BE49-F238E27FC236}">
                      <a16:creationId xmlns:a16="http://schemas.microsoft.com/office/drawing/2014/main" id="{156262A9-ADF2-93E2-9EF8-3E6408DF4864}"/>
                    </a:ext>
                  </a:extLst>
                </p:cNvPr>
                <p:cNvCxnSpPr>
                  <a:cxnSpLocks/>
                </p:cNvCxnSpPr>
                <p:nvPr/>
              </p:nvCxnSpPr>
              <p:spPr>
                <a:xfrm>
                  <a:off x="6956442" y="2958666"/>
                  <a:ext cx="1874457" cy="0"/>
                </a:xfrm>
                <a:prstGeom prst="line">
                  <a:avLst/>
                </a:prstGeom>
                <a:ln w="9525">
                  <a:solidFill>
                    <a:srgbClr val="265374"/>
                  </a:solidFill>
                  <a:tailEnd type="none"/>
                </a:ln>
              </p:spPr>
              <p:style>
                <a:lnRef idx="1">
                  <a:schemeClr val="dk1"/>
                </a:lnRef>
                <a:fillRef idx="0">
                  <a:schemeClr val="dk1"/>
                </a:fillRef>
                <a:effectRef idx="0">
                  <a:schemeClr val="dk1"/>
                </a:effectRef>
                <a:fontRef idx="minor">
                  <a:schemeClr val="tx1"/>
                </a:fontRef>
              </p:style>
            </p:cxnSp>
            <p:sp>
              <p:nvSpPr>
                <p:cNvPr id="90" name="TextBox 89">
                  <a:extLst>
                    <a:ext uri="{FF2B5EF4-FFF2-40B4-BE49-F238E27FC236}">
                      <a16:creationId xmlns:a16="http://schemas.microsoft.com/office/drawing/2014/main" id="{24A57482-E998-7BDB-6642-F5C711C3E59D}"/>
                    </a:ext>
                  </a:extLst>
                </p:cNvPr>
                <p:cNvSpPr txBox="1"/>
                <p:nvPr/>
              </p:nvSpPr>
              <p:spPr>
                <a:xfrm>
                  <a:off x="7552531" y="2662077"/>
                  <a:ext cx="1380229"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1200" b="0" i="0" u="none" strike="noStrike" kern="1200" cap="none" spc="0" normalizeH="0" baseline="0" noProof="0" dirty="0">
                      <a:ln>
                        <a:noFill/>
                      </a:ln>
                      <a:solidFill>
                        <a:srgbClr val="265374"/>
                      </a:solidFill>
                      <a:effectLst/>
                      <a:uLnTx/>
                      <a:uFillTx/>
                      <a:latin typeface="Calibri" panose="020F0502020204030204" pitchFamily="34" charset="0"/>
                      <a:ea typeface="+mn-ea"/>
                      <a:cs typeface="+mn-cs"/>
                    </a:rPr>
                    <a:t>Головокружение</a:t>
                  </a:r>
                  <a:endParaRPr kumimoji="0" lang="ru-RU" sz="1200" b="0" i="0" u="none" strike="noStrike" kern="1200" cap="none" spc="0" normalizeH="0" baseline="0" noProof="0" dirty="0">
                    <a:ln>
                      <a:noFill/>
                    </a:ln>
                    <a:solidFill>
                      <a:srgbClr val="265374"/>
                    </a:solidFill>
                    <a:effectLst/>
                    <a:uLnTx/>
                    <a:uFillTx/>
                    <a:latin typeface="Verdana"/>
                    <a:ea typeface="+mn-ea"/>
                    <a:cs typeface="+mn-cs"/>
                  </a:endParaRPr>
                </a:p>
              </p:txBody>
            </p:sp>
          </p:grpSp>
          <p:grpSp>
            <p:nvGrpSpPr>
              <p:cNvPr id="97" name="Группа 96">
                <a:extLst>
                  <a:ext uri="{FF2B5EF4-FFF2-40B4-BE49-F238E27FC236}">
                    <a16:creationId xmlns:a16="http://schemas.microsoft.com/office/drawing/2014/main" id="{909036D7-C04A-AB24-E754-12E2EEBD3222}"/>
                  </a:ext>
                </a:extLst>
              </p:cNvPr>
              <p:cNvGrpSpPr/>
              <p:nvPr/>
            </p:nvGrpSpPr>
            <p:grpSpPr>
              <a:xfrm>
                <a:off x="7477421" y="3217249"/>
                <a:ext cx="1574433" cy="296589"/>
                <a:chOff x="7347267" y="2662077"/>
                <a:chExt cx="1574433" cy="296589"/>
              </a:xfrm>
            </p:grpSpPr>
            <p:cxnSp>
              <p:nvCxnSpPr>
                <p:cNvPr id="98" name="Прямая соединительная линия 97">
                  <a:extLst>
                    <a:ext uri="{FF2B5EF4-FFF2-40B4-BE49-F238E27FC236}">
                      <a16:creationId xmlns:a16="http://schemas.microsoft.com/office/drawing/2014/main" id="{49C9DAEF-9F80-C5F3-50AE-6D1AA98D21D1}"/>
                    </a:ext>
                  </a:extLst>
                </p:cNvPr>
                <p:cNvCxnSpPr>
                  <a:cxnSpLocks/>
                </p:cNvCxnSpPr>
                <p:nvPr/>
              </p:nvCxnSpPr>
              <p:spPr>
                <a:xfrm>
                  <a:off x="7347267" y="2958666"/>
                  <a:ext cx="1483632" cy="0"/>
                </a:xfrm>
                <a:prstGeom prst="line">
                  <a:avLst/>
                </a:prstGeom>
                <a:ln w="9525">
                  <a:solidFill>
                    <a:srgbClr val="265374"/>
                  </a:solidFill>
                  <a:tailEnd type="none"/>
                </a:ln>
              </p:spPr>
              <p:style>
                <a:lnRef idx="1">
                  <a:schemeClr val="dk1"/>
                </a:lnRef>
                <a:fillRef idx="0">
                  <a:schemeClr val="dk1"/>
                </a:fillRef>
                <a:effectRef idx="0">
                  <a:schemeClr val="dk1"/>
                </a:effectRef>
                <a:fontRef idx="minor">
                  <a:schemeClr val="tx1"/>
                </a:fontRef>
              </p:style>
            </p:cxnSp>
            <p:sp>
              <p:nvSpPr>
                <p:cNvPr id="99" name="TextBox 98">
                  <a:extLst>
                    <a:ext uri="{FF2B5EF4-FFF2-40B4-BE49-F238E27FC236}">
                      <a16:creationId xmlns:a16="http://schemas.microsoft.com/office/drawing/2014/main" id="{D5B86489-0016-0AC5-FA28-FF9A393D4576}"/>
                    </a:ext>
                  </a:extLst>
                </p:cNvPr>
                <p:cNvSpPr txBox="1"/>
                <p:nvPr/>
              </p:nvSpPr>
              <p:spPr>
                <a:xfrm>
                  <a:off x="7541471" y="2662077"/>
                  <a:ext cx="1380229"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1200" b="0" i="0" u="none" strike="noStrike" kern="1200" cap="none" spc="0" normalizeH="0" baseline="0" noProof="0" dirty="0">
                      <a:ln>
                        <a:noFill/>
                      </a:ln>
                      <a:solidFill>
                        <a:srgbClr val="265374"/>
                      </a:solidFill>
                      <a:effectLst/>
                      <a:uLnTx/>
                      <a:uFillTx/>
                      <a:latin typeface="Calibri" panose="020F0502020204030204" pitchFamily="34" charset="0"/>
                      <a:ea typeface="+mn-ea"/>
                      <a:cs typeface="+mn-cs"/>
                    </a:rPr>
                    <a:t>Брадикардия</a:t>
                  </a:r>
                  <a:endParaRPr kumimoji="0" lang="ru-RU" sz="1200" b="0" i="0" u="none" strike="noStrike" kern="1200" cap="none" spc="0" normalizeH="0" baseline="0" noProof="0" dirty="0">
                    <a:ln>
                      <a:noFill/>
                    </a:ln>
                    <a:solidFill>
                      <a:srgbClr val="265374"/>
                    </a:solidFill>
                    <a:effectLst/>
                    <a:uLnTx/>
                    <a:uFillTx/>
                    <a:latin typeface="Verdana"/>
                    <a:ea typeface="+mn-ea"/>
                    <a:cs typeface="+mn-cs"/>
                  </a:endParaRPr>
                </a:p>
              </p:txBody>
            </p:sp>
          </p:grpSp>
          <p:grpSp>
            <p:nvGrpSpPr>
              <p:cNvPr id="100" name="Группа 99">
                <a:extLst>
                  <a:ext uri="{FF2B5EF4-FFF2-40B4-BE49-F238E27FC236}">
                    <a16:creationId xmlns:a16="http://schemas.microsoft.com/office/drawing/2014/main" id="{5D3AEDD0-4718-80E4-29D2-ACC7C0C4885A}"/>
                  </a:ext>
                </a:extLst>
              </p:cNvPr>
              <p:cNvGrpSpPr/>
              <p:nvPr/>
            </p:nvGrpSpPr>
            <p:grpSpPr>
              <a:xfrm>
                <a:off x="7477421" y="3586488"/>
                <a:ext cx="1572908" cy="389658"/>
                <a:chOff x="7347267" y="2595888"/>
                <a:chExt cx="1572908" cy="389658"/>
              </a:xfrm>
            </p:grpSpPr>
            <p:cxnSp>
              <p:nvCxnSpPr>
                <p:cNvPr id="101" name="Прямая соединительная линия 100">
                  <a:extLst>
                    <a:ext uri="{FF2B5EF4-FFF2-40B4-BE49-F238E27FC236}">
                      <a16:creationId xmlns:a16="http://schemas.microsoft.com/office/drawing/2014/main" id="{E51B46F6-0077-2D7B-2426-33F2CD3CD6A8}"/>
                    </a:ext>
                  </a:extLst>
                </p:cNvPr>
                <p:cNvCxnSpPr>
                  <a:cxnSpLocks/>
                </p:cNvCxnSpPr>
                <p:nvPr/>
              </p:nvCxnSpPr>
              <p:spPr>
                <a:xfrm>
                  <a:off x="7347267" y="2958666"/>
                  <a:ext cx="1483632" cy="0"/>
                </a:xfrm>
                <a:prstGeom prst="line">
                  <a:avLst/>
                </a:prstGeom>
                <a:ln w="9525">
                  <a:solidFill>
                    <a:srgbClr val="265374"/>
                  </a:solidFill>
                  <a:tailEnd type="none"/>
                </a:ln>
              </p:spPr>
              <p:style>
                <a:lnRef idx="1">
                  <a:schemeClr val="dk1"/>
                </a:lnRef>
                <a:fillRef idx="0">
                  <a:schemeClr val="dk1"/>
                </a:fillRef>
                <a:effectRef idx="0">
                  <a:schemeClr val="dk1"/>
                </a:effectRef>
                <a:fontRef idx="minor">
                  <a:schemeClr val="tx1"/>
                </a:fontRef>
              </p:style>
            </p:cxnSp>
            <p:sp>
              <p:nvSpPr>
                <p:cNvPr id="102" name="TextBox 101">
                  <a:extLst>
                    <a:ext uri="{FF2B5EF4-FFF2-40B4-BE49-F238E27FC236}">
                      <a16:creationId xmlns:a16="http://schemas.microsoft.com/office/drawing/2014/main" id="{ED641BA4-491E-2164-EB4E-C114472F7FA9}"/>
                    </a:ext>
                  </a:extLst>
                </p:cNvPr>
                <p:cNvSpPr txBox="1"/>
                <p:nvPr/>
              </p:nvSpPr>
              <p:spPr>
                <a:xfrm>
                  <a:off x="7539946" y="2595888"/>
                  <a:ext cx="1380229" cy="389658"/>
                </a:xfrm>
                <a:prstGeom prst="rect">
                  <a:avLst/>
                </a:prstGeom>
                <a:noFill/>
              </p:spPr>
              <p:txBody>
                <a:bodyPr wrap="square">
                  <a:spAutoFit/>
                </a:bodyPr>
                <a:lstStyle/>
                <a:p>
                  <a:pPr marL="0" marR="0" lvl="0" indent="0" algn="r" defTabSz="914400" rtl="0" eaLnBrk="1" fontAlgn="auto" latinLnBrk="0" hangingPunct="1">
                    <a:lnSpc>
                      <a:spcPct val="80000"/>
                    </a:lnSpc>
                    <a:spcBef>
                      <a:spcPts val="0"/>
                    </a:spcBef>
                    <a:spcAft>
                      <a:spcPts val="0"/>
                    </a:spcAft>
                    <a:buClrTx/>
                    <a:buSzTx/>
                    <a:buFontTx/>
                    <a:buNone/>
                    <a:tabLst/>
                    <a:defRPr/>
                  </a:pPr>
                  <a:r>
                    <a:rPr kumimoji="0" lang="ru-RU" sz="1200" b="0" i="0" u="none" strike="noStrike" kern="1200" cap="none" spc="0" normalizeH="0" baseline="0" noProof="0" dirty="0">
                      <a:ln>
                        <a:noFill/>
                      </a:ln>
                      <a:solidFill>
                        <a:srgbClr val="265374"/>
                      </a:solidFill>
                      <a:effectLst/>
                      <a:uLnTx/>
                      <a:uFillTx/>
                      <a:latin typeface="Calibri" panose="020F0502020204030204" pitchFamily="34" charset="0"/>
                      <a:ea typeface="+mn-ea"/>
                      <a:cs typeface="+mn-cs"/>
                    </a:rPr>
                    <a:t>Фибрилляция предсердий</a:t>
                  </a:r>
                  <a:endParaRPr kumimoji="0" lang="ru-RU" sz="1200" b="0" i="0" u="none" strike="noStrike" kern="1200" cap="none" spc="0" normalizeH="0" baseline="0" noProof="0" dirty="0">
                    <a:ln>
                      <a:noFill/>
                    </a:ln>
                    <a:solidFill>
                      <a:srgbClr val="265374"/>
                    </a:solidFill>
                    <a:effectLst/>
                    <a:uLnTx/>
                    <a:uFillTx/>
                    <a:latin typeface="Verdana"/>
                    <a:ea typeface="+mn-ea"/>
                    <a:cs typeface="+mn-cs"/>
                  </a:endParaRPr>
                </a:p>
              </p:txBody>
            </p:sp>
          </p:grpSp>
          <p:grpSp>
            <p:nvGrpSpPr>
              <p:cNvPr id="115" name="Группа 114">
                <a:extLst>
                  <a:ext uri="{FF2B5EF4-FFF2-40B4-BE49-F238E27FC236}">
                    <a16:creationId xmlns:a16="http://schemas.microsoft.com/office/drawing/2014/main" id="{003BCC75-133B-F539-3F35-2B20CC376B3B}"/>
                  </a:ext>
                </a:extLst>
              </p:cNvPr>
              <p:cNvGrpSpPr/>
              <p:nvPr/>
            </p:nvGrpSpPr>
            <p:grpSpPr>
              <a:xfrm>
                <a:off x="7456372" y="4007209"/>
                <a:ext cx="1618166" cy="387007"/>
                <a:chOff x="7619662" y="3995815"/>
                <a:chExt cx="1618166" cy="454288"/>
              </a:xfrm>
            </p:grpSpPr>
            <p:grpSp>
              <p:nvGrpSpPr>
                <p:cNvPr id="108" name="Группа 107">
                  <a:extLst>
                    <a:ext uri="{FF2B5EF4-FFF2-40B4-BE49-F238E27FC236}">
                      <a16:creationId xmlns:a16="http://schemas.microsoft.com/office/drawing/2014/main" id="{B062433D-EE9B-A1A9-D424-A06B52E005DF}"/>
                    </a:ext>
                  </a:extLst>
                </p:cNvPr>
                <p:cNvGrpSpPr/>
                <p:nvPr/>
              </p:nvGrpSpPr>
              <p:grpSpPr>
                <a:xfrm>
                  <a:off x="7619662" y="4139576"/>
                  <a:ext cx="1504681" cy="310527"/>
                  <a:chOff x="7698377" y="1563189"/>
                  <a:chExt cx="3026228" cy="796834"/>
                </a:xfrm>
              </p:grpSpPr>
              <p:cxnSp>
                <p:nvCxnSpPr>
                  <p:cNvPr id="110" name="Прямая соединительная линия 109">
                    <a:extLst>
                      <a:ext uri="{FF2B5EF4-FFF2-40B4-BE49-F238E27FC236}">
                        <a16:creationId xmlns:a16="http://schemas.microsoft.com/office/drawing/2014/main" id="{7FCF71D1-4AC5-BABB-89A3-4AC99FC5D8CF}"/>
                      </a:ext>
                    </a:extLst>
                  </p:cNvPr>
                  <p:cNvCxnSpPr/>
                  <p:nvPr/>
                </p:nvCxnSpPr>
                <p:spPr>
                  <a:xfrm>
                    <a:off x="7698377" y="1563189"/>
                    <a:ext cx="831669" cy="796834"/>
                  </a:xfrm>
                  <a:prstGeom prst="line">
                    <a:avLst/>
                  </a:prstGeom>
                  <a:ln w="9525">
                    <a:solidFill>
                      <a:srgbClr val="265374"/>
                    </a:solidFill>
                    <a:tailEnd type="none"/>
                  </a:ln>
                </p:spPr>
                <p:style>
                  <a:lnRef idx="1">
                    <a:schemeClr val="dk1"/>
                  </a:lnRef>
                  <a:fillRef idx="0">
                    <a:schemeClr val="dk1"/>
                  </a:fillRef>
                  <a:effectRef idx="0">
                    <a:schemeClr val="dk1"/>
                  </a:effectRef>
                  <a:fontRef idx="minor">
                    <a:schemeClr val="tx1"/>
                  </a:fontRef>
                </p:style>
              </p:cxnSp>
              <p:cxnSp>
                <p:nvCxnSpPr>
                  <p:cNvPr id="111" name="Прямая соединительная линия 110">
                    <a:extLst>
                      <a:ext uri="{FF2B5EF4-FFF2-40B4-BE49-F238E27FC236}">
                        <a16:creationId xmlns:a16="http://schemas.microsoft.com/office/drawing/2014/main" id="{1807462B-1824-D413-1E03-CBCA98D99148}"/>
                      </a:ext>
                    </a:extLst>
                  </p:cNvPr>
                  <p:cNvCxnSpPr>
                    <a:cxnSpLocks/>
                  </p:cNvCxnSpPr>
                  <p:nvPr/>
                </p:nvCxnSpPr>
                <p:spPr>
                  <a:xfrm>
                    <a:off x="8530046" y="2360023"/>
                    <a:ext cx="2194559" cy="0"/>
                  </a:xfrm>
                  <a:prstGeom prst="line">
                    <a:avLst/>
                  </a:prstGeom>
                  <a:ln w="9525">
                    <a:solidFill>
                      <a:srgbClr val="265374"/>
                    </a:solidFill>
                    <a:tailEnd type="none"/>
                  </a:ln>
                </p:spPr>
                <p:style>
                  <a:lnRef idx="1">
                    <a:schemeClr val="dk1"/>
                  </a:lnRef>
                  <a:fillRef idx="0">
                    <a:schemeClr val="dk1"/>
                  </a:fillRef>
                  <a:effectRef idx="0">
                    <a:schemeClr val="dk1"/>
                  </a:effectRef>
                  <a:fontRef idx="minor">
                    <a:schemeClr val="tx1"/>
                  </a:fontRef>
                </p:style>
              </p:cxnSp>
            </p:grpSp>
            <p:sp>
              <p:nvSpPr>
                <p:cNvPr id="114" name="TextBox 113">
                  <a:extLst>
                    <a:ext uri="{FF2B5EF4-FFF2-40B4-BE49-F238E27FC236}">
                      <a16:creationId xmlns:a16="http://schemas.microsoft.com/office/drawing/2014/main" id="{1AAA04F7-13F9-C679-A45B-B28401839C2D}"/>
                    </a:ext>
                  </a:extLst>
                </p:cNvPr>
                <p:cNvSpPr txBox="1"/>
                <p:nvPr/>
              </p:nvSpPr>
              <p:spPr>
                <a:xfrm>
                  <a:off x="7857599" y="3995815"/>
                  <a:ext cx="1380229" cy="389658"/>
                </a:xfrm>
                <a:prstGeom prst="rect">
                  <a:avLst/>
                </a:prstGeom>
                <a:noFill/>
              </p:spPr>
              <p:txBody>
                <a:bodyPr wrap="square">
                  <a:spAutoFit/>
                </a:bodyPr>
                <a:lstStyle/>
                <a:p>
                  <a:pPr marL="0" marR="0" lvl="0" indent="0" algn="r" defTabSz="914400" rtl="0" eaLnBrk="1" fontAlgn="auto" latinLnBrk="0" hangingPunct="1">
                    <a:lnSpc>
                      <a:spcPct val="80000"/>
                    </a:lnSpc>
                    <a:spcBef>
                      <a:spcPts val="0"/>
                    </a:spcBef>
                    <a:spcAft>
                      <a:spcPts val="0"/>
                    </a:spcAft>
                    <a:buClrTx/>
                    <a:buSzTx/>
                    <a:buFontTx/>
                    <a:buNone/>
                    <a:tabLst/>
                    <a:defRPr/>
                  </a:pPr>
                  <a:r>
                    <a:rPr kumimoji="0" lang="ru-RU" sz="1200" b="0" i="0" u="none" strike="noStrike" kern="1200" cap="none" spc="0" normalizeH="0" baseline="0" noProof="0" dirty="0">
                      <a:ln>
                        <a:noFill/>
                      </a:ln>
                      <a:solidFill>
                        <a:srgbClr val="265374"/>
                      </a:solidFill>
                      <a:effectLst/>
                      <a:uLnTx/>
                      <a:uFillTx/>
                      <a:latin typeface="Calibri" panose="020F0502020204030204" pitchFamily="34" charset="0"/>
                      <a:ea typeface="+mn-ea"/>
                      <a:cs typeface="+mn-cs"/>
                    </a:rPr>
                    <a:t>Сердечная недостаточность </a:t>
                  </a:r>
                  <a:endParaRPr kumimoji="0" lang="ru-RU" sz="1200" b="0" i="0" u="none" strike="noStrike" kern="1200" cap="none" spc="0" normalizeH="0" baseline="0" noProof="0" dirty="0">
                    <a:ln>
                      <a:noFill/>
                    </a:ln>
                    <a:solidFill>
                      <a:srgbClr val="265374"/>
                    </a:solidFill>
                    <a:effectLst/>
                    <a:uLnTx/>
                    <a:uFillTx/>
                    <a:latin typeface="Verdana"/>
                    <a:ea typeface="+mn-ea"/>
                    <a:cs typeface="+mn-cs"/>
                  </a:endParaRPr>
                </a:p>
              </p:txBody>
            </p:sp>
          </p:grpSp>
          <p:grpSp>
            <p:nvGrpSpPr>
              <p:cNvPr id="116" name="Группа 115">
                <a:extLst>
                  <a:ext uri="{FF2B5EF4-FFF2-40B4-BE49-F238E27FC236}">
                    <a16:creationId xmlns:a16="http://schemas.microsoft.com/office/drawing/2014/main" id="{99E82E23-4E60-9C65-A172-0468475BA0D5}"/>
                  </a:ext>
                </a:extLst>
              </p:cNvPr>
              <p:cNvGrpSpPr/>
              <p:nvPr/>
            </p:nvGrpSpPr>
            <p:grpSpPr>
              <a:xfrm>
                <a:off x="7456372" y="4318601"/>
                <a:ext cx="1618166" cy="665429"/>
                <a:chOff x="7619662" y="4139576"/>
                <a:chExt cx="1618166" cy="319246"/>
              </a:xfrm>
            </p:grpSpPr>
            <p:grpSp>
              <p:nvGrpSpPr>
                <p:cNvPr id="117" name="Группа 116">
                  <a:extLst>
                    <a:ext uri="{FF2B5EF4-FFF2-40B4-BE49-F238E27FC236}">
                      <a16:creationId xmlns:a16="http://schemas.microsoft.com/office/drawing/2014/main" id="{E3563AAF-8383-3557-DE5F-6ACF934F2B0B}"/>
                    </a:ext>
                  </a:extLst>
                </p:cNvPr>
                <p:cNvGrpSpPr/>
                <p:nvPr/>
              </p:nvGrpSpPr>
              <p:grpSpPr>
                <a:xfrm>
                  <a:off x="7619662" y="4139576"/>
                  <a:ext cx="1504681" cy="310527"/>
                  <a:chOff x="7698377" y="1563189"/>
                  <a:chExt cx="3026228" cy="796834"/>
                </a:xfrm>
              </p:grpSpPr>
              <p:cxnSp>
                <p:nvCxnSpPr>
                  <p:cNvPr id="119" name="Прямая соединительная линия 118">
                    <a:extLst>
                      <a:ext uri="{FF2B5EF4-FFF2-40B4-BE49-F238E27FC236}">
                        <a16:creationId xmlns:a16="http://schemas.microsoft.com/office/drawing/2014/main" id="{C318A7CD-84BF-024B-97F0-D35B0A0052EF}"/>
                      </a:ext>
                    </a:extLst>
                  </p:cNvPr>
                  <p:cNvCxnSpPr/>
                  <p:nvPr/>
                </p:nvCxnSpPr>
                <p:spPr>
                  <a:xfrm>
                    <a:off x="7698377" y="1563189"/>
                    <a:ext cx="831669" cy="796834"/>
                  </a:xfrm>
                  <a:prstGeom prst="line">
                    <a:avLst/>
                  </a:prstGeom>
                  <a:ln w="9525">
                    <a:solidFill>
                      <a:srgbClr val="265374"/>
                    </a:solidFill>
                    <a:tailEnd type="none"/>
                  </a:ln>
                </p:spPr>
                <p:style>
                  <a:lnRef idx="1">
                    <a:schemeClr val="dk1"/>
                  </a:lnRef>
                  <a:fillRef idx="0">
                    <a:schemeClr val="dk1"/>
                  </a:fillRef>
                  <a:effectRef idx="0">
                    <a:schemeClr val="dk1"/>
                  </a:effectRef>
                  <a:fontRef idx="minor">
                    <a:schemeClr val="tx1"/>
                  </a:fontRef>
                </p:style>
              </p:cxnSp>
              <p:cxnSp>
                <p:nvCxnSpPr>
                  <p:cNvPr id="120" name="Прямая соединительная линия 119">
                    <a:extLst>
                      <a:ext uri="{FF2B5EF4-FFF2-40B4-BE49-F238E27FC236}">
                        <a16:creationId xmlns:a16="http://schemas.microsoft.com/office/drawing/2014/main" id="{13A75331-3FA3-B1EE-19F9-5CC8C93D67C7}"/>
                      </a:ext>
                    </a:extLst>
                  </p:cNvPr>
                  <p:cNvCxnSpPr>
                    <a:cxnSpLocks/>
                  </p:cNvCxnSpPr>
                  <p:nvPr/>
                </p:nvCxnSpPr>
                <p:spPr>
                  <a:xfrm>
                    <a:off x="8530046" y="2360023"/>
                    <a:ext cx="2194559" cy="0"/>
                  </a:xfrm>
                  <a:prstGeom prst="line">
                    <a:avLst/>
                  </a:prstGeom>
                  <a:ln w="9525">
                    <a:solidFill>
                      <a:srgbClr val="265374"/>
                    </a:solidFill>
                    <a:tailEnd type="none"/>
                  </a:ln>
                </p:spPr>
                <p:style>
                  <a:lnRef idx="1">
                    <a:schemeClr val="dk1"/>
                  </a:lnRef>
                  <a:fillRef idx="0">
                    <a:schemeClr val="dk1"/>
                  </a:fillRef>
                  <a:effectRef idx="0">
                    <a:schemeClr val="dk1"/>
                  </a:effectRef>
                  <a:fontRef idx="minor">
                    <a:schemeClr val="tx1"/>
                  </a:fontRef>
                </p:style>
              </p:cxnSp>
            </p:grpSp>
            <p:sp>
              <p:nvSpPr>
                <p:cNvPr id="118" name="TextBox 117">
                  <a:extLst>
                    <a:ext uri="{FF2B5EF4-FFF2-40B4-BE49-F238E27FC236}">
                      <a16:creationId xmlns:a16="http://schemas.microsoft.com/office/drawing/2014/main" id="{08B75359-B1C9-082E-93E0-987CEE88DD1C}"/>
                    </a:ext>
                  </a:extLst>
                </p:cNvPr>
                <p:cNvSpPr txBox="1"/>
                <p:nvPr/>
              </p:nvSpPr>
              <p:spPr>
                <a:xfrm>
                  <a:off x="7857599" y="4201004"/>
                  <a:ext cx="1380229" cy="257818"/>
                </a:xfrm>
                <a:prstGeom prst="rect">
                  <a:avLst/>
                </a:prstGeom>
                <a:noFill/>
              </p:spPr>
              <p:txBody>
                <a:bodyPr wrap="square">
                  <a:spAutoFit/>
                </a:bodyPr>
                <a:lstStyle/>
                <a:p>
                  <a:pPr marL="0" marR="0" lvl="0" indent="0" algn="r" defTabSz="914400" rtl="0" eaLnBrk="1" fontAlgn="auto" latinLnBrk="0" hangingPunct="1">
                    <a:lnSpc>
                      <a:spcPct val="80000"/>
                    </a:lnSpc>
                    <a:spcBef>
                      <a:spcPts val="0"/>
                    </a:spcBef>
                    <a:spcAft>
                      <a:spcPts val="0"/>
                    </a:spcAft>
                    <a:buClrTx/>
                    <a:buSzTx/>
                    <a:buFontTx/>
                    <a:buNone/>
                    <a:tabLst/>
                    <a:defRPr/>
                  </a:pPr>
                  <a:r>
                    <a:rPr kumimoji="0" lang="ru-RU" sz="1200" b="0" i="0" u="none" strike="noStrike" kern="1200" cap="none" spc="0" normalizeH="0" baseline="0" noProof="0" dirty="0" err="1">
                      <a:ln>
                        <a:noFill/>
                      </a:ln>
                      <a:solidFill>
                        <a:srgbClr val="265374"/>
                      </a:solidFill>
                      <a:effectLst/>
                      <a:uLnTx/>
                      <a:uFillTx/>
                      <a:latin typeface="Calibri" panose="020F0502020204030204" pitchFamily="34" charset="0"/>
                      <a:ea typeface="+mn-ea"/>
                      <a:cs typeface="+mn-cs"/>
                    </a:rPr>
                    <a:t>Церебро</a:t>
                  </a:r>
                  <a:r>
                    <a:rPr kumimoji="0" lang="ru-RU" sz="1200" b="0" i="0" u="none" strike="noStrike" kern="1200" cap="none" spc="0" normalizeH="0" baseline="0" noProof="0" dirty="0">
                      <a:ln>
                        <a:noFill/>
                      </a:ln>
                      <a:solidFill>
                        <a:srgbClr val="265374"/>
                      </a:solidFill>
                      <a:effectLst/>
                      <a:uLnTx/>
                      <a:uFillTx/>
                      <a:latin typeface="Calibri" panose="020F0502020204030204" pitchFamily="34" charset="0"/>
                      <a:ea typeface="+mn-ea"/>
                      <a:cs typeface="+mn-cs"/>
                    </a:rPr>
                    <a:t>-васкулярная недостаточность</a:t>
                  </a:r>
                  <a:endParaRPr kumimoji="0" lang="ru-RU" sz="1200" b="0" i="0" u="none" strike="noStrike" kern="1200" cap="none" spc="0" normalizeH="0" baseline="0" noProof="0" dirty="0">
                    <a:ln>
                      <a:noFill/>
                    </a:ln>
                    <a:solidFill>
                      <a:srgbClr val="265374"/>
                    </a:solidFill>
                    <a:effectLst/>
                    <a:uLnTx/>
                    <a:uFillTx/>
                    <a:latin typeface="Verdana"/>
                    <a:ea typeface="+mn-ea"/>
                    <a:cs typeface="+mn-cs"/>
                  </a:endParaRPr>
                </a:p>
              </p:txBody>
            </p:sp>
          </p:grpSp>
          <p:grpSp>
            <p:nvGrpSpPr>
              <p:cNvPr id="121" name="Группа 120">
                <a:extLst>
                  <a:ext uri="{FF2B5EF4-FFF2-40B4-BE49-F238E27FC236}">
                    <a16:creationId xmlns:a16="http://schemas.microsoft.com/office/drawing/2014/main" id="{C3A5FF02-8912-0F01-62C9-46C8844DD4AF}"/>
                  </a:ext>
                </a:extLst>
              </p:cNvPr>
              <p:cNvGrpSpPr/>
              <p:nvPr/>
            </p:nvGrpSpPr>
            <p:grpSpPr>
              <a:xfrm>
                <a:off x="7413171" y="4394215"/>
                <a:ext cx="1661367" cy="1000204"/>
                <a:chOff x="7619662" y="4139576"/>
                <a:chExt cx="1618166" cy="310527"/>
              </a:xfrm>
            </p:grpSpPr>
            <p:grpSp>
              <p:nvGrpSpPr>
                <p:cNvPr id="122" name="Группа 121">
                  <a:extLst>
                    <a:ext uri="{FF2B5EF4-FFF2-40B4-BE49-F238E27FC236}">
                      <a16:creationId xmlns:a16="http://schemas.microsoft.com/office/drawing/2014/main" id="{02FF7613-D909-8CA3-1516-609FDB8093B4}"/>
                    </a:ext>
                  </a:extLst>
                </p:cNvPr>
                <p:cNvGrpSpPr/>
                <p:nvPr/>
              </p:nvGrpSpPr>
              <p:grpSpPr>
                <a:xfrm>
                  <a:off x="7619662" y="4139576"/>
                  <a:ext cx="1504681" cy="310527"/>
                  <a:chOff x="7698377" y="1563189"/>
                  <a:chExt cx="3026228" cy="796834"/>
                </a:xfrm>
              </p:grpSpPr>
              <p:cxnSp>
                <p:nvCxnSpPr>
                  <p:cNvPr id="124" name="Прямая соединительная линия 123">
                    <a:extLst>
                      <a:ext uri="{FF2B5EF4-FFF2-40B4-BE49-F238E27FC236}">
                        <a16:creationId xmlns:a16="http://schemas.microsoft.com/office/drawing/2014/main" id="{776AD1AD-C533-B912-5AFE-28A0A27D0C60}"/>
                      </a:ext>
                    </a:extLst>
                  </p:cNvPr>
                  <p:cNvCxnSpPr/>
                  <p:nvPr/>
                </p:nvCxnSpPr>
                <p:spPr>
                  <a:xfrm>
                    <a:off x="7698377" y="1563189"/>
                    <a:ext cx="831669" cy="796834"/>
                  </a:xfrm>
                  <a:prstGeom prst="line">
                    <a:avLst/>
                  </a:prstGeom>
                  <a:ln w="9525">
                    <a:solidFill>
                      <a:srgbClr val="265374"/>
                    </a:solidFill>
                    <a:tailEnd type="none"/>
                  </a:ln>
                </p:spPr>
                <p:style>
                  <a:lnRef idx="1">
                    <a:schemeClr val="dk1"/>
                  </a:lnRef>
                  <a:fillRef idx="0">
                    <a:schemeClr val="dk1"/>
                  </a:fillRef>
                  <a:effectRef idx="0">
                    <a:schemeClr val="dk1"/>
                  </a:effectRef>
                  <a:fontRef idx="minor">
                    <a:schemeClr val="tx1"/>
                  </a:fontRef>
                </p:style>
              </p:cxnSp>
              <p:cxnSp>
                <p:nvCxnSpPr>
                  <p:cNvPr id="125" name="Прямая соединительная линия 124">
                    <a:extLst>
                      <a:ext uri="{FF2B5EF4-FFF2-40B4-BE49-F238E27FC236}">
                        <a16:creationId xmlns:a16="http://schemas.microsoft.com/office/drawing/2014/main" id="{E749D2F3-6B4C-31BA-43D0-E0A191CE13DB}"/>
                      </a:ext>
                    </a:extLst>
                  </p:cNvPr>
                  <p:cNvCxnSpPr>
                    <a:cxnSpLocks/>
                  </p:cNvCxnSpPr>
                  <p:nvPr/>
                </p:nvCxnSpPr>
                <p:spPr>
                  <a:xfrm>
                    <a:off x="8530046" y="2360023"/>
                    <a:ext cx="2194559" cy="0"/>
                  </a:xfrm>
                  <a:prstGeom prst="line">
                    <a:avLst/>
                  </a:prstGeom>
                  <a:ln w="9525">
                    <a:solidFill>
                      <a:srgbClr val="265374"/>
                    </a:solidFill>
                    <a:tailEnd type="none"/>
                  </a:ln>
                </p:spPr>
                <p:style>
                  <a:lnRef idx="1">
                    <a:schemeClr val="dk1"/>
                  </a:lnRef>
                  <a:fillRef idx="0">
                    <a:schemeClr val="dk1"/>
                  </a:fillRef>
                  <a:effectRef idx="0">
                    <a:schemeClr val="dk1"/>
                  </a:effectRef>
                  <a:fontRef idx="minor">
                    <a:schemeClr val="tx1"/>
                  </a:fontRef>
                </p:style>
              </p:cxnSp>
            </p:grpSp>
            <p:sp>
              <p:nvSpPr>
                <p:cNvPr id="123" name="TextBox 122">
                  <a:extLst>
                    <a:ext uri="{FF2B5EF4-FFF2-40B4-BE49-F238E27FC236}">
                      <a16:creationId xmlns:a16="http://schemas.microsoft.com/office/drawing/2014/main" id="{051E9249-3D00-7D7D-292D-87FCC9A13F4B}"/>
                    </a:ext>
                  </a:extLst>
                </p:cNvPr>
                <p:cNvSpPr txBox="1"/>
                <p:nvPr/>
              </p:nvSpPr>
              <p:spPr>
                <a:xfrm>
                  <a:off x="8013707" y="4332063"/>
                  <a:ext cx="1224121" cy="108219"/>
                </a:xfrm>
                <a:prstGeom prst="rect">
                  <a:avLst/>
                </a:prstGeom>
                <a:noFill/>
              </p:spPr>
              <p:txBody>
                <a:bodyPr wrap="square">
                  <a:spAutoFit/>
                </a:bodyPr>
                <a:lstStyle/>
                <a:p>
                  <a:pPr marL="0" marR="0" lvl="0" indent="0" algn="r" defTabSz="914400" rtl="0" eaLnBrk="1" fontAlgn="auto" latinLnBrk="0" hangingPunct="1">
                    <a:lnSpc>
                      <a:spcPct val="80000"/>
                    </a:lnSpc>
                    <a:spcBef>
                      <a:spcPts val="0"/>
                    </a:spcBef>
                    <a:spcAft>
                      <a:spcPts val="0"/>
                    </a:spcAft>
                    <a:buClrTx/>
                    <a:buSzTx/>
                    <a:buFontTx/>
                    <a:buNone/>
                    <a:tabLst/>
                    <a:defRPr/>
                  </a:pPr>
                  <a:r>
                    <a:rPr kumimoji="0" lang="ru-RU" sz="1200" b="0" i="0" u="none" strike="noStrike" kern="1200" cap="none" spc="0" normalizeH="0" baseline="0" noProof="0" dirty="0" err="1">
                      <a:ln>
                        <a:noFill/>
                      </a:ln>
                      <a:solidFill>
                        <a:srgbClr val="265374"/>
                      </a:solidFill>
                      <a:effectLst/>
                      <a:uLnTx/>
                      <a:uFillTx/>
                      <a:latin typeface="Calibri" panose="020F0502020204030204" pitchFamily="34" charset="0"/>
                      <a:ea typeface="+mn-ea"/>
                      <a:cs typeface="+mn-cs"/>
                    </a:rPr>
                    <a:t>Ангионевро-тический</a:t>
                  </a:r>
                  <a:r>
                    <a:rPr kumimoji="0" lang="ru-RU" sz="1200" b="0" i="0" u="none" strike="noStrike" kern="1200" cap="none" spc="0" normalizeH="0" baseline="0" noProof="0" dirty="0">
                      <a:ln>
                        <a:noFill/>
                      </a:ln>
                      <a:solidFill>
                        <a:srgbClr val="265374"/>
                      </a:solidFill>
                      <a:effectLst/>
                      <a:uLnTx/>
                      <a:uFillTx/>
                      <a:latin typeface="Calibri" panose="020F0502020204030204" pitchFamily="34" charset="0"/>
                      <a:ea typeface="+mn-ea"/>
                      <a:cs typeface="+mn-cs"/>
                    </a:rPr>
                    <a:t> отек</a:t>
                  </a:r>
                </a:p>
              </p:txBody>
            </p:sp>
          </p:grpSp>
          <p:grpSp>
            <p:nvGrpSpPr>
              <p:cNvPr id="126" name="Группа 125">
                <a:extLst>
                  <a:ext uri="{FF2B5EF4-FFF2-40B4-BE49-F238E27FC236}">
                    <a16:creationId xmlns:a16="http://schemas.microsoft.com/office/drawing/2014/main" id="{7117E138-9229-DA99-F118-E5F40620A366}"/>
                  </a:ext>
                </a:extLst>
              </p:cNvPr>
              <p:cNvGrpSpPr/>
              <p:nvPr/>
            </p:nvGrpSpPr>
            <p:grpSpPr>
              <a:xfrm>
                <a:off x="7387771" y="4564760"/>
                <a:ext cx="1662558" cy="1229922"/>
                <a:chOff x="7619662" y="4139576"/>
                <a:chExt cx="1618166" cy="310527"/>
              </a:xfrm>
            </p:grpSpPr>
            <p:grpSp>
              <p:nvGrpSpPr>
                <p:cNvPr id="127" name="Группа 126">
                  <a:extLst>
                    <a:ext uri="{FF2B5EF4-FFF2-40B4-BE49-F238E27FC236}">
                      <a16:creationId xmlns:a16="http://schemas.microsoft.com/office/drawing/2014/main" id="{5DE4D53A-8AE8-0389-6540-1F1DC470C3A4}"/>
                    </a:ext>
                  </a:extLst>
                </p:cNvPr>
                <p:cNvGrpSpPr/>
                <p:nvPr/>
              </p:nvGrpSpPr>
              <p:grpSpPr>
                <a:xfrm>
                  <a:off x="7619662" y="4139576"/>
                  <a:ext cx="1504681" cy="310527"/>
                  <a:chOff x="7698377" y="1563189"/>
                  <a:chExt cx="3026228" cy="796834"/>
                </a:xfrm>
              </p:grpSpPr>
              <p:cxnSp>
                <p:nvCxnSpPr>
                  <p:cNvPr id="129" name="Прямая соединительная линия 128">
                    <a:extLst>
                      <a:ext uri="{FF2B5EF4-FFF2-40B4-BE49-F238E27FC236}">
                        <a16:creationId xmlns:a16="http://schemas.microsoft.com/office/drawing/2014/main" id="{16E9A393-C208-E3F6-B7E1-559905ECE0DD}"/>
                      </a:ext>
                    </a:extLst>
                  </p:cNvPr>
                  <p:cNvCxnSpPr/>
                  <p:nvPr/>
                </p:nvCxnSpPr>
                <p:spPr>
                  <a:xfrm>
                    <a:off x="7698377" y="1563189"/>
                    <a:ext cx="831669" cy="796834"/>
                  </a:xfrm>
                  <a:prstGeom prst="line">
                    <a:avLst/>
                  </a:prstGeom>
                  <a:ln w="9525">
                    <a:solidFill>
                      <a:srgbClr val="265374"/>
                    </a:solidFill>
                    <a:tailEnd type="none"/>
                  </a:ln>
                </p:spPr>
                <p:style>
                  <a:lnRef idx="1">
                    <a:schemeClr val="dk1"/>
                  </a:lnRef>
                  <a:fillRef idx="0">
                    <a:schemeClr val="dk1"/>
                  </a:fillRef>
                  <a:effectRef idx="0">
                    <a:schemeClr val="dk1"/>
                  </a:effectRef>
                  <a:fontRef idx="minor">
                    <a:schemeClr val="tx1"/>
                  </a:fontRef>
                </p:style>
              </p:cxnSp>
              <p:cxnSp>
                <p:nvCxnSpPr>
                  <p:cNvPr id="130" name="Прямая соединительная линия 129">
                    <a:extLst>
                      <a:ext uri="{FF2B5EF4-FFF2-40B4-BE49-F238E27FC236}">
                        <a16:creationId xmlns:a16="http://schemas.microsoft.com/office/drawing/2014/main" id="{C3E65D6F-CFEF-5800-837F-A69C783B2A2C}"/>
                      </a:ext>
                    </a:extLst>
                  </p:cNvPr>
                  <p:cNvCxnSpPr>
                    <a:cxnSpLocks/>
                  </p:cNvCxnSpPr>
                  <p:nvPr/>
                </p:nvCxnSpPr>
                <p:spPr>
                  <a:xfrm>
                    <a:off x="8530046" y="2360023"/>
                    <a:ext cx="2194559" cy="0"/>
                  </a:xfrm>
                  <a:prstGeom prst="line">
                    <a:avLst/>
                  </a:prstGeom>
                  <a:ln w="9525">
                    <a:solidFill>
                      <a:srgbClr val="265374"/>
                    </a:solidFill>
                    <a:tailEnd type="none"/>
                  </a:ln>
                </p:spPr>
                <p:style>
                  <a:lnRef idx="1">
                    <a:schemeClr val="dk1"/>
                  </a:lnRef>
                  <a:fillRef idx="0">
                    <a:schemeClr val="dk1"/>
                  </a:fillRef>
                  <a:effectRef idx="0">
                    <a:schemeClr val="dk1"/>
                  </a:effectRef>
                  <a:fontRef idx="minor">
                    <a:schemeClr val="tx1"/>
                  </a:fontRef>
                </p:style>
              </p:cxnSp>
            </p:grpSp>
            <p:sp>
              <p:nvSpPr>
                <p:cNvPr id="128" name="TextBox 127">
                  <a:extLst>
                    <a:ext uri="{FF2B5EF4-FFF2-40B4-BE49-F238E27FC236}">
                      <a16:creationId xmlns:a16="http://schemas.microsoft.com/office/drawing/2014/main" id="{34A49790-6111-8C01-9402-69DFED2954C9}"/>
                    </a:ext>
                  </a:extLst>
                </p:cNvPr>
                <p:cNvSpPr txBox="1"/>
                <p:nvPr/>
              </p:nvSpPr>
              <p:spPr>
                <a:xfrm>
                  <a:off x="8013707" y="4384117"/>
                  <a:ext cx="1224121" cy="52722"/>
                </a:xfrm>
                <a:prstGeom prst="rect">
                  <a:avLst/>
                </a:prstGeom>
                <a:noFill/>
              </p:spPr>
              <p:txBody>
                <a:bodyPr wrap="square">
                  <a:spAutoFit/>
                </a:bodyPr>
                <a:lstStyle/>
                <a:p>
                  <a:pPr marL="0" marR="0" lvl="0" indent="0" algn="r" defTabSz="914400" rtl="0" eaLnBrk="1" fontAlgn="auto" latinLnBrk="0" hangingPunct="1">
                    <a:lnSpc>
                      <a:spcPct val="80000"/>
                    </a:lnSpc>
                    <a:spcBef>
                      <a:spcPts val="0"/>
                    </a:spcBef>
                    <a:spcAft>
                      <a:spcPts val="0"/>
                    </a:spcAft>
                    <a:buClrTx/>
                    <a:buSzTx/>
                    <a:buFontTx/>
                    <a:buNone/>
                    <a:tabLst/>
                    <a:defRPr/>
                  </a:pPr>
                  <a:r>
                    <a:rPr kumimoji="0" lang="ru-RU" sz="1200" b="0" i="0" u="none" strike="noStrike" kern="1200" cap="none" spc="0" normalizeH="0" baseline="0" noProof="0" dirty="0">
                      <a:ln>
                        <a:noFill/>
                      </a:ln>
                      <a:solidFill>
                        <a:srgbClr val="265374"/>
                      </a:solidFill>
                      <a:effectLst/>
                      <a:uLnTx/>
                      <a:uFillTx/>
                      <a:latin typeface="Calibri" panose="020F0502020204030204" pitchFamily="34" charset="0"/>
                      <a:ea typeface="+mn-ea"/>
                      <a:cs typeface="+mn-cs"/>
                    </a:rPr>
                    <a:t>Травма головы</a:t>
                  </a:r>
                </a:p>
              </p:txBody>
            </p:sp>
          </p:grpSp>
        </p:grpSp>
        <p:graphicFrame>
          <p:nvGraphicFramePr>
            <p:cNvPr id="57" name="Chart 9">
              <a:extLst>
                <a:ext uri="{FF2B5EF4-FFF2-40B4-BE49-F238E27FC236}">
                  <a16:creationId xmlns:a16="http://schemas.microsoft.com/office/drawing/2014/main" id="{E0712FF8-2B0D-7DEC-CDEF-98312C3A9131}"/>
                </a:ext>
              </a:extLst>
            </p:cNvPr>
            <p:cNvGraphicFramePr/>
            <p:nvPr/>
          </p:nvGraphicFramePr>
          <p:xfrm>
            <a:off x="3803627" y="1742206"/>
            <a:ext cx="4155854" cy="4038985"/>
          </p:xfrm>
          <a:graphic>
            <a:graphicData uri="http://schemas.openxmlformats.org/drawingml/2006/chart">
              <c:chart xmlns:c="http://schemas.openxmlformats.org/drawingml/2006/chart" xmlns:r="http://schemas.openxmlformats.org/officeDocument/2006/relationships" r:id="rId3"/>
            </a:graphicData>
          </a:graphic>
        </p:graphicFrame>
      </p:grpSp>
      <p:sp>
        <p:nvSpPr>
          <p:cNvPr id="2" name="Номер слайда 1">
            <a:extLst>
              <a:ext uri="{FF2B5EF4-FFF2-40B4-BE49-F238E27FC236}">
                <a16:creationId xmlns:a16="http://schemas.microsoft.com/office/drawing/2014/main" id="{75C339E6-56CD-3B83-5C87-309717EB70C3}"/>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75</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sp>
        <p:nvSpPr>
          <p:cNvPr id="4" name="Text Placeholder 3">
            <a:extLst>
              <a:ext uri="{FF2B5EF4-FFF2-40B4-BE49-F238E27FC236}">
                <a16:creationId xmlns:a16="http://schemas.microsoft.com/office/drawing/2014/main" id="{BD19EE61-61FF-403E-B7D8-F98E57662C53}"/>
              </a:ext>
            </a:extLst>
          </p:cNvPr>
          <p:cNvSpPr>
            <a:spLocks noGrp="1"/>
          </p:cNvSpPr>
          <p:nvPr/>
        </p:nvSpPr>
        <p:spPr bwMode="gray">
          <a:xfrm>
            <a:off x="621446" y="159224"/>
            <a:ext cx="10944225" cy="398144"/>
          </a:xfrm>
          <a:prstGeom prst="rect">
            <a:avLst/>
          </a:prstGeom>
        </p:spPr>
        <p:txBody>
          <a:bodyPr vert="horz" lIns="91440" tIns="18000" rIns="91440" bIns="45720" rtlCol="0" anchor="t">
            <a:noAutofit/>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2200" b="0" kern="1200" baseline="0">
                <a:solidFill>
                  <a:schemeClr val="accent1"/>
                </a:solidFill>
                <a:latin typeface="+mn-lt"/>
                <a:ea typeface="+mn-ea"/>
                <a:cs typeface="+mn-cs"/>
              </a:defRPr>
            </a:lvl1pPr>
            <a:lvl2pPr marL="0" indent="0" algn="l" defTabSz="914400" rtl="0" eaLnBrk="1" latinLnBrk="0" hangingPunct="1">
              <a:lnSpc>
                <a:spcPct val="100000"/>
              </a:lnSpc>
              <a:spcBef>
                <a:spcPts val="0"/>
              </a:spcBef>
              <a:spcAft>
                <a:spcPts val="0"/>
              </a:spcAft>
              <a:buFont typeface="Arial" panose="020B0604020202020204" pitchFamily="34" charset="0"/>
              <a:buNone/>
              <a:defRPr sz="2200" b="0" kern="1200">
                <a:solidFill>
                  <a:schemeClr val="accent1"/>
                </a:solidFill>
                <a:latin typeface="+mn-lt"/>
                <a:ea typeface="+mn-ea"/>
                <a:cs typeface="+mn-cs"/>
              </a:defRPr>
            </a:lvl2pPr>
            <a:lvl3pPr marL="0" indent="0" algn="l" defTabSz="914400" rtl="0" eaLnBrk="1" latinLnBrk="0" hangingPunct="1">
              <a:lnSpc>
                <a:spcPct val="100000"/>
              </a:lnSpc>
              <a:spcBef>
                <a:spcPts val="0"/>
              </a:spcBef>
              <a:spcAft>
                <a:spcPts val="0"/>
              </a:spcAft>
              <a:buFont typeface="Arial" panose="020B0604020202020204" pitchFamily="34" charset="0"/>
              <a:buNone/>
              <a:defRPr sz="2200" b="0" kern="1200">
                <a:solidFill>
                  <a:schemeClr val="accent1"/>
                </a:solidFill>
                <a:latin typeface="+mn-lt"/>
                <a:ea typeface="+mn-ea"/>
                <a:cs typeface="+mn-cs"/>
              </a:defRPr>
            </a:lvl3pPr>
            <a:lvl4pPr marL="0" indent="0" algn="l" defTabSz="914400" rtl="0" eaLnBrk="1" latinLnBrk="0" hangingPunct="1">
              <a:lnSpc>
                <a:spcPct val="100000"/>
              </a:lnSpc>
              <a:spcBef>
                <a:spcPts val="0"/>
              </a:spcBef>
              <a:spcAft>
                <a:spcPts val="0"/>
              </a:spcAft>
              <a:buFont typeface="Arial" panose="020B0604020202020204" pitchFamily="34" charset="0"/>
              <a:buNone/>
              <a:defRPr sz="2200" b="0" kern="1200">
                <a:solidFill>
                  <a:schemeClr val="accent1"/>
                </a:solidFill>
                <a:latin typeface="+mn-lt"/>
                <a:ea typeface="+mn-ea"/>
                <a:cs typeface="+mn-cs"/>
              </a:defRPr>
            </a:lvl4pPr>
            <a:lvl5pPr marL="0" indent="0" algn="l" defTabSz="914400" rtl="0" eaLnBrk="1" latinLnBrk="0" hangingPunct="1">
              <a:lnSpc>
                <a:spcPct val="100000"/>
              </a:lnSpc>
              <a:spcBef>
                <a:spcPts val="0"/>
              </a:spcBef>
              <a:spcAft>
                <a:spcPts val="0"/>
              </a:spcAft>
              <a:buFont typeface="Arial" panose="020B0604020202020204" pitchFamily="34" charset="0"/>
              <a:buNone/>
              <a:defRPr sz="2200" b="0" kern="1200">
                <a:solidFill>
                  <a:schemeClr val="accent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2200" b="0" kern="1200">
                <a:solidFill>
                  <a:schemeClr val="accent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2200" b="0" kern="1200">
                <a:solidFill>
                  <a:schemeClr val="accent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2200" b="0" kern="1200">
                <a:solidFill>
                  <a:schemeClr val="accent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2200" b="0" kern="1200">
                <a:solidFill>
                  <a:schemeClr val="accen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2200" b="0" i="0" u="none" strike="noStrike" kern="1200" cap="none" spc="0" normalizeH="0" baseline="0" noProof="0">
              <a:ln>
                <a:noFill/>
              </a:ln>
              <a:solidFill>
                <a:srgbClr val="73C8B3"/>
              </a:solidFill>
              <a:effectLst/>
              <a:uLnTx/>
              <a:uFillTx/>
              <a:latin typeface="Verdana"/>
              <a:ea typeface="+mn-ea"/>
              <a:cs typeface="+mn-cs"/>
            </a:endParaRPr>
          </a:p>
        </p:txBody>
      </p:sp>
      <p:sp>
        <p:nvSpPr>
          <p:cNvPr id="9" name="TextBox 8">
            <a:extLst>
              <a:ext uri="{FF2B5EF4-FFF2-40B4-BE49-F238E27FC236}">
                <a16:creationId xmlns:a16="http://schemas.microsoft.com/office/drawing/2014/main" id="{0557AA57-BD6F-4A30-A843-6A35A5D8A666}"/>
              </a:ext>
            </a:extLst>
          </p:cNvPr>
          <p:cNvSpPr txBox="1"/>
          <p:nvPr/>
        </p:nvSpPr>
        <p:spPr>
          <a:xfrm>
            <a:off x="840642" y="6137181"/>
            <a:ext cx="7734738" cy="50013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170" rtl="0" eaLnBrk="1" fontAlgn="auto" latinLnBrk="1" hangingPunct="1">
              <a:lnSpc>
                <a:spcPct val="100000"/>
              </a:lnSpc>
              <a:spcBef>
                <a:spcPts val="300"/>
              </a:spcBef>
              <a:spcAft>
                <a:spcPts val="0"/>
              </a:spcAft>
              <a:buClrTx/>
              <a:buSzTx/>
              <a:buFontTx/>
              <a:buNone/>
              <a:tabLst/>
              <a:defRPr/>
            </a:pP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САД</a:t>
            </a:r>
            <a:r>
              <a:rPr kumimoji="0" lang="en-US"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 </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систолическое артериальное давление</a:t>
            </a:r>
            <a:r>
              <a:rPr kumimoji="0" lang="en-US"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a:t>
            </a: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ДАД</a:t>
            </a:r>
            <a:r>
              <a:rPr kumimoji="0" lang="en-US"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 </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диастолическое артериальное давление</a:t>
            </a:r>
            <a:r>
              <a:rPr kumimoji="0" lang="en-US"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a:t>
            </a: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ЧСС</a:t>
            </a:r>
            <a:r>
              <a:rPr kumimoji="0" lang="en-US"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 </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частота сердечных сокращений</a:t>
            </a:r>
            <a:endParaRPr kumimoji="0" lang="en-US"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endParaRPr>
          </a:p>
          <a:p>
            <a:pPr marL="0" marR="0" lvl="0" indent="0" algn="l" defTabSz="1219170" rtl="0" eaLnBrk="1" fontAlgn="auto" latinLnBrk="1" hangingPunct="1">
              <a:lnSpc>
                <a:spcPct val="100000"/>
              </a:lnSpc>
              <a:spcBef>
                <a:spcPts val="300"/>
              </a:spcBef>
              <a:spcAft>
                <a:spcPts val="0"/>
              </a:spcAft>
              <a:buClrTx/>
              <a:buSzTx/>
              <a:buFontTx/>
              <a:buNone/>
              <a:tabLst/>
              <a:defRPr/>
            </a:pPr>
            <a:r>
              <a:rPr kumimoji="0" lang="en-US"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1. </a:t>
            </a:r>
            <a:r>
              <a:rPr kumimoji="0" lang="en-US" sz="800" b="0" i="0" u="none" strike="noStrike" kern="1200" cap="none" spc="0" normalizeH="0" baseline="0" noProof="0" dirty="0" err="1">
                <a:ln>
                  <a:noFill/>
                </a:ln>
                <a:solidFill>
                  <a:srgbClr val="323F48"/>
                </a:solidFill>
                <a:effectLst/>
                <a:uLnTx/>
                <a:uFillTx/>
                <a:latin typeface="Calibri" panose="020F0502020204030204" pitchFamily="34" charset="0"/>
                <a:ea typeface="+mn-ea"/>
                <a:cs typeface="Calibri" panose="020F0502020204030204" pitchFamily="34" charset="0"/>
              </a:rPr>
              <a:t>Hostalek</a:t>
            </a:r>
            <a:r>
              <a:rPr kumimoji="0" lang="en-US"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U. Treatment of hypertension with a fixed-dose combination of bisoprolol and amlodipine in daily practice: results of a multinational non-investigational study. Cardiovasc </a:t>
            </a:r>
            <a:r>
              <a:rPr kumimoji="0" lang="en-US" sz="800" b="0" i="0" u="none" strike="noStrike" kern="1200" cap="none" spc="0" normalizeH="0" baseline="0" noProof="0" dirty="0" err="1">
                <a:ln>
                  <a:noFill/>
                </a:ln>
                <a:solidFill>
                  <a:srgbClr val="323F48"/>
                </a:solidFill>
                <a:effectLst/>
                <a:uLnTx/>
                <a:uFillTx/>
                <a:latin typeface="Calibri" panose="020F0502020204030204" pitchFamily="34" charset="0"/>
                <a:ea typeface="+mn-ea"/>
                <a:cs typeface="Calibri" panose="020F0502020204030204" pitchFamily="34" charset="0"/>
              </a:rPr>
              <a:t>Disord</a:t>
            </a:r>
            <a:r>
              <a:rPr kumimoji="0" lang="en-US"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Med. 2016;1(3):1–5. DOI: 10.15761/CDM.1000118</a:t>
            </a:r>
            <a:endParaRPr kumimoji="0" lang="en-GB"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endParaRPr>
          </a:p>
        </p:txBody>
      </p:sp>
      <p:sp>
        <p:nvSpPr>
          <p:cNvPr id="10" name="Title 2">
            <a:extLst>
              <a:ext uri="{FF2B5EF4-FFF2-40B4-BE49-F238E27FC236}">
                <a16:creationId xmlns:a16="http://schemas.microsoft.com/office/drawing/2014/main" id="{D482863D-5AF6-F67B-8B6B-723D5840F5B3}"/>
              </a:ext>
            </a:extLst>
          </p:cNvPr>
          <p:cNvSpPr txBox="1">
            <a:spLocks/>
          </p:cNvSpPr>
          <p:nvPr/>
        </p:nvSpPr>
        <p:spPr>
          <a:xfrm>
            <a:off x="895943" y="660171"/>
            <a:ext cx="10944225" cy="615553"/>
          </a:xfrm>
          <a:prstGeom prst="rect">
            <a:avLst/>
          </a:prstGeom>
          <a:noFill/>
          <a:ln>
            <a:noFill/>
          </a:ln>
        </p:spPr>
        <p:txBody>
          <a:bodyPr spcFirstLastPara="1" vert="horz" wrap="square" lIns="0" tIns="0" rIns="0" bIns="0" rtlCol="0" anchor="ctr" anchorCtr="0">
            <a:sp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
                <a:srgbClr val="000000"/>
              </a:buClr>
              <a:buSzTx/>
              <a:buFont typeface="Arial"/>
              <a:buNone/>
              <a:tabLst>
                <a:tab pos="3409950" algn="l"/>
              </a:tabLst>
              <a:defRPr/>
            </a:pPr>
            <a:r>
              <a:rPr kumimoji="0" lang="ru-RU" sz="20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Arial"/>
                <a:sym typeface="Arial"/>
              </a:rPr>
              <a:t>Конкор</a:t>
            </a:r>
            <a:r>
              <a:rPr kumimoji="0" lang="ru-RU"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a:sym typeface="Arial"/>
              </a:rPr>
              <a:t>® АМ в реальной клинической практике −благоприятный профиль безопасности</a:t>
            </a:r>
          </a:p>
        </p:txBody>
      </p:sp>
      <p:sp>
        <p:nvSpPr>
          <p:cNvPr id="14" name="TextBox 13">
            <a:extLst>
              <a:ext uri="{FF2B5EF4-FFF2-40B4-BE49-F238E27FC236}">
                <a16:creationId xmlns:a16="http://schemas.microsoft.com/office/drawing/2014/main" id="{97883DA9-0018-6FA3-CC9F-6B13FF0CC0BD}"/>
              </a:ext>
            </a:extLst>
          </p:cNvPr>
          <p:cNvSpPr txBox="1"/>
          <p:nvPr/>
        </p:nvSpPr>
        <p:spPr>
          <a:xfrm>
            <a:off x="9623051" y="1981199"/>
            <a:ext cx="2425256" cy="3919022"/>
          </a:xfrm>
          <a:prstGeom prst="rect">
            <a:avLst/>
          </a:prstGeom>
          <a:noFill/>
        </p:spPr>
        <p:txBody>
          <a:bodyPr wrap="square">
            <a:spAutoFit/>
          </a:bodyPr>
          <a:lstStyle/>
          <a:p>
            <a:pPr marL="0" marR="0" lvl="0" indent="0" algn="l" defTabSz="914400" rtl="0" eaLnBrk="1" fontAlgn="auto" latinLnBrk="0" hangingPunct="1">
              <a:lnSpc>
                <a:spcPct val="100000"/>
              </a:lnSpc>
              <a:spcBef>
                <a:spcPts val="800"/>
              </a:spcBef>
              <a:spcAft>
                <a:spcPts val="0"/>
              </a:spcAft>
              <a:buClrTx/>
              <a:buSzTx/>
              <a:buFontTx/>
              <a:buNone/>
              <a:tabLst/>
              <a:defRPr/>
            </a:pPr>
            <a:r>
              <a:rPr kumimoji="0" lang="ru-RU" sz="12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Дизайн исследования</a:t>
            </a:r>
            <a:endParaRPr kumimoji="0" lang="ru-RU" sz="1200" b="0"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endParaRPr>
          </a:p>
          <a:p>
            <a:pPr marL="0" marR="0" lvl="0" indent="0" algn="l" defTabSz="914400" rtl="0" eaLnBrk="1" fontAlgn="auto" latinLnBrk="0" hangingPunct="1">
              <a:lnSpc>
                <a:spcPct val="100000"/>
              </a:lnSpc>
              <a:spcBef>
                <a:spcPts val="800"/>
              </a:spcBef>
              <a:spcAft>
                <a:spcPts val="0"/>
              </a:spcAft>
              <a:buClrTx/>
              <a:buSzTx/>
              <a:buFontTx/>
              <a:buNone/>
              <a:tabLst/>
              <a:defRPr/>
            </a:pPr>
            <a:r>
              <a:rPr kumimoji="0" lang="ru-RU" sz="12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Неинтервенционное</a:t>
            </a: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многоцентровое исследование.</a:t>
            </a:r>
          </a:p>
          <a:p>
            <a:pPr marL="0" marR="0" lvl="0" indent="0" algn="l" defTabSz="914400" rtl="0" eaLnBrk="1" fontAlgn="auto" latinLnBrk="0" hangingPunct="1">
              <a:lnSpc>
                <a:spcPct val="100000"/>
              </a:lnSpc>
              <a:spcBef>
                <a:spcPts val="800"/>
              </a:spcBef>
              <a:spcAft>
                <a:spcPts val="0"/>
              </a:spcAft>
              <a:buClrTx/>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Включено </a:t>
            </a:r>
            <a:r>
              <a:rPr kumimoji="0" lang="ru-RU"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12 424 </a:t>
            </a: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пациента от 18 лет</a:t>
            </a: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которые были переведены со свободной комбинации </a:t>
            </a:r>
            <a:r>
              <a:rPr kumimoji="0" lang="ru-RU" sz="12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бисопролола</a:t>
            </a: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и </a:t>
            </a:r>
            <a:r>
              <a:rPr kumimoji="0" lang="ru-RU" sz="12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амлодипина</a:t>
            </a: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на фиксированную комбинацию.</a:t>
            </a:r>
          </a:p>
          <a:p>
            <a:pPr marL="0" marR="0" lvl="0" indent="0" algn="l" defTabSz="914400" rtl="0" eaLnBrk="1" fontAlgn="auto" latinLnBrk="0" hangingPunct="1">
              <a:lnSpc>
                <a:spcPct val="100000"/>
              </a:lnSpc>
              <a:spcBef>
                <a:spcPts val="800"/>
              </a:spcBef>
              <a:spcAft>
                <a:spcPts val="0"/>
              </a:spcAft>
              <a:buClrTx/>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Цель: </a:t>
            </a: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оценка приверженности терапии, динамики АД, ЧСС, пульсового давления  и нежелательных явлений.</a:t>
            </a:r>
          </a:p>
          <a:p>
            <a:pPr marL="0" marR="0" lvl="0" indent="0" algn="l" defTabSz="914400" rtl="0" eaLnBrk="1" fontAlgn="auto" latinLnBrk="0" hangingPunct="1">
              <a:lnSpc>
                <a:spcPct val="100000"/>
              </a:lnSpc>
              <a:spcBef>
                <a:spcPts val="800"/>
              </a:spcBef>
              <a:spcAft>
                <a:spcPts val="0"/>
              </a:spcAft>
              <a:buClrTx/>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Длительность наблюдения: </a:t>
            </a: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6 месяцев</a:t>
            </a:r>
          </a:p>
        </p:txBody>
      </p:sp>
      <p:grpSp>
        <p:nvGrpSpPr>
          <p:cNvPr id="3" name="Группа 2">
            <a:extLst>
              <a:ext uri="{FF2B5EF4-FFF2-40B4-BE49-F238E27FC236}">
                <a16:creationId xmlns:a16="http://schemas.microsoft.com/office/drawing/2014/main" id="{EC83A9FA-0FFC-BC01-CAF8-11ACA2251251}"/>
              </a:ext>
            </a:extLst>
          </p:cNvPr>
          <p:cNvGrpSpPr/>
          <p:nvPr/>
        </p:nvGrpSpPr>
        <p:grpSpPr>
          <a:xfrm>
            <a:off x="358917" y="1850499"/>
            <a:ext cx="3519128" cy="3852719"/>
            <a:chOff x="358917" y="1850499"/>
            <a:chExt cx="3519128" cy="3852719"/>
          </a:xfrm>
        </p:grpSpPr>
        <p:graphicFrame>
          <p:nvGraphicFramePr>
            <p:cNvPr id="79" name="Диаграмма 78">
              <a:extLst>
                <a:ext uri="{FF2B5EF4-FFF2-40B4-BE49-F238E27FC236}">
                  <a16:creationId xmlns:a16="http://schemas.microsoft.com/office/drawing/2014/main" id="{A416FF5A-BCBB-DBF6-95CD-35E832FBDF4D}"/>
                </a:ext>
              </a:extLst>
            </p:cNvPr>
            <p:cNvGraphicFramePr/>
            <p:nvPr/>
          </p:nvGraphicFramePr>
          <p:xfrm>
            <a:off x="862236" y="2352445"/>
            <a:ext cx="2491427" cy="2923785"/>
          </p:xfrm>
          <a:graphic>
            <a:graphicData uri="http://schemas.openxmlformats.org/drawingml/2006/chart">
              <c:chart xmlns:c="http://schemas.openxmlformats.org/drawingml/2006/chart" xmlns:r="http://schemas.openxmlformats.org/officeDocument/2006/relationships" r:id="rId4"/>
            </a:graphicData>
          </a:graphic>
        </p:graphicFrame>
        <p:sp>
          <p:nvSpPr>
            <p:cNvPr id="6" name="Прямоугольник 5">
              <a:extLst>
                <a:ext uri="{FF2B5EF4-FFF2-40B4-BE49-F238E27FC236}">
                  <a16:creationId xmlns:a16="http://schemas.microsoft.com/office/drawing/2014/main" id="{89F8921E-D56F-9BDB-9B65-901220FDFE13}"/>
                </a:ext>
              </a:extLst>
            </p:cNvPr>
            <p:cNvSpPr/>
            <p:nvPr/>
          </p:nvSpPr>
          <p:spPr>
            <a:xfrm>
              <a:off x="358917" y="1850499"/>
              <a:ext cx="3519128" cy="794947"/>
            </a:xfrm>
            <a:prstGeom prst="rect">
              <a:avLst/>
            </a:prstGeom>
          </p:spPr>
          <p:txBody>
            <a:bodyPr wrap="square">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170" rtl="0" eaLnBrk="1" fontAlgn="auto" latinLnBrk="1" hangingPunct="1">
                <a:lnSpc>
                  <a:spcPct val="100000"/>
                </a:lnSpc>
                <a:spcBef>
                  <a:spcPts val="0"/>
                </a:spcBef>
                <a:spcAft>
                  <a:spcPts val="0"/>
                </a:spcAft>
                <a:buClrTx/>
                <a:buSzTx/>
                <a:buFontTx/>
                <a:buNone/>
                <a:tabLst/>
                <a:defRPr sz="1862" b="0" i="0" u="none" strike="noStrike" kern="1200" spc="0" baseline="0">
                  <a:solidFill>
                    <a:srgbClr val="503291"/>
                  </a:solidFill>
                  <a:latin typeface="+mn-lt"/>
                  <a:ea typeface="+mn-ea"/>
                  <a:cs typeface="+mn-cs"/>
                </a:defRPr>
              </a:pPr>
              <a:r>
                <a:rPr kumimoji="0" lang="ru-RU" sz="2400" b="1" i="0" u="none" strike="noStrike" kern="1200" cap="none" spc="0" normalizeH="0" baseline="0" noProof="0" dirty="0">
                  <a:ln>
                    <a:noFill/>
                  </a:ln>
                  <a:solidFill>
                    <a:srgbClr val="EC736A"/>
                  </a:solidFill>
                  <a:effectLst/>
                  <a:uLnTx/>
                  <a:uFillTx/>
                  <a:latin typeface="Verdana" panose="020B0604030504040204" pitchFamily="34" charset="0"/>
                  <a:ea typeface="Verdana" panose="020B0604030504040204" pitchFamily="34" charset="0"/>
                  <a:cs typeface="+mn-cs"/>
                </a:rPr>
                <a:t>Нежелательные </a:t>
              </a:r>
              <a:endParaRPr kumimoji="0" lang="en-US" sz="2400" b="1" i="0" u="none" strike="noStrike" kern="1200" cap="none" spc="0" normalizeH="0" baseline="0" noProof="0" dirty="0">
                <a:ln>
                  <a:noFill/>
                </a:ln>
                <a:solidFill>
                  <a:srgbClr val="EC736A"/>
                </a:solidFill>
                <a:effectLst/>
                <a:uLnTx/>
                <a:uFillTx/>
                <a:latin typeface="Verdana" panose="020B0604030504040204" pitchFamily="34" charset="0"/>
                <a:ea typeface="Verdana" panose="020B0604030504040204" pitchFamily="34" charset="0"/>
                <a:cs typeface="+mn-cs"/>
              </a:endParaRPr>
            </a:p>
            <a:p>
              <a:pPr marL="0" marR="0" lvl="0" indent="0" algn="ctr" defTabSz="1219170" rtl="0" eaLnBrk="1" fontAlgn="auto" latinLnBrk="1" hangingPunct="1">
                <a:lnSpc>
                  <a:spcPct val="100000"/>
                </a:lnSpc>
                <a:spcBef>
                  <a:spcPts val="0"/>
                </a:spcBef>
                <a:spcAft>
                  <a:spcPts val="0"/>
                </a:spcAft>
                <a:buClrTx/>
                <a:buSzTx/>
                <a:buFontTx/>
                <a:buNone/>
                <a:tabLst/>
                <a:defRPr sz="1862" b="0" i="0" u="none" strike="noStrike" kern="1200" spc="0" baseline="0">
                  <a:solidFill>
                    <a:srgbClr val="503291"/>
                  </a:solidFill>
                  <a:latin typeface="+mn-lt"/>
                  <a:ea typeface="+mn-ea"/>
                  <a:cs typeface="+mn-cs"/>
                </a:defRPr>
              </a:pPr>
              <a:r>
                <a:rPr kumimoji="0" lang="ru-RU" sz="2400" b="1" i="0" u="none" strike="noStrike" kern="1200" cap="none" spc="0" normalizeH="0" baseline="0" noProof="0" dirty="0">
                  <a:ln>
                    <a:noFill/>
                  </a:ln>
                  <a:solidFill>
                    <a:srgbClr val="EC736A"/>
                  </a:solidFill>
                  <a:effectLst/>
                  <a:uLnTx/>
                  <a:uFillTx/>
                  <a:latin typeface="Verdana" panose="020B0604030504040204" pitchFamily="34" charset="0"/>
                  <a:ea typeface="Verdana" panose="020B0604030504040204" pitchFamily="34" charset="0"/>
                  <a:cs typeface="+mn-cs"/>
                </a:rPr>
                <a:t>явления</a:t>
              </a:r>
            </a:p>
            <a:p>
              <a:pPr marL="0" marR="0" lvl="0" indent="0" algn="ctr" defTabSz="1219170" rtl="0" eaLnBrk="1" fontAlgn="auto" latinLnBrk="1" hangingPunct="1">
                <a:lnSpc>
                  <a:spcPct val="100000"/>
                </a:lnSpc>
                <a:spcBef>
                  <a:spcPts val="0"/>
                </a:spcBef>
                <a:spcAft>
                  <a:spcPts val="0"/>
                </a:spcAft>
                <a:buClrTx/>
                <a:buSzTx/>
                <a:buFontTx/>
                <a:buNone/>
                <a:tabLst/>
                <a:defRPr sz="1862" b="0" i="0" u="none" strike="noStrike" kern="1200" spc="0" baseline="0">
                  <a:solidFill>
                    <a:srgbClr val="503291"/>
                  </a:solidFill>
                  <a:latin typeface="+mn-lt"/>
                  <a:ea typeface="+mn-ea"/>
                  <a:cs typeface="+mn-cs"/>
                </a:defRPr>
              </a:pPr>
              <a:r>
                <a:rPr kumimoji="0" lang="ru-RU" sz="2400" b="1" i="0" u="none" strike="noStrike" kern="1200" cap="none" spc="0" normalizeH="0" baseline="0" noProof="0" dirty="0">
                  <a:ln>
                    <a:noFill/>
                  </a:ln>
                  <a:solidFill>
                    <a:srgbClr val="EC736A"/>
                  </a:solidFill>
                  <a:effectLst/>
                  <a:uLnTx/>
                  <a:uFillTx/>
                  <a:latin typeface="Verdana" panose="020B0604030504040204" pitchFamily="34" charset="0"/>
                  <a:ea typeface="Verdana" panose="020B0604030504040204" pitchFamily="34" charset="0"/>
                  <a:cs typeface="+mn-cs"/>
                </a:rPr>
                <a:t> </a:t>
              </a:r>
            </a:p>
          </p:txBody>
        </p:sp>
        <p:sp>
          <p:nvSpPr>
            <p:cNvPr id="32" name="TextBox 31">
              <a:extLst>
                <a:ext uri="{FF2B5EF4-FFF2-40B4-BE49-F238E27FC236}">
                  <a16:creationId xmlns:a16="http://schemas.microsoft.com/office/drawing/2014/main" id="{932BA9FD-2D43-BE6D-44A0-5B685639AEA9}"/>
                </a:ext>
              </a:extLst>
            </p:cNvPr>
            <p:cNvSpPr txBox="1"/>
            <p:nvPr/>
          </p:nvSpPr>
          <p:spPr>
            <a:xfrm>
              <a:off x="685546" y="4964554"/>
              <a:ext cx="2918461" cy="738664"/>
            </a:xfrm>
            <a:prstGeom prst="rect">
              <a:avLst/>
            </a:prstGeom>
            <a:noFill/>
          </p:spPr>
          <p:txBody>
            <a:bodyPr wrap="square">
              <a:spAutoFit/>
            </a:bodyPr>
            <a:lstStyle/>
            <a:p>
              <a:pPr marL="0" marR="0" lvl="0" indent="0" algn="ctr" defTabSz="1219170" rtl="0" eaLnBrk="1" fontAlgn="auto" latinLnBrk="1" hangingPunct="1">
                <a:lnSpc>
                  <a:spcPct val="100000"/>
                </a:lnSpc>
                <a:spcBef>
                  <a:spcPts val="0"/>
                </a:spcBef>
                <a:spcAft>
                  <a:spcPts val="0"/>
                </a:spcAft>
                <a:buClrTx/>
                <a:buSzTx/>
                <a:buFontTx/>
                <a:buNone/>
                <a:tabLst/>
                <a:defRPr sz="1862" b="0" i="0" u="none" strike="noStrike" kern="1200" spc="0" baseline="0">
                  <a:solidFill>
                    <a:srgbClr val="503291"/>
                  </a:solidFill>
                  <a:latin typeface="+mn-lt"/>
                  <a:ea typeface="+mn-ea"/>
                  <a:cs typeface="+mn-cs"/>
                </a:defRPr>
              </a:pPr>
              <a:r>
                <a:rPr kumimoji="0" lang="ru-RU" sz="18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Отмена терапии – </a:t>
              </a:r>
              <a:endParaRPr kumimoji="0" lang="en-US" sz="18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a:p>
              <a:pPr marL="0" marR="0" lvl="0" indent="0" algn="ctr" defTabSz="1219170" rtl="0" eaLnBrk="1" fontAlgn="auto" latinLnBrk="1" hangingPunct="1">
                <a:lnSpc>
                  <a:spcPct val="100000"/>
                </a:lnSpc>
                <a:spcBef>
                  <a:spcPts val="0"/>
                </a:spcBef>
                <a:spcAft>
                  <a:spcPts val="0"/>
                </a:spcAft>
                <a:buClrTx/>
                <a:buSzTx/>
                <a:buFontTx/>
                <a:buNone/>
                <a:tabLst/>
                <a:defRPr sz="1862" b="0" i="0" u="none" strike="noStrike" kern="1200" spc="0" baseline="0">
                  <a:solidFill>
                    <a:srgbClr val="503291"/>
                  </a:solidFill>
                  <a:latin typeface="+mn-lt"/>
                  <a:ea typeface="+mn-ea"/>
                  <a:cs typeface="+mn-cs"/>
                </a:defRPr>
              </a:pPr>
              <a:r>
                <a:rPr kumimoji="0" lang="ru-RU" sz="18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в </a:t>
              </a:r>
              <a:r>
                <a:rPr kumimoji="0" lang="ru-RU" sz="24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0,07</a:t>
              </a:r>
              <a:r>
                <a:rPr kumimoji="0" lang="ru-RU" sz="14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a:t>
              </a:r>
              <a:endParaRPr kumimoji="0" lang="ru-RU" sz="3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38" name="Группа 37">
            <a:extLst>
              <a:ext uri="{FF2B5EF4-FFF2-40B4-BE49-F238E27FC236}">
                <a16:creationId xmlns:a16="http://schemas.microsoft.com/office/drawing/2014/main" id="{75E69E2C-A0D3-870D-8A78-E5F5B12E97E3}"/>
              </a:ext>
            </a:extLst>
          </p:cNvPr>
          <p:cNvGrpSpPr/>
          <p:nvPr/>
        </p:nvGrpSpPr>
        <p:grpSpPr>
          <a:xfrm>
            <a:off x="1433999" y="3245038"/>
            <a:ext cx="1670013" cy="1037307"/>
            <a:chOff x="1589313" y="3269789"/>
            <a:chExt cx="1670013" cy="1037307"/>
          </a:xfrm>
        </p:grpSpPr>
        <p:sp>
          <p:nvSpPr>
            <p:cNvPr id="34" name="TextBox 33">
              <a:extLst>
                <a:ext uri="{FF2B5EF4-FFF2-40B4-BE49-F238E27FC236}">
                  <a16:creationId xmlns:a16="http://schemas.microsoft.com/office/drawing/2014/main" id="{BBAE1BB7-1D30-2870-0B59-9987CDCB01A4}"/>
                </a:ext>
              </a:extLst>
            </p:cNvPr>
            <p:cNvSpPr txBox="1"/>
            <p:nvPr/>
          </p:nvSpPr>
          <p:spPr>
            <a:xfrm>
              <a:off x="1589313" y="3366013"/>
              <a:ext cx="1670013" cy="76944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4400" b="1" i="0" u="none" strike="noStrike" kern="1200" cap="none" spc="0" normalizeH="0" baseline="0" noProof="0" dirty="0">
                  <a:ln>
                    <a:noFill/>
                  </a:ln>
                  <a:solidFill>
                    <a:srgbClr val="EC736A"/>
                  </a:solidFill>
                  <a:effectLst/>
                  <a:uLnTx/>
                  <a:uFillTx/>
                  <a:latin typeface="Verdana" panose="020B0604030504040204" pitchFamily="34" charset="0"/>
                  <a:ea typeface="Verdana" panose="020B0604030504040204" pitchFamily="34" charset="0"/>
                  <a:cs typeface="+mn-cs"/>
                </a:rPr>
                <a:t>0</a:t>
              </a:r>
              <a:r>
                <a:rPr kumimoji="0" lang="ru-RU" sz="2800" b="1" i="0" u="none" strike="noStrike" kern="1200" cap="none" spc="0" normalizeH="0" baseline="0" noProof="0" dirty="0">
                  <a:ln>
                    <a:noFill/>
                  </a:ln>
                  <a:solidFill>
                    <a:srgbClr val="EC736A"/>
                  </a:solidFill>
                  <a:effectLst/>
                  <a:uLnTx/>
                  <a:uFillTx/>
                  <a:latin typeface="Verdana" panose="020B0604030504040204" pitchFamily="34" charset="0"/>
                  <a:ea typeface="Verdana" panose="020B0604030504040204" pitchFamily="34" charset="0"/>
                  <a:cs typeface="+mn-cs"/>
                </a:rPr>
                <a:t>,</a:t>
              </a:r>
              <a:r>
                <a:rPr kumimoji="0" lang="ru-RU" sz="4400" b="1" i="0" u="none" strike="noStrike" kern="1200" cap="none" spc="0" normalizeH="0" baseline="0" noProof="0" dirty="0">
                  <a:ln>
                    <a:noFill/>
                  </a:ln>
                  <a:solidFill>
                    <a:srgbClr val="EC736A"/>
                  </a:solidFill>
                  <a:effectLst/>
                  <a:uLnTx/>
                  <a:uFillTx/>
                  <a:latin typeface="Verdana" panose="020B0604030504040204" pitchFamily="34" charset="0"/>
                  <a:ea typeface="Verdana" panose="020B0604030504040204" pitchFamily="34" charset="0"/>
                  <a:cs typeface="+mn-cs"/>
                </a:rPr>
                <a:t>8</a:t>
              </a:r>
              <a:r>
                <a:rPr kumimoji="0" lang="ru-RU" sz="2400" b="1" i="0" u="none" strike="noStrike" kern="1200" cap="none" spc="0" normalizeH="0" baseline="0" noProof="0" dirty="0">
                  <a:ln>
                    <a:noFill/>
                  </a:ln>
                  <a:solidFill>
                    <a:srgbClr val="EC736A"/>
                  </a:solidFill>
                  <a:effectLst/>
                  <a:uLnTx/>
                  <a:uFillTx/>
                  <a:latin typeface="Verdana" panose="020B0604030504040204" pitchFamily="34" charset="0"/>
                  <a:ea typeface="Verdana" panose="020B0604030504040204" pitchFamily="34" charset="0"/>
                  <a:cs typeface="+mn-cs"/>
                </a:rPr>
                <a:t>%</a:t>
              </a:r>
              <a:endParaRPr kumimoji="0" lang="ru-RU" sz="4400" b="0" i="0" u="none" strike="noStrike" kern="1200" cap="none" spc="0" normalizeH="0" baseline="0" noProof="0" dirty="0">
                <a:ln>
                  <a:noFill/>
                </a:ln>
                <a:solidFill>
                  <a:srgbClr val="EC736A"/>
                </a:solidFill>
                <a:effectLst/>
                <a:uLnTx/>
                <a:uFillTx/>
                <a:latin typeface="Verdana"/>
                <a:ea typeface="+mn-ea"/>
                <a:cs typeface="+mn-cs"/>
              </a:endParaRPr>
            </a:p>
          </p:txBody>
        </p:sp>
        <p:sp>
          <p:nvSpPr>
            <p:cNvPr id="36" name="TextBox 35">
              <a:extLst>
                <a:ext uri="{FF2B5EF4-FFF2-40B4-BE49-F238E27FC236}">
                  <a16:creationId xmlns:a16="http://schemas.microsoft.com/office/drawing/2014/main" id="{BE4D52A0-0CD2-6D4E-279D-42DE9B7EE04A}"/>
                </a:ext>
              </a:extLst>
            </p:cNvPr>
            <p:cNvSpPr txBox="1"/>
            <p:nvPr/>
          </p:nvSpPr>
          <p:spPr>
            <a:xfrm>
              <a:off x="1818102" y="3269789"/>
              <a:ext cx="824320"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dirty="0">
                  <a:ln>
                    <a:noFill/>
                  </a:ln>
                  <a:solidFill>
                    <a:srgbClr val="EC736A"/>
                  </a:solidFill>
                  <a:effectLst/>
                  <a:uLnTx/>
                  <a:uFillTx/>
                  <a:latin typeface="Verdana" panose="020B0604030504040204" pitchFamily="34" charset="0"/>
                  <a:ea typeface="Verdana" panose="020B0604030504040204" pitchFamily="34" charset="0"/>
                  <a:cs typeface="+mn-cs"/>
                </a:rPr>
                <a:t>всего в</a:t>
              </a:r>
              <a:endParaRPr kumimoji="0" lang="ru-RU" sz="1200" b="0" i="0" u="none" strike="noStrike" kern="1200" cap="none" spc="0" normalizeH="0" baseline="0" noProof="0" dirty="0">
                <a:ln>
                  <a:noFill/>
                </a:ln>
                <a:solidFill>
                  <a:srgbClr val="EC736A"/>
                </a:solidFill>
                <a:effectLst/>
                <a:uLnTx/>
                <a:uFillTx/>
                <a:latin typeface="Verdana"/>
                <a:ea typeface="+mn-ea"/>
                <a:cs typeface="+mn-cs"/>
              </a:endParaRPr>
            </a:p>
          </p:txBody>
        </p:sp>
        <p:sp>
          <p:nvSpPr>
            <p:cNvPr id="37" name="TextBox 36">
              <a:extLst>
                <a:ext uri="{FF2B5EF4-FFF2-40B4-BE49-F238E27FC236}">
                  <a16:creationId xmlns:a16="http://schemas.microsoft.com/office/drawing/2014/main" id="{6A7D4441-CB63-3FB6-BF95-1BE7B306C022}"/>
                </a:ext>
              </a:extLst>
            </p:cNvPr>
            <p:cNvSpPr txBox="1"/>
            <p:nvPr/>
          </p:nvSpPr>
          <p:spPr>
            <a:xfrm>
              <a:off x="1717165" y="4030097"/>
              <a:ext cx="1026193"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dirty="0">
                  <a:ln>
                    <a:noFill/>
                  </a:ln>
                  <a:solidFill>
                    <a:srgbClr val="EC736A"/>
                  </a:solidFill>
                  <a:effectLst/>
                  <a:uLnTx/>
                  <a:uFillTx/>
                  <a:latin typeface="Verdana" panose="020B0604030504040204" pitchFamily="34" charset="0"/>
                  <a:ea typeface="Verdana" panose="020B0604030504040204" pitchFamily="34" charset="0"/>
                  <a:cs typeface="+mn-cs"/>
                </a:rPr>
                <a:t>случаев</a:t>
              </a:r>
              <a:endParaRPr kumimoji="0" lang="ru-RU" sz="1200" b="0" i="0" u="none" strike="noStrike" kern="1200" cap="none" spc="0" normalizeH="0" baseline="0" noProof="0" dirty="0">
                <a:ln>
                  <a:noFill/>
                </a:ln>
                <a:solidFill>
                  <a:srgbClr val="EC736A"/>
                </a:solidFill>
                <a:effectLst/>
                <a:uLnTx/>
                <a:uFillTx/>
                <a:latin typeface="Verdana"/>
                <a:ea typeface="+mn-ea"/>
                <a:cs typeface="+mn-cs"/>
              </a:endParaRPr>
            </a:p>
          </p:txBody>
        </p:sp>
      </p:grpSp>
      <p:sp>
        <p:nvSpPr>
          <p:cNvPr id="5" name="Заголовок 7">
            <a:extLst>
              <a:ext uri="{FF2B5EF4-FFF2-40B4-BE49-F238E27FC236}">
                <a16:creationId xmlns:a16="http://schemas.microsoft.com/office/drawing/2014/main" id="{C90F6C00-153C-F5C5-9FE3-F229F3E1EBCE}"/>
              </a:ext>
            </a:extLst>
          </p:cNvPr>
          <p:cNvSpPr txBox="1">
            <a:spLocks/>
          </p:cNvSpPr>
          <p:nvPr/>
        </p:nvSpPr>
        <p:spPr>
          <a:xfrm>
            <a:off x="913405" y="1288894"/>
            <a:ext cx="10909300" cy="392389"/>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lvl="0">
              <a:defRPr/>
            </a:pPr>
            <a:r>
              <a:rPr lang="ru-RU" sz="1600" b="0" dirty="0" err="1"/>
              <a:t>Неинтервенционное</a:t>
            </a:r>
            <a:r>
              <a:rPr lang="ru-RU" sz="1600" b="0" dirty="0"/>
              <a:t> исследование среди 12 424 пациентов с артериальной гипертензией</a:t>
            </a:r>
            <a:endParaRPr kumimoji="0" lang="ru-RU" sz="1600" b="0" i="1" u="none" strike="noStrike" kern="1200" cap="none" spc="0" normalizeH="0" baseline="50000" noProof="0" dirty="0">
              <a:ln>
                <a:noFill/>
              </a:ln>
              <a:solidFill>
                <a:srgbClr val="265374"/>
              </a:solidFill>
              <a:effectLst/>
              <a:uLnTx/>
              <a:uFillTx/>
              <a:latin typeface="Verdana" panose="020B0604030504040204" pitchFamily="34" charset="0"/>
              <a:ea typeface="Verdana" panose="020B0604030504040204" pitchFamily="34" charset="0"/>
              <a:cs typeface="+mj-cs"/>
            </a:endParaRPr>
          </a:p>
        </p:txBody>
      </p:sp>
    </p:spTree>
    <p:extLst>
      <p:ext uri="{BB962C8B-B14F-4D97-AF65-F5344CB8AC3E}">
        <p14:creationId xmlns:p14="http://schemas.microsoft.com/office/powerpoint/2010/main" val="1178453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0"/>
                                        </p:tgtEl>
                                        <p:attrNameLst>
                                          <p:attrName>style.visibility</p:attrName>
                                        </p:attrNameLst>
                                      </p:cBhvr>
                                      <p:to>
                                        <p:strVal val="visible"/>
                                      </p:to>
                                    </p:set>
                                    <p:animEffect transition="in" filter="fade">
                                      <p:cBhvr>
                                        <p:cTn id="12" dur="500"/>
                                        <p:tgtEl>
                                          <p:spTgt spid="1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Номер слайда 8">
            <a:extLst>
              <a:ext uri="{FF2B5EF4-FFF2-40B4-BE49-F238E27FC236}">
                <a16:creationId xmlns:a16="http://schemas.microsoft.com/office/drawing/2014/main" id="{EADE09FB-5431-CD8A-BAE9-7DBD47E88EB2}"/>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76</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sp>
        <p:nvSpPr>
          <p:cNvPr id="6" name="Прямоугольник 5"/>
          <p:cNvSpPr/>
          <p:nvPr/>
        </p:nvSpPr>
        <p:spPr>
          <a:xfrm>
            <a:off x="7642122" y="2166831"/>
            <a:ext cx="3988380" cy="3902561"/>
          </a:xfrm>
          <a:prstGeom prst="rect">
            <a:avLst/>
          </a:prstGeom>
        </p:spPr>
        <p:txBody>
          <a:bodyPr wrap="square" lIns="0" tIns="0" rIns="0" bIns="0">
            <a:noAutofit/>
          </a:bodyPr>
          <a:lstStyle/>
          <a:p>
            <a:pPr marL="342900" marR="0" lvl="0" indent="-342900" algn="l" defTabSz="914400" rtl="0" eaLnBrk="1" fontAlgn="auto" latinLnBrk="0" hangingPunct="1">
              <a:lnSpc>
                <a:spcPct val="100000"/>
              </a:lnSpc>
              <a:spcBef>
                <a:spcPts val="1000"/>
              </a:spcBef>
              <a:spcAft>
                <a:spcPts val="0"/>
              </a:spcAft>
              <a:buClrTx/>
              <a:buSzTx/>
              <a:buFontTx/>
              <a:buAutoNum type="arabicPeriod"/>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Антигипертензивный эффект </a:t>
            </a: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с достижением целевого уровня (САД и ДАД) у </a:t>
            </a: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88% пациентов.</a:t>
            </a:r>
          </a:p>
          <a:p>
            <a:pPr marL="342900" marR="0" lvl="0" indent="-342900" algn="l" defTabSz="914400" rtl="0" eaLnBrk="1" fontAlgn="auto" latinLnBrk="0" hangingPunct="1">
              <a:lnSpc>
                <a:spcPct val="100000"/>
              </a:lnSpc>
              <a:spcBef>
                <a:spcPts val="1000"/>
              </a:spcBef>
              <a:spcAft>
                <a:spcPts val="0"/>
              </a:spcAft>
              <a:buClrTx/>
              <a:buSzTx/>
              <a:buFontTx/>
              <a:buAutoNum type="arabicPeriod"/>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Снижение ригидности артериальной стенки.</a:t>
            </a:r>
          </a:p>
          <a:p>
            <a:pPr marL="342900" marR="0" lvl="0" indent="-342900" algn="l" defTabSz="914400" rtl="0" eaLnBrk="1" fontAlgn="auto" latinLnBrk="0" hangingPunct="1">
              <a:lnSpc>
                <a:spcPct val="100000"/>
              </a:lnSpc>
              <a:spcBef>
                <a:spcPts val="1000"/>
              </a:spcBef>
              <a:spcAft>
                <a:spcPts val="0"/>
              </a:spcAft>
              <a:buClrTx/>
              <a:buSzTx/>
              <a:buFont typeface="+mj-lt"/>
              <a:buAutoNum type="arabicPeriod"/>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Значимое улучшение показателей суточного профиля АД: </a:t>
            </a: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индекса времени (ИВ), вариабельности АД.</a:t>
            </a:r>
          </a:p>
          <a:p>
            <a:pPr marL="342900" marR="0" lvl="0" indent="-342900" algn="l" defTabSz="914400" rtl="0" eaLnBrk="1" fontAlgn="auto" latinLnBrk="0" hangingPunct="1">
              <a:lnSpc>
                <a:spcPct val="100000"/>
              </a:lnSpc>
              <a:spcBef>
                <a:spcPts val="1000"/>
              </a:spcBef>
              <a:spcAft>
                <a:spcPts val="0"/>
              </a:spcAft>
              <a:buClrTx/>
              <a:buSzTx/>
              <a:buFont typeface="+mj-lt"/>
              <a:buAutoNum type="arabicPeriod"/>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Улучшение показателей углеводного обмена </a:t>
            </a: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в виде достоверного снижения </a:t>
            </a:r>
            <a:r>
              <a:rPr kumimoji="0" lang="ru-RU" sz="12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постпрандиального</a:t>
            </a: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уровня глюкозы </a:t>
            </a:r>
          </a:p>
          <a:p>
            <a:pPr marL="342900" marR="0" lvl="0" indent="-342900" algn="l" defTabSz="914400" rtl="0" eaLnBrk="1" fontAlgn="auto" latinLnBrk="0" hangingPunct="1">
              <a:lnSpc>
                <a:spcPct val="100000"/>
              </a:lnSpc>
              <a:spcBef>
                <a:spcPts val="1000"/>
              </a:spcBef>
              <a:spcAft>
                <a:spcPts val="0"/>
              </a:spcAft>
              <a:buClrTx/>
              <a:buSzTx/>
              <a:buFont typeface="+mj-lt"/>
              <a:buAutoNum type="arabicPeriod"/>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Благоприятный профиль переносимости </a:t>
            </a: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(НЯ 2,8%).</a:t>
            </a:r>
          </a:p>
          <a:p>
            <a:pPr marL="342900" marR="0" lvl="0" indent="-342900" algn="l" defTabSz="914400" rtl="0" eaLnBrk="1" fontAlgn="auto" latinLnBrk="0" hangingPunct="1">
              <a:lnSpc>
                <a:spcPct val="100000"/>
              </a:lnSpc>
              <a:spcBef>
                <a:spcPts val="1000"/>
              </a:spcBef>
              <a:spcAft>
                <a:spcPts val="0"/>
              </a:spcAft>
              <a:buClrTx/>
              <a:buSzTx/>
              <a:buFont typeface="+mj-lt"/>
              <a:buAutoNum type="arabicPeriod"/>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Высокая приверженность к терапии – 98%. </a:t>
            </a: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При этом, отмечалась хорошая оценка проводимого лечения, как врачами, так и пациентами.</a:t>
            </a:r>
          </a:p>
        </p:txBody>
      </p:sp>
      <p:sp>
        <p:nvSpPr>
          <p:cNvPr id="24" name="Прямоугольник 23">
            <a:extLst>
              <a:ext uri="{FF2B5EF4-FFF2-40B4-BE49-F238E27FC236}">
                <a16:creationId xmlns:a16="http://schemas.microsoft.com/office/drawing/2014/main" id="{68B1E084-B7C4-FC42-92B1-C46CDDF359D7}"/>
              </a:ext>
            </a:extLst>
          </p:cNvPr>
          <p:cNvSpPr/>
          <p:nvPr/>
        </p:nvSpPr>
        <p:spPr>
          <a:xfrm>
            <a:off x="826163" y="2073950"/>
            <a:ext cx="4083294" cy="365125"/>
          </a:xfrm>
          <a:prstGeom prst="rect">
            <a:avLst/>
          </a:prstGeom>
        </p:spPr>
        <p:txBody>
          <a:bodyPr wrap="square">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РЕЗУЛЬТАТЫ ИССЛЕДОВАНИЯ</a:t>
            </a:r>
            <a:endParaRPr kumimoji="0" lang="ru-RU" sz="1200" b="0"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endParaRPr>
          </a:p>
        </p:txBody>
      </p:sp>
      <p:sp>
        <p:nvSpPr>
          <p:cNvPr id="22" name="TextBox 21">
            <a:extLst>
              <a:ext uri="{FF2B5EF4-FFF2-40B4-BE49-F238E27FC236}">
                <a16:creationId xmlns:a16="http://schemas.microsoft.com/office/drawing/2014/main" id="{9BB5FD86-FD59-462C-A973-E0E211E5355C}"/>
              </a:ext>
            </a:extLst>
          </p:cNvPr>
          <p:cNvSpPr txBox="1"/>
          <p:nvPr/>
        </p:nvSpPr>
        <p:spPr>
          <a:xfrm rot="16200000">
            <a:off x="-329915" y="3776143"/>
            <a:ext cx="2925357" cy="4308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Концентрация глюкозы в крови, ммоль/л</a:t>
            </a:r>
            <a:endParaRPr kumimoji="0" lang="en-US"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nvGrpSpPr>
          <p:cNvPr id="2" name="Группа 1">
            <a:extLst>
              <a:ext uri="{FF2B5EF4-FFF2-40B4-BE49-F238E27FC236}">
                <a16:creationId xmlns:a16="http://schemas.microsoft.com/office/drawing/2014/main" id="{EFAD0719-6547-77AD-0203-37EF70FAE0A4}"/>
              </a:ext>
            </a:extLst>
          </p:cNvPr>
          <p:cNvGrpSpPr/>
          <p:nvPr/>
        </p:nvGrpSpPr>
        <p:grpSpPr>
          <a:xfrm>
            <a:off x="1464859" y="2474794"/>
            <a:ext cx="5736474" cy="3766781"/>
            <a:chOff x="1464859" y="2474794"/>
            <a:chExt cx="5736474" cy="3766781"/>
          </a:xfrm>
        </p:grpSpPr>
        <p:grpSp>
          <p:nvGrpSpPr>
            <p:cNvPr id="20" name="Группа 19">
              <a:extLst>
                <a:ext uri="{FF2B5EF4-FFF2-40B4-BE49-F238E27FC236}">
                  <a16:creationId xmlns:a16="http://schemas.microsoft.com/office/drawing/2014/main" id="{F41E2F7B-04A8-4D2A-5AC1-5B1B1F86D1DC}"/>
                </a:ext>
              </a:extLst>
            </p:cNvPr>
            <p:cNvGrpSpPr/>
            <p:nvPr/>
          </p:nvGrpSpPr>
          <p:grpSpPr>
            <a:xfrm>
              <a:off x="5818557" y="2731641"/>
              <a:ext cx="1122128" cy="586904"/>
              <a:chOff x="5563461" y="2686149"/>
              <a:chExt cx="1122128" cy="586904"/>
            </a:xfrm>
          </p:grpSpPr>
          <p:sp>
            <p:nvSpPr>
              <p:cNvPr id="18" name="TextBox 17">
                <a:extLst>
                  <a:ext uri="{FF2B5EF4-FFF2-40B4-BE49-F238E27FC236}">
                    <a16:creationId xmlns:a16="http://schemas.microsoft.com/office/drawing/2014/main" id="{2E660042-442F-24D4-7A51-0B1C0532F484}"/>
                  </a:ext>
                </a:extLst>
              </p:cNvPr>
              <p:cNvSpPr txBox="1"/>
              <p:nvPr/>
            </p:nvSpPr>
            <p:spPr>
              <a:xfrm>
                <a:off x="5563461" y="2686149"/>
                <a:ext cx="104665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a:t>
                </a:r>
                <a:r>
                  <a:rPr kumimoji="0" lang="en-US"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p≤</a:t>
                </a: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0,005</a:t>
                </a:r>
              </a:p>
            </p:txBody>
          </p:sp>
          <p:sp>
            <p:nvSpPr>
              <p:cNvPr id="19" name="TextBox 18">
                <a:extLst>
                  <a:ext uri="{FF2B5EF4-FFF2-40B4-BE49-F238E27FC236}">
                    <a16:creationId xmlns:a16="http://schemas.microsoft.com/office/drawing/2014/main" id="{EA0F4D33-6A19-E590-FBD6-3FEFCF877828}"/>
                  </a:ext>
                </a:extLst>
              </p:cNvPr>
              <p:cNvSpPr txBox="1"/>
              <p:nvPr/>
            </p:nvSpPr>
            <p:spPr>
              <a:xfrm>
                <a:off x="5638932" y="2996054"/>
                <a:ext cx="104665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n=30</a:t>
                </a:r>
                <a:endPar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7" name="Группа 6">
              <a:extLst>
                <a:ext uri="{FF2B5EF4-FFF2-40B4-BE49-F238E27FC236}">
                  <a16:creationId xmlns:a16="http://schemas.microsoft.com/office/drawing/2014/main" id="{99E22B02-8DD6-DE2C-C95B-2F90E6E7AD93}"/>
                </a:ext>
              </a:extLst>
            </p:cNvPr>
            <p:cNvGrpSpPr/>
            <p:nvPr/>
          </p:nvGrpSpPr>
          <p:grpSpPr>
            <a:xfrm>
              <a:off x="1464859" y="2474794"/>
              <a:ext cx="5736474" cy="3766781"/>
              <a:chOff x="1464859" y="2474794"/>
              <a:chExt cx="5736474" cy="3766781"/>
            </a:xfrm>
          </p:grpSpPr>
          <p:graphicFrame>
            <p:nvGraphicFramePr>
              <p:cNvPr id="3" name="Диаграмма 2">
                <a:extLst>
                  <a:ext uri="{FF2B5EF4-FFF2-40B4-BE49-F238E27FC236}">
                    <a16:creationId xmlns:a16="http://schemas.microsoft.com/office/drawing/2014/main" id="{F9BAE4BA-C1F4-16E9-5A66-15C1061D8573}"/>
                  </a:ext>
                </a:extLst>
              </p:cNvPr>
              <p:cNvGraphicFramePr/>
              <p:nvPr/>
            </p:nvGraphicFramePr>
            <p:xfrm>
              <a:off x="1464859" y="2474794"/>
              <a:ext cx="5736474" cy="3766781"/>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a:extLst>
                  <a:ext uri="{FF2B5EF4-FFF2-40B4-BE49-F238E27FC236}">
                    <a16:creationId xmlns:a16="http://schemas.microsoft.com/office/drawing/2014/main" id="{7C006A4D-A923-8FAA-7F66-266F5002F887}"/>
                  </a:ext>
                </a:extLst>
              </p:cNvPr>
              <p:cNvSpPr txBox="1"/>
              <p:nvPr/>
            </p:nvSpPr>
            <p:spPr>
              <a:xfrm>
                <a:off x="6000750" y="3988714"/>
                <a:ext cx="492579"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a:t>
                </a:r>
              </a:p>
            </p:txBody>
          </p:sp>
        </p:grpSp>
      </p:grpSp>
      <p:sp>
        <p:nvSpPr>
          <p:cNvPr id="10" name="Объект 12">
            <a:extLst>
              <a:ext uri="{FF2B5EF4-FFF2-40B4-BE49-F238E27FC236}">
                <a16:creationId xmlns:a16="http://schemas.microsoft.com/office/drawing/2014/main" id="{FA9F43E9-E667-1799-C47E-E392E3454A2A}"/>
              </a:ext>
            </a:extLst>
          </p:cNvPr>
          <p:cNvSpPr>
            <a:spLocks noGrp="1"/>
          </p:cNvSpPr>
          <p:nvPr>
            <p:ph idx="4294967295"/>
          </p:nvPr>
        </p:nvSpPr>
        <p:spPr>
          <a:xfrm>
            <a:off x="924972" y="6190459"/>
            <a:ext cx="9056092" cy="457738"/>
          </a:xfrm>
        </p:spPr>
        <p:txBody>
          <a:bodyPr>
            <a:noAutofit/>
          </a:bodyPr>
          <a:lstStyle/>
          <a:p>
            <a:pPr marL="0" indent="0">
              <a:lnSpc>
                <a:spcPct val="100000"/>
              </a:lnSpc>
              <a:spcBef>
                <a:spcPts val="300"/>
              </a:spcBef>
              <a:buNone/>
            </a:pPr>
            <a:r>
              <a:rPr lang="ru-RU" sz="800" b="1" dirty="0">
                <a:solidFill>
                  <a:srgbClr val="323F48"/>
                </a:solidFill>
                <a:latin typeface="Calibri" panose="020F0502020204030204" pitchFamily="34" charset="0"/>
                <a:cs typeface="Calibri" panose="020F0502020204030204" pitchFamily="34" charset="0"/>
              </a:rPr>
              <a:t>АГ</a:t>
            </a:r>
            <a:r>
              <a:rPr lang="ru-RU" sz="800" dirty="0">
                <a:solidFill>
                  <a:srgbClr val="323F48"/>
                </a:solidFill>
                <a:latin typeface="Calibri" panose="020F0502020204030204" pitchFamily="34" charset="0"/>
                <a:cs typeface="Calibri" panose="020F0502020204030204" pitchFamily="34" charset="0"/>
              </a:rPr>
              <a:t> – артериальная гипертензия, </a:t>
            </a:r>
            <a:r>
              <a:rPr lang="ru-RU" sz="800" b="1" dirty="0">
                <a:solidFill>
                  <a:srgbClr val="323F48"/>
                </a:solidFill>
                <a:latin typeface="Calibri" panose="020F0502020204030204" pitchFamily="34" charset="0"/>
                <a:cs typeface="Calibri" panose="020F0502020204030204" pitchFamily="34" charset="0"/>
              </a:rPr>
              <a:t>ДАД</a:t>
            </a:r>
            <a:r>
              <a:rPr lang="ru-RU" sz="800" dirty="0">
                <a:solidFill>
                  <a:srgbClr val="323F48"/>
                </a:solidFill>
                <a:latin typeface="Calibri" panose="020F0502020204030204" pitchFamily="34" charset="0"/>
                <a:cs typeface="Calibri" panose="020F0502020204030204" pitchFamily="34" charset="0"/>
              </a:rPr>
              <a:t> – диастолическое артериальное давление,  </a:t>
            </a:r>
            <a:r>
              <a:rPr lang="ru-RU" sz="800" b="1" dirty="0">
                <a:solidFill>
                  <a:srgbClr val="323F48"/>
                </a:solidFill>
                <a:latin typeface="Calibri" panose="020F0502020204030204" pitchFamily="34" charset="0"/>
                <a:cs typeface="Calibri" panose="020F0502020204030204" pitchFamily="34" charset="0"/>
              </a:rPr>
              <a:t>НЯ</a:t>
            </a:r>
            <a:r>
              <a:rPr lang="ru-RU" sz="800" dirty="0">
                <a:solidFill>
                  <a:srgbClr val="323F48"/>
                </a:solidFill>
                <a:latin typeface="Calibri" panose="020F0502020204030204" pitchFamily="34" charset="0"/>
                <a:cs typeface="Calibri" panose="020F0502020204030204" pitchFamily="34" charset="0"/>
              </a:rPr>
              <a:t> – нежелательные явления, </a:t>
            </a:r>
            <a:r>
              <a:rPr lang="ru-RU" sz="800" b="1" dirty="0">
                <a:solidFill>
                  <a:srgbClr val="323F48"/>
                </a:solidFill>
                <a:latin typeface="Calibri" panose="020F0502020204030204" pitchFamily="34" charset="0"/>
                <a:cs typeface="Calibri" panose="020F0502020204030204" pitchFamily="34" charset="0"/>
              </a:rPr>
              <a:t>САД</a:t>
            </a:r>
            <a:r>
              <a:rPr lang="ru-RU" sz="800" dirty="0">
                <a:solidFill>
                  <a:srgbClr val="323F48"/>
                </a:solidFill>
                <a:latin typeface="Calibri" panose="020F0502020204030204" pitchFamily="34" charset="0"/>
                <a:cs typeface="Calibri" panose="020F0502020204030204" pitchFamily="34" charset="0"/>
              </a:rPr>
              <a:t> – систолическое артериальное давление</a:t>
            </a:r>
          </a:p>
          <a:p>
            <a:pPr marL="0" indent="0">
              <a:lnSpc>
                <a:spcPct val="100000"/>
              </a:lnSpc>
              <a:spcBef>
                <a:spcPts val="300"/>
              </a:spcBef>
              <a:buNone/>
            </a:pPr>
            <a:r>
              <a:rPr lang="ru-RU" sz="800" b="1" dirty="0">
                <a:solidFill>
                  <a:srgbClr val="323F48"/>
                </a:solidFill>
                <a:latin typeface="Calibri" panose="020F0502020204030204" pitchFamily="34" charset="0"/>
                <a:cs typeface="Calibri" panose="020F0502020204030204" pitchFamily="34" charset="0"/>
              </a:rPr>
              <a:t>1. </a:t>
            </a:r>
            <a:r>
              <a:rPr lang="ru-RU" sz="800" dirty="0" err="1">
                <a:solidFill>
                  <a:srgbClr val="323F48"/>
                </a:solidFill>
                <a:latin typeface="Calibri" panose="020F0502020204030204" pitchFamily="34" charset="0"/>
                <a:cs typeface="Calibri" panose="020F0502020204030204" pitchFamily="34" charset="0"/>
              </a:rPr>
              <a:t>Жернакова</a:t>
            </a:r>
            <a:r>
              <a:rPr lang="ru-RU" sz="800" dirty="0">
                <a:solidFill>
                  <a:srgbClr val="323F48"/>
                </a:solidFill>
                <a:latin typeface="Calibri" panose="020F0502020204030204" pitchFamily="34" charset="0"/>
                <a:cs typeface="Calibri" panose="020F0502020204030204" pitchFamily="34" charset="0"/>
              </a:rPr>
              <a:t> Ю.В., Мартынюк Т.В., Архипова О.А. и </a:t>
            </a:r>
            <a:r>
              <a:rPr lang="ru-RU" sz="800" dirty="0" err="1">
                <a:solidFill>
                  <a:srgbClr val="323F48"/>
                </a:solidFill>
                <a:latin typeface="Calibri" panose="020F0502020204030204" pitchFamily="34" charset="0"/>
                <a:cs typeface="Calibri" panose="020F0502020204030204" pitchFamily="34" charset="0"/>
              </a:rPr>
              <a:t>соавт</a:t>
            </a:r>
            <a:r>
              <a:rPr lang="ru-RU" sz="800" dirty="0">
                <a:solidFill>
                  <a:srgbClr val="323F48"/>
                </a:solidFill>
                <a:latin typeface="Calibri" panose="020F0502020204030204" pitchFamily="34" charset="0"/>
                <a:cs typeface="Calibri" panose="020F0502020204030204" pitchFamily="34" charset="0"/>
              </a:rPr>
              <a:t>. Возможности фиксированной комбинации высокоселективного β-адреноблокатора </a:t>
            </a:r>
            <a:r>
              <a:rPr lang="ru-RU" sz="800" dirty="0" err="1">
                <a:solidFill>
                  <a:srgbClr val="323F48"/>
                </a:solidFill>
                <a:latin typeface="Calibri" panose="020F0502020204030204" pitchFamily="34" charset="0"/>
                <a:cs typeface="Calibri" panose="020F0502020204030204" pitchFamily="34" charset="0"/>
              </a:rPr>
              <a:t>бисопролола</a:t>
            </a:r>
            <a:r>
              <a:rPr lang="ru-RU" sz="800" dirty="0">
                <a:solidFill>
                  <a:srgbClr val="323F48"/>
                </a:solidFill>
                <a:latin typeface="Calibri" panose="020F0502020204030204" pitchFamily="34" charset="0"/>
                <a:cs typeface="Calibri" panose="020F0502020204030204" pitchFamily="34" charset="0"/>
              </a:rPr>
              <a:t> и антагониста кальция </a:t>
            </a:r>
            <a:r>
              <a:rPr lang="ru-RU" sz="800" dirty="0" err="1">
                <a:solidFill>
                  <a:srgbClr val="323F48"/>
                </a:solidFill>
                <a:latin typeface="Calibri" panose="020F0502020204030204" pitchFamily="34" charset="0"/>
                <a:cs typeface="Calibri" panose="020F0502020204030204" pitchFamily="34" charset="0"/>
              </a:rPr>
              <a:t>амлодипина</a:t>
            </a:r>
            <a:r>
              <a:rPr lang="ru-RU" sz="800" dirty="0">
                <a:solidFill>
                  <a:srgbClr val="323F48"/>
                </a:solidFill>
                <a:latin typeface="Calibri" panose="020F0502020204030204" pitchFamily="34" charset="0"/>
                <a:cs typeface="Calibri" panose="020F0502020204030204" pitchFamily="34" charset="0"/>
              </a:rPr>
              <a:t> (</a:t>
            </a:r>
            <a:r>
              <a:rPr lang="ru-RU" sz="800" dirty="0" err="1">
                <a:solidFill>
                  <a:srgbClr val="323F48"/>
                </a:solidFill>
                <a:latin typeface="Calibri" panose="020F0502020204030204" pitchFamily="34" charset="0"/>
                <a:cs typeface="Calibri" panose="020F0502020204030204" pitchFamily="34" charset="0"/>
              </a:rPr>
              <a:t>Конкор</a:t>
            </a:r>
            <a:r>
              <a:rPr lang="ru-RU" sz="800" dirty="0">
                <a:solidFill>
                  <a:srgbClr val="323F48"/>
                </a:solidFill>
                <a:latin typeface="Calibri" panose="020F0502020204030204" pitchFamily="34" charset="0"/>
                <a:cs typeface="Calibri" panose="020F0502020204030204" pitchFamily="34" charset="0"/>
              </a:rPr>
              <a:t>® АМ) в лечении артериальной гипертонии у больных с метаболическими нарушениями // Системные гипертензии. – 2017. – №1. – С. 45-50. </a:t>
            </a:r>
          </a:p>
        </p:txBody>
      </p:sp>
      <p:sp>
        <p:nvSpPr>
          <p:cNvPr id="15" name="Заголовок 1">
            <a:extLst>
              <a:ext uri="{FF2B5EF4-FFF2-40B4-BE49-F238E27FC236}">
                <a16:creationId xmlns:a16="http://schemas.microsoft.com/office/drawing/2014/main" id="{53D58C65-00B6-06DB-96BC-8A9C19903B3D}"/>
              </a:ext>
            </a:extLst>
          </p:cNvPr>
          <p:cNvSpPr txBox="1">
            <a:spLocks/>
          </p:cNvSpPr>
          <p:nvPr/>
        </p:nvSpPr>
        <p:spPr>
          <a:xfrm>
            <a:off x="917319" y="511783"/>
            <a:ext cx="10233251" cy="672782"/>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ru-RU" sz="20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Конкор</a:t>
            </a:r>
            <a:r>
              <a:rPr kumimoji="0" lang="ru-RU" sz="1600" b="0" i="0" u="none" strike="noStrike" kern="1200" cap="none" spc="0" normalizeH="0" baseline="30000" noProof="0" dirty="0">
                <a:ln>
                  <a:noFill/>
                </a:ln>
                <a:solidFill>
                  <a:srgbClr val="265374"/>
                </a:solidFill>
                <a:effectLst/>
                <a:uLnTx/>
                <a:uFillTx/>
                <a:latin typeface="Verdana" panose="020B0604030504040204" pitchFamily="34" charset="0"/>
                <a:ea typeface="Verdana" panose="020B0604030504040204" pitchFamily="34" charset="0"/>
                <a:cs typeface="+mj-cs"/>
                <a:sym typeface="Arial"/>
              </a:rPr>
              <a:t>®</a:t>
            </a:r>
            <a:r>
              <a:rPr kumimoji="0" lang="ru-RU"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АМ метаболически нейтрален у пациентов с АГ и метаболическим синдромом</a:t>
            </a:r>
            <a:r>
              <a:rPr kumimoji="0" lang="ru-RU" sz="1200" b="0" i="0" u="none" strike="noStrike" kern="1200" cap="none" spc="0" normalizeH="0" baseline="60000" noProof="0" dirty="0">
                <a:ln>
                  <a:noFill/>
                </a:ln>
                <a:solidFill>
                  <a:srgbClr val="265374"/>
                </a:solidFill>
                <a:effectLst/>
                <a:uLnTx/>
                <a:uFillTx/>
                <a:latin typeface="Verdana" panose="020B0604030504040204" pitchFamily="34" charset="0"/>
                <a:ea typeface="Verdana" panose="020B0604030504040204" pitchFamily="34" charset="0"/>
                <a:cs typeface="+mj-cs"/>
              </a:rPr>
              <a:t>1</a:t>
            </a:r>
            <a:endParaRPr kumimoji="0" lang="ru-RU" sz="1600" b="0" i="0" u="none" strike="noStrike" kern="1200" cap="none" spc="0" normalizeH="0" baseline="60000" noProof="0" dirty="0">
              <a:ln>
                <a:noFill/>
              </a:ln>
              <a:solidFill>
                <a:srgbClr val="265374"/>
              </a:solidFill>
              <a:effectLst/>
              <a:uLnTx/>
              <a:uFillTx/>
              <a:latin typeface="Verdana" panose="020B0604030504040204" pitchFamily="34" charset="0"/>
              <a:ea typeface="Verdana" panose="020B0604030504040204" pitchFamily="34" charset="0"/>
              <a:cs typeface="+mj-cs"/>
            </a:endParaRPr>
          </a:p>
        </p:txBody>
      </p:sp>
    </p:spTree>
    <p:extLst>
      <p:ext uri="{BB962C8B-B14F-4D97-AF65-F5344CB8AC3E}">
        <p14:creationId xmlns:p14="http://schemas.microsoft.com/office/powerpoint/2010/main" val="2985150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AC95D-0E9A-7102-99F7-833CE9C23A42}"/>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249A2DEB-DF72-BC49-D2DA-F46CA5A95E63}"/>
              </a:ext>
            </a:extLst>
          </p:cNvPr>
          <p:cNvSpPr txBox="1"/>
          <p:nvPr/>
        </p:nvSpPr>
        <p:spPr>
          <a:xfrm>
            <a:off x="1211766" y="2521059"/>
            <a:ext cx="9768468" cy="181588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2800" b="1" i="0" u="none" strike="noStrike" kern="1200" cap="none" spc="0" normalizeH="0" baseline="0" noProof="0" dirty="0" err="1">
                <a:ln>
                  <a:noFill/>
                </a:ln>
                <a:solidFill>
                  <a:prstClr val="black"/>
                </a:solidFill>
                <a:effectLst/>
                <a:uLnTx/>
                <a:uFillTx/>
                <a:latin typeface="Calibri" panose="020F0502020204030204"/>
                <a:ea typeface="+mn-ea"/>
                <a:cs typeface="+mn-cs"/>
              </a:rPr>
              <a:t>Конкор</a:t>
            </a:r>
            <a:r>
              <a:rPr kumimoji="0" lang="ru-RU" sz="2800" b="1" i="0" u="none" strike="noStrike" kern="1200" cap="none" spc="0" normalizeH="0" baseline="0" noProof="0" dirty="0">
                <a:ln>
                  <a:noFill/>
                </a:ln>
                <a:solidFill>
                  <a:prstClr val="black"/>
                </a:solidFill>
                <a:effectLst/>
                <a:uLnTx/>
                <a:uFillTx/>
                <a:latin typeface="Calibri" panose="020F0502020204030204"/>
                <a:ea typeface="+mn-ea"/>
                <a:cs typeface="+mn-cs"/>
              </a:rPr>
              <a:t>® АМ </a:t>
            </a:r>
            <a:r>
              <a:rPr kumimoji="0" lang="ru-RU" sz="2800" b="1" i="0" u="none" strike="noStrike" kern="1200" cap="none" spc="0" normalizeH="0" baseline="0" noProof="0" dirty="0" err="1">
                <a:ln>
                  <a:noFill/>
                </a:ln>
                <a:solidFill>
                  <a:prstClr val="black"/>
                </a:solidFill>
                <a:effectLst/>
                <a:uLnTx/>
                <a:uFillTx/>
                <a:latin typeface="Calibri" panose="020F0502020204030204"/>
                <a:ea typeface="+mn-ea"/>
                <a:cs typeface="+mn-cs"/>
              </a:rPr>
              <a:t>vs</a:t>
            </a:r>
            <a:r>
              <a:rPr kumimoji="0" lang="ru-RU" sz="2800" b="1" i="0" u="none" strike="noStrike" kern="1200" cap="none" spc="0" normalizeH="0" baseline="0" noProof="0" dirty="0">
                <a:ln>
                  <a:noFill/>
                </a:ln>
                <a:solidFill>
                  <a:prstClr val="black"/>
                </a:solidFill>
                <a:effectLst/>
                <a:uLnTx/>
                <a:uFillTx/>
                <a:latin typeface="Calibri" panose="020F0502020204030204"/>
                <a:ea typeface="+mn-ea"/>
                <a:cs typeface="+mn-cs"/>
              </a:rPr>
              <a:t> свободная комбинация в реальной практике: дополнительное снижение АД и ЧСС, лучшая приверженность и безопасность у разных категорий пациентов</a:t>
            </a:r>
            <a:endParaRPr kumimoji="0" lang="ru-RU"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Rectangle: Diagonal Corners Snipped 1">
            <a:extLst>
              <a:ext uri="{FF2B5EF4-FFF2-40B4-BE49-F238E27FC236}">
                <a16:creationId xmlns:a16="http://schemas.microsoft.com/office/drawing/2014/main" id="{BF4EC901-5497-49C2-AF2C-052D207EC7CE}"/>
              </a:ext>
            </a:extLst>
          </p:cNvPr>
          <p:cNvSpPr/>
          <p:nvPr/>
        </p:nvSpPr>
        <p:spPr>
          <a:xfrm>
            <a:off x="135265" y="54164"/>
            <a:ext cx="3220999" cy="400614"/>
          </a:xfrm>
          <a:prstGeom prst="snip2Diag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b="1" i="1" dirty="0">
                <a:latin typeface="Verdana" panose="020B0604030504040204" pitchFamily="34" charset="0"/>
                <a:ea typeface="Verdana" panose="020B0604030504040204" pitchFamily="34" charset="0"/>
              </a:rPr>
              <a:t>Главное из блока</a:t>
            </a:r>
          </a:p>
        </p:txBody>
      </p:sp>
    </p:spTree>
    <p:extLst>
      <p:ext uri="{BB962C8B-B14F-4D97-AF65-F5344CB8AC3E}">
        <p14:creationId xmlns:p14="http://schemas.microsoft.com/office/powerpoint/2010/main" val="21373761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0354B-C971-E9BD-E8C9-8BFAC299AF46}"/>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C413C113-3C0E-BC78-99C5-5AF5C5283714}"/>
              </a:ext>
            </a:extLst>
          </p:cNvPr>
          <p:cNvSpPr>
            <a:spLocks noGrp="1"/>
          </p:cNvSpPr>
          <p:nvPr>
            <p:ph type="title"/>
          </p:nvPr>
        </p:nvSpPr>
        <p:spPr bwMode="gray">
          <a:xfrm>
            <a:off x="5588000" y="2037792"/>
            <a:ext cx="6604000" cy="1365808"/>
          </a:xfrm>
        </p:spPr>
        <p:txBody>
          <a:bodyPr/>
          <a:lstStyle/>
          <a:p>
            <a:r>
              <a:rPr lang="ru-RU" sz="4000" b="1" dirty="0">
                <a:latin typeface="Arial (Headings)"/>
              </a:rPr>
              <a:t>Время приёма антигипертензивных препаратов не влияет на сердечно-сосудистые исходы</a:t>
            </a:r>
          </a:p>
        </p:txBody>
      </p:sp>
      <p:sp>
        <p:nvSpPr>
          <p:cNvPr id="2" name="TextBox 1">
            <a:extLst>
              <a:ext uri="{FF2B5EF4-FFF2-40B4-BE49-F238E27FC236}">
                <a16:creationId xmlns:a16="http://schemas.microsoft.com/office/drawing/2014/main" id="{A57A6C31-C1F5-529D-6FD0-9BF1D5A2B376}"/>
              </a:ext>
            </a:extLst>
          </p:cNvPr>
          <p:cNvSpPr txBox="1"/>
          <p:nvPr/>
        </p:nvSpPr>
        <p:spPr>
          <a:xfrm>
            <a:off x="1822287" y="166693"/>
            <a:ext cx="8321174"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err="1">
                <a:ln>
                  <a:noFill/>
                </a:ln>
                <a:solidFill>
                  <a:prstClr val="black"/>
                </a:solidFill>
                <a:effectLst/>
                <a:uLnTx/>
                <a:uFillTx/>
                <a:latin typeface="Calibri" panose="020F0502020204030204"/>
                <a:ea typeface="+mn-ea"/>
                <a:cs typeface="+mn-cs"/>
              </a:rPr>
              <a:t>Конкор</a:t>
            </a:r>
            <a:r>
              <a:rPr kumimoji="0" lang="ru-RU" sz="800" b="0" i="0" u="none" strike="noStrike" kern="1200" cap="none" spc="0" normalizeH="0" baseline="0" noProof="0" dirty="0">
                <a:ln>
                  <a:noFill/>
                </a:ln>
                <a:solidFill>
                  <a:prstClr val="black"/>
                </a:solidFill>
                <a:effectLst/>
                <a:uLnTx/>
                <a:uFillTx/>
                <a:latin typeface="Calibri" panose="020F0502020204030204"/>
                <a:ea typeface="+mn-ea"/>
                <a:cs typeface="+mn-cs"/>
              </a:rPr>
              <a:t>® АМ зарегистрирован для лечения артериальной гипертензии. Представленные данные применимы для пациентов с артериальной гипертензией и сопутствующей ИБС</a:t>
            </a:r>
          </a:p>
        </p:txBody>
      </p:sp>
    </p:spTree>
    <p:custDataLst>
      <p:tags r:id="rId1"/>
    </p:custDataLst>
    <p:extLst>
      <p:ext uri="{BB962C8B-B14F-4D97-AF65-F5344CB8AC3E}">
        <p14:creationId xmlns:p14="http://schemas.microsoft.com/office/powerpoint/2010/main" val="2141385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87394" name="Picture 2"/>
          <p:cNvPicPr>
            <a:picLocks noGrp="1" noChangeAspect="1" noChangeArrowheads="1"/>
          </p:cNvPicPr>
          <p:nvPr>
            <p:ph idx="4294967295"/>
          </p:nvPr>
        </p:nvPicPr>
        <p:blipFill>
          <a:blip r:embed="rId3" cstate="print"/>
          <a:stretch>
            <a:fillRect/>
          </a:stretch>
        </p:blipFill>
        <p:spPr bwMode="auto">
          <a:xfrm>
            <a:off x="924971" y="1515884"/>
            <a:ext cx="2769789" cy="2048302"/>
          </a:xfrm>
          <a:prstGeom prst="rect">
            <a:avLst/>
          </a:prstGeom>
          <a:noFill/>
          <a:ln w="9525">
            <a:noFill/>
            <a:miter lim="800000"/>
            <a:headEnd/>
            <a:tailEnd/>
          </a:ln>
        </p:spPr>
      </p:pic>
      <p:sp>
        <p:nvSpPr>
          <p:cNvPr id="5" name="Номер слайда 4">
            <a:extLst>
              <a:ext uri="{FF2B5EF4-FFF2-40B4-BE49-F238E27FC236}">
                <a16:creationId xmlns:a16="http://schemas.microsoft.com/office/drawing/2014/main" id="{8FE489B6-E33A-A431-D680-F939608B4A0F}"/>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79</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sp>
        <p:nvSpPr>
          <p:cNvPr id="187426" name="TextBox 187425">
            <a:extLst>
              <a:ext uri="{FF2B5EF4-FFF2-40B4-BE49-F238E27FC236}">
                <a16:creationId xmlns:a16="http://schemas.microsoft.com/office/drawing/2014/main" id="{7CA33D43-DB69-2842-4786-DC37E6752F06}"/>
              </a:ext>
            </a:extLst>
          </p:cNvPr>
          <p:cNvSpPr txBox="1"/>
          <p:nvPr/>
        </p:nvSpPr>
        <p:spPr>
          <a:xfrm>
            <a:off x="817964" y="3923524"/>
            <a:ext cx="2898200" cy="2292935"/>
          </a:xfrm>
          <a:prstGeom prst="rect">
            <a:avLst/>
          </a:prstGeom>
          <a:noFill/>
        </p:spPr>
        <p:txBody>
          <a:bodyPr wrap="square">
            <a:spAutoFit/>
          </a:bodyPr>
          <a:lstStyle/>
          <a:p>
            <a:pPr marL="266700" marR="0" lvl="0" indent="-266700" algn="l" defTabSz="914400" rtl="0" eaLnBrk="1" fontAlgn="auto" latinLnBrk="0" hangingPunct="1">
              <a:lnSpc>
                <a:spcPct val="100000"/>
              </a:lnSpc>
              <a:spcBef>
                <a:spcPts val="0"/>
              </a:spcBef>
              <a:spcAft>
                <a:spcPts val="0"/>
              </a:spcAft>
              <a:buClrTx/>
              <a:buSzTx/>
              <a:buFontTx/>
              <a:buNone/>
              <a:tabLst/>
              <a:defRPr/>
            </a:pPr>
            <a:r>
              <a:rPr kumimoji="0" lang="ru-RU" sz="1300" b="1" i="0" u="sng"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Критерии включения</a:t>
            </a:r>
            <a:r>
              <a:rPr kumimoji="0" lang="ru-RU" sz="1300" b="0" i="0" u="sng"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3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Пациенты с АГ (все формы) +/- лечение, получающие по меньшей мере один антигипертензивный препарат </a:t>
            </a:r>
            <a:endParaRPr kumimoji="0" lang="en-US" sz="13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a:p>
            <a:pPr marL="266700" marR="0" lvl="0" indent="-266700" algn="l" defTabSz="914400" rtl="0" eaLnBrk="1" fontAlgn="auto" latinLnBrk="0" hangingPunct="1">
              <a:lnSpc>
                <a:spcPct val="100000"/>
              </a:lnSpc>
              <a:spcBef>
                <a:spcPts val="0"/>
              </a:spcBef>
              <a:spcAft>
                <a:spcPts val="0"/>
              </a:spcAft>
              <a:buClrTx/>
              <a:buSzTx/>
              <a:buFontTx/>
              <a:buNone/>
              <a:tabLst/>
              <a:defRPr/>
            </a:pPr>
            <a:r>
              <a:rPr kumimoji="0" lang="ru-RU" sz="13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 </a:t>
            </a:r>
          </a:p>
          <a:p>
            <a:pPr marL="266700" marR="0" lvl="0" indent="-266700" algn="l" defTabSz="914400" rtl="0" eaLnBrk="1" fontAlgn="auto" latinLnBrk="0" hangingPunct="1">
              <a:lnSpc>
                <a:spcPct val="100000"/>
              </a:lnSpc>
              <a:spcBef>
                <a:spcPts val="0"/>
              </a:spcBef>
              <a:spcAft>
                <a:spcPts val="0"/>
              </a:spcAft>
              <a:buClrTx/>
              <a:buSzTx/>
              <a:buFontTx/>
              <a:buNone/>
              <a:tabLst/>
              <a:defRPr/>
            </a:pPr>
            <a:r>
              <a:rPr kumimoji="0" lang="ru-RU" sz="1300" b="1" i="0" u="sng"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Критерии исключения:</a:t>
            </a:r>
            <a:endParaRPr kumimoji="0" lang="en-US" sz="1300" b="1" i="0" u="sng"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a:p>
            <a:pPr marL="266700" marR="0" lvl="0" indent="-266700" algn="l" defTabSz="914400" rtl="0" eaLnBrk="1" fontAlgn="auto" latinLnBrk="0" hangingPunct="1">
              <a:lnSpc>
                <a:spcPct val="100000"/>
              </a:lnSpc>
              <a:spcBef>
                <a:spcPts val="0"/>
              </a:spcBef>
              <a:spcAft>
                <a:spcPts val="0"/>
              </a:spcAft>
              <a:buClrTx/>
              <a:buSzTx/>
              <a:buFontTx/>
              <a:buAutoNum type="arabicPeriod"/>
              <a:tabLst/>
              <a:defRPr/>
            </a:pPr>
            <a:r>
              <a:rPr kumimoji="0" lang="ru-RU" sz="13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Пациенты, принимающие антигипертензивные препараты 2 раза в день</a:t>
            </a:r>
            <a:r>
              <a:rPr kumimoji="0" lang="en-US" sz="13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a:t>
            </a:r>
          </a:p>
          <a:p>
            <a:pPr marL="266700" marR="0" lvl="0" indent="-26670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2. </a:t>
            </a:r>
            <a:r>
              <a:rPr kumimoji="0" lang="ru-RU" sz="13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Работа в ночную смену</a:t>
            </a:r>
            <a:r>
              <a:rPr kumimoji="0" lang="en-US" sz="13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a:t>
            </a:r>
            <a:endParaRPr kumimoji="0" lang="en-US" sz="13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graphicFrame>
        <p:nvGraphicFramePr>
          <p:cNvPr id="187429" name="Таблица 187429">
            <a:extLst>
              <a:ext uri="{FF2B5EF4-FFF2-40B4-BE49-F238E27FC236}">
                <a16:creationId xmlns:a16="http://schemas.microsoft.com/office/drawing/2014/main" id="{30D3A88E-5213-C1A0-7DC9-79D1564C3EA0}"/>
              </a:ext>
            </a:extLst>
          </p:cNvPr>
          <p:cNvGraphicFramePr>
            <a:graphicFrameLocks noGrp="1"/>
          </p:cNvGraphicFramePr>
          <p:nvPr/>
        </p:nvGraphicFramePr>
        <p:xfrm>
          <a:off x="4171324" y="5321924"/>
          <a:ext cx="7596128" cy="788342"/>
        </p:xfrm>
        <a:graphic>
          <a:graphicData uri="http://schemas.openxmlformats.org/drawingml/2006/table">
            <a:tbl>
              <a:tblPr bandRow="1">
                <a:tableStyleId>{00A15C55-8517-42AA-B614-E9B94910E393}</a:tableStyleId>
              </a:tblPr>
              <a:tblGrid>
                <a:gridCol w="713626">
                  <a:extLst>
                    <a:ext uri="{9D8B030D-6E8A-4147-A177-3AD203B41FA5}">
                      <a16:colId xmlns:a16="http://schemas.microsoft.com/office/drawing/2014/main" val="2073501663"/>
                    </a:ext>
                  </a:extLst>
                </a:gridCol>
                <a:gridCol w="625682">
                  <a:extLst>
                    <a:ext uri="{9D8B030D-6E8A-4147-A177-3AD203B41FA5}">
                      <a16:colId xmlns:a16="http://schemas.microsoft.com/office/drawing/2014/main" val="2190255398"/>
                    </a:ext>
                  </a:extLst>
                </a:gridCol>
                <a:gridCol w="625682">
                  <a:extLst>
                    <a:ext uri="{9D8B030D-6E8A-4147-A177-3AD203B41FA5}">
                      <a16:colId xmlns:a16="http://schemas.microsoft.com/office/drawing/2014/main" val="3914591074"/>
                    </a:ext>
                  </a:extLst>
                </a:gridCol>
                <a:gridCol w="625682">
                  <a:extLst>
                    <a:ext uri="{9D8B030D-6E8A-4147-A177-3AD203B41FA5}">
                      <a16:colId xmlns:a16="http://schemas.microsoft.com/office/drawing/2014/main" val="24288082"/>
                    </a:ext>
                  </a:extLst>
                </a:gridCol>
                <a:gridCol w="625682">
                  <a:extLst>
                    <a:ext uri="{9D8B030D-6E8A-4147-A177-3AD203B41FA5}">
                      <a16:colId xmlns:a16="http://schemas.microsoft.com/office/drawing/2014/main" val="928305566"/>
                    </a:ext>
                  </a:extLst>
                </a:gridCol>
                <a:gridCol w="625682">
                  <a:extLst>
                    <a:ext uri="{9D8B030D-6E8A-4147-A177-3AD203B41FA5}">
                      <a16:colId xmlns:a16="http://schemas.microsoft.com/office/drawing/2014/main" val="3971122394"/>
                    </a:ext>
                  </a:extLst>
                </a:gridCol>
                <a:gridCol w="625682">
                  <a:extLst>
                    <a:ext uri="{9D8B030D-6E8A-4147-A177-3AD203B41FA5}">
                      <a16:colId xmlns:a16="http://schemas.microsoft.com/office/drawing/2014/main" val="3858798181"/>
                    </a:ext>
                  </a:extLst>
                </a:gridCol>
                <a:gridCol w="625682">
                  <a:extLst>
                    <a:ext uri="{9D8B030D-6E8A-4147-A177-3AD203B41FA5}">
                      <a16:colId xmlns:a16="http://schemas.microsoft.com/office/drawing/2014/main" val="3159672819"/>
                    </a:ext>
                  </a:extLst>
                </a:gridCol>
                <a:gridCol w="625682">
                  <a:extLst>
                    <a:ext uri="{9D8B030D-6E8A-4147-A177-3AD203B41FA5}">
                      <a16:colId xmlns:a16="http://schemas.microsoft.com/office/drawing/2014/main" val="1546061980"/>
                    </a:ext>
                  </a:extLst>
                </a:gridCol>
                <a:gridCol w="625682">
                  <a:extLst>
                    <a:ext uri="{9D8B030D-6E8A-4147-A177-3AD203B41FA5}">
                      <a16:colId xmlns:a16="http://schemas.microsoft.com/office/drawing/2014/main" val="759094484"/>
                    </a:ext>
                  </a:extLst>
                </a:gridCol>
                <a:gridCol w="625682">
                  <a:extLst>
                    <a:ext uri="{9D8B030D-6E8A-4147-A177-3AD203B41FA5}">
                      <a16:colId xmlns:a16="http://schemas.microsoft.com/office/drawing/2014/main" val="2978815068"/>
                    </a:ext>
                  </a:extLst>
                </a:gridCol>
                <a:gridCol w="625682">
                  <a:extLst>
                    <a:ext uri="{9D8B030D-6E8A-4147-A177-3AD203B41FA5}">
                      <a16:colId xmlns:a16="http://schemas.microsoft.com/office/drawing/2014/main" val="310243924"/>
                    </a:ext>
                  </a:extLst>
                </a:gridCol>
              </a:tblGrid>
              <a:tr h="394171">
                <a:tc>
                  <a:txBody>
                    <a:bodyPr/>
                    <a:lstStyle/>
                    <a:p>
                      <a:r>
                        <a:rPr lang="ru-RU" sz="1000" b="1" dirty="0">
                          <a:solidFill>
                            <a:schemeClr val="tx1"/>
                          </a:solidFill>
                          <a:latin typeface="Arial Narrow" panose="020B0606020202030204" pitchFamily="34" charset="0"/>
                        </a:rPr>
                        <a:t>Утренний прием</a:t>
                      </a:r>
                    </a:p>
                  </a:txBody>
                  <a:tcPr marL="36000" marR="0" marT="0" marB="0" anchor="ctr">
                    <a:solidFill>
                      <a:srgbClr val="C1D82E"/>
                    </a:solidFill>
                  </a:tcPr>
                </a:tc>
                <a:tc>
                  <a:txBody>
                    <a:bodyPr/>
                    <a:lstStyle/>
                    <a:p>
                      <a:pPr algn="ctr"/>
                      <a:r>
                        <a:rPr lang="en-US" sz="1400" b="1" dirty="0">
                          <a:solidFill>
                            <a:srgbClr val="265374"/>
                          </a:solidFill>
                          <a:latin typeface="Arial Narrow" panose="020B0606020202030204" pitchFamily="34" charset="0"/>
                        </a:rPr>
                        <a:t>10 601</a:t>
                      </a:r>
                      <a:endParaRPr lang="ru-RU" sz="1400" b="1" dirty="0">
                        <a:solidFill>
                          <a:srgbClr val="265374"/>
                        </a:solidFill>
                        <a:latin typeface="Arial Narrow" panose="020B0606020202030204" pitchFamily="34" charset="0"/>
                      </a:endParaRPr>
                    </a:p>
                  </a:txBody>
                  <a:tcPr marL="0" marR="0" marT="0" marB="0" anchor="ctr">
                    <a:solidFill>
                      <a:srgbClr val="D3F3F6"/>
                    </a:solidFill>
                  </a:tcPr>
                </a:tc>
                <a:tc>
                  <a:txBody>
                    <a:bodyPr/>
                    <a:lstStyle/>
                    <a:p>
                      <a:pPr algn="ctr"/>
                      <a:r>
                        <a:rPr lang="en-US" sz="1400" b="1" dirty="0">
                          <a:solidFill>
                            <a:srgbClr val="265374"/>
                          </a:solidFill>
                          <a:latin typeface="Arial Narrow" panose="020B0606020202030204" pitchFamily="34" charset="0"/>
                        </a:rPr>
                        <a:t>10 431</a:t>
                      </a:r>
                      <a:endParaRPr lang="ru-RU" sz="1400" b="1" dirty="0">
                        <a:solidFill>
                          <a:srgbClr val="265374"/>
                        </a:solidFill>
                        <a:latin typeface="Arial Narrow" panose="020B0606020202030204" pitchFamily="34" charset="0"/>
                      </a:endParaRPr>
                    </a:p>
                  </a:txBody>
                  <a:tcPr marL="0" marR="0" marT="0" marB="0" anchor="ctr">
                    <a:solidFill>
                      <a:srgbClr val="D3F3F6"/>
                    </a:solidFill>
                  </a:tcPr>
                </a:tc>
                <a:tc>
                  <a:txBody>
                    <a:bodyPr/>
                    <a:lstStyle/>
                    <a:p>
                      <a:pPr algn="ctr"/>
                      <a:r>
                        <a:rPr lang="en-US" sz="1400" b="1" dirty="0">
                          <a:solidFill>
                            <a:srgbClr val="265374"/>
                          </a:solidFill>
                          <a:latin typeface="Arial Narrow" panose="020B0606020202030204" pitchFamily="34" charset="0"/>
                        </a:rPr>
                        <a:t>10 262</a:t>
                      </a:r>
                      <a:endParaRPr lang="ru-RU" sz="1400" b="1" dirty="0">
                        <a:solidFill>
                          <a:srgbClr val="265374"/>
                        </a:solidFill>
                        <a:latin typeface="Arial Narrow" panose="020B0606020202030204" pitchFamily="34" charset="0"/>
                      </a:endParaRPr>
                    </a:p>
                  </a:txBody>
                  <a:tcPr marL="0" marR="0" marT="0" marB="0" anchor="ctr">
                    <a:solidFill>
                      <a:srgbClr val="D3F3F6"/>
                    </a:solidFill>
                  </a:tcPr>
                </a:tc>
                <a:tc>
                  <a:txBody>
                    <a:bodyPr/>
                    <a:lstStyle/>
                    <a:p>
                      <a:pPr algn="ctr"/>
                      <a:r>
                        <a:rPr lang="en-US" sz="1400" b="1" dirty="0">
                          <a:solidFill>
                            <a:srgbClr val="265374"/>
                          </a:solidFill>
                          <a:latin typeface="Arial Narrow" panose="020B0606020202030204" pitchFamily="34" charset="0"/>
                        </a:rPr>
                        <a:t>10 075</a:t>
                      </a:r>
                      <a:endParaRPr lang="ru-RU" sz="1400" b="1" dirty="0">
                        <a:solidFill>
                          <a:srgbClr val="265374"/>
                        </a:solidFill>
                        <a:latin typeface="Arial Narrow" panose="020B0606020202030204" pitchFamily="34" charset="0"/>
                      </a:endParaRPr>
                    </a:p>
                  </a:txBody>
                  <a:tcPr marL="0" marR="0" marT="0" marB="0" anchor="ctr">
                    <a:solidFill>
                      <a:srgbClr val="D3F3F6"/>
                    </a:solidFill>
                  </a:tcPr>
                </a:tc>
                <a:tc>
                  <a:txBody>
                    <a:bodyPr/>
                    <a:lstStyle/>
                    <a:p>
                      <a:pPr algn="ctr"/>
                      <a:r>
                        <a:rPr lang="en-US" sz="1400" b="1" dirty="0">
                          <a:solidFill>
                            <a:srgbClr val="265374"/>
                          </a:solidFill>
                          <a:latin typeface="Arial Narrow" panose="020B0606020202030204" pitchFamily="34" charset="0"/>
                        </a:rPr>
                        <a:t>9905</a:t>
                      </a:r>
                      <a:endParaRPr lang="ru-RU" sz="1400" b="1" dirty="0">
                        <a:solidFill>
                          <a:srgbClr val="265374"/>
                        </a:solidFill>
                        <a:latin typeface="Arial Narrow" panose="020B0606020202030204" pitchFamily="34" charset="0"/>
                      </a:endParaRPr>
                    </a:p>
                  </a:txBody>
                  <a:tcPr marL="0" marR="0" marT="0" marB="0" anchor="ctr">
                    <a:solidFill>
                      <a:srgbClr val="D3F3F6"/>
                    </a:solidFill>
                  </a:tcPr>
                </a:tc>
                <a:tc>
                  <a:txBody>
                    <a:bodyPr/>
                    <a:lstStyle/>
                    <a:p>
                      <a:pPr algn="ctr"/>
                      <a:r>
                        <a:rPr lang="en-US" sz="1400" b="1" dirty="0">
                          <a:solidFill>
                            <a:srgbClr val="265374"/>
                          </a:solidFill>
                          <a:latin typeface="Arial Narrow" panose="020B0606020202030204" pitchFamily="34" charset="0"/>
                        </a:rPr>
                        <a:t>6527</a:t>
                      </a:r>
                      <a:endParaRPr lang="ru-RU" sz="1400" b="1" dirty="0">
                        <a:solidFill>
                          <a:srgbClr val="265374"/>
                        </a:solidFill>
                        <a:latin typeface="Arial Narrow" panose="020B0606020202030204" pitchFamily="34" charset="0"/>
                      </a:endParaRPr>
                    </a:p>
                  </a:txBody>
                  <a:tcPr marL="0" marR="0" marT="0" marB="0" anchor="ctr">
                    <a:solidFill>
                      <a:srgbClr val="D3F3F6"/>
                    </a:solidFill>
                  </a:tcPr>
                </a:tc>
                <a:tc>
                  <a:txBody>
                    <a:bodyPr/>
                    <a:lstStyle/>
                    <a:p>
                      <a:pPr algn="ctr"/>
                      <a:r>
                        <a:rPr lang="en-US" sz="1400" b="1" dirty="0">
                          <a:solidFill>
                            <a:srgbClr val="265374"/>
                          </a:solidFill>
                          <a:latin typeface="Arial Narrow" panose="020B0606020202030204" pitchFamily="34" charset="0"/>
                        </a:rPr>
                        <a:t>533</a:t>
                      </a:r>
                      <a:endParaRPr lang="ru-RU" sz="1400" b="1" dirty="0">
                        <a:solidFill>
                          <a:srgbClr val="265374"/>
                        </a:solidFill>
                        <a:latin typeface="Arial Narrow" panose="020B0606020202030204" pitchFamily="34" charset="0"/>
                      </a:endParaRPr>
                    </a:p>
                  </a:txBody>
                  <a:tcPr marL="0" marR="0" marT="0" marB="0" anchor="ctr">
                    <a:solidFill>
                      <a:srgbClr val="D3F3F6"/>
                    </a:solidFill>
                  </a:tcPr>
                </a:tc>
                <a:tc>
                  <a:txBody>
                    <a:bodyPr/>
                    <a:lstStyle/>
                    <a:p>
                      <a:pPr algn="ctr"/>
                      <a:r>
                        <a:rPr lang="en-US" sz="1400" b="1" dirty="0">
                          <a:solidFill>
                            <a:srgbClr val="265374"/>
                          </a:solidFill>
                          <a:latin typeface="Arial Narrow" panose="020B0606020202030204" pitchFamily="34" charset="0"/>
                        </a:rPr>
                        <a:t>175</a:t>
                      </a:r>
                      <a:endParaRPr lang="ru-RU" sz="1400" b="1" dirty="0">
                        <a:solidFill>
                          <a:srgbClr val="265374"/>
                        </a:solidFill>
                        <a:latin typeface="Arial Narrow" panose="020B0606020202030204" pitchFamily="34" charset="0"/>
                      </a:endParaRPr>
                    </a:p>
                  </a:txBody>
                  <a:tcPr marL="0" marR="0" marT="0" marB="0" anchor="ctr">
                    <a:solidFill>
                      <a:srgbClr val="D3F3F6"/>
                    </a:solidFill>
                  </a:tcPr>
                </a:tc>
                <a:tc>
                  <a:txBody>
                    <a:bodyPr/>
                    <a:lstStyle/>
                    <a:p>
                      <a:pPr algn="ctr"/>
                      <a:r>
                        <a:rPr lang="en-US" sz="1400" b="1" dirty="0">
                          <a:solidFill>
                            <a:srgbClr val="265374"/>
                          </a:solidFill>
                          <a:latin typeface="Arial Narrow" panose="020B0606020202030204" pitchFamily="34" charset="0"/>
                        </a:rPr>
                        <a:t>154</a:t>
                      </a:r>
                      <a:endParaRPr lang="ru-RU" sz="1400" b="1" dirty="0">
                        <a:solidFill>
                          <a:srgbClr val="265374"/>
                        </a:solidFill>
                        <a:latin typeface="Arial Narrow" panose="020B0606020202030204" pitchFamily="34" charset="0"/>
                      </a:endParaRPr>
                    </a:p>
                  </a:txBody>
                  <a:tcPr marL="0" marR="0" marT="0" marB="0" anchor="ctr">
                    <a:solidFill>
                      <a:srgbClr val="D3F3F6"/>
                    </a:solidFill>
                  </a:tcPr>
                </a:tc>
                <a:tc>
                  <a:txBody>
                    <a:bodyPr/>
                    <a:lstStyle/>
                    <a:p>
                      <a:pPr algn="ctr"/>
                      <a:r>
                        <a:rPr lang="en-US" sz="1400" b="1" dirty="0">
                          <a:solidFill>
                            <a:srgbClr val="265374"/>
                          </a:solidFill>
                          <a:latin typeface="Arial Narrow" panose="020B0606020202030204" pitchFamily="34" charset="0"/>
                        </a:rPr>
                        <a:t>85</a:t>
                      </a:r>
                      <a:endParaRPr lang="ru-RU" sz="1400" b="1" dirty="0">
                        <a:solidFill>
                          <a:srgbClr val="265374"/>
                        </a:solidFill>
                        <a:latin typeface="Arial Narrow" panose="020B0606020202030204" pitchFamily="34" charset="0"/>
                      </a:endParaRPr>
                    </a:p>
                  </a:txBody>
                  <a:tcPr marL="0" marR="0" marT="0" marB="0" anchor="ctr">
                    <a:solidFill>
                      <a:srgbClr val="D3F3F6"/>
                    </a:solidFill>
                  </a:tcPr>
                </a:tc>
                <a:tc>
                  <a:txBody>
                    <a:bodyPr/>
                    <a:lstStyle/>
                    <a:p>
                      <a:pPr algn="ctr"/>
                      <a:r>
                        <a:rPr lang="en-US" sz="1400" b="1" dirty="0">
                          <a:solidFill>
                            <a:srgbClr val="265374"/>
                          </a:solidFill>
                          <a:latin typeface="Arial Narrow" panose="020B0606020202030204" pitchFamily="34" charset="0"/>
                        </a:rPr>
                        <a:t>0</a:t>
                      </a:r>
                      <a:endParaRPr lang="ru-RU" sz="1400" b="1" dirty="0">
                        <a:solidFill>
                          <a:srgbClr val="265374"/>
                        </a:solidFill>
                        <a:latin typeface="Arial Narrow" panose="020B0606020202030204" pitchFamily="34" charset="0"/>
                      </a:endParaRPr>
                    </a:p>
                  </a:txBody>
                  <a:tcPr marL="0" marR="0" marT="0" marB="0" anchor="ctr">
                    <a:solidFill>
                      <a:srgbClr val="D3F3F6"/>
                    </a:solidFill>
                  </a:tcPr>
                </a:tc>
                <a:extLst>
                  <a:ext uri="{0D108BD9-81ED-4DB2-BD59-A6C34878D82A}">
                    <a16:rowId xmlns:a16="http://schemas.microsoft.com/office/drawing/2014/main" val="4121007527"/>
                  </a:ext>
                </a:extLst>
              </a:tr>
              <a:tr h="3941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000" b="1" dirty="0">
                          <a:solidFill>
                            <a:schemeClr val="bg1"/>
                          </a:solidFill>
                          <a:latin typeface="Arial Narrow" panose="020B0606020202030204" pitchFamily="34" charset="0"/>
                        </a:rPr>
                        <a:t>Вечерний прием</a:t>
                      </a:r>
                    </a:p>
                  </a:txBody>
                  <a:tcPr marL="36000" marR="0" marT="0" marB="0" anchor="ctr">
                    <a:solidFill>
                      <a:srgbClr val="398ACB"/>
                    </a:solidFill>
                  </a:tcPr>
                </a:tc>
                <a:tc>
                  <a:txBody>
                    <a:bodyPr/>
                    <a:lstStyle/>
                    <a:p>
                      <a:pPr algn="ctr"/>
                      <a:r>
                        <a:rPr lang="en-US" sz="1400" b="1" dirty="0">
                          <a:solidFill>
                            <a:srgbClr val="265374"/>
                          </a:solidFill>
                          <a:latin typeface="Arial Narrow" panose="020B0606020202030204" pitchFamily="34" charset="0"/>
                        </a:rPr>
                        <a:t>10 503</a:t>
                      </a:r>
                      <a:endParaRPr lang="ru-RU" sz="1400" b="1" dirty="0">
                        <a:solidFill>
                          <a:srgbClr val="265374"/>
                        </a:solidFill>
                        <a:latin typeface="Arial Narrow" panose="020B0606020202030204" pitchFamily="34" charset="0"/>
                      </a:endParaRPr>
                    </a:p>
                  </a:txBody>
                  <a:tcPr marL="0" marR="0" marT="0" marB="0" anchor="ctr">
                    <a:solidFill>
                      <a:srgbClr val="D3F3F6"/>
                    </a:solidFill>
                  </a:tcPr>
                </a:tc>
                <a:tc>
                  <a:txBody>
                    <a:bodyPr/>
                    <a:lstStyle/>
                    <a:p>
                      <a:pPr algn="ctr"/>
                      <a:r>
                        <a:rPr lang="en-US" sz="1400" b="1" dirty="0">
                          <a:solidFill>
                            <a:srgbClr val="265374"/>
                          </a:solidFill>
                          <a:latin typeface="Arial Narrow" panose="020B0606020202030204" pitchFamily="34" charset="0"/>
                        </a:rPr>
                        <a:t>10 156</a:t>
                      </a:r>
                      <a:endParaRPr lang="ru-RU" sz="1400" b="1" dirty="0">
                        <a:solidFill>
                          <a:srgbClr val="265374"/>
                        </a:solidFill>
                        <a:latin typeface="Arial Narrow" panose="020B0606020202030204" pitchFamily="34" charset="0"/>
                      </a:endParaRPr>
                    </a:p>
                  </a:txBody>
                  <a:tcPr marL="0" marR="0" marT="0" marB="0" anchor="ctr">
                    <a:solidFill>
                      <a:srgbClr val="D3F3F6"/>
                    </a:solidFill>
                  </a:tcPr>
                </a:tc>
                <a:tc>
                  <a:txBody>
                    <a:bodyPr/>
                    <a:lstStyle/>
                    <a:p>
                      <a:pPr algn="ctr"/>
                      <a:r>
                        <a:rPr lang="en-US" sz="1400" b="1" dirty="0">
                          <a:solidFill>
                            <a:srgbClr val="265374"/>
                          </a:solidFill>
                          <a:latin typeface="Arial Narrow" panose="020B0606020202030204" pitchFamily="34" charset="0"/>
                        </a:rPr>
                        <a:t>9 988</a:t>
                      </a:r>
                      <a:endParaRPr lang="ru-RU" sz="1400" b="1" dirty="0">
                        <a:solidFill>
                          <a:srgbClr val="265374"/>
                        </a:solidFill>
                        <a:latin typeface="Arial Narrow" panose="020B0606020202030204" pitchFamily="34" charset="0"/>
                      </a:endParaRPr>
                    </a:p>
                  </a:txBody>
                  <a:tcPr marL="0" marR="0" marT="0" marB="0" anchor="ctr">
                    <a:solidFill>
                      <a:srgbClr val="D3F3F6"/>
                    </a:solidFill>
                  </a:tcPr>
                </a:tc>
                <a:tc>
                  <a:txBody>
                    <a:bodyPr/>
                    <a:lstStyle/>
                    <a:p>
                      <a:pPr algn="ctr"/>
                      <a:r>
                        <a:rPr lang="en-US" sz="1400" b="1" dirty="0">
                          <a:solidFill>
                            <a:srgbClr val="265374"/>
                          </a:solidFill>
                          <a:latin typeface="Arial Narrow" panose="020B0606020202030204" pitchFamily="34" charset="0"/>
                        </a:rPr>
                        <a:t>9 776</a:t>
                      </a:r>
                      <a:endParaRPr lang="ru-RU" sz="1400" b="1" dirty="0">
                        <a:solidFill>
                          <a:srgbClr val="265374"/>
                        </a:solidFill>
                        <a:latin typeface="Arial Narrow" panose="020B0606020202030204" pitchFamily="34" charset="0"/>
                      </a:endParaRPr>
                    </a:p>
                  </a:txBody>
                  <a:tcPr marL="0" marR="0" marT="0" marB="0" anchor="ctr">
                    <a:solidFill>
                      <a:srgbClr val="D3F3F6"/>
                    </a:solidFill>
                  </a:tcPr>
                </a:tc>
                <a:tc>
                  <a:txBody>
                    <a:bodyPr/>
                    <a:lstStyle/>
                    <a:p>
                      <a:pPr algn="ctr"/>
                      <a:r>
                        <a:rPr lang="en-US" sz="1400" b="1" dirty="0">
                          <a:solidFill>
                            <a:srgbClr val="265374"/>
                          </a:solidFill>
                          <a:latin typeface="Arial Narrow" panose="020B0606020202030204" pitchFamily="34" charset="0"/>
                        </a:rPr>
                        <a:t>9 571</a:t>
                      </a:r>
                      <a:endParaRPr lang="ru-RU" sz="1400" b="1" dirty="0">
                        <a:solidFill>
                          <a:srgbClr val="265374"/>
                        </a:solidFill>
                        <a:latin typeface="Arial Narrow" panose="020B0606020202030204" pitchFamily="34" charset="0"/>
                      </a:endParaRPr>
                    </a:p>
                  </a:txBody>
                  <a:tcPr marL="0" marR="0" marT="0" marB="0" anchor="ctr">
                    <a:solidFill>
                      <a:srgbClr val="D3F3F6"/>
                    </a:solidFill>
                  </a:tcPr>
                </a:tc>
                <a:tc>
                  <a:txBody>
                    <a:bodyPr/>
                    <a:lstStyle/>
                    <a:p>
                      <a:pPr algn="ctr"/>
                      <a:r>
                        <a:rPr lang="en-US" sz="1400" b="1" dirty="0">
                          <a:solidFill>
                            <a:srgbClr val="265374"/>
                          </a:solidFill>
                          <a:latin typeface="Arial Narrow" panose="020B0606020202030204" pitchFamily="34" charset="0"/>
                        </a:rPr>
                        <a:t>6 271</a:t>
                      </a:r>
                      <a:endParaRPr lang="ru-RU" sz="1400" b="1" dirty="0">
                        <a:solidFill>
                          <a:srgbClr val="265374"/>
                        </a:solidFill>
                        <a:latin typeface="Arial Narrow" panose="020B0606020202030204" pitchFamily="34" charset="0"/>
                      </a:endParaRPr>
                    </a:p>
                  </a:txBody>
                  <a:tcPr marL="0" marR="0" marT="0" marB="0" anchor="ctr">
                    <a:solidFill>
                      <a:srgbClr val="D3F3F6"/>
                    </a:solidFill>
                  </a:tcPr>
                </a:tc>
                <a:tc>
                  <a:txBody>
                    <a:bodyPr/>
                    <a:lstStyle/>
                    <a:p>
                      <a:pPr algn="ctr"/>
                      <a:r>
                        <a:rPr lang="en-US" sz="1400" b="1" dirty="0">
                          <a:solidFill>
                            <a:srgbClr val="265374"/>
                          </a:solidFill>
                          <a:latin typeface="Arial Narrow" panose="020B0606020202030204" pitchFamily="34" charset="0"/>
                        </a:rPr>
                        <a:t>529</a:t>
                      </a:r>
                      <a:endParaRPr lang="ru-RU" sz="1400" b="1" dirty="0">
                        <a:solidFill>
                          <a:srgbClr val="265374"/>
                        </a:solidFill>
                        <a:latin typeface="Arial Narrow" panose="020B0606020202030204" pitchFamily="34" charset="0"/>
                      </a:endParaRPr>
                    </a:p>
                  </a:txBody>
                  <a:tcPr marL="0" marR="0" marT="0" marB="0" anchor="ctr">
                    <a:solidFill>
                      <a:srgbClr val="D3F3F6"/>
                    </a:solidFill>
                  </a:tcPr>
                </a:tc>
                <a:tc>
                  <a:txBody>
                    <a:bodyPr/>
                    <a:lstStyle/>
                    <a:p>
                      <a:pPr algn="ctr"/>
                      <a:r>
                        <a:rPr lang="en-US" sz="1400" b="1" dirty="0">
                          <a:solidFill>
                            <a:srgbClr val="265374"/>
                          </a:solidFill>
                          <a:latin typeface="Arial Narrow" panose="020B0606020202030204" pitchFamily="34" charset="0"/>
                        </a:rPr>
                        <a:t>184</a:t>
                      </a:r>
                      <a:endParaRPr lang="ru-RU" sz="1400" b="1" dirty="0">
                        <a:solidFill>
                          <a:srgbClr val="265374"/>
                        </a:solidFill>
                        <a:latin typeface="Arial Narrow" panose="020B0606020202030204" pitchFamily="34" charset="0"/>
                      </a:endParaRPr>
                    </a:p>
                  </a:txBody>
                  <a:tcPr marL="0" marR="0" marT="0" marB="0" anchor="ctr">
                    <a:solidFill>
                      <a:srgbClr val="D3F3F6"/>
                    </a:solidFill>
                  </a:tcPr>
                </a:tc>
                <a:tc>
                  <a:txBody>
                    <a:bodyPr/>
                    <a:lstStyle/>
                    <a:p>
                      <a:pPr algn="ctr"/>
                      <a:r>
                        <a:rPr lang="en-US" sz="1400" b="1" dirty="0">
                          <a:solidFill>
                            <a:srgbClr val="265374"/>
                          </a:solidFill>
                          <a:latin typeface="Arial Narrow" panose="020B0606020202030204" pitchFamily="34" charset="0"/>
                        </a:rPr>
                        <a:t>166</a:t>
                      </a:r>
                      <a:endParaRPr lang="ru-RU" sz="1400" b="1" dirty="0">
                        <a:solidFill>
                          <a:srgbClr val="265374"/>
                        </a:solidFill>
                        <a:latin typeface="Arial Narrow" panose="020B0606020202030204" pitchFamily="34" charset="0"/>
                      </a:endParaRPr>
                    </a:p>
                  </a:txBody>
                  <a:tcPr marL="0" marR="0" marT="0" marB="0" anchor="ctr">
                    <a:solidFill>
                      <a:srgbClr val="D3F3F6"/>
                    </a:solidFill>
                  </a:tcPr>
                </a:tc>
                <a:tc>
                  <a:txBody>
                    <a:bodyPr/>
                    <a:lstStyle/>
                    <a:p>
                      <a:pPr algn="ctr"/>
                      <a:r>
                        <a:rPr lang="en-US" sz="1400" b="1" dirty="0">
                          <a:solidFill>
                            <a:srgbClr val="265374"/>
                          </a:solidFill>
                          <a:latin typeface="Arial Narrow" panose="020B0606020202030204" pitchFamily="34" charset="0"/>
                        </a:rPr>
                        <a:t>101</a:t>
                      </a:r>
                      <a:endParaRPr lang="ru-RU" sz="1400" b="1" dirty="0">
                        <a:solidFill>
                          <a:srgbClr val="265374"/>
                        </a:solidFill>
                        <a:latin typeface="Arial Narrow" panose="020B0606020202030204" pitchFamily="34" charset="0"/>
                      </a:endParaRPr>
                    </a:p>
                  </a:txBody>
                  <a:tcPr marL="0" marR="0" marT="0" marB="0" anchor="ctr">
                    <a:solidFill>
                      <a:srgbClr val="D3F3F6"/>
                    </a:solidFill>
                  </a:tcPr>
                </a:tc>
                <a:tc>
                  <a:txBody>
                    <a:bodyPr/>
                    <a:lstStyle/>
                    <a:p>
                      <a:pPr algn="ctr"/>
                      <a:r>
                        <a:rPr lang="en-US" sz="1400" b="1" dirty="0">
                          <a:solidFill>
                            <a:srgbClr val="265374"/>
                          </a:solidFill>
                          <a:latin typeface="Arial Narrow" panose="020B0606020202030204" pitchFamily="34" charset="0"/>
                        </a:rPr>
                        <a:t>0</a:t>
                      </a:r>
                      <a:endParaRPr lang="ru-RU" sz="1400" b="1" dirty="0">
                        <a:solidFill>
                          <a:srgbClr val="265374"/>
                        </a:solidFill>
                        <a:latin typeface="Arial Narrow" panose="020B0606020202030204" pitchFamily="34" charset="0"/>
                      </a:endParaRPr>
                    </a:p>
                  </a:txBody>
                  <a:tcPr marL="0" marR="0" marT="0" marB="0" anchor="ctr">
                    <a:solidFill>
                      <a:srgbClr val="D3F3F6"/>
                    </a:solidFill>
                  </a:tcPr>
                </a:tc>
                <a:extLst>
                  <a:ext uri="{0D108BD9-81ED-4DB2-BD59-A6C34878D82A}">
                    <a16:rowId xmlns:a16="http://schemas.microsoft.com/office/drawing/2014/main" val="376927619"/>
                  </a:ext>
                </a:extLst>
              </a:tr>
            </a:tbl>
          </a:graphicData>
        </a:graphic>
      </p:graphicFrame>
      <p:sp>
        <p:nvSpPr>
          <p:cNvPr id="187430" name="TextBox 4">
            <a:extLst>
              <a:ext uri="{FF2B5EF4-FFF2-40B4-BE49-F238E27FC236}">
                <a16:creationId xmlns:a16="http://schemas.microsoft.com/office/drawing/2014/main" id="{9444A23C-DC64-46BA-1669-6FA34E57ED56}"/>
              </a:ext>
            </a:extLst>
          </p:cNvPr>
          <p:cNvSpPr txBox="1"/>
          <p:nvPr/>
        </p:nvSpPr>
        <p:spPr>
          <a:xfrm>
            <a:off x="4094727" y="5036575"/>
            <a:ext cx="5652588" cy="230832"/>
          </a:xfrm>
          <a:prstGeom prst="rect">
            <a:avLst/>
          </a:prstGeom>
          <a:noFill/>
        </p:spPr>
        <p:txBody>
          <a:bodyPr wrap="square"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9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Количество пациентов, подвергающихся риску </a:t>
            </a:r>
          </a:p>
        </p:txBody>
      </p:sp>
      <p:grpSp>
        <p:nvGrpSpPr>
          <p:cNvPr id="187427" name="Группа 187426">
            <a:extLst>
              <a:ext uri="{FF2B5EF4-FFF2-40B4-BE49-F238E27FC236}">
                <a16:creationId xmlns:a16="http://schemas.microsoft.com/office/drawing/2014/main" id="{42E118E4-040C-7062-43B6-B3E6A25F0A60}"/>
              </a:ext>
            </a:extLst>
          </p:cNvPr>
          <p:cNvGrpSpPr/>
          <p:nvPr/>
        </p:nvGrpSpPr>
        <p:grpSpPr>
          <a:xfrm>
            <a:off x="3965106" y="1335366"/>
            <a:ext cx="7733558" cy="3647472"/>
            <a:chOff x="3965106" y="1335366"/>
            <a:chExt cx="7733558" cy="3647472"/>
          </a:xfrm>
        </p:grpSpPr>
        <p:grpSp>
          <p:nvGrpSpPr>
            <p:cNvPr id="187424" name="Группа 187423">
              <a:extLst>
                <a:ext uri="{FF2B5EF4-FFF2-40B4-BE49-F238E27FC236}">
                  <a16:creationId xmlns:a16="http://schemas.microsoft.com/office/drawing/2014/main" id="{9723B0D3-4E8D-AB2E-B767-2CFC304CFA45}"/>
                </a:ext>
              </a:extLst>
            </p:cNvPr>
            <p:cNvGrpSpPr/>
            <p:nvPr/>
          </p:nvGrpSpPr>
          <p:grpSpPr>
            <a:xfrm>
              <a:off x="3965106" y="1335366"/>
              <a:ext cx="7733557" cy="3632341"/>
              <a:chOff x="1967369" y="1312903"/>
              <a:chExt cx="8317016" cy="4277661"/>
            </a:xfrm>
          </p:grpSpPr>
          <p:sp>
            <p:nvSpPr>
              <p:cNvPr id="2" name="Line 52">
                <a:extLst>
                  <a:ext uri="{FF2B5EF4-FFF2-40B4-BE49-F238E27FC236}">
                    <a16:creationId xmlns:a16="http://schemas.microsoft.com/office/drawing/2014/main" id="{D3840158-534B-BF71-03DB-04A9260699CE}"/>
                  </a:ext>
                </a:extLst>
              </p:cNvPr>
              <p:cNvSpPr>
                <a:spLocks noChangeShapeType="1"/>
              </p:cNvSpPr>
              <p:nvPr/>
            </p:nvSpPr>
            <p:spPr bwMode="auto">
              <a:xfrm>
                <a:off x="10133630" y="4991849"/>
                <a:ext cx="0" cy="81694"/>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8" name="Textfeld 266">
                <a:extLst>
                  <a:ext uri="{FF2B5EF4-FFF2-40B4-BE49-F238E27FC236}">
                    <a16:creationId xmlns:a16="http://schemas.microsoft.com/office/drawing/2014/main" id="{931B8391-8049-FC43-7D70-52061E521520}"/>
                  </a:ext>
                </a:extLst>
              </p:cNvPr>
              <p:cNvSpPr txBox="1"/>
              <p:nvPr/>
            </p:nvSpPr>
            <p:spPr bwMode="gray">
              <a:xfrm>
                <a:off x="5837166" y="5336844"/>
                <a:ext cx="70" cy="253720"/>
              </a:xfrm>
              <a:prstGeom prst="rect">
                <a:avLst/>
              </a:prstGeom>
              <a:noFill/>
              <a:ln/>
            </p:spPr>
            <p:txBody>
              <a:bodyPr wrap="none" lIns="0" tIns="0" rIns="0" bIns="0"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300"/>
                  </a:spcBef>
                  <a:spcAft>
                    <a:spcPts val="300"/>
                  </a:spcAft>
                  <a:buClr>
                    <a:srgbClr val="52328F"/>
                  </a:buClr>
                  <a:buSzTx/>
                  <a:buFontTx/>
                  <a:buNone/>
                  <a:tabLst/>
                  <a:defRPr/>
                </a:pPr>
                <a:endParaRPr kumimoji="0" lang="de-DE"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pSp>
            <p:nvGrpSpPr>
              <p:cNvPr id="9" name="Группа 8">
                <a:extLst>
                  <a:ext uri="{FF2B5EF4-FFF2-40B4-BE49-F238E27FC236}">
                    <a16:creationId xmlns:a16="http://schemas.microsoft.com/office/drawing/2014/main" id="{B42B794F-EAA1-317B-9839-22F065E4FC36}"/>
                  </a:ext>
                </a:extLst>
              </p:cNvPr>
              <p:cNvGrpSpPr/>
              <p:nvPr/>
            </p:nvGrpSpPr>
            <p:grpSpPr>
              <a:xfrm>
                <a:off x="1967369" y="1312903"/>
                <a:ext cx="8317016" cy="3987274"/>
                <a:chOff x="3536499" y="1719263"/>
                <a:chExt cx="8317016" cy="3987274"/>
              </a:xfrm>
            </p:grpSpPr>
            <p:sp>
              <p:nvSpPr>
                <p:cNvPr id="10" name="TextBox 4">
                  <a:extLst>
                    <a:ext uri="{FF2B5EF4-FFF2-40B4-BE49-F238E27FC236}">
                      <a16:creationId xmlns:a16="http://schemas.microsoft.com/office/drawing/2014/main" id="{45A87EB3-F747-582E-6B1C-189978559C2C}"/>
                    </a:ext>
                  </a:extLst>
                </p:cNvPr>
                <p:cNvSpPr txBox="1"/>
                <p:nvPr/>
              </p:nvSpPr>
              <p:spPr>
                <a:xfrm rot="16200000">
                  <a:off x="2008066" y="3595369"/>
                  <a:ext cx="3338213" cy="281347"/>
                </a:xfrm>
                <a:prstGeom prst="rect">
                  <a:avLst/>
                </a:prstGeom>
                <a:noFill/>
              </p:spPr>
              <p:txBody>
                <a:bodyPr wrap="square"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Кумулятивный риск, ССО</a:t>
                  </a:r>
                </a:p>
              </p:txBody>
            </p:sp>
            <p:sp>
              <p:nvSpPr>
                <p:cNvPr id="11" name="TextBox 6">
                  <a:extLst>
                    <a:ext uri="{FF2B5EF4-FFF2-40B4-BE49-F238E27FC236}">
                      <a16:creationId xmlns:a16="http://schemas.microsoft.com/office/drawing/2014/main" id="{5C787BE8-CE42-93CF-0673-D521C46AA358}"/>
                    </a:ext>
                  </a:extLst>
                </p:cNvPr>
                <p:cNvSpPr txBox="1"/>
                <p:nvPr/>
              </p:nvSpPr>
              <p:spPr>
                <a:xfrm>
                  <a:off x="6404529" y="4944743"/>
                  <a:ext cx="4709024" cy="326210"/>
                </a:xfrm>
                <a:prstGeom prst="rect">
                  <a:avLst/>
                </a:prstGeom>
                <a:noFill/>
              </p:spPr>
              <p:txBody>
                <a:bodyPr wrap="square"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ОР</a:t>
                  </a:r>
                  <a:r>
                    <a:rPr kumimoji="0" lang="en-US"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0,95 (95% </a:t>
                  </a: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ДИ</a:t>
                  </a:r>
                  <a:r>
                    <a:rPr kumimoji="0" lang="en-US"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0,83–1,10); p</a:t>
                  </a: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=0,53</a:t>
                  </a:r>
                </a:p>
              </p:txBody>
            </p:sp>
            <p:grpSp>
              <p:nvGrpSpPr>
                <p:cNvPr id="12" name="Группа 11">
                  <a:extLst>
                    <a:ext uri="{FF2B5EF4-FFF2-40B4-BE49-F238E27FC236}">
                      <a16:creationId xmlns:a16="http://schemas.microsoft.com/office/drawing/2014/main" id="{5A7D9F12-6A18-9956-A88B-D88B3036DAD7}"/>
                    </a:ext>
                  </a:extLst>
                </p:cNvPr>
                <p:cNvGrpSpPr/>
                <p:nvPr/>
              </p:nvGrpSpPr>
              <p:grpSpPr>
                <a:xfrm>
                  <a:off x="4584031" y="5489063"/>
                  <a:ext cx="7269484" cy="217474"/>
                  <a:chOff x="4584031" y="5489063"/>
                  <a:chExt cx="7269484" cy="217474"/>
                </a:xfrm>
              </p:grpSpPr>
              <p:sp>
                <p:nvSpPr>
                  <p:cNvPr id="187413" name="Textfeld 254">
                    <a:extLst>
                      <a:ext uri="{FF2B5EF4-FFF2-40B4-BE49-F238E27FC236}">
                        <a16:creationId xmlns:a16="http://schemas.microsoft.com/office/drawing/2014/main" id="{B88E0944-C91C-0E2B-8A14-32A3EA49C047}"/>
                      </a:ext>
                    </a:extLst>
                  </p:cNvPr>
                  <p:cNvSpPr txBox="1"/>
                  <p:nvPr/>
                </p:nvSpPr>
                <p:spPr bwMode="gray">
                  <a:xfrm>
                    <a:off x="4584031" y="5489063"/>
                    <a:ext cx="212792" cy="217473"/>
                  </a:xfrm>
                  <a:prstGeom prst="rect">
                    <a:avLst/>
                  </a:prstGeom>
                  <a:noFill/>
                  <a:ln/>
                </p:spPr>
                <p:txBody>
                  <a:bodyPr wrap="square" lIns="0" tIns="0" rIns="0" bIns="0"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87414" name="Textfeld 254">
                    <a:extLst>
                      <a:ext uri="{FF2B5EF4-FFF2-40B4-BE49-F238E27FC236}">
                        <a16:creationId xmlns:a16="http://schemas.microsoft.com/office/drawing/2014/main" id="{9755430B-D7E1-FAC5-0FE0-F0975B3E145E}"/>
                      </a:ext>
                    </a:extLst>
                  </p:cNvPr>
                  <p:cNvSpPr txBox="1"/>
                  <p:nvPr/>
                </p:nvSpPr>
                <p:spPr bwMode="gray">
                  <a:xfrm>
                    <a:off x="5285890" y="5489063"/>
                    <a:ext cx="212792" cy="217474"/>
                  </a:xfrm>
                  <a:prstGeom prst="rect">
                    <a:avLst/>
                  </a:prstGeom>
                  <a:noFill/>
                  <a:ln/>
                </p:spPr>
                <p:txBody>
                  <a:bodyPr wrap="square" lIns="0" tIns="0" rIns="0" bIns="0"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1</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87415" name="Textfeld 254">
                    <a:extLst>
                      <a:ext uri="{FF2B5EF4-FFF2-40B4-BE49-F238E27FC236}">
                        <a16:creationId xmlns:a16="http://schemas.microsoft.com/office/drawing/2014/main" id="{6D0615A9-CB2B-5B6D-8193-9520039390EB}"/>
                      </a:ext>
                    </a:extLst>
                  </p:cNvPr>
                  <p:cNvSpPr txBox="1"/>
                  <p:nvPr/>
                </p:nvSpPr>
                <p:spPr bwMode="gray">
                  <a:xfrm>
                    <a:off x="5987749" y="5489063"/>
                    <a:ext cx="212792" cy="217474"/>
                  </a:xfrm>
                  <a:prstGeom prst="rect">
                    <a:avLst/>
                  </a:prstGeom>
                  <a:noFill/>
                  <a:ln/>
                </p:spPr>
                <p:txBody>
                  <a:bodyPr wrap="square" lIns="0" tIns="0" rIns="0" bIns="0"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2</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87416" name="Textfeld 254">
                    <a:extLst>
                      <a:ext uri="{FF2B5EF4-FFF2-40B4-BE49-F238E27FC236}">
                        <a16:creationId xmlns:a16="http://schemas.microsoft.com/office/drawing/2014/main" id="{3A972452-F19B-6614-32CE-20F3311383BF}"/>
                      </a:ext>
                    </a:extLst>
                  </p:cNvPr>
                  <p:cNvSpPr txBox="1"/>
                  <p:nvPr/>
                </p:nvSpPr>
                <p:spPr bwMode="gray">
                  <a:xfrm>
                    <a:off x="6689608" y="5489063"/>
                    <a:ext cx="212792" cy="217474"/>
                  </a:xfrm>
                  <a:prstGeom prst="rect">
                    <a:avLst/>
                  </a:prstGeom>
                  <a:noFill/>
                  <a:ln/>
                </p:spPr>
                <p:txBody>
                  <a:bodyPr wrap="square" lIns="0" tIns="0" rIns="0" bIns="0"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3</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87417" name="Textfeld 254">
                    <a:extLst>
                      <a:ext uri="{FF2B5EF4-FFF2-40B4-BE49-F238E27FC236}">
                        <a16:creationId xmlns:a16="http://schemas.microsoft.com/office/drawing/2014/main" id="{874D9CF0-F39C-02B8-AB8C-F032623DD15C}"/>
                      </a:ext>
                    </a:extLst>
                  </p:cNvPr>
                  <p:cNvSpPr txBox="1"/>
                  <p:nvPr/>
                </p:nvSpPr>
                <p:spPr bwMode="gray">
                  <a:xfrm>
                    <a:off x="7391468" y="5489063"/>
                    <a:ext cx="212792" cy="217474"/>
                  </a:xfrm>
                  <a:prstGeom prst="rect">
                    <a:avLst/>
                  </a:prstGeom>
                  <a:noFill/>
                  <a:ln/>
                </p:spPr>
                <p:txBody>
                  <a:bodyPr wrap="square" lIns="0" tIns="0" rIns="0" bIns="0"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4</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87418" name="Textfeld 254">
                    <a:extLst>
                      <a:ext uri="{FF2B5EF4-FFF2-40B4-BE49-F238E27FC236}">
                        <a16:creationId xmlns:a16="http://schemas.microsoft.com/office/drawing/2014/main" id="{2C3505CD-A982-C9F7-CA14-5373B6C818F1}"/>
                      </a:ext>
                    </a:extLst>
                  </p:cNvPr>
                  <p:cNvSpPr txBox="1"/>
                  <p:nvPr/>
                </p:nvSpPr>
                <p:spPr bwMode="gray">
                  <a:xfrm>
                    <a:off x="8093326" y="5489063"/>
                    <a:ext cx="212792" cy="217474"/>
                  </a:xfrm>
                  <a:prstGeom prst="rect">
                    <a:avLst/>
                  </a:prstGeom>
                  <a:noFill/>
                  <a:ln/>
                </p:spPr>
                <p:txBody>
                  <a:bodyPr wrap="square" lIns="0" tIns="0" rIns="0" bIns="0"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5</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87419" name="Textfeld 254">
                    <a:extLst>
                      <a:ext uri="{FF2B5EF4-FFF2-40B4-BE49-F238E27FC236}">
                        <a16:creationId xmlns:a16="http://schemas.microsoft.com/office/drawing/2014/main" id="{11CD715E-98B6-70FC-C91A-929C10A8B359}"/>
                      </a:ext>
                    </a:extLst>
                  </p:cNvPr>
                  <p:cNvSpPr txBox="1"/>
                  <p:nvPr/>
                </p:nvSpPr>
                <p:spPr bwMode="gray">
                  <a:xfrm>
                    <a:off x="8795185" y="5489063"/>
                    <a:ext cx="212792" cy="217474"/>
                  </a:xfrm>
                  <a:prstGeom prst="rect">
                    <a:avLst/>
                  </a:prstGeom>
                  <a:noFill/>
                  <a:ln/>
                </p:spPr>
                <p:txBody>
                  <a:bodyPr wrap="square" lIns="0" tIns="0" rIns="0" bIns="0"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6</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87420" name="Textfeld 254">
                    <a:extLst>
                      <a:ext uri="{FF2B5EF4-FFF2-40B4-BE49-F238E27FC236}">
                        <a16:creationId xmlns:a16="http://schemas.microsoft.com/office/drawing/2014/main" id="{E535E8DB-2518-1173-AC08-4D585028BDAB}"/>
                      </a:ext>
                    </a:extLst>
                  </p:cNvPr>
                  <p:cNvSpPr txBox="1"/>
                  <p:nvPr/>
                </p:nvSpPr>
                <p:spPr bwMode="gray">
                  <a:xfrm>
                    <a:off x="9497044" y="5489063"/>
                    <a:ext cx="212792" cy="217474"/>
                  </a:xfrm>
                  <a:prstGeom prst="rect">
                    <a:avLst/>
                  </a:prstGeom>
                  <a:noFill/>
                  <a:ln/>
                </p:spPr>
                <p:txBody>
                  <a:bodyPr wrap="square" lIns="0" tIns="0" rIns="0" bIns="0"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7</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87421" name="Textfeld 254">
                    <a:extLst>
                      <a:ext uri="{FF2B5EF4-FFF2-40B4-BE49-F238E27FC236}">
                        <a16:creationId xmlns:a16="http://schemas.microsoft.com/office/drawing/2014/main" id="{87699F67-CDE6-04EB-A329-3B28CEBA9461}"/>
                      </a:ext>
                    </a:extLst>
                  </p:cNvPr>
                  <p:cNvSpPr txBox="1"/>
                  <p:nvPr/>
                </p:nvSpPr>
                <p:spPr bwMode="gray">
                  <a:xfrm>
                    <a:off x="10198903" y="5489063"/>
                    <a:ext cx="212792" cy="217474"/>
                  </a:xfrm>
                  <a:prstGeom prst="rect">
                    <a:avLst/>
                  </a:prstGeom>
                  <a:noFill/>
                  <a:ln/>
                </p:spPr>
                <p:txBody>
                  <a:bodyPr wrap="square" lIns="0" tIns="0" rIns="0" bIns="0"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8</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87422" name="Textfeld 254">
                    <a:extLst>
                      <a:ext uri="{FF2B5EF4-FFF2-40B4-BE49-F238E27FC236}">
                        <a16:creationId xmlns:a16="http://schemas.microsoft.com/office/drawing/2014/main" id="{4D94E904-DC99-C891-9E6F-B5C3643AAACD}"/>
                      </a:ext>
                    </a:extLst>
                  </p:cNvPr>
                  <p:cNvSpPr txBox="1"/>
                  <p:nvPr/>
                </p:nvSpPr>
                <p:spPr bwMode="gray">
                  <a:xfrm>
                    <a:off x="10900762" y="5489063"/>
                    <a:ext cx="212792" cy="217474"/>
                  </a:xfrm>
                  <a:prstGeom prst="rect">
                    <a:avLst/>
                  </a:prstGeom>
                  <a:noFill/>
                  <a:ln/>
                </p:spPr>
                <p:txBody>
                  <a:bodyPr wrap="square" lIns="0" tIns="0" rIns="0" bIns="0"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9</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87423" name="Textfeld 254">
                    <a:extLst>
                      <a:ext uri="{FF2B5EF4-FFF2-40B4-BE49-F238E27FC236}">
                        <a16:creationId xmlns:a16="http://schemas.microsoft.com/office/drawing/2014/main" id="{2BAC27AD-811E-01CB-2C55-4BF4068F267C}"/>
                      </a:ext>
                    </a:extLst>
                  </p:cNvPr>
                  <p:cNvSpPr txBox="1"/>
                  <p:nvPr/>
                </p:nvSpPr>
                <p:spPr bwMode="gray">
                  <a:xfrm>
                    <a:off x="11553073" y="5489063"/>
                    <a:ext cx="300442" cy="217474"/>
                  </a:xfrm>
                  <a:prstGeom prst="rect">
                    <a:avLst/>
                  </a:prstGeom>
                  <a:noFill/>
                  <a:ln/>
                </p:spPr>
                <p:txBody>
                  <a:bodyPr wrap="square" lIns="0" tIns="0" rIns="0" bIns="0"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10</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pSp>
            <p:grpSp>
              <p:nvGrpSpPr>
                <p:cNvPr id="13" name="Группа 12">
                  <a:extLst>
                    <a:ext uri="{FF2B5EF4-FFF2-40B4-BE49-F238E27FC236}">
                      <a16:creationId xmlns:a16="http://schemas.microsoft.com/office/drawing/2014/main" id="{DEA6133B-EB27-A829-9BDA-2EDB432191DF}"/>
                    </a:ext>
                  </a:extLst>
                </p:cNvPr>
                <p:cNvGrpSpPr/>
                <p:nvPr/>
              </p:nvGrpSpPr>
              <p:grpSpPr>
                <a:xfrm>
                  <a:off x="3783463" y="1987677"/>
                  <a:ext cx="437965" cy="3384811"/>
                  <a:chOff x="3783463" y="1987677"/>
                  <a:chExt cx="437965" cy="3384811"/>
                </a:xfrm>
              </p:grpSpPr>
              <p:sp>
                <p:nvSpPr>
                  <p:cNvPr id="187406" name="Textfeld 262">
                    <a:extLst>
                      <a:ext uri="{FF2B5EF4-FFF2-40B4-BE49-F238E27FC236}">
                        <a16:creationId xmlns:a16="http://schemas.microsoft.com/office/drawing/2014/main" id="{89ACEA74-A860-1ADF-AA3E-851E1B4B6204}"/>
                      </a:ext>
                    </a:extLst>
                  </p:cNvPr>
                  <p:cNvSpPr txBox="1"/>
                  <p:nvPr/>
                </p:nvSpPr>
                <p:spPr bwMode="gray">
                  <a:xfrm>
                    <a:off x="3783463" y="5173137"/>
                    <a:ext cx="437965" cy="199351"/>
                  </a:xfrm>
                  <a:prstGeom prst="rect">
                    <a:avLst/>
                  </a:prstGeom>
                  <a:noFill/>
                  <a:ln/>
                </p:spPr>
                <p:txBody>
                  <a:bodyPr wrap="square" lIns="0" tIns="0" rIns="0" bIns="0"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300"/>
                      </a:spcBef>
                      <a:spcAft>
                        <a:spcPts val="300"/>
                      </a:spcAft>
                      <a:buClr>
                        <a:srgbClr val="52328F"/>
                      </a:buClr>
                      <a:buSzTx/>
                      <a:buFontTx/>
                      <a:buNone/>
                      <a:tabLst/>
                      <a:defRPr/>
                    </a:pP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a:t>
                    </a:r>
                    <a:r>
                      <a:rPr kumimoji="0" lang="en-US"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,00</a:t>
                    </a:r>
                    <a:endPar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87407" name="Textfeld 262">
                    <a:extLst>
                      <a:ext uri="{FF2B5EF4-FFF2-40B4-BE49-F238E27FC236}">
                        <a16:creationId xmlns:a16="http://schemas.microsoft.com/office/drawing/2014/main" id="{8546E67E-2BE7-EECE-E34C-F060EFBD0E36}"/>
                      </a:ext>
                    </a:extLst>
                  </p:cNvPr>
                  <p:cNvSpPr txBox="1"/>
                  <p:nvPr/>
                </p:nvSpPr>
                <p:spPr bwMode="gray">
                  <a:xfrm>
                    <a:off x="3783463" y="4642227"/>
                    <a:ext cx="437965" cy="199351"/>
                  </a:xfrm>
                  <a:prstGeom prst="rect">
                    <a:avLst/>
                  </a:prstGeom>
                  <a:noFill/>
                  <a:ln/>
                </p:spPr>
                <p:txBody>
                  <a:bodyPr wrap="square" lIns="0" tIns="0" rIns="0" bIns="0"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300"/>
                      </a:spcBef>
                      <a:spcAft>
                        <a:spcPts val="300"/>
                      </a:spcAft>
                      <a:buClr>
                        <a:srgbClr val="52328F"/>
                      </a:buClr>
                      <a:buSzTx/>
                      <a:buFontTx/>
                      <a:buNone/>
                      <a:tabLst/>
                      <a:defRPr/>
                    </a:pP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a:t>
                    </a:r>
                    <a:r>
                      <a:rPr kumimoji="0" lang="en-US"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a:t>
                    </a: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1</a:t>
                    </a:r>
                  </a:p>
                </p:txBody>
              </p:sp>
              <p:sp>
                <p:nvSpPr>
                  <p:cNvPr id="187408" name="Textfeld 262">
                    <a:extLst>
                      <a:ext uri="{FF2B5EF4-FFF2-40B4-BE49-F238E27FC236}">
                        <a16:creationId xmlns:a16="http://schemas.microsoft.com/office/drawing/2014/main" id="{6730E825-AFE9-74E4-1635-F89485B0BA17}"/>
                      </a:ext>
                    </a:extLst>
                  </p:cNvPr>
                  <p:cNvSpPr txBox="1"/>
                  <p:nvPr/>
                </p:nvSpPr>
                <p:spPr bwMode="gray">
                  <a:xfrm>
                    <a:off x="3783463" y="4111317"/>
                    <a:ext cx="437965" cy="199351"/>
                  </a:xfrm>
                  <a:prstGeom prst="rect">
                    <a:avLst/>
                  </a:prstGeom>
                  <a:noFill/>
                  <a:ln/>
                </p:spPr>
                <p:txBody>
                  <a:bodyPr wrap="square" lIns="0" tIns="0" rIns="0" bIns="0"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300"/>
                      </a:spcBef>
                      <a:spcAft>
                        <a:spcPts val="300"/>
                      </a:spcAft>
                      <a:buClr>
                        <a:srgbClr val="52328F"/>
                      </a:buClr>
                      <a:buSzTx/>
                      <a:buFontTx/>
                      <a:buNone/>
                      <a:tabLst/>
                      <a:defRPr/>
                    </a:pP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a:t>
                    </a:r>
                    <a:r>
                      <a:rPr kumimoji="0" lang="en-US"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a:t>
                    </a: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2</a:t>
                    </a:r>
                  </a:p>
                </p:txBody>
              </p:sp>
              <p:sp>
                <p:nvSpPr>
                  <p:cNvPr id="187409" name="Textfeld 262">
                    <a:extLst>
                      <a:ext uri="{FF2B5EF4-FFF2-40B4-BE49-F238E27FC236}">
                        <a16:creationId xmlns:a16="http://schemas.microsoft.com/office/drawing/2014/main" id="{B0EB046B-F6C8-6D26-77D4-E7AD36B01EAD}"/>
                      </a:ext>
                    </a:extLst>
                  </p:cNvPr>
                  <p:cNvSpPr txBox="1"/>
                  <p:nvPr/>
                </p:nvSpPr>
                <p:spPr bwMode="gray">
                  <a:xfrm>
                    <a:off x="3783463" y="3580407"/>
                    <a:ext cx="437965" cy="199351"/>
                  </a:xfrm>
                  <a:prstGeom prst="rect">
                    <a:avLst/>
                  </a:prstGeom>
                  <a:noFill/>
                  <a:ln/>
                </p:spPr>
                <p:txBody>
                  <a:bodyPr wrap="square" lIns="0" tIns="0" rIns="0" bIns="0"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300"/>
                      </a:spcBef>
                      <a:spcAft>
                        <a:spcPts val="300"/>
                      </a:spcAft>
                      <a:buClr>
                        <a:srgbClr val="52328F"/>
                      </a:buClr>
                      <a:buSzTx/>
                      <a:buFontTx/>
                      <a:buNone/>
                      <a:tabLst/>
                      <a:defRPr/>
                    </a:pP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a:t>
                    </a:r>
                    <a:r>
                      <a:rPr kumimoji="0" lang="en-US"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a:t>
                    </a: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3</a:t>
                    </a:r>
                  </a:p>
                </p:txBody>
              </p:sp>
              <p:sp>
                <p:nvSpPr>
                  <p:cNvPr id="187410" name="Textfeld 262">
                    <a:extLst>
                      <a:ext uri="{FF2B5EF4-FFF2-40B4-BE49-F238E27FC236}">
                        <a16:creationId xmlns:a16="http://schemas.microsoft.com/office/drawing/2014/main" id="{6302B9A7-23FC-D5E0-F65B-E979DFA35179}"/>
                      </a:ext>
                    </a:extLst>
                  </p:cNvPr>
                  <p:cNvSpPr txBox="1"/>
                  <p:nvPr/>
                </p:nvSpPr>
                <p:spPr bwMode="gray">
                  <a:xfrm>
                    <a:off x="3783463" y="3049497"/>
                    <a:ext cx="437965" cy="199351"/>
                  </a:xfrm>
                  <a:prstGeom prst="rect">
                    <a:avLst/>
                  </a:prstGeom>
                  <a:noFill/>
                  <a:ln/>
                </p:spPr>
                <p:txBody>
                  <a:bodyPr wrap="square" lIns="0" tIns="0" rIns="0" bIns="0"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300"/>
                      </a:spcBef>
                      <a:spcAft>
                        <a:spcPts val="300"/>
                      </a:spcAft>
                      <a:buClr>
                        <a:srgbClr val="52328F"/>
                      </a:buClr>
                      <a:buSzTx/>
                      <a:buFontTx/>
                      <a:buNone/>
                      <a:tabLst/>
                      <a:defRPr/>
                    </a:pP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a:t>
                    </a:r>
                    <a:r>
                      <a:rPr kumimoji="0" lang="en-US"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a:t>
                    </a: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4</a:t>
                    </a:r>
                  </a:p>
                </p:txBody>
              </p:sp>
              <p:sp>
                <p:nvSpPr>
                  <p:cNvPr id="187411" name="Textfeld 262">
                    <a:extLst>
                      <a:ext uri="{FF2B5EF4-FFF2-40B4-BE49-F238E27FC236}">
                        <a16:creationId xmlns:a16="http://schemas.microsoft.com/office/drawing/2014/main" id="{C7CAB759-E89E-31B0-4C79-1C9FA862E4D3}"/>
                      </a:ext>
                    </a:extLst>
                  </p:cNvPr>
                  <p:cNvSpPr txBox="1"/>
                  <p:nvPr/>
                </p:nvSpPr>
                <p:spPr bwMode="gray">
                  <a:xfrm>
                    <a:off x="3783463" y="2518587"/>
                    <a:ext cx="437965" cy="199351"/>
                  </a:xfrm>
                  <a:prstGeom prst="rect">
                    <a:avLst/>
                  </a:prstGeom>
                  <a:noFill/>
                  <a:ln/>
                </p:spPr>
                <p:txBody>
                  <a:bodyPr wrap="square" lIns="0" tIns="0" rIns="0" bIns="0"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300"/>
                      </a:spcBef>
                      <a:spcAft>
                        <a:spcPts val="300"/>
                      </a:spcAft>
                      <a:buClr>
                        <a:srgbClr val="52328F"/>
                      </a:buClr>
                      <a:buSzTx/>
                      <a:buFontTx/>
                      <a:buNone/>
                      <a:tabLst/>
                      <a:defRPr/>
                    </a:pP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a:t>
                    </a:r>
                    <a:r>
                      <a:rPr kumimoji="0" lang="en-US"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a:t>
                    </a: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5</a:t>
                    </a:r>
                  </a:p>
                </p:txBody>
              </p:sp>
              <p:sp>
                <p:nvSpPr>
                  <p:cNvPr id="187412" name="Textfeld 262">
                    <a:extLst>
                      <a:ext uri="{FF2B5EF4-FFF2-40B4-BE49-F238E27FC236}">
                        <a16:creationId xmlns:a16="http://schemas.microsoft.com/office/drawing/2014/main" id="{200245AD-EA0F-3739-7A98-C9321319AB46}"/>
                      </a:ext>
                    </a:extLst>
                  </p:cNvPr>
                  <p:cNvSpPr txBox="1"/>
                  <p:nvPr/>
                </p:nvSpPr>
                <p:spPr bwMode="gray">
                  <a:xfrm>
                    <a:off x="3783463" y="1987677"/>
                    <a:ext cx="437965" cy="199351"/>
                  </a:xfrm>
                  <a:prstGeom prst="rect">
                    <a:avLst/>
                  </a:prstGeom>
                  <a:noFill/>
                  <a:ln/>
                </p:spPr>
                <p:txBody>
                  <a:bodyPr wrap="square" lIns="0" tIns="0" rIns="0" bIns="0"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300"/>
                      </a:spcBef>
                      <a:spcAft>
                        <a:spcPts val="300"/>
                      </a:spcAft>
                      <a:buClr>
                        <a:srgbClr val="52328F"/>
                      </a:buClr>
                      <a:buSzTx/>
                      <a:buFontTx/>
                      <a:buNone/>
                      <a:tabLst/>
                      <a:defRPr/>
                    </a:pP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a:t>
                    </a:r>
                    <a:r>
                      <a:rPr kumimoji="0" lang="en-US"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a:t>
                    </a: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6</a:t>
                    </a:r>
                  </a:p>
                </p:txBody>
              </p:sp>
            </p:grpSp>
            <p:grpSp>
              <p:nvGrpSpPr>
                <p:cNvPr id="14" name="Группа 13">
                  <a:extLst>
                    <a:ext uri="{FF2B5EF4-FFF2-40B4-BE49-F238E27FC236}">
                      <a16:creationId xmlns:a16="http://schemas.microsoft.com/office/drawing/2014/main" id="{546076B3-BE0A-8147-75FC-FBBADAAEEA68}"/>
                    </a:ext>
                  </a:extLst>
                </p:cNvPr>
                <p:cNvGrpSpPr/>
                <p:nvPr/>
              </p:nvGrpSpPr>
              <p:grpSpPr>
                <a:xfrm>
                  <a:off x="4668063" y="1719263"/>
                  <a:ext cx="6542862" cy="3556353"/>
                  <a:chOff x="4668063" y="1719263"/>
                  <a:chExt cx="6542862" cy="3556353"/>
                </a:xfrm>
              </p:grpSpPr>
              <p:sp>
                <p:nvSpPr>
                  <p:cNvPr id="187404" name="Полилиния 87">
                    <a:extLst>
                      <a:ext uri="{FF2B5EF4-FFF2-40B4-BE49-F238E27FC236}">
                        <a16:creationId xmlns:a16="http://schemas.microsoft.com/office/drawing/2014/main" id="{C3E075D3-FF83-56A5-E8D0-AD8DAF0C6CCE}"/>
                      </a:ext>
                    </a:extLst>
                  </p:cNvPr>
                  <p:cNvSpPr/>
                  <p:nvPr/>
                </p:nvSpPr>
                <p:spPr>
                  <a:xfrm>
                    <a:off x="4668063" y="1800225"/>
                    <a:ext cx="6542862" cy="3468335"/>
                  </a:xfrm>
                  <a:custGeom>
                    <a:avLst/>
                    <a:gdLst>
                      <a:gd name="connsiteX0" fmla="*/ 6542862 w 6542862"/>
                      <a:gd name="connsiteY0" fmla="*/ 0 h 3468335"/>
                      <a:gd name="connsiteX1" fmla="*/ 6138050 w 6542862"/>
                      <a:gd name="connsiteY1" fmla="*/ 0 h 3468335"/>
                      <a:gd name="connsiteX2" fmla="*/ 6138050 w 6542862"/>
                      <a:gd name="connsiteY2" fmla="*/ 500063 h 3468335"/>
                      <a:gd name="connsiteX3" fmla="*/ 5695137 w 6542862"/>
                      <a:gd name="connsiteY3" fmla="*/ 500063 h 3468335"/>
                      <a:gd name="connsiteX4" fmla="*/ 5695137 w 6542862"/>
                      <a:gd name="connsiteY4" fmla="*/ 852488 h 3468335"/>
                      <a:gd name="connsiteX5" fmla="*/ 5185550 w 6542862"/>
                      <a:gd name="connsiteY5" fmla="*/ 852488 h 3468335"/>
                      <a:gd name="connsiteX6" fmla="*/ 5185550 w 6542862"/>
                      <a:gd name="connsiteY6" fmla="*/ 1166813 h 3468335"/>
                      <a:gd name="connsiteX7" fmla="*/ 4109225 w 6542862"/>
                      <a:gd name="connsiteY7" fmla="*/ 1166813 h 3468335"/>
                      <a:gd name="connsiteX8" fmla="*/ 4109225 w 6542862"/>
                      <a:gd name="connsiteY8" fmla="*/ 1200150 h 3468335"/>
                      <a:gd name="connsiteX9" fmla="*/ 4099700 w 6542862"/>
                      <a:gd name="connsiteY9" fmla="*/ 1200150 h 3468335"/>
                      <a:gd name="connsiteX10" fmla="*/ 4099700 w 6542862"/>
                      <a:gd name="connsiteY10" fmla="*/ 1238250 h 3468335"/>
                      <a:gd name="connsiteX11" fmla="*/ 4009212 w 6542862"/>
                      <a:gd name="connsiteY11" fmla="*/ 1238250 h 3468335"/>
                      <a:gd name="connsiteX12" fmla="*/ 4009212 w 6542862"/>
                      <a:gd name="connsiteY12" fmla="*/ 1262063 h 3468335"/>
                      <a:gd name="connsiteX13" fmla="*/ 3947300 w 6542862"/>
                      <a:gd name="connsiteY13" fmla="*/ 1262063 h 3468335"/>
                      <a:gd name="connsiteX14" fmla="*/ 3947300 w 6542862"/>
                      <a:gd name="connsiteY14" fmla="*/ 1285875 h 3468335"/>
                      <a:gd name="connsiteX15" fmla="*/ 3923487 w 6542862"/>
                      <a:gd name="connsiteY15" fmla="*/ 1285875 h 3468335"/>
                      <a:gd name="connsiteX16" fmla="*/ 3928250 w 6542862"/>
                      <a:gd name="connsiteY16" fmla="*/ 1290638 h 3468335"/>
                      <a:gd name="connsiteX17" fmla="*/ 3918725 w 6542862"/>
                      <a:gd name="connsiteY17" fmla="*/ 1300163 h 3468335"/>
                      <a:gd name="connsiteX18" fmla="*/ 3918725 w 6542862"/>
                      <a:gd name="connsiteY18" fmla="*/ 1328738 h 3468335"/>
                      <a:gd name="connsiteX19" fmla="*/ 3918725 w 6542862"/>
                      <a:gd name="connsiteY19" fmla="*/ 1343025 h 3468335"/>
                      <a:gd name="connsiteX20" fmla="*/ 3861575 w 6542862"/>
                      <a:gd name="connsiteY20" fmla="*/ 1343025 h 3468335"/>
                      <a:gd name="connsiteX21" fmla="*/ 3861575 w 6542862"/>
                      <a:gd name="connsiteY21" fmla="*/ 1366838 h 3468335"/>
                      <a:gd name="connsiteX22" fmla="*/ 3842525 w 6542862"/>
                      <a:gd name="connsiteY22" fmla="*/ 1366838 h 3468335"/>
                      <a:gd name="connsiteX23" fmla="*/ 3842525 w 6542862"/>
                      <a:gd name="connsiteY23" fmla="*/ 1395413 h 3468335"/>
                      <a:gd name="connsiteX24" fmla="*/ 3785375 w 6542862"/>
                      <a:gd name="connsiteY24" fmla="*/ 1395413 h 3468335"/>
                      <a:gd name="connsiteX25" fmla="*/ 3785375 w 6542862"/>
                      <a:gd name="connsiteY25" fmla="*/ 1428750 h 3468335"/>
                      <a:gd name="connsiteX26" fmla="*/ 3732987 w 6542862"/>
                      <a:gd name="connsiteY26" fmla="*/ 1428750 h 3468335"/>
                      <a:gd name="connsiteX27" fmla="*/ 3675837 w 6542862"/>
                      <a:gd name="connsiteY27" fmla="*/ 1428750 h 3468335"/>
                      <a:gd name="connsiteX28" fmla="*/ 3656787 w 6542862"/>
                      <a:gd name="connsiteY28" fmla="*/ 1447800 h 3468335"/>
                      <a:gd name="connsiteX29" fmla="*/ 3642500 w 6542862"/>
                      <a:gd name="connsiteY29" fmla="*/ 1462087 h 3468335"/>
                      <a:gd name="connsiteX30" fmla="*/ 3642500 w 6542862"/>
                      <a:gd name="connsiteY30" fmla="*/ 1476375 h 3468335"/>
                      <a:gd name="connsiteX31" fmla="*/ 3623450 w 6542862"/>
                      <a:gd name="connsiteY31" fmla="*/ 1476375 h 3468335"/>
                      <a:gd name="connsiteX32" fmla="*/ 3623450 w 6542862"/>
                      <a:gd name="connsiteY32" fmla="*/ 1509713 h 3468335"/>
                      <a:gd name="connsiteX33" fmla="*/ 3585350 w 6542862"/>
                      <a:gd name="connsiteY33" fmla="*/ 1509713 h 3468335"/>
                      <a:gd name="connsiteX34" fmla="*/ 3585350 w 6542862"/>
                      <a:gd name="connsiteY34" fmla="*/ 1528763 h 3468335"/>
                      <a:gd name="connsiteX35" fmla="*/ 3561537 w 6542862"/>
                      <a:gd name="connsiteY35" fmla="*/ 1528763 h 3468335"/>
                      <a:gd name="connsiteX36" fmla="*/ 3561537 w 6542862"/>
                      <a:gd name="connsiteY36" fmla="*/ 1552575 h 3468335"/>
                      <a:gd name="connsiteX37" fmla="*/ 3547250 w 6542862"/>
                      <a:gd name="connsiteY37" fmla="*/ 1566862 h 3468335"/>
                      <a:gd name="connsiteX38" fmla="*/ 3475812 w 6542862"/>
                      <a:gd name="connsiteY38" fmla="*/ 1566862 h 3468335"/>
                      <a:gd name="connsiteX39" fmla="*/ 3475812 w 6542862"/>
                      <a:gd name="connsiteY39" fmla="*/ 1590675 h 3468335"/>
                      <a:gd name="connsiteX40" fmla="*/ 3432950 w 6542862"/>
                      <a:gd name="connsiteY40" fmla="*/ 1590675 h 3468335"/>
                      <a:gd name="connsiteX41" fmla="*/ 3432950 w 6542862"/>
                      <a:gd name="connsiteY41" fmla="*/ 1609725 h 3468335"/>
                      <a:gd name="connsiteX42" fmla="*/ 3394850 w 6542862"/>
                      <a:gd name="connsiteY42" fmla="*/ 1609725 h 3468335"/>
                      <a:gd name="connsiteX43" fmla="*/ 3394850 w 6542862"/>
                      <a:gd name="connsiteY43" fmla="*/ 1633538 h 3468335"/>
                      <a:gd name="connsiteX44" fmla="*/ 3371037 w 6542862"/>
                      <a:gd name="connsiteY44" fmla="*/ 1633538 h 3468335"/>
                      <a:gd name="connsiteX45" fmla="*/ 3371037 w 6542862"/>
                      <a:gd name="connsiteY45" fmla="*/ 1638300 h 3468335"/>
                      <a:gd name="connsiteX46" fmla="*/ 3356750 w 6542862"/>
                      <a:gd name="connsiteY46" fmla="*/ 1638300 h 3468335"/>
                      <a:gd name="connsiteX47" fmla="*/ 3356750 w 6542862"/>
                      <a:gd name="connsiteY47" fmla="*/ 1657350 h 3468335"/>
                      <a:gd name="connsiteX48" fmla="*/ 3337700 w 6542862"/>
                      <a:gd name="connsiteY48" fmla="*/ 1657350 h 3468335"/>
                      <a:gd name="connsiteX49" fmla="*/ 3337700 w 6542862"/>
                      <a:gd name="connsiteY49" fmla="*/ 1666875 h 3468335"/>
                      <a:gd name="connsiteX50" fmla="*/ 3318650 w 6542862"/>
                      <a:gd name="connsiteY50" fmla="*/ 1666875 h 3468335"/>
                      <a:gd name="connsiteX51" fmla="*/ 3318650 w 6542862"/>
                      <a:gd name="connsiteY51" fmla="*/ 1690688 h 3468335"/>
                      <a:gd name="connsiteX52" fmla="*/ 3309125 w 6542862"/>
                      <a:gd name="connsiteY52" fmla="*/ 1700213 h 3468335"/>
                      <a:gd name="connsiteX53" fmla="*/ 3275787 w 6542862"/>
                      <a:gd name="connsiteY53" fmla="*/ 1700213 h 3468335"/>
                      <a:gd name="connsiteX54" fmla="*/ 3247212 w 6542862"/>
                      <a:gd name="connsiteY54" fmla="*/ 1728788 h 3468335"/>
                      <a:gd name="connsiteX55" fmla="*/ 3223400 w 6542862"/>
                      <a:gd name="connsiteY55" fmla="*/ 1728788 h 3468335"/>
                      <a:gd name="connsiteX56" fmla="*/ 3213875 w 6542862"/>
                      <a:gd name="connsiteY56" fmla="*/ 1738313 h 3468335"/>
                      <a:gd name="connsiteX57" fmla="*/ 3194825 w 6542862"/>
                      <a:gd name="connsiteY57" fmla="*/ 1738313 h 3468335"/>
                      <a:gd name="connsiteX58" fmla="*/ 3161488 w 6542862"/>
                      <a:gd name="connsiteY58" fmla="*/ 1771650 h 3468335"/>
                      <a:gd name="connsiteX59" fmla="*/ 3123387 w 6542862"/>
                      <a:gd name="connsiteY59" fmla="*/ 1771650 h 3468335"/>
                      <a:gd name="connsiteX60" fmla="*/ 3109100 w 6542862"/>
                      <a:gd name="connsiteY60" fmla="*/ 1785937 h 3468335"/>
                      <a:gd name="connsiteX61" fmla="*/ 3109100 w 6542862"/>
                      <a:gd name="connsiteY61" fmla="*/ 1804988 h 3468335"/>
                      <a:gd name="connsiteX62" fmla="*/ 3099575 w 6542862"/>
                      <a:gd name="connsiteY62" fmla="*/ 1814513 h 3468335"/>
                      <a:gd name="connsiteX63" fmla="*/ 3080525 w 6542862"/>
                      <a:gd name="connsiteY63" fmla="*/ 1833563 h 3468335"/>
                      <a:gd name="connsiteX64" fmla="*/ 3061475 w 6542862"/>
                      <a:gd name="connsiteY64" fmla="*/ 1833563 h 3468335"/>
                      <a:gd name="connsiteX65" fmla="*/ 3061475 w 6542862"/>
                      <a:gd name="connsiteY65" fmla="*/ 1857375 h 3468335"/>
                      <a:gd name="connsiteX66" fmla="*/ 3047187 w 6542862"/>
                      <a:gd name="connsiteY66" fmla="*/ 1871663 h 3468335"/>
                      <a:gd name="connsiteX67" fmla="*/ 3028137 w 6542862"/>
                      <a:gd name="connsiteY67" fmla="*/ 1890713 h 3468335"/>
                      <a:gd name="connsiteX68" fmla="*/ 2999562 w 6542862"/>
                      <a:gd name="connsiteY68" fmla="*/ 1890713 h 3468335"/>
                      <a:gd name="connsiteX69" fmla="*/ 2980512 w 6542862"/>
                      <a:gd name="connsiteY69" fmla="*/ 1909763 h 3468335"/>
                      <a:gd name="connsiteX70" fmla="*/ 2951937 w 6542862"/>
                      <a:gd name="connsiteY70" fmla="*/ 1909763 h 3468335"/>
                      <a:gd name="connsiteX71" fmla="*/ 2932887 w 6542862"/>
                      <a:gd name="connsiteY71" fmla="*/ 1928813 h 3468335"/>
                      <a:gd name="connsiteX72" fmla="*/ 2932887 w 6542862"/>
                      <a:gd name="connsiteY72" fmla="*/ 1952625 h 3468335"/>
                      <a:gd name="connsiteX73" fmla="*/ 2913837 w 6542862"/>
                      <a:gd name="connsiteY73" fmla="*/ 1971675 h 3468335"/>
                      <a:gd name="connsiteX74" fmla="*/ 2913837 w 6542862"/>
                      <a:gd name="connsiteY74" fmla="*/ 2009775 h 3468335"/>
                      <a:gd name="connsiteX75" fmla="*/ 2880499 w 6542862"/>
                      <a:gd name="connsiteY75" fmla="*/ 2043113 h 3468335"/>
                      <a:gd name="connsiteX76" fmla="*/ 2847162 w 6542862"/>
                      <a:gd name="connsiteY76" fmla="*/ 2043113 h 3468335"/>
                      <a:gd name="connsiteX77" fmla="*/ 2837637 w 6542862"/>
                      <a:gd name="connsiteY77" fmla="*/ 2043113 h 3468335"/>
                      <a:gd name="connsiteX78" fmla="*/ 2818587 w 6542862"/>
                      <a:gd name="connsiteY78" fmla="*/ 2062163 h 3468335"/>
                      <a:gd name="connsiteX79" fmla="*/ 2775725 w 6542862"/>
                      <a:gd name="connsiteY79" fmla="*/ 2062163 h 3468335"/>
                      <a:gd name="connsiteX80" fmla="*/ 2761438 w 6542862"/>
                      <a:gd name="connsiteY80" fmla="*/ 2076450 h 3468335"/>
                      <a:gd name="connsiteX81" fmla="*/ 2751912 w 6542862"/>
                      <a:gd name="connsiteY81" fmla="*/ 2076450 h 3468335"/>
                      <a:gd name="connsiteX82" fmla="*/ 2751912 w 6542862"/>
                      <a:gd name="connsiteY82" fmla="*/ 2081213 h 3468335"/>
                      <a:gd name="connsiteX83" fmla="*/ 2704287 w 6542862"/>
                      <a:gd name="connsiteY83" fmla="*/ 2081213 h 3468335"/>
                      <a:gd name="connsiteX84" fmla="*/ 2675712 w 6542862"/>
                      <a:gd name="connsiteY84" fmla="*/ 2109788 h 3468335"/>
                      <a:gd name="connsiteX85" fmla="*/ 2666187 w 6542862"/>
                      <a:gd name="connsiteY85" fmla="*/ 2119313 h 3468335"/>
                      <a:gd name="connsiteX86" fmla="*/ 2651900 w 6542862"/>
                      <a:gd name="connsiteY86" fmla="*/ 2119313 h 3468335"/>
                      <a:gd name="connsiteX87" fmla="*/ 2632850 w 6542862"/>
                      <a:gd name="connsiteY87" fmla="*/ 2138363 h 3468335"/>
                      <a:gd name="connsiteX88" fmla="*/ 2566175 w 6542862"/>
                      <a:gd name="connsiteY88" fmla="*/ 2138363 h 3468335"/>
                      <a:gd name="connsiteX89" fmla="*/ 2566175 w 6542862"/>
                      <a:gd name="connsiteY89" fmla="*/ 2185988 h 3468335"/>
                      <a:gd name="connsiteX90" fmla="*/ 2509025 w 6542862"/>
                      <a:gd name="connsiteY90" fmla="*/ 2185988 h 3468335"/>
                      <a:gd name="connsiteX91" fmla="*/ 2494737 w 6542862"/>
                      <a:gd name="connsiteY91" fmla="*/ 2200276 h 3468335"/>
                      <a:gd name="connsiteX92" fmla="*/ 2485213 w 6542862"/>
                      <a:gd name="connsiteY92" fmla="*/ 2209800 h 3468335"/>
                      <a:gd name="connsiteX93" fmla="*/ 2475687 w 6542862"/>
                      <a:gd name="connsiteY93" fmla="*/ 2209800 h 3468335"/>
                      <a:gd name="connsiteX94" fmla="*/ 2451875 w 6542862"/>
                      <a:gd name="connsiteY94" fmla="*/ 2233612 h 3468335"/>
                      <a:gd name="connsiteX95" fmla="*/ 2432824 w 6542862"/>
                      <a:gd name="connsiteY95" fmla="*/ 2252663 h 3468335"/>
                      <a:gd name="connsiteX96" fmla="*/ 2385200 w 6542862"/>
                      <a:gd name="connsiteY96" fmla="*/ 2252663 h 3468335"/>
                      <a:gd name="connsiteX97" fmla="*/ 2361388 w 6542862"/>
                      <a:gd name="connsiteY97" fmla="*/ 2276475 h 3468335"/>
                      <a:gd name="connsiteX98" fmla="*/ 2323287 w 6542862"/>
                      <a:gd name="connsiteY98" fmla="*/ 2276475 h 3468335"/>
                      <a:gd name="connsiteX99" fmla="*/ 2299475 w 6542862"/>
                      <a:gd name="connsiteY99" fmla="*/ 2300287 h 3468335"/>
                      <a:gd name="connsiteX100" fmla="*/ 2251850 w 6542862"/>
                      <a:gd name="connsiteY100" fmla="*/ 2300287 h 3468335"/>
                      <a:gd name="connsiteX101" fmla="*/ 2166125 w 6542862"/>
                      <a:gd name="connsiteY101" fmla="*/ 2386012 h 3468335"/>
                      <a:gd name="connsiteX102" fmla="*/ 2151837 w 6542862"/>
                      <a:gd name="connsiteY102" fmla="*/ 2400300 h 3468335"/>
                      <a:gd name="connsiteX103" fmla="*/ 2128025 w 6542862"/>
                      <a:gd name="connsiteY103" fmla="*/ 2424112 h 3468335"/>
                      <a:gd name="connsiteX104" fmla="*/ 2037537 w 6542862"/>
                      <a:gd name="connsiteY104" fmla="*/ 2424112 h 3468335"/>
                      <a:gd name="connsiteX105" fmla="*/ 2037537 w 6542862"/>
                      <a:gd name="connsiteY105" fmla="*/ 2433638 h 3468335"/>
                      <a:gd name="connsiteX106" fmla="*/ 2013725 w 6542862"/>
                      <a:gd name="connsiteY106" fmla="*/ 2457450 h 3468335"/>
                      <a:gd name="connsiteX107" fmla="*/ 1980387 w 6542862"/>
                      <a:gd name="connsiteY107" fmla="*/ 2490788 h 3468335"/>
                      <a:gd name="connsiteX108" fmla="*/ 1951812 w 6542862"/>
                      <a:gd name="connsiteY108" fmla="*/ 2519363 h 3468335"/>
                      <a:gd name="connsiteX109" fmla="*/ 1861325 w 6542862"/>
                      <a:gd name="connsiteY109" fmla="*/ 2519363 h 3468335"/>
                      <a:gd name="connsiteX110" fmla="*/ 1861325 w 6542862"/>
                      <a:gd name="connsiteY110" fmla="*/ 2562225 h 3468335"/>
                      <a:gd name="connsiteX111" fmla="*/ 1842275 w 6542862"/>
                      <a:gd name="connsiteY111" fmla="*/ 2581275 h 3468335"/>
                      <a:gd name="connsiteX112" fmla="*/ 1789887 w 6542862"/>
                      <a:gd name="connsiteY112" fmla="*/ 2581275 h 3468335"/>
                      <a:gd name="connsiteX113" fmla="*/ 1770837 w 6542862"/>
                      <a:gd name="connsiteY113" fmla="*/ 2600325 h 3468335"/>
                      <a:gd name="connsiteX114" fmla="*/ 1751787 w 6542862"/>
                      <a:gd name="connsiteY114" fmla="*/ 2619375 h 3468335"/>
                      <a:gd name="connsiteX115" fmla="*/ 1680350 w 6542862"/>
                      <a:gd name="connsiteY115" fmla="*/ 2619375 h 3468335"/>
                      <a:gd name="connsiteX116" fmla="*/ 1642250 w 6542862"/>
                      <a:gd name="connsiteY116" fmla="*/ 2657475 h 3468335"/>
                      <a:gd name="connsiteX117" fmla="*/ 1613675 w 6542862"/>
                      <a:gd name="connsiteY117" fmla="*/ 2686050 h 3468335"/>
                      <a:gd name="connsiteX118" fmla="*/ 1556525 w 6542862"/>
                      <a:gd name="connsiteY118" fmla="*/ 2686050 h 3468335"/>
                      <a:gd name="connsiteX119" fmla="*/ 1527950 w 6542862"/>
                      <a:gd name="connsiteY119" fmla="*/ 2714625 h 3468335"/>
                      <a:gd name="connsiteX120" fmla="*/ 1494612 w 6542862"/>
                      <a:gd name="connsiteY120" fmla="*/ 2747963 h 3468335"/>
                      <a:gd name="connsiteX121" fmla="*/ 1446987 w 6542862"/>
                      <a:gd name="connsiteY121" fmla="*/ 2747963 h 3468335"/>
                      <a:gd name="connsiteX122" fmla="*/ 1432700 w 6542862"/>
                      <a:gd name="connsiteY122" fmla="*/ 2762250 h 3468335"/>
                      <a:gd name="connsiteX123" fmla="*/ 1394600 w 6542862"/>
                      <a:gd name="connsiteY123" fmla="*/ 2762250 h 3468335"/>
                      <a:gd name="connsiteX124" fmla="*/ 1370787 w 6542862"/>
                      <a:gd name="connsiteY124" fmla="*/ 2786063 h 3468335"/>
                      <a:gd name="connsiteX125" fmla="*/ 1370787 w 6542862"/>
                      <a:gd name="connsiteY125" fmla="*/ 2805113 h 3468335"/>
                      <a:gd name="connsiteX126" fmla="*/ 1346975 w 6542862"/>
                      <a:gd name="connsiteY126" fmla="*/ 2805113 h 3468335"/>
                      <a:gd name="connsiteX127" fmla="*/ 1346975 w 6542862"/>
                      <a:gd name="connsiteY127" fmla="*/ 2824163 h 3468335"/>
                      <a:gd name="connsiteX128" fmla="*/ 1327925 w 6542862"/>
                      <a:gd name="connsiteY128" fmla="*/ 2843213 h 3468335"/>
                      <a:gd name="connsiteX129" fmla="*/ 1294587 w 6542862"/>
                      <a:gd name="connsiteY129" fmla="*/ 2843213 h 3468335"/>
                      <a:gd name="connsiteX130" fmla="*/ 1256487 w 6542862"/>
                      <a:gd name="connsiteY130" fmla="*/ 2881313 h 3468335"/>
                      <a:gd name="connsiteX131" fmla="*/ 1223150 w 6542862"/>
                      <a:gd name="connsiteY131" fmla="*/ 2914650 h 3468335"/>
                      <a:gd name="connsiteX132" fmla="*/ 1204100 w 6542862"/>
                      <a:gd name="connsiteY132" fmla="*/ 2933700 h 3468335"/>
                      <a:gd name="connsiteX133" fmla="*/ 1180287 w 6542862"/>
                      <a:gd name="connsiteY133" fmla="*/ 2957513 h 3468335"/>
                      <a:gd name="connsiteX134" fmla="*/ 1180287 w 6542862"/>
                      <a:gd name="connsiteY134" fmla="*/ 2976563 h 3468335"/>
                      <a:gd name="connsiteX135" fmla="*/ 1146950 w 6542862"/>
                      <a:gd name="connsiteY135" fmla="*/ 2976563 h 3468335"/>
                      <a:gd name="connsiteX136" fmla="*/ 1085037 w 6542862"/>
                      <a:gd name="connsiteY136" fmla="*/ 2976563 h 3468335"/>
                      <a:gd name="connsiteX137" fmla="*/ 1065987 w 6542862"/>
                      <a:gd name="connsiteY137" fmla="*/ 2995613 h 3468335"/>
                      <a:gd name="connsiteX138" fmla="*/ 1065987 w 6542862"/>
                      <a:gd name="connsiteY138" fmla="*/ 3024188 h 3468335"/>
                      <a:gd name="connsiteX139" fmla="*/ 1004075 w 6542862"/>
                      <a:gd name="connsiteY139" fmla="*/ 3024188 h 3468335"/>
                      <a:gd name="connsiteX140" fmla="*/ 980263 w 6542862"/>
                      <a:gd name="connsiteY140" fmla="*/ 3048000 h 3468335"/>
                      <a:gd name="connsiteX141" fmla="*/ 951687 w 6542862"/>
                      <a:gd name="connsiteY141" fmla="*/ 3048000 h 3468335"/>
                      <a:gd name="connsiteX142" fmla="*/ 951687 w 6542862"/>
                      <a:gd name="connsiteY142" fmla="*/ 3076575 h 3468335"/>
                      <a:gd name="connsiteX143" fmla="*/ 875487 w 6542862"/>
                      <a:gd name="connsiteY143" fmla="*/ 3076575 h 3468335"/>
                      <a:gd name="connsiteX144" fmla="*/ 846912 w 6542862"/>
                      <a:gd name="connsiteY144" fmla="*/ 3105150 h 3468335"/>
                      <a:gd name="connsiteX145" fmla="*/ 827862 w 6542862"/>
                      <a:gd name="connsiteY145" fmla="*/ 3124200 h 3468335"/>
                      <a:gd name="connsiteX146" fmla="*/ 780237 w 6542862"/>
                      <a:gd name="connsiteY146" fmla="*/ 3124200 h 3468335"/>
                      <a:gd name="connsiteX147" fmla="*/ 742137 w 6542862"/>
                      <a:gd name="connsiteY147" fmla="*/ 3124200 h 3468335"/>
                      <a:gd name="connsiteX148" fmla="*/ 704037 w 6542862"/>
                      <a:gd name="connsiteY148" fmla="*/ 3162300 h 3468335"/>
                      <a:gd name="connsiteX149" fmla="*/ 670700 w 6542862"/>
                      <a:gd name="connsiteY149" fmla="*/ 3162300 h 3468335"/>
                      <a:gd name="connsiteX150" fmla="*/ 646887 w 6542862"/>
                      <a:gd name="connsiteY150" fmla="*/ 3162300 h 3468335"/>
                      <a:gd name="connsiteX151" fmla="*/ 646887 w 6542862"/>
                      <a:gd name="connsiteY151" fmla="*/ 3209925 h 3468335"/>
                      <a:gd name="connsiteX152" fmla="*/ 613549 w 6542862"/>
                      <a:gd name="connsiteY152" fmla="*/ 3243263 h 3468335"/>
                      <a:gd name="connsiteX153" fmla="*/ 546875 w 6542862"/>
                      <a:gd name="connsiteY153" fmla="*/ 3243263 h 3468335"/>
                      <a:gd name="connsiteX154" fmla="*/ 523063 w 6542862"/>
                      <a:gd name="connsiteY154" fmla="*/ 3267075 h 3468335"/>
                      <a:gd name="connsiteX155" fmla="*/ 489725 w 6542862"/>
                      <a:gd name="connsiteY155" fmla="*/ 3300413 h 3468335"/>
                      <a:gd name="connsiteX156" fmla="*/ 356375 w 6542862"/>
                      <a:gd name="connsiteY156" fmla="*/ 3300413 h 3468335"/>
                      <a:gd name="connsiteX157" fmla="*/ 308750 w 6542862"/>
                      <a:gd name="connsiteY157" fmla="*/ 3348038 h 3468335"/>
                      <a:gd name="connsiteX158" fmla="*/ 270650 w 6542862"/>
                      <a:gd name="connsiteY158" fmla="*/ 3348038 h 3468335"/>
                      <a:gd name="connsiteX159" fmla="*/ 223025 w 6542862"/>
                      <a:gd name="connsiteY159" fmla="*/ 3348038 h 3468335"/>
                      <a:gd name="connsiteX160" fmla="*/ 180162 w 6542862"/>
                      <a:gd name="connsiteY160" fmla="*/ 3348038 h 3468335"/>
                      <a:gd name="connsiteX161" fmla="*/ 127775 w 6542862"/>
                      <a:gd name="connsiteY161" fmla="*/ 3400425 h 3468335"/>
                      <a:gd name="connsiteX162" fmla="*/ 94437 w 6542862"/>
                      <a:gd name="connsiteY162" fmla="*/ 3433763 h 3468335"/>
                      <a:gd name="connsiteX163" fmla="*/ 37287 w 6542862"/>
                      <a:gd name="connsiteY163" fmla="*/ 3433763 h 3468335"/>
                      <a:gd name="connsiteX164" fmla="*/ 37287 w 6542862"/>
                      <a:gd name="connsiteY164" fmla="*/ 3462338 h 3468335"/>
                      <a:gd name="connsiteX165" fmla="*/ 13475 w 6542862"/>
                      <a:gd name="connsiteY165" fmla="*/ 3462338 h 3468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Lst>
                    <a:rect l="l" t="t" r="r" b="b"/>
                    <a:pathLst>
                      <a:path w="6542862" h="3468335">
                        <a:moveTo>
                          <a:pt x="6542862" y="0"/>
                        </a:moveTo>
                        <a:lnTo>
                          <a:pt x="6138050" y="0"/>
                        </a:lnTo>
                        <a:lnTo>
                          <a:pt x="6138050" y="500063"/>
                        </a:lnTo>
                        <a:lnTo>
                          <a:pt x="5695137" y="500063"/>
                        </a:lnTo>
                        <a:lnTo>
                          <a:pt x="5695137" y="852488"/>
                        </a:lnTo>
                        <a:lnTo>
                          <a:pt x="5185550" y="852488"/>
                        </a:lnTo>
                        <a:lnTo>
                          <a:pt x="5185550" y="1166813"/>
                        </a:lnTo>
                        <a:lnTo>
                          <a:pt x="4109225" y="1166813"/>
                        </a:lnTo>
                        <a:lnTo>
                          <a:pt x="4109225" y="1200150"/>
                        </a:lnTo>
                        <a:lnTo>
                          <a:pt x="4099700" y="1200150"/>
                        </a:lnTo>
                        <a:lnTo>
                          <a:pt x="4099700" y="1238250"/>
                        </a:lnTo>
                        <a:lnTo>
                          <a:pt x="4009212" y="1238250"/>
                        </a:lnTo>
                        <a:lnTo>
                          <a:pt x="4009212" y="1262063"/>
                        </a:lnTo>
                        <a:lnTo>
                          <a:pt x="3947300" y="1262063"/>
                        </a:lnTo>
                        <a:lnTo>
                          <a:pt x="3947300" y="1285875"/>
                        </a:lnTo>
                        <a:lnTo>
                          <a:pt x="3923487" y="1285875"/>
                        </a:lnTo>
                        <a:lnTo>
                          <a:pt x="3928250" y="1290638"/>
                        </a:lnTo>
                        <a:lnTo>
                          <a:pt x="3918725" y="1300163"/>
                        </a:lnTo>
                        <a:lnTo>
                          <a:pt x="3918725" y="1328738"/>
                        </a:lnTo>
                        <a:lnTo>
                          <a:pt x="3918725" y="1343025"/>
                        </a:lnTo>
                        <a:lnTo>
                          <a:pt x="3861575" y="1343025"/>
                        </a:lnTo>
                        <a:lnTo>
                          <a:pt x="3861575" y="1366838"/>
                        </a:lnTo>
                        <a:lnTo>
                          <a:pt x="3842525" y="1366838"/>
                        </a:lnTo>
                        <a:lnTo>
                          <a:pt x="3842525" y="1395413"/>
                        </a:lnTo>
                        <a:lnTo>
                          <a:pt x="3785375" y="1395413"/>
                        </a:lnTo>
                        <a:lnTo>
                          <a:pt x="3785375" y="1428750"/>
                        </a:lnTo>
                        <a:lnTo>
                          <a:pt x="3732987" y="1428750"/>
                        </a:lnTo>
                        <a:lnTo>
                          <a:pt x="3675837" y="1428750"/>
                        </a:lnTo>
                        <a:lnTo>
                          <a:pt x="3656787" y="1447800"/>
                        </a:lnTo>
                        <a:lnTo>
                          <a:pt x="3642500" y="1462087"/>
                        </a:lnTo>
                        <a:lnTo>
                          <a:pt x="3642500" y="1476375"/>
                        </a:lnTo>
                        <a:lnTo>
                          <a:pt x="3623450" y="1476375"/>
                        </a:lnTo>
                        <a:lnTo>
                          <a:pt x="3623450" y="1509713"/>
                        </a:lnTo>
                        <a:lnTo>
                          <a:pt x="3585350" y="1509713"/>
                        </a:lnTo>
                        <a:lnTo>
                          <a:pt x="3585350" y="1528763"/>
                        </a:lnTo>
                        <a:lnTo>
                          <a:pt x="3561537" y="1528763"/>
                        </a:lnTo>
                        <a:lnTo>
                          <a:pt x="3561537" y="1552575"/>
                        </a:lnTo>
                        <a:lnTo>
                          <a:pt x="3547250" y="1566862"/>
                        </a:lnTo>
                        <a:lnTo>
                          <a:pt x="3475812" y="1566862"/>
                        </a:lnTo>
                        <a:lnTo>
                          <a:pt x="3475812" y="1590675"/>
                        </a:lnTo>
                        <a:lnTo>
                          <a:pt x="3432950" y="1590675"/>
                        </a:lnTo>
                        <a:lnTo>
                          <a:pt x="3432950" y="1609725"/>
                        </a:lnTo>
                        <a:lnTo>
                          <a:pt x="3394850" y="1609725"/>
                        </a:lnTo>
                        <a:lnTo>
                          <a:pt x="3394850" y="1633538"/>
                        </a:lnTo>
                        <a:lnTo>
                          <a:pt x="3371037" y="1633538"/>
                        </a:lnTo>
                        <a:lnTo>
                          <a:pt x="3371037" y="1638300"/>
                        </a:lnTo>
                        <a:lnTo>
                          <a:pt x="3356750" y="1638300"/>
                        </a:lnTo>
                        <a:lnTo>
                          <a:pt x="3356750" y="1657350"/>
                        </a:lnTo>
                        <a:lnTo>
                          <a:pt x="3337700" y="1657350"/>
                        </a:lnTo>
                        <a:lnTo>
                          <a:pt x="3337700" y="1666875"/>
                        </a:lnTo>
                        <a:lnTo>
                          <a:pt x="3318650" y="1666875"/>
                        </a:lnTo>
                        <a:lnTo>
                          <a:pt x="3318650" y="1690688"/>
                        </a:lnTo>
                        <a:lnTo>
                          <a:pt x="3309125" y="1700213"/>
                        </a:lnTo>
                        <a:lnTo>
                          <a:pt x="3275787" y="1700213"/>
                        </a:lnTo>
                        <a:lnTo>
                          <a:pt x="3247212" y="1728788"/>
                        </a:lnTo>
                        <a:lnTo>
                          <a:pt x="3223400" y="1728788"/>
                        </a:lnTo>
                        <a:lnTo>
                          <a:pt x="3213875" y="1738313"/>
                        </a:lnTo>
                        <a:lnTo>
                          <a:pt x="3194825" y="1738313"/>
                        </a:lnTo>
                        <a:lnTo>
                          <a:pt x="3161488" y="1771650"/>
                        </a:lnTo>
                        <a:lnTo>
                          <a:pt x="3123387" y="1771650"/>
                        </a:lnTo>
                        <a:lnTo>
                          <a:pt x="3109100" y="1785937"/>
                        </a:lnTo>
                        <a:lnTo>
                          <a:pt x="3109100" y="1804988"/>
                        </a:lnTo>
                        <a:lnTo>
                          <a:pt x="3099575" y="1814513"/>
                        </a:lnTo>
                        <a:lnTo>
                          <a:pt x="3080525" y="1833563"/>
                        </a:lnTo>
                        <a:lnTo>
                          <a:pt x="3061475" y="1833563"/>
                        </a:lnTo>
                        <a:lnTo>
                          <a:pt x="3061475" y="1857375"/>
                        </a:lnTo>
                        <a:lnTo>
                          <a:pt x="3047187" y="1871663"/>
                        </a:lnTo>
                        <a:lnTo>
                          <a:pt x="3028137" y="1890713"/>
                        </a:lnTo>
                        <a:lnTo>
                          <a:pt x="2999562" y="1890713"/>
                        </a:lnTo>
                        <a:lnTo>
                          <a:pt x="2980512" y="1909763"/>
                        </a:lnTo>
                        <a:lnTo>
                          <a:pt x="2951937" y="1909763"/>
                        </a:lnTo>
                        <a:lnTo>
                          <a:pt x="2932887" y="1928813"/>
                        </a:lnTo>
                        <a:lnTo>
                          <a:pt x="2932887" y="1952625"/>
                        </a:lnTo>
                        <a:lnTo>
                          <a:pt x="2913837" y="1971675"/>
                        </a:lnTo>
                        <a:lnTo>
                          <a:pt x="2913837" y="2009775"/>
                        </a:lnTo>
                        <a:lnTo>
                          <a:pt x="2880499" y="2043113"/>
                        </a:lnTo>
                        <a:lnTo>
                          <a:pt x="2847162" y="2043113"/>
                        </a:lnTo>
                        <a:lnTo>
                          <a:pt x="2837637" y="2043113"/>
                        </a:lnTo>
                        <a:lnTo>
                          <a:pt x="2818587" y="2062163"/>
                        </a:lnTo>
                        <a:lnTo>
                          <a:pt x="2775725" y="2062163"/>
                        </a:lnTo>
                        <a:lnTo>
                          <a:pt x="2761438" y="2076450"/>
                        </a:lnTo>
                        <a:lnTo>
                          <a:pt x="2751912" y="2076450"/>
                        </a:lnTo>
                        <a:lnTo>
                          <a:pt x="2751912" y="2081213"/>
                        </a:lnTo>
                        <a:lnTo>
                          <a:pt x="2704287" y="2081213"/>
                        </a:lnTo>
                        <a:lnTo>
                          <a:pt x="2675712" y="2109788"/>
                        </a:lnTo>
                        <a:lnTo>
                          <a:pt x="2666187" y="2119313"/>
                        </a:lnTo>
                        <a:lnTo>
                          <a:pt x="2651900" y="2119313"/>
                        </a:lnTo>
                        <a:lnTo>
                          <a:pt x="2632850" y="2138363"/>
                        </a:lnTo>
                        <a:lnTo>
                          <a:pt x="2566175" y="2138363"/>
                        </a:lnTo>
                        <a:lnTo>
                          <a:pt x="2566175" y="2185988"/>
                        </a:lnTo>
                        <a:lnTo>
                          <a:pt x="2509025" y="2185988"/>
                        </a:lnTo>
                        <a:lnTo>
                          <a:pt x="2494737" y="2200276"/>
                        </a:lnTo>
                        <a:lnTo>
                          <a:pt x="2485213" y="2209800"/>
                        </a:lnTo>
                        <a:lnTo>
                          <a:pt x="2475687" y="2209800"/>
                        </a:lnTo>
                        <a:lnTo>
                          <a:pt x="2451875" y="2233612"/>
                        </a:lnTo>
                        <a:lnTo>
                          <a:pt x="2432824" y="2252663"/>
                        </a:lnTo>
                        <a:lnTo>
                          <a:pt x="2385200" y="2252663"/>
                        </a:lnTo>
                        <a:lnTo>
                          <a:pt x="2361388" y="2276475"/>
                        </a:lnTo>
                        <a:lnTo>
                          <a:pt x="2323287" y="2276475"/>
                        </a:lnTo>
                        <a:lnTo>
                          <a:pt x="2299475" y="2300287"/>
                        </a:lnTo>
                        <a:lnTo>
                          <a:pt x="2251850" y="2300287"/>
                        </a:lnTo>
                        <a:lnTo>
                          <a:pt x="2166125" y="2386012"/>
                        </a:lnTo>
                        <a:lnTo>
                          <a:pt x="2151837" y="2400300"/>
                        </a:lnTo>
                        <a:lnTo>
                          <a:pt x="2128025" y="2424112"/>
                        </a:lnTo>
                        <a:lnTo>
                          <a:pt x="2037537" y="2424112"/>
                        </a:lnTo>
                        <a:lnTo>
                          <a:pt x="2037537" y="2433638"/>
                        </a:lnTo>
                        <a:lnTo>
                          <a:pt x="2013725" y="2457450"/>
                        </a:lnTo>
                        <a:lnTo>
                          <a:pt x="1980387" y="2490788"/>
                        </a:lnTo>
                        <a:lnTo>
                          <a:pt x="1951812" y="2519363"/>
                        </a:lnTo>
                        <a:lnTo>
                          <a:pt x="1861325" y="2519363"/>
                        </a:lnTo>
                        <a:lnTo>
                          <a:pt x="1861325" y="2562225"/>
                        </a:lnTo>
                        <a:lnTo>
                          <a:pt x="1842275" y="2581275"/>
                        </a:lnTo>
                        <a:lnTo>
                          <a:pt x="1789887" y="2581275"/>
                        </a:lnTo>
                        <a:lnTo>
                          <a:pt x="1770837" y="2600325"/>
                        </a:lnTo>
                        <a:lnTo>
                          <a:pt x="1751787" y="2619375"/>
                        </a:lnTo>
                        <a:lnTo>
                          <a:pt x="1680350" y="2619375"/>
                        </a:lnTo>
                        <a:lnTo>
                          <a:pt x="1642250" y="2657475"/>
                        </a:lnTo>
                        <a:lnTo>
                          <a:pt x="1613675" y="2686050"/>
                        </a:lnTo>
                        <a:lnTo>
                          <a:pt x="1556525" y="2686050"/>
                        </a:lnTo>
                        <a:lnTo>
                          <a:pt x="1527950" y="2714625"/>
                        </a:lnTo>
                        <a:lnTo>
                          <a:pt x="1494612" y="2747963"/>
                        </a:lnTo>
                        <a:lnTo>
                          <a:pt x="1446987" y="2747963"/>
                        </a:lnTo>
                        <a:lnTo>
                          <a:pt x="1432700" y="2762250"/>
                        </a:lnTo>
                        <a:lnTo>
                          <a:pt x="1394600" y="2762250"/>
                        </a:lnTo>
                        <a:lnTo>
                          <a:pt x="1370787" y="2786063"/>
                        </a:lnTo>
                        <a:lnTo>
                          <a:pt x="1370787" y="2805113"/>
                        </a:lnTo>
                        <a:lnTo>
                          <a:pt x="1346975" y="2805113"/>
                        </a:lnTo>
                        <a:lnTo>
                          <a:pt x="1346975" y="2824163"/>
                        </a:lnTo>
                        <a:lnTo>
                          <a:pt x="1327925" y="2843213"/>
                        </a:lnTo>
                        <a:lnTo>
                          <a:pt x="1294587" y="2843213"/>
                        </a:lnTo>
                        <a:lnTo>
                          <a:pt x="1256487" y="2881313"/>
                        </a:lnTo>
                        <a:lnTo>
                          <a:pt x="1223150" y="2914650"/>
                        </a:lnTo>
                        <a:lnTo>
                          <a:pt x="1204100" y="2933700"/>
                        </a:lnTo>
                        <a:lnTo>
                          <a:pt x="1180287" y="2957513"/>
                        </a:lnTo>
                        <a:lnTo>
                          <a:pt x="1180287" y="2976563"/>
                        </a:lnTo>
                        <a:lnTo>
                          <a:pt x="1146950" y="2976563"/>
                        </a:lnTo>
                        <a:lnTo>
                          <a:pt x="1085037" y="2976563"/>
                        </a:lnTo>
                        <a:lnTo>
                          <a:pt x="1065987" y="2995613"/>
                        </a:lnTo>
                        <a:lnTo>
                          <a:pt x="1065987" y="3024188"/>
                        </a:lnTo>
                        <a:lnTo>
                          <a:pt x="1004075" y="3024188"/>
                        </a:lnTo>
                        <a:lnTo>
                          <a:pt x="980263" y="3048000"/>
                        </a:lnTo>
                        <a:lnTo>
                          <a:pt x="951687" y="3048000"/>
                        </a:lnTo>
                        <a:lnTo>
                          <a:pt x="951687" y="3076575"/>
                        </a:lnTo>
                        <a:lnTo>
                          <a:pt x="875487" y="3076575"/>
                        </a:lnTo>
                        <a:lnTo>
                          <a:pt x="846912" y="3105150"/>
                        </a:lnTo>
                        <a:lnTo>
                          <a:pt x="827862" y="3124200"/>
                        </a:lnTo>
                        <a:lnTo>
                          <a:pt x="780237" y="3124200"/>
                        </a:lnTo>
                        <a:lnTo>
                          <a:pt x="742137" y="3124200"/>
                        </a:lnTo>
                        <a:lnTo>
                          <a:pt x="704037" y="3162300"/>
                        </a:lnTo>
                        <a:lnTo>
                          <a:pt x="670700" y="3162300"/>
                        </a:lnTo>
                        <a:lnTo>
                          <a:pt x="646887" y="3162300"/>
                        </a:lnTo>
                        <a:lnTo>
                          <a:pt x="646887" y="3209925"/>
                        </a:lnTo>
                        <a:lnTo>
                          <a:pt x="613549" y="3243263"/>
                        </a:lnTo>
                        <a:lnTo>
                          <a:pt x="546875" y="3243263"/>
                        </a:lnTo>
                        <a:lnTo>
                          <a:pt x="523063" y="3267075"/>
                        </a:lnTo>
                        <a:lnTo>
                          <a:pt x="489725" y="3300413"/>
                        </a:lnTo>
                        <a:lnTo>
                          <a:pt x="356375" y="3300413"/>
                        </a:lnTo>
                        <a:lnTo>
                          <a:pt x="308750" y="3348038"/>
                        </a:lnTo>
                        <a:lnTo>
                          <a:pt x="270650" y="3348038"/>
                        </a:lnTo>
                        <a:lnTo>
                          <a:pt x="223025" y="3348038"/>
                        </a:lnTo>
                        <a:lnTo>
                          <a:pt x="180162" y="3348038"/>
                        </a:lnTo>
                        <a:lnTo>
                          <a:pt x="127775" y="3400425"/>
                        </a:lnTo>
                        <a:lnTo>
                          <a:pt x="94437" y="3433763"/>
                        </a:lnTo>
                        <a:lnTo>
                          <a:pt x="37287" y="3433763"/>
                        </a:lnTo>
                        <a:lnTo>
                          <a:pt x="37287" y="3462338"/>
                        </a:lnTo>
                        <a:cubicBezTo>
                          <a:pt x="29350" y="3462338"/>
                          <a:pt x="-24625" y="3475832"/>
                          <a:pt x="13475" y="3462338"/>
                        </a:cubicBezTo>
                      </a:path>
                    </a:pathLst>
                  </a:custGeom>
                  <a:ln w="31750">
                    <a:solidFill>
                      <a:srgbClr val="E61E50"/>
                    </a:solidFill>
                  </a:ln>
                </p:spPr>
                <p:style>
                  <a:lnRef idx="1">
                    <a:schemeClr val="accent5"/>
                  </a:lnRef>
                  <a:fillRef idx="0">
                    <a:schemeClr val="accent5"/>
                  </a:fillRef>
                  <a:effectRef idx="0">
                    <a:schemeClr val="accent5"/>
                  </a:effectRef>
                  <a:fontRef idx="minor">
                    <a:schemeClr val="tx1"/>
                  </a:fontRef>
                </p:style>
                <p:txBody>
                  <a:bodyPr rtlCol="0" anchor="ct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87405" name="Полилиния 90">
                    <a:extLst>
                      <a:ext uri="{FF2B5EF4-FFF2-40B4-BE49-F238E27FC236}">
                        <a16:creationId xmlns:a16="http://schemas.microsoft.com/office/drawing/2014/main" id="{B1C37028-3402-B794-6924-7D163E3277A7}"/>
                      </a:ext>
                    </a:extLst>
                  </p:cNvPr>
                  <p:cNvSpPr/>
                  <p:nvPr/>
                </p:nvSpPr>
                <p:spPr>
                  <a:xfrm>
                    <a:off x="4680923" y="1719263"/>
                    <a:ext cx="6472852" cy="3556353"/>
                  </a:xfrm>
                  <a:custGeom>
                    <a:avLst/>
                    <a:gdLst>
                      <a:gd name="connsiteX0" fmla="*/ 6472852 w 6472852"/>
                      <a:gd name="connsiteY0" fmla="*/ 0 h 3556353"/>
                      <a:gd name="connsiteX1" fmla="*/ 6325215 w 6472852"/>
                      <a:gd name="connsiteY1" fmla="*/ 0 h 3556353"/>
                      <a:gd name="connsiteX2" fmla="*/ 6325215 w 6472852"/>
                      <a:gd name="connsiteY2" fmla="*/ 528637 h 3556353"/>
                      <a:gd name="connsiteX3" fmla="*/ 4658340 w 6472852"/>
                      <a:gd name="connsiteY3" fmla="*/ 528637 h 3556353"/>
                      <a:gd name="connsiteX4" fmla="*/ 4658340 w 6472852"/>
                      <a:gd name="connsiteY4" fmla="*/ 814387 h 3556353"/>
                      <a:gd name="connsiteX5" fmla="*/ 4524990 w 6472852"/>
                      <a:gd name="connsiteY5" fmla="*/ 814387 h 3556353"/>
                      <a:gd name="connsiteX6" fmla="*/ 4524990 w 6472852"/>
                      <a:gd name="connsiteY6" fmla="*/ 1100137 h 3556353"/>
                      <a:gd name="connsiteX7" fmla="*/ 4229715 w 6472852"/>
                      <a:gd name="connsiteY7" fmla="*/ 1100137 h 3556353"/>
                      <a:gd name="connsiteX8" fmla="*/ 4229715 w 6472852"/>
                      <a:gd name="connsiteY8" fmla="*/ 1247775 h 3556353"/>
                      <a:gd name="connsiteX9" fmla="*/ 4182090 w 6472852"/>
                      <a:gd name="connsiteY9" fmla="*/ 1247775 h 3556353"/>
                      <a:gd name="connsiteX10" fmla="*/ 4182090 w 6472852"/>
                      <a:gd name="connsiteY10" fmla="*/ 1281112 h 3556353"/>
                      <a:gd name="connsiteX11" fmla="*/ 4120177 w 6472852"/>
                      <a:gd name="connsiteY11" fmla="*/ 1281112 h 3556353"/>
                      <a:gd name="connsiteX12" fmla="*/ 4120177 w 6472852"/>
                      <a:gd name="connsiteY12" fmla="*/ 1333500 h 3556353"/>
                      <a:gd name="connsiteX13" fmla="*/ 4053502 w 6472852"/>
                      <a:gd name="connsiteY13" fmla="*/ 1333500 h 3556353"/>
                      <a:gd name="connsiteX14" fmla="*/ 4053502 w 6472852"/>
                      <a:gd name="connsiteY14" fmla="*/ 1371600 h 3556353"/>
                      <a:gd name="connsiteX15" fmla="*/ 4024927 w 6472852"/>
                      <a:gd name="connsiteY15" fmla="*/ 1371600 h 3556353"/>
                      <a:gd name="connsiteX16" fmla="*/ 4024927 w 6472852"/>
                      <a:gd name="connsiteY16" fmla="*/ 1423987 h 3556353"/>
                      <a:gd name="connsiteX17" fmla="*/ 3977302 w 6472852"/>
                      <a:gd name="connsiteY17" fmla="*/ 1423987 h 3556353"/>
                      <a:gd name="connsiteX18" fmla="*/ 3977302 w 6472852"/>
                      <a:gd name="connsiteY18" fmla="*/ 1471612 h 3556353"/>
                      <a:gd name="connsiteX19" fmla="*/ 3920152 w 6472852"/>
                      <a:gd name="connsiteY19" fmla="*/ 1471612 h 3556353"/>
                      <a:gd name="connsiteX20" fmla="*/ 3886815 w 6472852"/>
                      <a:gd name="connsiteY20" fmla="*/ 1471612 h 3556353"/>
                      <a:gd name="connsiteX21" fmla="*/ 3867765 w 6472852"/>
                      <a:gd name="connsiteY21" fmla="*/ 1490662 h 3556353"/>
                      <a:gd name="connsiteX22" fmla="*/ 3867765 w 6472852"/>
                      <a:gd name="connsiteY22" fmla="*/ 1519237 h 3556353"/>
                      <a:gd name="connsiteX23" fmla="*/ 3839190 w 6472852"/>
                      <a:gd name="connsiteY23" fmla="*/ 1547812 h 3556353"/>
                      <a:gd name="connsiteX24" fmla="*/ 3815377 w 6472852"/>
                      <a:gd name="connsiteY24" fmla="*/ 1571625 h 3556353"/>
                      <a:gd name="connsiteX25" fmla="*/ 3777277 w 6472852"/>
                      <a:gd name="connsiteY25" fmla="*/ 1609725 h 3556353"/>
                      <a:gd name="connsiteX26" fmla="*/ 3753465 w 6472852"/>
                      <a:gd name="connsiteY26" fmla="*/ 1633537 h 3556353"/>
                      <a:gd name="connsiteX27" fmla="*/ 3696315 w 6472852"/>
                      <a:gd name="connsiteY27" fmla="*/ 1633537 h 3556353"/>
                      <a:gd name="connsiteX28" fmla="*/ 3662977 w 6472852"/>
                      <a:gd name="connsiteY28" fmla="*/ 1666875 h 3556353"/>
                      <a:gd name="connsiteX29" fmla="*/ 3662977 w 6472852"/>
                      <a:gd name="connsiteY29" fmla="*/ 1714500 h 3556353"/>
                      <a:gd name="connsiteX30" fmla="*/ 3620115 w 6472852"/>
                      <a:gd name="connsiteY30" fmla="*/ 1714500 h 3556353"/>
                      <a:gd name="connsiteX31" fmla="*/ 3577252 w 6472852"/>
                      <a:gd name="connsiteY31" fmla="*/ 1714500 h 3556353"/>
                      <a:gd name="connsiteX32" fmla="*/ 3548677 w 6472852"/>
                      <a:gd name="connsiteY32" fmla="*/ 1743075 h 3556353"/>
                      <a:gd name="connsiteX33" fmla="*/ 3510577 w 6472852"/>
                      <a:gd name="connsiteY33" fmla="*/ 1743075 h 3556353"/>
                      <a:gd name="connsiteX34" fmla="*/ 3472477 w 6472852"/>
                      <a:gd name="connsiteY34" fmla="*/ 1781175 h 3556353"/>
                      <a:gd name="connsiteX35" fmla="*/ 3439140 w 6472852"/>
                      <a:gd name="connsiteY35" fmla="*/ 1814512 h 3556353"/>
                      <a:gd name="connsiteX36" fmla="*/ 3353415 w 6472852"/>
                      <a:gd name="connsiteY36" fmla="*/ 1814512 h 3556353"/>
                      <a:gd name="connsiteX37" fmla="*/ 3305790 w 6472852"/>
                      <a:gd name="connsiteY37" fmla="*/ 1862137 h 3556353"/>
                      <a:gd name="connsiteX38" fmla="*/ 3286740 w 6472852"/>
                      <a:gd name="connsiteY38" fmla="*/ 1881187 h 3556353"/>
                      <a:gd name="connsiteX39" fmla="*/ 3258165 w 6472852"/>
                      <a:gd name="connsiteY39" fmla="*/ 1909762 h 3556353"/>
                      <a:gd name="connsiteX40" fmla="*/ 3210540 w 6472852"/>
                      <a:gd name="connsiteY40" fmla="*/ 1909762 h 3556353"/>
                      <a:gd name="connsiteX41" fmla="*/ 3181965 w 6472852"/>
                      <a:gd name="connsiteY41" fmla="*/ 1938337 h 3556353"/>
                      <a:gd name="connsiteX42" fmla="*/ 3162915 w 6472852"/>
                      <a:gd name="connsiteY42" fmla="*/ 1957387 h 3556353"/>
                      <a:gd name="connsiteX43" fmla="*/ 3120052 w 6472852"/>
                      <a:gd name="connsiteY43" fmla="*/ 1957387 h 3556353"/>
                      <a:gd name="connsiteX44" fmla="*/ 3096240 w 6472852"/>
                      <a:gd name="connsiteY44" fmla="*/ 1981199 h 3556353"/>
                      <a:gd name="connsiteX45" fmla="*/ 3081952 w 6472852"/>
                      <a:gd name="connsiteY45" fmla="*/ 1995487 h 3556353"/>
                      <a:gd name="connsiteX46" fmla="*/ 3048615 w 6472852"/>
                      <a:gd name="connsiteY46" fmla="*/ 1995487 h 3556353"/>
                      <a:gd name="connsiteX47" fmla="*/ 3010515 w 6472852"/>
                      <a:gd name="connsiteY47" fmla="*/ 2033587 h 3556353"/>
                      <a:gd name="connsiteX48" fmla="*/ 2986702 w 6472852"/>
                      <a:gd name="connsiteY48" fmla="*/ 2057400 h 3556353"/>
                      <a:gd name="connsiteX49" fmla="*/ 2948602 w 6472852"/>
                      <a:gd name="connsiteY49" fmla="*/ 2095500 h 3556353"/>
                      <a:gd name="connsiteX50" fmla="*/ 2915265 w 6472852"/>
                      <a:gd name="connsiteY50" fmla="*/ 2128837 h 3556353"/>
                      <a:gd name="connsiteX51" fmla="*/ 2891452 w 6472852"/>
                      <a:gd name="connsiteY51" fmla="*/ 2152650 h 3556353"/>
                      <a:gd name="connsiteX52" fmla="*/ 2815252 w 6472852"/>
                      <a:gd name="connsiteY52" fmla="*/ 2152650 h 3556353"/>
                      <a:gd name="connsiteX53" fmla="*/ 2781915 w 6472852"/>
                      <a:gd name="connsiteY53" fmla="*/ 2185987 h 3556353"/>
                      <a:gd name="connsiteX54" fmla="*/ 2762865 w 6472852"/>
                      <a:gd name="connsiteY54" fmla="*/ 2205037 h 3556353"/>
                      <a:gd name="connsiteX55" fmla="*/ 2734290 w 6472852"/>
                      <a:gd name="connsiteY55" fmla="*/ 2233612 h 3556353"/>
                      <a:gd name="connsiteX56" fmla="*/ 2677140 w 6472852"/>
                      <a:gd name="connsiteY56" fmla="*/ 2233612 h 3556353"/>
                      <a:gd name="connsiteX57" fmla="*/ 2643802 w 6472852"/>
                      <a:gd name="connsiteY57" fmla="*/ 2266950 h 3556353"/>
                      <a:gd name="connsiteX58" fmla="*/ 2600940 w 6472852"/>
                      <a:gd name="connsiteY58" fmla="*/ 2266950 h 3556353"/>
                      <a:gd name="connsiteX59" fmla="*/ 2577128 w 6472852"/>
                      <a:gd name="connsiteY59" fmla="*/ 2290762 h 3556353"/>
                      <a:gd name="connsiteX60" fmla="*/ 2567602 w 6472852"/>
                      <a:gd name="connsiteY60" fmla="*/ 2300288 h 3556353"/>
                      <a:gd name="connsiteX61" fmla="*/ 2567602 w 6472852"/>
                      <a:gd name="connsiteY61" fmla="*/ 2328862 h 3556353"/>
                      <a:gd name="connsiteX62" fmla="*/ 2543789 w 6472852"/>
                      <a:gd name="connsiteY62" fmla="*/ 2352675 h 3556353"/>
                      <a:gd name="connsiteX63" fmla="*/ 2505689 w 6472852"/>
                      <a:gd name="connsiteY63" fmla="*/ 2390775 h 3556353"/>
                      <a:gd name="connsiteX64" fmla="*/ 2424727 w 6472852"/>
                      <a:gd name="connsiteY64" fmla="*/ 2390775 h 3556353"/>
                      <a:gd name="connsiteX65" fmla="*/ 2381865 w 6472852"/>
                      <a:gd name="connsiteY65" fmla="*/ 2433637 h 3556353"/>
                      <a:gd name="connsiteX66" fmla="*/ 2319952 w 6472852"/>
                      <a:gd name="connsiteY66" fmla="*/ 2433637 h 3556353"/>
                      <a:gd name="connsiteX67" fmla="*/ 2248514 w 6472852"/>
                      <a:gd name="connsiteY67" fmla="*/ 2505075 h 3556353"/>
                      <a:gd name="connsiteX68" fmla="*/ 2177077 w 6472852"/>
                      <a:gd name="connsiteY68" fmla="*/ 2505075 h 3556353"/>
                      <a:gd name="connsiteX69" fmla="*/ 2162790 w 6472852"/>
                      <a:gd name="connsiteY69" fmla="*/ 2519362 h 3556353"/>
                      <a:gd name="connsiteX70" fmla="*/ 2138977 w 6472852"/>
                      <a:gd name="connsiteY70" fmla="*/ 2543175 h 3556353"/>
                      <a:gd name="connsiteX71" fmla="*/ 2081827 w 6472852"/>
                      <a:gd name="connsiteY71" fmla="*/ 2600325 h 3556353"/>
                      <a:gd name="connsiteX72" fmla="*/ 2038965 w 6472852"/>
                      <a:gd name="connsiteY72" fmla="*/ 2643187 h 3556353"/>
                      <a:gd name="connsiteX73" fmla="*/ 1981815 w 6472852"/>
                      <a:gd name="connsiteY73" fmla="*/ 2643187 h 3556353"/>
                      <a:gd name="connsiteX74" fmla="*/ 1929427 w 6472852"/>
                      <a:gd name="connsiteY74" fmla="*/ 2695575 h 3556353"/>
                      <a:gd name="connsiteX75" fmla="*/ 1877040 w 6472852"/>
                      <a:gd name="connsiteY75" fmla="*/ 2695575 h 3556353"/>
                      <a:gd name="connsiteX76" fmla="*/ 1877040 w 6472852"/>
                      <a:gd name="connsiteY76" fmla="*/ 2738437 h 3556353"/>
                      <a:gd name="connsiteX77" fmla="*/ 1834177 w 6472852"/>
                      <a:gd name="connsiteY77" fmla="*/ 2738437 h 3556353"/>
                      <a:gd name="connsiteX78" fmla="*/ 1696065 w 6472852"/>
                      <a:gd name="connsiteY78" fmla="*/ 2738437 h 3556353"/>
                      <a:gd name="connsiteX79" fmla="*/ 1662727 w 6472852"/>
                      <a:gd name="connsiteY79" fmla="*/ 2738437 h 3556353"/>
                      <a:gd name="connsiteX80" fmla="*/ 1662727 w 6472852"/>
                      <a:gd name="connsiteY80" fmla="*/ 2771775 h 3556353"/>
                      <a:gd name="connsiteX81" fmla="*/ 1643677 w 6472852"/>
                      <a:gd name="connsiteY81" fmla="*/ 2790825 h 3556353"/>
                      <a:gd name="connsiteX82" fmla="*/ 1615102 w 6472852"/>
                      <a:gd name="connsiteY82" fmla="*/ 2819400 h 3556353"/>
                      <a:gd name="connsiteX83" fmla="*/ 1586527 w 6472852"/>
                      <a:gd name="connsiteY83" fmla="*/ 2819400 h 3556353"/>
                      <a:gd name="connsiteX84" fmla="*/ 1524615 w 6472852"/>
                      <a:gd name="connsiteY84" fmla="*/ 2819400 h 3556353"/>
                      <a:gd name="connsiteX85" fmla="*/ 1491278 w 6472852"/>
                      <a:gd name="connsiteY85" fmla="*/ 2852737 h 3556353"/>
                      <a:gd name="connsiteX86" fmla="*/ 1429365 w 6472852"/>
                      <a:gd name="connsiteY86" fmla="*/ 2852737 h 3556353"/>
                      <a:gd name="connsiteX87" fmla="*/ 1415077 w 6472852"/>
                      <a:gd name="connsiteY87" fmla="*/ 2867025 h 3556353"/>
                      <a:gd name="connsiteX88" fmla="*/ 1376977 w 6472852"/>
                      <a:gd name="connsiteY88" fmla="*/ 2905125 h 3556353"/>
                      <a:gd name="connsiteX89" fmla="*/ 1343640 w 6472852"/>
                      <a:gd name="connsiteY89" fmla="*/ 2938462 h 3556353"/>
                      <a:gd name="connsiteX90" fmla="*/ 1276965 w 6472852"/>
                      <a:gd name="connsiteY90" fmla="*/ 2938462 h 3556353"/>
                      <a:gd name="connsiteX91" fmla="*/ 1248390 w 6472852"/>
                      <a:gd name="connsiteY91" fmla="*/ 2967037 h 3556353"/>
                      <a:gd name="connsiteX92" fmla="*/ 1186477 w 6472852"/>
                      <a:gd name="connsiteY92" fmla="*/ 2967037 h 3556353"/>
                      <a:gd name="connsiteX93" fmla="*/ 1162665 w 6472852"/>
                      <a:gd name="connsiteY93" fmla="*/ 2990849 h 3556353"/>
                      <a:gd name="connsiteX94" fmla="*/ 1148377 w 6472852"/>
                      <a:gd name="connsiteY94" fmla="*/ 3005137 h 3556353"/>
                      <a:gd name="connsiteX95" fmla="*/ 1124564 w 6472852"/>
                      <a:gd name="connsiteY95" fmla="*/ 3028950 h 3556353"/>
                      <a:gd name="connsiteX96" fmla="*/ 1057890 w 6472852"/>
                      <a:gd name="connsiteY96" fmla="*/ 3028950 h 3556353"/>
                      <a:gd name="connsiteX97" fmla="*/ 1057890 w 6472852"/>
                      <a:gd name="connsiteY97" fmla="*/ 3090862 h 3556353"/>
                      <a:gd name="connsiteX98" fmla="*/ 1000740 w 6472852"/>
                      <a:gd name="connsiteY98" fmla="*/ 3090862 h 3556353"/>
                      <a:gd name="connsiteX99" fmla="*/ 972165 w 6472852"/>
                      <a:gd name="connsiteY99" fmla="*/ 3119437 h 3556353"/>
                      <a:gd name="connsiteX100" fmla="*/ 938827 w 6472852"/>
                      <a:gd name="connsiteY100" fmla="*/ 3119437 h 3556353"/>
                      <a:gd name="connsiteX101" fmla="*/ 938827 w 6472852"/>
                      <a:gd name="connsiteY101" fmla="*/ 3171825 h 3556353"/>
                      <a:gd name="connsiteX102" fmla="*/ 876915 w 6472852"/>
                      <a:gd name="connsiteY102" fmla="*/ 3171825 h 3556353"/>
                      <a:gd name="connsiteX103" fmla="*/ 843578 w 6472852"/>
                      <a:gd name="connsiteY103" fmla="*/ 3205162 h 3556353"/>
                      <a:gd name="connsiteX104" fmla="*/ 781665 w 6472852"/>
                      <a:gd name="connsiteY104" fmla="*/ 3205162 h 3556353"/>
                      <a:gd name="connsiteX105" fmla="*/ 734040 w 6472852"/>
                      <a:gd name="connsiteY105" fmla="*/ 3205162 h 3556353"/>
                      <a:gd name="connsiteX106" fmla="*/ 734040 w 6472852"/>
                      <a:gd name="connsiteY106" fmla="*/ 3257550 h 3556353"/>
                      <a:gd name="connsiteX107" fmla="*/ 653077 w 6472852"/>
                      <a:gd name="connsiteY107" fmla="*/ 3257550 h 3556353"/>
                      <a:gd name="connsiteX108" fmla="*/ 619740 w 6472852"/>
                      <a:gd name="connsiteY108" fmla="*/ 3257550 h 3556353"/>
                      <a:gd name="connsiteX109" fmla="*/ 619740 w 6472852"/>
                      <a:gd name="connsiteY109" fmla="*/ 3295650 h 3556353"/>
                      <a:gd name="connsiteX110" fmla="*/ 557827 w 6472852"/>
                      <a:gd name="connsiteY110" fmla="*/ 3295650 h 3556353"/>
                      <a:gd name="connsiteX111" fmla="*/ 534015 w 6472852"/>
                      <a:gd name="connsiteY111" fmla="*/ 3319462 h 3556353"/>
                      <a:gd name="connsiteX112" fmla="*/ 467340 w 6472852"/>
                      <a:gd name="connsiteY112" fmla="*/ 3319462 h 3556353"/>
                      <a:gd name="connsiteX113" fmla="*/ 443527 w 6472852"/>
                      <a:gd name="connsiteY113" fmla="*/ 3343275 h 3556353"/>
                      <a:gd name="connsiteX114" fmla="*/ 405427 w 6472852"/>
                      <a:gd name="connsiteY114" fmla="*/ 3381375 h 3556353"/>
                      <a:gd name="connsiteX115" fmla="*/ 338752 w 6472852"/>
                      <a:gd name="connsiteY115" fmla="*/ 3381375 h 3556353"/>
                      <a:gd name="connsiteX116" fmla="*/ 291127 w 6472852"/>
                      <a:gd name="connsiteY116" fmla="*/ 3429000 h 3556353"/>
                      <a:gd name="connsiteX117" fmla="*/ 257790 w 6472852"/>
                      <a:gd name="connsiteY117" fmla="*/ 3462337 h 3556353"/>
                      <a:gd name="connsiteX118" fmla="*/ 157777 w 6472852"/>
                      <a:gd name="connsiteY118" fmla="*/ 3462337 h 3556353"/>
                      <a:gd name="connsiteX119" fmla="*/ 157777 w 6472852"/>
                      <a:gd name="connsiteY119" fmla="*/ 3490912 h 3556353"/>
                      <a:gd name="connsiteX120" fmla="*/ 119677 w 6472852"/>
                      <a:gd name="connsiteY120" fmla="*/ 3490912 h 3556353"/>
                      <a:gd name="connsiteX121" fmla="*/ 86339 w 6472852"/>
                      <a:gd name="connsiteY121" fmla="*/ 3524250 h 3556353"/>
                      <a:gd name="connsiteX122" fmla="*/ 57764 w 6472852"/>
                      <a:gd name="connsiteY122" fmla="*/ 3552825 h 3556353"/>
                      <a:gd name="connsiteX123" fmla="*/ 615 w 6472852"/>
                      <a:gd name="connsiteY123" fmla="*/ 3552825 h 355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6472852" h="3556353">
                        <a:moveTo>
                          <a:pt x="6472852" y="0"/>
                        </a:moveTo>
                        <a:lnTo>
                          <a:pt x="6325215" y="0"/>
                        </a:lnTo>
                        <a:lnTo>
                          <a:pt x="6325215" y="528637"/>
                        </a:lnTo>
                        <a:lnTo>
                          <a:pt x="4658340" y="528637"/>
                        </a:lnTo>
                        <a:lnTo>
                          <a:pt x="4658340" y="814387"/>
                        </a:lnTo>
                        <a:lnTo>
                          <a:pt x="4524990" y="814387"/>
                        </a:lnTo>
                        <a:lnTo>
                          <a:pt x="4524990" y="1100137"/>
                        </a:lnTo>
                        <a:lnTo>
                          <a:pt x="4229715" y="1100137"/>
                        </a:lnTo>
                        <a:lnTo>
                          <a:pt x="4229715" y="1247775"/>
                        </a:lnTo>
                        <a:lnTo>
                          <a:pt x="4182090" y="1247775"/>
                        </a:lnTo>
                        <a:lnTo>
                          <a:pt x="4182090" y="1281112"/>
                        </a:lnTo>
                        <a:lnTo>
                          <a:pt x="4120177" y="1281112"/>
                        </a:lnTo>
                        <a:lnTo>
                          <a:pt x="4120177" y="1333500"/>
                        </a:lnTo>
                        <a:lnTo>
                          <a:pt x="4053502" y="1333500"/>
                        </a:lnTo>
                        <a:lnTo>
                          <a:pt x="4053502" y="1371600"/>
                        </a:lnTo>
                        <a:lnTo>
                          <a:pt x="4024927" y="1371600"/>
                        </a:lnTo>
                        <a:lnTo>
                          <a:pt x="4024927" y="1423987"/>
                        </a:lnTo>
                        <a:lnTo>
                          <a:pt x="3977302" y="1423987"/>
                        </a:lnTo>
                        <a:lnTo>
                          <a:pt x="3977302" y="1471612"/>
                        </a:lnTo>
                        <a:lnTo>
                          <a:pt x="3920152" y="1471612"/>
                        </a:lnTo>
                        <a:lnTo>
                          <a:pt x="3886815" y="1471612"/>
                        </a:lnTo>
                        <a:lnTo>
                          <a:pt x="3867765" y="1490662"/>
                        </a:lnTo>
                        <a:lnTo>
                          <a:pt x="3867765" y="1519237"/>
                        </a:lnTo>
                        <a:lnTo>
                          <a:pt x="3839190" y="1547812"/>
                        </a:lnTo>
                        <a:lnTo>
                          <a:pt x="3815377" y="1571625"/>
                        </a:lnTo>
                        <a:lnTo>
                          <a:pt x="3777277" y="1609725"/>
                        </a:lnTo>
                        <a:lnTo>
                          <a:pt x="3753465" y="1633537"/>
                        </a:lnTo>
                        <a:lnTo>
                          <a:pt x="3696315" y="1633537"/>
                        </a:lnTo>
                        <a:lnTo>
                          <a:pt x="3662977" y="1666875"/>
                        </a:lnTo>
                        <a:lnTo>
                          <a:pt x="3662977" y="1714500"/>
                        </a:lnTo>
                        <a:lnTo>
                          <a:pt x="3620115" y="1714500"/>
                        </a:lnTo>
                        <a:lnTo>
                          <a:pt x="3577252" y="1714500"/>
                        </a:lnTo>
                        <a:lnTo>
                          <a:pt x="3548677" y="1743075"/>
                        </a:lnTo>
                        <a:lnTo>
                          <a:pt x="3510577" y="1743075"/>
                        </a:lnTo>
                        <a:lnTo>
                          <a:pt x="3472477" y="1781175"/>
                        </a:lnTo>
                        <a:lnTo>
                          <a:pt x="3439140" y="1814512"/>
                        </a:lnTo>
                        <a:lnTo>
                          <a:pt x="3353415" y="1814512"/>
                        </a:lnTo>
                        <a:lnTo>
                          <a:pt x="3305790" y="1862137"/>
                        </a:lnTo>
                        <a:lnTo>
                          <a:pt x="3286740" y="1881187"/>
                        </a:lnTo>
                        <a:lnTo>
                          <a:pt x="3258165" y="1909762"/>
                        </a:lnTo>
                        <a:lnTo>
                          <a:pt x="3210540" y="1909762"/>
                        </a:lnTo>
                        <a:lnTo>
                          <a:pt x="3181965" y="1938337"/>
                        </a:lnTo>
                        <a:lnTo>
                          <a:pt x="3162915" y="1957387"/>
                        </a:lnTo>
                        <a:lnTo>
                          <a:pt x="3120052" y="1957387"/>
                        </a:lnTo>
                        <a:lnTo>
                          <a:pt x="3096240" y="1981199"/>
                        </a:lnTo>
                        <a:lnTo>
                          <a:pt x="3081952" y="1995487"/>
                        </a:lnTo>
                        <a:lnTo>
                          <a:pt x="3048615" y="1995487"/>
                        </a:lnTo>
                        <a:lnTo>
                          <a:pt x="3010515" y="2033587"/>
                        </a:lnTo>
                        <a:lnTo>
                          <a:pt x="2986702" y="2057400"/>
                        </a:lnTo>
                        <a:lnTo>
                          <a:pt x="2948602" y="2095500"/>
                        </a:lnTo>
                        <a:lnTo>
                          <a:pt x="2915265" y="2128837"/>
                        </a:lnTo>
                        <a:lnTo>
                          <a:pt x="2891452" y="2152650"/>
                        </a:lnTo>
                        <a:lnTo>
                          <a:pt x="2815252" y="2152650"/>
                        </a:lnTo>
                        <a:lnTo>
                          <a:pt x="2781915" y="2185987"/>
                        </a:lnTo>
                        <a:lnTo>
                          <a:pt x="2762865" y="2205037"/>
                        </a:lnTo>
                        <a:lnTo>
                          <a:pt x="2734290" y="2233612"/>
                        </a:lnTo>
                        <a:lnTo>
                          <a:pt x="2677140" y="2233612"/>
                        </a:lnTo>
                        <a:lnTo>
                          <a:pt x="2643802" y="2266950"/>
                        </a:lnTo>
                        <a:lnTo>
                          <a:pt x="2600940" y="2266950"/>
                        </a:lnTo>
                        <a:lnTo>
                          <a:pt x="2577128" y="2290762"/>
                        </a:lnTo>
                        <a:lnTo>
                          <a:pt x="2567602" y="2300288"/>
                        </a:lnTo>
                        <a:lnTo>
                          <a:pt x="2567602" y="2328862"/>
                        </a:lnTo>
                        <a:lnTo>
                          <a:pt x="2543789" y="2352675"/>
                        </a:lnTo>
                        <a:lnTo>
                          <a:pt x="2505689" y="2390775"/>
                        </a:lnTo>
                        <a:lnTo>
                          <a:pt x="2424727" y="2390775"/>
                        </a:lnTo>
                        <a:lnTo>
                          <a:pt x="2381865" y="2433637"/>
                        </a:lnTo>
                        <a:lnTo>
                          <a:pt x="2319952" y="2433637"/>
                        </a:lnTo>
                        <a:lnTo>
                          <a:pt x="2248514" y="2505075"/>
                        </a:lnTo>
                        <a:lnTo>
                          <a:pt x="2177077" y="2505075"/>
                        </a:lnTo>
                        <a:lnTo>
                          <a:pt x="2162790" y="2519362"/>
                        </a:lnTo>
                        <a:lnTo>
                          <a:pt x="2138977" y="2543175"/>
                        </a:lnTo>
                        <a:lnTo>
                          <a:pt x="2081827" y="2600325"/>
                        </a:lnTo>
                        <a:lnTo>
                          <a:pt x="2038965" y="2643187"/>
                        </a:lnTo>
                        <a:lnTo>
                          <a:pt x="1981815" y="2643187"/>
                        </a:lnTo>
                        <a:cubicBezTo>
                          <a:pt x="1964352" y="2660650"/>
                          <a:pt x="1946096" y="2686844"/>
                          <a:pt x="1929427" y="2695575"/>
                        </a:cubicBezTo>
                        <a:lnTo>
                          <a:pt x="1877040" y="2695575"/>
                        </a:lnTo>
                        <a:lnTo>
                          <a:pt x="1877040" y="2738437"/>
                        </a:lnTo>
                        <a:lnTo>
                          <a:pt x="1834177" y="2738437"/>
                        </a:lnTo>
                        <a:lnTo>
                          <a:pt x="1696065" y="2738437"/>
                        </a:lnTo>
                        <a:lnTo>
                          <a:pt x="1662727" y="2738437"/>
                        </a:lnTo>
                        <a:lnTo>
                          <a:pt x="1662727" y="2771775"/>
                        </a:lnTo>
                        <a:lnTo>
                          <a:pt x="1643677" y="2790825"/>
                        </a:lnTo>
                        <a:lnTo>
                          <a:pt x="1615102" y="2819400"/>
                        </a:lnTo>
                        <a:lnTo>
                          <a:pt x="1586527" y="2819400"/>
                        </a:lnTo>
                        <a:lnTo>
                          <a:pt x="1524615" y="2819400"/>
                        </a:lnTo>
                        <a:lnTo>
                          <a:pt x="1491278" y="2852737"/>
                        </a:lnTo>
                        <a:lnTo>
                          <a:pt x="1429365" y="2852737"/>
                        </a:lnTo>
                        <a:lnTo>
                          <a:pt x="1415077" y="2867025"/>
                        </a:lnTo>
                        <a:lnTo>
                          <a:pt x="1376977" y="2905125"/>
                        </a:lnTo>
                        <a:lnTo>
                          <a:pt x="1343640" y="2938462"/>
                        </a:lnTo>
                        <a:lnTo>
                          <a:pt x="1276965" y="2938462"/>
                        </a:lnTo>
                        <a:lnTo>
                          <a:pt x="1248390" y="2967037"/>
                        </a:lnTo>
                        <a:lnTo>
                          <a:pt x="1186477" y="2967037"/>
                        </a:lnTo>
                        <a:lnTo>
                          <a:pt x="1162665" y="2990849"/>
                        </a:lnTo>
                        <a:lnTo>
                          <a:pt x="1148377" y="3005137"/>
                        </a:lnTo>
                        <a:lnTo>
                          <a:pt x="1124564" y="3028950"/>
                        </a:lnTo>
                        <a:lnTo>
                          <a:pt x="1057890" y="3028950"/>
                        </a:lnTo>
                        <a:lnTo>
                          <a:pt x="1057890" y="3090862"/>
                        </a:lnTo>
                        <a:lnTo>
                          <a:pt x="1000740" y="3090862"/>
                        </a:lnTo>
                        <a:lnTo>
                          <a:pt x="972165" y="3119437"/>
                        </a:lnTo>
                        <a:cubicBezTo>
                          <a:pt x="961052" y="3119437"/>
                          <a:pt x="944383" y="3110706"/>
                          <a:pt x="938827" y="3119437"/>
                        </a:cubicBezTo>
                        <a:lnTo>
                          <a:pt x="938827" y="3171825"/>
                        </a:lnTo>
                        <a:lnTo>
                          <a:pt x="876915" y="3171825"/>
                        </a:lnTo>
                        <a:lnTo>
                          <a:pt x="843578" y="3205162"/>
                        </a:lnTo>
                        <a:lnTo>
                          <a:pt x="781665" y="3205162"/>
                        </a:lnTo>
                        <a:lnTo>
                          <a:pt x="734040" y="3205162"/>
                        </a:lnTo>
                        <a:lnTo>
                          <a:pt x="734040" y="3257550"/>
                        </a:lnTo>
                        <a:lnTo>
                          <a:pt x="653077" y="3257550"/>
                        </a:lnTo>
                        <a:lnTo>
                          <a:pt x="619740" y="3257550"/>
                        </a:lnTo>
                        <a:lnTo>
                          <a:pt x="619740" y="3295650"/>
                        </a:lnTo>
                        <a:lnTo>
                          <a:pt x="557827" y="3295650"/>
                        </a:lnTo>
                        <a:lnTo>
                          <a:pt x="534015" y="3319462"/>
                        </a:lnTo>
                        <a:lnTo>
                          <a:pt x="467340" y="3319462"/>
                        </a:lnTo>
                        <a:lnTo>
                          <a:pt x="443527" y="3343275"/>
                        </a:lnTo>
                        <a:lnTo>
                          <a:pt x="405427" y="3381375"/>
                        </a:lnTo>
                        <a:lnTo>
                          <a:pt x="338752" y="3381375"/>
                        </a:lnTo>
                        <a:lnTo>
                          <a:pt x="291127" y="3429000"/>
                        </a:lnTo>
                        <a:lnTo>
                          <a:pt x="257790" y="3462337"/>
                        </a:lnTo>
                        <a:lnTo>
                          <a:pt x="157777" y="3462337"/>
                        </a:lnTo>
                        <a:lnTo>
                          <a:pt x="157777" y="3490912"/>
                        </a:lnTo>
                        <a:lnTo>
                          <a:pt x="119677" y="3490912"/>
                        </a:lnTo>
                        <a:lnTo>
                          <a:pt x="86339" y="3524250"/>
                        </a:lnTo>
                        <a:lnTo>
                          <a:pt x="57764" y="3552825"/>
                        </a:lnTo>
                        <a:cubicBezTo>
                          <a:pt x="38714" y="3552825"/>
                          <a:pt x="-5735" y="3560763"/>
                          <a:pt x="615" y="3552825"/>
                        </a:cubicBezTo>
                      </a:path>
                    </a:pathLst>
                  </a:custGeom>
                  <a:ln w="31750">
                    <a:solidFill>
                      <a:srgbClr val="A5CD50"/>
                    </a:solidFill>
                  </a:ln>
                </p:spPr>
                <p:style>
                  <a:lnRef idx="1">
                    <a:schemeClr val="accent5"/>
                  </a:lnRef>
                  <a:fillRef idx="0">
                    <a:schemeClr val="accent5"/>
                  </a:fillRef>
                  <a:effectRef idx="0">
                    <a:schemeClr val="accent5"/>
                  </a:effectRef>
                  <a:fontRef idx="minor">
                    <a:schemeClr val="tx1"/>
                  </a:fontRef>
                </p:style>
                <p:txBody>
                  <a:bodyPr rtlCol="0" anchor="ct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15" name="Группа 14">
                  <a:extLst>
                    <a:ext uri="{FF2B5EF4-FFF2-40B4-BE49-F238E27FC236}">
                      <a16:creationId xmlns:a16="http://schemas.microsoft.com/office/drawing/2014/main" id="{37BD7F02-E86E-4355-17A5-8A35A6442494}"/>
                    </a:ext>
                  </a:extLst>
                </p:cNvPr>
                <p:cNvGrpSpPr/>
                <p:nvPr/>
              </p:nvGrpSpPr>
              <p:grpSpPr>
                <a:xfrm>
                  <a:off x="4693921" y="2248081"/>
                  <a:ext cx="3014007" cy="616175"/>
                  <a:chOff x="4693921" y="2248081"/>
                  <a:chExt cx="3014007" cy="616175"/>
                </a:xfrm>
              </p:grpSpPr>
              <p:sp>
                <p:nvSpPr>
                  <p:cNvPr id="187401" name="TextBox 5">
                    <a:extLst>
                      <a:ext uri="{FF2B5EF4-FFF2-40B4-BE49-F238E27FC236}">
                        <a16:creationId xmlns:a16="http://schemas.microsoft.com/office/drawing/2014/main" id="{3F388754-523B-8E1C-F03B-D09BB5A107F2}"/>
                      </a:ext>
                    </a:extLst>
                  </p:cNvPr>
                  <p:cNvSpPr txBox="1"/>
                  <p:nvPr/>
                </p:nvSpPr>
                <p:spPr>
                  <a:xfrm>
                    <a:off x="5208261" y="2248081"/>
                    <a:ext cx="2499667" cy="616175"/>
                  </a:xfrm>
                  <a:prstGeom prst="rect">
                    <a:avLst/>
                  </a:prstGeom>
                  <a:noFill/>
                </p:spPr>
                <p:txBody>
                  <a:bodyPr wrap="square"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Утренний прием</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Вечерний прием</a:t>
                    </a:r>
                  </a:p>
                </p:txBody>
              </p:sp>
              <p:cxnSp>
                <p:nvCxnSpPr>
                  <p:cNvPr id="187402" name="Прямая соединительная линия 187401">
                    <a:extLst>
                      <a:ext uri="{FF2B5EF4-FFF2-40B4-BE49-F238E27FC236}">
                        <a16:creationId xmlns:a16="http://schemas.microsoft.com/office/drawing/2014/main" id="{586F0672-66FD-01C5-1231-EE87B30E0202}"/>
                      </a:ext>
                    </a:extLst>
                  </p:cNvPr>
                  <p:cNvCxnSpPr/>
                  <p:nvPr/>
                </p:nvCxnSpPr>
                <p:spPr>
                  <a:xfrm>
                    <a:off x="4693921" y="2395538"/>
                    <a:ext cx="430529" cy="0"/>
                  </a:xfrm>
                  <a:prstGeom prst="line">
                    <a:avLst/>
                  </a:prstGeom>
                  <a:ln w="31750">
                    <a:solidFill>
                      <a:srgbClr val="E61E50"/>
                    </a:solidFill>
                  </a:ln>
                </p:spPr>
                <p:style>
                  <a:lnRef idx="1">
                    <a:schemeClr val="accent5"/>
                  </a:lnRef>
                  <a:fillRef idx="0">
                    <a:schemeClr val="accent5"/>
                  </a:fillRef>
                  <a:effectRef idx="0">
                    <a:schemeClr val="accent5"/>
                  </a:effectRef>
                  <a:fontRef idx="minor">
                    <a:schemeClr val="tx1"/>
                  </a:fontRef>
                </p:style>
              </p:cxnSp>
              <p:cxnSp>
                <p:nvCxnSpPr>
                  <p:cNvPr id="187403" name="Прямая соединительная линия 187402">
                    <a:extLst>
                      <a:ext uri="{FF2B5EF4-FFF2-40B4-BE49-F238E27FC236}">
                        <a16:creationId xmlns:a16="http://schemas.microsoft.com/office/drawing/2014/main" id="{D114C723-D8A6-CAD5-839F-79E3626736A2}"/>
                      </a:ext>
                    </a:extLst>
                  </p:cNvPr>
                  <p:cNvCxnSpPr/>
                  <p:nvPr/>
                </p:nvCxnSpPr>
                <p:spPr>
                  <a:xfrm>
                    <a:off x="4693921" y="2628901"/>
                    <a:ext cx="430529" cy="0"/>
                  </a:xfrm>
                  <a:prstGeom prst="line">
                    <a:avLst/>
                  </a:prstGeom>
                  <a:ln w="31750">
                    <a:solidFill>
                      <a:srgbClr val="A5CD50"/>
                    </a:solidFill>
                  </a:ln>
                </p:spPr>
                <p:style>
                  <a:lnRef idx="1">
                    <a:schemeClr val="accent5"/>
                  </a:lnRef>
                  <a:fillRef idx="0">
                    <a:schemeClr val="accent5"/>
                  </a:fillRef>
                  <a:effectRef idx="0">
                    <a:schemeClr val="accent5"/>
                  </a:effectRef>
                  <a:fontRef idx="minor">
                    <a:schemeClr val="tx1"/>
                  </a:fontRef>
                </p:style>
              </p:cxnSp>
            </p:grpSp>
            <p:grpSp>
              <p:nvGrpSpPr>
                <p:cNvPr id="16" name="Группа 15">
                  <a:extLst>
                    <a:ext uri="{FF2B5EF4-FFF2-40B4-BE49-F238E27FC236}">
                      <a16:creationId xmlns:a16="http://schemas.microsoft.com/office/drawing/2014/main" id="{888B8A7F-1364-804E-EF13-EAEA56575E8E}"/>
                    </a:ext>
                  </a:extLst>
                </p:cNvPr>
                <p:cNvGrpSpPr/>
                <p:nvPr/>
              </p:nvGrpSpPr>
              <p:grpSpPr>
                <a:xfrm>
                  <a:off x="4294575" y="2066937"/>
                  <a:ext cx="7417998" cy="3412966"/>
                  <a:chOff x="4294575" y="2066937"/>
                  <a:chExt cx="7417998" cy="3412966"/>
                </a:xfrm>
              </p:grpSpPr>
              <p:grpSp>
                <p:nvGrpSpPr>
                  <p:cNvPr id="17" name="Группа 16">
                    <a:extLst>
                      <a:ext uri="{FF2B5EF4-FFF2-40B4-BE49-F238E27FC236}">
                        <a16:creationId xmlns:a16="http://schemas.microsoft.com/office/drawing/2014/main" id="{C7F570FF-137F-66E2-B443-8DC07F5CEBD0}"/>
                      </a:ext>
                    </a:extLst>
                  </p:cNvPr>
                  <p:cNvGrpSpPr/>
                  <p:nvPr/>
                </p:nvGrpSpPr>
                <p:grpSpPr>
                  <a:xfrm>
                    <a:off x="4393890" y="2066937"/>
                    <a:ext cx="7318683" cy="3332541"/>
                    <a:chOff x="4393890" y="2066937"/>
                    <a:chExt cx="7318683" cy="3332541"/>
                  </a:xfrm>
                </p:grpSpPr>
                <p:sp>
                  <p:nvSpPr>
                    <p:cNvPr id="187399" name="Line 16">
                      <a:extLst>
                        <a:ext uri="{FF2B5EF4-FFF2-40B4-BE49-F238E27FC236}">
                          <a16:creationId xmlns:a16="http://schemas.microsoft.com/office/drawing/2014/main" id="{1D551534-9240-C616-528E-200712DE7DC6}"/>
                        </a:ext>
                      </a:extLst>
                    </p:cNvPr>
                    <p:cNvSpPr>
                      <a:spLocks noChangeShapeType="1"/>
                    </p:cNvSpPr>
                    <p:nvPr/>
                  </p:nvSpPr>
                  <p:spPr bwMode="auto">
                    <a:xfrm flipH="1" flipV="1">
                      <a:off x="4393890" y="5399478"/>
                      <a:ext cx="7318683"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87400" name="Line 16">
                      <a:extLst>
                        <a:ext uri="{FF2B5EF4-FFF2-40B4-BE49-F238E27FC236}">
                          <a16:creationId xmlns:a16="http://schemas.microsoft.com/office/drawing/2014/main" id="{2C3538A8-C221-5F04-C3FD-7A39A347B065}"/>
                        </a:ext>
                      </a:extLst>
                    </p:cNvPr>
                    <p:cNvSpPr>
                      <a:spLocks noChangeShapeType="1"/>
                    </p:cNvSpPr>
                    <p:nvPr/>
                  </p:nvSpPr>
                  <p:spPr bwMode="auto">
                    <a:xfrm flipH="1">
                      <a:off x="4398795" y="2066937"/>
                      <a:ext cx="16136" cy="3331685"/>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18" name="Группа 17">
                    <a:extLst>
                      <a:ext uri="{FF2B5EF4-FFF2-40B4-BE49-F238E27FC236}">
                        <a16:creationId xmlns:a16="http://schemas.microsoft.com/office/drawing/2014/main" id="{F47CE0B8-AE8A-DE17-3042-86F05EA5E704}"/>
                      </a:ext>
                    </a:extLst>
                  </p:cNvPr>
                  <p:cNvGrpSpPr/>
                  <p:nvPr/>
                </p:nvGrpSpPr>
                <p:grpSpPr>
                  <a:xfrm>
                    <a:off x="4294575" y="2066939"/>
                    <a:ext cx="120327" cy="3190837"/>
                    <a:chOff x="4243432" y="2066939"/>
                    <a:chExt cx="170421" cy="3190837"/>
                  </a:xfrm>
                </p:grpSpPr>
                <p:sp>
                  <p:nvSpPr>
                    <p:cNvPr id="31" name="Line 49">
                      <a:extLst>
                        <a:ext uri="{FF2B5EF4-FFF2-40B4-BE49-F238E27FC236}">
                          <a16:creationId xmlns:a16="http://schemas.microsoft.com/office/drawing/2014/main" id="{9695CA0B-C699-1420-2B2E-CC48E18A3218}"/>
                        </a:ext>
                      </a:extLst>
                    </p:cNvPr>
                    <p:cNvSpPr>
                      <a:spLocks noChangeShapeType="1"/>
                    </p:cNvSpPr>
                    <p:nvPr/>
                  </p:nvSpPr>
                  <p:spPr bwMode="auto">
                    <a:xfrm>
                      <a:off x="4243432" y="5257776"/>
                      <a:ext cx="147572"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87392" name="Line 49">
                      <a:extLst>
                        <a:ext uri="{FF2B5EF4-FFF2-40B4-BE49-F238E27FC236}">
                          <a16:creationId xmlns:a16="http://schemas.microsoft.com/office/drawing/2014/main" id="{083565BB-9386-A56A-0936-0C4050A56E34}"/>
                        </a:ext>
                      </a:extLst>
                    </p:cNvPr>
                    <p:cNvSpPr>
                      <a:spLocks noChangeShapeType="1"/>
                    </p:cNvSpPr>
                    <p:nvPr/>
                  </p:nvSpPr>
                  <p:spPr bwMode="auto">
                    <a:xfrm>
                      <a:off x="4243432" y="4725969"/>
                      <a:ext cx="158634"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87393" name="Line 49">
                      <a:extLst>
                        <a:ext uri="{FF2B5EF4-FFF2-40B4-BE49-F238E27FC236}">
                          <a16:creationId xmlns:a16="http://schemas.microsoft.com/office/drawing/2014/main" id="{EB046857-8AE8-77B7-3EA0-22E79C5FA4C8}"/>
                        </a:ext>
                      </a:extLst>
                    </p:cNvPr>
                    <p:cNvSpPr>
                      <a:spLocks noChangeShapeType="1"/>
                    </p:cNvSpPr>
                    <p:nvPr/>
                  </p:nvSpPr>
                  <p:spPr bwMode="auto">
                    <a:xfrm>
                      <a:off x="4243432" y="4194163"/>
                      <a:ext cx="158634"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87395" name="Line 49">
                      <a:extLst>
                        <a:ext uri="{FF2B5EF4-FFF2-40B4-BE49-F238E27FC236}">
                          <a16:creationId xmlns:a16="http://schemas.microsoft.com/office/drawing/2014/main" id="{76798925-148C-4DDB-D255-023669BBB843}"/>
                        </a:ext>
                      </a:extLst>
                    </p:cNvPr>
                    <p:cNvSpPr>
                      <a:spLocks noChangeShapeType="1"/>
                    </p:cNvSpPr>
                    <p:nvPr/>
                  </p:nvSpPr>
                  <p:spPr bwMode="auto">
                    <a:xfrm>
                      <a:off x="4243432" y="3130551"/>
                      <a:ext cx="158634"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87396" name="Line 49">
                      <a:extLst>
                        <a:ext uri="{FF2B5EF4-FFF2-40B4-BE49-F238E27FC236}">
                          <a16:creationId xmlns:a16="http://schemas.microsoft.com/office/drawing/2014/main" id="{57D764A7-DF10-C87C-EA21-DC2D362CB8AA}"/>
                        </a:ext>
                      </a:extLst>
                    </p:cNvPr>
                    <p:cNvSpPr>
                      <a:spLocks noChangeShapeType="1"/>
                    </p:cNvSpPr>
                    <p:nvPr/>
                  </p:nvSpPr>
                  <p:spPr bwMode="auto">
                    <a:xfrm>
                      <a:off x="4243439" y="2066939"/>
                      <a:ext cx="170414"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87397" name="Line 49">
                      <a:extLst>
                        <a:ext uri="{FF2B5EF4-FFF2-40B4-BE49-F238E27FC236}">
                          <a16:creationId xmlns:a16="http://schemas.microsoft.com/office/drawing/2014/main" id="{698AFEE8-2B7C-F3E4-D345-4920E462149D}"/>
                        </a:ext>
                      </a:extLst>
                    </p:cNvPr>
                    <p:cNvSpPr>
                      <a:spLocks noChangeShapeType="1"/>
                    </p:cNvSpPr>
                    <p:nvPr/>
                  </p:nvSpPr>
                  <p:spPr bwMode="auto">
                    <a:xfrm>
                      <a:off x="4243432" y="2598745"/>
                      <a:ext cx="158634"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87398" name="Line 49">
                      <a:extLst>
                        <a:ext uri="{FF2B5EF4-FFF2-40B4-BE49-F238E27FC236}">
                          <a16:creationId xmlns:a16="http://schemas.microsoft.com/office/drawing/2014/main" id="{8F349F63-3E07-F06F-7244-E79DBCF5FCA4}"/>
                        </a:ext>
                      </a:extLst>
                    </p:cNvPr>
                    <p:cNvSpPr>
                      <a:spLocks noChangeShapeType="1"/>
                    </p:cNvSpPr>
                    <p:nvPr/>
                  </p:nvSpPr>
                  <p:spPr bwMode="auto">
                    <a:xfrm>
                      <a:off x="4243432" y="3662357"/>
                      <a:ext cx="158634"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19" name="Группа 18">
                    <a:extLst>
                      <a:ext uri="{FF2B5EF4-FFF2-40B4-BE49-F238E27FC236}">
                        <a16:creationId xmlns:a16="http://schemas.microsoft.com/office/drawing/2014/main" id="{9AF3A352-7380-D050-5E6C-4DF2A1045C55}"/>
                      </a:ext>
                    </a:extLst>
                  </p:cNvPr>
                  <p:cNvGrpSpPr/>
                  <p:nvPr/>
                </p:nvGrpSpPr>
                <p:grpSpPr>
                  <a:xfrm>
                    <a:off x="4693922" y="5405152"/>
                    <a:ext cx="7013743" cy="74751"/>
                    <a:chOff x="4693922" y="5911880"/>
                    <a:chExt cx="7013743" cy="112006"/>
                  </a:xfrm>
                </p:grpSpPr>
                <p:sp>
                  <p:nvSpPr>
                    <p:cNvPr id="20" name="Line 49">
                      <a:extLst>
                        <a:ext uri="{FF2B5EF4-FFF2-40B4-BE49-F238E27FC236}">
                          <a16:creationId xmlns:a16="http://schemas.microsoft.com/office/drawing/2014/main" id="{F20EC0BF-A05A-4142-A66B-823CF6928604}"/>
                        </a:ext>
                      </a:extLst>
                    </p:cNvPr>
                    <p:cNvSpPr>
                      <a:spLocks noChangeShapeType="1"/>
                    </p:cNvSpPr>
                    <p:nvPr/>
                  </p:nvSpPr>
                  <p:spPr bwMode="auto">
                    <a:xfrm rot="16200000">
                      <a:off x="8846163" y="5967883"/>
                      <a:ext cx="112006"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21" name="Line 49">
                      <a:extLst>
                        <a:ext uri="{FF2B5EF4-FFF2-40B4-BE49-F238E27FC236}">
                          <a16:creationId xmlns:a16="http://schemas.microsoft.com/office/drawing/2014/main" id="{0EAEE75B-5710-6F60-0370-F81ED16E35E1}"/>
                        </a:ext>
                      </a:extLst>
                    </p:cNvPr>
                    <p:cNvSpPr>
                      <a:spLocks noChangeShapeType="1"/>
                    </p:cNvSpPr>
                    <p:nvPr/>
                  </p:nvSpPr>
                  <p:spPr bwMode="auto">
                    <a:xfrm rot="16200000">
                      <a:off x="8144789" y="5967883"/>
                      <a:ext cx="112006"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22" name="Line 49">
                      <a:extLst>
                        <a:ext uri="{FF2B5EF4-FFF2-40B4-BE49-F238E27FC236}">
                          <a16:creationId xmlns:a16="http://schemas.microsoft.com/office/drawing/2014/main" id="{1951060A-7508-28CC-0E81-31F119AB8AC7}"/>
                        </a:ext>
                      </a:extLst>
                    </p:cNvPr>
                    <p:cNvSpPr>
                      <a:spLocks noChangeShapeType="1"/>
                    </p:cNvSpPr>
                    <p:nvPr/>
                  </p:nvSpPr>
                  <p:spPr bwMode="auto">
                    <a:xfrm rot="16200000">
                      <a:off x="7443415" y="5967883"/>
                      <a:ext cx="112006"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23" name="Line 49">
                      <a:extLst>
                        <a:ext uri="{FF2B5EF4-FFF2-40B4-BE49-F238E27FC236}">
                          <a16:creationId xmlns:a16="http://schemas.microsoft.com/office/drawing/2014/main" id="{BAFFA254-505F-C79C-8B54-6CB7B076B41C}"/>
                        </a:ext>
                      </a:extLst>
                    </p:cNvPr>
                    <p:cNvSpPr>
                      <a:spLocks noChangeShapeType="1"/>
                    </p:cNvSpPr>
                    <p:nvPr/>
                  </p:nvSpPr>
                  <p:spPr bwMode="auto">
                    <a:xfrm rot="16200000">
                      <a:off x="6040667" y="5967883"/>
                      <a:ext cx="112006"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24" name="Line 49">
                      <a:extLst>
                        <a:ext uri="{FF2B5EF4-FFF2-40B4-BE49-F238E27FC236}">
                          <a16:creationId xmlns:a16="http://schemas.microsoft.com/office/drawing/2014/main" id="{A0F8DD41-DD06-9E6D-A9F2-A65E35AE4F55}"/>
                        </a:ext>
                      </a:extLst>
                    </p:cNvPr>
                    <p:cNvSpPr>
                      <a:spLocks noChangeShapeType="1"/>
                    </p:cNvSpPr>
                    <p:nvPr/>
                  </p:nvSpPr>
                  <p:spPr bwMode="auto">
                    <a:xfrm rot="16200000">
                      <a:off x="4637919" y="5967883"/>
                      <a:ext cx="112005"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25" name="Line 49">
                      <a:extLst>
                        <a:ext uri="{FF2B5EF4-FFF2-40B4-BE49-F238E27FC236}">
                          <a16:creationId xmlns:a16="http://schemas.microsoft.com/office/drawing/2014/main" id="{B24B067F-711D-B25D-977D-62EF8FC2DAD7}"/>
                        </a:ext>
                      </a:extLst>
                    </p:cNvPr>
                    <p:cNvSpPr>
                      <a:spLocks noChangeShapeType="1"/>
                    </p:cNvSpPr>
                    <p:nvPr/>
                  </p:nvSpPr>
                  <p:spPr bwMode="auto">
                    <a:xfrm rot="16200000">
                      <a:off x="5339293" y="5967883"/>
                      <a:ext cx="112006"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26" name="Line 49">
                      <a:extLst>
                        <a:ext uri="{FF2B5EF4-FFF2-40B4-BE49-F238E27FC236}">
                          <a16:creationId xmlns:a16="http://schemas.microsoft.com/office/drawing/2014/main" id="{E8BB0092-A954-0442-ADC4-BACB5FDFF1B5}"/>
                        </a:ext>
                      </a:extLst>
                    </p:cNvPr>
                    <p:cNvSpPr>
                      <a:spLocks noChangeShapeType="1"/>
                    </p:cNvSpPr>
                    <p:nvPr/>
                  </p:nvSpPr>
                  <p:spPr bwMode="auto">
                    <a:xfrm rot="16200000">
                      <a:off x="6742041" y="5967883"/>
                      <a:ext cx="112006"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27" name="Line 49">
                      <a:extLst>
                        <a:ext uri="{FF2B5EF4-FFF2-40B4-BE49-F238E27FC236}">
                          <a16:creationId xmlns:a16="http://schemas.microsoft.com/office/drawing/2014/main" id="{7D7640E2-DC80-E255-8E0B-E1D1BC93859A}"/>
                        </a:ext>
                      </a:extLst>
                    </p:cNvPr>
                    <p:cNvSpPr>
                      <a:spLocks noChangeShapeType="1"/>
                    </p:cNvSpPr>
                    <p:nvPr/>
                  </p:nvSpPr>
                  <p:spPr bwMode="auto">
                    <a:xfrm rot="16200000">
                      <a:off x="9547537" y="5967883"/>
                      <a:ext cx="112006"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28" name="Line 49">
                      <a:extLst>
                        <a:ext uri="{FF2B5EF4-FFF2-40B4-BE49-F238E27FC236}">
                          <a16:creationId xmlns:a16="http://schemas.microsoft.com/office/drawing/2014/main" id="{906C9CDB-4650-F0A1-85D1-AD29FE9844F3}"/>
                        </a:ext>
                      </a:extLst>
                    </p:cNvPr>
                    <p:cNvSpPr>
                      <a:spLocks noChangeShapeType="1"/>
                    </p:cNvSpPr>
                    <p:nvPr/>
                  </p:nvSpPr>
                  <p:spPr bwMode="auto">
                    <a:xfrm rot="16200000">
                      <a:off x="10248911" y="5967883"/>
                      <a:ext cx="112006"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29" name="Line 49">
                      <a:extLst>
                        <a:ext uri="{FF2B5EF4-FFF2-40B4-BE49-F238E27FC236}">
                          <a16:creationId xmlns:a16="http://schemas.microsoft.com/office/drawing/2014/main" id="{D0A0DFF6-F285-8D54-A51B-2652C272EB9F}"/>
                        </a:ext>
                      </a:extLst>
                    </p:cNvPr>
                    <p:cNvSpPr>
                      <a:spLocks noChangeShapeType="1"/>
                    </p:cNvSpPr>
                    <p:nvPr/>
                  </p:nvSpPr>
                  <p:spPr bwMode="auto">
                    <a:xfrm rot="16200000">
                      <a:off x="11651662" y="5967883"/>
                      <a:ext cx="112006"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30" name="Line 49">
                      <a:extLst>
                        <a:ext uri="{FF2B5EF4-FFF2-40B4-BE49-F238E27FC236}">
                          <a16:creationId xmlns:a16="http://schemas.microsoft.com/office/drawing/2014/main" id="{102568D8-E13B-5258-2B4F-499313B6C20E}"/>
                        </a:ext>
                      </a:extLst>
                    </p:cNvPr>
                    <p:cNvSpPr>
                      <a:spLocks noChangeShapeType="1"/>
                    </p:cNvSpPr>
                    <p:nvPr/>
                  </p:nvSpPr>
                  <p:spPr bwMode="auto">
                    <a:xfrm rot="16200000">
                      <a:off x="10950285" y="5967883"/>
                      <a:ext cx="112006"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grpSp>
        </p:grpSp>
        <p:sp>
          <p:nvSpPr>
            <p:cNvPr id="187425" name="TextBox 187424">
              <a:extLst>
                <a:ext uri="{FF2B5EF4-FFF2-40B4-BE49-F238E27FC236}">
                  <a16:creationId xmlns:a16="http://schemas.microsoft.com/office/drawing/2014/main" id="{646F63F8-525E-9454-117B-9360A4CBD826}"/>
                </a:ext>
              </a:extLst>
            </p:cNvPr>
            <p:cNvSpPr txBox="1"/>
            <p:nvPr/>
          </p:nvSpPr>
          <p:spPr>
            <a:xfrm>
              <a:off x="4763981" y="4721228"/>
              <a:ext cx="6934683"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5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Период наблюдения (годы)</a:t>
              </a:r>
            </a:p>
          </p:txBody>
        </p:sp>
      </p:grpSp>
      <p:sp>
        <p:nvSpPr>
          <p:cNvPr id="3" name="Объект 19">
            <a:extLst>
              <a:ext uri="{FF2B5EF4-FFF2-40B4-BE49-F238E27FC236}">
                <a16:creationId xmlns:a16="http://schemas.microsoft.com/office/drawing/2014/main" id="{4B7D009A-2A55-406C-627F-7723B8EC6337}"/>
              </a:ext>
            </a:extLst>
          </p:cNvPr>
          <p:cNvSpPr txBox="1">
            <a:spLocks/>
          </p:cNvSpPr>
          <p:nvPr/>
        </p:nvSpPr>
        <p:spPr>
          <a:xfrm>
            <a:off x="958891" y="6131365"/>
            <a:ext cx="8048419" cy="457738"/>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300"/>
              </a:spcBef>
              <a:buFontTx/>
              <a:buNone/>
              <a:defRPr sz="800" kern="1200">
                <a:solidFill>
                  <a:schemeClr val="tx2"/>
                </a:solidFill>
                <a:latin typeface="Calibri" panose="020F0502020204030204" pitchFamily="34" charset="0"/>
                <a:ea typeface="+mn-ea"/>
                <a:cs typeface="Calibri" panose="020F0502020204030204" pitchFamily="34" charset="0"/>
              </a:defRPr>
            </a:lvl1pPr>
            <a:lvl2pPr marL="457200" indent="0" algn="l" defTabSz="914400" rtl="0" eaLnBrk="1" latinLnBrk="0" hangingPunct="1">
              <a:lnSpc>
                <a:spcPct val="110000"/>
              </a:lnSpc>
              <a:spcBef>
                <a:spcPts val="800"/>
              </a:spcBef>
              <a:buFontTx/>
              <a:buNone/>
              <a:defRPr sz="1600" kern="1200">
                <a:solidFill>
                  <a:schemeClr val="tx2"/>
                </a:solidFill>
                <a:latin typeface="Calibri" panose="020F0502020204030204" pitchFamily="34" charset="0"/>
                <a:ea typeface="+mn-ea"/>
                <a:cs typeface="Calibri" panose="020F0502020204030204" pitchFamily="34" charset="0"/>
              </a:defRPr>
            </a:lvl2pPr>
            <a:lvl3pPr marL="914400" indent="0" algn="l" defTabSz="914400" rtl="0" eaLnBrk="1" latinLnBrk="0" hangingPunct="1">
              <a:lnSpc>
                <a:spcPct val="110000"/>
              </a:lnSpc>
              <a:spcBef>
                <a:spcPts val="800"/>
              </a:spcBef>
              <a:buFontTx/>
              <a:buNone/>
              <a:defRPr sz="1400" kern="1200">
                <a:solidFill>
                  <a:schemeClr val="tx2"/>
                </a:solidFill>
                <a:latin typeface="Calibri" panose="020F0502020204030204" pitchFamily="34" charset="0"/>
                <a:ea typeface="+mn-ea"/>
                <a:cs typeface="Calibri" panose="020F0502020204030204" pitchFamily="34" charset="0"/>
              </a:defRPr>
            </a:lvl3pPr>
            <a:lvl4pPr marL="1371600" indent="0" algn="l" defTabSz="914400" rtl="0" eaLnBrk="1" latinLnBrk="0" hangingPunct="1">
              <a:lnSpc>
                <a:spcPct val="110000"/>
              </a:lnSpc>
              <a:spcBef>
                <a:spcPts val="800"/>
              </a:spcBef>
              <a:buFontTx/>
              <a:buNone/>
              <a:defRPr sz="1200" kern="1200">
                <a:solidFill>
                  <a:schemeClr val="tx2"/>
                </a:solidFill>
                <a:latin typeface="Calibri" panose="020F0502020204030204" pitchFamily="34" charset="0"/>
                <a:ea typeface="+mn-ea"/>
                <a:cs typeface="Calibri" panose="020F0502020204030204" pitchFamily="34" charset="0"/>
              </a:defRPr>
            </a:lvl4pPr>
            <a:lvl5pPr marL="1828800" indent="0" algn="l" defTabSz="914400" rtl="0" eaLnBrk="1" latinLnBrk="0" hangingPunct="1">
              <a:lnSpc>
                <a:spcPct val="110000"/>
              </a:lnSpc>
              <a:spcBef>
                <a:spcPts val="800"/>
              </a:spcBef>
              <a:buFontTx/>
              <a:buNone/>
              <a:defRPr sz="1200" kern="1200">
                <a:solidFill>
                  <a:schemeClr val="tx2"/>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АГ</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 артериальная гипертензия,  </a:t>
            </a: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ДИ </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доверительный интервал, </a:t>
            </a: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ОР</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 отношение рисков, </a:t>
            </a: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ССО</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 сердечно-сосудистые осложнения</a:t>
            </a:r>
            <a:endParaRPr kumimoji="0" lang="en-US"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endParaRPr>
          </a:p>
          <a:p>
            <a:pPr marL="0" marR="0" lvl="0" indent="0" algn="l" defTabSz="914400" rtl="0" eaLnBrk="1" fontAlgn="auto" latinLnBrk="0" hangingPunct="1">
              <a:lnSpc>
                <a:spcPct val="100000"/>
              </a:lnSpc>
              <a:spcBef>
                <a:spcPts val="300"/>
              </a:spcBef>
              <a:spcAft>
                <a:spcPts val="0"/>
              </a:spcAft>
              <a:buClrTx/>
              <a:buSzTx/>
              <a:buFontTx/>
              <a:buNone/>
              <a:tabLst/>
              <a:defRPr/>
            </a:pP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a:t>
            </a:r>
            <a:endParaRPr kumimoji="0" lang="en-US"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endParaRPr>
          </a:p>
        </p:txBody>
      </p:sp>
      <p:sp>
        <p:nvSpPr>
          <p:cNvPr id="187432" name="Заголовок 3">
            <a:extLst>
              <a:ext uri="{FF2B5EF4-FFF2-40B4-BE49-F238E27FC236}">
                <a16:creationId xmlns:a16="http://schemas.microsoft.com/office/drawing/2014/main" id="{0925287D-89E9-7DEF-913E-D787535D5077}"/>
              </a:ext>
            </a:extLst>
          </p:cNvPr>
          <p:cNvSpPr txBox="1">
            <a:spLocks/>
          </p:cNvSpPr>
          <p:nvPr/>
        </p:nvSpPr>
        <p:spPr>
          <a:xfrm>
            <a:off x="911225" y="497766"/>
            <a:ext cx="10909300" cy="783083"/>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ru-RU" sz="2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Исследование TIME: кумулятивные кривые Каплана-Мейера риска ССО в зависимости от режима лечения АГ</a:t>
            </a:r>
          </a:p>
        </p:txBody>
      </p:sp>
      <p:sp>
        <p:nvSpPr>
          <p:cNvPr id="68" name="TextBox 67">
            <a:extLst>
              <a:ext uri="{FF2B5EF4-FFF2-40B4-BE49-F238E27FC236}">
                <a16:creationId xmlns:a16="http://schemas.microsoft.com/office/drawing/2014/main" id="{E5102BE5-30D7-4D1A-BB61-4E069B31ED88}"/>
              </a:ext>
            </a:extLst>
          </p:cNvPr>
          <p:cNvSpPr txBox="1"/>
          <p:nvPr/>
        </p:nvSpPr>
        <p:spPr>
          <a:xfrm>
            <a:off x="403761" y="6497999"/>
            <a:ext cx="9958060" cy="285555"/>
          </a:xfrm>
          <a:prstGeom prst="rect">
            <a:avLst/>
          </a:prstGeom>
          <a:noFill/>
        </p:spPr>
        <p:txBody>
          <a:bodyPr wrap="square" anchor="b">
            <a:noAutofit/>
          </a:bodyPr>
          <a:lstStyle/>
          <a:p>
            <a:pPr marL="36000" marR="0" lvl="0" indent="-36000" algn="l" defTabSz="914400" rtl="0" eaLnBrk="1" fontAlgn="auto" latinLnBrk="0" hangingPunct="1">
              <a:lnSpc>
                <a:spcPct val="100000"/>
              </a:lnSpc>
              <a:spcBef>
                <a:spcPts val="0"/>
              </a:spcBef>
              <a:spcAft>
                <a:spcPts val="0"/>
              </a:spcAft>
              <a:buClrTx/>
              <a:buSzTx/>
              <a:buFontTx/>
              <a:buAutoNum type="arabicPeriod"/>
              <a:tabLst/>
              <a:defRPr/>
            </a:pPr>
            <a:r>
              <a:rPr kumimoji="0" lang="da-DK" sz="700" b="0" i="0" u="none" strike="noStrike" kern="120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Mackenzie IS, at </a:t>
            </a:r>
            <a:r>
              <a:rPr lang="da-DK" sz="700" dirty="0">
                <a:solidFill>
                  <a:srgbClr val="FFFFFF">
                    <a:lumMod val="50000"/>
                  </a:srgbClr>
                </a:solidFill>
                <a:latin typeface="Arial" panose="020B0604020202020204" pitchFamily="34" charset="0"/>
                <a:cs typeface="Arial" panose="020B0604020202020204" pitchFamily="34" charset="0"/>
              </a:rPr>
              <a:t>a</a:t>
            </a:r>
            <a:r>
              <a:rPr kumimoji="0" lang="da-DK" sz="700" b="0" i="0" u="none" strike="noStrike" kern="120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l; TIME Study Group.Lancet. 2022 </a:t>
            </a:r>
            <a:r>
              <a:rPr kumimoji="0" lang="da-DK" sz="700" b="0" i="0" u="none" strike="noStrike" kern="1200" cap="none" spc="0" normalizeH="0" baseline="0" noProof="0" dirty="0" err="1">
                <a:ln>
                  <a:noFill/>
                </a:ln>
                <a:solidFill>
                  <a:srgbClr val="FFFFFF">
                    <a:lumMod val="50000"/>
                  </a:srgbClr>
                </a:solidFill>
                <a:effectLst/>
                <a:uLnTx/>
                <a:uFillTx/>
                <a:latin typeface="Arial" panose="020B0604020202020204" pitchFamily="34" charset="0"/>
                <a:ea typeface="+mn-ea"/>
                <a:cs typeface="Arial" panose="020B0604020202020204" pitchFamily="34" charset="0"/>
              </a:rPr>
              <a:t>Oct</a:t>
            </a:r>
            <a:r>
              <a:rPr kumimoji="0" lang="da-DK" sz="700" b="0" i="0" u="none" strike="noStrike" kern="120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 22;400(10361):1417-1425. </a:t>
            </a:r>
            <a:r>
              <a:rPr kumimoji="0" lang="da-DK" sz="700" b="0" i="0" u="none" strike="noStrike" kern="1200" cap="none" spc="0" normalizeH="0" baseline="0" noProof="0" dirty="0" err="1">
                <a:ln>
                  <a:noFill/>
                </a:ln>
                <a:solidFill>
                  <a:srgbClr val="FFFFFF">
                    <a:lumMod val="50000"/>
                  </a:srgbClr>
                </a:solidFill>
                <a:effectLst/>
                <a:uLnTx/>
                <a:uFillTx/>
                <a:latin typeface="Arial" panose="020B0604020202020204" pitchFamily="34" charset="0"/>
                <a:ea typeface="+mn-ea"/>
                <a:cs typeface="Arial" panose="020B0604020202020204" pitchFamily="34" charset="0"/>
              </a:rPr>
              <a:t>doi</a:t>
            </a:r>
            <a:r>
              <a:rPr kumimoji="0" lang="da-DK" sz="700" b="0" i="0" u="none" strike="noStrike" kern="120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 10.1016/S0140-6736(22)01786-X..</a:t>
            </a:r>
          </a:p>
        </p:txBody>
      </p:sp>
    </p:spTree>
    <p:extLst>
      <p:ext uri="{BB962C8B-B14F-4D97-AF65-F5344CB8AC3E}">
        <p14:creationId xmlns:p14="http://schemas.microsoft.com/office/powerpoint/2010/main" val="242601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78073-D680-E7F4-2A96-AAB981427774}"/>
            </a:ext>
          </a:extLst>
        </p:cNvPr>
        <p:cNvGrpSpPr/>
        <p:nvPr/>
      </p:nvGrpSpPr>
      <p:grpSpPr>
        <a:xfrm>
          <a:off x="0" y="0"/>
          <a:ext cx="0" cy="0"/>
          <a:chOff x="0" y="0"/>
          <a:chExt cx="0" cy="0"/>
        </a:xfrm>
      </p:grpSpPr>
      <p:sp>
        <p:nvSpPr>
          <p:cNvPr id="37" name="Title 1">
            <a:extLst>
              <a:ext uri="{FF2B5EF4-FFF2-40B4-BE49-F238E27FC236}">
                <a16:creationId xmlns:a16="http://schemas.microsoft.com/office/drawing/2014/main" id="{4E97C670-2D0A-19CA-7B3E-27D405837D41}"/>
              </a:ext>
            </a:extLst>
          </p:cNvPr>
          <p:cNvSpPr txBox="1">
            <a:spLocks/>
          </p:cNvSpPr>
          <p:nvPr/>
        </p:nvSpPr>
        <p:spPr>
          <a:xfrm>
            <a:off x="384694" y="294468"/>
            <a:ext cx="11338560" cy="768263"/>
          </a:xfrm>
          <a:prstGeom prst="rect">
            <a:avLst/>
          </a:prstGeom>
        </p:spPr>
        <p:txBody>
          <a:bodyPr lIns="91440" tIns="45720" rIns="91440" bIns="45720" anchor="b" anchorCtr="0"/>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ru-RU" sz="2800" b="1" i="0" u="none" strike="noStrike" kern="1200" cap="none" spc="0" normalizeH="0" baseline="0" noProof="0" dirty="0">
                <a:ln>
                  <a:noFill/>
                </a:ln>
                <a:solidFill>
                  <a:srgbClr val="2B3A42"/>
                </a:solidFill>
                <a:effectLst/>
                <a:uLnTx/>
                <a:uFillTx/>
                <a:latin typeface="Arial" panose="020B0604020202020204"/>
                <a:ea typeface="+mj-ea"/>
                <a:cs typeface="+mj-cs"/>
              </a:rPr>
              <a:t>Крупные РКИ 2018–2025 опровергают тезис о преимуществе вечернего приёма антигипертензивных препаратов</a:t>
            </a:r>
            <a:r>
              <a:rPr kumimoji="0" lang="en-US" sz="2800" b="1" i="0" u="none" strike="noStrike" kern="1200" cap="none" spc="0" normalizeH="0" baseline="30000" noProof="0" dirty="0">
                <a:ln>
                  <a:noFill/>
                </a:ln>
                <a:solidFill>
                  <a:srgbClr val="2B3A42"/>
                </a:solidFill>
                <a:effectLst/>
                <a:uLnTx/>
                <a:uFillTx/>
                <a:latin typeface="Arial" panose="020B0604020202020204"/>
                <a:ea typeface="+mj-ea"/>
                <a:cs typeface="+mj-cs"/>
              </a:rPr>
              <a:t>1-6</a:t>
            </a:r>
          </a:p>
        </p:txBody>
      </p:sp>
      <p:cxnSp>
        <p:nvCxnSpPr>
          <p:cNvPr id="38" name="Straight Connector 37">
            <a:extLst>
              <a:ext uri="{FF2B5EF4-FFF2-40B4-BE49-F238E27FC236}">
                <a16:creationId xmlns:a16="http://schemas.microsoft.com/office/drawing/2014/main" id="{B1BBFB19-6697-E239-8FF0-597F6980D66C}"/>
              </a:ext>
            </a:extLst>
          </p:cNvPr>
          <p:cNvCxnSpPr>
            <a:cxnSpLocks/>
          </p:cNvCxnSpPr>
          <p:nvPr/>
        </p:nvCxnSpPr>
        <p:spPr>
          <a:xfrm>
            <a:off x="501537" y="1103767"/>
            <a:ext cx="3458398" cy="0"/>
          </a:xfrm>
          <a:prstGeom prst="line">
            <a:avLst/>
          </a:prstGeom>
          <a:noFill/>
          <a:ln w="76200" cap="rnd" cmpd="sng" algn="ctr">
            <a:solidFill>
              <a:srgbClr val="00BFB3"/>
            </a:solidFill>
            <a:prstDash val="solid"/>
            <a:miter lim="800000"/>
          </a:ln>
          <a:effectLst/>
        </p:spPr>
      </p:cxnSp>
      <p:grpSp>
        <p:nvGrpSpPr>
          <p:cNvPr id="40" name="Group 39">
            <a:extLst>
              <a:ext uri="{FF2B5EF4-FFF2-40B4-BE49-F238E27FC236}">
                <a16:creationId xmlns:a16="http://schemas.microsoft.com/office/drawing/2014/main" id="{50302287-8E6F-86D0-D5F7-D740632ABAEF}"/>
              </a:ext>
            </a:extLst>
          </p:cNvPr>
          <p:cNvGrpSpPr/>
          <p:nvPr/>
        </p:nvGrpSpPr>
        <p:grpSpPr>
          <a:xfrm>
            <a:off x="501538" y="1657777"/>
            <a:ext cx="3458396" cy="164665"/>
            <a:chOff x="586326" y="2778901"/>
            <a:chExt cx="11029759" cy="317051"/>
          </a:xfrm>
        </p:grpSpPr>
        <p:sp>
          <p:nvSpPr>
            <p:cNvPr id="41" name="Isosceles Triangle 7">
              <a:extLst>
                <a:ext uri="{FF2B5EF4-FFF2-40B4-BE49-F238E27FC236}">
                  <a16:creationId xmlns:a16="http://schemas.microsoft.com/office/drawing/2014/main" id="{998F39F5-E0DD-EB3F-2DC6-C77268E65908}"/>
                </a:ext>
              </a:extLst>
            </p:cNvPr>
            <p:cNvSpPr/>
            <p:nvPr/>
          </p:nvSpPr>
          <p:spPr>
            <a:xfrm rot="10800000">
              <a:off x="5374923" y="2796854"/>
              <a:ext cx="1429542" cy="299098"/>
            </a:xfrm>
            <a:custGeom>
              <a:avLst/>
              <a:gdLst>
                <a:gd name="connsiteX0" fmla="*/ 0 w 1079064"/>
                <a:gd name="connsiteY0" fmla="*/ 581889 h 581889"/>
                <a:gd name="connsiteX1" fmla="*/ 539532 w 1079064"/>
                <a:gd name="connsiteY1" fmla="*/ 0 h 581889"/>
                <a:gd name="connsiteX2" fmla="*/ 1079064 w 1079064"/>
                <a:gd name="connsiteY2" fmla="*/ 581889 h 581889"/>
                <a:gd name="connsiteX3" fmla="*/ 0 w 1079064"/>
                <a:gd name="connsiteY3" fmla="*/ 581889 h 581889"/>
                <a:gd name="connsiteX0" fmla="*/ 0 w 1079064"/>
                <a:gd name="connsiteY0" fmla="*/ 581889 h 591462"/>
                <a:gd name="connsiteX1" fmla="*/ 539532 w 1079064"/>
                <a:gd name="connsiteY1" fmla="*/ 0 h 591462"/>
                <a:gd name="connsiteX2" fmla="*/ 1079064 w 1079064"/>
                <a:gd name="connsiteY2" fmla="*/ 581889 h 591462"/>
                <a:gd name="connsiteX3" fmla="*/ 547347 w 1079064"/>
                <a:gd name="connsiteY3" fmla="*/ 591462 h 591462"/>
                <a:gd name="connsiteX4" fmla="*/ 0 w 1079064"/>
                <a:gd name="connsiteY4" fmla="*/ 581889 h 591462"/>
                <a:gd name="connsiteX0" fmla="*/ 547347 w 1079064"/>
                <a:gd name="connsiteY0" fmla="*/ 591462 h 682902"/>
                <a:gd name="connsiteX1" fmla="*/ 0 w 1079064"/>
                <a:gd name="connsiteY1" fmla="*/ 581889 h 682902"/>
                <a:gd name="connsiteX2" fmla="*/ 539532 w 1079064"/>
                <a:gd name="connsiteY2" fmla="*/ 0 h 682902"/>
                <a:gd name="connsiteX3" fmla="*/ 1079064 w 1079064"/>
                <a:gd name="connsiteY3" fmla="*/ 581889 h 682902"/>
                <a:gd name="connsiteX4" fmla="*/ 638787 w 1079064"/>
                <a:gd name="connsiteY4" fmla="*/ 682902 h 682902"/>
                <a:gd name="connsiteX0" fmla="*/ 547347 w 1079064"/>
                <a:gd name="connsiteY0" fmla="*/ 591462 h 591462"/>
                <a:gd name="connsiteX1" fmla="*/ 0 w 1079064"/>
                <a:gd name="connsiteY1" fmla="*/ 581889 h 591462"/>
                <a:gd name="connsiteX2" fmla="*/ 539532 w 1079064"/>
                <a:gd name="connsiteY2" fmla="*/ 0 h 591462"/>
                <a:gd name="connsiteX3" fmla="*/ 1079064 w 1079064"/>
                <a:gd name="connsiteY3" fmla="*/ 581889 h 591462"/>
                <a:gd name="connsiteX0" fmla="*/ 0 w 1079064"/>
                <a:gd name="connsiteY0" fmla="*/ 581889 h 581889"/>
                <a:gd name="connsiteX1" fmla="*/ 539532 w 1079064"/>
                <a:gd name="connsiteY1" fmla="*/ 0 h 581889"/>
                <a:gd name="connsiteX2" fmla="*/ 1079064 w 1079064"/>
                <a:gd name="connsiteY2" fmla="*/ 581889 h 581889"/>
              </a:gdLst>
              <a:ahLst/>
              <a:cxnLst>
                <a:cxn ang="0">
                  <a:pos x="connsiteX0" y="connsiteY0"/>
                </a:cxn>
                <a:cxn ang="0">
                  <a:pos x="connsiteX1" y="connsiteY1"/>
                </a:cxn>
                <a:cxn ang="0">
                  <a:pos x="connsiteX2" y="connsiteY2"/>
                </a:cxn>
              </a:cxnLst>
              <a:rect l="l" t="t" r="r" b="b"/>
              <a:pathLst>
                <a:path w="1079064" h="581889">
                  <a:moveTo>
                    <a:pt x="0" y="581889"/>
                  </a:moveTo>
                  <a:lnTo>
                    <a:pt x="539532" y="0"/>
                  </a:lnTo>
                  <a:lnTo>
                    <a:pt x="1079064" y="581889"/>
                  </a:lnTo>
                </a:path>
              </a:pathLst>
            </a:custGeom>
            <a:noFill/>
            <a:ln w="38100" cap="rnd" cmpd="sng" algn="ctr">
              <a:solidFill>
                <a:srgbClr val="959CA0"/>
              </a:solidFill>
              <a:prstDash val="solid"/>
              <a:round/>
            </a:ln>
            <a:effectLst/>
          </p:spPr>
          <p:txBody>
            <a:bodyPr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cxnSp>
          <p:nvCxnSpPr>
            <p:cNvPr id="42" name="Straight Connector 41">
              <a:extLst>
                <a:ext uri="{FF2B5EF4-FFF2-40B4-BE49-F238E27FC236}">
                  <a16:creationId xmlns:a16="http://schemas.microsoft.com/office/drawing/2014/main" id="{8BE57F41-41B6-D187-B127-FBD91BBDED37}"/>
                </a:ext>
              </a:extLst>
            </p:cNvPr>
            <p:cNvCxnSpPr>
              <a:cxnSpLocks/>
              <a:endCxn id="41" idx="2"/>
            </p:cNvCxnSpPr>
            <p:nvPr/>
          </p:nvCxnSpPr>
          <p:spPr>
            <a:xfrm>
              <a:off x="586326" y="2778901"/>
              <a:ext cx="4788597" cy="17953"/>
            </a:xfrm>
            <a:prstGeom prst="line">
              <a:avLst/>
            </a:prstGeom>
            <a:noFill/>
            <a:ln w="38100" cap="rnd" cmpd="sng" algn="ctr">
              <a:solidFill>
                <a:srgbClr val="959CA0"/>
              </a:solidFill>
              <a:prstDash val="solid"/>
              <a:miter lim="800000"/>
            </a:ln>
            <a:effectLst/>
          </p:spPr>
        </p:cxnSp>
        <p:cxnSp>
          <p:nvCxnSpPr>
            <p:cNvPr id="43" name="Straight Connector 42">
              <a:extLst>
                <a:ext uri="{FF2B5EF4-FFF2-40B4-BE49-F238E27FC236}">
                  <a16:creationId xmlns:a16="http://schemas.microsoft.com/office/drawing/2014/main" id="{6F6FBF1E-29E5-83BF-F448-200A3296F8F5}"/>
                </a:ext>
              </a:extLst>
            </p:cNvPr>
            <p:cNvCxnSpPr>
              <a:cxnSpLocks/>
              <a:stCxn id="41" idx="0"/>
            </p:cNvCxnSpPr>
            <p:nvPr/>
          </p:nvCxnSpPr>
          <p:spPr>
            <a:xfrm flipV="1">
              <a:off x="6804465" y="2789926"/>
              <a:ext cx="4811620" cy="6928"/>
            </a:xfrm>
            <a:prstGeom prst="line">
              <a:avLst/>
            </a:prstGeom>
            <a:noFill/>
            <a:ln w="38100" cap="rnd" cmpd="sng" algn="ctr">
              <a:solidFill>
                <a:srgbClr val="959CA0"/>
              </a:solidFill>
              <a:prstDash val="solid"/>
              <a:miter lim="800000"/>
            </a:ln>
            <a:effectLst/>
          </p:spPr>
        </p:cxnSp>
      </p:grpSp>
      <p:cxnSp>
        <p:nvCxnSpPr>
          <p:cNvPr id="45" name="Straight Connector 44">
            <a:extLst>
              <a:ext uri="{FF2B5EF4-FFF2-40B4-BE49-F238E27FC236}">
                <a16:creationId xmlns:a16="http://schemas.microsoft.com/office/drawing/2014/main" id="{C6D2681D-687A-E082-52AD-2F1A767276B4}"/>
              </a:ext>
            </a:extLst>
          </p:cNvPr>
          <p:cNvCxnSpPr>
            <a:cxnSpLocks/>
          </p:cNvCxnSpPr>
          <p:nvPr/>
        </p:nvCxnSpPr>
        <p:spPr>
          <a:xfrm>
            <a:off x="496936" y="3773942"/>
            <a:ext cx="11111637" cy="0"/>
          </a:xfrm>
          <a:prstGeom prst="line">
            <a:avLst/>
          </a:prstGeom>
          <a:noFill/>
          <a:ln w="76200" cap="rnd" cmpd="sng" algn="ctr">
            <a:solidFill>
              <a:srgbClr val="00BFB3"/>
            </a:solidFill>
            <a:prstDash val="solid"/>
            <a:miter lim="800000"/>
          </a:ln>
          <a:effectLst/>
        </p:spPr>
      </p:cxnSp>
      <p:sp>
        <p:nvSpPr>
          <p:cNvPr id="48" name="Isosceles Triangle 7">
            <a:extLst>
              <a:ext uri="{FF2B5EF4-FFF2-40B4-BE49-F238E27FC236}">
                <a16:creationId xmlns:a16="http://schemas.microsoft.com/office/drawing/2014/main" id="{8B864B04-31B0-3E87-6B92-133E52E0D563}"/>
              </a:ext>
            </a:extLst>
          </p:cNvPr>
          <p:cNvSpPr/>
          <p:nvPr/>
        </p:nvSpPr>
        <p:spPr>
          <a:xfrm rot="10800000">
            <a:off x="1961796" y="3903398"/>
            <a:ext cx="537881" cy="184289"/>
          </a:xfrm>
          <a:custGeom>
            <a:avLst/>
            <a:gdLst>
              <a:gd name="connsiteX0" fmla="*/ 0 w 1079064"/>
              <a:gd name="connsiteY0" fmla="*/ 581889 h 581889"/>
              <a:gd name="connsiteX1" fmla="*/ 539532 w 1079064"/>
              <a:gd name="connsiteY1" fmla="*/ 0 h 581889"/>
              <a:gd name="connsiteX2" fmla="*/ 1079064 w 1079064"/>
              <a:gd name="connsiteY2" fmla="*/ 581889 h 581889"/>
              <a:gd name="connsiteX3" fmla="*/ 0 w 1079064"/>
              <a:gd name="connsiteY3" fmla="*/ 581889 h 581889"/>
              <a:gd name="connsiteX0" fmla="*/ 0 w 1079064"/>
              <a:gd name="connsiteY0" fmla="*/ 581889 h 591462"/>
              <a:gd name="connsiteX1" fmla="*/ 539532 w 1079064"/>
              <a:gd name="connsiteY1" fmla="*/ 0 h 591462"/>
              <a:gd name="connsiteX2" fmla="*/ 1079064 w 1079064"/>
              <a:gd name="connsiteY2" fmla="*/ 581889 h 591462"/>
              <a:gd name="connsiteX3" fmla="*/ 547347 w 1079064"/>
              <a:gd name="connsiteY3" fmla="*/ 591462 h 591462"/>
              <a:gd name="connsiteX4" fmla="*/ 0 w 1079064"/>
              <a:gd name="connsiteY4" fmla="*/ 581889 h 591462"/>
              <a:gd name="connsiteX0" fmla="*/ 547347 w 1079064"/>
              <a:gd name="connsiteY0" fmla="*/ 591462 h 682902"/>
              <a:gd name="connsiteX1" fmla="*/ 0 w 1079064"/>
              <a:gd name="connsiteY1" fmla="*/ 581889 h 682902"/>
              <a:gd name="connsiteX2" fmla="*/ 539532 w 1079064"/>
              <a:gd name="connsiteY2" fmla="*/ 0 h 682902"/>
              <a:gd name="connsiteX3" fmla="*/ 1079064 w 1079064"/>
              <a:gd name="connsiteY3" fmla="*/ 581889 h 682902"/>
              <a:gd name="connsiteX4" fmla="*/ 638787 w 1079064"/>
              <a:gd name="connsiteY4" fmla="*/ 682902 h 682902"/>
              <a:gd name="connsiteX0" fmla="*/ 547347 w 1079064"/>
              <a:gd name="connsiteY0" fmla="*/ 591462 h 591462"/>
              <a:gd name="connsiteX1" fmla="*/ 0 w 1079064"/>
              <a:gd name="connsiteY1" fmla="*/ 581889 h 591462"/>
              <a:gd name="connsiteX2" fmla="*/ 539532 w 1079064"/>
              <a:gd name="connsiteY2" fmla="*/ 0 h 591462"/>
              <a:gd name="connsiteX3" fmla="*/ 1079064 w 1079064"/>
              <a:gd name="connsiteY3" fmla="*/ 581889 h 591462"/>
              <a:gd name="connsiteX0" fmla="*/ 0 w 1079064"/>
              <a:gd name="connsiteY0" fmla="*/ 581889 h 581889"/>
              <a:gd name="connsiteX1" fmla="*/ 539532 w 1079064"/>
              <a:gd name="connsiteY1" fmla="*/ 0 h 581889"/>
              <a:gd name="connsiteX2" fmla="*/ 1079064 w 1079064"/>
              <a:gd name="connsiteY2" fmla="*/ 581889 h 581889"/>
            </a:gdLst>
            <a:ahLst/>
            <a:cxnLst>
              <a:cxn ang="0">
                <a:pos x="connsiteX0" y="connsiteY0"/>
              </a:cxn>
              <a:cxn ang="0">
                <a:pos x="connsiteX1" y="connsiteY1"/>
              </a:cxn>
              <a:cxn ang="0">
                <a:pos x="connsiteX2" y="connsiteY2"/>
              </a:cxn>
            </a:cxnLst>
            <a:rect l="l" t="t" r="r" b="b"/>
            <a:pathLst>
              <a:path w="1079064" h="581889">
                <a:moveTo>
                  <a:pt x="0" y="581889"/>
                </a:moveTo>
                <a:lnTo>
                  <a:pt x="539532" y="0"/>
                </a:lnTo>
                <a:lnTo>
                  <a:pt x="1079064" y="581889"/>
                </a:lnTo>
              </a:path>
            </a:pathLst>
          </a:custGeom>
          <a:noFill/>
          <a:ln w="76200" cap="rnd" cmpd="sng" algn="ctr">
            <a:solidFill>
              <a:srgbClr val="00BFB3"/>
            </a:solidFill>
            <a:prstDash val="solid"/>
            <a:round/>
          </a:ln>
          <a:effectLst/>
        </p:spPr>
        <p:txBody>
          <a:bodyPr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50" name="Isosceles Triangle 7">
            <a:extLst>
              <a:ext uri="{FF2B5EF4-FFF2-40B4-BE49-F238E27FC236}">
                <a16:creationId xmlns:a16="http://schemas.microsoft.com/office/drawing/2014/main" id="{A1D8780E-E1AE-619F-B4CF-3365A455D7C1}"/>
              </a:ext>
            </a:extLst>
          </p:cNvPr>
          <p:cNvSpPr/>
          <p:nvPr/>
        </p:nvSpPr>
        <p:spPr>
          <a:xfrm rot="10800000">
            <a:off x="5786116" y="3903397"/>
            <a:ext cx="537881" cy="184289"/>
          </a:xfrm>
          <a:custGeom>
            <a:avLst/>
            <a:gdLst>
              <a:gd name="connsiteX0" fmla="*/ 0 w 1079064"/>
              <a:gd name="connsiteY0" fmla="*/ 581889 h 581889"/>
              <a:gd name="connsiteX1" fmla="*/ 539532 w 1079064"/>
              <a:gd name="connsiteY1" fmla="*/ 0 h 581889"/>
              <a:gd name="connsiteX2" fmla="*/ 1079064 w 1079064"/>
              <a:gd name="connsiteY2" fmla="*/ 581889 h 581889"/>
              <a:gd name="connsiteX3" fmla="*/ 0 w 1079064"/>
              <a:gd name="connsiteY3" fmla="*/ 581889 h 581889"/>
              <a:gd name="connsiteX0" fmla="*/ 0 w 1079064"/>
              <a:gd name="connsiteY0" fmla="*/ 581889 h 591462"/>
              <a:gd name="connsiteX1" fmla="*/ 539532 w 1079064"/>
              <a:gd name="connsiteY1" fmla="*/ 0 h 591462"/>
              <a:gd name="connsiteX2" fmla="*/ 1079064 w 1079064"/>
              <a:gd name="connsiteY2" fmla="*/ 581889 h 591462"/>
              <a:gd name="connsiteX3" fmla="*/ 547347 w 1079064"/>
              <a:gd name="connsiteY3" fmla="*/ 591462 h 591462"/>
              <a:gd name="connsiteX4" fmla="*/ 0 w 1079064"/>
              <a:gd name="connsiteY4" fmla="*/ 581889 h 591462"/>
              <a:gd name="connsiteX0" fmla="*/ 547347 w 1079064"/>
              <a:gd name="connsiteY0" fmla="*/ 591462 h 682902"/>
              <a:gd name="connsiteX1" fmla="*/ 0 w 1079064"/>
              <a:gd name="connsiteY1" fmla="*/ 581889 h 682902"/>
              <a:gd name="connsiteX2" fmla="*/ 539532 w 1079064"/>
              <a:gd name="connsiteY2" fmla="*/ 0 h 682902"/>
              <a:gd name="connsiteX3" fmla="*/ 1079064 w 1079064"/>
              <a:gd name="connsiteY3" fmla="*/ 581889 h 682902"/>
              <a:gd name="connsiteX4" fmla="*/ 638787 w 1079064"/>
              <a:gd name="connsiteY4" fmla="*/ 682902 h 682902"/>
              <a:gd name="connsiteX0" fmla="*/ 547347 w 1079064"/>
              <a:gd name="connsiteY0" fmla="*/ 591462 h 591462"/>
              <a:gd name="connsiteX1" fmla="*/ 0 w 1079064"/>
              <a:gd name="connsiteY1" fmla="*/ 581889 h 591462"/>
              <a:gd name="connsiteX2" fmla="*/ 539532 w 1079064"/>
              <a:gd name="connsiteY2" fmla="*/ 0 h 591462"/>
              <a:gd name="connsiteX3" fmla="*/ 1079064 w 1079064"/>
              <a:gd name="connsiteY3" fmla="*/ 581889 h 591462"/>
              <a:gd name="connsiteX0" fmla="*/ 0 w 1079064"/>
              <a:gd name="connsiteY0" fmla="*/ 581889 h 581889"/>
              <a:gd name="connsiteX1" fmla="*/ 539532 w 1079064"/>
              <a:gd name="connsiteY1" fmla="*/ 0 h 581889"/>
              <a:gd name="connsiteX2" fmla="*/ 1079064 w 1079064"/>
              <a:gd name="connsiteY2" fmla="*/ 581889 h 581889"/>
            </a:gdLst>
            <a:ahLst/>
            <a:cxnLst>
              <a:cxn ang="0">
                <a:pos x="connsiteX0" y="connsiteY0"/>
              </a:cxn>
              <a:cxn ang="0">
                <a:pos x="connsiteX1" y="connsiteY1"/>
              </a:cxn>
              <a:cxn ang="0">
                <a:pos x="connsiteX2" y="connsiteY2"/>
              </a:cxn>
            </a:cxnLst>
            <a:rect l="l" t="t" r="r" b="b"/>
            <a:pathLst>
              <a:path w="1079064" h="581889">
                <a:moveTo>
                  <a:pt x="0" y="581889"/>
                </a:moveTo>
                <a:lnTo>
                  <a:pt x="539532" y="0"/>
                </a:lnTo>
                <a:lnTo>
                  <a:pt x="1079064" y="581889"/>
                </a:lnTo>
              </a:path>
            </a:pathLst>
          </a:custGeom>
          <a:noFill/>
          <a:ln w="76200" cap="rnd" cmpd="sng" algn="ctr">
            <a:solidFill>
              <a:srgbClr val="00BFB3"/>
            </a:solidFill>
            <a:prstDash val="solid"/>
            <a:round/>
          </a:ln>
          <a:effectLst/>
        </p:spPr>
        <p:txBody>
          <a:bodyPr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56" name="Isosceles Triangle 7">
            <a:extLst>
              <a:ext uri="{FF2B5EF4-FFF2-40B4-BE49-F238E27FC236}">
                <a16:creationId xmlns:a16="http://schemas.microsoft.com/office/drawing/2014/main" id="{DA70432E-90D2-28E8-6852-17EF0DCD6D97}"/>
              </a:ext>
            </a:extLst>
          </p:cNvPr>
          <p:cNvSpPr/>
          <p:nvPr/>
        </p:nvSpPr>
        <p:spPr>
          <a:xfrm rot="10800000">
            <a:off x="9610435" y="3922479"/>
            <a:ext cx="537881" cy="184289"/>
          </a:xfrm>
          <a:custGeom>
            <a:avLst/>
            <a:gdLst>
              <a:gd name="connsiteX0" fmla="*/ 0 w 1079064"/>
              <a:gd name="connsiteY0" fmla="*/ 581889 h 581889"/>
              <a:gd name="connsiteX1" fmla="*/ 539532 w 1079064"/>
              <a:gd name="connsiteY1" fmla="*/ 0 h 581889"/>
              <a:gd name="connsiteX2" fmla="*/ 1079064 w 1079064"/>
              <a:gd name="connsiteY2" fmla="*/ 581889 h 581889"/>
              <a:gd name="connsiteX3" fmla="*/ 0 w 1079064"/>
              <a:gd name="connsiteY3" fmla="*/ 581889 h 581889"/>
              <a:gd name="connsiteX0" fmla="*/ 0 w 1079064"/>
              <a:gd name="connsiteY0" fmla="*/ 581889 h 591462"/>
              <a:gd name="connsiteX1" fmla="*/ 539532 w 1079064"/>
              <a:gd name="connsiteY1" fmla="*/ 0 h 591462"/>
              <a:gd name="connsiteX2" fmla="*/ 1079064 w 1079064"/>
              <a:gd name="connsiteY2" fmla="*/ 581889 h 591462"/>
              <a:gd name="connsiteX3" fmla="*/ 547347 w 1079064"/>
              <a:gd name="connsiteY3" fmla="*/ 591462 h 591462"/>
              <a:gd name="connsiteX4" fmla="*/ 0 w 1079064"/>
              <a:gd name="connsiteY4" fmla="*/ 581889 h 591462"/>
              <a:gd name="connsiteX0" fmla="*/ 547347 w 1079064"/>
              <a:gd name="connsiteY0" fmla="*/ 591462 h 682902"/>
              <a:gd name="connsiteX1" fmla="*/ 0 w 1079064"/>
              <a:gd name="connsiteY1" fmla="*/ 581889 h 682902"/>
              <a:gd name="connsiteX2" fmla="*/ 539532 w 1079064"/>
              <a:gd name="connsiteY2" fmla="*/ 0 h 682902"/>
              <a:gd name="connsiteX3" fmla="*/ 1079064 w 1079064"/>
              <a:gd name="connsiteY3" fmla="*/ 581889 h 682902"/>
              <a:gd name="connsiteX4" fmla="*/ 638787 w 1079064"/>
              <a:gd name="connsiteY4" fmla="*/ 682902 h 682902"/>
              <a:gd name="connsiteX0" fmla="*/ 547347 w 1079064"/>
              <a:gd name="connsiteY0" fmla="*/ 591462 h 591462"/>
              <a:gd name="connsiteX1" fmla="*/ 0 w 1079064"/>
              <a:gd name="connsiteY1" fmla="*/ 581889 h 591462"/>
              <a:gd name="connsiteX2" fmla="*/ 539532 w 1079064"/>
              <a:gd name="connsiteY2" fmla="*/ 0 h 591462"/>
              <a:gd name="connsiteX3" fmla="*/ 1079064 w 1079064"/>
              <a:gd name="connsiteY3" fmla="*/ 581889 h 591462"/>
              <a:gd name="connsiteX0" fmla="*/ 0 w 1079064"/>
              <a:gd name="connsiteY0" fmla="*/ 581889 h 581889"/>
              <a:gd name="connsiteX1" fmla="*/ 539532 w 1079064"/>
              <a:gd name="connsiteY1" fmla="*/ 0 h 581889"/>
              <a:gd name="connsiteX2" fmla="*/ 1079064 w 1079064"/>
              <a:gd name="connsiteY2" fmla="*/ 581889 h 581889"/>
            </a:gdLst>
            <a:ahLst/>
            <a:cxnLst>
              <a:cxn ang="0">
                <a:pos x="connsiteX0" y="connsiteY0"/>
              </a:cxn>
              <a:cxn ang="0">
                <a:pos x="connsiteX1" y="connsiteY1"/>
              </a:cxn>
              <a:cxn ang="0">
                <a:pos x="connsiteX2" y="connsiteY2"/>
              </a:cxn>
            </a:cxnLst>
            <a:rect l="l" t="t" r="r" b="b"/>
            <a:pathLst>
              <a:path w="1079064" h="581889">
                <a:moveTo>
                  <a:pt x="0" y="581889"/>
                </a:moveTo>
                <a:lnTo>
                  <a:pt x="539532" y="0"/>
                </a:lnTo>
                <a:lnTo>
                  <a:pt x="1079064" y="581889"/>
                </a:lnTo>
              </a:path>
            </a:pathLst>
          </a:custGeom>
          <a:noFill/>
          <a:ln w="76200" cap="rnd" cmpd="sng" algn="ctr">
            <a:solidFill>
              <a:srgbClr val="00BFB3"/>
            </a:solidFill>
            <a:prstDash val="solid"/>
            <a:round/>
          </a:ln>
          <a:effectLst/>
        </p:spPr>
        <p:txBody>
          <a:bodyPr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cxnSp>
        <p:nvCxnSpPr>
          <p:cNvPr id="57" name="Straight Connector 56">
            <a:extLst>
              <a:ext uri="{FF2B5EF4-FFF2-40B4-BE49-F238E27FC236}">
                <a16:creationId xmlns:a16="http://schemas.microsoft.com/office/drawing/2014/main" id="{3B78DE94-AE95-1596-7FDB-CC79F5572B9B}"/>
              </a:ext>
            </a:extLst>
          </p:cNvPr>
          <p:cNvCxnSpPr>
            <a:cxnSpLocks/>
          </p:cNvCxnSpPr>
          <p:nvPr/>
        </p:nvCxnSpPr>
        <p:spPr>
          <a:xfrm>
            <a:off x="4325857" y="1103767"/>
            <a:ext cx="3458398" cy="0"/>
          </a:xfrm>
          <a:prstGeom prst="line">
            <a:avLst/>
          </a:prstGeom>
          <a:noFill/>
          <a:ln w="76200" cap="rnd" cmpd="sng" algn="ctr">
            <a:solidFill>
              <a:srgbClr val="00BFB3"/>
            </a:solidFill>
            <a:prstDash val="solid"/>
            <a:miter lim="800000"/>
          </a:ln>
          <a:effectLst/>
        </p:spPr>
      </p:cxnSp>
      <p:sp>
        <p:nvSpPr>
          <p:cNvPr id="58" name="TextBox 57">
            <a:extLst>
              <a:ext uri="{FF2B5EF4-FFF2-40B4-BE49-F238E27FC236}">
                <a16:creationId xmlns:a16="http://schemas.microsoft.com/office/drawing/2014/main" id="{5B8CCD63-4FB3-4742-B647-C66F0BD5ADF3}"/>
              </a:ext>
            </a:extLst>
          </p:cNvPr>
          <p:cNvSpPr txBox="1"/>
          <p:nvPr/>
        </p:nvSpPr>
        <p:spPr>
          <a:xfrm>
            <a:off x="497427" y="1210496"/>
            <a:ext cx="3458397" cy="541271"/>
          </a:xfrm>
          <a:prstGeom prst="rect">
            <a:avLst/>
          </a:prstGeom>
          <a:noFill/>
          <a:ln w="12700">
            <a:noFill/>
          </a:ln>
        </p:spPr>
        <p:txBody>
          <a:bodyPr vert="horz" wrap="square" lIns="91440" tIns="0" rIns="91440" bIns="0" numCol="1" rtlCol="0" anchor="ctr" anchorCtr="0" compatLnSpc="1">
            <a:prstTxWarp prst="textNoShape">
              <a:avLst/>
            </a:prstTxWarp>
            <a:noAutofit/>
          </a:bodyPr>
          <a:lstStyle/>
          <a:p>
            <a:pPr algn="ctr"/>
            <a:r>
              <a:rPr lang="en-US" b="1" dirty="0">
                <a:solidFill>
                  <a:srgbClr val="00BFB3"/>
                </a:solidFill>
                <a:latin typeface="Arial" panose="020B0604020202020204"/>
              </a:rPr>
              <a:t>HARMONY, 2018</a:t>
            </a:r>
            <a:r>
              <a:rPr lang="en-US" b="1" baseline="30000" dirty="0">
                <a:solidFill>
                  <a:srgbClr val="00BFB3"/>
                </a:solidFill>
                <a:latin typeface="Arial" panose="020B0604020202020204"/>
              </a:rPr>
              <a:t>3</a:t>
            </a:r>
          </a:p>
        </p:txBody>
      </p:sp>
      <p:grpSp>
        <p:nvGrpSpPr>
          <p:cNvPr id="59" name="Group 58">
            <a:extLst>
              <a:ext uri="{FF2B5EF4-FFF2-40B4-BE49-F238E27FC236}">
                <a16:creationId xmlns:a16="http://schemas.microsoft.com/office/drawing/2014/main" id="{F5BE1956-8EFE-220B-978B-920CE0ED89E6}"/>
              </a:ext>
            </a:extLst>
          </p:cNvPr>
          <p:cNvGrpSpPr/>
          <p:nvPr/>
        </p:nvGrpSpPr>
        <p:grpSpPr>
          <a:xfrm>
            <a:off x="4325858" y="1657777"/>
            <a:ext cx="3458396" cy="164665"/>
            <a:chOff x="586326" y="2778901"/>
            <a:chExt cx="11029759" cy="317051"/>
          </a:xfrm>
        </p:grpSpPr>
        <p:sp>
          <p:nvSpPr>
            <p:cNvPr id="60" name="Isosceles Triangle 7">
              <a:extLst>
                <a:ext uri="{FF2B5EF4-FFF2-40B4-BE49-F238E27FC236}">
                  <a16:creationId xmlns:a16="http://schemas.microsoft.com/office/drawing/2014/main" id="{23B5B32C-37D6-C44D-041A-52FD37B3F2AD}"/>
                </a:ext>
              </a:extLst>
            </p:cNvPr>
            <p:cNvSpPr/>
            <p:nvPr/>
          </p:nvSpPr>
          <p:spPr>
            <a:xfrm rot="10800000">
              <a:off x="5374923" y="2796854"/>
              <a:ext cx="1429542" cy="299098"/>
            </a:xfrm>
            <a:custGeom>
              <a:avLst/>
              <a:gdLst>
                <a:gd name="connsiteX0" fmla="*/ 0 w 1079064"/>
                <a:gd name="connsiteY0" fmla="*/ 581889 h 581889"/>
                <a:gd name="connsiteX1" fmla="*/ 539532 w 1079064"/>
                <a:gd name="connsiteY1" fmla="*/ 0 h 581889"/>
                <a:gd name="connsiteX2" fmla="*/ 1079064 w 1079064"/>
                <a:gd name="connsiteY2" fmla="*/ 581889 h 581889"/>
                <a:gd name="connsiteX3" fmla="*/ 0 w 1079064"/>
                <a:gd name="connsiteY3" fmla="*/ 581889 h 581889"/>
                <a:gd name="connsiteX0" fmla="*/ 0 w 1079064"/>
                <a:gd name="connsiteY0" fmla="*/ 581889 h 591462"/>
                <a:gd name="connsiteX1" fmla="*/ 539532 w 1079064"/>
                <a:gd name="connsiteY1" fmla="*/ 0 h 591462"/>
                <a:gd name="connsiteX2" fmla="*/ 1079064 w 1079064"/>
                <a:gd name="connsiteY2" fmla="*/ 581889 h 591462"/>
                <a:gd name="connsiteX3" fmla="*/ 547347 w 1079064"/>
                <a:gd name="connsiteY3" fmla="*/ 591462 h 591462"/>
                <a:gd name="connsiteX4" fmla="*/ 0 w 1079064"/>
                <a:gd name="connsiteY4" fmla="*/ 581889 h 591462"/>
                <a:gd name="connsiteX0" fmla="*/ 547347 w 1079064"/>
                <a:gd name="connsiteY0" fmla="*/ 591462 h 682902"/>
                <a:gd name="connsiteX1" fmla="*/ 0 w 1079064"/>
                <a:gd name="connsiteY1" fmla="*/ 581889 h 682902"/>
                <a:gd name="connsiteX2" fmla="*/ 539532 w 1079064"/>
                <a:gd name="connsiteY2" fmla="*/ 0 h 682902"/>
                <a:gd name="connsiteX3" fmla="*/ 1079064 w 1079064"/>
                <a:gd name="connsiteY3" fmla="*/ 581889 h 682902"/>
                <a:gd name="connsiteX4" fmla="*/ 638787 w 1079064"/>
                <a:gd name="connsiteY4" fmla="*/ 682902 h 682902"/>
                <a:gd name="connsiteX0" fmla="*/ 547347 w 1079064"/>
                <a:gd name="connsiteY0" fmla="*/ 591462 h 591462"/>
                <a:gd name="connsiteX1" fmla="*/ 0 w 1079064"/>
                <a:gd name="connsiteY1" fmla="*/ 581889 h 591462"/>
                <a:gd name="connsiteX2" fmla="*/ 539532 w 1079064"/>
                <a:gd name="connsiteY2" fmla="*/ 0 h 591462"/>
                <a:gd name="connsiteX3" fmla="*/ 1079064 w 1079064"/>
                <a:gd name="connsiteY3" fmla="*/ 581889 h 591462"/>
                <a:gd name="connsiteX0" fmla="*/ 0 w 1079064"/>
                <a:gd name="connsiteY0" fmla="*/ 581889 h 581889"/>
                <a:gd name="connsiteX1" fmla="*/ 539532 w 1079064"/>
                <a:gd name="connsiteY1" fmla="*/ 0 h 581889"/>
                <a:gd name="connsiteX2" fmla="*/ 1079064 w 1079064"/>
                <a:gd name="connsiteY2" fmla="*/ 581889 h 581889"/>
              </a:gdLst>
              <a:ahLst/>
              <a:cxnLst>
                <a:cxn ang="0">
                  <a:pos x="connsiteX0" y="connsiteY0"/>
                </a:cxn>
                <a:cxn ang="0">
                  <a:pos x="connsiteX1" y="connsiteY1"/>
                </a:cxn>
                <a:cxn ang="0">
                  <a:pos x="connsiteX2" y="connsiteY2"/>
                </a:cxn>
              </a:cxnLst>
              <a:rect l="l" t="t" r="r" b="b"/>
              <a:pathLst>
                <a:path w="1079064" h="581889">
                  <a:moveTo>
                    <a:pt x="0" y="581889"/>
                  </a:moveTo>
                  <a:lnTo>
                    <a:pt x="539532" y="0"/>
                  </a:lnTo>
                  <a:lnTo>
                    <a:pt x="1079064" y="581889"/>
                  </a:lnTo>
                </a:path>
              </a:pathLst>
            </a:custGeom>
            <a:noFill/>
            <a:ln w="38100" cap="rnd" cmpd="sng" algn="ctr">
              <a:solidFill>
                <a:srgbClr val="959CA0"/>
              </a:solidFill>
              <a:prstDash val="solid"/>
              <a:round/>
            </a:ln>
            <a:effectLst/>
          </p:spPr>
          <p:txBody>
            <a:bodyPr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cxnSp>
          <p:nvCxnSpPr>
            <p:cNvPr id="61" name="Straight Connector 60">
              <a:extLst>
                <a:ext uri="{FF2B5EF4-FFF2-40B4-BE49-F238E27FC236}">
                  <a16:creationId xmlns:a16="http://schemas.microsoft.com/office/drawing/2014/main" id="{5E6157DE-E4AA-07AE-AD08-2206DDD6B556}"/>
                </a:ext>
              </a:extLst>
            </p:cNvPr>
            <p:cNvCxnSpPr>
              <a:cxnSpLocks/>
              <a:endCxn id="60" idx="2"/>
            </p:cNvCxnSpPr>
            <p:nvPr/>
          </p:nvCxnSpPr>
          <p:spPr>
            <a:xfrm>
              <a:off x="586326" y="2778901"/>
              <a:ext cx="4788597" cy="17953"/>
            </a:xfrm>
            <a:prstGeom prst="line">
              <a:avLst/>
            </a:prstGeom>
            <a:noFill/>
            <a:ln w="38100" cap="rnd" cmpd="sng" algn="ctr">
              <a:solidFill>
                <a:srgbClr val="959CA0"/>
              </a:solidFill>
              <a:prstDash val="solid"/>
              <a:miter lim="800000"/>
            </a:ln>
            <a:effectLst/>
          </p:spPr>
        </p:cxnSp>
        <p:cxnSp>
          <p:nvCxnSpPr>
            <p:cNvPr id="62" name="Straight Connector 61">
              <a:extLst>
                <a:ext uri="{FF2B5EF4-FFF2-40B4-BE49-F238E27FC236}">
                  <a16:creationId xmlns:a16="http://schemas.microsoft.com/office/drawing/2014/main" id="{8498E859-E316-FB8B-9CBA-C8A52E78D6A7}"/>
                </a:ext>
              </a:extLst>
            </p:cNvPr>
            <p:cNvCxnSpPr>
              <a:cxnSpLocks/>
              <a:stCxn id="60" idx="0"/>
            </p:cNvCxnSpPr>
            <p:nvPr/>
          </p:nvCxnSpPr>
          <p:spPr>
            <a:xfrm flipV="1">
              <a:off x="6804465" y="2789926"/>
              <a:ext cx="4811620" cy="6928"/>
            </a:xfrm>
            <a:prstGeom prst="line">
              <a:avLst/>
            </a:prstGeom>
            <a:noFill/>
            <a:ln w="38100" cap="rnd" cmpd="sng" algn="ctr">
              <a:solidFill>
                <a:srgbClr val="959CA0"/>
              </a:solidFill>
              <a:prstDash val="solid"/>
              <a:miter lim="800000"/>
            </a:ln>
            <a:effectLst/>
          </p:spPr>
        </p:cxnSp>
      </p:grpSp>
      <p:cxnSp>
        <p:nvCxnSpPr>
          <p:cNvPr id="64" name="Straight Connector 63">
            <a:extLst>
              <a:ext uri="{FF2B5EF4-FFF2-40B4-BE49-F238E27FC236}">
                <a16:creationId xmlns:a16="http://schemas.microsoft.com/office/drawing/2014/main" id="{F1B9B0F7-8D6D-5A1E-C41D-D8778983ECF4}"/>
              </a:ext>
            </a:extLst>
          </p:cNvPr>
          <p:cNvCxnSpPr>
            <a:cxnSpLocks/>
          </p:cNvCxnSpPr>
          <p:nvPr/>
        </p:nvCxnSpPr>
        <p:spPr>
          <a:xfrm>
            <a:off x="8150176" y="1103767"/>
            <a:ext cx="3458398" cy="0"/>
          </a:xfrm>
          <a:prstGeom prst="line">
            <a:avLst/>
          </a:prstGeom>
          <a:noFill/>
          <a:ln w="76200" cap="rnd" cmpd="sng" algn="ctr">
            <a:solidFill>
              <a:srgbClr val="00BFB3"/>
            </a:solidFill>
            <a:prstDash val="solid"/>
            <a:miter lim="800000"/>
          </a:ln>
          <a:effectLst/>
        </p:spPr>
      </p:cxnSp>
      <p:grpSp>
        <p:nvGrpSpPr>
          <p:cNvPr id="66" name="Group 65">
            <a:extLst>
              <a:ext uri="{FF2B5EF4-FFF2-40B4-BE49-F238E27FC236}">
                <a16:creationId xmlns:a16="http://schemas.microsoft.com/office/drawing/2014/main" id="{AF9C53E6-90CB-507C-FEB7-BEC08C065750}"/>
              </a:ext>
            </a:extLst>
          </p:cNvPr>
          <p:cNvGrpSpPr/>
          <p:nvPr/>
        </p:nvGrpSpPr>
        <p:grpSpPr>
          <a:xfrm>
            <a:off x="8146566" y="1657145"/>
            <a:ext cx="3458396" cy="164665"/>
            <a:chOff x="586326" y="2778901"/>
            <a:chExt cx="11029759" cy="317051"/>
          </a:xfrm>
        </p:grpSpPr>
        <p:sp>
          <p:nvSpPr>
            <p:cNvPr id="67" name="Isosceles Triangle 7">
              <a:extLst>
                <a:ext uri="{FF2B5EF4-FFF2-40B4-BE49-F238E27FC236}">
                  <a16:creationId xmlns:a16="http://schemas.microsoft.com/office/drawing/2014/main" id="{E1B6ED48-5907-753D-B2B8-F223146B9FB5}"/>
                </a:ext>
              </a:extLst>
            </p:cNvPr>
            <p:cNvSpPr/>
            <p:nvPr/>
          </p:nvSpPr>
          <p:spPr>
            <a:xfrm rot="10800000">
              <a:off x="5374923" y="2796854"/>
              <a:ext cx="1429542" cy="299098"/>
            </a:xfrm>
            <a:custGeom>
              <a:avLst/>
              <a:gdLst>
                <a:gd name="connsiteX0" fmla="*/ 0 w 1079064"/>
                <a:gd name="connsiteY0" fmla="*/ 581889 h 581889"/>
                <a:gd name="connsiteX1" fmla="*/ 539532 w 1079064"/>
                <a:gd name="connsiteY1" fmla="*/ 0 h 581889"/>
                <a:gd name="connsiteX2" fmla="*/ 1079064 w 1079064"/>
                <a:gd name="connsiteY2" fmla="*/ 581889 h 581889"/>
                <a:gd name="connsiteX3" fmla="*/ 0 w 1079064"/>
                <a:gd name="connsiteY3" fmla="*/ 581889 h 581889"/>
                <a:gd name="connsiteX0" fmla="*/ 0 w 1079064"/>
                <a:gd name="connsiteY0" fmla="*/ 581889 h 591462"/>
                <a:gd name="connsiteX1" fmla="*/ 539532 w 1079064"/>
                <a:gd name="connsiteY1" fmla="*/ 0 h 591462"/>
                <a:gd name="connsiteX2" fmla="*/ 1079064 w 1079064"/>
                <a:gd name="connsiteY2" fmla="*/ 581889 h 591462"/>
                <a:gd name="connsiteX3" fmla="*/ 547347 w 1079064"/>
                <a:gd name="connsiteY3" fmla="*/ 591462 h 591462"/>
                <a:gd name="connsiteX4" fmla="*/ 0 w 1079064"/>
                <a:gd name="connsiteY4" fmla="*/ 581889 h 591462"/>
                <a:gd name="connsiteX0" fmla="*/ 547347 w 1079064"/>
                <a:gd name="connsiteY0" fmla="*/ 591462 h 682902"/>
                <a:gd name="connsiteX1" fmla="*/ 0 w 1079064"/>
                <a:gd name="connsiteY1" fmla="*/ 581889 h 682902"/>
                <a:gd name="connsiteX2" fmla="*/ 539532 w 1079064"/>
                <a:gd name="connsiteY2" fmla="*/ 0 h 682902"/>
                <a:gd name="connsiteX3" fmla="*/ 1079064 w 1079064"/>
                <a:gd name="connsiteY3" fmla="*/ 581889 h 682902"/>
                <a:gd name="connsiteX4" fmla="*/ 638787 w 1079064"/>
                <a:gd name="connsiteY4" fmla="*/ 682902 h 682902"/>
                <a:gd name="connsiteX0" fmla="*/ 547347 w 1079064"/>
                <a:gd name="connsiteY0" fmla="*/ 591462 h 591462"/>
                <a:gd name="connsiteX1" fmla="*/ 0 w 1079064"/>
                <a:gd name="connsiteY1" fmla="*/ 581889 h 591462"/>
                <a:gd name="connsiteX2" fmla="*/ 539532 w 1079064"/>
                <a:gd name="connsiteY2" fmla="*/ 0 h 591462"/>
                <a:gd name="connsiteX3" fmla="*/ 1079064 w 1079064"/>
                <a:gd name="connsiteY3" fmla="*/ 581889 h 591462"/>
                <a:gd name="connsiteX0" fmla="*/ 0 w 1079064"/>
                <a:gd name="connsiteY0" fmla="*/ 581889 h 581889"/>
                <a:gd name="connsiteX1" fmla="*/ 539532 w 1079064"/>
                <a:gd name="connsiteY1" fmla="*/ 0 h 581889"/>
                <a:gd name="connsiteX2" fmla="*/ 1079064 w 1079064"/>
                <a:gd name="connsiteY2" fmla="*/ 581889 h 581889"/>
              </a:gdLst>
              <a:ahLst/>
              <a:cxnLst>
                <a:cxn ang="0">
                  <a:pos x="connsiteX0" y="connsiteY0"/>
                </a:cxn>
                <a:cxn ang="0">
                  <a:pos x="connsiteX1" y="connsiteY1"/>
                </a:cxn>
                <a:cxn ang="0">
                  <a:pos x="connsiteX2" y="connsiteY2"/>
                </a:cxn>
              </a:cxnLst>
              <a:rect l="l" t="t" r="r" b="b"/>
              <a:pathLst>
                <a:path w="1079064" h="581889">
                  <a:moveTo>
                    <a:pt x="0" y="581889"/>
                  </a:moveTo>
                  <a:lnTo>
                    <a:pt x="539532" y="0"/>
                  </a:lnTo>
                  <a:lnTo>
                    <a:pt x="1079064" y="581889"/>
                  </a:lnTo>
                </a:path>
              </a:pathLst>
            </a:custGeom>
            <a:noFill/>
            <a:ln w="38100" cap="rnd" cmpd="sng" algn="ctr">
              <a:solidFill>
                <a:srgbClr val="959CA0"/>
              </a:solidFill>
              <a:prstDash val="solid"/>
              <a:round/>
            </a:ln>
            <a:effectLst/>
          </p:spPr>
          <p:txBody>
            <a:bodyPr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cxnSp>
          <p:nvCxnSpPr>
            <p:cNvPr id="68" name="Straight Connector 67">
              <a:extLst>
                <a:ext uri="{FF2B5EF4-FFF2-40B4-BE49-F238E27FC236}">
                  <a16:creationId xmlns:a16="http://schemas.microsoft.com/office/drawing/2014/main" id="{0E779DF1-A78A-8EA3-60EC-AF5A03A23F3C}"/>
                </a:ext>
              </a:extLst>
            </p:cNvPr>
            <p:cNvCxnSpPr>
              <a:cxnSpLocks/>
              <a:endCxn id="67" idx="2"/>
            </p:cNvCxnSpPr>
            <p:nvPr/>
          </p:nvCxnSpPr>
          <p:spPr>
            <a:xfrm>
              <a:off x="586326" y="2778901"/>
              <a:ext cx="4788597" cy="17953"/>
            </a:xfrm>
            <a:prstGeom prst="line">
              <a:avLst/>
            </a:prstGeom>
            <a:noFill/>
            <a:ln w="38100" cap="rnd" cmpd="sng" algn="ctr">
              <a:solidFill>
                <a:srgbClr val="959CA0"/>
              </a:solidFill>
              <a:prstDash val="solid"/>
              <a:miter lim="800000"/>
            </a:ln>
            <a:effectLst/>
          </p:spPr>
        </p:cxnSp>
        <p:cxnSp>
          <p:nvCxnSpPr>
            <p:cNvPr id="69" name="Straight Connector 68">
              <a:extLst>
                <a:ext uri="{FF2B5EF4-FFF2-40B4-BE49-F238E27FC236}">
                  <a16:creationId xmlns:a16="http://schemas.microsoft.com/office/drawing/2014/main" id="{4FC61D4C-5520-DC81-D3DB-8BC4ECD6D779}"/>
                </a:ext>
              </a:extLst>
            </p:cNvPr>
            <p:cNvCxnSpPr>
              <a:cxnSpLocks/>
              <a:stCxn id="67" idx="0"/>
            </p:cNvCxnSpPr>
            <p:nvPr/>
          </p:nvCxnSpPr>
          <p:spPr>
            <a:xfrm flipV="1">
              <a:off x="6804465" y="2789928"/>
              <a:ext cx="4811620" cy="6928"/>
            </a:xfrm>
            <a:prstGeom prst="line">
              <a:avLst/>
            </a:prstGeom>
            <a:noFill/>
            <a:ln w="38100" cap="rnd" cmpd="sng" algn="ctr">
              <a:solidFill>
                <a:srgbClr val="959CA0"/>
              </a:solidFill>
              <a:prstDash val="solid"/>
              <a:miter lim="800000"/>
            </a:ln>
            <a:effectLst/>
          </p:spPr>
        </p:cxnSp>
      </p:grpSp>
      <p:sp>
        <p:nvSpPr>
          <p:cNvPr id="72" name="TextBox 71">
            <a:extLst>
              <a:ext uri="{FF2B5EF4-FFF2-40B4-BE49-F238E27FC236}">
                <a16:creationId xmlns:a16="http://schemas.microsoft.com/office/drawing/2014/main" id="{274B5D6A-B64B-6306-779F-4CF4FB40A37F}"/>
              </a:ext>
            </a:extLst>
          </p:cNvPr>
          <p:cNvSpPr txBox="1"/>
          <p:nvPr/>
        </p:nvSpPr>
        <p:spPr>
          <a:xfrm>
            <a:off x="4997186" y="6221307"/>
            <a:ext cx="7194814" cy="584775"/>
          </a:xfrm>
          <a:prstGeom prst="rect">
            <a:avLst/>
          </a:prstGeom>
          <a:noFill/>
        </p:spPr>
        <p:txBody>
          <a:bodyPr wrap="square">
            <a:spAutoFit/>
          </a:bodyPr>
          <a:lstStyle/>
          <a:p>
            <a:r>
              <a:rPr lang="en-US" sz="800" b="1" dirty="0"/>
              <a:t>1.</a:t>
            </a:r>
            <a:r>
              <a:rPr lang="en-US" sz="800" dirty="0"/>
              <a:t> Mackenzie IS, et al. Lancet 2022;400:1417–1425. </a:t>
            </a:r>
            <a:r>
              <a:rPr lang="en-US" sz="800" b="1" dirty="0"/>
              <a:t>2.</a:t>
            </a:r>
            <a:r>
              <a:rPr lang="en-US" sz="800" dirty="0"/>
              <a:t> Garrison SR</a:t>
            </a:r>
            <a:r>
              <a:rPr lang="ru-RU" sz="800" dirty="0"/>
              <a:t> </a:t>
            </a:r>
            <a:r>
              <a:rPr lang="en-US" sz="800" dirty="0"/>
              <a:t>BMJ Open</a:t>
            </a:r>
          </a:p>
          <a:p>
            <a:r>
              <a:rPr lang="en-US" sz="800" dirty="0"/>
              <a:t>. 2022 Feb 24;12(2):e059711. </a:t>
            </a:r>
            <a:r>
              <a:rPr lang="en-US" sz="800" dirty="0" err="1"/>
              <a:t>doi</a:t>
            </a:r>
            <a:r>
              <a:rPr lang="en-US" sz="800" dirty="0"/>
              <a:t>: 10.1136/bmjopen-2021-059711.</a:t>
            </a:r>
            <a:r>
              <a:rPr lang="ru-RU" sz="800" dirty="0"/>
              <a:t> </a:t>
            </a:r>
            <a:r>
              <a:rPr lang="en-US" sz="800" b="1" dirty="0"/>
              <a:t>3.</a:t>
            </a:r>
            <a:r>
              <a:rPr lang="en-US" sz="800" dirty="0"/>
              <a:t> Poulter NR, et al. Hypertension 2018;72:870–873. </a:t>
            </a:r>
            <a:r>
              <a:rPr lang="en-US" sz="800" b="1" dirty="0"/>
              <a:t>4.</a:t>
            </a:r>
            <a:r>
              <a:rPr lang="en-US" sz="800" dirty="0"/>
              <a:t> Maqsood MH, et al. Hypertension 2023;80:1544–1554. </a:t>
            </a:r>
            <a:r>
              <a:rPr lang="en-US" sz="800" b="1" dirty="0"/>
              <a:t>5.</a:t>
            </a:r>
            <a:r>
              <a:rPr lang="en-US" sz="800" dirty="0"/>
              <a:t> Stergiou G, et al. J </a:t>
            </a:r>
            <a:r>
              <a:rPr lang="en-US" sz="800" dirty="0" err="1"/>
              <a:t>Hypertens</a:t>
            </a:r>
            <a:r>
              <a:rPr lang="en-US" sz="800" dirty="0"/>
              <a:t> 2022;40:1847–1858. </a:t>
            </a:r>
            <a:r>
              <a:rPr lang="en-US" sz="800" b="1" dirty="0"/>
              <a:t>6</a:t>
            </a:r>
            <a:r>
              <a:rPr lang="en-US" sz="800" dirty="0"/>
              <a:t>. </a:t>
            </a:r>
            <a:r>
              <a:rPr lang="en-US" sz="800" dirty="0" err="1"/>
              <a:t>Brunström</a:t>
            </a:r>
            <a:r>
              <a:rPr lang="en-US" sz="800" dirty="0"/>
              <a:t> M, et al. Hypertension 2021;78:555–558.</a:t>
            </a:r>
            <a:r>
              <a:rPr lang="ru-RU" sz="800" dirty="0"/>
              <a:t> </a:t>
            </a:r>
            <a:r>
              <a:rPr lang="en-US" sz="800" dirty="0"/>
              <a:t>7</a:t>
            </a:r>
            <a:r>
              <a:rPr lang="ru-RU" sz="800" dirty="0"/>
              <a:t>. </a:t>
            </a:r>
            <a:r>
              <a:rPr lang="en-US" sz="800" dirty="0"/>
              <a:t>Garrison SR</a:t>
            </a:r>
            <a:r>
              <a:rPr lang="ru-RU" sz="800" dirty="0"/>
              <a:t> </a:t>
            </a:r>
            <a:r>
              <a:rPr lang="en-US" sz="800" dirty="0"/>
              <a:t>et al JAMA </a:t>
            </a:r>
            <a:r>
              <a:rPr lang="en-US" sz="800" dirty="0" err="1"/>
              <a:t>Netw</a:t>
            </a:r>
            <a:r>
              <a:rPr lang="en-US" sz="800" dirty="0"/>
              <a:t> Open. 2025;8(5):e2513812. doi:10.1001/jamanetworkopen.2025.13812</a:t>
            </a:r>
            <a:endParaRPr lang="ru-RU" sz="800" dirty="0"/>
          </a:p>
        </p:txBody>
      </p:sp>
      <p:sp>
        <p:nvSpPr>
          <p:cNvPr id="73" name="TextBox 72">
            <a:extLst>
              <a:ext uri="{FF2B5EF4-FFF2-40B4-BE49-F238E27FC236}">
                <a16:creationId xmlns:a16="http://schemas.microsoft.com/office/drawing/2014/main" id="{D0459A98-FFD1-9EAF-CBDD-90810F70D511}"/>
              </a:ext>
            </a:extLst>
          </p:cNvPr>
          <p:cNvSpPr txBox="1"/>
          <p:nvPr/>
        </p:nvSpPr>
        <p:spPr>
          <a:xfrm>
            <a:off x="8165849" y="1210496"/>
            <a:ext cx="3458397" cy="541271"/>
          </a:xfrm>
          <a:prstGeom prst="rect">
            <a:avLst/>
          </a:prstGeom>
          <a:noFill/>
          <a:ln w="12700">
            <a:noFill/>
          </a:ln>
        </p:spPr>
        <p:txBody>
          <a:bodyPr vert="horz" wrap="square" lIns="91440" tIns="0" rIns="91440" bIns="0" numCol="1" rtlCol="0" anchor="ctr" anchorCtr="0" compatLnSpc="1">
            <a:prstTxWarp prst="textNoShape">
              <a:avLst/>
            </a:prstTxWarp>
            <a:noAutofit/>
          </a:bodyPr>
          <a:lstStyle/>
          <a:p>
            <a:pPr algn="ctr"/>
            <a:r>
              <a:rPr lang="en-US" b="1" dirty="0" err="1">
                <a:solidFill>
                  <a:srgbClr val="00BFB3"/>
                </a:solidFill>
                <a:latin typeface="Arial" panose="020B0604020202020204"/>
              </a:rPr>
              <a:t>BedMed</a:t>
            </a:r>
            <a:r>
              <a:rPr lang="en-US" b="1" dirty="0">
                <a:solidFill>
                  <a:srgbClr val="00BFB3"/>
                </a:solidFill>
                <a:latin typeface="Arial" panose="020B0604020202020204"/>
              </a:rPr>
              <a:t>, 2025</a:t>
            </a:r>
            <a:r>
              <a:rPr lang="en-US" b="1" baseline="30000" dirty="0">
                <a:solidFill>
                  <a:srgbClr val="00BFB3"/>
                </a:solidFill>
                <a:latin typeface="Arial" panose="020B0604020202020204"/>
              </a:rPr>
              <a:t>2,7</a:t>
            </a:r>
          </a:p>
        </p:txBody>
      </p:sp>
      <p:grpSp>
        <p:nvGrpSpPr>
          <p:cNvPr id="3" name="Group 2">
            <a:extLst>
              <a:ext uri="{FF2B5EF4-FFF2-40B4-BE49-F238E27FC236}">
                <a16:creationId xmlns:a16="http://schemas.microsoft.com/office/drawing/2014/main" id="{8FA3B18D-A55F-C65E-045C-FE2F7C8C9074}"/>
              </a:ext>
            </a:extLst>
          </p:cNvPr>
          <p:cNvGrpSpPr/>
          <p:nvPr/>
        </p:nvGrpSpPr>
        <p:grpSpPr>
          <a:xfrm>
            <a:off x="397739" y="1847769"/>
            <a:ext cx="11048539" cy="901166"/>
            <a:chOff x="397739" y="1769712"/>
            <a:chExt cx="11048539" cy="901166"/>
          </a:xfrm>
        </p:grpSpPr>
        <p:sp>
          <p:nvSpPr>
            <p:cNvPr id="49" name="TextBox 48">
              <a:extLst>
                <a:ext uri="{FF2B5EF4-FFF2-40B4-BE49-F238E27FC236}">
                  <a16:creationId xmlns:a16="http://schemas.microsoft.com/office/drawing/2014/main" id="{CB589A1C-A25A-098B-904E-EE4E35A5A650}"/>
                </a:ext>
              </a:extLst>
            </p:cNvPr>
            <p:cNvSpPr txBox="1"/>
            <p:nvPr/>
          </p:nvSpPr>
          <p:spPr>
            <a:xfrm>
              <a:off x="397739" y="1769712"/>
              <a:ext cx="3458947" cy="901166"/>
            </a:xfrm>
            <a:prstGeom prst="rect">
              <a:avLst/>
            </a:prstGeom>
            <a:ln>
              <a:noFill/>
            </a:ln>
          </p:spPr>
          <p:txBody>
            <a:bodyPr vert="horz" wrap="square" lIns="0" tIns="0" rIns="0" bIns="0" numCol="1" rtlCol="0" anchor="t" anchorCtr="0" compatLnSpc="1">
              <a:prstTxWarp prst="textNoShape">
                <a:avLst/>
              </a:prstTxWarp>
              <a:noAutofit/>
            </a:bodyPr>
            <a:lstStyle/>
            <a:p>
              <a:pPr algn="ctr" fontAlgn="base">
                <a:spcAft>
                  <a:spcPts val="300"/>
                </a:spcAft>
                <a:defRPr/>
              </a:pPr>
              <a:r>
                <a:rPr lang="ru-RU" sz="1400" i="1" dirty="0">
                  <a:latin typeface="Arial" panose="020B0604020202020204" pitchFamily="34" charset="0"/>
                  <a:cs typeface="Arial" panose="020B0604020202020204" pitchFamily="34" charset="0"/>
                </a:rPr>
                <a:t>«Нет оснований ожидать, что конкретное время приёма препарата улучшит контроль АД — за исключением случаев, когда время приёма негативно влияет на приверженность лечению на индивидуальном уровне».</a:t>
              </a:r>
              <a:endParaRPr lang="en-US" sz="1400" i="1" dirty="0">
                <a:latin typeface="Arial" panose="020B0604020202020204" pitchFamily="34" charset="0"/>
                <a:cs typeface="Arial" panose="020B0604020202020204" pitchFamily="34" charset="0"/>
              </a:endParaRPr>
            </a:p>
          </p:txBody>
        </p:sp>
        <p:sp>
          <p:nvSpPr>
            <p:cNvPr id="75" name="TextBox 74">
              <a:extLst>
                <a:ext uri="{FF2B5EF4-FFF2-40B4-BE49-F238E27FC236}">
                  <a16:creationId xmlns:a16="http://schemas.microsoft.com/office/drawing/2014/main" id="{1937CE8D-3CE3-D7BA-CF4B-7AE7E899D87C}"/>
                </a:ext>
              </a:extLst>
            </p:cNvPr>
            <p:cNvSpPr txBox="1"/>
            <p:nvPr/>
          </p:nvSpPr>
          <p:spPr>
            <a:xfrm>
              <a:off x="8305251" y="1769712"/>
              <a:ext cx="3141027" cy="627733"/>
            </a:xfrm>
            <a:prstGeom prst="rect">
              <a:avLst/>
            </a:prstGeom>
            <a:ln>
              <a:noFill/>
            </a:ln>
          </p:spPr>
          <p:txBody>
            <a:bodyPr vert="horz" wrap="square" lIns="0" tIns="0" rIns="0" bIns="0" numCol="1" rtlCol="0" anchor="t" anchorCtr="0" compatLnSpc="1">
              <a:prstTxWarp prst="textNoShape">
                <a:avLst/>
              </a:prstTxWarp>
              <a:noAutofit/>
            </a:bodyPr>
            <a:lstStyle/>
            <a:p>
              <a:pPr algn="ctr" fontAlgn="base">
                <a:spcAft>
                  <a:spcPts val="300"/>
                </a:spcAft>
                <a:defRPr/>
              </a:pPr>
              <a:r>
                <a:rPr lang="ru-RU" sz="1400" i="1" dirty="0">
                  <a:latin typeface="Arial" panose="020B0604020202020204" pitchFamily="34" charset="0"/>
                  <a:cs typeface="Arial" panose="020B0604020202020204" pitchFamily="34" charset="0"/>
                </a:rPr>
                <a:t>«Время приёма антигипертензивных препаратов не влияет на исходы — оно должно определяться предпочтениями пациента»</a:t>
              </a:r>
              <a:endParaRPr lang="en-US" sz="1400" i="1" dirty="0">
                <a:latin typeface="Arial" panose="020B0604020202020204" pitchFamily="34" charset="0"/>
                <a:cs typeface="Arial" panose="020B0604020202020204" pitchFamily="34" charset="0"/>
              </a:endParaRPr>
            </a:p>
          </p:txBody>
        </p:sp>
        <p:sp>
          <p:nvSpPr>
            <p:cNvPr id="76" name="TextBox 75">
              <a:extLst>
                <a:ext uri="{FF2B5EF4-FFF2-40B4-BE49-F238E27FC236}">
                  <a16:creationId xmlns:a16="http://schemas.microsoft.com/office/drawing/2014/main" id="{58BFF62F-C8D1-7033-0353-5E9FAD950977}"/>
                </a:ext>
              </a:extLst>
            </p:cNvPr>
            <p:cNvSpPr txBox="1"/>
            <p:nvPr/>
          </p:nvSpPr>
          <p:spPr>
            <a:xfrm>
              <a:off x="4225499" y="1769712"/>
              <a:ext cx="3708000" cy="901166"/>
            </a:xfrm>
            <a:prstGeom prst="rect">
              <a:avLst/>
            </a:prstGeom>
            <a:ln>
              <a:noFill/>
            </a:ln>
          </p:spPr>
          <p:txBody>
            <a:bodyPr vert="horz" wrap="square" lIns="0" tIns="0" rIns="0" bIns="0" numCol="1" rtlCol="0" anchor="t" anchorCtr="0" compatLnSpc="1">
              <a:prstTxWarp prst="textNoShape">
                <a:avLst/>
              </a:prstTxWarp>
              <a:noAutofit/>
            </a:bodyPr>
            <a:lstStyle/>
            <a:p>
              <a:pPr algn="ctr" fontAlgn="base">
                <a:spcAft>
                  <a:spcPts val="300"/>
                </a:spcAft>
                <a:defRPr/>
              </a:pPr>
              <a:r>
                <a:rPr lang="ru-RU" sz="1400" i="1" dirty="0">
                  <a:latin typeface="Arial" panose="020B0604020202020204" pitchFamily="34" charset="0"/>
                  <a:cs typeface="Arial" panose="020B0604020202020204" pitchFamily="34" charset="0"/>
                </a:rPr>
                <a:t>Ранние данные о преимуществе вечернего приёма (MAPEC, </a:t>
              </a:r>
              <a:r>
                <a:rPr lang="ru-RU" sz="1400" i="1" dirty="0" err="1">
                  <a:latin typeface="Arial" panose="020B0604020202020204" pitchFamily="34" charset="0"/>
                  <a:cs typeface="Arial" panose="020B0604020202020204" pitchFamily="34" charset="0"/>
                </a:rPr>
                <a:t>Hygia</a:t>
              </a:r>
              <a:r>
                <a:rPr lang="ru-RU" sz="1400" i="1" dirty="0">
                  <a:latin typeface="Arial" panose="020B0604020202020204" pitchFamily="34" charset="0"/>
                  <a:cs typeface="Arial" panose="020B0604020202020204" pitchFamily="34" charset="0"/>
                </a:rPr>
                <a:t>, R. </a:t>
              </a:r>
              <a:r>
                <a:rPr lang="ru-RU" sz="1400" i="1" dirty="0" err="1">
                  <a:latin typeface="Arial" panose="020B0604020202020204" pitchFamily="34" charset="0"/>
                  <a:cs typeface="Arial" panose="020B0604020202020204" pitchFamily="34" charset="0"/>
                </a:rPr>
                <a:t>Hermida</a:t>
              </a:r>
              <a:r>
                <a:rPr lang="ru-RU" sz="1400" i="1" dirty="0">
                  <a:latin typeface="Arial" panose="020B0604020202020204" pitchFamily="34" charset="0"/>
                  <a:cs typeface="Arial" panose="020B0604020202020204" pitchFamily="34" charset="0"/>
                </a:rPr>
                <a:t>) методологически дискредитированы. </a:t>
              </a:r>
            </a:p>
            <a:p>
              <a:pPr algn="ctr" fontAlgn="base">
                <a:spcAft>
                  <a:spcPts val="300"/>
                </a:spcAft>
                <a:defRPr/>
              </a:pPr>
              <a:r>
                <a:rPr lang="ru-RU" sz="1400" i="1" dirty="0" err="1">
                  <a:latin typeface="Arial" panose="020B0604020202020204" pitchFamily="34" charset="0"/>
                  <a:cs typeface="Arial" panose="020B0604020202020204" pitchFamily="34" charset="0"/>
                </a:rPr>
                <a:t>Eur</a:t>
              </a:r>
              <a:r>
                <a:rPr lang="ru-RU" sz="1400" i="1" dirty="0">
                  <a:latin typeface="Arial" panose="020B0604020202020204" pitchFamily="34" charset="0"/>
                  <a:cs typeface="Arial" panose="020B0604020202020204" pitchFamily="34" charset="0"/>
                </a:rPr>
                <a:t> Heart J выпустил </a:t>
              </a:r>
              <a:r>
                <a:rPr lang="ru-RU" sz="1400" i="1" dirty="0" err="1">
                  <a:latin typeface="Arial" panose="020B0604020202020204" pitchFamily="34" charset="0"/>
                  <a:cs typeface="Arial" panose="020B0604020202020204" pitchFamily="34" charset="0"/>
                </a:rPr>
                <a:t>Expression</a:t>
              </a:r>
              <a:r>
                <a:rPr lang="ru-RU" sz="1400" i="1" dirty="0">
                  <a:latin typeface="Arial" panose="020B0604020202020204" pitchFamily="34" charset="0"/>
                  <a:cs typeface="Arial" panose="020B0604020202020204" pitchFamily="34" charset="0"/>
                </a:rPr>
                <a:t> </a:t>
              </a:r>
              <a:r>
                <a:rPr lang="ru-RU" sz="1400" i="1" dirty="0" err="1">
                  <a:latin typeface="Arial" panose="020B0604020202020204" pitchFamily="34" charset="0"/>
                  <a:cs typeface="Arial" panose="020B0604020202020204" pitchFamily="34" charset="0"/>
                </a:rPr>
                <a:t>of</a:t>
              </a:r>
              <a:r>
                <a:rPr lang="ru-RU" sz="1400" i="1" dirty="0">
                  <a:latin typeface="Arial" panose="020B0604020202020204" pitchFamily="34" charset="0"/>
                  <a:cs typeface="Arial" panose="020B0604020202020204" pitchFamily="34" charset="0"/>
                </a:rPr>
                <a:t> </a:t>
              </a:r>
              <a:r>
                <a:rPr lang="ru-RU" sz="1400" i="1" dirty="0" err="1">
                  <a:latin typeface="Arial" panose="020B0604020202020204" pitchFamily="34" charset="0"/>
                  <a:cs typeface="Arial" panose="020B0604020202020204" pitchFamily="34" charset="0"/>
                </a:rPr>
                <a:t>Concern</a:t>
              </a:r>
              <a:r>
                <a:rPr lang="ru-RU" sz="1400" i="1" dirty="0">
                  <a:latin typeface="Arial" panose="020B0604020202020204" pitchFamily="34" charset="0"/>
                  <a:cs typeface="Arial" panose="020B0604020202020204" pitchFamily="34" charset="0"/>
                </a:rPr>
                <a:t> (2020), часть публикаций той же группы отозвана (2022)</a:t>
              </a:r>
              <a:r>
                <a:rPr lang="en-US" sz="1400" i="1" baseline="30000" dirty="0">
                  <a:latin typeface="Arial" panose="020B0604020202020204" pitchFamily="34" charset="0"/>
                  <a:cs typeface="Arial" panose="020B0604020202020204" pitchFamily="34" charset="0"/>
                </a:rPr>
                <a:t>6</a:t>
              </a:r>
              <a:r>
                <a:rPr lang="ru-RU" sz="1400" i="1" dirty="0">
                  <a:latin typeface="Arial" panose="020B0604020202020204" pitchFamily="34" charset="0"/>
                  <a:cs typeface="Arial" panose="020B0604020202020204" pitchFamily="34" charset="0"/>
                </a:rPr>
                <a:t>. </a:t>
              </a:r>
            </a:p>
            <a:p>
              <a:pPr algn="ctr" fontAlgn="base">
                <a:spcAft>
                  <a:spcPts val="300"/>
                </a:spcAft>
                <a:defRPr/>
              </a:pPr>
              <a:r>
                <a:rPr lang="ru-RU" sz="1400" i="1" dirty="0">
                  <a:latin typeface="Arial" panose="020B0604020202020204" pitchFamily="34" charset="0"/>
                  <a:cs typeface="Arial" panose="020B0604020202020204" pitchFamily="34" charset="0"/>
                </a:rPr>
                <a:t>Современный консенсус ISH / WHL / ESH 2022 на эти данные не опирается</a:t>
              </a:r>
              <a:r>
                <a:rPr lang="en-US" sz="1400" i="1" baseline="30000" dirty="0">
                  <a:latin typeface="Arial" panose="020B0604020202020204" pitchFamily="34" charset="0"/>
                  <a:cs typeface="Arial" panose="020B0604020202020204" pitchFamily="34" charset="0"/>
                </a:rPr>
                <a:t>5</a:t>
              </a:r>
              <a:r>
                <a:rPr lang="ru-RU" sz="1400" i="1" dirty="0">
                  <a:latin typeface="Arial" panose="020B0604020202020204" pitchFamily="34" charset="0"/>
                  <a:cs typeface="Arial" panose="020B0604020202020204" pitchFamily="34" charset="0"/>
                </a:rPr>
                <a:t>.</a:t>
              </a:r>
              <a:endParaRPr lang="en-US" sz="1400" i="1" dirty="0">
                <a:latin typeface="Arial" panose="020B0604020202020204" pitchFamily="34" charset="0"/>
                <a:cs typeface="Arial" panose="020B0604020202020204" pitchFamily="34" charset="0"/>
              </a:endParaRPr>
            </a:p>
          </p:txBody>
        </p:sp>
      </p:grpSp>
      <p:sp>
        <p:nvSpPr>
          <p:cNvPr id="77" name="TextBox 76">
            <a:extLst>
              <a:ext uri="{FF2B5EF4-FFF2-40B4-BE49-F238E27FC236}">
                <a16:creationId xmlns:a16="http://schemas.microsoft.com/office/drawing/2014/main" id="{3F5AE650-10FF-DF87-C641-6C29B1566AF9}"/>
              </a:ext>
            </a:extLst>
          </p:cNvPr>
          <p:cNvSpPr txBox="1"/>
          <p:nvPr/>
        </p:nvSpPr>
        <p:spPr>
          <a:xfrm>
            <a:off x="4320868" y="1210496"/>
            <a:ext cx="3458397" cy="541271"/>
          </a:xfrm>
          <a:prstGeom prst="rect">
            <a:avLst/>
          </a:prstGeom>
          <a:noFill/>
          <a:ln w="12700">
            <a:noFill/>
          </a:ln>
        </p:spPr>
        <p:txBody>
          <a:bodyPr vert="horz" wrap="square" lIns="91440" tIns="0" rIns="91440" bIns="0" numCol="1" rtlCol="0" anchor="ctr" anchorCtr="0" compatLnSpc="1">
            <a:prstTxWarp prst="textNoShape">
              <a:avLst/>
            </a:prstTxWarp>
            <a:noAutofit/>
          </a:bodyPr>
          <a:lstStyle/>
          <a:p>
            <a:pPr algn="ctr"/>
            <a:r>
              <a:rPr lang="ru-RU" b="1" dirty="0">
                <a:solidFill>
                  <a:srgbClr val="00BFB3"/>
                </a:solidFill>
                <a:latin typeface="Arial" panose="020B0604020202020204"/>
              </a:rPr>
              <a:t>Мета-анализ </a:t>
            </a:r>
            <a:r>
              <a:rPr lang="en-US" b="1" dirty="0">
                <a:solidFill>
                  <a:srgbClr val="00BFB3"/>
                </a:solidFill>
                <a:latin typeface="Arial" panose="020B0604020202020204"/>
              </a:rPr>
              <a:t>Maqsood 2023</a:t>
            </a:r>
            <a:r>
              <a:rPr lang="en-US" b="1" baseline="30000" dirty="0">
                <a:solidFill>
                  <a:srgbClr val="00BFB3"/>
                </a:solidFill>
                <a:latin typeface="Arial" panose="020B0604020202020204"/>
              </a:rPr>
              <a:t>4</a:t>
            </a:r>
          </a:p>
        </p:txBody>
      </p:sp>
      <p:grpSp>
        <p:nvGrpSpPr>
          <p:cNvPr id="2" name="Group 1">
            <a:extLst>
              <a:ext uri="{FF2B5EF4-FFF2-40B4-BE49-F238E27FC236}">
                <a16:creationId xmlns:a16="http://schemas.microsoft.com/office/drawing/2014/main" id="{0D765C32-8DC8-8845-9B27-03D899C9A73A}"/>
              </a:ext>
            </a:extLst>
          </p:cNvPr>
          <p:cNvGrpSpPr/>
          <p:nvPr/>
        </p:nvGrpSpPr>
        <p:grpSpPr>
          <a:xfrm>
            <a:off x="496936" y="4199131"/>
            <a:ext cx="11314937" cy="2036052"/>
            <a:chOff x="497427" y="2161875"/>
            <a:chExt cx="11314937" cy="2036052"/>
          </a:xfrm>
        </p:grpSpPr>
        <p:sp>
          <p:nvSpPr>
            <p:cNvPr id="63" name="TextBox 62">
              <a:extLst>
                <a:ext uri="{FF2B5EF4-FFF2-40B4-BE49-F238E27FC236}">
                  <a16:creationId xmlns:a16="http://schemas.microsoft.com/office/drawing/2014/main" id="{5B781E33-D4D8-ECDE-F8C5-B4D8E23D5AD7}"/>
                </a:ext>
              </a:extLst>
            </p:cNvPr>
            <p:cNvSpPr txBox="1"/>
            <p:nvPr/>
          </p:nvSpPr>
          <p:spPr>
            <a:xfrm>
              <a:off x="497427" y="2161875"/>
              <a:ext cx="3458397" cy="1481147"/>
            </a:xfrm>
            <a:prstGeom prst="rect">
              <a:avLst/>
            </a:prstGeom>
            <a:ln>
              <a:noFill/>
            </a:ln>
          </p:spPr>
          <p:txBody>
            <a:bodyPr vert="horz" wrap="square" lIns="0" tIns="0" rIns="0" bIns="0" numCol="1" rtlCol="0" anchor="t" anchorCtr="0" compatLnSpc="1">
              <a:prstTxWarp prst="textNoShape">
                <a:avLst/>
              </a:prstTxWarp>
              <a:noAutofit/>
            </a:bodyPr>
            <a:lstStyle/>
            <a:p>
              <a:pPr marL="182880" indent="-182880" fontAlgn="base">
                <a:spcAft>
                  <a:spcPts val="300"/>
                </a:spcAft>
                <a:buFont typeface="Arial" panose="020B0604020202020204" pitchFamily="34" charset="0"/>
                <a:buChar char="•"/>
                <a:defRPr/>
              </a:pPr>
              <a:r>
                <a:rPr lang="ru-RU" sz="1200" dirty="0">
                  <a:solidFill>
                    <a:srgbClr val="2B3A42"/>
                  </a:solidFill>
                  <a:latin typeface="Arial" panose="020B0604020202020204" pitchFamily="34" charset="0"/>
                  <a:cs typeface="Arial" panose="020B0604020202020204" pitchFamily="34" charset="0"/>
                </a:rPr>
                <a:t>РКИ с перекрестным включением пациентов: СМАД при утреннем и вечернем приёме у одних и тех же пациентов</a:t>
              </a:r>
            </a:p>
            <a:p>
              <a:pPr marL="182880" indent="-182880" fontAlgn="base">
                <a:spcAft>
                  <a:spcPts val="300"/>
                </a:spcAft>
                <a:buFont typeface="Arial" panose="020B0604020202020204" pitchFamily="34" charset="0"/>
                <a:buChar char="•"/>
                <a:defRPr/>
              </a:pPr>
              <a:r>
                <a:rPr lang="ru-RU" sz="1200" dirty="0">
                  <a:solidFill>
                    <a:srgbClr val="2B3A42"/>
                  </a:solidFill>
                  <a:latin typeface="Arial" panose="020B0604020202020204" pitchFamily="34" charset="0"/>
                  <a:cs typeface="Arial" panose="020B0604020202020204" pitchFamily="34" charset="0"/>
                </a:rPr>
                <a:t>80% мощность для детекции 3 мм рт. ст. разницы по 24-час САД</a:t>
              </a:r>
            </a:p>
            <a:p>
              <a:pPr marL="182880" indent="-182880" fontAlgn="base">
                <a:spcAft>
                  <a:spcPts val="300"/>
                </a:spcAft>
                <a:buFont typeface="Arial" panose="020B0604020202020204" pitchFamily="34" charset="0"/>
                <a:buChar char="•"/>
                <a:defRPr/>
              </a:pPr>
              <a:r>
                <a:rPr lang="ru-RU" sz="1200" b="1" dirty="0">
                  <a:solidFill>
                    <a:srgbClr val="FF0000"/>
                  </a:solidFill>
                  <a:latin typeface="Arial" panose="020B0604020202020204" pitchFamily="34" charset="0"/>
                  <a:cs typeface="Arial" panose="020B0604020202020204" pitchFamily="34" charset="0"/>
                </a:rPr>
                <a:t>Достоверных различий нет</a:t>
              </a:r>
              <a:r>
                <a:rPr lang="ru-RU" sz="1200" dirty="0">
                  <a:solidFill>
                    <a:srgbClr val="2B3A42"/>
                  </a:solidFill>
                  <a:latin typeface="Arial" panose="020B0604020202020204" pitchFamily="34" charset="0"/>
                  <a:cs typeface="Arial" panose="020B0604020202020204" pitchFamily="34" charset="0"/>
                </a:rPr>
                <a:t>:</a:t>
              </a:r>
            </a:p>
            <a:p>
              <a:pPr marL="360363" indent="-182563" fontAlgn="base">
                <a:spcAft>
                  <a:spcPts val="300"/>
                </a:spcAft>
                <a:buFont typeface="Wingdings" panose="05000000000000000000" pitchFamily="2" charset="2"/>
                <a:buChar char="Ø"/>
                <a:defRPr/>
              </a:pPr>
              <a:r>
                <a:rPr lang="ru-RU" sz="1200" dirty="0">
                  <a:solidFill>
                    <a:srgbClr val="2B3A42"/>
                  </a:solidFill>
                  <a:latin typeface="Arial" panose="020B0604020202020204" pitchFamily="34" charset="0"/>
                  <a:cs typeface="Arial" panose="020B0604020202020204" pitchFamily="34" charset="0"/>
                </a:rPr>
                <a:t>24-час САД: 0,11 мм рт. ст. (95% ДИ −3,20...3,42) — первичная КТ</a:t>
              </a:r>
            </a:p>
            <a:p>
              <a:pPr marL="360363" indent="-182563" fontAlgn="base">
                <a:spcAft>
                  <a:spcPts val="300"/>
                </a:spcAft>
                <a:buFont typeface="Wingdings" panose="05000000000000000000" pitchFamily="2" charset="2"/>
                <a:buChar char="Ø"/>
                <a:defRPr/>
              </a:pPr>
              <a:r>
                <a:rPr lang="ru-RU" sz="1200" dirty="0">
                  <a:solidFill>
                    <a:srgbClr val="2B3A42"/>
                  </a:solidFill>
                  <a:latin typeface="Arial" panose="020B0604020202020204" pitchFamily="34" charset="0"/>
                  <a:cs typeface="Arial" panose="020B0604020202020204" pitchFamily="34" charset="0"/>
                </a:rPr>
                <a:t>Ночное САД - </a:t>
              </a:r>
              <a:r>
                <a:rPr lang="en-US" sz="1200" dirty="0">
                  <a:solidFill>
                    <a:srgbClr val="2B3A42"/>
                  </a:solidFill>
                  <a:latin typeface="Arial" panose="020B0604020202020204" pitchFamily="34" charset="0"/>
                  <a:cs typeface="Arial" panose="020B0604020202020204" pitchFamily="34" charset="0"/>
                </a:rPr>
                <a:t>p&gt;0,05</a:t>
              </a:r>
              <a:endParaRPr lang="ru-RU" sz="1200" dirty="0">
                <a:solidFill>
                  <a:srgbClr val="2B3A42"/>
                </a:solidFill>
                <a:latin typeface="Arial" panose="020B0604020202020204" pitchFamily="34" charset="0"/>
                <a:cs typeface="Arial" panose="020B0604020202020204" pitchFamily="34" charset="0"/>
              </a:endParaRPr>
            </a:p>
            <a:p>
              <a:pPr marL="360363" indent="-182563" fontAlgn="base">
                <a:spcAft>
                  <a:spcPts val="300"/>
                </a:spcAft>
                <a:buFont typeface="Wingdings" panose="05000000000000000000" pitchFamily="2" charset="2"/>
                <a:buChar char="Ø"/>
                <a:defRPr/>
              </a:pPr>
              <a:r>
                <a:rPr lang="ru-RU" sz="1200" dirty="0">
                  <a:solidFill>
                    <a:srgbClr val="2B3A42"/>
                  </a:solidFill>
                  <a:latin typeface="Arial" panose="020B0604020202020204" pitchFamily="34" charset="0"/>
                  <a:cs typeface="Arial" panose="020B0604020202020204" pitchFamily="34" charset="0"/>
                </a:rPr>
                <a:t>Дневное и офисное АД - </a:t>
              </a:r>
              <a:r>
                <a:rPr lang="en-US" sz="1200" dirty="0">
                  <a:solidFill>
                    <a:srgbClr val="2B3A42"/>
                  </a:solidFill>
                  <a:latin typeface="Arial" panose="020B0604020202020204" pitchFamily="34" charset="0"/>
                  <a:cs typeface="Arial" panose="020B0604020202020204" pitchFamily="34" charset="0"/>
                </a:rPr>
                <a:t>p&gt;0,05</a:t>
              </a:r>
            </a:p>
          </p:txBody>
        </p:sp>
        <p:sp>
          <p:nvSpPr>
            <p:cNvPr id="74" name="TextBox 73">
              <a:extLst>
                <a:ext uri="{FF2B5EF4-FFF2-40B4-BE49-F238E27FC236}">
                  <a16:creationId xmlns:a16="http://schemas.microsoft.com/office/drawing/2014/main" id="{B9C2CA17-2C2C-E2B7-F247-06E376F5DAED}"/>
                </a:ext>
              </a:extLst>
            </p:cNvPr>
            <p:cNvSpPr txBox="1"/>
            <p:nvPr/>
          </p:nvSpPr>
          <p:spPr>
            <a:xfrm>
              <a:off x="8165849" y="2161875"/>
              <a:ext cx="3646515" cy="1481147"/>
            </a:xfrm>
            <a:prstGeom prst="rect">
              <a:avLst/>
            </a:prstGeom>
            <a:ln>
              <a:noFill/>
            </a:ln>
          </p:spPr>
          <p:txBody>
            <a:bodyPr vert="horz" wrap="square" lIns="0" tIns="0" rIns="0" bIns="0" numCol="1" rtlCol="0" anchor="t" anchorCtr="0" compatLnSpc="1">
              <a:prstTxWarp prst="textNoShape">
                <a:avLst/>
              </a:prstTxWarp>
              <a:noAutofit/>
            </a:bodyPr>
            <a:lstStyle/>
            <a:p>
              <a:pPr marL="182880" indent="-182880" fontAlgn="base">
                <a:spcAft>
                  <a:spcPts val="300"/>
                </a:spcAft>
                <a:buFont typeface="Arial" panose="020B0604020202020204" pitchFamily="34" charset="0"/>
                <a:buChar char="•"/>
                <a:defRPr/>
              </a:pPr>
              <a:r>
                <a:rPr lang="ru-RU" sz="1200" dirty="0">
                  <a:solidFill>
                    <a:srgbClr val="2B3A42"/>
                  </a:solidFill>
                  <a:latin typeface="Arial" panose="020B0604020202020204" pitchFamily="34" charset="0"/>
                  <a:cs typeface="Arial" panose="020B0604020202020204" pitchFamily="34" charset="0"/>
                </a:rPr>
                <a:t>3 357 пациентов с АГ; медиана 4,6 года</a:t>
              </a:r>
            </a:p>
            <a:p>
              <a:pPr marL="182880" indent="-182880" fontAlgn="base">
                <a:spcAft>
                  <a:spcPts val="300"/>
                </a:spcAft>
                <a:buFont typeface="Arial" panose="020B0604020202020204" pitchFamily="34" charset="0"/>
                <a:buChar char="•"/>
                <a:defRPr/>
              </a:pPr>
              <a:r>
                <a:rPr lang="ru-RU" sz="1200" dirty="0">
                  <a:solidFill>
                    <a:srgbClr val="2B3A42"/>
                  </a:solidFill>
                  <a:latin typeface="Arial" panose="020B0604020202020204" pitchFamily="34" charset="0"/>
                  <a:cs typeface="Arial" panose="020B0604020202020204" pitchFamily="34" charset="0"/>
                </a:rPr>
                <a:t>Конечная точка: смерть от любой причины + госпитализация по поводу инсульта, ОКС, СН</a:t>
              </a:r>
            </a:p>
            <a:p>
              <a:pPr marL="182880" indent="-182880" fontAlgn="base">
                <a:spcAft>
                  <a:spcPts val="300"/>
                </a:spcAft>
                <a:buFont typeface="Arial" panose="020B0604020202020204" pitchFamily="34" charset="0"/>
                <a:buChar char="•"/>
                <a:defRPr/>
              </a:pPr>
              <a:r>
                <a:rPr lang="ru-RU" sz="1200" b="1" dirty="0">
                  <a:solidFill>
                    <a:srgbClr val="FF0000"/>
                  </a:solidFill>
                  <a:latin typeface="Arial" panose="020B0604020202020204" pitchFamily="34" charset="0"/>
                  <a:cs typeface="Arial" panose="020B0604020202020204" pitchFamily="34" charset="0"/>
                </a:rPr>
                <a:t>ОР 0,96 (95% ДИ 0,77–1,19), p = 0,70 – разницы нет</a:t>
              </a:r>
            </a:p>
            <a:p>
              <a:pPr marL="182880" indent="-182880" fontAlgn="base">
                <a:spcAft>
                  <a:spcPts val="300"/>
                </a:spcAft>
                <a:buFont typeface="Arial" panose="020B0604020202020204" pitchFamily="34" charset="0"/>
                <a:buChar char="•"/>
                <a:defRPr/>
              </a:pPr>
              <a:r>
                <a:rPr lang="ru-RU" sz="1200" dirty="0">
                  <a:solidFill>
                    <a:srgbClr val="2B3A42"/>
                  </a:solidFill>
                  <a:latin typeface="Arial" panose="020B0604020202020204" pitchFamily="34" charset="0"/>
                  <a:cs typeface="Arial" panose="020B0604020202020204" pitchFamily="34" charset="0"/>
                </a:rPr>
                <a:t>Нет различий по падениям/переломам, глаукоме, когнитивному снижению</a:t>
              </a:r>
            </a:p>
            <a:p>
              <a:pPr marL="182880" indent="-182880" fontAlgn="base">
                <a:spcAft>
                  <a:spcPts val="300"/>
                </a:spcAft>
                <a:buFont typeface="Arial" panose="020B0604020202020204" pitchFamily="34" charset="0"/>
                <a:buChar char="•"/>
                <a:defRPr/>
              </a:pPr>
              <a:r>
                <a:rPr lang="ru-RU" sz="1200" b="1" dirty="0" err="1">
                  <a:solidFill>
                    <a:srgbClr val="FF0000"/>
                  </a:solidFill>
                  <a:latin typeface="Arial" panose="020B0604020202020204" pitchFamily="34" charset="0"/>
                  <a:cs typeface="Arial" panose="020B0604020202020204" pitchFamily="34" charset="0"/>
                </a:rPr>
                <a:t>BedMed-Frail</a:t>
              </a:r>
              <a:r>
                <a:rPr lang="ru-RU" sz="1200" b="1" dirty="0">
                  <a:solidFill>
                    <a:srgbClr val="FF0000"/>
                  </a:solidFill>
                  <a:latin typeface="Arial" panose="020B0604020202020204" pitchFamily="34" charset="0"/>
                  <a:cs typeface="Arial" panose="020B0604020202020204" pitchFamily="34" charset="0"/>
                </a:rPr>
                <a:t> (n = 776, хрупкие): ОР 0,88 (0,71–1,11), p = 0,28 – разницы нет</a:t>
              </a:r>
              <a:endParaRPr lang="en-US" sz="1200" b="1" dirty="0">
                <a:solidFill>
                  <a:srgbClr val="FF0000"/>
                </a:solidFill>
                <a:latin typeface="Arial" panose="020B0604020202020204" pitchFamily="34" charset="0"/>
                <a:cs typeface="Arial" panose="020B0604020202020204" pitchFamily="34" charset="0"/>
              </a:endParaRPr>
            </a:p>
          </p:txBody>
        </p:sp>
        <p:sp>
          <p:nvSpPr>
            <p:cNvPr id="78" name="TextBox 77">
              <a:extLst>
                <a:ext uri="{FF2B5EF4-FFF2-40B4-BE49-F238E27FC236}">
                  <a16:creationId xmlns:a16="http://schemas.microsoft.com/office/drawing/2014/main" id="{937E6390-9A74-3322-68DF-53F65BDB49BB}"/>
                </a:ext>
              </a:extLst>
            </p:cNvPr>
            <p:cNvSpPr txBox="1"/>
            <p:nvPr/>
          </p:nvSpPr>
          <p:spPr>
            <a:xfrm>
              <a:off x="4320868" y="2161875"/>
              <a:ext cx="3458397" cy="2036052"/>
            </a:xfrm>
            <a:prstGeom prst="rect">
              <a:avLst/>
            </a:prstGeom>
            <a:ln>
              <a:noFill/>
            </a:ln>
          </p:spPr>
          <p:txBody>
            <a:bodyPr vert="horz" wrap="square" lIns="0" tIns="0" rIns="0" bIns="0" numCol="1" rtlCol="0" anchor="t" anchorCtr="0" compatLnSpc="1">
              <a:prstTxWarp prst="textNoShape">
                <a:avLst/>
              </a:prstTxWarp>
              <a:noAutofit/>
            </a:bodyPr>
            <a:lstStyle/>
            <a:p>
              <a:pPr marL="182880" indent="-182880" fontAlgn="base">
                <a:spcAft>
                  <a:spcPts val="300"/>
                </a:spcAft>
                <a:buFont typeface="Arial" panose="020B0604020202020204" pitchFamily="34" charset="0"/>
                <a:buChar char="•"/>
                <a:defRPr/>
              </a:pPr>
              <a:r>
                <a:rPr lang="ru-RU" sz="1200" dirty="0">
                  <a:solidFill>
                    <a:srgbClr val="2B3A42"/>
                  </a:solidFill>
                  <a:latin typeface="Arial" panose="020B0604020202020204" pitchFamily="34" charset="0"/>
                  <a:cs typeface="Arial" panose="020B0604020202020204" pitchFamily="34" charset="0"/>
                </a:rPr>
                <a:t>72 РКИ включены в обзор</a:t>
              </a:r>
            </a:p>
            <a:p>
              <a:pPr marL="182880" indent="-182880" fontAlgn="base">
                <a:spcAft>
                  <a:spcPts val="300"/>
                </a:spcAft>
                <a:buFont typeface="Arial" panose="020B0604020202020204" pitchFamily="34" charset="0"/>
                <a:buChar char="•"/>
                <a:defRPr/>
              </a:pPr>
              <a:r>
                <a:rPr lang="ru-RU" sz="1200" dirty="0">
                  <a:solidFill>
                    <a:srgbClr val="2B3A42"/>
                  </a:solidFill>
                  <a:latin typeface="Arial" panose="020B0604020202020204" pitchFamily="34" charset="0"/>
                  <a:cs typeface="Arial" panose="020B0604020202020204" pitchFamily="34" charset="0"/>
                </a:rPr>
                <a:t>Вечерний приём: </a:t>
              </a:r>
            </a:p>
            <a:p>
              <a:pPr marL="468313" indent="-285750" fontAlgn="base">
                <a:spcAft>
                  <a:spcPts val="300"/>
                </a:spcAft>
                <a:buFont typeface="Wingdings" panose="05000000000000000000" pitchFamily="2" charset="2"/>
                <a:buChar char="Ø"/>
                <a:tabLst>
                  <a:tab pos="182563" algn="l"/>
                </a:tabLst>
                <a:defRPr/>
              </a:pPr>
              <a:r>
                <a:rPr lang="ru-RU" sz="1200" dirty="0">
                  <a:solidFill>
                    <a:srgbClr val="2B3A42"/>
                  </a:solidFill>
                  <a:latin typeface="Arial" panose="020B0604020202020204" pitchFamily="34" charset="0"/>
                  <a:cs typeface="Arial" panose="020B0604020202020204" pitchFamily="34" charset="0"/>
                </a:rPr>
                <a:t>Ночное САД −4,09 мм рт. ст. (95% ДИ 3,01–5,16);</a:t>
              </a:r>
            </a:p>
            <a:p>
              <a:pPr marL="468313" indent="-285750" fontAlgn="base">
                <a:spcAft>
                  <a:spcPts val="300"/>
                </a:spcAft>
                <a:buFont typeface="Wingdings" panose="05000000000000000000" pitchFamily="2" charset="2"/>
                <a:buChar char="Ø"/>
                <a:tabLst>
                  <a:tab pos="182563" algn="l"/>
                </a:tabLst>
                <a:defRPr/>
              </a:pPr>
              <a:r>
                <a:rPr lang="ru-RU" sz="1200" dirty="0">
                  <a:solidFill>
                    <a:srgbClr val="2B3A42"/>
                  </a:solidFill>
                  <a:latin typeface="Arial" panose="020B0604020202020204" pitchFamily="34" charset="0"/>
                  <a:cs typeface="Arial" panose="020B0604020202020204" pitchFamily="34" charset="0"/>
                </a:rPr>
                <a:t>24-час САД −1,41 мм рт. ст. (95% ДИ 0,48–2,34)</a:t>
              </a:r>
            </a:p>
            <a:p>
              <a:pPr marL="182880" indent="-182880" fontAlgn="base">
                <a:spcAft>
                  <a:spcPts val="300"/>
                </a:spcAft>
                <a:buFont typeface="Arial" panose="020B0604020202020204" pitchFamily="34" charset="0"/>
                <a:buChar char="•"/>
                <a:defRPr/>
              </a:pPr>
              <a:r>
                <a:rPr lang="ru-RU" sz="1200" b="1" dirty="0">
                  <a:solidFill>
                    <a:srgbClr val="FF0000"/>
                  </a:solidFill>
                  <a:latin typeface="Arial" panose="020B0604020202020204" pitchFamily="34" charset="0"/>
                  <a:cs typeface="Arial" panose="020B0604020202020204" pitchFamily="34" charset="0"/>
                </a:rPr>
                <a:t>НО</a:t>
              </a:r>
              <a:r>
                <a:rPr lang="ru-RU" sz="1200" dirty="0">
                  <a:solidFill>
                    <a:srgbClr val="2B3A42"/>
                  </a:solidFill>
                  <a:latin typeface="Arial" panose="020B0604020202020204" pitchFamily="34" charset="0"/>
                  <a:cs typeface="Arial" panose="020B0604020202020204" pitchFamily="34" charset="0"/>
                </a:rPr>
                <a:t>: снижение СС-событий полностью объясняется работами MAPEC и </a:t>
              </a:r>
              <a:r>
                <a:rPr lang="ru-RU" sz="1200" dirty="0" err="1">
                  <a:solidFill>
                    <a:srgbClr val="2B3A42"/>
                  </a:solidFill>
                  <a:latin typeface="Arial" panose="020B0604020202020204" pitchFamily="34" charset="0"/>
                  <a:cs typeface="Arial" panose="020B0604020202020204" pitchFamily="34" charset="0"/>
                </a:rPr>
                <a:t>Hygia</a:t>
              </a:r>
              <a:r>
                <a:rPr lang="ru-RU" sz="1200" dirty="0">
                  <a:solidFill>
                    <a:srgbClr val="2B3A42"/>
                  </a:solidFill>
                  <a:latin typeface="Arial" panose="020B0604020202020204" pitchFamily="34" charset="0"/>
                  <a:cs typeface="Arial" panose="020B0604020202020204" pitchFamily="34" charset="0"/>
                </a:rPr>
                <a:t>, при их исключении это преимущество исчезает</a:t>
              </a:r>
              <a:endParaRPr lang="en-US" sz="1200" dirty="0">
                <a:solidFill>
                  <a:srgbClr val="2B3A42"/>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417813662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CEF6D-2FD6-6F7D-BEFB-493F0787E5A8}"/>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7E25DAF6-C582-A94C-6129-94F31960E695}"/>
              </a:ext>
            </a:extLst>
          </p:cNvPr>
          <p:cNvSpPr>
            <a:spLocks noGrp="1"/>
          </p:cNvSpPr>
          <p:nvPr>
            <p:ph type="title"/>
          </p:nvPr>
        </p:nvSpPr>
        <p:spPr bwMode="gray">
          <a:xfrm>
            <a:off x="5588000" y="2037792"/>
            <a:ext cx="5756590" cy="1365808"/>
          </a:xfrm>
        </p:spPr>
        <p:txBody>
          <a:bodyPr/>
          <a:lstStyle/>
          <a:p>
            <a:r>
              <a:rPr lang="ru-RU" sz="4000" b="1" dirty="0">
                <a:latin typeface="Arial (Headings)"/>
              </a:rPr>
              <a:t>Безопасность </a:t>
            </a:r>
            <a:r>
              <a:rPr lang="ru-RU" sz="4000" b="1" dirty="0" err="1">
                <a:latin typeface="Arial (Headings)"/>
              </a:rPr>
              <a:t>бисопролола</a:t>
            </a:r>
            <a:r>
              <a:rPr lang="ru-RU" sz="4000" b="1" dirty="0">
                <a:latin typeface="Arial (Headings)"/>
              </a:rPr>
              <a:t> — основа безопасности </a:t>
            </a:r>
            <a:r>
              <a:rPr lang="ru-RU" sz="4000" b="1" dirty="0" err="1">
                <a:latin typeface="Arial (Headings)"/>
              </a:rPr>
              <a:t>Конкор</a:t>
            </a:r>
            <a:r>
              <a:rPr lang="ru-RU" sz="4000" b="1" dirty="0">
                <a:latin typeface="Arial (Headings)"/>
              </a:rPr>
              <a:t>® АМ</a:t>
            </a:r>
            <a:br>
              <a:rPr lang="ru-RU" sz="4000" b="1" dirty="0">
                <a:latin typeface="Arial (Headings)"/>
              </a:rPr>
            </a:br>
            <a:r>
              <a:rPr lang="ru-RU" sz="3200" b="1" dirty="0">
                <a:latin typeface="Arial (Headings)"/>
              </a:rPr>
              <a:t>что показывают современные данные</a:t>
            </a:r>
            <a:endParaRPr lang="ru-RU" sz="4000" b="1" dirty="0">
              <a:latin typeface="Arial (Headings)"/>
            </a:endParaRPr>
          </a:p>
        </p:txBody>
      </p:sp>
    </p:spTree>
    <p:custDataLst>
      <p:tags r:id="rId1"/>
    </p:custDataLst>
    <p:extLst>
      <p:ext uri="{BB962C8B-B14F-4D97-AF65-F5344CB8AC3E}">
        <p14:creationId xmlns:p14="http://schemas.microsoft.com/office/powerpoint/2010/main" val="3609628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pic>
        <p:nvPicPr>
          <p:cNvPr id="300" name="Google Shape;300;p5" descr="A colorful pattern with a blue background&#10;&#10;Description automatically generated"/>
          <p:cNvPicPr preferRelativeResize="0"/>
          <p:nvPr/>
        </p:nvPicPr>
        <p:blipFill rotWithShape="1">
          <a:blip r:embed="rId3">
            <a:alphaModFix/>
          </a:blip>
          <a:srcRect r="36301" b="989"/>
          <a:stretch/>
        </p:blipFill>
        <p:spPr>
          <a:xfrm>
            <a:off x="8001000" y="2260075"/>
            <a:ext cx="4190995" cy="4606044"/>
          </a:xfrm>
          <a:prstGeom prst="rect">
            <a:avLst/>
          </a:prstGeom>
          <a:noFill/>
          <a:ln>
            <a:noFill/>
          </a:ln>
        </p:spPr>
      </p:pic>
      <p:pic>
        <p:nvPicPr>
          <p:cNvPr id="301" name="Google Shape;301;p5"/>
          <p:cNvPicPr preferRelativeResize="0"/>
          <p:nvPr/>
        </p:nvPicPr>
        <p:blipFill rotWithShape="1">
          <a:blip r:embed="rId4">
            <a:alphaModFix/>
          </a:blip>
          <a:srcRect/>
          <a:stretch/>
        </p:blipFill>
        <p:spPr>
          <a:xfrm>
            <a:off x="9981299" y="6446739"/>
            <a:ext cx="1729122" cy="276958"/>
          </a:xfrm>
          <a:prstGeom prst="rect">
            <a:avLst/>
          </a:prstGeom>
          <a:noFill/>
          <a:ln>
            <a:noFill/>
          </a:ln>
        </p:spPr>
      </p:pic>
      <p:sp>
        <p:nvSpPr>
          <p:cNvPr id="302" name="Google Shape;302;p5"/>
          <p:cNvSpPr txBox="1"/>
          <p:nvPr/>
        </p:nvSpPr>
        <p:spPr>
          <a:xfrm>
            <a:off x="281939" y="358093"/>
            <a:ext cx="10954800" cy="8310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800"/>
              <a:buFont typeface="Arial"/>
              <a:buNone/>
              <a:tabLst/>
              <a:defRPr/>
            </a:pPr>
            <a:r>
              <a:rPr kumimoji="0" lang="en-US" sz="2800" b="1" i="0" u="none" strike="noStrike" kern="1200" cap="none" spc="0" normalizeH="0" baseline="0" noProof="0" dirty="0" err="1">
                <a:ln>
                  <a:noFill/>
                </a:ln>
                <a:solidFill>
                  <a:srgbClr val="503291"/>
                </a:solidFill>
                <a:effectLst/>
                <a:uLnTx/>
                <a:uFillTx/>
                <a:latin typeface="Verdana"/>
                <a:ea typeface="Verdana"/>
                <a:cs typeface="Verdana"/>
                <a:sym typeface="Verdana"/>
              </a:rPr>
              <a:t>Результаты</a:t>
            </a:r>
            <a:r>
              <a:rPr kumimoji="0" lang="en-US" sz="2800" b="1"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2800" b="1" i="0" u="none" strike="noStrike" kern="1200" cap="none" spc="0" normalizeH="0" baseline="0" noProof="0" dirty="0" err="1">
                <a:ln>
                  <a:noFill/>
                </a:ln>
                <a:solidFill>
                  <a:srgbClr val="503291"/>
                </a:solidFill>
                <a:effectLst/>
                <a:uLnTx/>
                <a:uFillTx/>
                <a:latin typeface="Verdana"/>
                <a:ea typeface="Verdana"/>
                <a:cs typeface="Verdana"/>
                <a:sym typeface="Verdana"/>
              </a:rPr>
              <a:t>по</a:t>
            </a:r>
            <a:r>
              <a:rPr kumimoji="0" lang="en-US" sz="2800" b="1"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2800" b="1" i="0" u="none" strike="noStrike" kern="1200" cap="none" spc="0" normalizeH="0" baseline="0" noProof="0" dirty="0" err="1">
                <a:ln>
                  <a:noFill/>
                </a:ln>
                <a:solidFill>
                  <a:srgbClr val="503291"/>
                </a:solidFill>
                <a:effectLst/>
                <a:uLnTx/>
                <a:uFillTx/>
                <a:latin typeface="Verdana"/>
                <a:ea typeface="Verdana"/>
                <a:cs typeface="Verdana"/>
                <a:sym typeface="Verdana"/>
              </a:rPr>
              <a:t>безопасности</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sz="2000" b="1" i="0" u="none" strike="noStrike" kern="1200" cap="none" spc="0" normalizeH="0" baseline="0" noProof="0" dirty="0" err="1">
                <a:ln>
                  <a:noFill/>
                </a:ln>
                <a:solidFill>
                  <a:srgbClr val="E61E50"/>
                </a:solidFill>
                <a:effectLst/>
                <a:uLnTx/>
                <a:uFillTx/>
                <a:latin typeface="Verdana"/>
                <a:ea typeface="Verdana"/>
                <a:cs typeface="Verdana"/>
                <a:sym typeface="Verdana"/>
              </a:rPr>
              <a:t>Анализ</a:t>
            </a:r>
            <a:r>
              <a:rPr kumimoji="0" lang="en-US" sz="2000" b="1" i="0" u="none" strike="noStrike" kern="1200" cap="none" spc="0" normalizeH="0" baseline="0" noProof="0" dirty="0">
                <a:ln>
                  <a:noFill/>
                </a:ln>
                <a:solidFill>
                  <a:srgbClr val="E61E50"/>
                </a:solidFill>
                <a:effectLst/>
                <a:uLnTx/>
                <a:uFillTx/>
                <a:latin typeface="Verdana"/>
                <a:ea typeface="Verdana"/>
                <a:cs typeface="Verdana"/>
                <a:sym typeface="Verdana"/>
              </a:rPr>
              <a:t> </a:t>
            </a:r>
            <a:r>
              <a:rPr kumimoji="0" lang="en-US" sz="2000" b="1" i="0" u="none" strike="noStrike" kern="1200" cap="none" spc="0" normalizeH="0" baseline="0" noProof="0" dirty="0" err="1">
                <a:ln>
                  <a:noFill/>
                </a:ln>
                <a:solidFill>
                  <a:srgbClr val="E61E50"/>
                </a:solidFill>
                <a:effectLst/>
                <a:uLnTx/>
                <a:uFillTx/>
                <a:latin typeface="Verdana"/>
                <a:ea typeface="Verdana"/>
                <a:cs typeface="Verdana"/>
                <a:sym typeface="Verdana"/>
              </a:rPr>
              <a:t>по</a:t>
            </a:r>
            <a:r>
              <a:rPr kumimoji="0" lang="en-US" sz="2000" b="1" i="0" u="none" strike="noStrike" kern="1200" cap="none" spc="0" normalizeH="0" baseline="0" noProof="0" dirty="0">
                <a:ln>
                  <a:noFill/>
                </a:ln>
                <a:solidFill>
                  <a:srgbClr val="E61E50"/>
                </a:solidFill>
                <a:effectLst/>
                <a:uLnTx/>
                <a:uFillTx/>
                <a:latin typeface="Verdana"/>
                <a:ea typeface="Verdana"/>
                <a:cs typeface="Verdana"/>
                <a:sym typeface="Verdana"/>
              </a:rPr>
              <a:t> СД 2 </a:t>
            </a:r>
            <a:r>
              <a:rPr kumimoji="0" lang="en-US" sz="2000" b="1" i="0" u="none" strike="noStrike" kern="1200" cap="none" spc="0" normalizeH="0" baseline="0" noProof="0" dirty="0" err="1">
                <a:ln>
                  <a:noFill/>
                </a:ln>
                <a:solidFill>
                  <a:srgbClr val="E61E50"/>
                </a:solidFill>
                <a:effectLst/>
                <a:uLnTx/>
                <a:uFillTx/>
                <a:latin typeface="Verdana"/>
                <a:ea typeface="Verdana"/>
                <a:cs typeface="Verdana"/>
                <a:sym typeface="Verdana"/>
              </a:rPr>
              <a:t>типа</a:t>
            </a:r>
            <a:endParaRPr kumimoji="0" sz="2000" b="1" i="0" u="none" strike="noStrike" kern="1200" cap="none" spc="0" normalizeH="0" baseline="0" noProof="0" dirty="0">
              <a:ln>
                <a:noFill/>
              </a:ln>
              <a:solidFill>
                <a:srgbClr val="E61E50"/>
              </a:solidFill>
              <a:effectLst/>
              <a:uLnTx/>
              <a:uFillTx/>
              <a:latin typeface="Verdana"/>
              <a:ea typeface="Verdana"/>
              <a:cs typeface="Verdana"/>
              <a:sym typeface="Verdana"/>
            </a:endParaRPr>
          </a:p>
        </p:txBody>
      </p:sp>
      <p:sp>
        <p:nvSpPr>
          <p:cNvPr id="303" name="Google Shape;303;p5"/>
          <p:cNvSpPr txBox="1"/>
          <p:nvPr/>
        </p:nvSpPr>
        <p:spPr>
          <a:xfrm>
            <a:off x="359028" y="4128543"/>
            <a:ext cx="10808400" cy="954000"/>
          </a:xfrm>
          <a:prstGeom prst="rect">
            <a:avLst/>
          </a:prstGeom>
          <a:noFill/>
          <a:ln>
            <a:noFill/>
          </a:ln>
        </p:spPr>
        <p:txBody>
          <a:bodyPr spcFirstLastPara="1" wrap="square" lIns="91425" tIns="45700" rIns="91425" bIns="45700" anchor="t" anchorCtr="0">
            <a:spAutoFit/>
          </a:bodyPr>
          <a:lstStyle/>
          <a:p>
            <a:pPr marL="285750" marR="0" lvl="0" indent="-285750" algn="l" defTabSz="914400" rtl="0" eaLnBrk="1" fontAlgn="auto" latinLnBrk="0" hangingPunct="1">
              <a:lnSpc>
                <a:spcPct val="100000"/>
              </a:lnSpc>
              <a:spcBef>
                <a:spcPts val="0"/>
              </a:spcBef>
              <a:spcAft>
                <a:spcPts val="0"/>
              </a:spcAft>
              <a:buClr>
                <a:srgbClr val="503291"/>
              </a:buClr>
              <a:buSzPts val="1400"/>
              <a:buFont typeface="Arial"/>
              <a:buChar char="•"/>
              <a:tabLst/>
              <a:defRPr/>
            </a:pPr>
            <a:r>
              <a:rPr kumimoji="0" lang="en-US" sz="1400" b="0" i="0" u="none" strike="noStrike" kern="1200" cap="none" spc="0" normalizeH="0" baseline="0" noProof="0" dirty="0">
                <a:ln>
                  <a:noFill/>
                </a:ln>
                <a:solidFill>
                  <a:srgbClr val="002060"/>
                </a:solidFill>
                <a:effectLst/>
                <a:uLnTx/>
                <a:uFillTx/>
                <a:latin typeface="Verdana"/>
                <a:ea typeface="Verdana"/>
                <a:cs typeface="Verdana"/>
                <a:sym typeface="Verdana"/>
              </a:rPr>
              <a:t>В </a:t>
            </a:r>
            <a:r>
              <a:rPr kumimoji="0" lang="en-US" sz="1400" b="0" i="0" u="none" strike="noStrike" kern="1200" cap="none" spc="0" normalizeH="0" baseline="0" noProof="0" dirty="0" err="1">
                <a:ln>
                  <a:noFill/>
                </a:ln>
                <a:solidFill>
                  <a:srgbClr val="002060"/>
                </a:solidFill>
                <a:effectLst/>
                <a:uLnTx/>
                <a:uFillTx/>
                <a:latin typeface="Verdana"/>
                <a:ea typeface="Verdana"/>
                <a:cs typeface="Verdana"/>
                <a:sym typeface="Verdana"/>
              </a:rPr>
              <a:t>когорте</a:t>
            </a:r>
            <a:r>
              <a:rPr kumimoji="0" lang="en-US" sz="1400" b="0"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бисопролола</a:t>
            </a:r>
            <a:r>
              <a:rPr kumimoji="0" lang="en-US" sz="1400" b="0"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не</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было</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разницы</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в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риске</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развития</a:t>
            </a:r>
            <a:r>
              <a:rPr kumimoji="0" lang="ru-RU" sz="1400" b="1" i="0" u="none" strike="noStrike" kern="1200" cap="none" spc="0" normalizeH="0" baseline="0" noProof="0" dirty="0">
                <a:ln>
                  <a:noFill/>
                </a:ln>
                <a:solidFill>
                  <a:srgbClr val="002060"/>
                </a:solidFill>
                <a:effectLst/>
                <a:uLnTx/>
                <a:uFillTx/>
                <a:latin typeface="Verdana"/>
                <a:ea typeface="Verdana"/>
                <a:cs typeface="Verdana"/>
                <a:sym typeface="Verdana"/>
              </a:rPr>
              <a:t> СД 2 типа </a:t>
            </a:r>
            <a:r>
              <a:rPr kumimoji="0" lang="en-US" sz="1400" b="0" i="0" u="none" strike="noStrike" kern="1200" cap="none" spc="0" normalizeH="0" baseline="0" noProof="0" dirty="0" err="1">
                <a:ln>
                  <a:noFill/>
                </a:ln>
                <a:solidFill>
                  <a:srgbClr val="002060"/>
                </a:solidFill>
                <a:effectLst/>
                <a:uLnTx/>
                <a:uFillTx/>
                <a:latin typeface="Verdana"/>
                <a:ea typeface="Verdana"/>
                <a:cs typeface="Verdana"/>
                <a:sym typeface="Verdana"/>
              </a:rPr>
              <a:t>по</a:t>
            </a:r>
            <a:r>
              <a:rPr kumimoji="0" lang="en-US" sz="1400" b="0"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002060"/>
                </a:solidFill>
                <a:effectLst/>
                <a:uLnTx/>
                <a:uFillTx/>
                <a:latin typeface="Verdana"/>
                <a:ea typeface="Verdana"/>
                <a:cs typeface="Verdana"/>
                <a:sym typeface="Verdana"/>
              </a:rPr>
              <a:t>сравнению</a:t>
            </a:r>
            <a:r>
              <a:rPr kumimoji="0" lang="en-US" sz="1400" b="0" i="0" u="none" strike="noStrike" kern="1200" cap="none" spc="0" normalizeH="0" baseline="0" noProof="0" dirty="0">
                <a:ln>
                  <a:noFill/>
                </a:ln>
                <a:solidFill>
                  <a:srgbClr val="002060"/>
                </a:solidFill>
                <a:effectLst/>
                <a:uLnTx/>
                <a:uFillTx/>
                <a:latin typeface="Verdana"/>
                <a:ea typeface="Verdana"/>
                <a:cs typeface="Verdana"/>
                <a:sym typeface="Verdana"/>
              </a:rPr>
              <a:t> с </a:t>
            </a:r>
            <a:r>
              <a:rPr kumimoji="0" lang="en-US" sz="1400" b="0" i="0" u="none" strike="noStrike" kern="1200" cap="none" spc="0" normalizeH="0" baseline="0" noProof="0" dirty="0" err="1">
                <a:ln>
                  <a:noFill/>
                </a:ln>
                <a:solidFill>
                  <a:srgbClr val="002060"/>
                </a:solidFill>
                <a:effectLst/>
                <a:uLnTx/>
                <a:uFillTx/>
                <a:latin typeface="Verdana"/>
                <a:ea typeface="Verdana"/>
                <a:cs typeface="Verdana"/>
                <a:sym typeface="Verdana"/>
              </a:rPr>
              <a:t>другими</a:t>
            </a:r>
            <a:r>
              <a:rPr kumimoji="0" lang="en-US" sz="1400" b="0"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ru-RU" sz="1400" b="0"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0" i="0" u="none" strike="noStrike" kern="1200" cap="none" spc="0" normalizeH="0" baseline="0" noProof="0" dirty="0">
                <a:ln>
                  <a:noFill/>
                </a:ln>
                <a:solidFill>
                  <a:srgbClr val="002060"/>
                </a:solidFill>
                <a:effectLst/>
                <a:uLnTx/>
                <a:uFillTx/>
                <a:latin typeface="Verdana"/>
                <a:ea typeface="Verdana"/>
                <a:cs typeface="Verdana"/>
                <a:sym typeface="Verdana"/>
              </a:rPr>
              <a:t> β-</a:t>
            </a:r>
            <a:r>
              <a:rPr kumimoji="0" lang="en-US" sz="1400" b="0" i="0" u="none" strike="noStrike" kern="1200" cap="none" spc="0" normalizeH="0" baseline="0" noProof="0" dirty="0" err="1">
                <a:ln>
                  <a:noFill/>
                </a:ln>
                <a:solidFill>
                  <a:srgbClr val="002060"/>
                </a:solidFill>
                <a:effectLst/>
                <a:uLnTx/>
                <a:uFillTx/>
                <a:latin typeface="Verdana"/>
                <a:ea typeface="Verdana"/>
                <a:cs typeface="Verdana"/>
                <a:sym typeface="Verdana"/>
              </a:rPr>
              <a:t>блокатор</a:t>
            </a:r>
            <a:r>
              <a:rPr kumimoji="0" lang="ru-RU" sz="1400" b="0" i="0" u="none" strike="noStrike" kern="1200" cap="none" spc="0" normalizeH="0" baseline="0" noProof="0" dirty="0" err="1">
                <a:ln>
                  <a:noFill/>
                </a:ln>
                <a:solidFill>
                  <a:srgbClr val="002060"/>
                </a:solidFill>
                <a:effectLst/>
                <a:uLnTx/>
                <a:uFillTx/>
                <a:latin typeface="Verdana"/>
                <a:ea typeface="Verdana"/>
                <a:cs typeface="Verdana"/>
                <a:sym typeface="Verdana"/>
              </a:rPr>
              <a:t>ами</a:t>
            </a:r>
            <a:r>
              <a:rPr kumimoji="0" lang="en-US" sz="1400" b="0"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ru-RU" sz="1400" b="0" i="0" u="none" strike="noStrike" kern="1200" cap="none" spc="0" normalizeH="0" baseline="0" noProof="0" dirty="0">
                <a:ln>
                  <a:noFill/>
                </a:ln>
                <a:solidFill>
                  <a:srgbClr val="002060"/>
                </a:solidFill>
                <a:effectLst/>
                <a:uLnTx/>
                <a:uFillTx/>
                <a:latin typeface="Verdana"/>
                <a:ea typeface="Verdana"/>
                <a:cs typeface="Verdana"/>
                <a:sym typeface="Verdana"/>
              </a:rPr>
              <a:t>БКК</a:t>
            </a:r>
            <a:r>
              <a:rPr kumimoji="0" lang="en-US" sz="1400" b="0"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002060"/>
                </a:solidFill>
                <a:effectLst/>
                <a:uLnTx/>
                <a:uFillTx/>
                <a:latin typeface="Verdana"/>
                <a:ea typeface="Verdana"/>
                <a:cs typeface="Verdana"/>
                <a:sym typeface="Verdana"/>
              </a:rPr>
              <a:t>или</a:t>
            </a:r>
            <a:r>
              <a:rPr kumimoji="0" lang="en-US" sz="1400" b="0"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002060"/>
                </a:solidFill>
                <a:effectLst/>
                <a:uLnTx/>
                <a:uFillTx/>
                <a:latin typeface="Verdana"/>
                <a:ea typeface="Verdana"/>
                <a:cs typeface="Verdana"/>
                <a:sym typeface="Verdana"/>
              </a:rPr>
              <a:t>диуретик</a:t>
            </a:r>
            <a:r>
              <a:rPr kumimoji="0" lang="ru-RU" sz="1400" b="0" i="0" u="none" strike="noStrike" kern="1200" cap="none" spc="0" normalizeH="0" baseline="0" noProof="0" dirty="0" err="1">
                <a:ln>
                  <a:noFill/>
                </a:ln>
                <a:solidFill>
                  <a:srgbClr val="002060"/>
                </a:solidFill>
                <a:effectLst/>
                <a:uLnTx/>
                <a:uFillTx/>
                <a:latin typeface="Verdana"/>
                <a:ea typeface="Verdana"/>
                <a:cs typeface="Verdana"/>
                <a:sym typeface="Verdana"/>
              </a:rPr>
              <a:t>ами</a:t>
            </a:r>
            <a:r>
              <a:rPr kumimoji="0" lang="en-US" sz="1400" b="0" i="0" u="none" strike="noStrike" kern="1200" cap="none" spc="0" normalizeH="0" baseline="0" noProof="0" dirty="0">
                <a:ln>
                  <a:noFill/>
                </a:ln>
                <a:solidFill>
                  <a:srgbClr val="002060"/>
                </a:solidFill>
                <a:effectLst/>
                <a:uLnTx/>
                <a:uFillTx/>
                <a:latin typeface="Verdana"/>
                <a:ea typeface="Verdana"/>
                <a:cs typeface="Verdana"/>
                <a:sym typeface="Verdana"/>
              </a:rPr>
              <a:t>.</a:t>
            </a:r>
            <a:endParaRPr kumimoji="0" sz="1400" b="0" i="0" u="none" strike="noStrike" kern="1200" cap="none" spc="0" normalizeH="0" baseline="0" noProof="0" dirty="0">
              <a:ln>
                <a:noFill/>
              </a:ln>
              <a:solidFill>
                <a:srgbClr val="002060"/>
              </a:solidFill>
              <a:effectLst/>
              <a:uLnTx/>
              <a:uFillTx/>
              <a:latin typeface="Arial"/>
              <a:ea typeface="Arial"/>
              <a:cs typeface="Arial"/>
              <a:sym typeface="Arial"/>
            </a:endParaRPr>
          </a:p>
          <a:p>
            <a:pPr marL="285750" marR="0" lvl="0" indent="-196850" algn="l" defTabSz="914400" rtl="0" eaLnBrk="1" fontAlgn="auto" latinLnBrk="0" hangingPunct="1">
              <a:lnSpc>
                <a:spcPct val="100000"/>
              </a:lnSpc>
              <a:spcBef>
                <a:spcPts val="0"/>
              </a:spcBef>
              <a:spcAft>
                <a:spcPts val="0"/>
              </a:spcAft>
              <a:buClr>
                <a:srgbClr val="265374"/>
              </a:buClr>
              <a:buSzPts val="1400"/>
              <a:buFont typeface="Arial"/>
              <a:buNone/>
              <a:tabLst/>
              <a:defRPr/>
            </a:pPr>
            <a:endParaRPr kumimoji="0" sz="1400" b="0" i="0" u="none" strike="noStrike" kern="1200" cap="none" spc="0" normalizeH="0" baseline="0" noProof="0" dirty="0">
              <a:ln>
                <a:noFill/>
              </a:ln>
              <a:solidFill>
                <a:srgbClr val="002060"/>
              </a:solidFill>
              <a:effectLst/>
              <a:uLnTx/>
              <a:uFillTx/>
              <a:latin typeface="Verdana"/>
              <a:ea typeface="Verdana"/>
              <a:cs typeface="Verdana"/>
              <a:sym typeface="Verdana"/>
            </a:endParaRPr>
          </a:p>
          <a:p>
            <a:pPr marL="285750" marR="0" lvl="0" indent="-285750" algn="l" defTabSz="914400" rtl="0" eaLnBrk="1" fontAlgn="auto" latinLnBrk="0" hangingPunct="1">
              <a:lnSpc>
                <a:spcPct val="100000"/>
              </a:lnSpc>
              <a:spcBef>
                <a:spcPts val="0"/>
              </a:spcBef>
              <a:spcAft>
                <a:spcPts val="0"/>
              </a:spcAft>
              <a:buClr>
                <a:srgbClr val="FF0000"/>
              </a:buClr>
              <a:buSzPts val="1400"/>
              <a:buFont typeface="Arial"/>
              <a:buChar char="•"/>
              <a:tabLst/>
              <a:defRPr/>
            </a:pP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По</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сравнению</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с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когортой</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АПФ/АРБ</a:t>
            </a:r>
            <a:r>
              <a:rPr kumimoji="0" lang="en-US" sz="1400" b="0"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риск</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развития</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СД2 </a:t>
            </a: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был</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ниже</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 в </a:t>
            </a: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когорте</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бисопролола</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a:t>
            </a:r>
            <a:endParaRPr kumimoji="0" sz="1400" b="1" i="0" u="none" strike="noStrike" kern="1200" cap="none" spc="0" normalizeH="0" baseline="0" noProof="0" dirty="0">
              <a:ln>
                <a:noFill/>
              </a:ln>
              <a:solidFill>
                <a:srgbClr val="E61E50"/>
              </a:solidFill>
              <a:effectLst/>
              <a:uLnTx/>
              <a:uFillTx/>
              <a:latin typeface="Verdana"/>
              <a:ea typeface="Verdana"/>
              <a:cs typeface="Verdana"/>
              <a:sym typeface="Verdana"/>
            </a:endParaRPr>
          </a:p>
        </p:txBody>
      </p:sp>
      <p:cxnSp>
        <p:nvCxnSpPr>
          <p:cNvPr id="304" name="Google Shape;304;p5"/>
          <p:cNvCxnSpPr/>
          <p:nvPr/>
        </p:nvCxnSpPr>
        <p:spPr>
          <a:xfrm>
            <a:off x="7789242" y="2533949"/>
            <a:ext cx="1004100" cy="4800"/>
          </a:xfrm>
          <a:prstGeom prst="straightConnector1">
            <a:avLst/>
          </a:prstGeom>
          <a:noFill/>
          <a:ln w="9525" cap="flat" cmpd="sng">
            <a:solidFill>
              <a:srgbClr val="E61E50"/>
            </a:solidFill>
            <a:prstDash val="solid"/>
            <a:miter lim="800000"/>
            <a:headEnd type="none" w="sm" len="sm"/>
            <a:tailEnd type="triangle" w="med" len="med"/>
          </a:ln>
        </p:spPr>
      </p:cxnSp>
      <p:sp>
        <p:nvSpPr>
          <p:cNvPr id="305" name="Google Shape;305;p5"/>
          <p:cNvSpPr txBox="1"/>
          <p:nvPr/>
        </p:nvSpPr>
        <p:spPr>
          <a:xfrm>
            <a:off x="384511" y="1988477"/>
            <a:ext cx="4320000" cy="1035000"/>
          </a:xfrm>
          <a:prstGeom prst="rect">
            <a:avLst/>
          </a:prstGeom>
          <a:noFill/>
          <a:ln>
            <a:noFill/>
          </a:ln>
        </p:spPr>
        <p:txBody>
          <a:bodyPr spcFirstLastPara="1" wrap="square" lIns="0" tIns="44450" rIns="0" bIns="0" anchor="t" anchorCtr="0">
            <a:spAutoFit/>
          </a:bodyPr>
          <a:lstStyle/>
          <a:p>
            <a:pPr marL="19685"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1200" cap="none" spc="0" normalizeH="0" baseline="0" noProof="0">
                <a:ln>
                  <a:noFill/>
                </a:ln>
                <a:solidFill>
                  <a:srgbClr val="E61E50"/>
                </a:solidFill>
                <a:effectLst/>
                <a:uLnTx/>
                <a:uFillTx/>
                <a:latin typeface="Verdana"/>
                <a:ea typeface="Verdana"/>
                <a:cs typeface="Verdana"/>
                <a:sym typeface="Verdana"/>
              </a:rPr>
              <a:t>Сахарный диабет 2 типа</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7"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900" b="0" i="0" u="none" strike="noStrike" kern="1200" cap="none" spc="0" normalizeH="0" baseline="0" noProof="0">
                <a:ln>
                  <a:noFill/>
                </a:ln>
                <a:solidFill>
                  <a:srgbClr val="503291"/>
                </a:solidFill>
                <a:effectLst/>
                <a:uLnTx/>
                <a:uFillTx/>
                <a:latin typeface="Verdana"/>
                <a:ea typeface="Verdana"/>
                <a:cs typeface="Verdana"/>
                <a:sym typeface="Verdana"/>
              </a:rPr>
              <a:t>Бисопролол против других бета блокаторов</a:t>
            </a:r>
            <a:r>
              <a:rPr kumimoji="0" lang="en-US" sz="1000" b="0" i="0" u="none" strike="noStrike" kern="1200" cap="none" spc="0" normalizeH="0" baseline="0" noProof="0">
                <a:ln>
                  <a:noFill/>
                </a:ln>
                <a:solidFill>
                  <a:srgbClr val="503291"/>
                </a:solidFill>
                <a:effectLst/>
                <a:uLnTx/>
                <a:uFillTx/>
                <a:latin typeface="Verdana"/>
                <a:ea typeface="Verdana"/>
                <a:cs typeface="Verdana"/>
                <a:sym typeface="Verdana"/>
              </a:rPr>
              <a:t>  </a:t>
            </a:r>
            <a:endParaRPr kumimoji="0" sz="1000" b="0" i="0" u="none" strike="noStrike" kern="1200" cap="none" spc="0" normalizeH="0" baseline="0" noProof="0">
              <a:ln>
                <a:noFill/>
              </a:ln>
              <a:solidFill>
                <a:srgbClr val="503291"/>
              </a:solidFill>
              <a:effectLst/>
              <a:uLnTx/>
              <a:uFillTx/>
              <a:latin typeface="Verdana"/>
              <a:ea typeface="Verdana"/>
              <a:cs typeface="Verdana"/>
              <a:sym typeface="Verdana"/>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000" b="0" i="0" u="none" strike="noStrike" kern="1200" cap="none" spc="0" normalizeH="0" baseline="0" noProof="0">
                <a:ln>
                  <a:noFill/>
                </a:ln>
                <a:solidFill>
                  <a:srgbClr val="503291"/>
                </a:solidFill>
                <a:effectLst/>
                <a:uLnTx/>
                <a:uFillTx/>
                <a:latin typeface="Verdana"/>
                <a:ea typeface="Verdana"/>
                <a:cs typeface="Verdana"/>
                <a:sym typeface="Verdana"/>
              </a:rPr>
              <a:t>Бисопролол против ингибиторов АПФ/АРБ  </a:t>
            </a:r>
            <a:endParaRPr kumimoji="0" sz="1000" b="0" i="0" u="none" strike="noStrike" kern="1200" cap="none" spc="0" normalizeH="0" baseline="0" noProof="0">
              <a:ln>
                <a:noFill/>
              </a:ln>
              <a:solidFill>
                <a:srgbClr val="503291"/>
              </a:solidFill>
              <a:effectLst/>
              <a:uLnTx/>
              <a:uFillTx/>
              <a:latin typeface="Verdana"/>
              <a:ea typeface="Verdana"/>
              <a:cs typeface="Verdana"/>
              <a:sym typeface="Verdana"/>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000" b="0" i="0" u="none" strike="noStrike" kern="1200" cap="none" spc="0" normalizeH="0" baseline="0" noProof="0">
                <a:ln>
                  <a:noFill/>
                </a:ln>
                <a:solidFill>
                  <a:srgbClr val="503291"/>
                </a:solidFill>
                <a:effectLst/>
                <a:uLnTx/>
                <a:uFillTx/>
                <a:latin typeface="Verdana"/>
                <a:ea typeface="Verdana"/>
                <a:cs typeface="Verdana"/>
                <a:sym typeface="Verdana"/>
              </a:rPr>
              <a:t>Бисопролол против БКК</a:t>
            </a:r>
            <a:endParaRPr kumimoji="0" sz="1000" b="0" i="0" u="none" strike="noStrike" kern="1200" cap="none" spc="0" normalizeH="0" baseline="0" noProof="0">
              <a:ln>
                <a:noFill/>
              </a:ln>
              <a:solidFill>
                <a:srgbClr val="503291"/>
              </a:solidFill>
              <a:effectLst/>
              <a:uLnTx/>
              <a:uFillTx/>
              <a:latin typeface="Verdana"/>
              <a:ea typeface="Verdana"/>
              <a:cs typeface="Verdana"/>
              <a:sym typeface="Verdana"/>
            </a:endParaRPr>
          </a:p>
          <a:p>
            <a:pPr marL="123188" marR="0"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000" b="0" i="0" u="none" strike="noStrike" kern="1200" cap="none" spc="0" normalizeH="0" baseline="0" noProof="0">
                <a:ln>
                  <a:noFill/>
                </a:ln>
                <a:solidFill>
                  <a:srgbClr val="503291"/>
                </a:solidFill>
                <a:effectLst/>
                <a:uLnTx/>
                <a:uFillTx/>
                <a:latin typeface="Verdana"/>
                <a:ea typeface="Verdana"/>
                <a:cs typeface="Verdana"/>
                <a:sym typeface="Verdana"/>
              </a:rPr>
              <a:t>Бисопролол против диуретиков</a:t>
            </a:r>
            <a:endParaRPr kumimoji="0" sz="1000" b="0" i="0" u="none" strike="noStrike" kern="1200" cap="none" spc="0" normalizeH="0" baseline="0" noProof="0">
              <a:ln>
                <a:noFill/>
              </a:ln>
              <a:solidFill>
                <a:srgbClr val="503291"/>
              </a:solidFill>
              <a:effectLst/>
              <a:uLnTx/>
              <a:uFillTx/>
              <a:latin typeface="Verdana"/>
              <a:ea typeface="Verdana"/>
              <a:cs typeface="Verdana"/>
              <a:sym typeface="Verdana"/>
            </a:endParaRPr>
          </a:p>
        </p:txBody>
      </p:sp>
      <p:sp>
        <p:nvSpPr>
          <p:cNvPr id="306" name="Google Shape;306;p5"/>
          <p:cNvSpPr/>
          <p:nvPr/>
        </p:nvSpPr>
        <p:spPr>
          <a:xfrm>
            <a:off x="3591739" y="1923312"/>
            <a:ext cx="0" cy="1281001"/>
          </a:xfrm>
          <a:custGeom>
            <a:avLst/>
            <a:gdLst/>
            <a:ahLst/>
            <a:cxnLst/>
            <a:rect l="l" t="t" r="r" b="b"/>
            <a:pathLst>
              <a:path w="120000" h="2696845" extrusionOk="0">
                <a:moveTo>
                  <a:pt x="0" y="0"/>
                </a:moveTo>
                <a:lnTo>
                  <a:pt x="0" y="2696540"/>
                </a:lnTo>
              </a:path>
            </a:pathLst>
          </a:custGeom>
          <a:noFill/>
          <a:ln w="9525"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307" name="Google Shape;307;p5"/>
          <p:cNvSpPr/>
          <p:nvPr/>
        </p:nvSpPr>
        <p:spPr>
          <a:xfrm>
            <a:off x="3024283" y="2315696"/>
            <a:ext cx="947409" cy="0"/>
          </a:xfrm>
          <a:custGeom>
            <a:avLst/>
            <a:gdLst/>
            <a:ahLst/>
            <a:cxnLst/>
            <a:rect l="l" t="t" r="r" b="b"/>
            <a:pathLst>
              <a:path w="630555" h="120000" extrusionOk="0">
                <a:moveTo>
                  <a:pt x="630288" y="0"/>
                </a:moveTo>
                <a:lnTo>
                  <a:pt x="0" y="0"/>
                </a:lnTo>
              </a:path>
            </a:pathLst>
          </a:custGeom>
          <a:noFill/>
          <a:ln w="9525" cap="flat" cmpd="sng">
            <a:solidFill>
              <a:srgbClr val="E6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308" name="Google Shape;308;p5"/>
          <p:cNvSpPr/>
          <p:nvPr/>
        </p:nvSpPr>
        <p:spPr>
          <a:xfrm>
            <a:off x="3562256" y="2522356"/>
            <a:ext cx="872990" cy="0"/>
          </a:xfrm>
          <a:custGeom>
            <a:avLst/>
            <a:gdLst/>
            <a:ahLst/>
            <a:cxnLst/>
            <a:rect l="l" t="t" r="r" b="b"/>
            <a:pathLst>
              <a:path w="581025" h="120000" extrusionOk="0">
                <a:moveTo>
                  <a:pt x="0" y="0"/>
                </a:moveTo>
                <a:lnTo>
                  <a:pt x="580542" y="0"/>
                </a:lnTo>
              </a:path>
            </a:pathLst>
          </a:custGeom>
          <a:noFill/>
          <a:ln w="9525" cap="flat" cmpd="sng">
            <a:solidFill>
              <a:srgbClr val="E6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309" name="Google Shape;309;p5"/>
          <p:cNvSpPr/>
          <p:nvPr/>
        </p:nvSpPr>
        <p:spPr>
          <a:xfrm>
            <a:off x="3102965" y="2724203"/>
            <a:ext cx="914968" cy="0"/>
          </a:xfrm>
          <a:custGeom>
            <a:avLst/>
            <a:gdLst/>
            <a:ahLst/>
            <a:cxnLst/>
            <a:rect l="l" t="t" r="r" b="b"/>
            <a:pathLst>
              <a:path w="608964" h="120000" extrusionOk="0">
                <a:moveTo>
                  <a:pt x="0" y="0"/>
                </a:moveTo>
                <a:lnTo>
                  <a:pt x="608685" y="0"/>
                </a:lnTo>
              </a:path>
            </a:pathLst>
          </a:custGeom>
          <a:noFill/>
          <a:ln w="9525" cap="flat" cmpd="sng">
            <a:solidFill>
              <a:srgbClr val="E6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310" name="Google Shape;310;p5"/>
          <p:cNvSpPr/>
          <p:nvPr/>
        </p:nvSpPr>
        <p:spPr>
          <a:xfrm>
            <a:off x="3208709" y="2929259"/>
            <a:ext cx="955994" cy="0"/>
          </a:xfrm>
          <a:custGeom>
            <a:avLst/>
            <a:gdLst/>
            <a:ahLst/>
            <a:cxnLst/>
            <a:rect l="l" t="t" r="r" b="b"/>
            <a:pathLst>
              <a:path w="636269" h="120000" extrusionOk="0">
                <a:moveTo>
                  <a:pt x="636168" y="0"/>
                </a:moveTo>
                <a:lnTo>
                  <a:pt x="0" y="0"/>
                </a:lnTo>
              </a:path>
            </a:pathLst>
          </a:custGeom>
          <a:noFill/>
          <a:ln w="9525" cap="flat" cmpd="sng">
            <a:solidFill>
              <a:srgbClr val="E6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311" name="Google Shape;311;p5"/>
          <p:cNvSpPr txBox="1"/>
          <p:nvPr/>
        </p:nvSpPr>
        <p:spPr>
          <a:xfrm>
            <a:off x="4796851" y="2229257"/>
            <a:ext cx="1504800" cy="863400"/>
          </a:xfrm>
          <a:prstGeom prst="rect">
            <a:avLst/>
          </a:prstGeom>
          <a:noFill/>
          <a:ln>
            <a:noFill/>
          </a:ln>
        </p:spPr>
        <p:txBody>
          <a:bodyPr spcFirstLastPara="1" wrap="square" lIns="0" tIns="31750" rIns="0" bIns="0" anchor="t" anchorCtr="0">
            <a:spAutoFit/>
          </a:bodyPr>
          <a:lstStyle/>
          <a:p>
            <a:pPr marL="123188" marR="6985"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0.98 (0.63,1.53)</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1.46 (0.98, 2.18)</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1.04 (0.68, 1.59)</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1.16 (0.75, 1.78)</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312" name="Google Shape;312;p5"/>
          <p:cNvSpPr txBox="1"/>
          <p:nvPr/>
        </p:nvSpPr>
        <p:spPr>
          <a:xfrm>
            <a:off x="6309190" y="2229136"/>
            <a:ext cx="529200" cy="863400"/>
          </a:xfrm>
          <a:prstGeom prst="rect">
            <a:avLst/>
          </a:prstGeom>
          <a:noFill/>
          <a:ln>
            <a:noFill/>
          </a:ln>
        </p:spPr>
        <p:txBody>
          <a:bodyPr spcFirstLastPara="1" wrap="square" lIns="0" tIns="31750" rIns="0" bIns="0" anchor="t" anchorCtr="0">
            <a:spAutoFit/>
          </a:bodyPr>
          <a:lstStyle/>
          <a:p>
            <a:pPr marL="123188" marR="6985"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1.16</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2.28</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1.24</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1.59</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313" name="Google Shape;313;p5"/>
          <p:cNvSpPr/>
          <p:nvPr/>
        </p:nvSpPr>
        <p:spPr>
          <a:xfrm>
            <a:off x="7675127" y="1957897"/>
            <a:ext cx="0" cy="1281001"/>
          </a:xfrm>
          <a:custGeom>
            <a:avLst/>
            <a:gdLst/>
            <a:ahLst/>
            <a:cxnLst/>
            <a:rect l="l" t="t" r="r" b="b"/>
            <a:pathLst>
              <a:path w="120000" h="2696845" extrusionOk="0">
                <a:moveTo>
                  <a:pt x="0" y="0"/>
                </a:moveTo>
                <a:lnTo>
                  <a:pt x="0" y="2696527"/>
                </a:lnTo>
              </a:path>
            </a:pathLst>
          </a:custGeom>
          <a:noFill/>
          <a:ln w="9525"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grpSp>
        <p:nvGrpSpPr>
          <p:cNvPr id="314" name="Google Shape;314;p5"/>
          <p:cNvGrpSpPr/>
          <p:nvPr/>
        </p:nvGrpSpPr>
        <p:grpSpPr>
          <a:xfrm>
            <a:off x="7056417" y="2335238"/>
            <a:ext cx="1018507" cy="614660"/>
            <a:chOff x="4767554" y="1388414"/>
            <a:chExt cx="659142" cy="374701"/>
          </a:xfrm>
        </p:grpSpPr>
        <p:sp>
          <p:nvSpPr>
            <p:cNvPr id="315" name="Google Shape;315;p5"/>
            <p:cNvSpPr/>
            <p:nvPr/>
          </p:nvSpPr>
          <p:spPr>
            <a:xfrm>
              <a:off x="4767554" y="1388414"/>
              <a:ext cx="631189" cy="0"/>
            </a:xfrm>
            <a:custGeom>
              <a:avLst/>
              <a:gdLst/>
              <a:ahLst/>
              <a:cxnLst/>
              <a:rect l="l" t="t" r="r" b="b"/>
              <a:pathLst>
                <a:path w="631189" h="120000" extrusionOk="0">
                  <a:moveTo>
                    <a:pt x="0" y="0"/>
                  </a:moveTo>
                  <a:lnTo>
                    <a:pt x="630936" y="0"/>
                  </a:lnTo>
                </a:path>
              </a:pathLst>
            </a:custGeom>
            <a:noFill/>
            <a:ln w="9525" cap="flat" cmpd="sng">
              <a:solidFill>
                <a:srgbClr val="E6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316" name="Google Shape;316;p5"/>
            <p:cNvSpPr/>
            <p:nvPr/>
          </p:nvSpPr>
          <p:spPr>
            <a:xfrm>
              <a:off x="4821542" y="1637563"/>
              <a:ext cx="605154" cy="0"/>
            </a:xfrm>
            <a:custGeom>
              <a:avLst/>
              <a:gdLst/>
              <a:ahLst/>
              <a:cxnLst/>
              <a:rect l="l" t="t" r="r" b="b"/>
              <a:pathLst>
                <a:path w="605154" h="120000" extrusionOk="0">
                  <a:moveTo>
                    <a:pt x="604761" y="0"/>
                  </a:moveTo>
                  <a:lnTo>
                    <a:pt x="0" y="0"/>
                  </a:lnTo>
                </a:path>
              </a:pathLst>
            </a:custGeom>
            <a:noFill/>
            <a:ln w="9525" cap="flat" cmpd="sng">
              <a:solidFill>
                <a:srgbClr val="E6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317" name="Google Shape;317;p5"/>
            <p:cNvSpPr/>
            <p:nvPr/>
          </p:nvSpPr>
          <p:spPr>
            <a:xfrm>
              <a:off x="4790135" y="1763115"/>
              <a:ext cx="610235" cy="0"/>
            </a:xfrm>
            <a:custGeom>
              <a:avLst/>
              <a:gdLst/>
              <a:ahLst/>
              <a:cxnLst/>
              <a:rect l="l" t="t" r="r" b="b"/>
              <a:pathLst>
                <a:path w="610235" h="120000" extrusionOk="0">
                  <a:moveTo>
                    <a:pt x="0" y="0"/>
                  </a:moveTo>
                  <a:lnTo>
                    <a:pt x="609676" y="0"/>
                  </a:lnTo>
                </a:path>
              </a:pathLst>
            </a:custGeom>
            <a:noFill/>
            <a:ln w="9525" cap="flat" cmpd="sng">
              <a:solidFill>
                <a:srgbClr val="E6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grpSp>
      <p:sp>
        <p:nvSpPr>
          <p:cNvPr id="318" name="Google Shape;318;p5"/>
          <p:cNvSpPr txBox="1"/>
          <p:nvPr/>
        </p:nvSpPr>
        <p:spPr>
          <a:xfrm>
            <a:off x="9002424" y="2217884"/>
            <a:ext cx="1457400" cy="201300"/>
          </a:xfrm>
          <a:prstGeom prst="rect">
            <a:avLst/>
          </a:prstGeom>
          <a:noFill/>
          <a:ln>
            <a:noFill/>
          </a:ln>
        </p:spPr>
        <p:txBody>
          <a:bodyPr spcFirstLastPara="1" wrap="square" lIns="0" tIns="31750" rIns="0" bIns="0" anchor="t" anchorCtr="0">
            <a:spAutoFit/>
          </a:bodyPr>
          <a:lstStyle/>
          <a:p>
            <a:pPr marL="123188" marR="6985"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0.94 (0.60, 1.45)</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319" name="Google Shape;319;p5"/>
          <p:cNvSpPr txBox="1"/>
          <p:nvPr/>
        </p:nvSpPr>
        <p:spPr>
          <a:xfrm>
            <a:off x="8992695" y="2431618"/>
            <a:ext cx="1489200" cy="422100"/>
          </a:xfrm>
          <a:prstGeom prst="rect">
            <a:avLst/>
          </a:prstGeom>
          <a:noFill/>
          <a:ln>
            <a:noFill/>
          </a:ln>
        </p:spPr>
        <p:txBody>
          <a:bodyPr spcFirstLastPara="1" wrap="square" lIns="0" tIns="31750" rIns="0" bIns="0" anchor="t" anchorCtr="0">
            <a:spAutoFit/>
          </a:bodyPr>
          <a:lstStyle/>
          <a:p>
            <a:pPr marL="123188" marR="6985"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1.75 (1.18, 2.61)</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0.99 (0.65, 1.52)</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320" name="Google Shape;320;p5"/>
          <p:cNvSpPr txBox="1"/>
          <p:nvPr/>
        </p:nvSpPr>
        <p:spPr>
          <a:xfrm>
            <a:off x="8994044" y="2862352"/>
            <a:ext cx="1609500" cy="201300"/>
          </a:xfrm>
          <a:prstGeom prst="rect">
            <a:avLst/>
          </a:prstGeom>
          <a:noFill/>
          <a:ln>
            <a:noFill/>
          </a:ln>
        </p:spPr>
        <p:txBody>
          <a:bodyPr spcFirstLastPara="1" wrap="square" lIns="0" tIns="31750" rIns="0" bIns="0" anchor="t" anchorCtr="0">
            <a:spAutoFit/>
          </a:bodyPr>
          <a:lstStyle/>
          <a:p>
            <a:pPr marL="123188" marR="6985"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0.96 (0.62, 1.47)</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321" name="Google Shape;321;p5"/>
          <p:cNvSpPr txBox="1"/>
          <p:nvPr/>
        </p:nvSpPr>
        <p:spPr>
          <a:xfrm>
            <a:off x="10435391" y="2214003"/>
            <a:ext cx="529200" cy="863400"/>
          </a:xfrm>
          <a:prstGeom prst="rect">
            <a:avLst/>
          </a:prstGeom>
          <a:noFill/>
          <a:ln>
            <a:noFill/>
          </a:ln>
        </p:spPr>
        <p:txBody>
          <a:bodyPr spcFirstLastPara="1" wrap="square" lIns="0" tIns="31750" rIns="0" bIns="0" anchor="t" anchorCtr="0">
            <a:spAutoFit/>
          </a:bodyPr>
          <a:lstStyle/>
          <a:p>
            <a:pPr marL="123188" marR="6985"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1.32</a:t>
            </a:r>
            <a:endParaRPr kumimoji="0" sz="1100" b="0" i="0" u="none" strike="noStrike" kern="1200" cap="none" spc="0" normalizeH="0" baseline="0" noProof="0">
              <a:ln>
                <a:noFill/>
              </a:ln>
              <a:solidFill>
                <a:srgbClr val="503291"/>
              </a:solidFill>
              <a:effectLst/>
              <a:uLnTx/>
              <a:uFillTx/>
              <a:latin typeface="Verdana"/>
              <a:ea typeface="Verdana"/>
              <a:cs typeface="Verdana"/>
              <a:sym typeface="Verdana"/>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2.90</a:t>
            </a:r>
            <a:endParaRPr kumimoji="0" sz="1100" b="0" i="0" u="none" strike="noStrike" kern="1200" cap="none" spc="0" normalizeH="0" baseline="0" noProof="0">
              <a:ln>
                <a:noFill/>
              </a:ln>
              <a:solidFill>
                <a:srgbClr val="503291"/>
              </a:solidFill>
              <a:effectLst/>
              <a:uLnTx/>
              <a:uFillTx/>
              <a:latin typeface="Verdana"/>
              <a:ea typeface="Verdana"/>
              <a:cs typeface="Verdana"/>
              <a:sym typeface="Verdana"/>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1.11</a:t>
            </a:r>
            <a:endParaRPr kumimoji="0" sz="1100" b="0" i="0" u="none" strike="noStrike" kern="1200" cap="none" spc="0" normalizeH="0" baseline="0" noProof="0">
              <a:ln>
                <a:noFill/>
              </a:ln>
              <a:solidFill>
                <a:srgbClr val="503291"/>
              </a:solidFill>
              <a:effectLst/>
              <a:uLnTx/>
              <a:uFillTx/>
              <a:latin typeface="Verdana"/>
              <a:ea typeface="Verdana"/>
              <a:cs typeface="Verdana"/>
              <a:sym typeface="Verdana"/>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1.25</a:t>
            </a:r>
            <a:endParaRPr kumimoji="0" sz="1100" b="0" i="0" u="none" strike="noStrike" kern="1200" cap="none" spc="0" normalizeH="0" baseline="0" noProof="0">
              <a:ln>
                <a:noFill/>
              </a:ln>
              <a:solidFill>
                <a:srgbClr val="503291"/>
              </a:solidFill>
              <a:effectLst/>
              <a:uLnTx/>
              <a:uFillTx/>
              <a:latin typeface="Verdana"/>
              <a:ea typeface="Verdana"/>
              <a:cs typeface="Verdana"/>
              <a:sym typeface="Verdana"/>
            </a:endParaRPr>
          </a:p>
        </p:txBody>
      </p:sp>
      <p:grpSp>
        <p:nvGrpSpPr>
          <p:cNvPr id="322" name="Google Shape;322;p5"/>
          <p:cNvGrpSpPr/>
          <p:nvPr/>
        </p:nvGrpSpPr>
        <p:grpSpPr>
          <a:xfrm>
            <a:off x="2503523" y="3209295"/>
            <a:ext cx="2541896" cy="220272"/>
            <a:chOff x="4523930" y="3845712"/>
            <a:chExt cx="1518547" cy="220272"/>
          </a:xfrm>
        </p:grpSpPr>
        <p:sp>
          <p:nvSpPr>
            <p:cNvPr id="323" name="Google Shape;323;p5"/>
            <p:cNvSpPr txBox="1"/>
            <p:nvPr/>
          </p:nvSpPr>
          <p:spPr>
            <a:xfrm>
              <a:off x="4523930" y="3879984"/>
              <a:ext cx="269100" cy="186000"/>
            </a:xfrm>
            <a:prstGeom prst="rect">
              <a:avLst/>
            </a:prstGeom>
            <a:noFill/>
            <a:ln>
              <a:noFill/>
            </a:ln>
          </p:spPr>
          <p:txBody>
            <a:bodyPr spcFirstLastPara="1" wrap="square" lIns="0" tIns="165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E61E50"/>
                  </a:solidFill>
                  <a:effectLst/>
                  <a:uLnTx/>
                  <a:uFillTx/>
                  <a:latin typeface="Verdana"/>
                  <a:ea typeface="Verdana"/>
                  <a:cs typeface="Verdana"/>
                  <a:sym typeface="Verdana"/>
                </a:rPr>
                <a:t>0.50</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324" name="Google Shape;324;p5"/>
            <p:cNvSpPr txBox="1"/>
            <p:nvPr/>
          </p:nvSpPr>
          <p:spPr>
            <a:xfrm>
              <a:off x="5075277" y="3878843"/>
              <a:ext cx="967200" cy="186000"/>
            </a:xfrm>
            <a:prstGeom prst="rect">
              <a:avLst/>
            </a:prstGeom>
            <a:noFill/>
            <a:ln>
              <a:noFill/>
            </a:ln>
          </p:spPr>
          <p:txBody>
            <a:bodyPr spcFirstLastPara="1" wrap="square" lIns="0" tIns="165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E61E50"/>
                  </a:solidFill>
                  <a:effectLst/>
                  <a:uLnTx/>
                  <a:uFillTx/>
                  <a:latin typeface="Verdana"/>
                  <a:ea typeface="Verdana"/>
                  <a:cs typeface="Verdana"/>
                  <a:sym typeface="Verdana"/>
                </a:rPr>
                <a:t>1.0    1.5    2.0   2.5</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325" name="Google Shape;325;p5"/>
            <p:cNvSpPr/>
            <p:nvPr/>
          </p:nvSpPr>
          <p:spPr>
            <a:xfrm>
              <a:off x="4660900" y="3845724"/>
              <a:ext cx="1237614" cy="0"/>
            </a:xfrm>
            <a:custGeom>
              <a:avLst/>
              <a:gdLst/>
              <a:ahLst/>
              <a:cxnLst/>
              <a:rect l="l" t="t" r="r" b="b"/>
              <a:pathLst>
                <a:path w="1237614" h="120000" extrusionOk="0">
                  <a:moveTo>
                    <a:pt x="1237488" y="0"/>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26" name="Google Shape;326;p5"/>
            <p:cNvSpPr/>
            <p:nvPr/>
          </p:nvSpPr>
          <p:spPr>
            <a:xfrm>
              <a:off x="4663376" y="3845712"/>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27" name="Google Shape;327;p5"/>
            <p:cNvSpPr/>
            <p:nvPr/>
          </p:nvSpPr>
          <p:spPr>
            <a:xfrm>
              <a:off x="5174157" y="3845712"/>
              <a:ext cx="0" cy="46354"/>
            </a:xfrm>
            <a:custGeom>
              <a:avLst/>
              <a:gdLst/>
              <a:ahLst/>
              <a:cxnLst/>
              <a:rect l="l" t="t" r="r" b="b"/>
              <a:pathLst>
                <a:path w="120000" h="46354" extrusionOk="0">
                  <a:moveTo>
                    <a:pt x="0" y="0"/>
                  </a:moveTo>
                  <a:lnTo>
                    <a:pt x="0" y="45923"/>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28" name="Google Shape;328;p5"/>
            <p:cNvSpPr/>
            <p:nvPr/>
          </p:nvSpPr>
          <p:spPr>
            <a:xfrm>
              <a:off x="5416562" y="3845712"/>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29" name="Google Shape;329;p5"/>
            <p:cNvSpPr/>
            <p:nvPr/>
          </p:nvSpPr>
          <p:spPr>
            <a:xfrm>
              <a:off x="5653773" y="3845712"/>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30" name="Google Shape;330;p5"/>
            <p:cNvSpPr/>
            <p:nvPr/>
          </p:nvSpPr>
          <p:spPr>
            <a:xfrm>
              <a:off x="5895695" y="3845712"/>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grpSp>
      <p:grpSp>
        <p:nvGrpSpPr>
          <p:cNvPr id="331" name="Google Shape;331;p5"/>
          <p:cNvGrpSpPr/>
          <p:nvPr/>
        </p:nvGrpSpPr>
        <p:grpSpPr>
          <a:xfrm>
            <a:off x="6516690" y="3211047"/>
            <a:ext cx="2611882" cy="220272"/>
            <a:chOff x="4482121" y="3845712"/>
            <a:chExt cx="1560357" cy="220272"/>
          </a:xfrm>
        </p:grpSpPr>
        <p:sp>
          <p:nvSpPr>
            <p:cNvPr id="332" name="Google Shape;332;p5"/>
            <p:cNvSpPr txBox="1"/>
            <p:nvPr/>
          </p:nvSpPr>
          <p:spPr>
            <a:xfrm>
              <a:off x="4482121" y="3879984"/>
              <a:ext cx="310800" cy="186000"/>
            </a:xfrm>
            <a:prstGeom prst="rect">
              <a:avLst/>
            </a:prstGeom>
            <a:noFill/>
            <a:ln>
              <a:noFill/>
            </a:ln>
          </p:spPr>
          <p:txBody>
            <a:bodyPr spcFirstLastPara="1" wrap="square" lIns="0" tIns="165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E61E50"/>
                  </a:solidFill>
                  <a:effectLst/>
                  <a:uLnTx/>
                  <a:uFillTx/>
                  <a:latin typeface="Verdana"/>
                  <a:ea typeface="Verdana"/>
                  <a:cs typeface="Verdana"/>
                  <a:sym typeface="Verdana"/>
                </a:rPr>
                <a:t>0.50</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333" name="Google Shape;333;p5"/>
            <p:cNvSpPr txBox="1"/>
            <p:nvPr/>
          </p:nvSpPr>
          <p:spPr>
            <a:xfrm>
              <a:off x="5075278" y="3878843"/>
              <a:ext cx="967200" cy="186000"/>
            </a:xfrm>
            <a:prstGeom prst="rect">
              <a:avLst/>
            </a:prstGeom>
            <a:noFill/>
            <a:ln>
              <a:noFill/>
            </a:ln>
          </p:spPr>
          <p:txBody>
            <a:bodyPr spcFirstLastPara="1" wrap="square" lIns="0" tIns="165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E61E50"/>
                  </a:solidFill>
                  <a:effectLst/>
                  <a:uLnTx/>
                  <a:uFillTx/>
                  <a:latin typeface="Verdana"/>
                  <a:ea typeface="Verdana"/>
                  <a:cs typeface="Verdana"/>
                  <a:sym typeface="Verdana"/>
                </a:rPr>
                <a:t>1.0    1.5    2.0   2.5</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334" name="Google Shape;334;p5"/>
            <p:cNvSpPr/>
            <p:nvPr/>
          </p:nvSpPr>
          <p:spPr>
            <a:xfrm>
              <a:off x="4660900" y="3845724"/>
              <a:ext cx="1237614" cy="0"/>
            </a:xfrm>
            <a:custGeom>
              <a:avLst/>
              <a:gdLst/>
              <a:ahLst/>
              <a:cxnLst/>
              <a:rect l="l" t="t" r="r" b="b"/>
              <a:pathLst>
                <a:path w="1237614" h="120000" extrusionOk="0">
                  <a:moveTo>
                    <a:pt x="1237488" y="0"/>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35" name="Google Shape;335;p5"/>
            <p:cNvSpPr/>
            <p:nvPr/>
          </p:nvSpPr>
          <p:spPr>
            <a:xfrm>
              <a:off x="4663376" y="3845712"/>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36" name="Google Shape;336;p5"/>
            <p:cNvSpPr/>
            <p:nvPr/>
          </p:nvSpPr>
          <p:spPr>
            <a:xfrm>
              <a:off x="5174157" y="3845712"/>
              <a:ext cx="0" cy="46354"/>
            </a:xfrm>
            <a:custGeom>
              <a:avLst/>
              <a:gdLst/>
              <a:ahLst/>
              <a:cxnLst/>
              <a:rect l="l" t="t" r="r" b="b"/>
              <a:pathLst>
                <a:path w="120000" h="46354" extrusionOk="0">
                  <a:moveTo>
                    <a:pt x="0" y="0"/>
                  </a:moveTo>
                  <a:lnTo>
                    <a:pt x="0" y="45923"/>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37" name="Google Shape;337;p5"/>
            <p:cNvSpPr/>
            <p:nvPr/>
          </p:nvSpPr>
          <p:spPr>
            <a:xfrm>
              <a:off x="5416562" y="3845712"/>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38" name="Google Shape;338;p5"/>
            <p:cNvSpPr/>
            <p:nvPr/>
          </p:nvSpPr>
          <p:spPr>
            <a:xfrm>
              <a:off x="5653773" y="3845712"/>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39" name="Google Shape;339;p5"/>
            <p:cNvSpPr/>
            <p:nvPr/>
          </p:nvSpPr>
          <p:spPr>
            <a:xfrm>
              <a:off x="5895695" y="3845712"/>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grpSp>
      <p:sp>
        <p:nvSpPr>
          <p:cNvPr id="340" name="Google Shape;340;p5"/>
          <p:cNvSpPr/>
          <p:nvPr/>
        </p:nvSpPr>
        <p:spPr>
          <a:xfrm>
            <a:off x="4858096" y="1915302"/>
            <a:ext cx="6217087" cy="0"/>
          </a:xfrm>
          <a:custGeom>
            <a:avLst/>
            <a:gdLst/>
            <a:ahLst/>
            <a:cxnLst/>
            <a:rect l="l" t="t" r="r" b="b"/>
            <a:pathLst>
              <a:path w="3527425" h="120000" extrusionOk="0">
                <a:moveTo>
                  <a:pt x="3526916" y="0"/>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800"/>
              <a:buFont typeface="Arial"/>
              <a:buNone/>
              <a:tabLst/>
              <a:defRPr/>
            </a:pPr>
            <a:endParaRPr kumimoji="0" sz="28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41" name="Google Shape;341;p5"/>
          <p:cNvSpPr txBox="1"/>
          <p:nvPr/>
        </p:nvSpPr>
        <p:spPr>
          <a:xfrm>
            <a:off x="417872" y="1695825"/>
            <a:ext cx="2181000" cy="186000"/>
          </a:xfrm>
          <a:prstGeom prst="rect">
            <a:avLst/>
          </a:prstGeom>
          <a:noFill/>
          <a:ln>
            <a:noFill/>
          </a:ln>
        </p:spPr>
        <p:txBody>
          <a:bodyPr spcFirstLastPara="1" wrap="square" lIns="0" tIns="165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ru-RU" sz="1100" b="1" i="0" u="none" strike="noStrike" kern="1200" cap="none" spc="0" normalizeH="0" baseline="0" noProof="0" dirty="0">
                <a:ln>
                  <a:noFill/>
                </a:ln>
                <a:solidFill>
                  <a:srgbClr val="E61E50"/>
                </a:solidFill>
                <a:effectLst/>
                <a:uLnTx/>
                <a:uFillTx/>
                <a:latin typeface="Verdana"/>
                <a:ea typeface="Verdana"/>
                <a:cs typeface="Verdana"/>
                <a:sym typeface="Verdana"/>
              </a:rPr>
              <a:t>С</a:t>
            </a:r>
            <a:r>
              <a:rPr kumimoji="0" lang="en-US" sz="1100" b="1" i="0" u="none" strike="noStrike" kern="1200" cap="none" spc="0" normalizeH="0" baseline="0" noProof="0" dirty="0" err="1">
                <a:ln>
                  <a:noFill/>
                </a:ln>
                <a:solidFill>
                  <a:srgbClr val="E61E50"/>
                </a:solidFill>
                <a:effectLst/>
                <a:uLnTx/>
                <a:uFillTx/>
                <a:latin typeface="Verdana"/>
                <a:ea typeface="Verdana"/>
                <a:cs typeface="Verdana"/>
                <a:sym typeface="Verdana"/>
              </a:rPr>
              <a:t>обытие</a:t>
            </a:r>
            <a:endParaRPr kumimoji="0" sz="1100" b="0" i="0" u="none" strike="noStrike" kern="1200" cap="none" spc="0" normalizeH="0" baseline="0" noProof="0" dirty="0">
              <a:ln>
                <a:noFill/>
              </a:ln>
              <a:solidFill>
                <a:srgbClr val="E61E50"/>
              </a:solidFill>
              <a:effectLst/>
              <a:uLnTx/>
              <a:uFillTx/>
              <a:latin typeface="Verdana"/>
              <a:ea typeface="Verdana"/>
              <a:cs typeface="Verdana"/>
              <a:sym typeface="Verdana"/>
            </a:endParaRPr>
          </a:p>
        </p:txBody>
      </p:sp>
      <p:sp>
        <p:nvSpPr>
          <p:cNvPr id="342" name="Google Shape;342;p5"/>
          <p:cNvSpPr txBox="1"/>
          <p:nvPr/>
        </p:nvSpPr>
        <p:spPr>
          <a:xfrm>
            <a:off x="3444099" y="1695829"/>
            <a:ext cx="322200" cy="186000"/>
          </a:xfrm>
          <a:prstGeom prst="rect">
            <a:avLst/>
          </a:prstGeom>
          <a:noFill/>
          <a:ln>
            <a:noFill/>
          </a:ln>
        </p:spPr>
        <p:txBody>
          <a:bodyPr spcFirstLastPara="1" wrap="square" lIns="0" tIns="165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ru-RU" sz="1100" b="1" i="0" u="none" strike="noStrike" kern="1200" cap="none" spc="0" normalizeH="0" baseline="0" noProof="0" dirty="0">
                <a:ln>
                  <a:noFill/>
                </a:ln>
                <a:solidFill>
                  <a:srgbClr val="E61E50"/>
                </a:solidFill>
                <a:effectLst/>
                <a:uLnTx/>
                <a:uFillTx/>
                <a:latin typeface="Verdana"/>
                <a:ea typeface="Verdana"/>
                <a:cs typeface="Verdana"/>
                <a:sym typeface="Verdana"/>
              </a:rPr>
              <a:t>ОР</a:t>
            </a:r>
            <a:endParaRPr kumimoji="0" sz="1100" b="0" i="0" u="none" strike="noStrike" kern="1200" cap="none" spc="0" normalizeH="0" baseline="0" noProof="0" dirty="0">
              <a:ln>
                <a:noFill/>
              </a:ln>
              <a:solidFill>
                <a:srgbClr val="E61E50"/>
              </a:solidFill>
              <a:effectLst/>
              <a:uLnTx/>
              <a:uFillTx/>
              <a:latin typeface="Verdana"/>
              <a:ea typeface="Verdana"/>
              <a:cs typeface="Verdana"/>
              <a:sym typeface="Verdana"/>
            </a:endParaRPr>
          </a:p>
        </p:txBody>
      </p:sp>
      <p:sp>
        <p:nvSpPr>
          <p:cNvPr id="343" name="Google Shape;343;p5"/>
          <p:cNvSpPr txBox="1"/>
          <p:nvPr/>
        </p:nvSpPr>
        <p:spPr>
          <a:xfrm>
            <a:off x="4744090" y="1695829"/>
            <a:ext cx="1497300" cy="186000"/>
          </a:xfrm>
          <a:prstGeom prst="rect">
            <a:avLst/>
          </a:prstGeom>
          <a:noFill/>
          <a:ln>
            <a:noFill/>
          </a:ln>
        </p:spPr>
        <p:txBody>
          <a:bodyPr spcFirstLastPara="1" wrap="square" lIns="0" tIns="16500" rIns="0" bIns="0" anchor="t" anchorCtr="0">
            <a:spAutoFit/>
          </a:bodyPr>
          <a:lstStyle/>
          <a:p>
            <a:pPr marL="1270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ru-RU" sz="1100" b="1" i="0" u="none" strike="noStrike" kern="1200" cap="none" spc="0" normalizeH="0" baseline="0" noProof="0" dirty="0">
                <a:ln>
                  <a:noFill/>
                </a:ln>
                <a:solidFill>
                  <a:srgbClr val="E61E50"/>
                </a:solidFill>
                <a:effectLst/>
                <a:uLnTx/>
                <a:uFillTx/>
                <a:latin typeface="Verdana"/>
                <a:ea typeface="Verdana"/>
                <a:cs typeface="Verdana"/>
                <a:sym typeface="Verdana"/>
              </a:rPr>
              <a:t>ОР</a:t>
            </a:r>
            <a:r>
              <a:rPr kumimoji="0" lang="en-US" sz="1100" b="1" i="0" u="none" strike="noStrike" kern="1200" cap="none" spc="0" normalizeH="0" baseline="0" noProof="0" dirty="0">
                <a:ln>
                  <a:noFill/>
                </a:ln>
                <a:solidFill>
                  <a:srgbClr val="E61E50"/>
                </a:solidFill>
                <a:effectLst/>
                <a:uLnTx/>
                <a:uFillTx/>
                <a:latin typeface="Verdana"/>
                <a:ea typeface="Verdana"/>
                <a:cs typeface="Verdana"/>
                <a:sym typeface="Verdana"/>
              </a:rPr>
              <a:t> (98.75% ДИ)</a:t>
            </a:r>
            <a:endParaRPr kumimoji="0" sz="1100" b="0" i="0" u="none" strike="noStrike" kern="1200" cap="none" spc="0" normalizeH="0" baseline="0" noProof="0" dirty="0">
              <a:ln>
                <a:noFill/>
              </a:ln>
              <a:solidFill>
                <a:srgbClr val="E61E50"/>
              </a:solidFill>
              <a:effectLst/>
              <a:uLnTx/>
              <a:uFillTx/>
              <a:latin typeface="Verdana"/>
              <a:ea typeface="Verdana"/>
              <a:cs typeface="Verdana"/>
              <a:sym typeface="Verdana"/>
            </a:endParaRPr>
          </a:p>
        </p:txBody>
      </p:sp>
      <p:sp>
        <p:nvSpPr>
          <p:cNvPr id="344" name="Google Shape;344;p5"/>
          <p:cNvSpPr txBox="1"/>
          <p:nvPr/>
        </p:nvSpPr>
        <p:spPr>
          <a:xfrm>
            <a:off x="6228923" y="1695825"/>
            <a:ext cx="1136100" cy="186000"/>
          </a:xfrm>
          <a:prstGeom prst="rect">
            <a:avLst/>
          </a:prstGeom>
          <a:noFill/>
          <a:ln>
            <a:noFill/>
          </a:ln>
        </p:spPr>
        <p:txBody>
          <a:bodyPr spcFirstLastPara="1" wrap="square" lIns="0" tIns="16500" rIns="0" bIns="0" anchor="t" anchorCtr="0">
            <a:spAutoFit/>
          </a:bodyPr>
          <a:lstStyle/>
          <a:p>
            <a:pPr marL="1270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1200" cap="none" spc="0" normalizeH="0" baseline="0" noProof="0">
                <a:ln>
                  <a:noFill/>
                </a:ln>
                <a:solidFill>
                  <a:srgbClr val="E61E50"/>
                </a:solidFill>
                <a:effectLst/>
                <a:uLnTx/>
                <a:uFillTx/>
                <a:latin typeface="Verdana"/>
                <a:ea typeface="Verdana"/>
                <a:cs typeface="Verdana"/>
                <a:sym typeface="Verdana"/>
              </a:rPr>
              <a:t>E-значение</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345" name="Google Shape;345;p5"/>
          <p:cNvSpPr txBox="1"/>
          <p:nvPr/>
        </p:nvSpPr>
        <p:spPr>
          <a:xfrm>
            <a:off x="7477213" y="1695829"/>
            <a:ext cx="445800" cy="186000"/>
          </a:xfrm>
          <a:prstGeom prst="rect">
            <a:avLst/>
          </a:prstGeom>
          <a:noFill/>
          <a:ln>
            <a:noFill/>
          </a:ln>
        </p:spPr>
        <p:txBody>
          <a:bodyPr spcFirstLastPara="1" wrap="square" lIns="0" tIns="16500" rIns="0" bIns="0" anchor="t" anchorCtr="0">
            <a:spAutoFit/>
          </a:bodyPr>
          <a:lstStyle/>
          <a:p>
            <a:pPr marL="1270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1200" cap="none" spc="0" normalizeH="0" baseline="0" noProof="0">
                <a:ln>
                  <a:noFill/>
                </a:ln>
                <a:solidFill>
                  <a:srgbClr val="E61E50"/>
                </a:solidFill>
                <a:effectLst/>
                <a:uLnTx/>
                <a:uFillTx/>
                <a:latin typeface="Verdana"/>
                <a:ea typeface="Verdana"/>
                <a:cs typeface="Verdana"/>
                <a:sym typeface="Verdana"/>
              </a:rPr>
              <a:t>ОСР</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346" name="Google Shape;346;p5"/>
          <p:cNvSpPr txBox="1"/>
          <p:nvPr/>
        </p:nvSpPr>
        <p:spPr>
          <a:xfrm>
            <a:off x="8734611" y="1695829"/>
            <a:ext cx="1592400" cy="186000"/>
          </a:xfrm>
          <a:prstGeom prst="rect">
            <a:avLst/>
          </a:prstGeom>
          <a:noFill/>
          <a:ln>
            <a:noFill/>
          </a:ln>
        </p:spPr>
        <p:txBody>
          <a:bodyPr spcFirstLastPara="1" wrap="square" lIns="0" tIns="16500" rIns="0" bIns="0" anchor="t" anchorCtr="0">
            <a:spAutoFit/>
          </a:bodyPr>
          <a:lstStyle/>
          <a:p>
            <a:pPr marL="1270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1200" cap="none" spc="0" normalizeH="0" baseline="0" noProof="0">
                <a:ln>
                  <a:noFill/>
                </a:ln>
                <a:solidFill>
                  <a:srgbClr val="E61E50"/>
                </a:solidFill>
                <a:effectLst/>
                <a:uLnTx/>
                <a:uFillTx/>
                <a:latin typeface="Verdana"/>
                <a:ea typeface="Verdana"/>
                <a:cs typeface="Verdana"/>
                <a:sym typeface="Verdana"/>
              </a:rPr>
              <a:t>ОСР (98.75% ДИ)</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347" name="Google Shape;347;p5"/>
          <p:cNvSpPr txBox="1"/>
          <p:nvPr/>
        </p:nvSpPr>
        <p:spPr>
          <a:xfrm>
            <a:off x="10228650" y="1682725"/>
            <a:ext cx="1254600" cy="186000"/>
          </a:xfrm>
          <a:prstGeom prst="rect">
            <a:avLst/>
          </a:prstGeom>
          <a:noFill/>
          <a:ln>
            <a:noFill/>
          </a:ln>
        </p:spPr>
        <p:txBody>
          <a:bodyPr spcFirstLastPara="1" wrap="square" lIns="0" tIns="16500" rIns="0" bIns="0" anchor="t" anchorCtr="0">
            <a:spAutoFit/>
          </a:bodyPr>
          <a:lstStyle/>
          <a:p>
            <a:pPr marL="1270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1200" cap="none" spc="0" normalizeH="0" baseline="0" noProof="0">
                <a:ln>
                  <a:noFill/>
                </a:ln>
                <a:solidFill>
                  <a:srgbClr val="E61E50"/>
                </a:solidFill>
                <a:effectLst/>
                <a:uLnTx/>
                <a:uFillTx/>
                <a:latin typeface="Verdana"/>
                <a:ea typeface="Verdana"/>
                <a:cs typeface="Verdana"/>
                <a:sym typeface="Verdana"/>
              </a:rPr>
              <a:t>E-значение</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348" name="Google Shape;348;p5"/>
          <p:cNvSpPr/>
          <p:nvPr/>
        </p:nvSpPr>
        <p:spPr>
          <a:xfrm>
            <a:off x="433478" y="1915289"/>
            <a:ext cx="4115548" cy="0"/>
          </a:xfrm>
          <a:custGeom>
            <a:avLst/>
            <a:gdLst/>
            <a:ahLst/>
            <a:cxnLst/>
            <a:rect l="l" t="t" r="r" b="b"/>
            <a:pathLst>
              <a:path w="2748279" h="120000" extrusionOk="0">
                <a:moveTo>
                  <a:pt x="2748102" y="0"/>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800"/>
              <a:buFont typeface="Arial"/>
              <a:buNone/>
              <a:tabLst/>
              <a:defRPr/>
            </a:pPr>
            <a:endParaRPr kumimoji="0" sz="28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49" name="Google Shape;349;p5"/>
          <p:cNvSpPr/>
          <p:nvPr/>
        </p:nvSpPr>
        <p:spPr>
          <a:xfrm>
            <a:off x="3304275" y="3484275"/>
            <a:ext cx="2181000" cy="369300"/>
          </a:xfrm>
          <a:prstGeom prst="rightArrow">
            <a:avLst>
              <a:gd name="adj1" fmla="val 50000"/>
              <a:gd name="adj2" fmla="val 50000"/>
            </a:avLst>
          </a:prstGeom>
          <a:noFill/>
          <a:ln w="19050" cap="flat" cmpd="sng">
            <a:solidFill>
              <a:srgbClr val="E61E50"/>
            </a:solidFill>
            <a:prstDash val="solid"/>
            <a:round/>
            <a:headEnd type="none" w="sm" len="sm"/>
            <a:tailEnd type="none" w="sm" len="sm"/>
          </a:ln>
        </p:spPr>
        <p:txBody>
          <a:bodyPr spcFirstLastPara="1" wrap="square" lIns="0" tIns="16500" rIns="0" bIns="0" anchor="t" anchorCtr="0">
            <a:no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ru-RU" sz="11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1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ru-RU" sz="1100" b="0" i="0" u="none" strike="noStrike" kern="1200" cap="none" spc="0" normalizeH="0" baseline="0" noProof="0" dirty="0">
                <a:ln>
                  <a:noFill/>
                </a:ln>
                <a:solidFill>
                  <a:srgbClr val="503291"/>
                </a:solidFill>
                <a:effectLst/>
                <a:uLnTx/>
                <a:uFillTx/>
                <a:latin typeface="Verdana"/>
                <a:ea typeface="Verdana"/>
                <a:cs typeface="Verdana"/>
                <a:sym typeface="Verdana"/>
              </a:rPr>
              <a:t>Б</a:t>
            </a:r>
            <a:r>
              <a:rPr kumimoji="0" lang="en-US" sz="1100" b="0" i="0" u="none" strike="noStrike" kern="1200" cap="none" spc="0" normalizeH="0" baseline="0" noProof="0" dirty="0" err="1">
                <a:ln>
                  <a:noFill/>
                </a:ln>
                <a:solidFill>
                  <a:srgbClr val="503291"/>
                </a:solidFill>
                <a:effectLst/>
                <a:uLnTx/>
                <a:uFillTx/>
                <a:latin typeface="Verdana"/>
                <a:ea typeface="Verdana"/>
                <a:cs typeface="Verdana"/>
                <a:sym typeface="Verdana"/>
              </a:rPr>
              <a:t>исопролол</a:t>
            </a:r>
            <a:r>
              <a:rPr kumimoji="0" lang="ru-RU" sz="1100" b="0" i="0" u="none" strike="noStrike" kern="1200" cap="none" spc="0" normalizeH="0" baseline="0" noProof="0" dirty="0">
                <a:ln>
                  <a:noFill/>
                </a:ln>
                <a:solidFill>
                  <a:srgbClr val="503291"/>
                </a:solidFill>
                <a:effectLst/>
                <a:uLnTx/>
                <a:uFillTx/>
                <a:latin typeface="Verdana"/>
                <a:ea typeface="Verdana"/>
                <a:cs typeface="Verdana"/>
                <a:sym typeface="Verdana"/>
              </a:rPr>
              <a:t> лучше</a:t>
            </a:r>
            <a:endParaRPr kumimoji="0" sz="1100" b="0" i="0" u="none" strike="noStrike" kern="1200" cap="none" spc="0" normalizeH="0" baseline="0" noProof="0" dirty="0">
              <a:ln>
                <a:noFill/>
              </a:ln>
              <a:solidFill>
                <a:srgbClr val="503291"/>
              </a:solidFill>
              <a:effectLst/>
              <a:uLnTx/>
              <a:uFillTx/>
              <a:latin typeface="Verdana"/>
              <a:ea typeface="Verdana"/>
              <a:cs typeface="Verdana"/>
              <a:sym typeface="Verdana"/>
            </a:endParaRPr>
          </a:p>
        </p:txBody>
      </p:sp>
      <p:pic>
        <p:nvPicPr>
          <p:cNvPr id="350" name="Google Shape;350;p5"/>
          <p:cNvPicPr preferRelativeResize="0"/>
          <p:nvPr/>
        </p:nvPicPr>
        <p:blipFill rotWithShape="1">
          <a:blip r:embed="rId5">
            <a:alphaModFix/>
          </a:blip>
          <a:srcRect/>
          <a:stretch/>
        </p:blipFill>
        <p:spPr>
          <a:xfrm>
            <a:off x="7538359" y="2277757"/>
            <a:ext cx="109208" cy="115954"/>
          </a:xfrm>
          <a:prstGeom prst="rect">
            <a:avLst/>
          </a:prstGeom>
          <a:noFill/>
          <a:ln>
            <a:noFill/>
          </a:ln>
        </p:spPr>
      </p:pic>
      <p:pic>
        <p:nvPicPr>
          <p:cNvPr id="351" name="Google Shape;351;p5"/>
          <p:cNvPicPr preferRelativeResize="0"/>
          <p:nvPr/>
        </p:nvPicPr>
        <p:blipFill rotWithShape="1">
          <a:blip r:embed="rId6">
            <a:alphaModFix/>
          </a:blip>
          <a:srcRect/>
          <a:stretch/>
        </p:blipFill>
        <p:spPr>
          <a:xfrm>
            <a:off x="8188879" y="2482023"/>
            <a:ext cx="109228" cy="115954"/>
          </a:xfrm>
          <a:prstGeom prst="rect">
            <a:avLst/>
          </a:prstGeom>
          <a:noFill/>
          <a:ln>
            <a:noFill/>
          </a:ln>
        </p:spPr>
      </p:pic>
      <p:pic>
        <p:nvPicPr>
          <p:cNvPr id="352" name="Google Shape;352;p5"/>
          <p:cNvPicPr preferRelativeResize="0"/>
          <p:nvPr/>
        </p:nvPicPr>
        <p:blipFill rotWithShape="1">
          <a:blip r:embed="rId6">
            <a:alphaModFix/>
          </a:blip>
          <a:srcRect/>
          <a:stretch/>
        </p:blipFill>
        <p:spPr>
          <a:xfrm>
            <a:off x="7617365" y="2686952"/>
            <a:ext cx="109228" cy="115954"/>
          </a:xfrm>
          <a:prstGeom prst="rect">
            <a:avLst/>
          </a:prstGeom>
          <a:noFill/>
          <a:ln>
            <a:noFill/>
          </a:ln>
        </p:spPr>
      </p:pic>
      <p:pic>
        <p:nvPicPr>
          <p:cNvPr id="353" name="Google Shape;353;p5"/>
          <p:cNvPicPr preferRelativeResize="0"/>
          <p:nvPr/>
        </p:nvPicPr>
        <p:blipFill rotWithShape="1">
          <a:blip r:embed="rId7">
            <a:alphaModFix/>
          </a:blip>
          <a:srcRect/>
          <a:stretch/>
        </p:blipFill>
        <p:spPr>
          <a:xfrm>
            <a:off x="7569584" y="2888260"/>
            <a:ext cx="109228" cy="115954"/>
          </a:xfrm>
          <a:prstGeom prst="rect">
            <a:avLst/>
          </a:prstGeom>
          <a:noFill/>
          <a:ln>
            <a:noFill/>
          </a:ln>
        </p:spPr>
      </p:pic>
      <p:pic>
        <p:nvPicPr>
          <p:cNvPr id="354" name="Google Shape;354;p5"/>
          <p:cNvPicPr preferRelativeResize="0"/>
          <p:nvPr/>
        </p:nvPicPr>
        <p:blipFill rotWithShape="1">
          <a:blip r:embed="rId8">
            <a:alphaModFix/>
          </a:blip>
          <a:srcRect/>
          <a:stretch/>
        </p:blipFill>
        <p:spPr>
          <a:xfrm>
            <a:off x="3510557" y="2256115"/>
            <a:ext cx="106201" cy="115954"/>
          </a:xfrm>
          <a:prstGeom prst="rect">
            <a:avLst/>
          </a:prstGeom>
          <a:noFill/>
          <a:ln>
            <a:noFill/>
          </a:ln>
        </p:spPr>
      </p:pic>
      <p:pic>
        <p:nvPicPr>
          <p:cNvPr id="355" name="Google Shape;355;p5"/>
          <p:cNvPicPr preferRelativeResize="0"/>
          <p:nvPr/>
        </p:nvPicPr>
        <p:blipFill rotWithShape="1">
          <a:blip r:embed="rId9">
            <a:alphaModFix/>
          </a:blip>
          <a:srcRect/>
          <a:stretch/>
        </p:blipFill>
        <p:spPr>
          <a:xfrm>
            <a:off x="3566435" y="2666518"/>
            <a:ext cx="106201" cy="115954"/>
          </a:xfrm>
          <a:prstGeom prst="rect">
            <a:avLst/>
          </a:prstGeom>
          <a:noFill/>
          <a:ln>
            <a:noFill/>
          </a:ln>
        </p:spPr>
      </p:pic>
      <p:pic>
        <p:nvPicPr>
          <p:cNvPr id="356" name="Google Shape;356;p5"/>
          <p:cNvPicPr preferRelativeResize="0"/>
          <p:nvPr/>
        </p:nvPicPr>
        <p:blipFill rotWithShape="1">
          <a:blip r:embed="rId7">
            <a:alphaModFix/>
          </a:blip>
          <a:srcRect/>
          <a:stretch/>
        </p:blipFill>
        <p:spPr>
          <a:xfrm>
            <a:off x="3652483" y="2869970"/>
            <a:ext cx="106220" cy="115954"/>
          </a:xfrm>
          <a:prstGeom prst="rect">
            <a:avLst/>
          </a:prstGeom>
          <a:solidFill>
            <a:srgbClr val="A5D5D5"/>
          </a:solidFill>
          <a:ln>
            <a:noFill/>
          </a:ln>
        </p:spPr>
      </p:pic>
      <p:pic>
        <p:nvPicPr>
          <p:cNvPr id="357" name="Google Shape;357;p5"/>
          <p:cNvPicPr preferRelativeResize="0"/>
          <p:nvPr/>
        </p:nvPicPr>
        <p:blipFill rotWithShape="1">
          <a:blip r:embed="rId10">
            <a:alphaModFix/>
          </a:blip>
          <a:srcRect/>
          <a:stretch/>
        </p:blipFill>
        <p:spPr>
          <a:xfrm>
            <a:off x="3871738" y="2463587"/>
            <a:ext cx="106201" cy="115954"/>
          </a:xfrm>
          <a:prstGeom prst="rect">
            <a:avLst/>
          </a:prstGeom>
          <a:noFill/>
          <a:ln>
            <a:noFill/>
          </a:ln>
        </p:spPr>
      </p:pic>
      <p:sp>
        <p:nvSpPr>
          <p:cNvPr id="358" name="Google Shape;358;p5"/>
          <p:cNvSpPr txBox="1"/>
          <p:nvPr/>
        </p:nvSpPr>
        <p:spPr>
          <a:xfrm>
            <a:off x="281952" y="6227205"/>
            <a:ext cx="7083000" cy="64629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F69AF"/>
              </a:buClr>
              <a:buSzPts val="900"/>
              <a:buFont typeface="Verdana"/>
              <a:buNone/>
              <a:tabLst/>
              <a:defRPr/>
            </a:pP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*The ‘other </a:t>
            </a:r>
            <a:r>
              <a:rPr kumimoji="0" lang="el-GR"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β-</a:t>
            </a: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blockers cohort’ included: Acebutolol, Atenolol, </a:t>
            </a:r>
            <a:r>
              <a:rPr kumimoji="0" lang="en-US" sz="900" b="0" i="0" u="none" strike="noStrike" kern="1200" cap="none" spc="0" normalizeH="0" baseline="0" noProof="0" dirty="0" err="1">
                <a:ln>
                  <a:noFill/>
                </a:ln>
                <a:solidFill>
                  <a:srgbClr val="265374">
                    <a:lumMod val="75000"/>
                    <a:lumOff val="25000"/>
                  </a:srgbClr>
                </a:solidFill>
                <a:effectLst/>
                <a:uLnTx/>
                <a:uFillTx/>
                <a:latin typeface="Verdana"/>
                <a:ea typeface="Verdana"/>
                <a:cs typeface="Verdana"/>
                <a:sym typeface="Verdana"/>
              </a:rPr>
              <a:t>Betaxolol</a:t>
            </a: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 </a:t>
            </a:r>
            <a:r>
              <a:rPr kumimoji="0" lang="en-US" sz="900" b="0" i="0" u="none" strike="noStrike" kern="1200" cap="none" spc="0" normalizeH="0" baseline="0" noProof="0" dirty="0" err="1">
                <a:ln>
                  <a:noFill/>
                </a:ln>
                <a:solidFill>
                  <a:srgbClr val="265374">
                    <a:lumMod val="75000"/>
                    <a:lumOff val="25000"/>
                  </a:srgbClr>
                </a:solidFill>
                <a:effectLst/>
                <a:uLnTx/>
                <a:uFillTx/>
                <a:latin typeface="Verdana"/>
                <a:ea typeface="Verdana"/>
                <a:cs typeface="Verdana"/>
                <a:sym typeface="Verdana"/>
              </a:rPr>
              <a:t>Carteolol</a:t>
            </a: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 Carvedilol, </a:t>
            </a:r>
            <a:r>
              <a:rPr kumimoji="0" lang="en-US" sz="900" b="0" i="0" u="none" strike="noStrike" kern="1200" cap="none" spc="0" normalizeH="0" baseline="0" noProof="0" dirty="0" err="1">
                <a:ln>
                  <a:noFill/>
                </a:ln>
                <a:solidFill>
                  <a:srgbClr val="265374">
                    <a:lumMod val="75000"/>
                    <a:lumOff val="25000"/>
                  </a:srgbClr>
                </a:solidFill>
                <a:effectLst/>
                <a:uLnTx/>
                <a:uFillTx/>
                <a:latin typeface="Verdana"/>
                <a:ea typeface="Verdana"/>
                <a:cs typeface="Verdana"/>
                <a:sym typeface="Verdana"/>
              </a:rPr>
              <a:t>Celiprolol</a:t>
            </a: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 Labetalol, Metoprolol, Nadolol, Nebivolol, Oxprenolol, Pindolol, Propranolol or Timolol.</a:t>
            </a:r>
          </a:p>
          <a:p>
            <a:pPr marL="0" marR="0" lvl="0" indent="0" algn="l" defTabSz="914400" rtl="0" eaLnBrk="1" fontAlgn="auto" latinLnBrk="0" hangingPunct="1">
              <a:lnSpc>
                <a:spcPct val="100000"/>
              </a:lnSpc>
              <a:spcBef>
                <a:spcPts val="0"/>
              </a:spcBef>
              <a:spcAft>
                <a:spcPts val="0"/>
              </a:spcAft>
              <a:buClr>
                <a:srgbClr val="0F69AF"/>
              </a:buClr>
              <a:buSzPts val="900"/>
              <a:buFont typeface="Verdana"/>
              <a:buNone/>
              <a:tabLst/>
              <a:defRPr/>
            </a:pP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Foch, Caroline, et al. "Effectiveness of bisoprolol versus other </a:t>
            </a:r>
            <a:r>
              <a:rPr kumimoji="0" lang="el-GR"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β-</a:t>
            </a: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blockers and other antihypertensive classes: a cohort study in the Clinical Practice Research Datalink." Journal of Comparative Effectiveness Research 11.6 (2022): 423-436.</a:t>
            </a:r>
          </a:p>
        </p:txBody>
      </p:sp>
      <p:sp>
        <p:nvSpPr>
          <p:cNvPr id="359" name="Google Shape;359;p5"/>
          <p:cNvSpPr/>
          <p:nvPr/>
        </p:nvSpPr>
        <p:spPr>
          <a:xfrm>
            <a:off x="7923025" y="3447950"/>
            <a:ext cx="2181000" cy="369300"/>
          </a:xfrm>
          <a:prstGeom prst="rightArrow">
            <a:avLst>
              <a:gd name="adj1" fmla="val 50000"/>
              <a:gd name="adj2" fmla="val 50000"/>
            </a:avLst>
          </a:prstGeom>
          <a:noFill/>
          <a:ln w="19050" cap="flat" cmpd="sng">
            <a:solidFill>
              <a:srgbClr val="E61E50"/>
            </a:solidFill>
            <a:prstDash val="solid"/>
            <a:round/>
            <a:headEnd type="none" w="sm" len="sm"/>
            <a:tailEnd type="none" w="sm" len="sm"/>
          </a:ln>
        </p:spPr>
        <p:txBody>
          <a:bodyPr spcFirstLastPara="1" wrap="square" lIns="0" tIns="16500" rIns="0" bIns="0" anchor="t" anchorCtr="0">
            <a:no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ru-RU" sz="1100" b="0" i="0" u="none" strike="noStrike" kern="1200" cap="none" spc="0" normalizeH="0" baseline="0" noProof="0" dirty="0">
                <a:ln>
                  <a:noFill/>
                </a:ln>
                <a:solidFill>
                  <a:srgbClr val="503291"/>
                </a:solidFill>
                <a:effectLst/>
                <a:uLnTx/>
                <a:uFillTx/>
                <a:latin typeface="Verdana"/>
                <a:ea typeface="Verdana"/>
                <a:cs typeface="Verdana"/>
                <a:sym typeface="Verdana"/>
              </a:rPr>
              <a:t>Б</a:t>
            </a:r>
            <a:r>
              <a:rPr kumimoji="0" lang="en-US" sz="1100" b="0" i="0" u="none" strike="noStrike" kern="1200" cap="none" spc="0" normalizeH="0" baseline="0" noProof="0" dirty="0" err="1">
                <a:ln>
                  <a:noFill/>
                </a:ln>
                <a:solidFill>
                  <a:srgbClr val="503291"/>
                </a:solidFill>
                <a:effectLst/>
                <a:uLnTx/>
                <a:uFillTx/>
                <a:latin typeface="Verdana"/>
                <a:ea typeface="Verdana"/>
                <a:cs typeface="Verdana"/>
                <a:sym typeface="Verdana"/>
              </a:rPr>
              <a:t>исопролол</a:t>
            </a:r>
            <a:r>
              <a:rPr kumimoji="0" lang="ru-RU" sz="1100" b="0" i="0" u="none" strike="noStrike" kern="1200" cap="none" spc="0" normalizeH="0" baseline="0" noProof="0" dirty="0">
                <a:ln>
                  <a:noFill/>
                </a:ln>
                <a:solidFill>
                  <a:srgbClr val="503291"/>
                </a:solidFill>
                <a:effectLst/>
                <a:uLnTx/>
                <a:uFillTx/>
                <a:latin typeface="Verdana"/>
                <a:ea typeface="Verdana"/>
                <a:cs typeface="Verdana"/>
                <a:sym typeface="Verdana"/>
              </a:rPr>
              <a:t> лучше</a:t>
            </a:r>
            <a:endParaRPr kumimoji="0" sz="1100" b="0" i="0" u="none" strike="noStrike" kern="1200" cap="none" spc="0" normalizeH="0" baseline="0" noProof="0" dirty="0">
              <a:ln>
                <a:noFill/>
              </a:ln>
              <a:solidFill>
                <a:srgbClr val="503291"/>
              </a:solidFill>
              <a:effectLst/>
              <a:uLnTx/>
              <a:uFillTx/>
              <a:latin typeface="Verdana"/>
              <a:ea typeface="Verdana"/>
              <a:cs typeface="Verdana"/>
              <a:sym typeface="Verdana"/>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500"/>
                                        <p:tgtEl>
                                          <p:spTgt spid="30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4"/>
                                        </p:tgtEl>
                                        <p:attrNameLst>
                                          <p:attrName>style.visibility</p:attrName>
                                        </p:attrNameLst>
                                      </p:cBhvr>
                                      <p:to>
                                        <p:strVal val="visible"/>
                                      </p:to>
                                    </p:set>
                                    <p:animEffect transition="in" filter="fade">
                                      <p:cBhvr>
                                        <p:cTn id="12" dur="1750"/>
                                        <p:tgtEl>
                                          <p:spTgt spid="30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3">
                                            <p:txEl>
                                              <p:pRg st="0" end="0"/>
                                            </p:txEl>
                                          </p:spTgt>
                                        </p:tgtEl>
                                        <p:attrNameLst>
                                          <p:attrName>style.visibility</p:attrName>
                                        </p:attrNameLst>
                                      </p:cBhvr>
                                      <p:to>
                                        <p:strVal val="visible"/>
                                      </p:to>
                                    </p:set>
                                    <p:animEffect transition="in" filter="fade">
                                      <p:cBhvr>
                                        <p:cTn id="17" dur="1000"/>
                                        <p:tgtEl>
                                          <p:spTgt spid="30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3">
                                            <p:txEl>
                                              <p:pRg st="2" end="2"/>
                                            </p:txEl>
                                          </p:spTgt>
                                        </p:tgtEl>
                                        <p:attrNameLst>
                                          <p:attrName>style.visibility</p:attrName>
                                        </p:attrNameLst>
                                      </p:cBhvr>
                                      <p:to>
                                        <p:strVal val="visible"/>
                                      </p:to>
                                    </p:set>
                                    <p:animEffect transition="in" filter="fade">
                                      <p:cBhvr>
                                        <p:cTn id="22" dur="1000"/>
                                        <p:tgtEl>
                                          <p:spTgt spid="30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pic>
        <p:nvPicPr>
          <p:cNvPr id="364" name="Google Shape;364;p6" descr="A colorful pattern with a blue background&#10;&#10;Description automatically generated"/>
          <p:cNvPicPr preferRelativeResize="0"/>
          <p:nvPr/>
        </p:nvPicPr>
        <p:blipFill rotWithShape="1">
          <a:blip r:embed="rId3">
            <a:alphaModFix/>
          </a:blip>
          <a:srcRect t="21952" r="36301" b="992"/>
          <a:stretch/>
        </p:blipFill>
        <p:spPr>
          <a:xfrm>
            <a:off x="8001000" y="3281458"/>
            <a:ext cx="4190998" cy="3584659"/>
          </a:xfrm>
          <a:prstGeom prst="rect">
            <a:avLst/>
          </a:prstGeom>
          <a:noFill/>
          <a:ln>
            <a:noFill/>
          </a:ln>
        </p:spPr>
      </p:pic>
      <p:pic>
        <p:nvPicPr>
          <p:cNvPr id="365" name="Google Shape;365;p6"/>
          <p:cNvPicPr preferRelativeResize="0"/>
          <p:nvPr/>
        </p:nvPicPr>
        <p:blipFill rotWithShape="1">
          <a:blip r:embed="rId4">
            <a:alphaModFix/>
          </a:blip>
          <a:srcRect/>
          <a:stretch/>
        </p:blipFill>
        <p:spPr>
          <a:xfrm>
            <a:off x="9981299" y="6446739"/>
            <a:ext cx="1729122" cy="276958"/>
          </a:xfrm>
          <a:prstGeom prst="rect">
            <a:avLst/>
          </a:prstGeom>
          <a:noFill/>
          <a:ln>
            <a:noFill/>
          </a:ln>
        </p:spPr>
      </p:pic>
      <p:sp>
        <p:nvSpPr>
          <p:cNvPr id="366" name="Google Shape;366;p6"/>
          <p:cNvSpPr txBox="1"/>
          <p:nvPr/>
        </p:nvSpPr>
        <p:spPr>
          <a:xfrm>
            <a:off x="150471" y="264129"/>
            <a:ext cx="11538600" cy="8310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800"/>
              <a:buFont typeface="Arial"/>
              <a:buNone/>
              <a:tabLst/>
              <a:defRPr/>
            </a:pPr>
            <a:r>
              <a:rPr kumimoji="0" lang="en-US" sz="2800" b="1" i="0" u="none" strike="noStrike" kern="1200" cap="none" spc="0" normalizeH="0" baseline="0" noProof="0">
                <a:ln>
                  <a:noFill/>
                </a:ln>
                <a:solidFill>
                  <a:srgbClr val="503291"/>
                </a:solidFill>
                <a:effectLst/>
                <a:uLnTx/>
                <a:uFillTx/>
                <a:latin typeface="Verdana"/>
                <a:ea typeface="Verdana"/>
                <a:cs typeface="Verdana"/>
                <a:sym typeface="Verdana"/>
              </a:rPr>
              <a:t>Результаты по безопасности</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sz="2000" b="1" i="0" u="none" strike="noStrike" kern="1200" cap="none" spc="0" normalizeH="0" baseline="0" noProof="0">
                <a:ln>
                  <a:noFill/>
                </a:ln>
                <a:solidFill>
                  <a:srgbClr val="503291"/>
                </a:solidFill>
                <a:effectLst/>
                <a:uLnTx/>
                <a:uFillTx/>
                <a:latin typeface="Verdana"/>
                <a:ea typeface="Verdana"/>
                <a:cs typeface="Verdana"/>
                <a:sym typeface="Verdana"/>
              </a:rPr>
              <a:t> </a:t>
            </a:r>
            <a:r>
              <a:rPr kumimoji="0" lang="en-US" sz="2000" b="1" i="0" u="none" strike="noStrike" kern="1200" cap="none" spc="0" normalizeH="0" baseline="0" noProof="0">
                <a:ln>
                  <a:noFill/>
                </a:ln>
                <a:solidFill>
                  <a:srgbClr val="E61E50"/>
                </a:solidFill>
                <a:effectLst/>
                <a:uLnTx/>
                <a:uFillTx/>
                <a:latin typeface="Verdana"/>
                <a:ea typeface="Verdana"/>
                <a:cs typeface="Verdana"/>
                <a:sym typeface="Verdana"/>
              </a:rPr>
              <a:t>Дислипидемия</a:t>
            </a:r>
            <a:endParaRPr kumimoji="0" sz="2000" b="1"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367" name="Google Shape;367;p6"/>
          <p:cNvSpPr txBox="1"/>
          <p:nvPr/>
        </p:nvSpPr>
        <p:spPr>
          <a:xfrm>
            <a:off x="281939" y="4170627"/>
            <a:ext cx="11070300" cy="2031900"/>
          </a:xfrm>
          <a:prstGeom prst="rect">
            <a:avLst/>
          </a:prstGeom>
          <a:noFill/>
          <a:ln>
            <a:noFill/>
          </a:ln>
        </p:spPr>
        <p:txBody>
          <a:bodyPr spcFirstLastPara="1" wrap="square" lIns="91425" tIns="45700" rIns="91425" bIns="45700" anchor="t" anchorCtr="0">
            <a:spAutoFit/>
          </a:bodyPr>
          <a:lstStyle/>
          <a:p>
            <a:pPr marL="285750" marR="0" lvl="0" indent="-285750" algn="l" defTabSz="914400" rtl="0" eaLnBrk="1" fontAlgn="auto" latinLnBrk="0" hangingPunct="1">
              <a:lnSpc>
                <a:spcPct val="100000"/>
              </a:lnSpc>
              <a:spcBef>
                <a:spcPts val="0"/>
              </a:spcBef>
              <a:spcAft>
                <a:spcPts val="0"/>
              </a:spcAft>
              <a:buClr>
                <a:srgbClr val="503291"/>
              </a:buClr>
              <a:buSzPts val="1400"/>
              <a:buFont typeface="Arial"/>
              <a:buChar char="•"/>
              <a:tabLst/>
              <a:defRPr/>
            </a:pP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Риск</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развития</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дислипидемии</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в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когорте</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бисопролола</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по</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сравнению</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с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когортой</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других</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β-</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блокаторов</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не</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различался</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однако</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риск</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был</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повышен</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по</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сравнению</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с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когортой</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диуретиков</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a:p>
            <a:pPr marL="285750" marR="0" lvl="0" indent="-196850" algn="l" defTabSz="914400" rtl="0" eaLnBrk="1" fontAlgn="auto" latinLnBrk="0" hangingPunct="1">
              <a:lnSpc>
                <a:spcPct val="100000"/>
              </a:lnSpc>
              <a:spcBef>
                <a:spcPts val="0"/>
              </a:spcBef>
              <a:spcAft>
                <a:spcPts val="0"/>
              </a:spcAft>
              <a:buClr>
                <a:srgbClr val="265374"/>
              </a:buClr>
              <a:buSzPts val="1400"/>
              <a:buFont typeface="Arial"/>
              <a:buNone/>
              <a:tabLst/>
              <a:defRPr/>
            </a:pPr>
            <a:endParaRPr kumimoji="0" sz="1400" b="0" i="0" u="none" strike="noStrike" kern="1200" cap="none" spc="0" normalizeH="0" baseline="0" noProof="0" dirty="0">
              <a:ln>
                <a:noFill/>
              </a:ln>
              <a:solidFill>
                <a:srgbClr val="503291"/>
              </a:solidFill>
              <a:effectLst/>
              <a:uLnTx/>
              <a:uFillTx/>
              <a:latin typeface="Verdana"/>
              <a:ea typeface="Verdana"/>
              <a:cs typeface="Verdana"/>
              <a:sym typeface="Verdana"/>
            </a:endParaRPr>
          </a:p>
          <a:p>
            <a:pPr marL="285750" marR="0" lvl="0" indent="-285750" algn="l" defTabSz="914400" rtl="0" eaLnBrk="1" fontAlgn="auto" latinLnBrk="0" hangingPunct="1">
              <a:lnSpc>
                <a:spcPct val="100000"/>
              </a:lnSpc>
              <a:spcBef>
                <a:spcPts val="0"/>
              </a:spcBef>
              <a:spcAft>
                <a:spcPts val="0"/>
              </a:spcAft>
              <a:buClr>
                <a:srgbClr val="503291"/>
              </a:buClr>
              <a:buSzPts val="1400"/>
              <a:buFont typeface="Arial"/>
              <a:buChar char="•"/>
              <a:tabLst/>
              <a:defRPr/>
            </a:pP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Наблюдалась</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тенденция</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к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увеличению</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риска</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развития</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дислипидемии</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в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когорте</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бисопролола</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по</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сравнению</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с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когортой</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ru-RU" sz="1400" b="0" i="0" u="none" strike="noStrike" kern="1200" cap="none" spc="0" normalizeH="0" baseline="0" noProof="0" dirty="0">
                <a:ln>
                  <a:noFill/>
                </a:ln>
                <a:solidFill>
                  <a:srgbClr val="503291"/>
                </a:solidFill>
                <a:effectLst/>
                <a:uLnTx/>
                <a:uFillTx/>
                <a:latin typeface="Verdana"/>
                <a:ea typeface="Verdana"/>
                <a:cs typeface="Verdana"/>
                <a:sym typeface="Verdana"/>
              </a:rPr>
              <a:t>БКК</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a:p>
            <a:pPr marL="285750" marR="0" lvl="0" indent="-196850" algn="l" defTabSz="914400" rtl="0" eaLnBrk="1" fontAlgn="auto" latinLnBrk="0" hangingPunct="1">
              <a:lnSpc>
                <a:spcPct val="100000"/>
              </a:lnSpc>
              <a:spcBef>
                <a:spcPts val="0"/>
              </a:spcBef>
              <a:spcAft>
                <a:spcPts val="0"/>
              </a:spcAft>
              <a:buClr>
                <a:srgbClr val="265374"/>
              </a:buClr>
              <a:buSzPts val="1400"/>
              <a:buFont typeface="Arial"/>
              <a:buNone/>
              <a:tabLst/>
              <a:defRPr/>
            </a:pPr>
            <a:endParaRPr kumimoji="0" sz="1400" b="0" i="0" u="none" strike="noStrike" kern="1200" cap="none" spc="0" normalizeH="0" baseline="0" noProof="0" dirty="0">
              <a:ln>
                <a:noFill/>
              </a:ln>
              <a:solidFill>
                <a:srgbClr val="503291"/>
              </a:solidFill>
              <a:effectLst/>
              <a:uLnTx/>
              <a:uFillTx/>
              <a:latin typeface="Verdana"/>
              <a:ea typeface="Verdana"/>
              <a:cs typeface="Verdana"/>
              <a:sym typeface="Verdana"/>
            </a:endParaRPr>
          </a:p>
          <a:p>
            <a:pPr marL="285750" marR="0" lvl="0" indent="-285750" algn="l" defTabSz="914400" rtl="0" eaLnBrk="1" fontAlgn="auto" latinLnBrk="0" hangingPunct="1">
              <a:lnSpc>
                <a:spcPct val="100000"/>
              </a:lnSpc>
              <a:spcBef>
                <a:spcPts val="0"/>
              </a:spcBef>
              <a:spcAft>
                <a:spcPts val="0"/>
              </a:spcAft>
              <a:buClr>
                <a:srgbClr val="503291"/>
              </a:buClr>
              <a:buSzPts val="1400"/>
              <a:buFont typeface="Arial"/>
              <a:buChar char="•"/>
              <a:tabLst/>
              <a:defRPr/>
            </a:pP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Разницы</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 в </a:t>
            </a:r>
            <a:r>
              <a:rPr kumimoji="0" lang="ru-RU" sz="1400" b="1" i="0" u="none" strike="noStrike" kern="1200" cap="none" spc="0" normalizeH="0" baseline="0" noProof="0" dirty="0">
                <a:ln>
                  <a:noFill/>
                </a:ln>
                <a:solidFill>
                  <a:srgbClr val="503291"/>
                </a:solidFill>
                <a:effectLst/>
                <a:uLnTx/>
                <a:uFillTx/>
                <a:latin typeface="Verdana"/>
                <a:ea typeface="Verdana"/>
                <a:cs typeface="Verdana"/>
                <a:sym typeface="Verdana"/>
              </a:rPr>
              <a:t>О</a:t>
            </a:r>
            <a:r>
              <a:rPr lang="ru-RU" sz="1400" b="1" dirty="0">
                <a:solidFill>
                  <a:srgbClr val="503291"/>
                </a:solidFill>
                <a:latin typeface="Verdana"/>
                <a:ea typeface="Verdana"/>
                <a:cs typeface="Verdana"/>
                <a:sym typeface="Verdana"/>
              </a:rPr>
              <a:t>Р</a:t>
            </a:r>
            <a:r>
              <a:rPr kumimoji="0" lang="ru-RU" sz="1400" b="1"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риск</a:t>
            </a:r>
            <a:r>
              <a:rPr kumimoji="0" lang="ru-RU" sz="1400" b="1" i="0" u="none" strike="noStrike" kern="1200" cap="none" spc="0" normalizeH="0" baseline="0" noProof="0" dirty="0">
                <a:ln>
                  <a:noFill/>
                </a:ln>
                <a:solidFill>
                  <a:srgbClr val="503291"/>
                </a:solidFill>
                <a:effectLst/>
                <a:uLnTx/>
                <a:uFillTx/>
                <a:latin typeface="Verdana"/>
                <a:ea typeface="Verdana"/>
                <a:cs typeface="Verdana"/>
                <a:sym typeface="Verdana"/>
              </a:rPr>
              <a:t>а</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развития</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дислипидемии</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 в </a:t>
            </a: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когорте</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бисопролола</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по</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сравнению</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 с </a:t>
            </a: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когортой</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ru-RU" sz="1400" b="1" i="0" u="none" strike="noStrike" kern="1200" cap="none" spc="0" normalizeH="0" baseline="0" noProof="0" dirty="0">
                <a:ln>
                  <a:noFill/>
                </a:ln>
                <a:solidFill>
                  <a:srgbClr val="503291"/>
                </a:solidFill>
                <a:effectLst/>
                <a:uLnTx/>
                <a:uFillTx/>
                <a:latin typeface="Verdana"/>
                <a:ea typeface="Verdana"/>
                <a:cs typeface="Verdana"/>
                <a:sym typeface="Verdana"/>
              </a:rPr>
              <a:t>и</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АПФ/</a:t>
            </a:r>
            <a:r>
              <a:rPr kumimoji="0" lang="ru-RU" sz="1400" b="1" i="0" u="none" strike="noStrike" kern="1200" cap="none" spc="0" normalizeH="0" baseline="0" noProof="0" dirty="0">
                <a:ln>
                  <a:noFill/>
                </a:ln>
                <a:solidFill>
                  <a:srgbClr val="503291"/>
                </a:solidFill>
                <a:effectLst/>
                <a:uLnTx/>
                <a:uFillTx/>
                <a:latin typeface="Verdana"/>
                <a:ea typeface="Verdana"/>
                <a:cs typeface="Verdana"/>
                <a:sym typeface="Verdana"/>
              </a:rPr>
              <a:t>БРА  </a:t>
            </a: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не</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было</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однако</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 SHR (ОСР) </a:t>
            </a: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указывал</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на</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снижение</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риска</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 в </a:t>
            </a: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когорте</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бисопролола</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по</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сравнению</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 с АПФ/АРБ.</a:t>
            </a:r>
            <a:endParaRPr kumimoji="0" sz="1400" b="1" i="0" u="none" strike="noStrike" kern="1200" cap="none" spc="0" normalizeH="0" baseline="0" noProof="0" dirty="0">
              <a:ln>
                <a:noFill/>
              </a:ln>
              <a:solidFill>
                <a:srgbClr val="E61E50"/>
              </a:solidFill>
              <a:effectLst/>
              <a:uLnTx/>
              <a:uFillTx/>
              <a:latin typeface="Verdana"/>
              <a:ea typeface="Verdana"/>
              <a:cs typeface="Verdana"/>
              <a:sym typeface="Verdana"/>
            </a:endParaRPr>
          </a:p>
        </p:txBody>
      </p:sp>
      <p:grpSp>
        <p:nvGrpSpPr>
          <p:cNvPr id="368" name="Google Shape;368;p6"/>
          <p:cNvGrpSpPr/>
          <p:nvPr/>
        </p:nvGrpSpPr>
        <p:grpSpPr>
          <a:xfrm>
            <a:off x="405381" y="1581625"/>
            <a:ext cx="11133543" cy="1836792"/>
            <a:chOff x="700157" y="1468408"/>
            <a:chExt cx="11133543" cy="1836792"/>
          </a:xfrm>
        </p:grpSpPr>
        <p:sp>
          <p:nvSpPr>
            <p:cNvPr id="369" name="Google Shape;369;p6"/>
            <p:cNvSpPr txBox="1"/>
            <p:nvPr/>
          </p:nvSpPr>
          <p:spPr>
            <a:xfrm>
              <a:off x="702864" y="1752205"/>
              <a:ext cx="4320000" cy="1035000"/>
            </a:xfrm>
            <a:prstGeom prst="rect">
              <a:avLst/>
            </a:prstGeom>
            <a:noFill/>
            <a:ln>
              <a:noFill/>
            </a:ln>
          </p:spPr>
          <p:txBody>
            <a:bodyPr spcFirstLastPara="1" wrap="square" lIns="0" tIns="44450" rIns="0" bIns="0" anchor="t" anchorCtr="0">
              <a:spAutoFit/>
            </a:bodyPr>
            <a:lstStyle/>
            <a:p>
              <a:pPr marL="19685"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1200" cap="none" spc="0" normalizeH="0" baseline="0" noProof="0">
                  <a:ln>
                    <a:noFill/>
                  </a:ln>
                  <a:solidFill>
                    <a:srgbClr val="E61E50"/>
                  </a:solidFill>
                  <a:effectLst/>
                  <a:uLnTx/>
                  <a:uFillTx/>
                  <a:latin typeface="Verdana"/>
                  <a:ea typeface="Verdana"/>
                  <a:cs typeface="Verdana"/>
                  <a:sym typeface="Verdana"/>
                </a:rPr>
                <a:t>Дислипидемия</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7" marR="6985" lvl="0" indent="0" algn="l" defTabSz="914400" rtl="0" eaLnBrk="1" fontAlgn="auto" latinLnBrk="0" hangingPunct="1">
                <a:lnSpc>
                  <a:spcPct val="100000"/>
                </a:lnSpc>
                <a:spcBef>
                  <a:spcPts val="400"/>
                </a:spcBef>
                <a:spcAft>
                  <a:spcPts val="0"/>
                </a:spcAft>
                <a:buClr>
                  <a:srgbClr val="265374"/>
                </a:buClr>
                <a:buSzPts val="1100"/>
                <a:buFont typeface="Arial"/>
                <a:buNone/>
                <a:tabLst/>
                <a:defRPr/>
              </a:pPr>
              <a:r>
                <a:rPr kumimoji="0" lang="en-US" sz="900" b="0" i="0" u="none" strike="noStrike" kern="1200" cap="none" spc="0" normalizeH="0" baseline="0" noProof="0">
                  <a:ln>
                    <a:noFill/>
                  </a:ln>
                  <a:solidFill>
                    <a:srgbClr val="503291"/>
                  </a:solidFill>
                  <a:effectLst/>
                  <a:uLnTx/>
                  <a:uFillTx/>
                  <a:latin typeface="Verdana"/>
                  <a:ea typeface="Verdana"/>
                  <a:cs typeface="Verdana"/>
                  <a:sym typeface="Verdana"/>
                </a:rPr>
                <a:t>Бисопролол против других бета блокаторов</a:t>
              </a:r>
              <a:r>
                <a:rPr kumimoji="0" lang="en-US" sz="1000" b="0" i="0" u="none" strike="noStrike" kern="1200" cap="none" spc="0" normalizeH="0" baseline="0" noProof="0">
                  <a:ln>
                    <a:noFill/>
                  </a:ln>
                  <a:solidFill>
                    <a:srgbClr val="503291"/>
                  </a:solidFill>
                  <a:effectLst/>
                  <a:uLnTx/>
                  <a:uFillTx/>
                  <a:latin typeface="Verdana"/>
                  <a:ea typeface="Verdana"/>
                  <a:cs typeface="Verdana"/>
                  <a:sym typeface="Verdana"/>
                </a:rPr>
                <a:t>  </a:t>
              </a:r>
              <a:endParaRPr kumimoji="0" sz="1000" b="0" i="0" u="none" strike="noStrike" kern="1200" cap="none" spc="0" normalizeH="0" baseline="0" noProof="0">
                <a:ln>
                  <a:noFill/>
                </a:ln>
                <a:solidFill>
                  <a:srgbClr val="503291"/>
                </a:solidFill>
                <a:effectLst/>
                <a:uLnTx/>
                <a:uFillTx/>
                <a:latin typeface="Verdana"/>
                <a:ea typeface="Verdana"/>
                <a:cs typeface="Verdana"/>
                <a:sym typeface="Verdana"/>
              </a:endParaRPr>
            </a:p>
            <a:p>
              <a:pPr marL="123187" marR="6985" lvl="0" indent="0" algn="l" defTabSz="914400" rtl="0" eaLnBrk="1" fontAlgn="auto" latinLnBrk="0" hangingPunct="1">
                <a:lnSpc>
                  <a:spcPct val="100000"/>
                </a:lnSpc>
                <a:spcBef>
                  <a:spcPts val="400"/>
                </a:spcBef>
                <a:spcAft>
                  <a:spcPts val="0"/>
                </a:spcAft>
                <a:buClr>
                  <a:srgbClr val="265374"/>
                </a:buClr>
                <a:buSzPts val="1100"/>
                <a:buFont typeface="Arial"/>
                <a:buNone/>
                <a:tabLst/>
                <a:defRPr/>
              </a:pPr>
              <a:r>
                <a:rPr kumimoji="0" lang="en-US" sz="1000" b="0" i="0" u="none" strike="noStrike" kern="1200" cap="none" spc="0" normalizeH="0" baseline="0" noProof="0">
                  <a:ln>
                    <a:noFill/>
                  </a:ln>
                  <a:solidFill>
                    <a:srgbClr val="503291"/>
                  </a:solidFill>
                  <a:effectLst/>
                  <a:uLnTx/>
                  <a:uFillTx/>
                  <a:latin typeface="Verdana"/>
                  <a:ea typeface="Verdana"/>
                  <a:cs typeface="Verdana"/>
                  <a:sym typeface="Verdana"/>
                </a:rPr>
                <a:t>Бисопролол против ингибиторов АПФ/АРБ  </a:t>
              </a:r>
              <a:endParaRPr kumimoji="0" sz="1000" b="0" i="0" u="none" strike="noStrike" kern="1200" cap="none" spc="0" normalizeH="0" baseline="0" noProof="0">
                <a:ln>
                  <a:noFill/>
                </a:ln>
                <a:solidFill>
                  <a:srgbClr val="503291"/>
                </a:solidFill>
                <a:effectLst/>
                <a:uLnTx/>
                <a:uFillTx/>
                <a:latin typeface="Verdana"/>
                <a:ea typeface="Verdana"/>
                <a:cs typeface="Verdana"/>
                <a:sym typeface="Verdana"/>
              </a:endParaRPr>
            </a:p>
            <a:p>
              <a:pPr marL="123187" marR="6985" lvl="0" indent="0" algn="l" defTabSz="914400" rtl="0" eaLnBrk="1" fontAlgn="auto" latinLnBrk="0" hangingPunct="1">
                <a:lnSpc>
                  <a:spcPct val="100000"/>
                </a:lnSpc>
                <a:spcBef>
                  <a:spcPts val="400"/>
                </a:spcBef>
                <a:spcAft>
                  <a:spcPts val="0"/>
                </a:spcAft>
                <a:buClr>
                  <a:srgbClr val="265374"/>
                </a:buClr>
                <a:buSzPts val="1100"/>
                <a:buFont typeface="Arial"/>
                <a:buNone/>
                <a:tabLst/>
                <a:defRPr/>
              </a:pPr>
              <a:r>
                <a:rPr kumimoji="0" lang="en-US" sz="1000" b="0" i="0" u="none" strike="noStrike" kern="1200" cap="none" spc="0" normalizeH="0" baseline="0" noProof="0">
                  <a:ln>
                    <a:noFill/>
                  </a:ln>
                  <a:solidFill>
                    <a:srgbClr val="503291"/>
                  </a:solidFill>
                  <a:effectLst/>
                  <a:uLnTx/>
                  <a:uFillTx/>
                  <a:latin typeface="Verdana"/>
                  <a:ea typeface="Verdana"/>
                  <a:cs typeface="Verdana"/>
                  <a:sym typeface="Verdana"/>
                </a:rPr>
                <a:t>Бисопролол против БКК</a:t>
              </a:r>
              <a:endParaRPr kumimoji="0" sz="1000" b="0" i="0" u="none" strike="noStrike" kern="1200" cap="none" spc="0" normalizeH="0" baseline="0" noProof="0">
                <a:ln>
                  <a:noFill/>
                </a:ln>
                <a:solidFill>
                  <a:srgbClr val="503291"/>
                </a:solidFill>
                <a:effectLst/>
                <a:uLnTx/>
                <a:uFillTx/>
                <a:latin typeface="Verdana"/>
                <a:ea typeface="Verdana"/>
                <a:cs typeface="Verdana"/>
                <a:sym typeface="Verdana"/>
              </a:endParaRPr>
            </a:p>
            <a:p>
              <a:pPr marL="123187" marR="0" lvl="0" indent="0" algn="l" defTabSz="914400" rtl="0" eaLnBrk="1" fontAlgn="auto" latinLnBrk="0" hangingPunct="1">
                <a:lnSpc>
                  <a:spcPct val="100000"/>
                </a:lnSpc>
                <a:spcBef>
                  <a:spcPts val="400"/>
                </a:spcBef>
                <a:spcAft>
                  <a:spcPts val="0"/>
                </a:spcAft>
                <a:buClr>
                  <a:srgbClr val="265374"/>
                </a:buClr>
                <a:buSzPts val="1100"/>
                <a:buFont typeface="Arial"/>
                <a:buNone/>
                <a:tabLst/>
                <a:defRPr/>
              </a:pPr>
              <a:r>
                <a:rPr kumimoji="0" lang="en-US" sz="1000" b="0" i="0" u="none" strike="noStrike" kern="1200" cap="none" spc="0" normalizeH="0" baseline="0" noProof="0">
                  <a:ln>
                    <a:noFill/>
                  </a:ln>
                  <a:solidFill>
                    <a:srgbClr val="503291"/>
                  </a:solidFill>
                  <a:effectLst/>
                  <a:uLnTx/>
                  <a:uFillTx/>
                  <a:latin typeface="Verdana"/>
                  <a:ea typeface="Verdana"/>
                  <a:cs typeface="Verdana"/>
                  <a:sym typeface="Verdana"/>
                </a:rPr>
                <a:t>Бисопролол против диуретиков</a:t>
              </a:r>
              <a:endParaRPr kumimoji="0" sz="1100" b="0" i="0" u="none" strike="noStrike" kern="1200" cap="none" spc="0" normalizeH="0" baseline="0" noProof="0">
                <a:ln>
                  <a:noFill/>
                </a:ln>
                <a:solidFill>
                  <a:srgbClr val="503291"/>
                </a:solidFill>
                <a:effectLst/>
                <a:uLnTx/>
                <a:uFillTx/>
                <a:latin typeface="Verdana"/>
                <a:ea typeface="Verdana"/>
                <a:cs typeface="Verdana"/>
                <a:sym typeface="Verdana"/>
              </a:endParaRPr>
            </a:p>
          </p:txBody>
        </p:sp>
        <p:sp>
          <p:nvSpPr>
            <p:cNvPr id="370" name="Google Shape;370;p6"/>
            <p:cNvSpPr/>
            <p:nvPr/>
          </p:nvSpPr>
          <p:spPr>
            <a:xfrm>
              <a:off x="3910092" y="1712160"/>
              <a:ext cx="0" cy="1368649"/>
            </a:xfrm>
            <a:custGeom>
              <a:avLst/>
              <a:gdLst/>
              <a:ahLst/>
              <a:cxnLst/>
              <a:rect l="l" t="t" r="r" b="b"/>
              <a:pathLst>
                <a:path w="120000" h="2696845" extrusionOk="0">
                  <a:moveTo>
                    <a:pt x="0" y="0"/>
                  </a:moveTo>
                  <a:lnTo>
                    <a:pt x="0" y="2696540"/>
                  </a:lnTo>
                </a:path>
              </a:pathLst>
            </a:custGeom>
            <a:noFill/>
            <a:ln w="9525"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371" name="Google Shape;371;p6"/>
            <p:cNvSpPr/>
            <p:nvPr/>
          </p:nvSpPr>
          <p:spPr>
            <a:xfrm>
              <a:off x="3344601" y="2084441"/>
              <a:ext cx="656412" cy="0"/>
            </a:xfrm>
            <a:custGeom>
              <a:avLst/>
              <a:gdLst/>
              <a:ahLst/>
              <a:cxnLst/>
              <a:rect l="l" t="t" r="r" b="b"/>
              <a:pathLst>
                <a:path w="436880" h="120000" extrusionOk="0">
                  <a:moveTo>
                    <a:pt x="0" y="0"/>
                  </a:moveTo>
                  <a:lnTo>
                    <a:pt x="436549" y="0"/>
                  </a:lnTo>
                </a:path>
              </a:pathLst>
            </a:custGeom>
            <a:noFill/>
            <a:ln w="9525" cap="flat" cmpd="sng">
              <a:solidFill>
                <a:srgbClr val="E6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372" name="Google Shape;372;p6"/>
            <p:cNvSpPr/>
            <p:nvPr/>
          </p:nvSpPr>
          <p:spPr>
            <a:xfrm>
              <a:off x="3620954" y="2291642"/>
              <a:ext cx="519022" cy="0"/>
            </a:xfrm>
            <a:custGeom>
              <a:avLst/>
              <a:gdLst/>
              <a:ahLst/>
              <a:cxnLst/>
              <a:rect l="l" t="t" r="r" b="b"/>
              <a:pathLst>
                <a:path w="345439" h="120000" extrusionOk="0">
                  <a:moveTo>
                    <a:pt x="0" y="0"/>
                  </a:moveTo>
                  <a:lnTo>
                    <a:pt x="344932" y="0"/>
                  </a:lnTo>
                </a:path>
              </a:pathLst>
            </a:custGeom>
            <a:noFill/>
            <a:ln w="9525" cap="flat" cmpd="sng">
              <a:solidFill>
                <a:srgbClr val="E6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373" name="Google Shape;373;p6"/>
            <p:cNvSpPr/>
            <p:nvPr/>
          </p:nvSpPr>
          <p:spPr>
            <a:xfrm>
              <a:off x="3370904" y="2494552"/>
              <a:ext cx="599167" cy="0"/>
            </a:xfrm>
            <a:custGeom>
              <a:avLst/>
              <a:gdLst/>
              <a:ahLst/>
              <a:cxnLst/>
              <a:rect l="l" t="t" r="r" b="b"/>
              <a:pathLst>
                <a:path w="398780" h="120000" extrusionOk="0">
                  <a:moveTo>
                    <a:pt x="398589" y="0"/>
                  </a:moveTo>
                  <a:lnTo>
                    <a:pt x="0" y="0"/>
                  </a:lnTo>
                </a:path>
              </a:pathLst>
            </a:custGeom>
            <a:noFill/>
            <a:ln w="9525" cap="flat" cmpd="sng">
              <a:solidFill>
                <a:srgbClr val="E6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374" name="Google Shape;374;p6"/>
            <p:cNvSpPr txBox="1"/>
            <p:nvPr/>
          </p:nvSpPr>
          <p:spPr>
            <a:xfrm>
              <a:off x="4860976" y="1987973"/>
              <a:ext cx="1506900" cy="863100"/>
            </a:xfrm>
            <a:prstGeom prst="rect">
              <a:avLst/>
            </a:prstGeom>
            <a:noFill/>
            <a:ln>
              <a:noFill/>
            </a:ln>
          </p:spPr>
          <p:txBody>
            <a:bodyPr spcFirstLastPara="1" wrap="square" lIns="0" tIns="31750" rIns="0" bIns="0" anchor="t" anchorCtr="0">
              <a:spAutoFit/>
            </a:bodyPr>
            <a:lstStyle/>
            <a:p>
              <a:pPr marL="123188" marR="6985"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0.85 (0.63, 1.13)</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1.03 (0.81, 1.31)</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0.81 (0.63, 1.05)</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0.76 (0.58, 0.99)</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375" name="Google Shape;375;p6"/>
            <p:cNvSpPr txBox="1"/>
            <p:nvPr/>
          </p:nvSpPr>
          <p:spPr>
            <a:xfrm>
              <a:off x="6536491" y="1989657"/>
              <a:ext cx="603900" cy="1201500"/>
            </a:xfrm>
            <a:prstGeom prst="rect">
              <a:avLst/>
            </a:prstGeom>
            <a:noFill/>
            <a:ln>
              <a:noFill/>
            </a:ln>
          </p:spPr>
          <p:txBody>
            <a:bodyPr spcFirstLastPara="1" wrap="square" lIns="0" tIns="31750" rIns="0" bIns="0" anchor="t" anchorCtr="0">
              <a:spAutoFit/>
            </a:bodyPr>
            <a:lstStyle/>
            <a:p>
              <a:pPr marL="123188" marR="6985"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1.63</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1.21</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1.77</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1.96	 	</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376" name="Google Shape;376;p6"/>
            <p:cNvSpPr/>
            <p:nvPr/>
          </p:nvSpPr>
          <p:spPr>
            <a:xfrm>
              <a:off x="7993474" y="1739683"/>
              <a:ext cx="0" cy="1368649"/>
            </a:xfrm>
            <a:custGeom>
              <a:avLst/>
              <a:gdLst/>
              <a:ahLst/>
              <a:cxnLst/>
              <a:rect l="l" t="t" r="r" b="b"/>
              <a:pathLst>
                <a:path w="120000" h="2696845" extrusionOk="0">
                  <a:moveTo>
                    <a:pt x="0" y="0"/>
                  </a:moveTo>
                  <a:lnTo>
                    <a:pt x="0" y="2696527"/>
                  </a:lnTo>
                </a:path>
              </a:pathLst>
            </a:custGeom>
            <a:noFill/>
            <a:ln w="9525"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377" name="Google Shape;377;p6"/>
            <p:cNvSpPr/>
            <p:nvPr/>
          </p:nvSpPr>
          <p:spPr>
            <a:xfrm>
              <a:off x="7356619" y="2102854"/>
              <a:ext cx="674978" cy="0"/>
            </a:xfrm>
            <a:custGeom>
              <a:avLst/>
              <a:gdLst/>
              <a:ahLst/>
              <a:cxnLst/>
              <a:rect l="l" t="t" r="r" b="b"/>
              <a:pathLst>
                <a:path w="436879" h="120000" extrusionOk="0">
                  <a:moveTo>
                    <a:pt x="436867" y="0"/>
                  </a:moveTo>
                  <a:lnTo>
                    <a:pt x="0" y="0"/>
                  </a:lnTo>
                </a:path>
              </a:pathLst>
            </a:custGeom>
            <a:noFill/>
            <a:ln w="9525" cap="flat" cmpd="sng">
              <a:solidFill>
                <a:srgbClr val="E6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378" name="Google Shape;378;p6"/>
            <p:cNvSpPr/>
            <p:nvPr/>
          </p:nvSpPr>
          <p:spPr>
            <a:xfrm>
              <a:off x="8043818" y="2308994"/>
              <a:ext cx="473858" cy="0"/>
            </a:xfrm>
            <a:custGeom>
              <a:avLst/>
              <a:gdLst/>
              <a:ahLst/>
              <a:cxnLst/>
              <a:rect l="l" t="t" r="r" b="b"/>
              <a:pathLst>
                <a:path w="306704" h="120000" extrusionOk="0">
                  <a:moveTo>
                    <a:pt x="0" y="0"/>
                  </a:moveTo>
                  <a:lnTo>
                    <a:pt x="306298" y="0"/>
                  </a:lnTo>
                </a:path>
              </a:pathLst>
            </a:custGeom>
            <a:noFill/>
            <a:ln w="9525" cap="flat" cmpd="sng">
              <a:solidFill>
                <a:srgbClr val="E6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379" name="Google Shape;379;p6"/>
            <p:cNvSpPr/>
            <p:nvPr/>
          </p:nvSpPr>
          <p:spPr>
            <a:xfrm>
              <a:off x="7373300" y="2508695"/>
              <a:ext cx="628869" cy="0"/>
            </a:xfrm>
            <a:custGeom>
              <a:avLst/>
              <a:gdLst/>
              <a:ahLst/>
              <a:cxnLst/>
              <a:rect l="l" t="t" r="r" b="b"/>
              <a:pathLst>
                <a:path w="407035" h="120000" extrusionOk="0">
                  <a:moveTo>
                    <a:pt x="406450" y="0"/>
                  </a:moveTo>
                  <a:lnTo>
                    <a:pt x="0" y="0"/>
                  </a:lnTo>
                </a:path>
              </a:pathLst>
            </a:custGeom>
            <a:noFill/>
            <a:ln w="9525" cap="flat" cmpd="sng">
              <a:solidFill>
                <a:srgbClr val="E6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380" name="Google Shape;380;p6"/>
            <p:cNvSpPr/>
            <p:nvPr/>
          </p:nvSpPr>
          <p:spPr>
            <a:xfrm>
              <a:off x="7210584" y="2722088"/>
              <a:ext cx="521784" cy="0"/>
            </a:xfrm>
            <a:custGeom>
              <a:avLst/>
              <a:gdLst/>
              <a:ahLst/>
              <a:cxnLst/>
              <a:rect l="l" t="t" r="r" b="b"/>
              <a:pathLst>
                <a:path w="630555" h="120000" extrusionOk="0">
                  <a:moveTo>
                    <a:pt x="630288" y="0"/>
                  </a:moveTo>
                  <a:lnTo>
                    <a:pt x="0" y="0"/>
                  </a:lnTo>
                </a:path>
              </a:pathLst>
            </a:custGeom>
            <a:noFill/>
            <a:ln w="9525" cap="flat" cmpd="sng">
              <a:solidFill>
                <a:srgbClr val="E6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381" name="Google Shape;381;p6"/>
            <p:cNvSpPr txBox="1"/>
            <p:nvPr/>
          </p:nvSpPr>
          <p:spPr>
            <a:xfrm>
              <a:off x="9175071" y="1991649"/>
              <a:ext cx="1419600" cy="863100"/>
            </a:xfrm>
            <a:prstGeom prst="rect">
              <a:avLst/>
            </a:prstGeom>
            <a:noFill/>
            <a:ln>
              <a:noFill/>
            </a:ln>
          </p:spPr>
          <p:txBody>
            <a:bodyPr spcFirstLastPara="1" wrap="square" lIns="0" tIns="31750" rIns="0" bIns="0" anchor="t" anchorCtr="0">
              <a:spAutoFit/>
            </a:bodyPr>
            <a:lstStyle/>
            <a:p>
              <a:pPr marL="123188" marR="6985"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0.78 (0.59, 1.04)</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1.33 (1.05, 1.70)</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0.77 (0.60, 1.00)</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0.65 (0.5, 0.85)</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382" name="Google Shape;382;p6"/>
            <p:cNvSpPr txBox="1"/>
            <p:nvPr/>
          </p:nvSpPr>
          <p:spPr>
            <a:xfrm>
              <a:off x="10900993" y="2001820"/>
              <a:ext cx="603900" cy="1201500"/>
            </a:xfrm>
            <a:prstGeom prst="rect">
              <a:avLst/>
            </a:prstGeom>
            <a:noFill/>
            <a:ln>
              <a:noFill/>
            </a:ln>
          </p:spPr>
          <p:txBody>
            <a:bodyPr spcFirstLastPara="1" wrap="square" lIns="0" tIns="31750" rIns="0" bIns="0" anchor="t" anchorCtr="0">
              <a:spAutoFit/>
            </a:bodyPr>
            <a:lstStyle/>
            <a:p>
              <a:pPr marL="123188" marR="6985"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1.88</a:t>
              </a:r>
              <a:endParaRPr kumimoji="0" sz="1100" b="0" i="0" u="none" strike="noStrike" kern="1200" cap="none" spc="0" normalizeH="0" baseline="0" noProof="0">
                <a:ln>
                  <a:noFill/>
                </a:ln>
                <a:solidFill>
                  <a:srgbClr val="503291"/>
                </a:solidFill>
                <a:effectLst/>
                <a:uLnTx/>
                <a:uFillTx/>
                <a:latin typeface="Verdana"/>
                <a:ea typeface="Verdana"/>
                <a:cs typeface="Verdana"/>
                <a:sym typeface="Verdana"/>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1.99</a:t>
              </a:r>
              <a:endParaRPr kumimoji="0" sz="1100" b="0" i="0" u="none" strike="noStrike" kern="1200" cap="none" spc="0" normalizeH="0" baseline="0" noProof="0">
                <a:ln>
                  <a:noFill/>
                </a:ln>
                <a:solidFill>
                  <a:srgbClr val="503291"/>
                </a:solidFill>
                <a:effectLst/>
                <a:uLnTx/>
                <a:uFillTx/>
                <a:latin typeface="Verdana"/>
                <a:ea typeface="Verdana"/>
                <a:cs typeface="Verdana"/>
                <a:sym typeface="Verdana"/>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1.92</a:t>
              </a:r>
              <a:endParaRPr kumimoji="0" sz="1100" b="0" i="0" u="none" strike="noStrike" kern="1200" cap="none" spc="0" normalizeH="0" baseline="0" noProof="0">
                <a:ln>
                  <a:noFill/>
                </a:ln>
                <a:solidFill>
                  <a:srgbClr val="503291"/>
                </a:solidFill>
                <a:effectLst/>
                <a:uLnTx/>
                <a:uFillTx/>
                <a:latin typeface="Verdana"/>
                <a:ea typeface="Verdana"/>
                <a:cs typeface="Verdana"/>
                <a:sym typeface="Verdana"/>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2.45	 	</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383" name="Google Shape;383;p6"/>
            <p:cNvSpPr txBox="1"/>
            <p:nvPr/>
          </p:nvSpPr>
          <p:spPr>
            <a:xfrm>
              <a:off x="2803409" y="3117448"/>
              <a:ext cx="450300" cy="186000"/>
            </a:xfrm>
            <a:prstGeom prst="rect">
              <a:avLst/>
            </a:prstGeom>
            <a:noFill/>
            <a:ln>
              <a:noFill/>
            </a:ln>
          </p:spPr>
          <p:txBody>
            <a:bodyPr spcFirstLastPara="1" wrap="square" lIns="0" tIns="165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E61E50"/>
                  </a:solidFill>
                  <a:effectLst/>
                  <a:uLnTx/>
                  <a:uFillTx/>
                  <a:latin typeface="Verdana"/>
                  <a:ea typeface="Verdana"/>
                  <a:cs typeface="Verdana"/>
                  <a:sym typeface="Verdana"/>
                </a:rPr>
                <a:t>0.50</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384" name="Google Shape;384;p6"/>
            <p:cNvSpPr txBox="1"/>
            <p:nvPr/>
          </p:nvSpPr>
          <p:spPr>
            <a:xfrm>
              <a:off x="3751274" y="3116307"/>
              <a:ext cx="1618800" cy="186000"/>
            </a:xfrm>
            <a:prstGeom prst="rect">
              <a:avLst/>
            </a:prstGeom>
            <a:noFill/>
            <a:ln>
              <a:noFill/>
            </a:ln>
          </p:spPr>
          <p:txBody>
            <a:bodyPr spcFirstLastPara="1" wrap="square" lIns="0" tIns="165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E61E50"/>
                  </a:solidFill>
                  <a:effectLst/>
                  <a:uLnTx/>
                  <a:uFillTx/>
                  <a:latin typeface="Verdana"/>
                  <a:ea typeface="Verdana"/>
                  <a:cs typeface="Verdana"/>
                  <a:sym typeface="Verdana"/>
                </a:rPr>
                <a:t>1.0    1.5    2.0   2.5</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385" name="Google Shape;385;p6"/>
            <p:cNvSpPr/>
            <p:nvPr/>
          </p:nvSpPr>
          <p:spPr>
            <a:xfrm>
              <a:off x="3051178" y="3083188"/>
              <a:ext cx="2073003" cy="0"/>
            </a:xfrm>
            <a:custGeom>
              <a:avLst/>
              <a:gdLst/>
              <a:ahLst/>
              <a:cxnLst/>
              <a:rect l="l" t="t" r="r" b="b"/>
              <a:pathLst>
                <a:path w="1237614" h="120000" extrusionOk="0">
                  <a:moveTo>
                    <a:pt x="1237488" y="0"/>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86" name="Google Shape;386;p6"/>
            <p:cNvSpPr/>
            <p:nvPr/>
          </p:nvSpPr>
          <p:spPr>
            <a:xfrm>
              <a:off x="3055323" y="3083176"/>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87" name="Google Shape;387;p6"/>
            <p:cNvSpPr/>
            <p:nvPr/>
          </p:nvSpPr>
          <p:spPr>
            <a:xfrm>
              <a:off x="3910322" y="3083176"/>
              <a:ext cx="0" cy="46354"/>
            </a:xfrm>
            <a:custGeom>
              <a:avLst/>
              <a:gdLst/>
              <a:ahLst/>
              <a:cxnLst/>
              <a:rect l="l" t="t" r="r" b="b"/>
              <a:pathLst>
                <a:path w="120000" h="46354" extrusionOk="0">
                  <a:moveTo>
                    <a:pt x="0" y="0"/>
                  </a:moveTo>
                  <a:lnTo>
                    <a:pt x="0" y="45923"/>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88" name="Google Shape;388;p6"/>
            <p:cNvSpPr/>
            <p:nvPr/>
          </p:nvSpPr>
          <p:spPr>
            <a:xfrm>
              <a:off x="4316085" y="3083176"/>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89" name="Google Shape;389;p6"/>
            <p:cNvSpPr/>
            <p:nvPr/>
          </p:nvSpPr>
          <p:spPr>
            <a:xfrm>
              <a:off x="4713154" y="3083176"/>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90" name="Google Shape;390;p6"/>
            <p:cNvSpPr/>
            <p:nvPr/>
          </p:nvSpPr>
          <p:spPr>
            <a:xfrm>
              <a:off x="5118108" y="3083176"/>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91" name="Google Shape;391;p6"/>
            <p:cNvSpPr txBox="1"/>
            <p:nvPr/>
          </p:nvSpPr>
          <p:spPr>
            <a:xfrm>
              <a:off x="6976483" y="3119200"/>
              <a:ext cx="445800" cy="186000"/>
            </a:xfrm>
            <a:prstGeom prst="rect">
              <a:avLst/>
            </a:prstGeom>
            <a:noFill/>
            <a:ln>
              <a:noFill/>
            </a:ln>
          </p:spPr>
          <p:txBody>
            <a:bodyPr spcFirstLastPara="1" wrap="square" lIns="0" tIns="165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E61E50"/>
                  </a:solidFill>
                  <a:effectLst/>
                  <a:uLnTx/>
                  <a:uFillTx/>
                  <a:latin typeface="Verdana"/>
                  <a:ea typeface="Verdana"/>
                  <a:cs typeface="Verdana"/>
                  <a:sym typeface="Verdana"/>
                </a:rPr>
                <a:t>0.50</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392" name="Google Shape;392;p6"/>
            <p:cNvSpPr txBox="1"/>
            <p:nvPr/>
          </p:nvSpPr>
          <p:spPr>
            <a:xfrm>
              <a:off x="7834424" y="3118059"/>
              <a:ext cx="1618800" cy="186000"/>
            </a:xfrm>
            <a:prstGeom prst="rect">
              <a:avLst/>
            </a:prstGeom>
            <a:noFill/>
            <a:ln>
              <a:noFill/>
            </a:ln>
          </p:spPr>
          <p:txBody>
            <a:bodyPr spcFirstLastPara="1" wrap="square" lIns="0" tIns="165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E61E50"/>
                  </a:solidFill>
                  <a:effectLst/>
                  <a:uLnTx/>
                  <a:uFillTx/>
                  <a:latin typeface="Verdana"/>
                  <a:ea typeface="Verdana"/>
                  <a:cs typeface="Verdana"/>
                  <a:sym typeface="Verdana"/>
                </a:rPr>
                <a:t>1.0    1.5    2.0   2.5</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393" name="Google Shape;393;p6"/>
            <p:cNvSpPr/>
            <p:nvPr/>
          </p:nvSpPr>
          <p:spPr>
            <a:xfrm>
              <a:off x="7134330" y="3084940"/>
              <a:ext cx="2073003" cy="0"/>
            </a:xfrm>
            <a:custGeom>
              <a:avLst/>
              <a:gdLst/>
              <a:ahLst/>
              <a:cxnLst/>
              <a:rect l="l" t="t" r="r" b="b"/>
              <a:pathLst>
                <a:path w="1237614" h="120000" extrusionOk="0">
                  <a:moveTo>
                    <a:pt x="1237488" y="0"/>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94" name="Google Shape;394;p6"/>
            <p:cNvSpPr/>
            <p:nvPr/>
          </p:nvSpPr>
          <p:spPr>
            <a:xfrm>
              <a:off x="7138475" y="3084928"/>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95" name="Google Shape;395;p6"/>
            <p:cNvSpPr/>
            <p:nvPr/>
          </p:nvSpPr>
          <p:spPr>
            <a:xfrm>
              <a:off x="7993474" y="3084928"/>
              <a:ext cx="0" cy="46354"/>
            </a:xfrm>
            <a:custGeom>
              <a:avLst/>
              <a:gdLst/>
              <a:ahLst/>
              <a:cxnLst/>
              <a:rect l="l" t="t" r="r" b="b"/>
              <a:pathLst>
                <a:path w="120000" h="46354" extrusionOk="0">
                  <a:moveTo>
                    <a:pt x="0" y="0"/>
                  </a:moveTo>
                  <a:lnTo>
                    <a:pt x="0" y="45923"/>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96" name="Google Shape;396;p6"/>
            <p:cNvSpPr/>
            <p:nvPr/>
          </p:nvSpPr>
          <p:spPr>
            <a:xfrm>
              <a:off x="8399237" y="3084928"/>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97" name="Google Shape;397;p6"/>
            <p:cNvSpPr/>
            <p:nvPr/>
          </p:nvSpPr>
          <p:spPr>
            <a:xfrm>
              <a:off x="8796306" y="3084928"/>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98" name="Google Shape;398;p6"/>
            <p:cNvSpPr/>
            <p:nvPr/>
          </p:nvSpPr>
          <p:spPr>
            <a:xfrm>
              <a:off x="9201260" y="3084928"/>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99" name="Google Shape;399;p6"/>
            <p:cNvSpPr/>
            <p:nvPr/>
          </p:nvSpPr>
          <p:spPr>
            <a:xfrm>
              <a:off x="4947847" y="1679030"/>
              <a:ext cx="6587466" cy="0"/>
            </a:xfrm>
            <a:custGeom>
              <a:avLst/>
              <a:gdLst/>
              <a:ahLst/>
              <a:cxnLst/>
              <a:rect l="l" t="t" r="r" b="b"/>
              <a:pathLst>
                <a:path w="3527425" h="120000" extrusionOk="0">
                  <a:moveTo>
                    <a:pt x="3526916" y="0"/>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800"/>
                <a:buFont typeface="Arial"/>
                <a:buNone/>
                <a:tabLst/>
                <a:defRPr/>
              </a:pPr>
              <a:endParaRPr kumimoji="0" sz="28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400" name="Google Shape;400;p6"/>
            <p:cNvSpPr txBox="1"/>
            <p:nvPr/>
          </p:nvSpPr>
          <p:spPr>
            <a:xfrm>
              <a:off x="700157" y="1468408"/>
              <a:ext cx="2181000" cy="186000"/>
            </a:xfrm>
            <a:prstGeom prst="rect">
              <a:avLst/>
            </a:prstGeom>
            <a:noFill/>
            <a:ln>
              <a:noFill/>
            </a:ln>
          </p:spPr>
          <p:txBody>
            <a:bodyPr spcFirstLastPara="1" wrap="square" lIns="0" tIns="165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265374"/>
                </a:buClr>
                <a:buSzPts val="1100"/>
                <a:buFont typeface="Arial"/>
                <a:buNone/>
                <a:tabLst/>
                <a:defRPr/>
              </a:pPr>
              <a:r>
                <a:rPr kumimoji="0" lang="ru-RU" sz="1100" b="1" i="0" u="none" strike="noStrike" kern="1200" cap="none" spc="0" normalizeH="0" baseline="0" noProof="0" dirty="0">
                  <a:ln>
                    <a:noFill/>
                  </a:ln>
                  <a:solidFill>
                    <a:srgbClr val="E61E50"/>
                  </a:solidFill>
                  <a:effectLst/>
                  <a:uLnTx/>
                  <a:uFillTx/>
                  <a:latin typeface="Verdana"/>
                  <a:ea typeface="Verdana"/>
                  <a:cs typeface="Verdana"/>
                  <a:sym typeface="Verdana"/>
                </a:rPr>
                <a:t>С</a:t>
              </a:r>
              <a:r>
                <a:rPr kumimoji="0" lang="en-US" sz="1100" b="1" i="0" u="none" strike="noStrike" kern="1200" cap="none" spc="0" normalizeH="0" baseline="0" noProof="0" dirty="0" err="1">
                  <a:ln>
                    <a:noFill/>
                  </a:ln>
                  <a:solidFill>
                    <a:srgbClr val="E61E50"/>
                  </a:solidFill>
                  <a:effectLst/>
                  <a:uLnTx/>
                  <a:uFillTx/>
                  <a:latin typeface="Verdana"/>
                  <a:ea typeface="Verdana"/>
                  <a:cs typeface="Verdana"/>
                  <a:sym typeface="Verdana"/>
                </a:rPr>
                <a:t>обытие</a:t>
              </a:r>
              <a:endParaRPr kumimoji="0" sz="1100" b="0" i="0" u="none" strike="noStrike" kern="1200" cap="none" spc="0" normalizeH="0" baseline="0" noProof="0" dirty="0">
                <a:ln>
                  <a:noFill/>
                </a:ln>
                <a:solidFill>
                  <a:srgbClr val="E61E50"/>
                </a:solidFill>
                <a:effectLst/>
                <a:uLnTx/>
                <a:uFillTx/>
                <a:latin typeface="Verdana"/>
                <a:ea typeface="Verdana"/>
                <a:cs typeface="Verdana"/>
                <a:sym typeface="Verdana"/>
              </a:endParaRPr>
            </a:p>
          </p:txBody>
        </p:sp>
        <p:sp>
          <p:nvSpPr>
            <p:cNvPr id="401" name="Google Shape;401;p6"/>
            <p:cNvSpPr txBox="1"/>
            <p:nvPr/>
          </p:nvSpPr>
          <p:spPr>
            <a:xfrm>
              <a:off x="3762452" y="1468417"/>
              <a:ext cx="322200" cy="186000"/>
            </a:xfrm>
            <a:prstGeom prst="rect">
              <a:avLst/>
            </a:prstGeom>
            <a:noFill/>
            <a:ln>
              <a:noFill/>
            </a:ln>
          </p:spPr>
          <p:txBody>
            <a:bodyPr spcFirstLastPara="1" wrap="square" lIns="0" tIns="16500" rIns="0" bIns="0" anchor="t" anchorCtr="0">
              <a:spAutoFit/>
            </a:bodyPr>
            <a:lstStyle/>
            <a:p>
              <a:pPr marL="1270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ru-RU" sz="1100" b="1" i="0" u="none" strike="noStrike" kern="1200" cap="none" spc="0" normalizeH="0" baseline="0" noProof="0" dirty="0">
                  <a:ln>
                    <a:noFill/>
                  </a:ln>
                  <a:solidFill>
                    <a:srgbClr val="E61E50"/>
                  </a:solidFill>
                  <a:effectLst/>
                  <a:uLnTx/>
                  <a:uFillTx/>
                  <a:latin typeface="Verdana"/>
                  <a:ea typeface="Verdana"/>
                  <a:cs typeface="Verdana"/>
                  <a:sym typeface="Verdana"/>
                </a:rPr>
                <a:t>ОР</a:t>
              </a:r>
              <a:endParaRPr kumimoji="0" sz="1100" b="0" i="0" u="none" strike="noStrike" kern="1200" cap="none" spc="0" normalizeH="0" baseline="0" noProof="0" dirty="0">
                <a:ln>
                  <a:noFill/>
                </a:ln>
                <a:solidFill>
                  <a:srgbClr val="E61E50"/>
                </a:solidFill>
                <a:effectLst/>
                <a:uLnTx/>
                <a:uFillTx/>
                <a:latin typeface="Verdana"/>
                <a:ea typeface="Verdana"/>
                <a:cs typeface="Verdana"/>
                <a:sym typeface="Verdana"/>
              </a:endParaRPr>
            </a:p>
          </p:txBody>
        </p:sp>
        <p:sp>
          <p:nvSpPr>
            <p:cNvPr id="402" name="Google Shape;402;p6"/>
            <p:cNvSpPr txBox="1"/>
            <p:nvPr/>
          </p:nvSpPr>
          <p:spPr>
            <a:xfrm>
              <a:off x="4811426" y="1468408"/>
              <a:ext cx="1506900" cy="186000"/>
            </a:xfrm>
            <a:prstGeom prst="rect">
              <a:avLst/>
            </a:prstGeom>
            <a:noFill/>
            <a:ln>
              <a:noFill/>
            </a:ln>
          </p:spPr>
          <p:txBody>
            <a:bodyPr spcFirstLastPara="1" wrap="square" lIns="0" tIns="16500" rIns="0" bIns="0" anchor="t" anchorCtr="0">
              <a:spAutoFit/>
            </a:bodyPr>
            <a:lstStyle/>
            <a:p>
              <a:pPr marL="1270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ru-RU" sz="1100" b="1" i="0" u="none" strike="noStrike" kern="1200" cap="none" spc="0" normalizeH="0" baseline="0" noProof="0" dirty="0">
                  <a:ln>
                    <a:noFill/>
                  </a:ln>
                  <a:solidFill>
                    <a:srgbClr val="E61E50"/>
                  </a:solidFill>
                  <a:effectLst/>
                  <a:uLnTx/>
                  <a:uFillTx/>
                  <a:latin typeface="Verdana"/>
                  <a:ea typeface="Verdana"/>
                  <a:cs typeface="Verdana"/>
                  <a:sym typeface="Verdana"/>
                </a:rPr>
                <a:t>ОР</a:t>
              </a:r>
              <a:r>
                <a:rPr kumimoji="0" lang="en-US" sz="1100" b="1" i="0" u="none" strike="noStrike" kern="1200" cap="none" spc="0" normalizeH="0" baseline="0" noProof="0" dirty="0">
                  <a:ln>
                    <a:noFill/>
                  </a:ln>
                  <a:solidFill>
                    <a:srgbClr val="E61E50"/>
                  </a:solidFill>
                  <a:effectLst/>
                  <a:uLnTx/>
                  <a:uFillTx/>
                  <a:latin typeface="Verdana"/>
                  <a:ea typeface="Verdana"/>
                  <a:cs typeface="Verdana"/>
                  <a:sym typeface="Verdana"/>
                </a:rPr>
                <a:t> (98.75% ДИ)</a:t>
              </a:r>
              <a:endParaRPr kumimoji="0" sz="1100" b="0" i="0" u="none" strike="noStrike" kern="1200" cap="none" spc="0" normalizeH="0" baseline="0" noProof="0" dirty="0">
                <a:ln>
                  <a:noFill/>
                </a:ln>
                <a:solidFill>
                  <a:srgbClr val="E61E50"/>
                </a:solidFill>
                <a:effectLst/>
                <a:uLnTx/>
                <a:uFillTx/>
                <a:latin typeface="Verdana"/>
                <a:ea typeface="Verdana"/>
                <a:cs typeface="Verdana"/>
                <a:sym typeface="Verdana"/>
              </a:endParaRPr>
            </a:p>
          </p:txBody>
        </p:sp>
        <p:sp>
          <p:nvSpPr>
            <p:cNvPr id="403" name="Google Shape;403;p6"/>
            <p:cNvSpPr txBox="1"/>
            <p:nvPr/>
          </p:nvSpPr>
          <p:spPr>
            <a:xfrm>
              <a:off x="6506321" y="1468408"/>
              <a:ext cx="1001400" cy="186000"/>
            </a:xfrm>
            <a:prstGeom prst="rect">
              <a:avLst/>
            </a:prstGeom>
            <a:noFill/>
            <a:ln>
              <a:noFill/>
            </a:ln>
          </p:spPr>
          <p:txBody>
            <a:bodyPr spcFirstLastPara="1" wrap="square" lIns="0" tIns="16500" rIns="0" bIns="0" anchor="t" anchorCtr="0">
              <a:spAutoFit/>
            </a:bodyPr>
            <a:lstStyle/>
            <a:p>
              <a:pPr marL="1270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1200" cap="none" spc="0" normalizeH="0" baseline="0" noProof="0">
                  <a:ln>
                    <a:noFill/>
                  </a:ln>
                  <a:solidFill>
                    <a:srgbClr val="E61E50"/>
                  </a:solidFill>
                  <a:effectLst/>
                  <a:uLnTx/>
                  <a:uFillTx/>
                  <a:latin typeface="Verdana"/>
                  <a:ea typeface="Verdana"/>
                  <a:cs typeface="Verdana"/>
                  <a:sym typeface="Verdana"/>
                </a:rPr>
                <a:t>E-значение</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404" name="Google Shape;404;p6"/>
            <p:cNvSpPr txBox="1"/>
            <p:nvPr/>
          </p:nvSpPr>
          <p:spPr>
            <a:xfrm>
              <a:off x="7795566" y="1468417"/>
              <a:ext cx="445800" cy="186000"/>
            </a:xfrm>
            <a:prstGeom prst="rect">
              <a:avLst/>
            </a:prstGeom>
            <a:noFill/>
            <a:ln>
              <a:noFill/>
            </a:ln>
          </p:spPr>
          <p:txBody>
            <a:bodyPr spcFirstLastPara="1" wrap="square" lIns="0" tIns="16500" rIns="0" bIns="0" anchor="t" anchorCtr="0">
              <a:spAutoFit/>
            </a:bodyPr>
            <a:lstStyle/>
            <a:p>
              <a:pPr marL="12700" marR="0" lvl="0" indent="0" algn="ctr" defTabSz="914400" rtl="0" eaLnBrk="1" fontAlgn="auto" latinLnBrk="0" hangingPunct="1">
                <a:lnSpc>
                  <a:spcPct val="100000"/>
                </a:lnSpc>
                <a:spcBef>
                  <a:spcPts val="0"/>
                </a:spcBef>
                <a:spcAft>
                  <a:spcPts val="0"/>
                </a:spcAft>
                <a:buClr>
                  <a:srgbClr val="265374"/>
                </a:buClr>
                <a:buSzPts val="1100"/>
                <a:buFont typeface="Arial"/>
                <a:buNone/>
                <a:tabLst/>
                <a:defRPr/>
              </a:pPr>
              <a:r>
                <a:rPr kumimoji="0" lang="en-US" sz="1100" b="1" i="0" u="none" strike="noStrike" kern="1200" cap="none" spc="0" normalizeH="0" baseline="0" noProof="0">
                  <a:ln>
                    <a:noFill/>
                  </a:ln>
                  <a:solidFill>
                    <a:srgbClr val="E61E50"/>
                  </a:solidFill>
                  <a:effectLst/>
                  <a:uLnTx/>
                  <a:uFillTx/>
                  <a:latin typeface="Verdana"/>
                  <a:ea typeface="Verdana"/>
                  <a:cs typeface="Verdana"/>
                  <a:sym typeface="Verdana"/>
                </a:rPr>
                <a:t>ОСР</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405" name="Google Shape;405;p6"/>
            <p:cNvSpPr txBox="1"/>
            <p:nvPr/>
          </p:nvSpPr>
          <p:spPr>
            <a:xfrm>
              <a:off x="9134132" y="1468417"/>
              <a:ext cx="1483200" cy="186000"/>
            </a:xfrm>
            <a:prstGeom prst="rect">
              <a:avLst/>
            </a:prstGeom>
            <a:noFill/>
            <a:ln>
              <a:noFill/>
            </a:ln>
          </p:spPr>
          <p:txBody>
            <a:bodyPr spcFirstLastPara="1" wrap="square" lIns="0" tIns="16500" rIns="0" bIns="0" anchor="t" anchorCtr="0">
              <a:spAutoFit/>
            </a:bodyPr>
            <a:lstStyle/>
            <a:p>
              <a:pPr marL="1270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1200" cap="none" spc="0" normalizeH="0" baseline="0" noProof="0">
                  <a:ln>
                    <a:noFill/>
                  </a:ln>
                  <a:solidFill>
                    <a:srgbClr val="E61E50"/>
                  </a:solidFill>
                  <a:effectLst/>
                  <a:uLnTx/>
                  <a:uFillTx/>
                  <a:latin typeface="Verdana"/>
                  <a:ea typeface="Verdana"/>
                  <a:cs typeface="Verdana"/>
                  <a:sym typeface="Verdana"/>
                </a:rPr>
                <a:t>ОСР (98.75% ДИ)</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406" name="Google Shape;406;p6"/>
            <p:cNvSpPr txBox="1"/>
            <p:nvPr/>
          </p:nvSpPr>
          <p:spPr>
            <a:xfrm>
              <a:off x="10727000" y="1468408"/>
              <a:ext cx="1106700" cy="186000"/>
            </a:xfrm>
            <a:prstGeom prst="rect">
              <a:avLst/>
            </a:prstGeom>
            <a:noFill/>
            <a:ln>
              <a:noFill/>
            </a:ln>
          </p:spPr>
          <p:txBody>
            <a:bodyPr spcFirstLastPara="1" wrap="square" lIns="0" tIns="16500" rIns="0" bIns="0" anchor="t" anchorCtr="0">
              <a:spAutoFit/>
            </a:bodyPr>
            <a:lstStyle/>
            <a:p>
              <a:pPr marL="1270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1200" cap="none" spc="0" normalizeH="0" baseline="0" noProof="0">
                  <a:ln>
                    <a:noFill/>
                  </a:ln>
                  <a:solidFill>
                    <a:srgbClr val="E61E50"/>
                  </a:solidFill>
                  <a:effectLst/>
                  <a:uLnTx/>
                  <a:uFillTx/>
                  <a:latin typeface="Verdana"/>
                  <a:ea typeface="Verdana"/>
                  <a:cs typeface="Verdana"/>
                  <a:sym typeface="Verdana"/>
                </a:rPr>
                <a:t>E-значение</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407" name="Google Shape;407;p6"/>
            <p:cNvSpPr/>
            <p:nvPr/>
          </p:nvSpPr>
          <p:spPr>
            <a:xfrm>
              <a:off x="703703" y="1679017"/>
              <a:ext cx="3655211" cy="0"/>
            </a:xfrm>
            <a:custGeom>
              <a:avLst/>
              <a:gdLst/>
              <a:ahLst/>
              <a:cxnLst/>
              <a:rect l="l" t="t" r="r" b="b"/>
              <a:pathLst>
                <a:path w="2748279" h="120000" extrusionOk="0">
                  <a:moveTo>
                    <a:pt x="2748102" y="0"/>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800"/>
                <a:buFont typeface="Arial"/>
                <a:buNone/>
                <a:tabLst/>
                <a:defRPr/>
              </a:pPr>
              <a:endParaRPr kumimoji="0" sz="28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408" name="Google Shape;408;p6"/>
            <p:cNvSpPr/>
            <p:nvPr/>
          </p:nvSpPr>
          <p:spPr>
            <a:xfrm>
              <a:off x="3296878" y="2699206"/>
              <a:ext cx="599167" cy="0"/>
            </a:xfrm>
            <a:custGeom>
              <a:avLst/>
              <a:gdLst/>
              <a:ahLst/>
              <a:cxnLst/>
              <a:rect l="l" t="t" r="r" b="b"/>
              <a:pathLst>
                <a:path w="398780" h="120000" extrusionOk="0">
                  <a:moveTo>
                    <a:pt x="398589" y="0"/>
                  </a:moveTo>
                  <a:lnTo>
                    <a:pt x="0" y="0"/>
                  </a:lnTo>
                </a:path>
              </a:pathLst>
            </a:custGeom>
            <a:noFill/>
            <a:ln w="9525" cap="flat" cmpd="sng">
              <a:solidFill>
                <a:srgbClr val="E6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pic>
          <p:nvPicPr>
            <p:cNvPr id="409" name="Google Shape;409;p6"/>
            <p:cNvPicPr preferRelativeResize="0"/>
            <p:nvPr/>
          </p:nvPicPr>
          <p:blipFill rotWithShape="1">
            <a:blip r:embed="rId5">
              <a:alphaModFix/>
            </a:blip>
            <a:srcRect/>
            <a:stretch/>
          </p:blipFill>
          <p:spPr>
            <a:xfrm>
              <a:off x="3880361" y="2230186"/>
              <a:ext cx="106220" cy="115933"/>
            </a:xfrm>
            <a:prstGeom prst="rect">
              <a:avLst/>
            </a:prstGeom>
            <a:noFill/>
            <a:ln>
              <a:noFill/>
            </a:ln>
          </p:spPr>
        </p:pic>
        <p:pic>
          <p:nvPicPr>
            <p:cNvPr id="410" name="Google Shape;410;p6"/>
            <p:cNvPicPr preferRelativeResize="0"/>
            <p:nvPr/>
          </p:nvPicPr>
          <p:blipFill rotWithShape="1">
            <a:blip r:embed="rId6">
              <a:alphaModFix/>
            </a:blip>
            <a:srcRect/>
            <a:stretch/>
          </p:blipFill>
          <p:spPr>
            <a:xfrm>
              <a:off x="3630553" y="2026191"/>
              <a:ext cx="106220" cy="115954"/>
            </a:xfrm>
            <a:prstGeom prst="rect">
              <a:avLst/>
            </a:prstGeom>
            <a:noFill/>
            <a:ln>
              <a:noFill/>
            </a:ln>
          </p:spPr>
        </p:pic>
        <p:pic>
          <p:nvPicPr>
            <p:cNvPr id="411" name="Google Shape;411;p6"/>
            <p:cNvPicPr preferRelativeResize="0"/>
            <p:nvPr/>
          </p:nvPicPr>
          <p:blipFill rotWithShape="1">
            <a:blip r:embed="rId7">
              <a:alphaModFix/>
            </a:blip>
            <a:srcRect/>
            <a:stretch/>
          </p:blipFill>
          <p:spPr>
            <a:xfrm>
              <a:off x="3602150" y="2437138"/>
              <a:ext cx="106201" cy="115954"/>
            </a:xfrm>
            <a:prstGeom prst="rect">
              <a:avLst/>
            </a:prstGeom>
            <a:noFill/>
            <a:ln>
              <a:noFill/>
            </a:ln>
          </p:spPr>
        </p:pic>
        <p:pic>
          <p:nvPicPr>
            <p:cNvPr id="412" name="Google Shape;412;p6"/>
            <p:cNvPicPr preferRelativeResize="0"/>
            <p:nvPr/>
          </p:nvPicPr>
          <p:blipFill rotWithShape="1">
            <a:blip r:embed="rId7">
              <a:alphaModFix/>
            </a:blip>
            <a:srcRect/>
            <a:stretch/>
          </p:blipFill>
          <p:spPr>
            <a:xfrm>
              <a:off x="3528124" y="2641792"/>
              <a:ext cx="106201" cy="115954"/>
            </a:xfrm>
            <a:prstGeom prst="rect">
              <a:avLst/>
            </a:prstGeom>
            <a:noFill/>
            <a:ln>
              <a:noFill/>
            </a:ln>
          </p:spPr>
        </p:pic>
        <p:pic>
          <p:nvPicPr>
            <p:cNvPr id="413" name="Google Shape;413;p6"/>
            <p:cNvPicPr preferRelativeResize="0"/>
            <p:nvPr/>
          </p:nvPicPr>
          <p:blipFill rotWithShape="1">
            <a:blip r:embed="rId8">
              <a:alphaModFix/>
            </a:blip>
            <a:srcRect/>
            <a:stretch/>
          </p:blipFill>
          <p:spPr>
            <a:xfrm>
              <a:off x="7605896" y="2047044"/>
              <a:ext cx="109208" cy="115954"/>
            </a:xfrm>
            <a:prstGeom prst="rect">
              <a:avLst/>
            </a:prstGeom>
            <a:noFill/>
            <a:ln>
              <a:noFill/>
            </a:ln>
          </p:spPr>
        </p:pic>
        <p:pic>
          <p:nvPicPr>
            <p:cNvPr id="414" name="Google Shape;414;p6"/>
            <p:cNvPicPr preferRelativeResize="0"/>
            <p:nvPr/>
          </p:nvPicPr>
          <p:blipFill rotWithShape="1">
            <a:blip r:embed="rId9">
              <a:alphaModFix/>
            </a:blip>
            <a:srcRect/>
            <a:stretch/>
          </p:blipFill>
          <p:spPr>
            <a:xfrm>
              <a:off x="8202588" y="2248889"/>
              <a:ext cx="109208" cy="115933"/>
            </a:xfrm>
            <a:prstGeom prst="rect">
              <a:avLst/>
            </a:prstGeom>
            <a:noFill/>
            <a:ln>
              <a:noFill/>
            </a:ln>
          </p:spPr>
        </p:pic>
        <p:pic>
          <p:nvPicPr>
            <p:cNvPr id="415" name="Google Shape;415;p6"/>
            <p:cNvPicPr preferRelativeResize="0"/>
            <p:nvPr/>
          </p:nvPicPr>
          <p:blipFill rotWithShape="1">
            <a:blip r:embed="rId10">
              <a:alphaModFix/>
            </a:blip>
            <a:srcRect/>
            <a:stretch/>
          </p:blipFill>
          <p:spPr>
            <a:xfrm>
              <a:off x="7586686" y="2452862"/>
              <a:ext cx="109208" cy="115933"/>
            </a:xfrm>
            <a:prstGeom prst="rect">
              <a:avLst/>
            </a:prstGeom>
            <a:noFill/>
            <a:ln>
              <a:noFill/>
            </a:ln>
          </p:spPr>
        </p:pic>
        <p:pic>
          <p:nvPicPr>
            <p:cNvPr id="416" name="Google Shape;416;p6"/>
            <p:cNvPicPr preferRelativeResize="0"/>
            <p:nvPr/>
          </p:nvPicPr>
          <p:blipFill rotWithShape="1">
            <a:blip r:embed="rId11">
              <a:alphaModFix/>
            </a:blip>
            <a:srcRect/>
            <a:stretch/>
          </p:blipFill>
          <p:spPr>
            <a:xfrm>
              <a:off x="7398570" y="2660065"/>
              <a:ext cx="109228" cy="115954"/>
            </a:xfrm>
            <a:prstGeom prst="rect">
              <a:avLst/>
            </a:prstGeom>
            <a:noFill/>
            <a:ln>
              <a:noFill/>
            </a:ln>
          </p:spPr>
        </p:pic>
      </p:grpSp>
      <p:sp>
        <p:nvSpPr>
          <p:cNvPr id="417" name="Google Shape;417;p6"/>
          <p:cNvSpPr txBox="1"/>
          <p:nvPr/>
        </p:nvSpPr>
        <p:spPr>
          <a:xfrm>
            <a:off x="281952" y="6227205"/>
            <a:ext cx="7083000" cy="64629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F69AF"/>
              </a:buClr>
              <a:buSzPts val="900"/>
              <a:buFont typeface="Verdana"/>
              <a:buNone/>
              <a:tabLst/>
              <a:defRPr/>
            </a:pP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*The ‘other </a:t>
            </a:r>
            <a:r>
              <a:rPr kumimoji="0" lang="el-GR"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β-</a:t>
            </a: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blockers cohort’ included: Acebutolol, Atenolol, </a:t>
            </a:r>
            <a:r>
              <a:rPr kumimoji="0" lang="en-US" sz="900" b="0" i="0" u="none" strike="noStrike" kern="1200" cap="none" spc="0" normalizeH="0" baseline="0" noProof="0" dirty="0" err="1">
                <a:ln>
                  <a:noFill/>
                </a:ln>
                <a:solidFill>
                  <a:srgbClr val="265374">
                    <a:lumMod val="75000"/>
                    <a:lumOff val="25000"/>
                  </a:srgbClr>
                </a:solidFill>
                <a:effectLst/>
                <a:uLnTx/>
                <a:uFillTx/>
                <a:latin typeface="Verdana"/>
                <a:ea typeface="Verdana"/>
                <a:cs typeface="Verdana"/>
                <a:sym typeface="Verdana"/>
              </a:rPr>
              <a:t>Betaxolol</a:t>
            </a: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 </a:t>
            </a:r>
            <a:r>
              <a:rPr kumimoji="0" lang="en-US" sz="900" b="0" i="0" u="none" strike="noStrike" kern="1200" cap="none" spc="0" normalizeH="0" baseline="0" noProof="0" dirty="0" err="1">
                <a:ln>
                  <a:noFill/>
                </a:ln>
                <a:solidFill>
                  <a:srgbClr val="265374">
                    <a:lumMod val="75000"/>
                    <a:lumOff val="25000"/>
                  </a:srgbClr>
                </a:solidFill>
                <a:effectLst/>
                <a:uLnTx/>
                <a:uFillTx/>
                <a:latin typeface="Verdana"/>
                <a:ea typeface="Verdana"/>
                <a:cs typeface="Verdana"/>
                <a:sym typeface="Verdana"/>
              </a:rPr>
              <a:t>Carteolol</a:t>
            </a: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 Carvedilol, </a:t>
            </a:r>
            <a:r>
              <a:rPr kumimoji="0" lang="en-US" sz="900" b="0" i="0" u="none" strike="noStrike" kern="1200" cap="none" spc="0" normalizeH="0" baseline="0" noProof="0" dirty="0" err="1">
                <a:ln>
                  <a:noFill/>
                </a:ln>
                <a:solidFill>
                  <a:srgbClr val="265374">
                    <a:lumMod val="75000"/>
                    <a:lumOff val="25000"/>
                  </a:srgbClr>
                </a:solidFill>
                <a:effectLst/>
                <a:uLnTx/>
                <a:uFillTx/>
                <a:latin typeface="Verdana"/>
                <a:ea typeface="Verdana"/>
                <a:cs typeface="Verdana"/>
                <a:sym typeface="Verdana"/>
              </a:rPr>
              <a:t>Celiprolol</a:t>
            </a: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 Labetalol, Metoprolol, Nadolol, Nebivolol, Oxprenolol, Pindolol, Propranolol or Timolol.</a:t>
            </a:r>
          </a:p>
          <a:p>
            <a:pPr marL="0" marR="0" lvl="0" indent="0" algn="l" defTabSz="914400" rtl="0" eaLnBrk="1" fontAlgn="auto" latinLnBrk="0" hangingPunct="1">
              <a:lnSpc>
                <a:spcPct val="100000"/>
              </a:lnSpc>
              <a:spcBef>
                <a:spcPts val="0"/>
              </a:spcBef>
              <a:spcAft>
                <a:spcPts val="0"/>
              </a:spcAft>
              <a:buClr>
                <a:srgbClr val="0F69AF"/>
              </a:buClr>
              <a:buSzPts val="900"/>
              <a:buFont typeface="Verdana"/>
              <a:buNone/>
              <a:tabLst/>
              <a:defRPr/>
            </a:pP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Foch, Caroline, et al. "Effectiveness of bisoprolol versus other </a:t>
            </a:r>
            <a:r>
              <a:rPr kumimoji="0" lang="el-GR"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β-</a:t>
            </a: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blockers and other antihypertensive classes: a cohort study in the Clinical Practice Research Datalink." Journal of Comparative Effectiveness Research 11.6 (2022): 423-436.</a:t>
            </a:r>
          </a:p>
        </p:txBody>
      </p:sp>
      <p:sp>
        <p:nvSpPr>
          <p:cNvPr id="418" name="Google Shape;418;p6"/>
          <p:cNvSpPr/>
          <p:nvPr/>
        </p:nvSpPr>
        <p:spPr>
          <a:xfrm>
            <a:off x="3304275" y="3484275"/>
            <a:ext cx="2181000" cy="369300"/>
          </a:xfrm>
          <a:prstGeom prst="rightArrow">
            <a:avLst>
              <a:gd name="adj1" fmla="val 50000"/>
              <a:gd name="adj2" fmla="val 50000"/>
            </a:avLst>
          </a:prstGeom>
          <a:noFill/>
          <a:ln w="19050" cap="flat" cmpd="sng">
            <a:solidFill>
              <a:srgbClr val="E61E50"/>
            </a:solidFill>
            <a:prstDash val="solid"/>
            <a:round/>
            <a:headEnd type="none" w="sm" len="sm"/>
            <a:tailEnd type="none" w="sm" len="sm"/>
          </a:ln>
        </p:spPr>
        <p:txBody>
          <a:bodyPr spcFirstLastPara="1" wrap="square" lIns="0" tIns="16500" rIns="0" bIns="0" anchor="t" anchorCtr="0">
            <a:no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ru-RU" sz="1100" b="0" i="0" u="none" strike="noStrike" kern="1200" cap="none" spc="0" normalizeH="0" baseline="0" noProof="0" dirty="0">
                <a:ln>
                  <a:noFill/>
                </a:ln>
                <a:solidFill>
                  <a:srgbClr val="503291"/>
                </a:solidFill>
                <a:effectLst/>
                <a:uLnTx/>
                <a:uFillTx/>
                <a:latin typeface="Verdana"/>
                <a:ea typeface="Verdana"/>
                <a:cs typeface="Verdana"/>
                <a:sym typeface="Verdana"/>
              </a:rPr>
              <a:t>Б</a:t>
            </a:r>
            <a:r>
              <a:rPr kumimoji="0" lang="en-US" sz="1100" b="0" i="0" u="none" strike="noStrike" kern="1200" cap="none" spc="0" normalizeH="0" baseline="0" noProof="0" dirty="0" err="1">
                <a:ln>
                  <a:noFill/>
                </a:ln>
                <a:solidFill>
                  <a:srgbClr val="503291"/>
                </a:solidFill>
                <a:effectLst/>
                <a:uLnTx/>
                <a:uFillTx/>
                <a:latin typeface="Verdana"/>
                <a:ea typeface="Verdana"/>
                <a:cs typeface="Verdana"/>
                <a:sym typeface="Verdana"/>
              </a:rPr>
              <a:t>исопролол</a:t>
            </a:r>
            <a:r>
              <a:rPr kumimoji="0" lang="ru-RU" sz="1100" b="0" i="0" u="none" strike="noStrike" kern="1200" cap="none" spc="0" normalizeH="0" baseline="0" noProof="0" dirty="0">
                <a:ln>
                  <a:noFill/>
                </a:ln>
                <a:solidFill>
                  <a:srgbClr val="503291"/>
                </a:solidFill>
                <a:effectLst/>
                <a:uLnTx/>
                <a:uFillTx/>
                <a:latin typeface="Verdana"/>
                <a:ea typeface="Verdana"/>
                <a:cs typeface="Verdana"/>
                <a:sym typeface="Verdana"/>
              </a:rPr>
              <a:t> лучше</a:t>
            </a:r>
            <a:endParaRPr kumimoji="0" sz="1100" b="0" i="0" u="none" strike="noStrike" kern="1200" cap="none" spc="0" normalizeH="0" baseline="0" noProof="0" dirty="0">
              <a:ln>
                <a:noFill/>
              </a:ln>
              <a:solidFill>
                <a:srgbClr val="503291"/>
              </a:solidFill>
              <a:effectLst/>
              <a:uLnTx/>
              <a:uFillTx/>
              <a:latin typeface="Verdana"/>
              <a:ea typeface="Verdana"/>
              <a:cs typeface="Verdana"/>
              <a:sym typeface="Verdana"/>
            </a:endParaRPr>
          </a:p>
        </p:txBody>
      </p:sp>
      <p:sp>
        <p:nvSpPr>
          <p:cNvPr id="419" name="Google Shape;419;p6"/>
          <p:cNvSpPr/>
          <p:nvPr/>
        </p:nvSpPr>
        <p:spPr>
          <a:xfrm>
            <a:off x="7923025" y="3447950"/>
            <a:ext cx="2181000" cy="369300"/>
          </a:xfrm>
          <a:prstGeom prst="rightArrow">
            <a:avLst>
              <a:gd name="adj1" fmla="val 50000"/>
              <a:gd name="adj2" fmla="val 50000"/>
            </a:avLst>
          </a:prstGeom>
          <a:noFill/>
          <a:ln w="19050" cap="flat" cmpd="sng">
            <a:solidFill>
              <a:srgbClr val="E61E50"/>
            </a:solidFill>
            <a:prstDash val="solid"/>
            <a:round/>
            <a:headEnd type="none" w="sm" len="sm"/>
            <a:tailEnd type="none" w="sm" len="sm"/>
          </a:ln>
        </p:spPr>
        <p:txBody>
          <a:bodyPr spcFirstLastPara="1" wrap="square" lIns="0" tIns="16500" rIns="0" bIns="0" anchor="t" anchorCtr="0">
            <a:no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ru-RU" sz="1100" b="0" i="0" u="none" strike="noStrike" kern="1200" cap="none" spc="0" normalizeH="0" baseline="0" noProof="0" dirty="0">
                <a:ln>
                  <a:noFill/>
                </a:ln>
                <a:solidFill>
                  <a:srgbClr val="503291"/>
                </a:solidFill>
                <a:effectLst/>
                <a:uLnTx/>
                <a:uFillTx/>
                <a:latin typeface="Verdana"/>
                <a:ea typeface="Verdana"/>
                <a:cs typeface="Verdana"/>
                <a:sym typeface="Verdana"/>
              </a:rPr>
              <a:t>Б</a:t>
            </a:r>
            <a:r>
              <a:rPr kumimoji="0" lang="en-US" sz="1100" b="0" i="0" u="none" strike="noStrike" kern="1200" cap="none" spc="0" normalizeH="0" baseline="0" noProof="0" dirty="0" err="1">
                <a:ln>
                  <a:noFill/>
                </a:ln>
                <a:solidFill>
                  <a:srgbClr val="503291"/>
                </a:solidFill>
                <a:effectLst/>
                <a:uLnTx/>
                <a:uFillTx/>
                <a:latin typeface="Verdana"/>
                <a:ea typeface="Verdana"/>
                <a:cs typeface="Verdana"/>
                <a:sym typeface="Verdana"/>
              </a:rPr>
              <a:t>исопролол</a:t>
            </a:r>
            <a:r>
              <a:rPr kumimoji="0" lang="ru-RU" sz="1100" b="0" i="0" u="none" strike="noStrike" kern="1200" cap="none" spc="0" normalizeH="0" baseline="0" noProof="0" dirty="0">
                <a:ln>
                  <a:noFill/>
                </a:ln>
                <a:solidFill>
                  <a:srgbClr val="503291"/>
                </a:solidFill>
                <a:effectLst/>
                <a:uLnTx/>
                <a:uFillTx/>
                <a:latin typeface="Verdana"/>
                <a:ea typeface="Verdana"/>
                <a:cs typeface="Verdana"/>
                <a:sym typeface="Verdana"/>
              </a:rPr>
              <a:t> лучше</a:t>
            </a:r>
            <a:endParaRPr kumimoji="0" sz="1100" b="0" i="0" u="none" strike="noStrike" kern="1200" cap="none" spc="0" normalizeH="0" baseline="0" noProof="0" dirty="0">
              <a:ln>
                <a:noFill/>
              </a:ln>
              <a:solidFill>
                <a:srgbClr val="503291"/>
              </a:solidFill>
              <a:effectLst/>
              <a:uLnTx/>
              <a:uFillTx/>
              <a:latin typeface="Verdana"/>
              <a:ea typeface="Verdana"/>
              <a:cs typeface="Verdana"/>
              <a:sym typeface="Verdana"/>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928CC-BCB9-3EFE-43C7-DA820CF6681D}"/>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BA45EF36-8F54-A2C9-ED9A-7B9ED9C8FA4C}"/>
              </a:ext>
            </a:extLst>
          </p:cNvPr>
          <p:cNvPicPr>
            <a:picLocks noChangeAspect="1"/>
          </p:cNvPicPr>
          <p:nvPr/>
        </p:nvPicPr>
        <p:blipFill>
          <a:blip r:embed="rId2"/>
          <a:srcRect r="4036"/>
          <a:stretch/>
        </p:blipFill>
        <p:spPr>
          <a:xfrm>
            <a:off x="2253813" y="1788272"/>
            <a:ext cx="7174660" cy="3281456"/>
          </a:xfrm>
          <a:prstGeom prst="rect">
            <a:avLst/>
          </a:prstGeom>
        </p:spPr>
      </p:pic>
      <p:sp>
        <p:nvSpPr>
          <p:cNvPr id="12" name="TextBox 11">
            <a:extLst>
              <a:ext uri="{FF2B5EF4-FFF2-40B4-BE49-F238E27FC236}">
                <a16:creationId xmlns:a16="http://schemas.microsoft.com/office/drawing/2014/main" id="{7CD998EB-3593-7006-AF83-69643A59A87B}"/>
              </a:ext>
            </a:extLst>
          </p:cNvPr>
          <p:cNvSpPr txBox="1"/>
          <p:nvPr/>
        </p:nvSpPr>
        <p:spPr>
          <a:xfrm>
            <a:off x="1536584" y="5470074"/>
            <a:ext cx="8609117" cy="523220"/>
          </a:xfrm>
          <a:prstGeom prst="rect">
            <a:avLst/>
          </a:prstGeom>
          <a:noFill/>
        </p:spPr>
        <p:txBody>
          <a:bodyPr wrap="square">
            <a:spAutoFit/>
          </a:bodyPr>
          <a:lstStyle/>
          <a:p>
            <a:pPr marR="0" lvl="0" algn="ctr" defTabSz="914400" rtl="0" eaLnBrk="1" fontAlgn="auto" latinLnBrk="0" hangingPunct="1">
              <a:lnSpc>
                <a:spcPct val="100000"/>
              </a:lnSpc>
              <a:spcBef>
                <a:spcPts val="0"/>
              </a:spcBef>
              <a:spcAft>
                <a:spcPts val="600"/>
              </a:spcAft>
              <a:buClrTx/>
              <a:buSzTx/>
              <a:tabLst/>
              <a:defRPr/>
            </a:pPr>
            <a:r>
              <a:rPr kumimoji="0" lang="ru-RU"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При сравнении с </a:t>
            </a:r>
            <a:r>
              <a:rPr kumimoji="0" lang="ru-RU"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неселективными β-блокаторами </a:t>
            </a:r>
            <a:r>
              <a:rPr kumimoji="0" lang="ru-RU"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зафиксировано </a:t>
            </a:r>
            <a:r>
              <a:rPr kumimoji="0" lang="ru-RU"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статистически значимое</a:t>
            </a:r>
            <a:r>
              <a:rPr kumimoji="0" lang="ru-RU"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более благоприятное изменение уровня холестерина</a:t>
            </a:r>
          </a:p>
        </p:txBody>
      </p:sp>
      <p:sp>
        <p:nvSpPr>
          <p:cNvPr id="14" name="TextBox 13">
            <a:extLst>
              <a:ext uri="{FF2B5EF4-FFF2-40B4-BE49-F238E27FC236}">
                <a16:creationId xmlns:a16="http://schemas.microsoft.com/office/drawing/2014/main" id="{DB256E1A-EDCE-CAEB-AE5E-80AAF0BB31DB}"/>
              </a:ext>
            </a:extLst>
          </p:cNvPr>
          <p:cNvSpPr txBox="1"/>
          <p:nvPr/>
        </p:nvSpPr>
        <p:spPr>
          <a:xfrm>
            <a:off x="544449" y="510929"/>
            <a:ext cx="888402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1" i="0" u="none" strike="noStrike" kern="1200" cap="none" spc="0" normalizeH="0" baseline="0" noProof="0" dirty="0" err="1">
                <a:ln>
                  <a:noFill/>
                </a:ln>
                <a:solidFill>
                  <a:prstClr val="black"/>
                </a:solidFill>
                <a:effectLst/>
                <a:uLnTx/>
                <a:uFillTx/>
                <a:latin typeface="Aptos" panose="02110004020202020204"/>
                <a:ea typeface="+mn-ea"/>
                <a:cs typeface="+mn-cs"/>
              </a:rPr>
              <a:t>Бисопролол</a:t>
            </a:r>
            <a:r>
              <a:rPr kumimoji="0" lang="ru-RU" sz="1800" b="1" i="0" u="none" strike="noStrike" kern="1200" cap="none" spc="0" normalizeH="0" baseline="0" noProof="0" dirty="0">
                <a:ln>
                  <a:noFill/>
                </a:ln>
                <a:solidFill>
                  <a:prstClr val="black"/>
                </a:solidFill>
                <a:effectLst/>
                <a:uLnTx/>
                <a:uFillTx/>
                <a:latin typeface="Aptos" panose="02110004020202020204"/>
                <a:ea typeface="+mn-ea"/>
                <a:cs typeface="+mn-cs"/>
              </a:rPr>
              <a:t> и липидный профиль: данные реальной клинической практики</a:t>
            </a:r>
          </a:p>
        </p:txBody>
      </p:sp>
      <p:sp>
        <p:nvSpPr>
          <p:cNvPr id="3" name="TextBox 2">
            <a:extLst>
              <a:ext uri="{FF2B5EF4-FFF2-40B4-BE49-F238E27FC236}">
                <a16:creationId xmlns:a16="http://schemas.microsoft.com/office/drawing/2014/main" id="{7D82C586-7ADB-51E0-B871-C1BEC172F6BE}"/>
              </a:ext>
            </a:extLst>
          </p:cNvPr>
          <p:cNvSpPr txBox="1"/>
          <p:nvPr/>
        </p:nvSpPr>
        <p:spPr>
          <a:xfrm>
            <a:off x="233082" y="6424113"/>
            <a:ext cx="6096000"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Effect of Bisoprolol Versus Other Beta‑Blockers on Glycemic Control and Metabolic Parameters in Type 2 Diabetes: A Retrospective Cohort Study doi.org/10.1007/s10557-025-07753-7</a:t>
            </a:r>
            <a:endParaRPr kumimoji="0" lang="ru-RU"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 name="TextBox 5">
            <a:extLst>
              <a:ext uri="{FF2B5EF4-FFF2-40B4-BE49-F238E27FC236}">
                <a16:creationId xmlns:a16="http://schemas.microsoft.com/office/drawing/2014/main" id="{C6513773-0D2B-9A6B-F683-EB089E5330B3}"/>
              </a:ext>
            </a:extLst>
          </p:cNvPr>
          <p:cNvSpPr txBox="1"/>
          <p:nvPr/>
        </p:nvSpPr>
        <p:spPr>
          <a:xfrm>
            <a:off x="544448" y="864706"/>
            <a:ext cx="10194435" cy="646331"/>
          </a:xfrm>
          <a:prstGeom prst="rect">
            <a:avLst/>
          </a:prstGeom>
          <a:noFill/>
        </p:spPr>
        <p:txBody>
          <a:bodyPr wrap="square">
            <a:spAutoFit/>
          </a:bodyPr>
          <a:lstStyle/>
          <a:p>
            <a:r>
              <a:rPr lang="en-US" i="1" dirty="0">
                <a:solidFill>
                  <a:schemeClr val="tx2">
                    <a:lumMod val="75000"/>
                    <a:lumOff val="25000"/>
                  </a:schemeClr>
                </a:solidFill>
              </a:rPr>
              <a:t>12 981 </a:t>
            </a:r>
            <a:r>
              <a:rPr lang="en-US" i="1" dirty="0" err="1">
                <a:solidFill>
                  <a:schemeClr val="tx2">
                    <a:lumMod val="75000"/>
                    <a:lumOff val="25000"/>
                  </a:schemeClr>
                </a:solidFill>
              </a:rPr>
              <a:t>пациента</a:t>
            </a:r>
            <a:r>
              <a:rPr lang="en-US" i="1" dirty="0">
                <a:solidFill>
                  <a:schemeClr val="tx2">
                    <a:lumMod val="75000"/>
                    <a:lumOff val="25000"/>
                  </a:schemeClr>
                </a:solidFill>
              </a:rPr>
              <a:t> </a:t>
            </a:r>
            <a:r>
              <a:rPr lang="en-US" i="1" dirty="0" err="1">
                <a:solidFill>
                  <a:schemeClr val="tx2">
                    <a:lumMod val="75000"/>
                    <a:lumOff val="25000"/>
                  </a:schemeClr>
                </a:solidFill>
              </a:rPr>
              <a:t>из</a:t>
            </a:r>
            <a:r>
              <a:rPr lang="en-US" i="1" dirty="0">
                <a:solidFill>
                  <a:schemeClr val="tx2">
                    <a:lumMod val="75000"/>
                    <a:lumOff val="25000"/>
                  </a:schemeClr>
                </a:solidFill>
              </a:rPr>
              <a:t> </a:t>
            </a:r>
            <a:r>
              <a:rPr lang="en-US" i="1" dirty="0" err="1">
                <a:solidFill>
                  <a:schemeClr val="tx2">
                    <a:lumMod val="75000"/>
                    <a:lumOff val="25000"/>
                  </a:schemeClr>
                </a:solidFill>
              </a:rPr>
              <a:t>базы</a:t>
            </a:r>
            <a:r>
              <a:rPr lang="en-US" i="1" dirty="0">
                <a:solidFill>
                  <a:schemeClr val="tx2">
                    <a:lumMod val="75000"/>
                    <a:lumOff val="25000"/>
                  </a:schemeClr>
                </a:solidFill>
              </a:rPr>
              <a:t> Maccabi Health Services (2003–2023)</a:t>
            </a:r>
            <a:r>
              <a:rPr lang="ru-RU" i="1" dirty="0">
                <a:solidFill>
                  <a:schemeClr val="tx2">
                    <a:lumMod val="75000"/>
                    <a:lumOff val="25000"/>
                  </a:schemeClr>
                </a:solidFill>
              </a:rPr>
              <a:t> - </a:t>
            </a:r>
            <a:r>
              <a:rPr lang="ru-RU" i="1" dirty="0" err="1">
                <a:solidFill>
                  <a:schemeClr val="tx2">
                    <a:lumMod val="75000"/>
                    <a:lumOff val="25000"/>
                  </a:schemeClr>
                </a:solidFill>
              </a:rPr>
              <a:t>Бисопролол</a:t>
            </a:r>
            <a:r>
              <a:rPr lang="ru-RU" i="1" dirty="0">
                <a:solidFill>
                  <a:schemeClr val="tx2">
                    <a:lumMod val="75000"/>
                    <a:lumOff val="25000"/>
                  </a:schemeClr>
                </a:solidFill>
              </a:rPr>
              <a:t> не вызывал клинически значимых изменений липидного профиля</a:t>
            </a:r>
          </a:p>
        </p:txBody>
      </p:sp>
    </p:spTree>
    <p:extLst>
      <p:ext uri="{BB962C8B-B14F-4D97-AF65-F5344CB8AC3E}">
        <p14:creationId xmlns:p14="http://schemas.microsoft.com/office/powerpoint/2010/main" val="293422769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06343-8189-FD9B-5816-E16CE76F7762}"/>
            </a:ext>
          </a:extLst>
        </p:cNvPr>
        <p:cNvGrpSpPr/>
        <p:nvPr/>
      </p:nvGrpSpPr>
      <p:grpSpPr>
        <a:xfrm>
          <a:off x="0" y="0"/>
          <a:ext cx="0" cy="0"/>
          <a:chOff x="0" y="0"/>
          <a:chExt cx="0" cy="0"/>
        </a:xfrm>
      </p:grpSpPr>
      <p:sp>
        <p:nvSpPr>
          <p:cNvPr id="15" name="Rounded Rectangle 69">
            <a:extLst>
              <a:ext uri="{FF2B5EF4-FFF2-40B4-BE49-F238E27FC236}">
                <a16:creationId xmlns:a16="http://schemas.microsoft.com/office/drawing/2014/main" id="{518A3668-28F9-0172-4754-06A29AA7FA09}"/>
              </a:ext>
            </a:extLst>
          </p:cNvPr>
          <p:cNvSpPr>
            <a:spLocks/>
          </p:cNvSpPr>
          <p:nvPr/>
        </p:nvSpPr>
        <p:spPr>
          <a:xfrm>
            <a:off x="461490" y="1326403"/>
            <a:ext cx="11498445" cy="1488683"/>
          </a:xfrm>
          <a:prstGeom prst="rect">
            <a:avLst/>
          </a:prstGeom>
          <a:noFill/>
          <a:ln w="12700" cap="flat" cmpd="sng" algn="ctr">
            <a:noFill/>
            <a:prstDash val="solid"/>
            <a:miter lim="800000"/>
          </a:ln>
          <a:effectLst/>
        </p:spPr>
        <p:txBody>
          <a:bodyPr rtlCol="0" anchor="t" anchorCtr="0"/>
          <a:lstStyle/>
          <a:p>
            <a:pPr marL="182880" marR="0" lvl="0" indent="-182880" algn="l" defTabSz="914400" rtl="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Пациенты с PAD часто нуждаются в БАБ из-за ИБС, ХСН, АГ</a:t>
            </a:r>
          </a:p>
          <a:p>
            <a:pPr marL="182880" marR="0" lvl="0" indent="-182880" algn="l" defTabSz="914400" rtl="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Назначение БАБ при PAD вызывает опасения из-за риска ухудшения периферической перфузии, особенно при критической ишемии.</a:t>
            </a:r>
          </a:p>
          <a:p>
            <a:pPr marL="182880" marR="0" lvl="0" indent="-182880" algn="l" defTabSz="914400" rtl="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Ранее данные были противоречивы, особенно при критической ишемии — требуются крупные РКИ</a:t>
            </a:r>
            <a:endParaRPr kumimoji="0" lang="en-US" sz="1400" b="0" i="0" u="none" strike="noStrike" kern="0" cap="none" spc="0" normalizeH="0" baseline="0" noProof="0" dirty="0">
              <a:ln>
                <a:noFill/>
              </a:ln>
              <a:solidFill>
                <a:srgbClr val="2B3A42"/>
              </a:solidFill>
              <a:effectLst/>
              <a:uLnTx/>
              <a:uFillTx/>
              <a:latin typeface="Arial" panose="020B0604020202020204"/>
              <a:ea typeface="+mn-ea"/>
              <a:cs typeface="+mn-cs"/>
            </a:endParaRPr>
          </a:p>
        </p:txBody>
      </p:sp>
      <p:sp>
        <p:nvSpPr>
          <p:cNvPr id="4" name="TextBox 3">
            <a:extLst>
              <a:ext uri="{FF2B5EF4-FFF2-40B4-BE49-F238E27FC236}">
                <a16:creationId xmlns:a16="http://schemas.microsoft.com/office/drawing/2014/main" id="{9C8C3568-8D33-D984-5C93-D40729DF64C5}"/>
              </a:ext>
            </a:extLst>
          </p:cNvPr>
          <p:cNvSpPr txBox="1"/>
          <p:nvPr/>
        </p:nvSpPr>
        <p:spPr>
          <a:xfrm>
            <a:off x="380845" y="282544"/>
            <a:ext cx="108204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Использование бета-блокаторов (ББ) при АГ, ИБС, ХСН с сопутствующим облитерирующим атеросклерозом артерий нижних конечностей (PAD)</a:t>
            </a:r>
          </a:p>
        </p:txBody>
      </p:sp>
      <p:sp>
        <p:nvSpPr>
          <p:cNvPr id="9" name="Arrow: Chevron 8">
            <a:extLst>
              <a:ext uri="{FF2B5EF4-FFF2-40B4-BE49-F238E27FC236}">
                <a16:creationId xmlns:a16="http://schemas.microsoft.com/office/drawing/2014/main" id="{06C926AC-9764-DBAA-1FAF-AB6E5974C7E3}"/>
              </a:ext>
            </a:extLst>
          </p:cNvPr>
          <p:cNvSpPr/>
          <p:nvPr/>
        </p:nvSpPr>
        <p:spPr>
          <a:xfrm rot="5400000">
            <a:off x="5978995" y="2137935"/>
            <a:ext cx="313764" cy="324193"/>
          </a:xfrm>
          <a:prstGeom prst="chevron">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 name="TextBox 11">
            <a:extLst>
              <a:ext uri="{FF2B5EF4-FFF2-40B4-BE49-F238E27FC236}">
                <a16:creationId xmlns:a16="http://schemas.microsoft.com/office/drawing/2014/main" id="{ED04D223-EF4A-ABE0-C1CB-0781A1FD2581}"/>
              </a:ext>
            </a:extLst>
          </p:cNvPr>
          <p:cNvSpPr txBox="1"/>
          <p:nvPr/>
        </p:nvSpPr>
        <p:spPr>
          <a:xfrm>
            <a:off x="243840" y="2996688"/>
            <a:ext cx="4470400" cy="1754326"/>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Ø"/>
              <a:tabLst/>
              <a:defRPr/>
            </a:pPr>
            <a:r>
              <a:rPr kumimoji="0" lang="ru-RU"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Проспективное мультицентровое обсервационное исследование (n=1267; 2004–2010)</a:t>
            </a:r>
          </a:p>
          <a:p>
            <a:pPr marL="285750" marR="0" lvl="0"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Ø"/>
              <a:tabLst/>
              <a:defRPr/>
            </a:pPr>
            <a:r>
              <a:rPr kumimoji="0" lang="ru-RU"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Пациенты ≥18 лет с клинически подтвержденной PAD (включая критическую ишемию)</a:t>
            </a:r>
          </a:p>
          <a:p>
            <a:pPr marL="285750" marR="0" lvl="0"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Ø"/>
              <a:tabLst/>
              <a:defRPr/>
            </a:pPr>
            <a:r>
              <a:rPr kumimoji="0" lang="ru-RU"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Средний возраст: 70.9 лет, PAD III степени 55%</a:t>
            </a:r>
          </a:p>
        </p:txBody>
      </p:sp>
      <p:sp>
        <p:nvSpPr>
          <p:cNvPr id="14" name="TextBox 13">
            <a:extLst>
              <a:ext uri="{FF2B5EF4-FFF2-40B4-BE49-F238E27FC236}">
                <a16:creationId xmlns:a16="http://schemas.microsoft.com/office/drawing/2014/main" id="{C9BB659B-D6CF-7199-0BCC-78B22C807190}"/>
              </a:ext>
            </a:extLst>
          </p:cNvPr>
          <p:cNvSpPr txBox="1"/>
          <p:nvPr/>
        </p:nvSpPr>
        <p:spPr>
          <a:xfrm>
            <a:off x="2256366" y="2430511"/>
            <a:ext cx="888402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1" i="0" u="none" strike="noStrike" kern="1200" cap="none" spc="0" normalizeH="0" baseline="0" noProof="0" dirty="0">
                <a:ln>
                  <a:noFill/>
                </a:ln>
                <a:solidFill>
                  <a:prstClr val="black"/>
                </a:solidFill>
                <a:effectLst/>
                <a:uLnTx/>
                <a:uFillTx/>
                <a:latin typeface="Aptos" panose="02110004020202020204"/>
                <a:ea typeface="+mn-ea"/>
                <a:cs typeface="+mn-cs"/>
              </a:rPr>
              <a:t>β-блокаторы и исходы при </a:t>
            </a: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PAD</a:t>
            </a:r>
            <a:r>
              <a:rPr kumimoji="0" lang="ru-RU" sz="1800" b="1" i="0" u="none" strike="noStrike" kern="1200" cap="none" spc="0" normalizeH="0" baseline="0" noProof="0" dirty="0">
                <a:ln>
                  <a:noFill/>
                </a:ln>
                <a:solidFill>
                  <a:prstClr val="black"/>
                </a:solidFill>
                <a:effectLst/>
                <a:uLnTx/>
                <a:uFillTx/>
                <a:latin typeface="Aptos" panose="02110004020202020204"/>
                <a:ea typeface="+mn-ea"/>
                <a:cs typeface="+mn-cs"/>
              </a:rPr>
              <a:t>: данные реестра COPART</a:t>
            </a:r>
            <a:r>
              <a:rPr kumimoji="0" lang="ru-RU" sz="1800" b="1" i="0" u="none" strike="noStrike" kern="1200" cap="none" spc="0" normalizeH="0" baseline="30000" noProof="0" dirty="0">
                <a:ln>
                  <a:noFill/>
                </a:ln>
                <a:solidFill>
                  <a:prstClr val="black"/>
                </a:solidFill>
                <a:effectLst/>
                <a:uLnTx/>
                <a:uFillTx/>
                <a:latin typeface="Aptos" panose="02110004020202020204"/>
                <a:ea typeface="+mn-ea"/>
                <a:cs typeface="+mn-cs"/>
              </a:rPr>
              <a:t>1</a:t>
            </a:r>
          </a:p>
        </p:txBody>
      </p:sp>
      <p:graphicFrame>
        <p:nvGraphicFramePr>
          <p:cNvPr id="2" name="Table 1">
            <a:extLst>
              <a:ext uri="{FF2B5EF4-FFF2-40B4-BE49-F238E27FC236}">
                <a16:creationId xmlns:a16="http://schemas.microsoft.com/office/drawing/2014/main" id="{6DE1BEDF-888D-3633-1BE8-64B7142B4DC6}"/>
              </a:ext>
            </a:extLst>
          </p:cNvPr>
          <p:cNvGraphicFramePr>
            <a:graphicFrameLocks noGrp="1"/>
          </p:cNvGraphicFramePr>
          <p:nvPr>
            <p:extLst>
              <p:ext uri="{D42A27DB-BD31-4B8C-83A1-F6EECF244321}">
                <p14:modId xmlns:p14="http://schemas.microsoft.com/office/powerpoint/2010/main" val="1484962394"/>
              </p:ext>
            </p:extLst>
          </p:nvPr>
        </p:nvGraphicFramePr>
        <p:xfrm>
          <a:off x="4790285" y="3248361"/>
          <a:ext cx="7308000" cy="1280160"/>
        </p:xfrm>
        <a:graphic>
          <a:graphicData uri="http://schemas.openxmlformats.org/drawingml/2006/table">
            <a:tbl>
              <a:tblPr/>
              <a:tblGrid>
                <a:gridCol w="1768170">
                  <a:extLst>
                    <a:ext uri="{9D8B030D-6E8A-4147-A177-3AD203B41FA5}">
                      <a16:colId xmlns:a16="http://schemas.microsoft.com/office/drawing/2014/main" val="878556156"/>
                    </a:ext>
                  </a:extLst>
                </a:gridCol>
                <a:gridCol w="1345324">
                  <a:extLst>
                    <a:ext uri="{9D8B030D-6E8A-4147-A177-3AD203B41FA5}">
                      <a16:colId xmlns:a16="http://schemas.microsoft.com/office/drawing/2014/main" val="3353558547"/>
                    </a:ext>
                  </a:extLst>
                </a:gridCol>
                <a:gridCol w="1576552">
                  <a:extLst>
                    <a:ext uri="{9D8B030D-6E8A-4147-A177-3AD203B41FA5}">
                      <a16:colId xmlns:a16="http://schemas.microsoft.com/office/drawing/2014/main" val="3720328388"/>
                    </a:ext>
                  </a:extLst>
                </a:gridCol>
                <a:gridCol w="1597573">
                  <a:extLst>
                    <a:ext uri="{9D8B030D-6E8A-4147-A177-3AD203B41FA5}">
                      <a16:colId xmlns:a16="http://schemas.microsoft.com/office/drawing/2014/main" val="38933919"/>
                    </a:ext>
                  </a:extLst>
                </a:gridCol>
                <a:gridCol w="1020381">
                  <a:extLst>
                    <a:ext uri="{9D8B030D-6E8A-4147-A177-3AD203B41FA5}">
                      <a16:colId xmlns:a16="http://schemas.microsoft.com/office/drawing/2014/main" val="951009039"/>
                    </a:ext>
                  </a:extLst>
                </a:gridCol>
              </a:tblGrid>
              <a:tr h="0">
                <a:tc>
                  <a:txBody>
                    <a:bodyPr/>
                    <a:lstStyle/>
                    <a:p>
                      <a:r>
                        <a:rPr lang="ru-RU" sz="1200" b="1">
                          <a:latin typeface="Arial" panose="020B0604020202020204" pitchFamily="34" charset="0"/>
                          <a:cs typeface="Arial" panose="020B0604020202020204" pitchFamily="34" charset="0"/>
                        </a:rPr>
                        <a:t>Показатель (через 1 год)</a:t>
                      </a:r>
                      <a:endParaRPr lang="ru-RU" sz="120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b="1">
                          <a:latin typeface="Arial" panose="020B0604020202020204" pitchFamily="34" charset="0"/>
                          <a:cs typeface="Arial" panose="020B0604020202020204" pitchFamily="34" charset="0"/>
                        </a:rPr>
                        <a:t>ББ</a:t>
                      </a:r>
                      <a:endParaRPr lang="ru-RU" sz="120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b="1" dirty="0">
                          <a:latin typeface="Arial" panose="020B0604020202020204" pitchFamily="34" charset="0"/>
                          <a:cs typeface="Arial" panose="020B0604020202020204" pitchFamily="34" charset="0"/>
                        </a:rPr>
                        <a:t>Без ББ</a:t>
                      </a:r>
                      <a:endParaRPr lang="ru-RU" sz="12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a:latin typeface="Arial" panose="020B0604020202020204" pitchFamily="34" charset="0"/>
                          <a:cs typeface="Arial" panose="020B0604020202020204" pitchFamily="34" charset="0"/>
                        </a:rPr>
                        <a:t>OR (95% CI)</a:t>
                      </a:r>
                      <a:endParaRPr lang="en-US" sz="120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a:latin typeface="Arial" panose="020B0604020202020204" pitchFamily="34" charset="0"/>
                          <a:cs typeface="Arial" panose="020B0604020202020204" pitchFamily="34" charset="0"/>
                        </a:rPr>
                        <a:t>p-value</a:t>
                      </a:r>
                      <a:endParaRPr lang="en-US" sz="120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9853805"/>
                  </a:ext>
                </a:extLst>
              </a:tr>
              <a:tr h="0">
                <a:tc>
                  <a:txBody>
                    <a:bodyPr/>
                    <a:lstStyle/>
                    <a:p>
                      <a:r>
                        <a:rPr lang="ru-RU" sz="1200">
                          <a:latin typeface="Arial" panose="020B0604020202020204" pitchFamily="34" charset="0"/>
                          <a:cs typeface="Arial" panose="020B0604020202020204" pitchFamily="34" charset="0"/>
                        </a:rPr>
                        <a:t>Общая смертность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a:latin typeface="Arial" panose="020B0604020202020204" pitchFamily="34" charset="0"/>
                          <a:cs typeface="Arial" panose="020B0604020202020204" pitchFamily="34" charset="0"/>
                        </a:rPr>
                        <a:t>22.7% (74/326)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dirty="0">
                          <a:latin typeface="Arial" panose="020B0604020202020204" pitchFamily="34" charset="0"/>
                          <a:cs typeface="Arial" panose="020B0604020202020204" pitchFamily="34" charset="0"/>
                        </a:rPr>
                        <a:t>22.5% (197/875)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a:latin typeface="Arial" panose="020B0604020202020204" pitchFamily="34" charset="0"/>
                          <a:cs typeface="Arial" panose="020B0604020202020204" pitchFamily="34" charset="0"/>
                        </a:rPr>
                        <a:t>1.34 (0.92–1.97)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a:latin typeface="Arial" panose="020B0604020202020204" pitchFamily="34" charset="0"/>
                          <a:cs typeface="Arial" panose="020B0604020202020204" pitchFamily="34" charset="0"/>
                        </a:rPr>
                        <a:t>0.13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5295847"/>
                  </a:ext>
                </a:extLst>
              </a:tr>
              <a:tr h="0">
                <a:tc>
                  <a:txBody>
                    <a:bodyPr/>
                    <a:lstStyle/>
                    <a:p>
                      <a:r>
                        <a:rPr lang="ru-RU" sz="1200">
                          <a:latin typeface="Arial" panose="020B0604020202020204" pitchFamily="34" charset="0"/>
                          <a:cs typeface="Arial" panose="020B0604020202020204" pitchFamily="34" charset="0"/>
                        </a:rPr>
                        <a:t>СС смертность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a:latin typeface="Arial" panose="020B0604020202020204" pitchFamily="34" charset="0"/>
                          <a:cs typeface="Arial" panose="020B0604020202020204" pitchFamily="34" charset="0"/>
                        </a:rPr>
                        <a:t>15.6%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dirty="0">
                          <a:latin typeface="Arial" panose="020B0604020202020204" pitchFamily="34" charset="0"/>
                          <a:cs typeface="Arial" panose="020B0604020202020204" pitchFamily="34" charset="0"/>
                        </a:rPr>
                        <a:t>12.5%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a:latin typeface="Arial" panose="020B0604020202020204" pitchFamily="34" charset="0"/>
                          <a:cs typeface="Arial" panose="020B0604020202020204" pitchFamily="34" charset="0"/>
                        </a:rPr>
                        <a:t>1.08 (0.77–1.50)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a:latin typeface="Arial" panose="020B0604020202020204" pitchFamily="34" charset="0"/>
                          <a:cs typeface="Arial" panose="020B0604020202020204" pitchFamily="34" charset="0"/>
                        </a:rPr>
                        <a:t>0.65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54347518"/>
                  </a:ext>
                </a:extLst>
              </a:tr>
              <a:tr h="0">
                <a:tc>
                  <a:txBody>
                    <a:bodyPr/>
                    <a:lstStyle/>
                    <a:p>
                      <a:r>
                        <a:rPr lang="ru-RU" sz="1200">
                          <a:latin typeface="Arial" panose="020B0604020202020204" pitchFamily="34" charset="0"/>
                          <a:cs typeface="Arial" panose="020B0604020202020204" pitchFamily="34" charset="0"/>
                        </a:rPr>
                        <a:t>Ампутации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dirty="0">
                          <a:latin typeface="Arial" panose="020B0604020202020204" pitchFamily="34" charset="0"/>
                          <a:cs typeface="Arial" panose="020B0604020202020204" pitchFamily="34" charset="0"/>
                        </a:rPr>
                        <a:t>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dirty="0">
                          <a:latin typeface="Arial" panose="020B0604020202020204" pitchFamily="34" charset="0"/>
                          <a:cs typeface="Arial" panose="020B0604020202020204" pitchFamily="34" charset="0"/>
                        </a:rPr>
                        <a:t>6.2%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dirty="0">
                          <a:latin typeface="Arial" panose="020B0604020202020204" pitchFamily="34" charset="0"/>
                          <a:cs typeface="Arial" panose="020B0604020202020204" pitchFamily="34" charset="0"/>
                        </a:rPr>
                        <a:t>0.63 (0.33–1.19)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dirty="0">
                          <a:latin typeface="Arial" panose="020B0604020202020204" pitchFamily="34" charset="0"/>
                          <a:cs typeface="Arial" panose="020B0604020202020204" pitchFamily="34" charset="0"/>
                        </a:rPr>
                        <a:t>0.16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069775"/>
                  </a:ext>
                </a:extLst>
              </a:tr>
            </a:tbl>
          </a:graphicData>
        </a:graphic>
      </p:graphicFrame>
      <p:cxnSp>
        <p:nvCxnSpPr>
          <p:cNvPr id="3" name="Straight Connector 2">
            <a:extLst>
              <a:ext uri="{FF2B5EF4-FFF2-40B4-BE49-F238E27FC236}">
                <a16:creationId xmlns:a16="http://schemas.microsoft.com/office/drawing/2014/main" id="{45B5DD92-EA64-3B55-445D-C026F55E5396}"/>
              </a:ext>
            </a:extLst>
          </p:cNvPr>
          <p:cNvCxnSpPr>
            <a:cxnSpLocks/>
          </p:cNvCxnSpPr>
          <p:nvPr/>
        </p:nvCxnSpPr>
        <p:spPr>
          <a:xfrm>
            <a:off x="461491" y="1301157"/>
            <a:ext cx="5147733" cy="0"/>
          </a:xfrm>
          <a:prstGeom prst="line">
            <a:avLst/>
          </a:prstGeom>
          <a:noFill/>
          <a:ln w="76200" cap="rnd" cmpd="sng" algn="ctr">
            <a:solidFill>
              <a:srgbClr val="00A3E0"/>
            </a:solidFill>
            <a:prstDash val="solid"/>
            <a:round/>
          </a:ln>
          <a:effectLst/>
        </p:spPr>
      </p:cxnSp>
      <p:sp>
        <p:nvSpPr>
          <p:cNvPr id="6" name="Rectangle: Rounded Corners 5">
            <a:extLst>
              <a:ext uri="{FF2B5EF4-FFF2-40B4-BE49-F238E27FC236}">
                <a16:creationId xmlns:a16="http://schemas.microsoft.com/office/drawing/2014/main" id="{0A1C060F-1D16-4A9B-2564-FE2AEB0CBF3D}"/>
              </a:ext>
            </a:extLst>
          </p:cNvPr>
          <p:cNvSpPr>
            <a:spLocks/>
          </p:cNvSpPr>
          <p:nvPr/>
        </p:nvSpPr>
        <p:spPr>
          <a:xfrm>
            <a:off x="380845" y="800062"/>
            <a:ext cx="2213188" cy="567181"/>
          </a:xfrm>
          <a:prstGeom prst="roundRect">
            <a:avLst>
              <a:gd name="adj" fmla="val 0"/>
            </a:avLst>
          </a:prstGeom>
          <a:noFill/>
          <a:ln w="19050" cap="flat" cmpd="sng" algn="ctr">
            <a:noFill/>
            <a:prstDash val="solid"/>
            <a:miter lim="800000"/>
          </a:ln>
          <a:effectLst/>
        </p:spPr>
        <p:txBody>
          <a:bodyPr rtlCol="0" anchor="ctr" anchorCtr="0"/>
          <a:lstStyle/>
          <a:p>
            <a:pPr marL="0" marR="0" lvl="0" indent="0" algn="l" defTabSz="1219170" rtl="0" eaLnBrk="1" fontAlgn="auto" latinLnBrk="0" hangingPunct="1">
              <a:lnSpc>
                <a:spcPct val="100000"/>
              </a:lnSpc>
              <a:spcBef>
                <a:spcPts val="0"/>
              </a:spcBef>
              <a:spcAft>
                <a:spcPts val="0"/>
              </a:spcAft>
              <a:buClr>
                <a:srgbClr val="544F40"/>
              </a:buClr>
              <a:buSzTx/>
              <a:buFontTx/>
              <a:buNone/>
              <a:tabLst/>
              <a:defRPr/>
            </a:pPr>
            <a:r>
              <a:rPr kumimoji="0" lang="ru-RU" sz="1800" b="1" i="0" u="none" strike="noStrike" kern="0" cap="none" spc="0" normalizeH="0" baseline="0" noProof="0" dirty="0">
                <a:ln>
                  <a:noFill/>
                </a:ln>
                <a:solidFill>
                  <a:srgbClr val="00A3E0"/>
                </a:solidFill>
                <a:effectLst/>
                <a:uLnTx/>
                <a:uFillTx/>
                <a:latin typeface="Arial"/>
                <a:ea typeface="+mn-ea"/>
                <a:cs typeface="+mn-cs"/>
              </a:rPr>
              <a:t>Суть проблемы</a:t>
            </a:r>
            <a:endParaRPr kumimoji="0" lang="en-US" sz="1800" b="0" i="0" u="none" strike="noStrike" kern="0" cap="none" spc="0" normalizeH="0" baseline="0" noProof="0" dirty="0">
              <a:ln>
                <a:noFill/>
              </a:ln>
              <a:solidFill>
                <a:srgbClr val="00A3E0"/>
              </a:solidFill>
              <a:effectLst/>
              <a:uLnTx/>
              <a:uFillTx/>
              <a:latin typeface="Arial"/>
              <a:ea typeface="+mn-ea"/>
              <a:cs typeface="+mn-cs"/>
            </a:endParaRPr>
          </a:p>
        </p:txBody>
      </p:sp>
      <p:sp>
        <p:nvSpPr>
          <p:cNvPr id="37" name="Rectangle: Rounded Corners 36">
            <a:extLst>
              <a:ext uri="{FF2B5EF4-FFF2-40B4-BE49-F238E27FC236}">
                <a16:creationId xmlns:a16="http://schemas.microsoft.com/office/drawing/2014/main" id="{4411BF5C-B274-947B-71F9-256A2DDF0A39}"/>
              </a:ext>
            </a:extLst>
          </p:cNvPr>
          <p:cNvSpPr/>
          <p:nvPr/>
        </p:nvSpPr>
        <p:spPr>
          <a:xfrm>
            <a:off x="243840" y="4799626"/>
            <a:ext cx="3383280" cy="198455"/>
          </a:xfrm>
          <a:prstGeom prst="roundRect">
            <a:avLst>
              <a:gd name="adj" fmla="val 50000"/>
            </a:avLst>
          </a:prstGeom>
          <a:solidFill>
            <a:srgbClr val="005587"/>
          </a:solidFill>
          <a:ln w="12700" cap="flat" cmpd="sng" algn="ctr">
            <a:noFill/>
            <a:prstDash val="solid"/>
            <a:miter lim="800000"/>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38" name="Rectangle 37">
            <a:extLst>
              <a:ext uri="{FF2B5EF4-FFF2-40B4-BE49-F238E27FC236}">
                <a16:creationId xmlns:a16="http://schemas.microsoft.com/office/drawing/2014/main" id="{76FF7B5C-EB54-DF95-ED84-7A6363A87624}"/>
              </a:ext>
            </a:extLst>
          </p:cNvPr>
          <p:cNvSpPr/>
          <p:nvPr/>
        </p:nvSpPr>
        <p:spPr>
          <a:xfrm>
            <a:off x="243840" y="5084711"/>
            <a:ext cx="3383280" cy="954107"/>
          </a:xfrm>
          <a:prstGeom prst="rect">
            <a:avLst/>
          </a:prstGeom>
        </p:spPr>
        <p:txBody>
          <a:bodyPr wrap="square" lIns="91440" rIns="91440">
            <a:spAutoFit/>
          </a:bodyPr>
          <a:lstStyle/>
          <a:p>
            <a:pPr marL="0" marR="0" lvl="0" indent="0" algn="l" defTabSz="914400" rtl="0" eaLnBrk="1" fontAlgn="auto" latinLnBrk="0" hangingPunct="1">
              <a:lnSpc>
                <a:spcPct val="100000"/>
              </a:lnSpc>
              <a:spcBef>
                <a:spcPts val="0"/>
              </a:spcBef>
              <a:spcAft>
                <a:spcPts val="300"/>
              </a:spcAft>
              <a:buClrTx/>
              <a:buSzTx/>
              <a:buFontTx/>
              <a:buNone/>
              <a:tabLst>
                <a:tab pos="4283075" algn="l"/>
              </a:tabLst>
              <a:defRPr/>
            </a:pPr>
            <a:r>
              <a:rPr kumimoji="0" lang="ru-RU" sz="1400" b="0" i="0" u="none" strike="noStrike" kern="1200" cap="none" spc="0" normalizeH="0" baseline="0" noProof="0" dirty="0">
                <a:ln>
                  <a:noFill/>
                </a:ln>
                <a:solidFill>
                  <a:srgbClr val="2B3A42"/>
                </a:solidFill>
                <a:effectLst/>
                <a:uLnTx/>
                <a:uFillTx/>
                <a:latin typeface="Arial" panose="020B0604020202020204"/>
                <a:ea typeface="Noto Sans" panose="020B0502040504020204" pitchFamily="34"/>
                <a:cs typeface="Noto Sans" panose="020B0502040504020204" pitchFamily="34"/>
              </a:rPr>
              <a:t>Назначение ББ не ухудшает</a:t>
            </a:r>
            <a:r>
              <a:rPr kumimoji="0" lang="en-US" sz="1400" b="0" i="0" u="none" strike="noStrike" kern="1200" cap="none" spc="0" normalizeH="0" baseline="0" noProof="0" dirty="0">
                <a:ln>
                  <a:noFill/>
                </a:ln>
                <a:solidFill>
                  <a:srgbClr val="2B3A42"/>
                </a:solidFill>
                <a:effectLst/>
                <a:uLnTx/>
                <a:uFillTx/>
                <a:latin typeface="Arial" panose="020B0604020202020204"/>
                <a:ea typeface="Noto Sans" panose="020B0502040504020204" pitchFamily="34"/>
                <a:cs typeface="Noto Sans" panose="020B0502040504020204" pitchFamily="34"/>
              </a:rPr>
              <a:t> </a:t>
            </a:r>
            <a:r>
              <a:rPr kumimoji="0" lang="ru-RU" sz="1400" b="0" i="0" u="none" strike="noStrike" kern="1200" cap="none" spc="0" normalizeH="0" baseline="0" noProof="0" dirty="0">
                <a:ln>
                  <a:noFill/>
                </a:ln>
                <a:solidFill>
                  <a:srgbClr val="2B3A42"/>
                </a:solidFill>
                <a:effectLst/>
                <a:uLnTx/>
                <a:uFillTx/>
                <a:latin typeface="Arial" panose="020B0604020202020204"/>
                <a:ea typeface="Noto Sans" panose="020B0502040504020204" pitchFamily="34"/>
                <a:cs typeface="Noto Sans" panose="020B0502040504020204" pitchFamily="34"/>
              </a:rPr>
              <a:t>отдаленный прогноз по смертности и ампутациям у пациентов, госпитализированных по поводу PAD</a:t>
            </a:r>
            <a:endParaRPr kumimoji="0" lang="en-US" sz="1400" b="0" i="0" u="none" strike="noStrike" kern="1200" cap="none" spc="0" normalizeH="0" baseline="0" noProof="0" dirty="0">
              <a:ln>
                <a:noFill/>
              </a:ln>
              <a:solidFill>
                <a:srgbClr val="2B3A42"/>
              </a:solidFill>
              <a:effectLst/>
              <a:uLnTx/>
              <a:uFillTx/>
              <a:latin typeface="Arial" panose="020B0604020202020204"/>
              <a:ea typeface="Noto Sans" panose="020B0502040504020204" pitchFamily="34"/>
              <a:cs typeface="Noto Sans" panose="020B0502040504020204" pitchFamily="34"/>
            </a:endParaRPr>
          </a:p>
        </p:txBody>
      </p:sp>
      <p:sp>
        <p:nvSpPr>
          <p:cNvPr id="39" name="Rectangle: Rounded Corners 38">
            <a:extLst>
              <a:ext uri="{FF2B5EF4-FFF2-40B4-BE49-F238E27FC236}">
                <a16:creationId xmlns:a16="http://schemas.microsoft.com/office/drawing/2014/main" id="{04BF02DF-9540-8221-F218-DEEA91DFBC80}"/>
              </a:ext>
            </a:extLst>
          </p:cNvPr>
          <p:cNvSpPr/>
          <p:nvPr/>
        </p:nvSpPr>
        <p:spPr>
          <a:xfrm>
            <a:off x="3915104" y="4799626"/>
            <a:ext cx="4166197" cy="198455"/>
          </a:xfrm>
          <a:prstGeom prst="roundRect">
            <a:avLst>
              <a:gd name="adj" fmla="val 50000"/>
            </a:avLst>
          </a:prstGeom>
          <a:solidFill>
            <a:srgbClr val="00A3E0"/>
          </a:solidFill>
          <a:ln w="12700" cap="flat" cmpd="sng" algn="ctr">
            <a:noFill/>
            <a:prstDash val="solid"/>
            <a:miter lim="800000"/>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40" name="Rectangle: Rounded Corners 39">
            <a:extLst>
              <a:ext uri="{FF2B5EF4-FFF2-40B4-BE49-F238E27FC236}">
                <a16:creationId xmlns:a16="http://schemas.microsoft.com/office/drawing/2014/main" id="{5A6C4595-B39C-A86F-ADAA-F33A1A7E7CC4}"/>
              </a:ext>
            </a:extLst>
          </p:cNvPr>
          <p:cNvSpPr/>
          <p:nvPr/>
        </p:nvSpPr>
        <p:spPr>
          <a:xfrm>
            <a:off x="8307744" y="4799626"/>
            <a:ext cx="3495637" cy="198455"/>
          </a:xfrm>
          <a:prstGeom prst="roundRect">
            <a:avLst>
              <a:gd name="adj" fmla="val 50000"/>
            </a:avLst>
          </a:prstGeom>
          <a:solidFill>
            <a:srgbClr val="00BFB3"/>
          </a:solidFill>
          <a:ln w="12700" cap="flat" cmpd="sng" algn="ctr">
            <a:noFill/>
            <a:prstDash val="solid"/>
            <a:miter lim="800000"/>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41" name="Rectangle 40">
            <a:extLst>
              <a:ext uri="{FF2B5EF4-FFF2-40B4-BE49-F238E27FC236}">
                <a16:creationId xmlns:a16="http://schemas.microsoft.com/office/drawing/2014/main" id="{F7BA9A82-4F24-AC5E-F9D4-86CCA91D3FC5}"/>
              </a:ext>
            </a:extLst>
          </p:cNvPr>
          <p:cNvSpPr/>
          <p:nvPr/>
        </p:nvSpPr>
        <p:spPr>
          <a:xfrm>
            <a:off x="3890683" y="5065189"/>
            <a:ext cx="4166197" cy="1169551"/>
          </a:xfrm>
          <a:prstGeom prst="rect">
            <a:avLst/>
          </a:prstGeom>
        </p:spPr>
        <p:txBody>
          <a:bodyPr wrap="square" lIns="91440" rIns="91440">
            <a:spAutoFit/>
          </a:bodyPr>
          <a:lstStyle/>
          <a:p>
            <a:pPr marL="0" marR="0" lvl="0" indent="0" algn="l" defTabSz="914400" rtl="0" eaLnBrk="1" fontAlgn="auto" latinLnBrk="0" hangingPunct="1">
              <a:lnSpc>
                <a:spcPct val="100000"/>
              </a:lnSpc>
              <a:spcBef>
                <a:spcPts val="0"/>
              </a:spcBef>
              <a:spcAft>
                <a:spcPts val="300"/>
              </a:spcAft>
              <a:buClrTx/>
              <a:buSzTx/>
              <a:buFontTx/>
              <a:buNone/>
              <a:tabLst>
                <a:tab pos="4283075" algn="l"/>
              </a:tabLst>
              <a:defRPr/>
            </a:pPr>
            <a:r>
              <a:rPr kumimoji="0" lang="ru-RU" sz="1400" b="0" i="0" u="none" strike="noStrike" kern="1200" cap="none" spc="0" normalizeH="0" baseline="0" noProof="0" dirty="0">
                <a:ln>
                  <a:noFill/>
                </a:ln>
                <a:solidFill>
                  <a:srgbClr val="2B3A42"/>
                </a:solidFill>
                <a:effectLst/>
                <a:uLnTx/>
                <a:uFillTx/>
                <a:latin typeface="Arial" panose="020B0604020202020204"/>
                <a:ea typeface="Noto Sans" panose="020B0502040504020204" pitchFamily="34"/>
                <a:cs typeface="Noto Sans" panose="020B0502040504020204" pitchFamily="34"/>
              </a:rPr>
              <a:t>тренд к снижению ампутаций у пациентов, получавших ББ, в согласии с данными датского исследования (</a:t>
            </a:r>
            <a:r>
              <a:rPr kumimoji="0" lang="ru-RU" sz="1400" b="0" i="0" u="none" strike="noStrike" kern="1200" cap="none" spc="0" normalizeH="0" baseline="0" noProof="0" dirty="0" err="1">
                <a:ln>
                  <a:noFill/>
                </a:ln>
                <a:solidFill>
                  <a:srgbClr val="2B3A42"/>
                </a:solidFill>
                <a:effectLst/>
                <a:uLnTx/>
                <a:uFillTx/>
                <a:latin typeface="Arial" panose="020B0604020202020204"/>
                <a:ea typeface="Noto Sans" panose="020B0502040504020204" pitchFamily="34"/>
                <a:cs typeface="Noto Sans" panose="020B0502040504020204" pitchFamily="34"/>
              </a:rPr>
              <a:t>Høgh</a:t>
            </a:r>
            <a:r>
              <a:rPr kumimoji="0" lang="ru-RU" sz="1400" b="0" i="0" u="none" strike="noStrike" kern="1200" cap="none" spc="0" normalizeH="0" baseline="0" noProof="0" dirty="0">
                <a:ln>
                  <a:noFill/>
                </a:ln>
                <a:solidFill>
                  <a:srgbClr val="2B3A42"/>
                </a:solidFill>
                <a:effectLst/>
                <a:uLnTx/>
                <a:uFillTx/>
                <a:latin typeface="Arial" panose="020B0604020202020204"/>
                <a:ea typeface="Noto Sans" panose="020B0502040504020204" pitchFamily="34"/>
                <a:cs typeface="Noto Sans" panose="020B0502040504020204" pitchFamily="34"/>
              </a:rPr>
              <a:t> </a:t>
            </a:r>
            <a:r>
              <a:rPr kumimoji="0" lang="ru-RU" sz="1400" b="0" i="0" u="none" strike="noStrike" kern="1200" cap="none" spc="0" normalizeH="0" baseline="0" noProof="0" dirty="0" err="1">
                <a:ln>
                  <a:noFill/>
                </a:ln>
                <a:solidFill>
                  <a:srgbClr val="2B3A42"/>
                </a:solidFill>
                <a:effectLst/>
                <a:uLnTx/>
                <a:uFillTx/>
                <a:latin typeface="Arial" panose="020B0604020202020204"/>
                <a:ea typeface="Noto Sans" panose="020B0502040504020204" pitchFamily="34"/>
                <a:cs typeface="Noto Sans" panose="020B0502040504020204" pitchFamily="34"/>
              </a:rPr>
              <a:t>et</a:t>
            </a:r>
            <a:r>
              <a:rPr kumimoji="0" lang="ru-RU" sz="1400" b="0" i="0" u="none" strike="noStrike" kern="1200" cap="none" spc="0" normalizeH="0" baseline="0" noProof="0" dirty="0">
                <a:ln>
                  <a:noFill/>
                </a:ln>
                <a:solidFill>
                  <a:srgbClr val="2B3A42"/>
                </a:solidFill>
                <a:effectLst/>
                <a:uLnTx/>
                <a:uFillTx/>
                <a:latin typeface="Arial" panose="020B0604020202020204"/>
                <a:ea typeface="Noto Sans" panose="020B0502040504020204" pitchFamily="34"/>
                <a:cs typeface="Noto Sans" panose="020B0502040504020204" pitchFamily="34"/>
              </a:rPr>
              <a:t> </a:t>
            </a:r>
            <a:r>
              <a:rPr kumimoji="0" lang="ru-RU" sz="1400" b="0" i="0" u="none" strike="noStrike" kern="1200" cap="none" spc="0" normalizeH="0" baseline="0" noProof="0" dirty="0" err="1">
                <a:ln>
                  <a:noFill/>
                </a:ln>
                <a:solidFill>
                  <a:srgbClr val="2B3A42"/>
                </a:solidFill>
                <a:effectLst/>
                <a:uLnTx/>
                <a:uFillTx/>
                <a:latin typeface="Arial" panose="020B0604020202020204"/>
                <a:ea typeface="Noto Sans" panose="020B0502040504020204" pitchFamily="34"/>
                <a:cs typeface="Noto Sans" panose="020B0502040504020204" pitchFamily="34"/>
              </a:rPr>
              <a:t>al</a:t>
            </a:r>
            <a:r>
              <a:rPr kumimoji="0" lang="ru-RU" sz="1400" b="0" i="0" u="none" strike="noStrike" kern="1200" cap="none" spc="0" normalizeH="0" baseline="0" noProof="0" dirty="0">
                <a:ln>
                  <a:noFill/>
                </a:ln>
                <a:solidFill>
                  <a:srgbClr val="2B3A42"/>
                </a:solidFill>
                <a:effectLst/>
                <a:uLnTx/>
                <a:uFillTx/>
                <a:latin typeface="Arial" panose="020B0604020202020204"/>
                <a:ea typeface="Noto Sans" panose="020B0502040504020204" pitchFamily="34"/>
                <a:cs typeface="Noto Sans" panose="020B0502040504020204" pitchFamily="34"/>
              </a:rPr>
              <a:t>., 2013), где ОР для ампутаций при применении ББ составил 0.80 (95% CI: 0.70–0.93)</a:t>
            </a:r>
            <a:r>
              <a:rPr kumimoji="0" lang="ru-RU" sz="1400" b="0" i="0" u="none" strike="noStrike" kern="1200" cap="none" spc="0" normalizeH="0" baseline="30000" noProof="0" dirty="0">
                <a:ln>
                  <a:noFill/>
                </a:ln>
                <a:solidFill>
                  <a:srgbClr val="2B3A42"/>
                </a:solidFill>
                <a:effectLst/>
                <a:uLnTx/>
                <a:uFillTx/>
                <a:latin typeface="Arial" panose="020B0604020202020204"/>
                <a:ea typeface="Noto Sans" panose="020B0502040504020204" pitchFamily="34"/>
                <a:cs typeface="Noto Sans" panose="020B0502040504020204" pitchFamily="34"/>
              </a:rPr>
              <a:t>2</a:t>
            </a:r>
            <a:r>
              <a:rPr kumimoji="0" lang="ru-RU" sz="1400" b="0" i="0" u="none" strike="noStrike" kern="1200" cap="none" spc="0" normalizeH="0" baseline="0" noProof="0" dirty="0">
                <a:ln>
                  <a:noFill/>
                </a:ln>
                <a:solidFill>
                  <a:srgbClr val="2B3A42"/>
                </a:solidFill>
                <a:effectLst/>
                <a:uLnTx/>
                <a:uFillTx/>
                <a:latin typeface="Arial" panose="020B0604020202020204"/>
                <a:ea typeface="Noto Sans" panose="020B0502040504020204" pitchFamily="34"/>
                <a:cs typeface="Noto Sans" panose="020B0502040504020204" pitchFamily="34"/>
              </a:rPr>
              <a:t>.</a:t>
            </a:r>
            <a:endParaRPr kumimoji="0" lang="en-US" sz="1400" b="0" i="0" u="none" strike="noStrike" kern="1200" cap="none" spc="0" normalizeH="0" baseline="0" noProof="0" dirty="0">
              <a:ln>
                <a:noFill/>
              </a:ln>
              <a:solidFill>
                <a:srgbClr val="2B3A42"/>
              </a:solidFill>
              <a:effectLst/>
              <a:uLnTx/>
              <a:uFillTx/>
              <a:latin typeface="Arial" panose="020B0604020202020204"/>
              <a:ea typeface="Noto Sans" panose="020B0502040504020204" pitchFamily="34"/>
              <a:cs typeface="Noto Sans" panose="020B0502040504020204" pitchFamily="34"/>
            </a:endParaRPr>
          </a:p>
        </p:txBody>
      </p:sp>
      <p:sp>
        <p:nvSpPr>
          <p:cNvPr id="42" name="Rectangle 41">
            <a:extLst>
              <a:ext uri="{FF2B5EF4-FFF2-40B4-BE49-F238E27FC236}">
                <a16:creationId xmlns:a16="http://schemas.microsoft.com/office/drawing/2014/main" id="{FA3AC458-A099-45C8-C2CD-638AD900F56F}"/>
              </a:ext>
            </a:extLst>
          </p:cNvPr>
          <p:cNvSpPr/>
          <p:nvPr/>
        </p:nvSpPr>
        <p:spPr>
          <a:xfrm>
            <a:off x="8310880" y="5045498"/>
            <a:ext cx="3495637" cy="954107"/>
          </a:xfrm>
          <a:prstGeom prst="rect">
            <a:avLst/>
          </a:prstGeom>
        </p:spPr>
        <p:txBody>
          <a:bodyPr wrap="square" lIns="91440" rIns="91440">
            <a:spAutoFit/>
          </a:bodyPr>
          <a:lstStyle/>
          <a:p>
            <a:pPr marL="0" marR="0" lvl="0" indent="0" algn="l" defTabSz="914400" rtl="0" eaLnBrk="1" fontAlgn="auto" latinLnBrk="0" hangingPunct="1">
              <a:lnSpc>
                <a:spcPct val="100000"/>
              </a:lnSpc>
              <a:spcBef>
                <a:spcPts val="0"/>
              </a:spcBef>
              <a:spcAft>
                <a:spcPts val="300"/>
              </a:spcAft>
              <a:buClrTx/>
              <a:buSzTx/>
              <a:buFontTx/>
              <a:buNone/>
              <a:tabLst>
                <a:tab pos="4283075" algn="l"/>
              </a:tabLst>
              <a:defRPr/>
            </a:pPr>
            <a:r>
              <a:rPr kumimoji="0" lang="ru-RU" sz="1400" b="0" i="0" u="none" strike="noStrike" kern="1200" cap="none" spc="0" normalizeH="0" baseline="0" noProof="0" dirty="0">
                <a:ln>
                  <a:noFill/>
                </a:ln>
                <a:solidFill>
                  <a:srgbClr val="2B3A42"/>
                </a:solidFill>
                <a:effectLst/>
                <a:uLnTx/>
                <a:uFillTx/>
                <a:latin typeface="Arial" panose="020B0604020202020204"/>
                <a:ea typeface="Noto Sans" panose="020B0502040504020204" pitchFamily="34"/>
                <a:cs typeface="Noto Sans" panose="020B0502040504020204" pitchFamily="34"/>
              </a:rPr>
              <a:t>Несмотря на потенциальные опасения</a:t>
            </a:r>
            <a:r>
              <a:rPr kumimoji="0" lang="en-US" sz="1400" b="0" i="0" u="none" strike="noStrike" kern="1200" cap="none" spc="0" normalizeH="0" baseline="0" noProof="0" dirty="0">
                <a:ln>
                  <a:noFill/>
                </a:ln>
                <a:solidFill>
                  <a:srgbClr val="2B3A42"/>
                </a:solidFill>
                <a:effectLst/>
                <a:uLnTx/>
                <a:uFillTx/>
                <a:latin typeface="Arial" panose="020B0604020202020204"/>
                <a:ea typeface="Noto Sans" panose="020B0502040504020204" pitchFamily="34"/>
                <a:cs typeface="Noto Sans" panose="020B0502040504020204" pitchFamily="34"/>
              </a:rPr>
              <a:t> </a:t>
            </a:r>
            <a:r>
              <a:rPr kumimoji="0" lang="ru-RU" sz="1400" b="0" i="0" u="none" strike="noStrike" kern="1200" cap="none" spc="0" normalizeH="0" baseline="0" noProof="0" dirty="0">
                <a:ln>
                  <a:noFill/>
                </a:ln>
                <a:solidFill>
                  <a:srgbClr val="2B3A42"/>
                </a:solidFill>
                <a:effectLst/>
                <a:uLnTx/>
                <a:uFillTx/>
                <a:latin typeface="Arial" panose="020B0604020202020204"/>
                <a:ea typeface="Noto Sans" panose="020B0502040504020204" pitchFamily="34"/>
                <a:cs typeface="Noto Sans" panose="020B0502040504020204" pitchFamily="34"/>
              </a:rPr>
              <a:t>наличие </a:t>
            </a:r>
            <a:r>
              <a:rPr kumimoji="0" lang="en-US" sz="1400" b="0" i="0" u="none" strike="noStrike" kern="1200" cap="none" spc="0" normalizeH="0" baseline="0" noProof="0" dirty="0">
                <a:ln>
                  <a:noFill/>
                </a:ln>
                <a:solidFill>
                  <a:srgbClr val="2B3A42"/>
                </a:solidFill>
                <a:effectLst/>
                <a:uLnTx/>
                <a:uFillTx/>
                <a:latin typeface="Arial" panose="020B0604020202020204"/>
                <a:ea typeface="Noto Sans" panose="020B0502040504020204" pitchFamily="34"/>
                <a:cs typeface="Noto Sans" panose="020B0502040504020204" pitchFamily="34"/>
              </a:rPr>
              <a:t>PAD </a:t>
            </a:r>
            <a:r>
              <a:rPr kumimoji="0" lang="ru-RU" sz="1400" b="0" i="0" u="none" strike="noStrike" kern="1200" cap="none" spc="0" normalizeH="0" baseline="0" noProof="0" dirty="0">
                <a:ln>
                  <a:noFill/>
                </a:ln>
                <a:solidFill>
                  <a:srgbClr val="2B3A42"/>
                </a:solidFill>
                <a:effectLst/>
                <a:uLnTx/>
                <a:uFillTx/>
                <a:latin typeface="Arial" panose="020B0604020202020204"/>
                <a:ea typeface="Noto Sans" panose="020B0502040504020204" pitchFamily="34"/>
                <a:cs typeface="Noto Sans" panose="020B0502040504020204" pitchFamily="34"/>
              </a:rPr>
              <a:t>не должно автоматически исключать назначение ББ, однако требуется подтверждение в РКИ.</a:t>
            </a:r>
            <a:endParaRPr kumimoji="0" lang="en-US" sz="1400" b="0" i="0" u="none" strike="noStrike" kern="1200" cap="none" spc="0" normalizeH="0" baseline="0" noProof="0" dirty="0">
              <a:ln>
                <a:noFill/>
              </a:ln>
              <a:solidFill>
                <a:srgbClr val="2B3A42"/>
              </a:solidFill>
              <a:effectLst/>
              <a:uLnTx/>
              <a:uFillTx/>
              <a:latin typeface="Arial" panose="020B0604020202020204"/>
              <a:ea typeface="Noto Sans" panose="020B0502040504020204" pitchFamily="34"/>
              <a:cs typeface="Noto Sans" panose="020B0502040504020204" pitchFamily="34"/>
            </a:endParaRPr>
          </a:p>
        </p:txBody>
      </p:sp>
      <p:sp>
        <p:nvSpPr>
          <p:cNvPr id="47" name="TextBox 46">
            <a:extLst>
              <a:ext uri="{FF2B5EF4-FFF2-40B4-BE49-F238E27FC236}">
                <a16:creationId xmlns:a16="http://schemas.microsoft.com/office/drawing/2014/main" id="{A3FB1064-BCDD-ECC8-E7DE-20A3EBB1BF65}"/>
              </a:ext>
            </a:extLst>
          </p:cNvPr>
          <p:cNvSpPr txBox="1"/>
          <p:nvPr/>
        </p:nvSpPr>
        <p:spPr>
          <a:xfrm>
            <a:off x="122146" y="6476327"/>
            <a:ext cx="11947708" cy="338554"/>
          </a:xfrm>
          <a:prstGeom prst="rect">
            <a:avLst/>
          </a:prstGeom>
          <a:noFill/>
        </p:spPr>
        <p:txBody>
          <a:bodyPr wrap="square">
            <a:spAutoFit/>
          </a:bodyPr>
          <a:lstStyle/>
          <a:p>
            <a:pPr lvl="0">
              <a:defRPr/>
            </a:pPr>
            <a:r>
              <a:rPr lang="ru-RU" sz="800" b="1" dirty="0">
                <a:solidFill>
                  <a:prstClr val="black"/>
                </a:solidFill>
                <a:latin typeface="Arial" panose="020B0604020202020204" pitchFamily="34" charset="0"/>
                <a:cs typeface="Arial" panose="020B0604020202020204" pitchFamily="34" charset="0"/>
              </a:rPr>
              <a:t>1.</a:t>
            </a:r>
            <a:r>
              <a:rPr lang="en-US" sz="800" dirty="0">
                <a:solidFill>
                  <a:prstClr val="black"/>
                </a:solidFill>
                <a:latin typeface="Arial" panose="020B0604020202020204" pitchFamily="34" charset="0"/>
                <a:cs typeface="Arial" panose="020B0604020202020204" pitchFamily="34" charset="0"/>
              </a:rPr>
              <a:t> </a:t>
            </a:r>
            <a:r>
              <a:rPr lang="en-US" sz="800" dirty="0" err="1">
                <a:solidFill>
                  <a:prstClr val="black"/>
                </a:solidFill>
                <a:latin typeface="Arial" panose="020B0604020202020204" pitchFamily="34" charset="0"/>
                <a:cs typeface="Arial" panose="020B0604020202020204" pitchFamily="34" charset="0"/>
              </a:rPr>
              <a:t>Mirault</a:t>
            </a:r>
            <a:r>
              <a:rPr lang="en-US" sz="800" dirty="0">
                <a:solidFill>
                  <a:prstClr val="black"/>
                </a:solidFill>
                <a:latin typeface="Arial" panose="020B0604020202020204" pitchFamily="34" charset="0"/>
                <a:cs typeface="Arial" panose="020B0604020202020204" pitchFamily="34" charset="0"/>
              </a:rPr>
              <a:t> T, et al.</a:t>
            </a:r>
            <a:r>
              <a:rPr lang="ru-RU" sz="800" b="1" dirty="0">
                <a:solidFill>
                  <a:prstClr val="black"/>
                </a:solidFill>
                <a:latin typeface="Arial" panose="020B0604020202020204" pitchFamily="34" charset="0"/>
                <a:cs typeface="Arial" panose="020B0604020202020204" pitchFamily="34" charset="0"/>
              </a:rPr>
              <a:t> </a:t>
            </a: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Impact of Betablockers on General and Local Outcome in Patients Hospitalized for Lower Extremity Peripheral Artery Disease: The COPART Registry</a:t>
            </a:r>
            <a:r>
              <a:rPr kumimoji="0" lang="ru-RU"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Medicine. 2017. DOI: 10.1097/MD.0000000000005916</a:t>
            </a:r>
            <a:r>
              <a:rPr lang="ru-RU" sz="800" dirty="0">
                <a:solidFill>
                  <a:prstClr val="black"/>
                </a:solidFill>
                <a:latin typeface="Arial" panose="020B0604020202020204" pitchFamily="34" charset="0"/>
                <a:cs typeface="Arial" panose="020B0604020202020204" pitchFamily="34" charset="0"/>
              </a:rPr>
              <a:t>. 2. </a:t>
            </a:r>
            <a:r>
              <a:rPr lang="en-US" sz="800" dirty="0">
                <a:solidFill>
                  <a:prstClr val="black"/>
                </a:solidFill>
                <a:latin typeface="Arial" panose="020B0604020202020204" pitchFamily="34" charset="0"/>
                <a:cs typeface="Arial" panose="020B0604020202020204" pitchFamily="34" charset="0"/>
              </a:rPr>
              <a:t>Høgh A. et al, Beta-Blocker Use and Clinical Outcomes After Primary Vascular Surgery: A Nationwide Propensity Score-Matched Study</a:t>
            </a:r>
            <a:r>
              <a:rPr lang="ru-RU" sz="800" dirty="0">
                <a:solidFill>
                  <a:prstClr val="black"/>
                </a:solidFill>
                <a:latin typeface="Arial" panose="020B0604020202020204" pitchFamily="34" charset="0"/>
                <a:cs typeface="Arial" panose="020B0604020202020204" pitchFamily="34" charset="0"/>
              </a:rPr>
              <a:t> </a:t>
            </a:r>
            <a:r>
              <a:rPr lang="en-US" sz="800" dirty="0">
                <a:solidFill>
                  <a:prstClr val="black"/>
                </a:solidFill>
                <a:latin typeface="Arial" panose="020B0604020202020204" pitchFamily="34" charset="0"/>
                <a:cs typeface="Arial" panose="020B0604020202020204" pitchFamily="34" charset="0"/>
              </a:rPr>
              <a:t>European Journal of Vascular and Endovascular Surgery : The Official Journal of the European Society for Vascular Surgery. 2013. </a:t>
            </a:r>
            <a:endParaRPr kumimoji="0" lang="ru-RU"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93212650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pic>
        <p:nvPicPr>
          <p:cNvPr id="424" name="Google Shape;424;p7" descr="A colorful pattern with a blue background&#10;&#10;Description automatically generated"/>
          <p:cNvPicPr preferRelativeResize="0"/>
          <p:nvPr/>
        </p:nvPicPr>
        <p:blipFill rotWithShape="1">
          <a:blip r:embed="rId3">
            <a:alphaModFix/>
          </a:blip>
          <a:srcRect t="21952" r="36301" b="992"/>
          <a:stretch/>
        </p:blipFill>
        <p:spPr>
          <a:xfrm>
            <a:off x="8001000" y="3281458"/>
            <a:ext cx="4190998" cy="3584659"/>
          </a:xfrm>
          <a:prstGeom prst="rect">
            <a:avLst/>
          </a:prstGeom>
          <a:noFill/>
          <a:ln>
            <a:noFill/>
          </a:ln>
        </p:spPr>
      </p:pic>
      <p:pic>
        <p:nvPicPr>
          <p:cNvPr id="425" name="Google Shape;425;p7"/>
          <p:cNvPicPr preferRelativeResize="0"/>
          <p:nvPr/>
        </p:nvPicPr>
        <p:blipFill rotWithShape="1">
          <a:blip r:embed="rId4">
            <a:alphaModFix/>
          </a:blip>
          <a:srcRect/>
          <a:stretch/>
        </p:blipFill>
        <p:spPr>
          <a:xfrm>
            <a:off x="9981299" y="6446739"/>
            <a:ext cx="1729122" cy="276958"/>
          </a:xfrm>
          <a:prstGeom prst="rect">
            <a:avLst/>
          </a:prstGeom>
          <a:noFill/>
          <a:ln>
            <a:noFill/>
          </a:ln>
        </p:spPr>
      </p:pic>
      <p:sp>
        <p:nvSpPr>
          <p:cNvPr id="426" name="Google Shape;426;p7"/>
          <p:cNvSpPr txBox="1"/>
          <p:nvPr/>
        </p:nvSpPr>
        <p:spPr>
          <a:xfrm>
            <a:off x="281939" y="358093"/>
            <a:ext cx="10954800" cy="8310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800"/>
              <a:buFont typeface="Arial"/>
              <a:buNone/>
              <a:tabLst/>
              <a:defRPr/>
            </a:pPr>
            <a:r>
              <a:rPr kumimoji="0" lang="en-US" sz="2800" b="1" i="0" u="none" strike="noStrike" kern="1200" cap="none" spc="0" normalizeH="0" baseline="0" noProof="0">
                <a:ln>
                  <a:noFill/>
                </a:ln>
                <a:solidFill>
                  <a:srgbClr val="503291"/>
                </a:solidFill>
                <a:effectLst/>
                <a:uLnTx/>
                <a:uFillTx/>
                <a:latin typeface="Verdana"/>
                <a:ea typeface="Verdana"/>
                <a:cs typeface="Verdana"/>
                <a:sym typeface="Verdana"/>
              </a:rPr>
              <a:t>Результаты по безопасности</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sz="2000" b="1" i="0" u="none" strike="noStrike" kern="1200" cap="none" spc="0" normalizeH="0" baseline="0" noProof="0">
                <a:ln>
                  <a:noFill/>
                </a:ln>
                <a:solidFill>
                  <a:srgbClr val="E61E50"/>
                </a:solidFill>
                <a:effectLst/>
                <a:uLnTx/>
                <a:uFillTx/>
                <a:latin typeface="Verdana"/>
                <a:ea typeface="Verdana"/>
                <a:cs typeface="Verdana"/>
                <a:sym typeface="Verdana"/>
              </a:rPr>
              <a:t>Ожирение</a:t>
            </a:r>
            <a:endParaRPr kumimoji="0" sz="2000" b="1"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427" name="Google Shape;427;p7"/>
          <p:cNvSpPr txBox="1"/>
          <p:nvPr/>
        </p:nvSpPr>
        <p:spPr>
          <a:xfrm>
            <a:off x="281939" y="4170627"/>
            <a:ext cx="11070300" cy="1446509"/>
          </a:xfrm>
          <a:prstGeom prst="rect">
            <a:avLst/>
          </a:prstGeom>
          <a:noFill/>
          <a:ln>
            <a:noFill/>
          </a:ln>
        </p:spPr>
        <p:txBody>
          <a:bodyPr spcFirstLastPara="1" wrap="square" lIns="91425" tIns="45700" rIns="91425" bIns="45700" anchor="t" anchorCtr="0">
            <a:spAutoFit/>
          </a:bodyPr>
          <a:lstStyle/>
          <a:p>
            <a:pPr marL="285750" marR="0" lvl="0" indent="-285750" algn="l" defTabSz="914400" rtl="0" eaLnBrk="1" fontAlgn="auto" latinLnBrk="0" hangingPunct="1">
              <a:lnSpc>
                <a:spcPct val="100000"/>
              </a:lnSpc>
              <a:spcBef>
                <a:spcPts val="0"/>
              </a:spcBef>
              <a:spcAft>
                <a:spcPts val="0"/>
              </a:spcAft>
              <a:buClr>
                <a:srgbClr val="E61E50"/>
              </a:buClr>
              <a:buSzPts val="1400"/>
              <a:buFont typeface="Arial"/>
              <a:buChar char="•"/>
              <a:tabLst/>
              <a:defRPr/>
            </a:pP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Не</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было</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выявлено</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различий</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в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риске</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развития</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ожирения</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в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когорте</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бисопролола</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по</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сравнению</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с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другими</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когортами</a:t>
            </a:r>
            <a:endParaRPr kumimoji="0" sz="1400" b="0" i="0" u="none" strike="noStrike" kern="1200" cap="none" spc="0" normalizeH="0" baseline="0" noProof="0" dirty="0">
              <a:ln>
                <a:noFill/>
              </a:ln>
              <a:solidFill>
                <a:srgbClr val="002060"/>
              </a:solidFill>
              <a:effectLst/>
              <a:uLnTx/>
              <a:uFillTx/>
              <a:latin typeface="Arial"/>
              <a:ea typeface="Arial"/>
              <a:cs typeface="Arial"/>
              <a:sym typeface="Arial"/>
            </a:endParaRPr>
          </a:p>
          <a:p>
            <a:pPr marL="285750" marR="0" lvl="0" indent="-196850" algn="l" defTabSz="914400" rtl="0" eaLnBrk="1" fontAlgn="auto" latinLnBrk="0" hangingPunct="1">
              <a:lnSpc>
                <a:spcPct val="100000"/>
              </a:lnSpc>
              <a:spcBef>
                <a:spcPts val="0"/>
              </a:spcBef>
              <a:spcAft>
                <a:spcPts val="0"/>
              </a:spcAft>
              <a:buClr>
                <a:srgbClr val="265374"/>
              </a:buClr>
              <a:buSzPts val="1400"/>
              <a:buFont typeface="Arial"/>
              <a:buNone/>
              <a:tabLst/>
              <a:defRPr/>
            </a:pPr>
            <a:endParaRPr kumimoji="0" sz="1400" b="1" i="0" u="none" strike="noStrike" kern="1200" cap="none" spc="0" normalizeH="0" baseline="0" noProof="0" dirty="0">
              <a:ln>
                <a:noFill/>
              </a:ln>
              <a:solidFill>
                <a:srgbClr val="002060"/>
              </a:solidFill>
              <a:effectLst/>
              <a:uLnTx/>
              <a:uFillTx/>
              <a:latin typeface="Verdana"/>
              <a:ea typeface="Verdana"/>
              <a:cs typeface="Verdana"/>
              <a:sym typeface="Verdana"/>
            </a:endParaRPr>
          </a:p>
          <a:p>
            <a:pPr marL="285750" marR="0" lvl="0" indent="-285750" algn="l" defTabSz="914400" rtl="0" eaLnBrk="1" fontAlgn="auto" latinLnBrk="0" hangingPunct="1">
              <a:lnSpc>
                <a:spcPct val="100000"/>
              </a:lnSpc>
              <a:spcBef>
                <a:spcPts val="0"/>
              </a:spcBef>
              <a:spcAft>
                <a:spcPts val="0"/>
              </a:spcAft>
              <a:buClr>
                <a:srgbClr val="E61E50"/>
              </a:buClr>
              <a:buSzPts val="1400"/>
              <a:buFont typeface="Arial"/>
              <a:buChar char="•"/>
              <a:tabLst/>
              <a:defRPr/>
            </a:pP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Разницы</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в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риске</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развития</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ожирения</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в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когорте</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бисопролола</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по</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сравнению</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с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когортой</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диуретиков</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не</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было</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о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чем</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свидетельствует</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HR (О</a:t>
            </a:r>
            <a:r>
              <a:rPr kumimoji="0" lang="ru-RU" sz="1400" b="1" i="0" u="none" strike="noStrike" kern="1200" cap="none" spc="0" normalizeH="0" baseline="0" noProof="0" dirty="0">
                <a:ln>
                  <a:noFill/>
                </a:ln>
                <a:solidFill>
                  <a:srgbClr val="002060"/>
                </a:solidFill>
                <a:effectLst/>
                <a:uLnTx/>
                <a:uFillTx/>
                <a:latin typeface="Verdana"/>
                <a:ea typeface="Verdana"/>
                <a:cs typeface="Verdana"/>
                <a:sym typeface="Verdana"/>
              </a:rPr>
              <a:t>Р</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однако</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SHR (ОСР</a:t>
            </a:r>
            <a:r>
              <a:rPr kumimoji="0" lang="en-US" sz="1800" b="1" i="0" u="none" strike="noStrike" kern="1200" cap="none" spc="0" normalizeH="0" baseline="0" noProof="0" dirty="0">
                <a:ln>
                  <a:noFill/>
                </a:ln>
                <a:solidFill>
                  <a:srgbClr val="002060"/>
                </a:solidFill>
                <a:effectLst/>
                <a:uLnTx/>
                <a:uFillTx/>
                <a:latin typeface="Verdana"/>
                <a:ea typeface="Verdana"/>
                <a:cs typeface="Verdana"/>
                <a:sym typeface="Verdana"/>
              </a:rPr>
              <a:t>)</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показал</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тенденцию</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к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увеличению</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риска</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в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когорте</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бисопролола</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a:t>
            </a:r>
            <a:endParaRPr kumimoji="0" sz="1400" b="0" i="0" u="none" strike="noStrike" kern="1200" cap="none" spc="0" normalizeH="0" baseline="0" noProof="0" dirty="0">
              <a:ln>
                <a:noFill/>
              </a:ln>
              <a:solidFill>
                <a:srgbClr val="002060"/>
              </a:solidFill>
              <a:effectLst/>
              <a:uLnTx/>
              <a:uFillTx/>
              <a:latin typeface="Arial"/>
              <a:ea typeface="Arial"/>
              <a:cs typeface="Arial"/>
              <a:sym typeface="Arial"/>
            </a:endParaRPr>
          </a:p>
        </p:txBody>
      </p:sp>
      <p:grpSp>
        <p:nvGrpSpPr>
          <p:cNvPr id="428" name="Google Shape;428;p7"/>
          <p:cNvGrpSpPr/>
          <p:nvPr/>
        </p:nvGrpSpPr>
        <p:grpSpPr>
          <a:xfrm>
            <a:off x="391061" y="1625550"/>
            <a:ext cx="10690672" cy="1713613"/>
            <a:chOff x="702864" y="1486859"/>
            <a:chExt cx="10690672" cy="1713613"/>
          </a:xfrm>
        </p:grpSpPr>
        <p:sp>
          <p:nvSpPr>
            <p:cNvPr id="429" name="Google Shape;429;p7"/>
            <p:cNvSpPr txBox="1"/>
            <p:nvPr/>
          </p:nvSpPr>
          <p:spPr>
            <a:xfrm>
              <a:off x="702864" y="1752205"/>
              <a:ext cx="4320000" cy="1255800"/>
            </a:xfrm>
            <a:prstGeom prst="rect">
              <a:avLst/>
            </a:prstGeom>
            <a:noFill/>
            <a:ln>
              <a:noFill/>
            </a:ln>
          </p:spPr>
          <p:txBody>
            <a:bodyPr spcFirstLastPara="1" wrap="square" lIns="0" tIns="44450" rIns="0" bIns="0" anchor="t" anchorCtr="0">
              <a:spAutoFit/>
            </a:bodyPr>
            <a:lstStyle/>
            <a:p>
              <a:pPr marL="19685"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1200" cap="none" spc="0" normalizeH="0" baseline="0" noProof="0">
                  <a:ln>
                    <a:noFill/>
                  </a:ln>
                  <a:solidFill>
                    <a:srgbClr val="E61E50"/>
                  </a:solidFill>
                  <a:effectLst/>
                  <a:uLnTx/>
                  <a:uFillTx/>
                  <a:latin typeface="Verdana"/>
                  <a:ea typeface="Verdana"/>
                  <a:cs typeface="Verdana"/>
                  <a:sym typeface="Verdana"/>
                </a:rPr>
                <a:t>Ожирение</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7" marR="6985" lvl="0" indent="0" algn="l" defTabSz="914400" rtl="0" eaLnBrk="1" fontAlgn="auto" latinLnBrk="0" hangingPunct="1">
                <a:lnSpc>
                  <a:spcPct val="100000"/>
                </a:lnSpc>
                <a:spcBef>
                  <a:spcPts val="400"/>
                </a:spcBef>
                <a:spcAft>
                  <a:spcPts val="0"/>
                </a:spcAft>
                <a:buClr>
                  <a:srgbClr val="265374"/>
                </a:buClr>
                <a:buSzPts val="1100"/>
                <a:buFont typeface="Arial"/>
                <a:buNone/>
                <a:tabLst/>
                <a:defRPr/>
              </a:pPr>
              <a:r>
                <a:rPr kumimoji="0" lang="en-US" sz="900" b="0" i="0" u="none" strike="noStrike" kern="1200" cap="none" spc="0" normalizeH="0" baseline="0" noProof="0">
                  <a:ln>
                    <a:noFill/>
                  </a:ln>
                  <a:solidFill>
                    <a:srgbClr val="503291"/>
                  </a:solidFill>
                  <a:effectLst/>
                  <a:uLnTx/>
                  <a:uFillTx/>
                  <a:latin typeface="Verdana"/>
                  <a:ea typeface="Verdana"/>
                  <a:cs typeface="Verdana"/>
                  <a:sym typeface="Verdana"/>
                </a:rPr>
                <a:t>Бисопролол против других бета блокаторов</a:t>
              </a:r>
              <a:r>
                <a:rPr kumimoji="0" lang="en-US" sz="1000" b="0" i="0" u="none" strike="noStrike" kern="1200" cap="none" spc="0" normalizeH="0" baseline="0" noProof="0">
                  <a:ln>
                    <a:noFill/>
                  </a:ln>
                  <a:solidFill>
                    <a:srgbClr val="503291"/>
                  </a:solidFill>
                  <a:effectLst/>
                  <a:uLnTx/>
                  <a:uFillTx/>
                  <a:latin typeface="Verdana"/>
                  <a:ea typeface="Verdana"/>
                  <a:cs typeface="Verdana"/>
                  <a:sym typeface="Verdana"/>
                </a:rPr>
                <a:t>  </a:t>
              </a:r>
              <a:endParaRPr kumimoji="0" sz="1000" b="0" i="0" u="none" strike="noStrike" kern="1200" cap="none" spc="0" normalizeH="0" baseline="0" noProof="0">
                <a:ln>
                  <a:noFill/>
                </a:ln>
                <a:solidFill>
                  <a:srgbClr val="503291"/>
                </a:solidFill>
                <a:effectLst/>
                <a:uLnTx/>
                <a:uFillTx/>
                <a:latin typeface="Verdana"/>
                <a:ea typeface="Verdana"/>
                <a:cs typeface="Verdana"/>
                <a:sym typeface="Verdana"/>
              </a:endParaRPr>
            </a:p>
            <a:p>
              <a:pPr marL="123187" marR="6985" lvl="0" indent="0" algn="l" defTabSz="914400" rtl="0" eaLnBrk="1" fontAlgn="auto" latinLnBrk="0" hangingPunct="1">
                <a:lnSpc>
                  <a:spcPct val="100000"/>
                </a:lnSpc>
                <a:spcBef>
                  <a:spcPts val="400"/>
                </a:spcBef>
                <a:spcAft>
                  <a:spcPts val="0"/>
                </a:spcAft>
                <a:buClr>
                  <a:srgbClr val="265374"/>
                </a:buClr>
                <a:buSzPts val="1100"/>
                <a:buFont typeface="Arial"/>
                <a:buNone/>
                <a:tabLst/>
                <a:defRPr/>
              </a:pPr>
              <a:r>
                <a:rPr kumimoji="0" lang="en-US" sz="1000" b="0" i="0" u="none" strike="noStrike" kern="1200" cap="none" spc="0" normalizeH="0" baseline="0" noProof="0">
                  <a:ln>
                    <a:noFill/>
                  </a:ln>
                  <a:solidFill>
                    <a:srgbClr val="503291"/>
                  </a:solidFill>
                  <a:effectLst/>
                  <a:uLnTx/>
                  <a:uFillTx/>
                  <a:latin typeface="Verdana"/>
                  <a:ea typeface="Verdana"/>
                  <a:cs typeface="Verdana"/>
                  <a:sym typeface="Verdana"/>
                </a:rPr>
                <a:t>Бисопролол против ингибиторов АПФ/АРБ  </a:t>
              </a:r>
              <a:endParaRPr kumimoji="0" sz="1000" b="0" i="0" u="none" strike="noStrike" kern="1200" cap="none" spc="0" normalizeH="0" baseline="0" noProof="0">
                <a:ln>
                  <a:noFill/>
                </a:ln>
                <a:solidFill>
                  <a:srgbClr val="503291"/>
                </a:solidFill>
                <a:effectLst/>
                <a:uLnTx/>
                <a:uFillTx/>
                <a:latin typeface="Verdana"/>
                <a:ea typeface="Verdana"/>
                <a:cs typeface="Verdana"/>
                <a:sym typeface="Verdana"/>
              </a:endParaRPr>
            </a:p>
            <a:p>
              <a:pPr marL="123187" marR="6985" lvl="0" indent="0" algn="l" defTabSz="914400" rtl="0" eaLnBrk="1" fontAlgn="auto" latinLnBrk="0" hangingPunct="1">
                <a:lnSpc>
                  <a:spcPct val="100000"/>
                </a:lnSpc>
                <a:spcBef>
                  <a:spcPts val="400"/>
                </a:spcBef>
                <a:spcAft>
                  <a:spcPts val="0"/>
                </a:spcAft>
                <a:buClr>
                  <a:srgbClr val="265374"/>
                </a:buClr>
                <a:buSzPts val="1100"/>
                <a:buFont typeface="Arial"/>
                <a:buNone/>
                <a:tabLst/>
                <a:defRPr/>
              </a:pPr>
              <a:r>
                <a:rPr kumimoji="0" lang="en-US" sz="1000" b="0" i="0" u="none" strike="noStrike" kern="1200" cap="none" spc="0" normalizeH="0" baseline="0" noProof="0">
                  <a:ln>
                    <a:noFill/>
                  </a:ln>
                  <a:solidFill>
                    <a:srgbClr val="503291"/>
                  </a:solidFill>
                  <a:effectLst/>
                  <a:uLnTx/>
                  <a:uFillTx/>
                  <a:latin typeface="Verdana"/>
                  <a:ea typeface="Verdana"/>
                  <a:cs typeface="Verdana"/>
                  <a:sym typeface="Verdana"/>
                </a:rPr>
                <a:t>Бисопролол против БКК</a:t>
              </a:r>
              <a:endParaRPr kumimoji="0" sz="1000" b="0" i="0" u="none" strike="noStrike" kern="1200" cap="none" spc="0" normalizeH="0" baseline="0" noProof="0">
                <a:ln>
                  <a:noFill/>
                </a:ln>
                <a:solidFill>
                  <a:srgbClr val="503291"/>
                </a:solidFill>
                <a:effectLst/>
                <a:uLnTx/>
                <a:uFillTx/>
                <a:latin typeface="Verdana"/>
                <a:ea typeface="Verdana"/>
                <a:cs typeface="Verdana"/>
                <a:sym typeface="Verdana"/>
              </a:endParaRPr>
            </a:p>
            <a:p>
              <a:pPr marL="123187" marR="0" lvl="0" indent="0" algn="l" defTabSz="914400" rtl="0" eaLnBrk="1" fontAlgn="auto" latinLnBrk="0" hangingPunct="1">
                <a:lnSpc>
                  <a:spcPct val="100000"/>
                </a:lnSpc>
                <a:spcBef>
                  <a:spcPts val="400"/>
                </a:spcBef>
                <a:spcAft>
                  <a:spcPts val="0"/>
                </a:spcAft>
                <a:buClr>
                  <a:srgbClr val="265374"/>
                </a:buClr>
                <a:buSzPts val="1100"/>
                <a:buFont typeface="Arial"/>
                <a:buNone/>
                <a:tabLst/>
                <a:defRPr/>
              </a:pPr>
              <a:r>
                <a:rPr kumimoji="0" lang="en-US" sz="1000" b="0" i="0" u="none" strike="noStrike" kern="1200" cap="none" spc="0" normalizeH="0" baseline="0" noProof="0">
                  <a:ln>
                    <a:noFill/>
                  </a:ln>
                  <a:solidFill>
                    <a:srgbClr val="503291"/>
                  </a:solidFill>
                  <a:effectLst/>
                  <a:uLnTx/>
                  <a:uFillTx/>
                  <a:latin typeface="Verdana"/>
                  <a:ea typeface="Verdana"/>
                  <a:cs typeface="Verdana"/>
                  <a:sym typeface="Verdana"/>
                </a:rPr>
                <a:t>Бисопролол против диуретиков</a:t>
              </a:r>
              <a:endParaRPr kumimoji="0" sz="1000" b="0" i="0" u="none" strike="noStrike" kern="1200" cap="none" spc="0" normalizeH="0" baseline="0" noProof="0">
                <a:ln>
                  <a:noFill/>
                </a:ln>
                <a:solidFill>
                  <a:srgbClr val="503291"/>
                </a:solidFill>
                <a:effectLst/>
                <a:uLnTx/>
                <a:uFillTx/>
                <a:latin typeface="Verdana"/>
                <a:ea typeface="Verdana"/>
                <a:cs typeface="Verdana"/>
                <a:sym typeface="Verdana"/>
              </a:endParaRPr>
            </a:p>
            <a:p>
              <a:pPr marL="125729" marR="0"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endParaRPr kumimoji="0" sz="1100" b="0" i="0" u="none" strike="noStrike" kern="1200" cap="none" spc="0" normalizeH="0" baseline="0" noProof="0">
                <a:ln>
                  <a:noFill/>
                </a:ln>
                <a:solidFill>
                  <a:srgbClr val="503291"/>
                </a:solidFill>
                <a:effectLst/>
                <a:uLnTx/>
                <a:uFillTx/>
                <a:latin typeface="Verdana"/>
                <a:ea typeface="Verdana"/>
                <a:cs typeface="Verdana"/>
                <a:sym typeface="Verdana"/>
              </a:endParaRPr>
            </a:p>
          </p:txBody>
        </p:sp>
        <p:sp>
          <p:nvSpPr>
            <p:cNvPr id="430" name="Google Shape;430;p7"/>
            <p:cNvSpPr/>
            <p:nvPr/>
          </p:nvSpPr>
          <p:spPr>
            <a:xfrm>
              <a:off x="3910092" y="1687040"/>
              <a:ext cx="0" cy="1281001"/>
            </a:xfrm>
            <a:custGeom>
              <a:avLst/>
              <a:gdLst/>
              <a:ahLst/>
              <a:cxnLst/>
              <a:rect l="l" t="t" r="r" b="b"/>
              <a:pathLst>
                <a:path w="120000" h="2696845" extrusionOk="0">
                  <a:moveTo>
                    <a:pt x="0" y="0"/>
                  </a:moveTo>
                  <a:lnTo>
                    <a:pt x="0" y="2696540"/>
                  </a:lnTo>
                </a:path>
              </a:pathLst>
            </a:custGeom>
            <a:noFill/>
            <a:ln w="9525"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431" name="Google Shape;431;p7"/>
            <p:cNvSpPr/>
            <p:nvPr/>
          </p:nvSpPr>
          <p:spPr>
            <a:xfrm>
              <a:off x="3406547" y="2107075"/>
              <a:ext cx="684079" cy="0"/>
            </a:xfrm>
            <a:custGeom>
              <a:avLst/>
              <a:gdLst/>
              <a:ahLst/>
              <a:cxnLst/>
              <a:rect l="l" t="t" r="r" b="b"/>
              <a:pathLst>
                <a:path w="455294" h="120000" extrusionOk="0">
                  <a:moveTo>
                    <a:pt x="454875" y="0"/>
                  </a:moveTo>
                  <a:lnTo>
                    <a:pt x="0" y="0"/>
                  </a:lnTo>
                </a:path>
              </a:pathLst>
            </a:custGeom>
            <a:noFill/>
            <a:ln w="9525" cap="flat" cmpd="sng">
              <a:solidFill>
                <a:srgbClr val="E6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432" name="Google Shape;432;p7"/>
            <p:cNvSpPr/>
            <p:nvPr/>
          </p:nvSpPr>
          <p:spPr>
            <a:xfrm>
              <a:off x="3435078" y="2308903"/>
              <a:ext cx="620157" cy="0"/>
            </a:xfrm>
            <a:custGeom>
              <a:avLst/>
              <a:gdLst/>
              <a:ahLst/>
              <a:cxnLst/>
              <a:rect l="l" t="t" r="r" b="b"/>
              <a:pathLst>
                <a:path w="412750" h="120000" extrusionOk="0">
                  <a:moveTo>
                    <a:pt x="0" y="0"/>
                  </a:moveTo>
                  <a:lnTo>
                    <a:pt x="412330" y="0"/>
                  </a:lnTo>
                </a:path>
              </a:pathLst>
            </a:custGeom>
            <a:noFill/>
            <a:ln w="9525" cap="flat" cmpd="sng">
              <a:solidFill>
                <a:srgbClr val="E6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433" name="Google Shape;433;p7"/>
            <p:cNvSpPr/>
            <p:nvPr/>
          </p:nvSpPr>
          <p:spPr>
            <a:xfrm>
              <a:off x="3407539" y="2516104"/>
              <a:ext cx="631604" cy="0"/>
            </a:xfrm>
            <a:custGeom>
              <a:avLst/>
              <a:gdLst/>
              <a:ahLst/>
              <a:cxnLst/>
              <a:rect l="l" t="t" r="r" b="b"/>
              <a:pathLst>
                <a:path w="420369" h="120000" extrusionOk="0">
                  <a:moveTo>
                    <a:pt x="420192" y="0"/>
                  </a:moveTo>
                  <a:lnTo>
                    <a:pt x="0" y="0"/>
                  </a:lnTo>
                </a:path>
              </a:pathLst>
            </a:custGeom>
            <a:noFill/>
            <a:ln w="9525" cap="flat" cmpd="sng">
              <a:solidFill>
                <a:srgbClr val="E6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434" name="Google Shape;434;p7"/>
            <p:cNvSpPr/>
            <p:nvPr/>
          </p:nvSpPr>
          <p:spPr>
            <a:xfrm>
              <a:off x="3389849" y="2716869"/>
              <a:ext cx="664045" cy="0"/>
            </a:xfrm>
            <a:custGeom>
              <a:avLst/>
              <a:gdLst/>
              <a:ahLst/>
              <a:cxnLst/>
              <a:rect l="l" t="t" r="r" b="b"/>
              <a:pathLst>
                <a:path w="441960" h="120000" extrusionOk="0">
                  <a:moveTo>
                    <a:pt x="0" y="0"/>
                  </a:moveTo>
                  <a:lnTo>
                    <a:pt x="441782" y="0"/>
                  </a:lnTo>
                </a:path>
              </a:pathLst>
            </a:custGeom>
            <a:noFill/>
            <a:ln w="9525" cap="flat" cmpd="sng">
              <a:solidFill>
                <a:srgbClr val="E6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435" name="Google Shape;435;p7"/>
            <p:cNvSpPr txBox="1"/>
            <p:nvPr/>
          </p:nvSpPr>
          <p:spPr>
            <a:xfrm>
              <a:off x="5080812" y="2016571"/>
              <a:ext cx="1413900" cy="863100"/>
            </a:xfrm>
            <a:prstGeom prst="rect">
              <a:avLst/>
            </a:prstGeom>
            <a:noFill/>
            <a:ln>
              <a:noFill/>
            </a:ln>
          </p:spPr>
          <p:txBody>
            <a:bodyPr spcFirstLastPara="1" wrap="square" lIns="0" tIns="31750" rIns="0" bIns="0" anchor="t" anchorCtr="0">
              <a:spAutoFit/>
            </a:bodyPr>
            <a:lstStyle/>
            <a:p>
              <a:pPr marL="123188" marR="6985"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0.92 (0.67, 1.25)</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0.91 (0.69, 1.21)</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0.89 (0.67, 1.19)</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0.89 (0.66, 1.21)</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436" name="Google Shape;436;p7"/>
            <p:cNvSpPr txBox="1"/>
            <p:nvPr/>
          </p:nvSpPr>
          <p:spPr>
            <a:xfrm>
              <a:off x="6518642" y="2016450"/>
              <a:ext cx="529200" cy="863100"/>
            </a:xfrm>
            <a:prstGeom prst="rect">
              <a:avLst/>
            </a:prstGeom>
            <a:noFill/>
            <a:ln>
              <a:noFill/>
            </a:ln>
          </p:spPr>
          <p:txBody>
            <a:bodyPr spcFirstLastPara="1" wrap="square" lIns="0" tIns="31750" rIns="0" bIns="0" anchor="t" anchorCtr="0">
              <a:spAutoFit/>
            </a:bodyPr>
            <a:lstStyle/>
            <a:p>
              <a:pPr marL="123188" marR="6985"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1.39</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1.43</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1.50</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1.50</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437" name="Google Shape;437;p7"/>
            <p:cNvSpPr/>
            <p:nvPr/>
          </p:nvSpPr>
          <p:spPr>
            <a:xfrm>
              <a:off x="8002912" y="1710871"/>
              <a:ext cx="0" cy="1281001"/>
            </a:xfrm>
            <a:custGeom>
              <a:avLst/>
              <a:gdLst/>
              <a:ahLst/>
              <a:cxnLst/>
              <a:rect l="l" t="t" r="r" b="b"/>
              <a:pathLst>
                <a:path w="120000" h="2696845" extrusionOk="0">
                  <a:moveTo>
                    <a:pt x="0" y="0"/>
                  </a:moveTo>
                  <a:lnTo>
                    <a:pt x="0" y="2696527"/>
                  </a:lnTo>
                </a:path>
              </a:pathLst>
            </a:custGeom>
            <a:noFill/>
            <a:ln w="9525"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438" name="Google Shape;438;p7"/>
            <p:cNvSpPr/>
            <p:nvPr/>
          </p:nvSpPr>
          <p:spPr>
            <a:xfrm>
              <a:off x="7441573" y="2127094"/>
              <a:ext cx="702450" cy="0"/>
            </a:xfrm>
            <a:custGeom>
              <a:avLst/>
              <a:gdLst/>
              <a:ahLst/>
              <a:cxnLst/>
              <a:rect l="l" t="t" r="r" b="b"/>
              <a:pathLst>
                <a:path w="454660" h="120000" extrusionOk="0">
                  <a:moveTo>
                    <a:pt x="0" y="0"/>
                  </a:moveTo>
                  <a:lnTo>
                    <a:pt x="454545" y="0"/>
                  </a:lnTo>
                </a:path>
              </a:pathLst>
            </a:custGeom>
            <a:noFill/>
            <a:ln w="9525" cap="flat" cmpd="sng">
              <a:solidFill>
                <a:srgbClr val="E6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439" name="Google Shape;439;p7"/>
            <p:cNvSpPr/>
            <p:nvPr/>
          </p:nvSpPr>
          <p:spPr>
            <a:xfrm>
              <a:off x="7752576" y="2326796"/>
              <a:ext cx="610229" cy="0"/>
            </a:xfrm>
            <a:custGeom>
              <a:avLst/>
              <a:gdLst/>
              <a:ahLst/>
              <a:cxnLst/>
              <a:rect l="l" t="t" r="r" b="b"/>
              <a:pathLst>
                <a:path w="394970" h="120000" extrusionOk="0">
                  <a:moveTo>
                    <a:pt x="394652" y="0"/>
                  </a:moveTo>
                  <a:lnTo>
                    <a:pt x="0" y="0"/>
                  </a:lnTo>
                </a:path>
              </a:pathLst>
            </a:custGeom>
            <a:noFill/>
            <a:ln w="9525" cap="flat" cmpd="sng">
              <a:solidFill>
                <a:srgbClr val="E6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440" name="Google Shape;440;p7"/>
            <p:cNvSpPr/>
            <p:nvPr/>
          </p:nvSpPr>
          <p:spPr>
            <a:xfrm>
              <a:off x="7443084" y="2532914"/>
              <a:ext cx="668112" cy="0"/>
            </a:xfrm>
            <a:custGeom>
              <a:avLst/>
              <a:gdLst/>
              <a:ahLst/>
              <a:cxnLst/>
              <a:rect l="l" t="t" r="r" b="b"/>
              <a:pathLst>
                <a:path w="432435" h="120000" extrusionOk="0">
                  <a:moveTo>
                    <a:pt x="0" y="0"/>
                  </a:moveTo>
                  <a:lnTo>
                    <a:pt x="431965" y="0"/>
                  </a:lnTo>
                </a:path>
              </a:pathLst>
            </a:custGeom>
            <a:noFill/>
            <a:ln w="9525" cap="flat" cmpd="sng">
              <a:solidFill>
                <a:srgbClr val="E6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441" name="Google Shape;441;p7"/>
            <p:cNvSpPr txBox="1"/>
            <p:nvPr/>
          </p:nvSpPr>
          <p:spPr>
            <a:xfrm>
              <a:off x="9321069" y="2013413"/>
              <a:ext cx="1609500" cy="863100"/>
            </a:xfrm>
            <a:prstGeom prst="rect">
              <a:avLst/>
            </a:prstGeom>
            <a:noFill/>
            <a:ln>
              <a:noFill/>
            </a:ln>
          </p:spPr>
          <p:txBody>
            <a:bodyPr spcFirstLastPara="1" wrap="square" lIns="0" tIns="31750" rIns="0" bIns="0" anchor="t" anchorCtr="0">
              <a:spAutoFit/>
            </a:bodyPr>
            <a:lstStyle/>
            <a:p>
              <a:pPr marL="123188" marR="6985"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0.87 (0.64, 1.19)</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1.11 (0.84, 1.48)</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0.86 (0.64, 1.15)</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0.76 (0.56, 1.03)</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442" name="Google Shape;442;p7"/>
            <p:cNvSpPr txBox="1"/>
            <p:nvPr/>
          </p:nvSpPr>
          <p:spPr>
            <a:xfrm>
              <a:off x="10726731" y="2028613"/>
              <a:ext cx="529200" cy="863100"/>
            </a:xfrm>
            <a:prstGeom prst="rect">
              <a:avLst/>
            </a:prstGeom>
            <a:noFill/>
            <a:ln>
              <a:noFill/>
            </a:ln>
          </p:spPr>
          <p:txBody>
            <a:bodyPr spcFirstLastPara="1" wrap="square" lIns="0" tIns="31750" rIns="0" bIns="0" anchor="t" anchorCtr="0">
              <a:spAutoFit/>
            </a:bodyPr>
            <a:lstStyle/>
            <a:p>
              <a:pPr marL="123188" marR="6985"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1.56</a:t>
              </a:r>
              <a:endParaRPr kumimoji="0" sz="1100" b="0" i="0" u="none" strike="noStrike" kern="1200" cap="none" spc="0" normalizeH="0" baseline="0" noProof="0">
                <a:ln>
                  <a:noFill/>
                </a:ln>
                <a:solidFill>
                  <a:srgbClr val="503291"/>
                </a:solidFill>
                <a:effectLst/>
                <a:uLnTx/>
                <a:uFillTx/>
                <a:latin typeface="Verdana"/>
                <a:ea typeface="Verdana"/>
                <a:cs typeface="Verdana"/>
                <a:sym typeface="Verdana"/>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1.46</a:t>
              </a:r>
              <a:endParaRPr kumimoji="0" sz="1100" b="0" i="0" u="none" strike="noStrike" kern="1200" cap="none" spc="0" normalizeH="0" baseline="0" noProof="0">
                <a:ln>
                  <a:noFill/>
                </a:ln>
                <a:solidFill>
                  <a:srgbClr val="503291"/>
                </a:solidFill>
                <a:effectLst/>
                <a:uLnTx/>
                <a:uFillTx/>
                <a:latin typeface="Verdana"/>
                <a:ea typeface="Verdana"/>
                <a:cs typeface="Verdana"/>
                <a:sym typeface="Verdana"/>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1.60</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1.96</a:t>
              </a:r>
              <a:endParaRPr kumimoji="0" sz="1100" b="0" i="0" u="none" strike="noStrike" kern="1200" cap="none" spc="0" normalizeH="0" baseline="0" noProof="0">
                <a:ln>
                  <a:noFill/>
                </a:ln>
                <a:solidFill>
                  <a:srgbClr val="503291"/>
                </a:solidFill>
                <a:effectLst/>
                <a:uLnTx/>
                <a:uFillTx/>
                <a:latin typeface="Verdana"/>
                <a:ea typeface="Verdana"/>
                <a:cs typeface="Verdana"/>
                <a:sym typeface="Verdana"/>
              </a:endParaRPr>
            </a:p>
          </p:txBody>
        </p:sp>
        <p:sp>
          <p:nvSpPr>
            <p:cNvPr id="443" name="Google Shape;443;p7"/>
            <p:cNvSpPr txBox="1"/>
            <p:nvPr/>
          </p:nvSpPr>
          <p:spPr>
            <a:xfrm>
              <a:off x="2893332" y="3005152"/>
              <a:ext cx="435000" cy="186000"/>
            </a:xfrm>
            <a:prstGeom prst="rect">
              <a:avLst/>
            </a:prstGeom>
            <a:noFill/>
            <a:ln>
              <a:noFill/>
            </a:ln>
          </p:spPr>
          <p:txBody>
            <a:bodyPr spcFirstLastPara="1" wrap="square" lIns="0" tIns="165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E61E50"/>
                  </a:solidFill>
                  <a:effectLst/>
                  <a:uLnTx/>
                  <a:uFillTx/>
                  <a:latin typeface="Verdana"/>
                  <a:ea typeface="Verdana"/>
                  <a:cs typeface="Verdana"/>
                  <a:sym typeface="Verdana"/>
                </a:rPr>
                <a:t>0.50</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444" name="Google Shape;444;p7"/>
            <p:cNvSpPr txBox="1"/>
            <p:nvPr/>
          </p:nvSpPr>
          <p:spPr>
            <a:xfrm>
              <a:off x="3735232" y="3004011"/>
              <a:ext cx="1618800" cy="186000"/>
            </a:xfrm>
            <a:prstGeom prst="rect">
              <a:avLst/>
            </a:prstGeom>
            <a:noFill/>
            <a:ln>
              <a:noFill/>
            </a:ln>
          </p:spPr>
          <p:txBody>
            <a:bodyPr spcFirstLastPara="1" wrap="square" lIns="0" tIns="165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E61E50"/>
                  </a:solidFill>
                  <a:effectLst/>
                  <a:uLnTx/>
                  <a:uFillTx/>
                  <a:latin typeface="Verdana"/>
                  <a:ea typeface="Verdana"/>
                  <a:cs typeface="Verdana"/>
                  <a:sym typeface="Verdana"/>
                </a:rPr>
                <a:t>1.0    1.5    2.0   2.5</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445" name="Google Shape;445;p7"/>
            <p:cNvSpPr/>
            <p:nvPr/>
          </p:nvSpPr>
          <p:spPr>
            <a:xfrm>
              <a:off x="3051178" y="2970892"/>
              <a:ext cx="2073003" cy="0"/>
            </a:xfrm>
            <a:custGeom>
              <a:avLst/>
              <a:gdLst/>
              <a:ahLst/>
              <a:cxnLst/>
              <a:rect l="l" t="t" r="r" b="b"/>
              <a:pathLst>
                <a:path w="1237614" h="120000" extrusionOk="0">
                  <a:moveTo>
                    <a:pt x="1237488" y="0"/>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446" name="Google Shape;446;p7"/>
            <p:cNvSpPr/>
            <p:nvPr/>
          </p:nvSpPr>
          <p:spPr>
            <a:xfrm>
              <a:off x="3055323" y="2970880"/>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447" name="Google Shape;447;p7"/>
            <p:cNvSpPr/>
            <p:nvPr/>
          </p:nvSpPr>
          <p:spPr>
            <a:xfrm>
              <a:off x="3910322" y="2970880"/>
              <a:ext cx="0" cy="46354"/>
            </a:xfrm>
            <a:custGeom>
              <a:avLst/>
              <a:gdLst/>
              <a:ahLst/>
              <a:cxnLst/>
              <a:rect l="l" t="t" r="r" b="b"/>
              <a:pathLst>
                <a:path w="120000" h="46354" extrusionOk="0">
                  <a:moveTo>
                    <a:pt x="0" y="0"/>
                  </a:moveTo>
                  <a:lnTo>
                    <a:pt x="0" y="45923"/>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448" name="Google Shape;448;p7"/>
            <p:cNvSpPr/>
            <p:nvPr/>
          </p:nvSpPr>
          <p:spPr>
            <a:xfrm>
              <a:off x="4316085" y="2970880"/>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449" name="Google Shape;449;p7"/>
            <p:cNvSpPr/>
            <p:nvPr/>
          </p:nvSpPr>
          <p:spPr>
            <a:xfrm>
              <a:off x="4713154" y="2970880"/>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450" name="Google Shape;450;p7"/>
            <p:cNvSpPr/>
            <p:nvPr/>
          </p:nvSpPr>
          <p:spPr>
            <a:xfrm>
              <a:off x="5118108" y="2970880"/>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451" name="Google Shape;451;p7"/>
            <p:cNvSpPr txBox="1"/>
            <p:nvPr/>
          </p:nvSpPr>
          <p:spPr>
            <a:xfrm>
              <a:off x="6976483" y="3006904"/>
              <a:ext cx="529200" cy="186000"/>
            </a:xfrm>
            <a:prstGeom prst="rect">
              <a:avLst/>
            </a:prstGeom>
            <a:noFill/>
            <a:ln>
              <a:noFill/>
            </a:ln>
          </p:spPr>
          <p:txBody>
            <a:bodyPr spcFirstLastPara="1" wrap="square" lIns="0" tIns="165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E61E50"/>
                  </a:solidFill>
                  <a:effectLst/>
                  <a:uLnTx/>
                  <a:uFillTx/>
                  <a:latin typeface="Verdana"/>
                  <a:ea typeface="Verdana"/>
                  <a:cs typeface="Verdana"/>
                  <a:sym typeface="Verdana"/>
                </a:rPr>
                <a:t>0.50</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452" name="Google Shape;452;p7"/>
            <p:cNvSpPr txBox="1"/>
            <p:nvPr/>
          </p:nvSpPr>
          <p:spPr>
            <a:xfrm>
              <a:off x="7834426" y="3014472"/>
              <a:ext cx="1618800" cy="186000"/>
            </a:xfrm>
            <a:prstGeom prst="rect">
              <a:avLst/>
            </a:prstGeom>
            <a:noFill/>
            <a:ln>
              <a:noFill/>
            </a:ln>
          </p:spPr>
          <p:txBody>
            <a:bodyPr spcFirstLastPara="1" wrap="square" lIns="0" tIns="165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E61E50"/>
                  </a:solidFill>
                  <a:effectLst/>
                  <a:uLnTx/>
                  <a:uFillTx/>
                  <a:latin typeface="Verdana"/>
                  <a:ea typeface="Verdana"/>
                  <a:cs typeface="Verdana"/>
                  <a:sym typeface="Verdana"/>
                </a:rPr>
                <a:t>1.0    1.5    2.0   2.5</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453" name="Google Shape;453;p7"/>
            <p:cNvSpPr/>
            <p:nvPr/>
          </p:nvSpPr>
          <p:spPr>
            <a:xfrm>
              <a:off x="7134330" y="2972644"/>
              <a:ext cx="2073003" cy="0"/>
            </a:xfrm>
            <a:custGeom>
              <a:avLst/>
              <a:gdLst/>
              <a:ahLst/>
              <a:cxnLst/>
              <a:rect l="l" t="t" r="r" b="b"/>
              <a:pathLst>
                <a:path w="1237614" h="120000" extrusionOk="0">
                  <a:moveTo>
                    <a:pt x="1237488" y="0"/>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454" name="Google Shape;454;p7"/>
            <p:cNvSpPr/>
            <p:nvPr/>
          </p:nvSpPr>
          <p:spPr>
            <a:xfrm>
              <a:off x="7138475" y="2972632"/>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455" name="Google Shape;455;p7"/>
            <p:cNvSpPr/>
            <p:nvPr/>
          </p:nvSpPr>
          <p:spPr>
            <a:xfrm>
              <a:off x="8002183" y="2972632"/>
              <a:ext cx="0" cy="46354"/>
            </a:xfrm>
            <a:custGeom>
              <a:avLst/>
              <a:gdLst/>
              <a:ahLst/>
              <a:cxnLst/>
              <a:rect l="l" t="t" r="r" b="b"/>
              <a:pathLst>
                <a:path w="120000" h="46354" extrusionOk="0">
                  <a:moveTo>
                    <a:pt x="0" y="0"/>
                  </a:moveTo>
                  <a:lnTo>
                    <a:pt x="0" y="45923"/>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456" name="Google Shape;456;p7"/>
            <p:cNvSpPr/>
            <p:nvPr/>
          </p:nvSpPr>
          <p:spPr>
            <a:xfrm>
              <a:off x="8399237" y="2972632"/>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457" name="Google Shape;457;p7"/>
            <p:cNvSpPr/>
            <p:nvPr/>
          </p:nvSpPr>
          <p:spPr>
            <a:xfrm>
              <a:off x="8796306" y="2972632"/>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458" name="Google Shape;458;p7"/>
            <p:cNvSpPr/>
            <p:nvPr/>
          </p:nvSpPr>
          <p:spPr>
            <a:xfrm>
              <a:off x="9201260" y="2972632"/>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459" name="Google Shape;459;p7"/>
            <p:cNvSpPr/>
            <p:nvPr/>
          </p:nvSpPr>
          <p:spPr>
            <a:xfrm>
              <a:off x="5176449" y="1679030"/>
              <a:ext cx="6217087" cy="0"/>
            </a:xfrm>
            <a:custGeom>
              <a:avLst/>
              <a:gdLst/>
              <a:ahLst/>
              <a:cxnLst/>
              <a:rect l="l" t="t" r="r" b="b"/>
              <a:pathLst>
                <a:path w="3527425" h="120000" extrusionOk="0">
                  <a:moveTo>
                    <a:pt x="3526916" y="0"/>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800"/>
                <a:buFont typeface="Arial"/>
                <a:buNone/>
                <a:tabLst/>
                <a:defRPr/>
              </a:pPr>
              <a:endParaRPr kumimoji="0" sz="28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460" name="Google Shape;460;p7"/>
            <p:cNvSpPr txBox="1"/>
            <p:nvPr/>
          </p:nvSpPr>
          <p:spPr>
            <a:xfrm>
              <a:off x="736228" y="1486859"/>
              <a:ext cx="2073000" cy="186000"/>
            </a:xfrm>
            <a:prstGeom prst="rect">
              <a:avLst/>
            </a:prstGeom>
            <a:noFill/>
            <a:ln>
              <a:noFill/>
            </a:ln>
          </p:spPr>
          <p:txBody>
            <a:bodyPr spcFirstLastPara="1" wrap="square" lIns="0" tIns="165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1200" cap="none" spc="0" normalizeH="0" baseline="0" noProof="0">
                  <a:ln>
                    <a:noFill/>
                  </a:ln>
                  <a:solidFill>
                    <a:srgbClr val="E61E50"/>
                  </a:solidFill>
                  <a:effectLst/>
                  <a:uLnTx/>
                  <a:uFillTx/>
                  <a:latin typeface="Verdana"/>
                  <a:ea typeface="Verdana"/>
                  <a:cs typeface="Verdana"/>
                  <a:sym typeface="Verdana"/>
                </a:rPr>
                <a:t>Интересующее событие</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461" name="Google Shape;461;p7"/>
            <p:cNvSpPr/>
            <p:nvPr/>
          </p:nvSpPr>
          <p:spPr>
            <a:xfrm>
              <a:off x="751831" y="1679017"/>
              <a:ext cx="4115548" cy="0"/>
            </a:xfrm>
            <a:custGeom>
              <a:avLst/>
              <a:gdLst/>
              <a:ahLst/>
              <a:cxnLst/>
              <a:rect l="l" t="t" r="r" b="b"/>
              <a:pathLst>
                <a:path w="2748279" h="120000" extrusionOk="0">
                  <a:moveTo>
                    <a:pt x="2748102" y="0"/>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800"/>
                <a:buFont typeface="Arial"/>
                <a:buNone/>
                <a:tabLst/>
                <a:defRPr/>
              </a:pPr>
              <a:endParaRPr kumimoji="0" sz="2800" b="0" i="0" u="none" strike="noStrike" kern="1200" cap="none" spc="0" normalizeH="0" baseline="0" noProof="0">
                <a:ln>
                  <a:noFill/>
                </a:ln>
                <a:solidFill>
                  <a:srgbClr val="265374"/>
                </a:solidFill>
                <a:effectLst/>
                <a:uLnTx/>
                <a:uFillTx/>
                <a:latin typeface="Verdana"/>
                <a:ea typeface="Verdana"/>
                <a:cs typeface="Verdana"/>
                <a:sym typeface="Verdana"/>
              </a:endParaRPr>
            </a:p>
          </p:txBody>
        </p:sp>
        <p:pic>
          <p:nvPicPr>
            <p:cNvPr id="462" name="Google Shape;462;p7"/>
            <p:cNvPicPr preferRelativeResize="0"/>
            <p:nvPr/>
          </p:nvPicPr>
          <p:blipFill rotWithShape="1">
            <a:blip r:embed="rId5">
              <a:alphaModFix/>
            </a:blip>
            <a:srcRect/>
            <a:stretch/>
          </p:blipFill>
          <p:spPr>
            <a:xfrm>
              <a:off x="3736774" y="2048284"/>
              <a:ext cx="106201" cy="115954"/>
            </a:xfrm>
            <a:prstGeom prst="rect">
              <a:avLst/>
            </a:prstGeom>
            <a:noFill/>
            <a:ln>
              <a:noFill/>
            </a:ln>
          </p:spPr>
        </p:pic>
        <p:pic>
          <p:nvPicPr>
            <p:cNvPr id="463" name="Google Shape;463;p7"/>
            <p:cNvPicPr preferRelativeResize="0"/>
            <p:nvPr/>
          </p:nvPicPr>
          <p:blipFill rotWithShape="1">
            <a:blip r:embed="rId6">
              <a:alphaModFix/>
            </a:blip>
            <a:srcRect/>
            <a:stretch/>
          </p:blipFill>
          <p:spPr>
            <a:xfrm>
              <a:off x="3719809" y="2250404"/>
              <a:ext cx="106220" cy="115933"/>
            </a:xfrm>
            <a:prstGeom prst="rect">
              <a:avLst/>
            </a:prstGeom>
            <a:noFill/>
            <a:ln>
              <a:noFill/>
            </a:ln>
          </p:spPr>
        </p:pic>
        <p:pic>
          <p:nvPicPr>
            <p:cNvPr id="464" name="Google Shape;464;p7"/>
            <p:cNvPicPr preferRelativeResize="0"/>
            <p:nvPr/>
          </p:nvPicPr>
          <p:blipFill rotWithShape="1">
            <a:blip r:embed="rId7">
              <a:alphaModFix/>
            </a:blip>
            <a:srcRect/>
            <a:stretch/>
          </p:blipFill>
          <p:spPr>
            <a:xfrm>
              <a:off x="3688834" y="2457335"/>
              <a:ext cx="106220" cy="115954"/>
            </a:xfrm>
            <a:prstGeom prst="rect">
              <a:avLst/>
            </a:prstGeom>
            <a:noFill/>
            <a:ln>
              <a:noFill/>
            </a:ln>
          </p:spPr>
        </p:pic>
        <p:pic>
          <p:nvPicPr>
            <p:cNvPr id="465" name="Google Shape;465;p7"/>
            <p:cNvPicPr preferRelativeResize="0"/>
            <p:nvPr/>
          </p:nvPicPr>
          <p:blipFill rotWithShape="1">
            <a:blip r:embed="rId8">
              <a:alphaModFix/>
            </a:blip>
            <a:srcRect/>
            <a:stretch/>
          </p:blipFill>
          <p:spPr>
            <a:xfrm>
              <a:off x="3690304" y="2660058"/>
              <a:ext cx="106201" cy="115933"/>
            </a:xfrm>
            <a:prstGeom prst="rect">
              <a:avLst/>
            </a:prstGeom>
            <a:noFill/>
            <a:ln>
              <a:noFill/>
            </a:ln>
          </p:spPr>
        </p:pic>
        <p:pic>
          <p:nvPicPr>
            <p:cNvPr id="466" name="Google Shape;466;p7"/>
            <p:cNvPicPr preferRelativeResize="0"/>
            <p:nvPr/>
          </p:nvPicPr>
          <p:blipFill rotWithShape="1">
            <a:blip r:embed="rId9">
              <a:alphaModFix/>
            </a:blip>
            <a:srcRect/>
            <a:stretch/>
          </p:blipFill>
          <p:spPr>
            <a:xfrm>
              <a:off x="7745719" y="2071551"/>
              <a:ext cx="109208" cy="115933"/>
            </a:xfrm>
            <a:prstGeom prst="rect">
              <a:avLst/>
            </a:prstGeom>
            <a:noFill/>
            <a:ln>
              <a:noFill/>
            </a:ln>
          </p:spPr>
        </p:pic>
        <p:pic>
          <p:nvPicPr>
            <p:cNvPr id="467" name="Google Shape;467;p7"/>
            <p:cNvPicPr preferRelativeResize="0"/>
            <p:nvPr/>
          </p:nvPicPr>
          <p:blipFill rotWithShape="1">
            <a:blip r:embed="rId10">
              <a:alphaModFix/>
            </a:blip>
            <a:srcRect/>
            <a:stretch/>
          </p:blipFill>
          <p:spPr>
            <a:xfrm>
              <a:off x="8035723" y="2269358"/>
              <a:ext cx="109208" cy="115933"/>
            </a:xfrm>
            <a:prstGeom prst="rect">
              <a:avLst/>
            </a:prstGeom>
            <a:noFill/>
            <a:ln>
              <a:noFill/>
            </a:ln>
          </p:spPr>
        </p:pic>
        <p:pic>
          <p:nvPicPr>
            <p:cNvPr id="468" name="Google Shape;468;p7"/>
            <p:cNvPicPr preferRelativeResize="0"/>
            <p:nvPr/>
          </p:nvPicPr>
          <p:blipFill rotWithShape="1">
            <a:blip r:embed="rId11">
              <a:alphaModFix/>
            </a:blip>
            <a:srcRect/>
            <a:stretch/>
          </p:blipFill>
          <p:spPr>
            <a:xfrm>
              <a:off x="7727252" y="2475499"/>
              <a:ext cx="109228" cy="115933"/>
            </a:xfrm>
            <a:prstGeom prst="rect">
              <a:avLst/>
            </a:prstGeom>
            <a:noFill/>
            <a:ln>
              <a:noFill/>
            </a:ln>
          </p:spPr>
        </p:pic>
        <p:pic>
          <p:nvPicPr>
            <p:cNvPr id="469" name="Google Shape;469;p7"/>
            <p:cNvPicPr preferRelativeResize="0"/>
            <p:nvPr/>
          </p:nvPicPr>
          <p:blipFill rotWithShape="1">
            <a:blip r:embed="rId9">
              <a:alphaModFix/>
            </a:blip>
            <a:srcRect/>
            <a:stretch/>
          </p:blipFill>
          <p:spPr>
            <a:xfrm>
              <a:off x="7572518" y="2677346"/>
              <a:ext cx="109208" cy="115933"/>
            </a:xfrm>
            <a:prstGeom prst="rect">
              <a:avLst/>
            </a:prstGeom>
            <a:noFill/>
            <a:ln>
              <a:noFill/>
            </a:ln>
          </p:spPr>
        </p:pic>
      </p:grpSp>
      <p:sp>
        <p:nvSpPr>
          <p:cNvPr id="470" name="Google Shape;470;p7"/>
          <p:cNvSpPr/>
          <p:nvPr/>
        </p:nvSpPr>
        <p:spPr>
          <a:xfrm rot="10800000" flipH="1">
            <a:off x="6994353" y="2822751"/>
            <a:ext cx="467030" cy="51600"/>
          </a:xfrm>
          <a:custGeom>
            <a:avLst/>
            <a:gdLst/>
            <a:ahLst/>
            <a:cxnLst/>
            <a:rect l="l" t="t" r="r" b="b"/>
            <a:pathLst>
              <a:path w="432435" h="120000" extrusionOk="0">
                <a:moveTo>
                  <a:pt x="0" y="0"/>
                </a:moveTo>
                <a:lnTo>
                  <a:pt x="431965" y="0"/>
                </a:lnTo>
              </a:path>
            </a:pathLst>
          </a:custGeom>
          <a:noFill/>
          <a:ln w="9525" cap="flat" cmpd="sng">
            <a:solidFill>
              <a:srgbClr val="E6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471" name="Google Shape;471;p7"/>
          <p:cNvSpPr txBox="1"/>
          <p:nvPr/>
        </p:nvSpPr>
        <p:spPr>
          <a:xfrm>
            <a:off x="281952" y="6227205"/>
            <a:ext cx="7083000" cy="64629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F69AF"/>
              </a:buClr>
              <a:buSzPts val="900"/>
              <a:buFont typeface="Verdana"/>
              <a:buNone/>
              <a:tabLst/>
              <a:defRPr/>
            </a:pP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*The ‘other </a:t>
            </a:r>
            <a:r>
              <a:rPr kumimoji="0" lang="el-GR"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β-</a:t>
            </a: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blockers cohort’ included: Acebutolol, Atenolol, </a:t>
            </a:r>
            <a:r>
              <a:rPr kumimoji="0" lang="en-US" sz="900" b="0" i="0" u="none" strike="noStrike" kern="1200" cap="none" spc="0" normalizeH="0" baseline="0" noProof="0" dirty="0" err="1">
                <a:ln>
                  <a:noFill/>
                </a:ln>
                <a:solidFill>
                  <a:srgbClr val="265374">
                    <a:lumMod val="75000"/>
                    <a:lumOff val="25000"/>
                  </a:srgbClr>
                </a:solidFill>
                <a:effectLst/>
                <a:uLnTx/>
                <a:uFillTx/>
                <a:latin typeface="Verdana"/>
                <a:ea typeface="Verdana"/>
                <a:cs typeface="Verdana"/>
                <a:sym typeface="Verdana"/>
              </a:rPr>
              <a:t>Betaxolol</a:t>
            </a: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 </a:t>
            </a:r>
            <a:r>
              <a:rPr kumimoji="0" lang="en-US" sz="900" b="0" i="0" u="none" strike="noStrike" kern="1200" cap="none" spc="0" normalizeH="0" baseline="0" noProof="0" dirty="0" err="1">
                <a:ln>
                  <a:noFill/>
                </a:ln>
                <a:solidFill>
                  <a:srgbClr val="265374">
                    <a:lumMod val="75000"/>
                    <a:lumOff val="25000"/>
                  </a:srgbClr>
                </a:solidFill>
                <a:effectLst/>
                <a:uLnTx/>
                <a:uFillTx/>
                <a:latin typeface="Verdana"/>
                <a:ea typeface="Verdana"/>
                <a:cs typeface="Verdana"/>
                <a:sym typeface="Verdana"/>
              </a:rPr>
              <a:t>Carteolol</a:t>
            </a: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 Carvedilol, </a:t>
            </a:r>
            <a:r>
              <a:rPr kumimoji="0" lang="en-US" sz="900" b="0" i="0" u="none" strike="noStrike" kern="1200" cap="none" spc="0" normalizeH="0" baseline="0" noProof="0" dirty="0" err="1">
                <a:ln>
                  <a:noFill/>
                </a:ln>
                <a:solidFill>
                  <a:srgbClr val="265374">
                    <a:lumMod val="75000"/>
                    <a:lumOff val="25000"/>
                  </a:srgbClr>
                </a:solidFill>
                <a:effectLst/>
                <a:uLnTx/>
                <a:uFillTx/>
                <a:latin typeface="Verdana"/>
                <a:ea typeface="Verdana"/>
                <a:cs typeface="Verdana"/>
                <a:sym typeface="Verdana"/>
              </a:rPr>
              <a:t>Celiprolol</a:t>
            </a: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 Labetalol, Metoprolol, Nadolol, Nebivolol, Oxprenolol, Pindolol, Propranolol or Timolol.</a:t>
            </a:r>
          </a:p>
          <a:p>
            <a:pPr marL="0" marR="0" lvl="0" indent="0" algn="l" defTabSz="914400" rtl="0" eaLnBrk="1" fontAlgn="auto" latinLnBrk="0" hangingPunct="1">
              <a:lnSpc>
                <a:spcPct val="100000"/>
              </a:lnSpc>
              <a:spcBef>
                <a:spcPts val="0"/>
              </a:spcBef>
              <a:spcAft>
                <a:spcPts val="0"/>
              </a:spcAft>
              <a:buClr>
                <a:srgbClr val="0F69AF"/>
              </a:buClr>
              <a:buSzPts val="900"/>
              <a:buFont typeface="Verdana"/>
              <a:buNone/>
              <a:tabLst/>
              <a:defRPr/>
            </a:pP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Foch, Caroline, et al. "Effectiveness of bisoprolol versus other </a:t>
            </a:r>
            <a:r>
              <a:rPr kumimoji="0" lang="el-GR"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β-</a:t>
            </a: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blockers and other antihypertensive classes: a cohort study in the Clinical Practice Research Datalink." Journal of Comparative Effectiveness Research 11.6 (2022): 423-436.</a:t>
            </a:r>
          </a:p>
        </p:txBody>
      </p:sp>
      <p:sp>
        <p:nvSpPr>
          <p:cNvPr id="472" name="Google Shape;472;p7"/>
          <p:cNvSpPr/>
          <p:nvPr/>
        </p:nvSpPr>
        <p:spPr>
          <a:xfrm>
            <a:off x="3304275" y="3484275"/>
            <a:ext cx="2181000" cy="369300"/>
          </a:xfrm>
          <a:prstGeom prst="rightArrow">
            <a:avLst>
              <a:gd name="adj1" fmla="val 50000"/>
              <a:gd name="adj2" fmla="val 50000"/>
            </a:avLst>
          </a:prstGeom>
          <a:noFill/>
          <a:ln w="19050" cap="flat" cmpd="sng">
            <a:solidFill>
              <a:srgbClr val="E61E50"/>
            </a:solidFill>
            <a:prstDash val="solid"/>
            <a:round/>
            <a:headEnd type="none" w="sm" len="sm"/>
            <a:tailEnd type="none" w="sm" len="sm"/>
          </a:ln>
        </p:spPr>
        <p:txBody>
          <a:bodyPr spcFirstLastPara="1" wrap="square" lIns="0" tIns="16500" rIns="0" bIns="0" anchor="t" anchorCtr="0">
            <a:no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ru-RU" sz="1100" b="0" i="0" u="none" strike="noStrike" kern="1200" cap="none" spc="0" normalizeH="0" baseline="0" noProof="0" dirty="0">
                <a:ln>
                  <a:noFill/>
                </a:ln>
                <a:solidFill>
                  <a:srgbClr val="503291"/>
                </a:solidFill>
                <a:effectLst/>
                <a:uLnTx/>
                <a:uFillTx/>
                <a:latin typeface="Verdana"/>
                <a:ea typeface="Verdana"/>
                <a:cs typeface="Verdana"/>
                <a:sym typeface="Verdana"/>
              </a:rPr>
              <a:t>Б</a:t>
            </a:r>
            <a:r>
              <a:rPr kumimoji="0" lang="en-US" sz="1100" b="0" i="0" u="none" strike="noStrike" kern="1200" cap="none" spc="0" normalizeH="0" baseline="0" noProof="0" dirty="0" err="1">
                <a:ln>
                  <a:noFill/>
                </a:ln>
                <a:solidFill>
                  <a:srgbClr val="503291"/>
                </a:solidFill>
                <a:effectLst/>
                <a:uLnTx/>
                <a:uFillTx/>
                <a:latin typeface="Verdana"/>
                <a:ea typeface="Verdana"/>
                <a:cs typeface="Verdana"/>
                <a:sym typeface="Verdana"/>
              </a:rPr>
              <a:t>исопролол</a:t>
            </a:r>
            <a:r>
              <a:rPr kumimoji="0" lang="ru-RU" sz="1100" b="0" i="0" u="none" strike="noStrike" kern="1200" cap="none" spc="0" normalizeH="0" baseline="0" noProof="0" dirty="0">
                <a:ln>
                  <a:noFill/>
                </a:ln>
                <a:solidFill>
                  <a:srgbClr val="503291"/>
                </a:solidFill>
                <a:effectLst/>
                <a:uLnTx/>
                <a:uFillTx/>
                <a:latin typeface="Verdana"/>
                <a:ea typeface="Verdana"/>
                <a:cs typeface="Verdana"/>
                <a:sym typeface="Verdana"/>
              </a:rPr>
              <a:t> лучше</a:t>
            </a:r>
            <a:endParaRPr kumimoji="0" sz="1100" b="0" i="0" u="none" strike="noStrike" kern="1200" cap="none" spc="0" normalizeH="0" baseline="0" noProof="0" dirty="0">
              <a:ln>
                <a:noFill/>
              </a:ln>
              <a:solidFill>
                <a:srgbClr val="503291"/>
              </a:solidFill>
              <a:effectLst/>
              <a:uLnTx/>
              <a:uFillTx/>
              <a:latin typeface="Verdana"/>
              <a:ea typeface="Verdana"/>
              <a:cs typeface="Verdana"/>
              <a:sym typeface="Verdana"/>
            </a:endParaRPr>
          </a:p>
        </p:txBody>
      </p:sp>
      <p:sp>
        <p:nvSpPr>
          <p:cNvPr id="473" name="Google Shape;473;p7"/>
          <p:cNvSpPr/>
          <p:nvPr/>
        </p:nvSpPr>
        <p:spPr>
          <a:xfrm>
            <a:off x="7923025" y="3447950"/>
            <a:ext cx="2181000" cy="369300"/>
          </a:xfrm>
          <a:prstGeom prst="rightArrow">
            <a:avLst>
              <a:gd name="adj1" fmla="val 50000"/>
              <a:gd name="adj2" fmla="val 50000"/>
            </a:avLst>
          </a:prstGeom>
          <a:noFill/>
          <a:ln w="19050" cap="flat" cmpd="sng">
            <a:solidFill>
              <a:srgbClr val="E61E50"/>
            </a:solidFill>
            <a:prstDash val="solid"/>
            <a:round/>
            <a:headEnd type="none" w="sm" len="sm"/>
            <a:tailEnd type="none" w="sm" len="sm"/>
          </a:ln>
        </p:spPr>
        <p:txBody>
          <a:bodyPr spcFirstLastPara="1" wrap="square" lIns="0" tIns="16500" rIns="0" bIns="0" anchor="t" anchorCtr="0">
            <a:no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ru-RU" sz="1100" b="0" i="0" u="none" strike="noStrike" kern="1200" cap="none" spc="0" normalizeH="0" baseline="0" noProof="0" dirty="0">
                <a:ln>
                  <a:noFill/>
                </a:ln>
                <a:solidFill>
                  <a:srgbClr val="503291"/>
                </a:solidFill>
                <a:effectLst/>
                <a:uLnTx/>
                <a:uFillTx/>
                <a:latin typeface="Verdana"/>
                <a:ea typeface="Verdana"/>
                <a:cs typeface="Verdana"/>
                <a:sym typeface="Verdana"/>
              </a:rPr>
              <a:t>Б</a:t>
            </a:r>
            <a:r>
              <a:rPr kumimoji="0" lang="en-US" sz="1100" b="0" i="0" u="none" strike="noStrike" kern="1200" cap="none" spc="0" normalizeH="0" baseline="0" noProof="0" dirty="0" err="1">
                <a:ln>
                  <a:noFill/>
                </a:ln>
                <a:solidFill>
                  <a:srgbClr val="503291"/>
                </a:solidFill>
                <a:effectLst/>
                <a:uLnTx/>
                <a:uFillTx/>
                <a:latin typeface="Verdana"/>
                <a:ea typeface="Verdana"/>
                <a:cs typeface="Verdana"/>
                <a:sym typeface="Verdana"/>
              </a:rPr>
              <a:t>исопролол</a:t>
            </a:r>
            <a:r>
              <a:rPr kumimoji="0" lang="ru-RU" sz="1100" b="0" i="0" u="none" strike="noStrike" kern="1200" cap="none" spc="0" normalizeH="0" baseline="0" noProof="0" dirty="0">
                <a:ln>
                  <a:noFill/>
                </a:ln>
                <a:solidFill>
                  <a:srgbClr val="503291"/>
                </a:solidFill>
                <a:effectLst/>
                <a:uLnTx/>
                <a:uFillTx/>
                <a:latin typeface="Verdana"/>
                <a:ea typeface="Verdana"/>
                <a:cs typeface="Verdana"/>
                <a:sym typeface="Verdana"/>
              </a:rPr>
              <a:t> лучше</a:t>
            </a:r>
            <a:endParaRPr kumimoji="0" sz="1100" b="0" i="0" u="none" strike="noStrike" kern="1200" cap="none" spc="0" normalizeH="0" baseline="0" noProof="0" dirty="0">
              <a:ln>
                <a:noFill/>
              </a:ln>
              <a:solidFill>
                <a:srgbClr val="503291"/>
              </a:solidFill>
              <a:effectLst/>
              <a:uLnTx/>
              <a:uFillTx/>
              <a:latin typeface="Verdana"/>
              <a:ea typeface="Verdana"/>
              <a:cs typeface="Verdana"/>
              <a:sym typeface="Verdana"/>
            </a:endParaRPr>
          </a:p>
        </p:txBody>
      </p:sp>
      <p:grpSp>
        <p:nvGrpSpPr>
          <p:cNvPr id="474" name="Google Shape;474;p7"/>
          <p:cNvGrpSpPr/>
          <p:nvPr/>
        </p:nvGrpSpPr>
        <p:grpSpPr>
          <a:xfrm>
            <a:off x="3467676" y="1581625"/>
            <a:ext cx="8071248" cy="186009"/>
            <a:chOff x="3762452" y="1468408"/>
            <a:chExt cx="8071248" cy="186009"/>
          </a:xfrm>
        </p:grpSpPr>
        <p:sp>
          <p:nvSpPr>
            <p:cNvPr id="475" name="Google Shape;475;p7"/>
            <p:cNvSpPr txBox="1"/>
            <p:nvPr/>
          </p:nvSpPr>
          <p:spPr>
            <a:xfrm>
              <a:off x="3762452" y="1468417"/>
              <a:ext cx="322200" cy="186000"/>
            </a:xfrm>
            <a:prstGeom prst="rect">
              <a:avLst/>
            </a:prstGeom>
            <a:noFill/>
            <a:ln>
              <a:noFill/>
            </a:ln>
          </p:spPr>
          <p:txBody>
            <a:bodyPr spcFirstLastPara="1" wrap="square" lIns="0" tIns="16500" rIns="0" bIns="0" anchor="t" anchorCtr="0">
              <a:spAutoFit/>
            </a:bodyPr>
            <a:lstStyle/>
            <a:p>
              <a:pPr marL="1270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1200" cap="none" spc="0" normalizeH="0" baseline="0" noProof="0" dirty="0">
                  <a:ln>
                    <a:noFill/>
                  </a:ln>
                  <a:solidFill>
                    <a:srgbClr val="E61E50"/>
                  </a:solidFill>
                  <a:effectLst/>
                  <a:uLnTx/>
                  <a:uFillTx/>
                  <a:latin typeface="Verdana"/>
                  <a:ea typeface="Verdana"/>
                  <a:cs typeface="Verdana"/>
                  <a:sym typeface="Verdana"/>
                </a:rPr>
                <a:t>О</a:t>
              </a:r>
              <a:r>
                <a:rPr kumimoji="0" lang="ru-RU" sz="1100" b="1" i="0" u="none" strike="noStrike" kern="1200" cap="none" spc="0" normalizeH="0" baseline="0" noProof="0" dirty="0">
                  <a:ln>
                    <a:noFill/>
                  </a:ln>
                  <a:solidFill>
                    <a:srgbClr val="E61E50"/>
                  </a:solidFill>
                  <a:effectLst/>
                  <a:uLnTx/>
                  <a:uFillTx/>
                  <a:latin typeface="Verdana"/>
                  <a:ea typeface="Verdana"/>
                  <a:cs typeface="Verdana"/>
                  <a:sym typeface="Verdana"/>
                </a:rPr>
                <a:t>Р</a:t>
              </a:r>
              <a:endParaRPr kumimoji="0" sz="1100" b="0" i="0" u="none" strike="noStrike" kern="1200" cap="none" spc="0" normalizeH="0" baseline="0" noProof="0" dirty="0">
                <a:ln>
                  <a:noFill/>
                </a:ln>
                <a:solidFill>
                  <a:srgbClr val="E61E50"/>
                </a:solidFill>
                <a:effectLst/>
                <a:uLnTx/>
                <a:uFillTx/>
                <a:latin typeface="Verdana"/>
                <a:ea typeface="Verdana"/>
                <a:cs typeface="Verdana"/>
                <a:sym typeface="Verdana"/>
              </a:endParaRPr>
            </a:p>
          </p:txBody>
        </p:sp>
        <p:sp>
          <p:nvSpPr>
            <p:cNvPr id="476" name="Google Shape;476;p7"/>
            <p:cNvSpPr txBox="1"/>
            <p:nvPr/>
          </p:nvSpPr>
          <p:spPr>
            <a:xfrm>
              <a:off x="4811426" y="1468408"/>
              <a:ext cx="1506900" cy="186000"/>
            </a:xfrm>
            <a:prstGeom prst="rect">
              <a:avLst/>
            </a:prstGeom>
            <a:noFill/>
            <a:ln>
              <a:noFill/>
            </a:ln>
          </p:spPr>
          <p:txBody>
            <a:bodyPr spcFirstLastPara="1" wrap="square" lIns="0" tIns="16500" rIns="0" bIns="0" anchor="t" anchorCtr="0">
              <a:spAutoFit/>
            </a:bodyPr>
            <a:lstStyle/>
            <a:p>
              <a:pPr marL="1270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1200" cap="none" spc="0" normalizeH="0" baseline="0" noProof="0" dirty="0">
                  <a:ln>
                    <a:noFill/>
                  </a:ln>
                  <a:solidFill>
                    <a:srgbClr val="E61E50"/>
                  </a:solidFill>
                  <a:effectLst/>
                  <a:uLnTx/>
                  <a:uFillTx/>
                  <a:latin typeface="Verdana"/>
                  <a:ea typeface="Verdana"/>
                  <a:cs typeface="Verdana"/>
                  <a:sym typeface="Verdana"/>
                </a:rPr>
                <a:t>О</a:t>
              </a:r>
              <a:r>
                <a:rPr kumimoji="0" lang="ru-RU" sz="1100" b="1" i="0" u="none" strike="noStrike" kern="1200" cap="none" spc="0" normalizeH="0" baseline="0" noProof="0" dirty="0">
                  <a:ln>
                    <a:noFill/>
                  </a:ln>
                  <a:solidFill>
                    <a:srgbClr val="E61E50"/>
                  </a:solidFill>
                  <a:effectLst/>
                  <a:uLnTx/>
                  <a:uFillTx/>
                  <a:latin typeface="Verdana"/>
                  <a:ea typeface="Verdana"/>
                  <a:cs typeface="Verdana"/>
                  <a:sym typeface="Verdana"/>
                </a:rPr>
                <a:t>Р</a:t>
              </a:r>
              <a:r>
                <a:rPr kumimoji="0" lang="en-US" sz="1100" b="1" i="0" u="none" strike="noStrike" kern="1200" cap="none" spc="0" normalizeH="0" baseline="0" noProof="0" dirty="0">
                  <a:ln>
                    <a:noFill/>
                  </a:ln>
                  <a:solidFill>
                    <a:srgbClr val="E61E50"/>
                  </a:solidFill>
                  <a:effectLst/>
                  <a:uLnTx/>
                  <a:uFillTx/>
                  <a:latin typeface="Verdana"/>
                  <a:ea typeface="Verdana"/>
                  <a:cs typeface="Verdana"/>
                  <a:sym typeface="Verdana"/>
                </a:rPr>
                <a:t> (98.75% ДИ)</a:t>
              </a:r>
              <a:endParaRPr kumimoji="0" sz="1100" b="0" i="0" u="none" strike="noStrike" kern="1200" cap="none" spc="0" normalizeH="0" baseline="0" noProof="0" dirty="0">
                <a:ln>
                  <a:noFill/>
                </a:ln>
                <a:solidFill>
                  <a:srgbClr val="E61E50"/>
                </a:solidFill>
                <a:effectLst/>
                <a:uLnTx/>
                <a:uFillTx/>
                <a:latin typeface="Verdana"/>
                <a:ea typeface="Verdana"/>
                <a:cs typeface="Verdana"/>
                <a:sym typeface="Verdana"/>
              </a:endParaRPr>
            </a:p>
          </p:txBody>
        </p:sp>
        <p:sp>
          <p:nvSpPr>
            <p:cNvPr id="477" name="Google Shape;477;p7"/>
            <p:cNvSpPr txBox="1"/>
            <p:nvPr/>
          </p:nvSpPr>
          <p:spPr>
            <a:xfrm>
              <a:off x="6506321" y="1468408"/>
              <a:ext cx="1001400" cy="186000"/>
            </a:xfrm>
            <a:prstGeom prst="rect">
              <a:avLst/>
            </a:prstGeom>
            <a:noFill/>
            <a:ln>
              <a:noFill/>
            </a:ln>
          </p:spPr>
          <p:txBody>
            <a:bodyPr spcFirstLastPara="1" wrap="square" lIns="0" tIns="16500" rIns="0" bIns="0" anchor="t" anchorCtr="0">
              <a:spAutoFit/>
            </a:bodyPr>
            <a:lstStyle/>
            <a:p>
              <a:pPr marL="1270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1200" cap="none" spc="0" normalizeH="0" baseline="0" noProof="0">
                  <a:ln>
                    <a:noFill/>
                  </a:ln>
                  <a:solidFill>
                    <a:srgbClr val="E61E50"/>
                  </a:solidFill>
                  <a:effectLst/>
                  <a:uLnTx/>
                  <a:uFillTx/>
                  <a:latin typeface="Verdana"/>
                  <a:ea typeface="Verdana"/>
                  <a:cs typeface="Verdana"/>
                  <a:sym typeface="Verdana"/>
                </a:rPr>
                <a:t>E-значение</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478" name="Google Shape;478;p7"/>
            <p:cNvSpPr txBox="1"/>
            <p:nvPr/>
          </p:nvSpPr>
          <p:spPr>
            <a:xfrm>
              <a:off x="7795566" y="1468417"/>
              <a:ext cx="445800" cy="186000"/>
            </a:xfrm>
            <a:prstGeom prst="rect">
              <a:avLst/>
            </a:prstGeom>
            <a:noFill/>
            <a:ln>
              <a:noFill/>
            </a:ln>
          </p:spPr>
          <p:txBody>
            <a:bodyPr spcFirstLastPara="1" wrap="square" lIns="0" tIns="16500" rIns="0" bIns="0" anchor="t" anchorCtr="0">
              <a:spAutoFit/>
            </a:bodyPr>
            <a:lstStyle/>
            <a:p>
              <a:pPr marL="12700" marR="0" lvl="0" indent="0" algn="ctr" defTabSz="914400" rtl="0" eaLnBrk="1" fontAlgn="auto" latinLnBrk="0" hangingPunct="1">
                <a:lnSpc>
                  <a:spcPct val="100000"/>
                </a:lnSpc>
                <a:spcBef>
                  <a:spcPts val="0"/>
                </a:spcBef>
                <a:spcAft>
                  <a:spcPts val="0"/>
                </a:spcAft>
                <a:buClr>
                  <a:srgbClr val="265374"/>
                </a:buClr>
                <a:buSzPts val="1100"/>
                <a:buFont typeface="Arial"/>
                <a:buNone/>
                <a:tabLst/>
                <a:defRPr/>
              </a:pPr>
              <a:r>
                <a:rPr kumimoji="0" lang="en-US" sz="1100" b="1" i="0" u="none" strike="noStrike" kern="1200" cap="none" spc="0" normalizeH="0" baseline="0" noProof="0">
                  <a:ln>
                    <a:noFill/>
                  </a:ln>
                  <a:solidFill>
                    <a:srgbClr val="E61E50"/>
                  </a:solidFill>
                  <a:effectLst/>
                  <a:uLnTx/>
                  <a:uFillTx/>
                  <a:latin typeface="Verdana"/>
                  <a:ea typeface="Verdana"/>
                  <a:cs typeface="Verdana"/>
                  <a:sym typeface="Verdana"/>
                </a:rPr>
                <a:t>ОСР</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479" name="Google Shape;479;p7"/>
            <p:cNvSpPr txBox="1"/>
            <p:nvPr/>
          </p:nvSpPr>
          <p:spPr>
            <a:xfrm>
              <a:off x="9134132" y="1468417"/>
              <a:ext cx="1483200" cy="186000"/>
            </a:xfrm>
            <a:prstGeom prst="rect">
              <a:avLst/>
            </a:prstGeom>
            <a:noFill/>
            <a:ln>
              <a:noFill/>
            </a:ln>
          </p:spPr>
          <p:txBody>
            <a:bodyPr spcFirstLastPara="1" wrap="square" lIns="0" tIns="16500" rIns="0" bIns="0" anchor="t" anchorCtr="0">
              <a:spAutoFit/>
            </a:bodyPr>
            <a:lstStyle/>
            <a:p>
              <a:pPr marL="1270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1200" cap="none" spc="0" normalizeH="0" baseline="0" noProof="0">
                  <a:ln>
                    <a:noFill/>
                  </a:ln>
                  <a:solidFill>
                    <a:srgbClr val="E61E50"/>
                  </a:solidFill>
                  <a:effectLst/>
                  <a:uLnTx/>
                  <a:uFillTx/>
                  <a:latin typeface="Verdana"/>
                  <a:ea typeface="Verdana"/>
                  <a:cs typeface="Verdana"/>
                  <a:sym typeface="Verdana"/>
                </a:rPr>
                <a:t>ОСР (98.75% ДИ)</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480" name="Google Shape;480;p7"/>
            <p:cNvSpPr txBox="1"/>
            <p:nvPr/>
          </p:nvSpPr>
          <p:spPr>
            <a:xfrm>
              <a:off x="10727000" y="1468408"/>
              <a:ext cx="1106700" cy="186000"/>
            </a:xfrm>
            <a:prstGeom prst="rect">
              <a:avLst/>
            </a:prstGeom>
            <a:noFill/>
            <a:ln>
              <a:noFill/>
            </a:ln>
          </p:spPr>
          <p:txBody>
            <a:bodyPr spcFirstLastPara="1" wrap="square" lIns="0" tIns="16500" rIns="0" bIns="0" anchor="t" anchorCtr="0">
              <a:spAutoFit/>
            </a:bodyPr>
            <a:lstStyle/>
            <a:p>
              <a:pPr marL="1270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1200" cap="none" spc="0" normalizeH="0" baseline="0" noProof="0">
                  <a:ln>
                    <a:noFill/>
                  </a:ln>
                  <a:solidFill>
                    <a:srgbClr val="E61E50"/>
                  </a:solidFill>
                  <a:effectLst/>
                  <a:uLnTx/>
                  <a:uFillTx/>
                  <a:latin typeface="Verdana"/>
                  <a:ea typeface="Verdana"/>
                  <a:cs typeface="Verdana"/>
                  <a:sym typeface="Verdana"/>
                </a:rPr>
                <a:t>E-значение</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51584DB5-068D-965D-46C2-787446E4FA18}"/>
              </a:ext>
            </a:extLst>
          </p:cNvPr>
          <p:cNvCxnSpPr>
            <a:cxnSpLocks/>
          </p:cNvCxnSpPr>
          <p:nvPr/>
        </p:nvCxnSpPr>
        <p:spPr>
          <a:xfrm>
            <a:off x="461491" y="1624315"/>
            <a:ext cx="5147733" cy="0"/>
          </a:xfrm>
          <a:prstGeom prst="line">
            <a:avLst/>
          </a:prstGeom>
          <a:noFill/>
          <a:ln w="76200" cap="rnd" cmpd="sng" algn="ctr">
            <a:solidFill>
              <a:srgbClr val="00A3E0"/>
            </a:solidFill>
            <a:prstDash val="solid"/>
            <a:round/>
          </a:ln>
          <a:effectLst/>
        </p:spPr>
      </p:cxnSp>
      <p:cxnSp>
        <p:nvCxnSpPr>
          <p:cNvPr id="5" name="Straight Connector 4">
            <a:extLst>
              <a:ext uri="{FF2B5EF4-FFF2-40B4-BE49-F238E27FC236}">
                <a16:creationId xmlns:a16="http://schemas.microsoft.com/office/drawing/2014/main" id="{EC61251E-608B-72EA-1086-0AA86D7C7532}"/>
              </a:ext>
            </a:extLst>
          </p:cNvPr>
          <p:cNvCxnSpPr>
            <a:cxnSpLocks/>
          </p:cNvCxnSpPr>
          <p:nvPr/>
        </p:nvCxnSpPr>
        <p:spPr>
          <a:xfrm>
            <a:off x="6565957" y="1624315"/>
            <a:ext cx="5147733" cy="0"/>
          </a:xfrm>
          <a:prstGeom prst="line">
            <a:avLst/>
          </a:prstGeom>
          <a:noFill/>
          <a:ln w="76200" cap="rnd" cmpd="sng" algn="ctr">
            <a:solidFill>
              <a:srgbClr val="005587"/>
            </a:solidFill>
            <a:prstDash val="solid"/>
            <a:round/>
          </a:ln>
          <a:effectLst/>
        </p:spPr>
      </p:cxnSp>
      <p:sp>
        <p:nvSpPr>
          <p:cNvPr id="6" name="Title 2">
            <a:extLst>
              <a:ext uri="{FF2B5EF4-FFF2-40B4-BE49-F238E27FC236}">
                <a16:creationId xmlns:a16="http://schemas.microsoft.com/office/drawing/2014/main" id="{6CA39681-EE20-9B30-8D54-6DDD4BAA31CA}"/>
              </a:ext>
            </a:extLst>
          </p:cNvPr>
          <p:cNvSpPr txBox="1">
            <a:spLocks/>
          </p:cNvSpPr>
          <p:nvPr/>
        </p:nvSpPr>
        <p:spPr>
          <a:xfrm>
            <a:off x="771119" y="271175"/>
            <a:ext cx="11338560" cy="768263"/>
          </a:xfrm>
          <a:prstGeom prst="rect">
            <a:avLst/>
          </a:prstGeom>
        </p:spPr>
        <p:txBody>
          <a:bodyPr lIns="91440" tIns="45720" rIns="91440" bIns="45720" anchor="b" anchorCtr="0"/>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ru-RU" sz="2000" b="1" i="0" u="none" strike="noStrike" kern="1200" cap="none" spc="0" normalizeH="0" baseline="0" noProof="0" dirty="0">
                <a:ln>
                  <a:noFill/>
                </a:ln>
                <a:solidFill>
                  <a:srgbClr val="7030A0"/>
                </a:solidFill>
                <a:effectLst/>
                <a:uLnTx/>
                <a:uFillTx/>
                <a:latin typeface="Verdana" panose="020B0604030504040204" pitchFamily="34" charset="0"/>
                <a:ea typeface="Verdana" panose="020B0604030504040204" pitchFamily="34" charset="0"/>
                <a:cs typeface="+mj-cs"/>
              </a:rPr>
              <a:t>«У пациентов с более выраженной </a:t>
            </a:r>
            <a:r>
              <a:rPr kumimoji="0" lang="ru-RU" sz="2000" b="1" i="0" u="none" strike="noStrike" kern="1200" cap="none" spc="0" normalizeH="0" baseline="0" noProof="0" dirty="0" err="1">
                <a:ln>
                  <a:noFill/>
                </a:ln>
                <a:solidFill>
                  <a:srgbClr val="7030A0"/>
                </a:solidFill>
                <a:effectLst/>
                <a:uLnTx/>
                <a:uFillTx/>
                <a:latin typeface="Verdana" panose="020B0604030504040204" pitchFamily="34" charset="0"/>
                <a:ea typeface="Verdana" panose="020B0604030504040204" pitchFamily="34" charset="0"/>
                <a:cs typeface="+mj-cs"/>
              </a:rPr>
              <a:t>бронхообструкцией</a:t>
            </a:r>
            <a:r>
              <a:rPr kumimoji="0" lang="ru-RU" sz="2000" b="1" i="0" u="none" strike="noStrike" kern="1200" cap="none" spc="0" normalizeH="0" baseline="0" noProof="0" dirty="0">
                <a:ln>
                  <a:noFill/>
                </a:ln>
                <a:solidFill>
                  <a:srgbClr val="7030A0"/>
                </a:solidFill>
                <a:effectLst/>
                <a:uLnTx/>
                <a:uFillTx/>
                <a:latin typeface="Verdana" panose="020B0604030504040204" pitchFamily="34" charset="0"/>
                <a:ea typeface="Verdana" panose="020B0604030504040204" pitchFamily="34" charset="0"/>
                <a:cs typeface="+mj-cs"/>
              </a:rPr>
              <a:t> или более частыми обострениями ХОБЛ </a:t>
            </a:r>
            <a:r>
              <a:rPr kumimoji="0" lang="ru-RU" sz="2000" b="1" i="0" u="none" strike="noStrike" kern="1200" cap="none" spc="0" normalizeH="0" baseline="0" noProof="0" dirty="0" err="1">
                <a:ln>
                  <a:noFill/>
                </a:ln>
                <a:solidFill>
                  <a:srgbClr val="7030A0"/>
                </a:solidFill>
                <a:effectLst/>
                <a:uLnTx/>
                <a:uFillTx/>
                <a:latin typeface="Verdana" panose="020B0604030504040204" pitchFamily="34" charset="0"/>
                <a:ea typeface="Verdana" panose="020B0604030504040204" pitchFamily="34" charset="0"/>
                <a:cs typeface="+mj-cs"/>
              </a:rPr>
              <a:t>бисопролол</a:t>
            </a:r>
            <a:r>
              <a:rPr kumimoji="0" lang="ru-RU" sz="2000" b="1" i="0" u="none" strike="noStrike" kern="1200" cap="none" spc="0" normalizeH="0" baseline="0" noProof="0" dirty="0">
                <a:ln>
                  <a:noFill/>
                </a:ln>
                <a:solidFill>
                  <a:srgbClr val="7030A0"/>
                </a:solidFill>
                <a:effectLst/>
                <a:uLnTx/>
                <a:uFillTx/>
                <a:latin typeface="Verdana" panose="020B0604030504040204" pitchFamily="34" charset="0"/>
                <a:ea typeface="Verdana" panose="020B0604030504040204" pitchFamily="34" charset="0"/>
                <a:cs typeface="+mj-cs"/>
              </a:rPr>
              <a:t> может быть предпочтительнее метопролола благодаря более высокой селективности»³</a:t>
            </a:r>
            <a:endParaRPr kumimoji="0" lang="en-US" sz="2000" b="1" i="0" u="none" strike="noStrike" kern="1200" cap="none" spc="0" normalizeH="0" baseline="0" noProof="0" dirty="0">
              <a:ln>
                <a:noFill/>
              </a:ln>
              <a:solidFill>
                <a:srgbClr val="7030A0"/>
              </a:solidFill>
              <a:effectLst/>
              <a:uLnTx/>
              <a:uFillTx/>
              <a:latin typeface="Verdana" panose="020B0604030504040204" pitchFamily="34" charset="0"/>
              <a:ea typeface="Verdana" panose="020B0604030504040204" pitchFamily="34" charset="0"/>
              <a:cs typeface="+mj-cs"/>
            </a:endParaRPr>
          </a:p>
        </p:txBody>
      </p:sp>
      <p:sp>
        <p:nvSpPr>
          <p:cNvPr id="7" name="Rectangle: Rounded Corners 6">
            <a:extLst>
              <a:ext uri="{FF2B5EF4-FFF2-40B4-BE49-F238E27FC236}">
                <a16:creationId xmlns:a16="http://schemas.microsoft.com/office/drawing/2014/main" id="{E5F6573F-99D9-6C5A-0B0C-EA9829A79803}"/>
              </a:ext>
            </a:extLst>
          </p:cNvPr>
          <p:cNvSpPr>
            <a:spLocks/>
          </p:cNvSpPr>
          <p:nvPr/>
        </p:nvSpPr>
        <p:spPr>
          <a:xfrm>
            <a:off x="1149772" y="1094215"/>
            <a:ext cx="4116015" cy="567181"/>
          </a:xfrm>
          <a:prstGeom prst="roundRect">
            <a:avLst>
              <a:gd name="adj" fmla="val 0"/>
            </a:avLst>
          </a:prstGeom>
          <a:noFill/>
          <a:ln w="19050" cap="flat" cmpd="sng" algn="ctr">
            <a:noFill/>
            <a:prstDash val="solid"/>
            <a:miter lim="800000"/>
          </a:ln>
          <a:effectLst/>
        </p:spPr>
        <p:txBody>
          <a:bodyPr rtlCol="0" anchor="ctr" anchorCtr="0"/>
          <a:lstStyle/>
          <a:p>
            <a:pPr marL="0" marR="0" lvl="0" indent="0" algn="l" defTabSz="1219170" rtl="0" eaLnBrk="1" fontAlgn="auto" latinLnBrk="0" hangingPunct="1">
              <a:lnSpc>
                <a:spcPct val="100000"/>
              </a:lnSpc>
              <a:spcBef>
                <a:spcPts val="0"/>
              </a:spcBef>
              <a:spcAft>
                <a:spcPts val="0"/>
              </a:spcAft>
              <a:buClr>
                <a:srgbClr val="544F40"/>
              </a:buClr>
              <a:buSzTx/>
              <a:buFontTx/>
              <a:buNone/>
              <a:tabLst/>
              <a:defRPr/>
            </a:pPr>
            <a:r>
              <a:rPr kumimoji="0" lang="en-US" sz="1800" b="1" i="0" u="none" strike="noStrike" kern="0" cap="none" spc="0" normalizeH="0" baseline="0" noProof="0" dirty="0">
                <a:ln>
                  <a:noFill/>
                </a:ln>
                <a:solidFill>
                  <a:srgbClr val="00A3E0"/>
                </a:solidFill>
                <a:effectLst/>
                <a:uLnTx/>
                <a:uFillTx/>
                <a:latin typeface="Arial"/>
                <a:ea typeface="+mn-ea"/>
                <a:cs typeface="+mn-cs"/>
              </a:rPr>
              <a:t>The BLOCK COPD trial</a:t>
            </a:r>
            <a:r>
              <a:rPr kumimoji="0" lang="en-US" sz="1800" b="1" i="0" u="none" strike="noStrike" kern="0" cap="none" spc="0" normalizeH="0" baseline="30000" noProof="0" dirty="0">
                <a:ln>
                  <a:noFill/>
                </a:ln>
                <a:solidFill>
                  <a:srgbClr val="00A3E0"/>
                </a:solidFill>
                <a:effectLst/>
                <a:uLnTx/>
                <a:uFillTx/>
                <a:latin typeface="Arial"/>
                <a:ea typeface="+mn-ea"/>
                <a:cs typeface="+mn-cs"/>
              </a:rPr>
              <a:t>1</a:t>
            </a:r>
            <a:endParaRPr kumimoji="0" lang="en-US" sz="1800" b="0" i="0" u="none" strike="noStrike" kern="0" cap="none" spc="0" normalizeH="0" baseline="30000" noProof="0" dirty="0">
              <a:ln>
                <a:noFill/>
              </a:ln>
              <a:solidFill>
                <a:srgbClr val="00A3E0"/>
              </a:solidFill>
              <a:effectLst/>
              <a:uLnTx/>
              <a:uFillTx/>
              <a:latin typeface="Arial"/>
              <a:ea typeface="+mn-ea"/>
              <a:cs typeface="+mn-cs"/>
            </a:endParaRPr>
          </a:p>
        </p:txBody>
      </p:sp>
      <p:sp>
        <p:nvSpPr>
          <p:cNvPr id="8" name="Rectangle: Rounded Corners 7">
            <a:extLst>
              <a:ext uri="{FF2B5EF4-FFF2-40B4-BE49-F238E27FC236}">
                <a16:creationId xmlns:a16="http://schemas.microsoft.com/office/drawing/2014/main" id="{FEDF0BF8-1F69-7C55-4DA3-976E13878FEE}"/>
              </a:ext>
            </a:extLst>
          </p:cNvPr>
          <p:cNvSpPr>
            <a:spLocks/>
          </p:cNvSpPr>
          <p:nvPr/>
        </p:nvSpPr>
        <p:spPr>
          <a:xfrm>
            <a:off x="9144001" y="1094215"/>
            <a:ext cx="1860046" cy="567181"/>
          </a:xfrm>
          <a:prstGeom prst="roundRect">
            <a:avLst>
              <a:gd name="adj" fmla="val 0"/>
            </a:avLst>
          </a:prstGeom>
          <a:noFill/>
          <a:ln w="19050" cap="flat" cmpd="sng" algn="ctr">
            <a:noFill/>
            <a:prstDash val="solid"/>
            <a:miter lim="800000"/>
          </a:ln>
          <a:effectLst/>
        </p:spPr>
        <p:txBody>
          <a:bodyPr rtlCol="0" anchor="ctr" anchorCtr="0"/>
          <a:lstStyle/>
          <a:p>
            <a:pPr marL="0" marR="0" lvl="0" indent="0" algn="r" defTabSz="1219170" rtl="0" eaLnBrk="1" fontAlgn="auto" latinLnBrk="0" hangingPunct="1">
              <a:lnSpc>
                <a:spcPct val="100000"/>
              </a:lnSpc>
              <a:spcBef>
                <a:spcPts val="0"/>
              </a:spcBef>
              <a:spcAft>
                <a:spcPts val="0"/>
              </a:spcAft>
              <a:buClr>
                <a:srgbClr val="544F40"/>
              </a:buClr>
              <a:buSzTx/>
              <a:buFontTx/>
              <a:buNone/>
              <a:tabLst/>
              <a:defRPr/>
            </a:pPr>
            <a:r>
              <a:rPr kumimoji="0" lang="en-US" sz="1800" b="1" i="0" u="none" strike="noStrike" kern="0" cap="none" spc="0" normalizeH="0" baseline="0" noProof="0" dirty="0">
                <a:ln>
                  <a:noFill/>
                </a:ln>
                <a:solidFill>
                  <a:srgbClr val="005587"/>
                </a:solidFill>
                <a:effectLst/>
                <a:uLnTx/>
                <a:uFillTx/>
                <a:latin typeface="Arial"/>
                <a:ea typeface="+mn-ea"/>
                <a:cs typeface="+mn-cs"/>
              </a:rPr>
              <a:t>The BICS trial</a:t>
            </a:r>
            <a:r>
              <a:rPr kumimoji="0" lang="en-US" sz="1800" b="1" i="0" u="none" strike="noStrike" kern="0" cap="none" spc="0" normalizeH="0" baseline="30000" noProof="0" dirty="0">
                <a:ln>
                  <a:noFill/>
                </a:ln>
                <a:solidFill>
                  <a:srgbClr val="005587"/>
                </a:solidFill>
                <a:effectLst/>
                <a:uLnTx/>
                <a:uFillTx/>
                <a:latin typeface="Arial"/>
                <a:ea typeface="+mn-ea"/>
                <a:cs typeface="+mn-cs"/>
              </a:rPr>
              <a:t>2</a:t>
            </a:r>
          </a:p>
        </p:txBody>
      </p:sp>
      <p:sp>
        <p:nvSpPr>
          <p:cNvPr id="9" name="Oval 8">
            <a:extLst>
              <a:ext uri="{FF2B5EF4-FFF2-40B4-BE49-F238E27FC236}">
                <a16:creationId xmlns:a16="http://schemas.microsoft.com/office/drawing/2014/main" id="{1A782EFA-9CA3-E6A3-3A79-B45447EB35E9}"/>
              </a:ext>
            </a:extLst>
          </p:cNvPr>
          <p:cNvSpPr/>
          <p:nvPr/>
        </p:nvSpPr>
        <p:spPr>
          <a:xfrm>
            <a:off x="453642" y="1052370"/>
            <a:ext cx="668287" cy="667997"/>
          </a:xfrm>
          <a:prstGeom prst="ellipse">
            <a:avLst/>
          </a:prstGeom>
          <a:solidFill>
            <a:srgbClr val="FFFFFF"/>
          </a:solidFill>
          <a:ln w="12700" cap="rnd" cmpd="sng" algn="ctr">
            <a:solidFill>
              <a:srgbClr val="00A3E0"/>
            </a:solidFill>
            <a:prstDash val="solid"/>
            <a:round/>
          </a:ln>
          <a:effectLst/>
        </p:spPr>
        <p:txBody>
          <a:bodyPr rtlCol="0" anchor="t"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133" b="0" i="0" u="none" strike="noStrike" kern="0" cap="none" spc="0" normalizeH="0" baseline="0" noProof="0" dirty="0" err="1">
              <a:ln>
                <a:noFill/>
              </a:ln>
              <a:solidFill>
                <a:srgbClr val="FFFFFF"/>
              </a:solidFill>
              <a:effectLst/>
              <a:uLnTx/>
              <a:uFillTx/>
              <a:latin typeface="Arial"/>
              <a:ea typeface="+mn-ea"/>
              <a:cs typeface="+mn-cs"/>
            </a:endParaRPr>
          </a:p>
        </p:txBody>
      </p:sp>
      <p:pic>
        <p:nvPicPr>
          <p:cNvPr id="10" name="Graphic 9">
            <a:extLst>
              <a:ext uri="{FF2B5EF4-FFF2-40B4-BE49-F238E27FC236}">
                <a16:creationId xmlns:a16="http://schemas.microsoft.com/office/drawing/2014/main" id="{F6C9DAD3-042F-0D57-532F-28749C05805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28254" y="1127061"/>
            <a:ext cx="514469" cy="514469"/>
          </a:xfrm>
          <a:prstGeom prst="rect">
            <a:avLst/>
          </a:prstGeom>
        </p:spPr>
      </p:pic>
      <p:grpSp>
        <p:nvGrpSpPr>
          <p:cNvPr id="11" name="Group 10">
            <a:extLst>
              <a:ext uri="{FF2B5EF4-FFF2-40B4-BE49-F238E27FC236}">
                <a16:creationId xmlns:a16="http://schemas.microsoft.com/office/drawing/2014/main" id="{375BE87D-AFD9-30B5-3BE8-5D6A5A771B0F}"/>
              </a:ext>
            </a:extLst>
          </p:cNvPr>
          <p:cNvGrpSpPr/>
          <p:nvPr/>
        </p:nvGrpSpPr>
        <p:grpSpPr>
          <a:xfrm>
            <a:off x="6188994" y="1202620"/>
            <a:ext cx="576839" cy="4576834"/>
            <a:chOff x="6323253" y="1793630"/>
            <a:chExt cx="576839" cy="4576834"/>
          </a:xfrm>
        </p:grpSpPr>
        <p:cxnSp>
          <p:nvCxnSpPr>
            <p:cNvPr id="12" name="Straight Connector 11">
              <a:extLst>
                <a:ext uri="{FF2B5EF4-FFF2-40B4-BE49-F238E27FC236}">
                  <a16:creationId xmlns:a16="http://schemas.microsoft.com/office/drawing/2014/main" id="{FBD46D92-B8A8-5369-AF4E-C777F44D1179}"/>
                </a:ext>
              </a:extLst>
            </p:cNvPr>
            <p:cNvCxnSpPr>
              <a:cxnSpLocks/>
            </p:cNvCxnSpPr>
            <p:nvPr/>
          </p:nvCxnSpPr>
          <p:spPr>
            <a:xfrm flipV="1">
              <a:off x="6323255" y="2152081"/>
              <a:ext cx="0" cy="4218383"/>
            </a:xfrm>
            <a:prstGeom prst="line">
              <a:avLst/>
            </a:prstGeom>
            <a:noFill/>
            <a:ln w="38100" cap="rnd" cmpd="sng" algn="ctr">
              <a:solidFill>
                <a:srgbClr val="CACED0"/>
              </a:solidFill>
              <a:prstDash val="solid"/>
              <a:round/>
            </a:ln>
            <a:effectLst/>
          </p:spPr>
        </p:cxnSp>
        <p:sp>
          <p:nvSpPr>
            <p:cNvPr id="13" name="Rectangle: Rounded Corners 119">
              <a:extLst>
                <a:ext uri="{FF2B5EF4-FFF2-40B4-BE49-F238E27FC236}">
                  <a16:creationId xmlns:a16="http://schemas.microsoft.com/office/drawing/2014/main" id="{D43442CA-A6C0-414A-0F99-290808F7C373}"/>
                </a:ext>
              </a:extLst>
            </p:cNvPr>
            <p:cNvSpPr/>
            <p:nvPr/>
          </p:nvSpPr>
          <p:spPr>
            <a:xfrm rot="16200000">
              <a:off x="6323212" y="1886566"/>
              <a:ext cx="264629" cy="264548"/>
            </a:xfrm>
            <a:custGeom>
              <a:avLst/>
              <a:gdLst>
                <a:gd name="connsiteX0" fmla="*/ 0 w 9751542"/>
                <a:gd name="connsiteY0" fmla="*/ 664889 h 1329778"/>
                <a:gd name="connsiteX1" fmla="*/ 664889 w 9751542"/>
                <a:gd name="connsiteY1" fmla="*/ 0 h 1329778"/>
                <a:gd name="connsiteX2" fmla="*/ 9086653 w 9751542"/>
                <a:gd name="connsiteY2" fmla="*/ 0 h 1329778"/>
                <a:gd name="connsiteX3" fmla="*/ 9751542 w 9751542"/>
                <a:gd name="connsiteY3" fmla="*/ 664889 h 1329778"/>
                <a:gd name="connsiteX4" fmla="*/ 9751542 w 9751542"/>
                <a:gd name="connsiteY4" fmla="*/ 664889 h 1329778"/>
                <a:gd name="connsiteX5" fmla="*/ 9086653 w 9751542"/>
                <a:gd name="connsiteY5" fmla="*/ 1329778 h 1329778"/>
                <a:gd name="connsiteX6" fmla="*/ 664889 w 9751542"/>
                <a:gd name="connsiteY6" fmla="*/ 1329778 h 1329778"/>
                <a:gd name="connsiteX7" fmla="*/ 0 w 9751542"/>
                <a:gd name="connsiteY7" fmla="*/ 664889 h 1329778"/>
                <a:gd name="connsiteX0" fmla="*/ 0 w 9751542"/>
                <a:gd name="connsiteY0" fmla="*/ 664889 h 1329778"/>
                <a:gd name="connsiteX1" fmla="*/ 664889 w 9751542"/>
                <a:gd name="connsiteY1" fmla="*/ 0 h 1329778"/>
                <a:gd name="connsiteX2" fmla="*/ 9086653 w 9751542"/>
                <a:gd name="connsiteY2" fmla="*/ 0 h 1329778"/>
                <a:gd name="connsiteX3" fmla="*/ 9751542 w 9751542"/>
                <a:gd name="connsiteY3" fmla="*/ 664889 h 1329778"/>
                <a:gd name="connsiteX4" fmla="*/ 9751542 w 9751542"/>
                <a:gd name="connsiteY4" fmla="*/ 664889 h 1329778"/>
                <a:gd name="connsiteX5" fmla="*/ 9086653 w 9751542"/>
                <a:gd name="connsiteY5" fmla="*/ 1329778 h 1329778"/>
                <a:gd name="connsiteX6" fmla="*/ 664889 w 9751542"/>
                <a:gd name="connsiteY6" fmla="*/ 1329778 h 1329778"/>
                <a:gd name="connsiteX7" fmla="*/ 91440 w 9751542"/>
                <a:gd name="connsiteY7" fmla="*/ 756329 h 1329778"/>
                <a:gd name="connsiteX0" fmla="*/ 590125 w 9676778"/>
                <a:gd name="connsiteY0" fmla="*/ 0 h 1329778"/>
                <a:gd name="connsiteX1" fmla="*/ 9011889 w 9676778"/>
                <a:gd name="connsiteY1" fmla="*/ 0 h 1329778"/>
                <a:gd name="connsiteX2" fmla="*/ 9676778 w 9676778"/>
                <a:gd name="connsiteY2" fmla="*/ 664889 h 1329778"/>
                <a:gd name="connsiteX3" fmla="*/ 9676778 w 9676778"/>
                <a:gd name="connsiteY3" fmla="*/ 664889 h 1329778"/>
                <a:gd name="connsiteX4" fmla="*/ 9011889 w 9676778"/>
                <a:gd name="connsiteY4" fmla="*/ 1329778 h 1329778"/>
                <a:gd name="connsiteX5" fmla="*/ 590125 w 9676778"/>
                <a:gd name="connsiteY5" fmla="*/ 1329778 h 1329778"/>
                <a:gd name="connsiteX6" fmla="*/ 16676 w 9676778"/>
                <a:gd name="connsiteY6" fmla="*/ 756329 h 1329778"/>
                <a:gd name="connsiteX0" fmla="*/ 9011889 w 9676778"/>
                <a:gd name="connsiteY0" fmla="*/ 0 h 1329778"/>
                <a:gd name="connsiteX1" fmla="*/ 9676778 w 9676778"/>
                <a:gd name="connsiteY1" fmla="*/ 664889 h 1329778"/>
                <a:gd name="connsiteX2" fmla="*/ 9676778 w 9676778"/>
                <a:gd name="connsiteY2" fmla="*/ 664889 h 1329778"/>
                <a:gd name="connsiteX3" fmla="*/ 9011889 w 9676778"/>
                <a:gd name="connsiteY3" fmla="*/ 1329778 h 1329778"/>
                <a:gd name="connsiteX4" fmla="*/ 590125 w 9676778"/>
                <a:gd name="connsiteY4" fmla="*/ 1329778 h 1329778"/>
                <a:gd name="connsiteX5" fmla="*/ 16676 w 9676778"/>
                <a:gd name="connsiteY5" fmla="*/ 756329 h 1329778"/>
                <a:gd name="connsiteX0" fmla="*/ 8421764 w 9086653"/>
                <a:gd name="connsiteY0" fmla="*/ 0 h 1329778"/>
                <a:gd name="connsiteX1" fmla="*/ 9086653 w 9086653"/>
                <a:gd name="connsiteY1" fmla="*/ 664889 h 1329778"/>
                <a:gd name="connsiteX2" fmla="*/ 9086653 w 9086653"/>
                <a:gd name="connsiteY2" fmla="*/ 664889 h 1329778"/>
                <a:gd name="connsiteX3" fmla="*/ 8421764 w 9086653"/>
                <a:gd name="connsiteY3" fmla="*/ 1329778 h 1329778"/>
                <a:gd name="connsiteX4" fmla="*/ 0 w 9086653"/>
                <a:gd name="connsiteY4" fmla="*/ 1329778 h 1329778"/>
                <a:gd name="connsiteX0" fmla="*/ 0 w 664889"/>
                <a:gd name="connsiteY0" fmla="*/ 0 h 1329778"/>
                <a:gd name="connsiteX1" fmla="*/ 664889 w 664889"/>
                <a:gd name="connsiteY1" fmla="*/ 664889 h 1329778"/>
                <a:gd name="connsiteX2" fmla="*/ 664889 w 664889"/>
                <a:gd name="connsiteY2" fmla="*/ 664889 h 1329778"/>
                <a:gd name="connsiteX3" fmla="*/ 0 w 664889"/>
                <a:gd name="connsiteY3" fmla="*/ 1329778 h 1329778"/>
                <a:gd name="connsiteX0" fmla="*/ 0 w 664889"/>
                <a:gd name="connsiteY0" fmla="*/ 0 h 664889"/>
                <a:gd name="connsiteX1" fmla="*/ 664889 w 664889"/>
                <a:gd name="connsiteY1" fmla="*/ 664889 h 664889"/>
                <a:gd name="connsiteX2" fmla="*/ 664889 w 664889"/>
                <a:gd name="connsiteY2" fmla="*/ 664889 h 664889"/>
                <a:gd name="connsiteX0" fmla="*/ 0 w 665092"/>
                <a:gd name="connsiteY0" fmla="*/ 0 h 664889"/>
                <a:gd name="connsiteX1" fmla="*/ 664889 w 665092"/>
                <a:gd name="connsiteY1" fmla="*/ 664889 h 664889"/>
                <a:gd name="connsiteX2" fmla="*/ 664889 w 665092"/>
                <a:gd name="connsiteY2" fmla="*/ 664889 h 664889"/>
              </a:gdLst>
              <a:ahLst/>
              <a:cxnLst>
                <a:cxn ang="0">
                  <a:pos x="connsiteX0" y="connsiteY0"/>
                </a:cxn>
                <a:cxn ang="0">
                  <a:pos x="connsiteX1" y="connsiteY1"/>
                </a:cxn>
                <a:cxn ang="0">
                  <a:pos x="connsiteX2" y="connsiteY2"/>
                </a:cxn>
              </a:cxnLst>
              <a:rect l="l" t="t" r="r" b="b"/>
              <a:pathLst>
                <a:path w="665092" h="664889">
                  <a:moveTo>
                    <a:pt x="0" y="0"/>
                  </a:moveTo>
                  <a:cubicBezTo>
                    <a:pt x="367208" y="0"/>
                    <a:pt x="674125" y="260736"/>
                    <a:pt x="664889" y="664889"/>
                  </a:cubicBezTo>
                  <a:lnTo>
                    <a:pt x="664889" y="664889"/>
                  </a:lnTo>
                </a:path>
              </a:pathLst>
            </a:custGeom>
            <a:noFill/>
            <a:ln w="38100" cap="rnd" cmpd="sng" algn="ctr">
              <a:solidFill>
                <a:srgbClr val="CACED0"/>
              </a:solidFill>
              <a:prstDash val="solid"/>
              <a:miter lim="800000"/>
            </a:ln>
            <a:effectLst/>
          </p:spPr>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14" name="Isosceles Triangle 7">
              <a:extLst>
                <a:ext uri="{FF2B5EF4-FFF2-40B4-BE49-F238E27FC236}">
                  <a16:creationId xmlns:a16="http://schemas.microsoft.com/office/drawing/2014/main" id="{D40947F3-6D4A-EDA1-5A61-AC63A30BCF5C}"/>
                </a:ext>
              </a:extLst>
            </p:cNvPr>
            <p:cNvSpPr/>
            <p:nvPr/>
          </p:nvSpPr>
          <p:spPr>
            <a:xfrm rot="5400000">
              <a:off x="6764579" y="1856543"/>
              <a:ext cx="198426" cy="72600"/>
            </a:xfrm>
            <a:custGeom>
              <a:avLst/>
              <a:gdLst>
                <a:gd name="connsiteX0" fmla="*/ 0 w 1079064"/>
                <a:gd name="connsiteY0" fmla="*/ 581889 h 581889"/>
                <a:gd name="connsiteX1" fmla="*/ 539532 w 1079064"/>
                <a:gd name="connsiteY1" fmla="*/ 0 h 581889"/>
                <a:gd name="connsiteX2" fmla="*/ 1079064 w 1079064"/>
                <a:gd name="connsiteY2" fmla="*/ 581889 h 581889"/>
                <a:gd name="connsiteX3" fmla="*/ 0 w 1079064"/>
                <a:gd name="connsiteY3" fmla="*/ 581889 h 581889"/>
                <a:gd name="connsiteX0" fmla="*/ 0 w 1079064"/>
                <a:gd name="connsiteY0" fmla="*/ 581889 h 591462"/>
                <a:gd name="connsiteX1" fmla="*/ 539532 w 1079064"/>
                <a:gd name="connsiteY1" fmla="*/ 0 h 591462"/>
                <a:gd name="connsiteX2" fmla="*/ 1079064 w 1079064"/>
                <a:gd name="connsiteY2" fmla="*/ 581889 h 591462"/>
                <a:gd name="connsiteX3" fmla="*/ 547347 w 1079064"/>
                <a:gd name="connsiteY3" fmla="*/ 591462 h 591462"/>
                <a:gd name="connsiteX4" fmla="*/ 0 w 1079064"/>
                <a:gd name="connsiteY4" fmla="*/ 581889 h 591462"/>
                <a:gd name="connsiteX0" fmla="*/ 547347 w 1079064"/>
                <a:gd name="connsiteY0" fmla="*/ 591462 h 682902"/>
                <a:gd name="connsiteX1" fmla="*/ 0 w 1079064"/>
                <a:gd name="connsiteY1" fmla="*/ 581889 h 682902"/>
                <a:gd name="connsiteX2" fmla="*/ 539532 w 1079064"/>
                <a:gd name="connsiteY2" fmla="*/ 0 h 682902"/>
                <a:gd name="connsiteX3" fmla="*/ 1079064 w 1079064"/>
                <a:gd name="connsiteY3" fmla="*/ 581889 h 682902"/>
                <a:gd name="connsiteX4" fmla="*/ 638787 w 1079064"/>
                <a:gd name="connsiteY4" fmla="*/ 682902 h 682902"/>
                <a:gd name="connsiteX0" fmla="*/ 547347 w 1079064"/>
                <a:gd name="connsiteY0" fmla="*/ 591462 h 591462"/>
                <a:gd name="connsiteX1" fmla="*/ 0 w 1079064"/>
                <a:gd name="connsiteY1" fmla="*/ 581889 h 591462"/>
                <a:gd name="connsiteX2" fmla="*/ 539532 w 1079064"/>
                <a:gd name="connsiteY2" fmla="*/ 0 h 591462"/>
                <a:gd name="connsiteX3" fmla="*/ 1079064 w 1079064"/>
                <a:gd name="connsiteY3" fmla="*/ 581889 h 591462"/>
                <a:gd name="connsiteX0" fmla="*/ 0 w 1079064"/>
                <a:gd name="connsiteY0" fmla="*/ 581889 h 581889"/>
                <a:gd name="connsiteX1" fmla="*/ 539532 w 1079064"/>
                <a:gd name="connsiteY1" fmla="*/ 0 h 581889"/>
                <a:gd name="connsiteX2" fmla="*/ 1079064 w 1079064"/>
                <a:gd name="connsiteY2" fmla="*/ 581889 h 581889"/>
              </a:gdLst>
              <a:ahLst/>
              <a:cxnLst>
                <a:cxn ang="0">
                  <a:pos x="connsiteX0" y="connsiteY0"/>
                </a:cxn>
                <a:cxn ang="0">
                  <a:pos x="connsiteX1" y="connsiteY1"/>
                </a:cxn>
                <a:cxn ang="0">
                  <a:pos x="connsiteX2" y="connsiteY2"/>
                </a:cxn>
              </a:cxnLst>
              <a:rect l="l" t="t" r="r" b="b"/>
              <a:pathLst>
                <a:path w="1079064" h="581889">
                  <a:moveTo>
                    <a:pt x="0" y="581889"/>
                  </a:moveTo>
                  <a:lnTo>
                    <a:pt x="539532" y="0"/>
                  </a:lnTo>
                  <a:lnTo>
                    <a:pt x="1079064" y="581889"/>
                  </a:lnTo>
                </a:path>
              </a:pathLst>
            </a:custGeom>
            <a:noFill/>
            <a:ln w="38100" cap="rnd" cmpd="sng" algn="ctr">
              <a:solidFill>
                <a:srgbClr val="CACED0"/>
              </a:solidFill>
              <a:prstDash val="solid"/>
              <a:round/>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cxnSp>
          <p:nvCxnSpPr>
            <p:cNvPr id="15" name="Straight Connector 14">
              <a:extLst>
                <a:ext uri="{FF2B5EF4-FFF2-40B4-BE49-F238E27FC236}">
                  <a16:creationId xmlns:a16="http://schemas.microsoft.com/office/drawing/2014/main" id="{04F40D8B-7625-A6A5-9D65-BC3F124A486B}"/>
                </a:ext>
              </a:extLst>
            </p:cNvPr>
            <p:cNvCxnSpPr>
              <a:cxnSpLocks/>
            </p:cNvCxnSpPr>
            <p:nvPr/>
          </p:nvCxnSpPr>
          <p:spPr>
            <a:xfrm>
              <a:off x="6574658" y="1886186"/>
              <a:ext cx="309561" cy="0"/>
            </a:xfrm>
            <a:prstGeom prst="line">
              <a:avLst/>
            </a:prstGeom>
            <a:noFill/>
            <a:ln w="38100" cap="flat" cmpd="sng" algn="ctr">
              <a:solidFill>
                <a:srgbClr val="CACED0"/>
              </a:solidFill>
              <a:prstDash val="solid"/>
              <a:miter lim="800000"/>
            </a:ln>
            <a:effectLst/>
          </p:spPr>
        </p:cxnSp>
      </p:grpSp>
      <p:grpSp>
        <p:nvGrpSpPr>
          <p:cNvPr id="16" name="Group 15">
            <a:extLst>
              <a:ext uri="{FF2B5EF4-FFF2-40B4-BE49-F238E27FC236}">
                <a16:creationId xmlns:a16="http://schemas.microsoft.com/office/drawing/2014/main" id="{77B5BBEE-E8F4-6574-CAEF-66A82E41979A}"/>
              </a:ext>
            </a:extLst>
          </p:cNvPr>
          <p:cNvGrpSpPr/>
          <p:nvPr/>
        </p:nvGrpSpPr>
        <p:grpSpPr>
          <a:xfrm flipH="1">
            <a:off x="5409347" y="1202620"/>
            <a:ext cx="576839" cy="4576834"/>
            <a:chOff x="6323253" y="1793630"/>
            <a:chExt cx="576839" cy="4576834"/>
          </a:xfrm>
        </p:grpSpPr>
        <p:cxnSp>
          <p:nvCxnSpPr>
            <p:cNvPr id="17" name="Straight Connector 16">
              <a:extLst>
                <a:ext uri="{FF2B5EF4-FFF2-40B4-BE49-F238E27FC236}">
                  <a16:creationId xmlns:a16="http://schemas.microsoft.com/office/drawing/2014/main" id="{646E4D52-50AD-B43A-9159-E8E9D4CC6C67}"/>
                </a:ext>
              </a:extLst>
            </p:cNvPr>
            <p:cNvCxnSpPr>
              <a:cxnSpLocks/>
            </p:cNvCxnSpPr>
            <p:nvPr/>
          </p:nvCxnSpPr>
          <p:spPr>
            <a:xfrm flipH="1" flipV="1">
              <a:off x="6323255" y="2152081"/>
              <a:ext cx="0" cy="4218383"/>
            </a:xfrm>
            <a:prstGeom prst="line">
              <a:avLst/>
            </a:prstGeom>
            <a:noFill/>
            <a:ln w="38100" cap="rnd" cmpd="sng" algn="ctr">
              <a:solidFill>
                <a:srgbClr val="CACED0"/>
              </a:solidFill>
              <a:prstDash val="solid"/>
              <a:round/>
            </a:ln>
            <a:effectLst/>
          </p:spPr>
        </p:cxnSp>
        <p:sp>
          <p:nvSpPr>
            <p:cNvPr id="18" name="Rectangle: Rounded Corners 119">
              <a:extLst>
                <a:ext uri="{FF2B5EF4-FFF2-40B4-BE49-F238E27FC236}">
                  <a16:creationId xmlns:a16="http://schemas.microsoft.com/office/drawing/2014/main" id="{592AB1C1-89D3-9092-4B06-E6009BE4C631}"/>
                </a:ext>
              </a:extLst>
            </p:cNvPr>
            <p:cNvSpPr/>
            <p:nvPr/>
          </p:nvSpPr>
          <p:spPr>
            <a:xfrm rot="16200000">
              <a:off x="6323212" y="1886566"/>
              <a:ext cx="264629" cy="264548"/>
            </a:xfrm>
            <a:custGeom>
              <a:avLst/>
              <a:gdLst>
                <a:gd name="connsiteX0" fmla="*/ 0 w 9751542"/>
                <a:gd name="connsiteY0" fmla="*/ 664889 h 1329778"/>
                <a:gd name="connsiteX1" fmla="*/ 664889 w 9751542"/>
                <a:gd name="connsiteY1" fmla="*/ 0 h 1329778"/>
                <a:gd name="connsiteX2" fmla="*/ 9086653 w 9751542"/>
                <a:gd name="connsiteY2" fmla="*/ 0 h 1329778"/>
                <a:gd name="connsiteX3" fmla="*/ 9751542 w 9751542"/>
                <a:gd name="connsiteY3" fmla="*/ 664889 h 1329778"/>
                <a:gd name="connsiteX4" fmla="*/ 9751542 w 9751542"/>
                <a:gd name="connsiteY4" fmla="*/ 664889 h 1329778"/>
                <a:gd name="connsiteX5" fmla="*/ 9086653 w 9751542"/>
                <a:gd name="connsiteY5" fmla="*/ 1329778 h 1329778"/>
                <a:gd name="connsiteX6" fmla="*/ 664889 w 9751542"/>
                <a:gd name="connsiteY6" fmla="*/ 1329778 h 1329778"/>
                <a:gd name="connsiteX7" fmla="*/ 0 w 9751542"/>
                <a:gd name="connsiteY7" fmla="*/ 664889 h 1329778"/>
                <a:gd name="connsiteX0" fmla="*/ 0 w 9751542"/>
                <a:gd name="connsiteY0" fmla="*/ 664889 h 1329778"/>
                <a:gd name="connsiteX1" fmla="*/ 664889 w 9751542"/>
                <a:gd name="connsiteY1" fmla="*/ 0 h 1329778"/>
                <a:gd name="connsiteX2" fmla="*/ 9086653 w 9751542"/>
                <a:gd name="connsiteY2" fmla="*/ 0 h 1329778"/>
                <a:gd name="connsiteX3" fmla="*/ 9751542 w 9751542"/>
                <a:gd name="connsiteY3" fmla="*/ 664889 h 1329778"/>
                <a:gd name="connsiteX4" fmla="*/ 9751542 w 9751542"/>
                <a:gd name="connsiteY4" fmla="*/ 664889 h 1329778"/>
                <a:gd name="connsiteX5" fmla="*/ 9086653 w 9751542"/>
                <a:gd name="connsiteY5" fmla="*/ 1329778 h 1329778"/>
                <a:gd name="connsiteX6" fmla="*/ 664889 w 9751542"/>
                <a:gd name="connsiteY6" fmla="*/ 1329778 h 1329778"/>
                <a:gd name="connsiteX7" fmla="*/ 91440 w 9751542"/>
                <a:gd name="connsiteY7" fmla="*/ 756329 h 1329778"/>
                <a:gd name="connsiteX0" fmla="*/ 590125 w 9676778"/>
                <a:gd name="connsiteY0" fmla="*/ 0 h 1329778"/>
                <a:gd name="connsiteX1" fmla="*/ 9011889 w 9676778"/>
                <a:gd name="connsiteY1" fmla="*/ 0 h 1329778"/>
                <a:gd name="connsiteX2" fmla="*/ 9676778 w 9676778"/>
                <a:gd name="connsiteY2" fmla="*/ 664889 h 1329778"/>
                <a:gd name="connsiteX3" fmla="*/ 9676778 w 9676778"/>
                <a:gd name="connsiteY3" fmla="*/ 664889 h 1329778"/>
                <a:gd name="connsiteX4" fmla="*/ 9011889 w 9676778"/>
                <a:gd name="connsiteY4" fmla="*/ 1329778 h 1329778"/>
                <a:gd name="connsiteX5" fmla="*/ 590125 w 9676778"/>
                <a:gd name="connsiteY5" fmla="*/ 1329778 h 1329778"/>
                <a:gd name="connsiteX6" fmla="*/ 16676 w 9676778"/>
                <a:gd name="connsiteY6" fmla="*/ 756329 h 1329778"/>
                <a:gd name="connsiteX0" fmla="*/ 9011889 w 9676778"/>
                <a:gd name="connsiteY0" fmla="*/ 0 h 1329778"/>
                <a:gd name="connsiteX1" fmla="*/ 9676778 w 9676778"/>
                <a:gd name="connsiteY1" fmla="*/ 664889 h 1329778"/>
                <a:gd name="connsiteX2" fmla="*/ 9676778 w 9676778"/>
                <a:gd name="connsiteY2" fmla="*/ 664889 h 1329778"/>
                <a:gd name="connsiteX3" fmla="*/ 9011889 w 9676778"/>
                <a:gd name="connsiteY3" fmla="*/ 1329778 h 1329778"/>
                <a:gd name="connsiteX4" fmla="*/ 590125 w 9676778"/>
                <a:gd name="connsiteY4" fmla="*/ 1329778 h 1329778"/>
                <a:gd name="connsiteX5" fmla="*/ 16676 w 9676778"/>
                <a:gd name="connsiteY5" fmla="*/ 756329 h 1329778"/>
                <a:gd name="connsiteX0" fmla="*/ 8421764 w 9086653"/>
                <a:gd name="connsiteY0" fmla="*/ 0 h 1329778"/>
                <a:gd name="connsiteX1" fmla="*/ 9086653 w 9086653"/>
                <a:gd name="connsiteY1" fmla="*/ 664889 h 1329778"/>
                <a:gd name="connsiteX2" fmla="*/ 9086653 w 9086653"/>
                <a:gd name="connsiteY2" fmla="*/ 664889 h 1329778"/>
                <a:gd name="connsiteX3" fmla="*/ 8421764 w 9086653"/>
                <a:gd name="connsiteY3" fmla="*/ 1329778 h 1329778"/>
                <a:gd name="connsiteX4" fmla="*/ 0 w 9086653"/>
                <a:gd name="connsiteY4" fmla="*/ 1329778 h 1329778"/>
                <a:gd name="connsiteX0" fmla="*/ 0 w 664889"/>
                <a:gd name="connsiteY0" fmla="*/ 0 h 1329778"/>
                <a:gd name="connsiteX1" fmla="*/ 664889 w 664889"/>
                <a:gd name="connsiteY1" fmla="*/ 664889 h 1329778"/>
                <a:gd name="connsiteX2" fmla="*/ 664889 w 664889"/>
                <a:gd name="connsiteY2" fmla="*/ 664889 h 1329778"/>
                <a:gd name="connsiteX3" fmla="*/ 0 w 664889"/>
                <a:gd name="connsiteY3" fmla="*/ 1329778 h 1329778"/>
                <a:gd name="connsiteX0" fmla="*/ 0 w 664889"/>
                <a:gd name="connsiteY0" fmla="*/ 0 h 664889"/>
                <a:gd name="connsiteX1" fmla="*/ 664889 w 664889"/>
                <a:gd name="connsiteY1" fmla="*/ 664889 h 664889"/>
                <a:gd name="connsiteX2" fmla="*/ 664889 w 664889"/>
                <a:gd name="connsiteY2" fmla="*/ 664889 h 664889"/>
                <a:gd name="connsiteX0" fmla="*/ 0 w 665092"/>
                <a:gd name="connsiteY0" fmla="*/ 0 h 664889"/>
                <a:gd name="connsiteX1" fmla="*/ 664889 w 665092"/>
                <a:gd name="connsiteY1" fmla="*/ 664889 h 664889"/>
                <a:gd name="connsiteX2" fmla="*/ 664889 w 665092"/>
                <a:gd name="connsiteY2" fmla="*/ 664889 h 664889"/>
              </a:gdLst>
              <a:ahLst/>
              <a:cxnLst>
                <a:cxn ang="0">
                  <a:pos x="connsiteX0" y="connsiteY0"/>
                </a:cxn>
                <a:cxn ang="0">
                  <a:pos x="connsiteX1" y="connsiteY1"/>
                </a:cxn>
                <a:cxn ang="0">
                  <a:pos x="connsiteX2" y="connsiteY2"/>
                </a:cxn>
              </a:cxnLst>
              <a:rect l="l" t="t" r="r" b="b"/>
              <a:pathLst>
                <a:path w="665092" h="664889">
                  <a:moveTo>
                    <a:pt x="0" y="0"/>
                  </a:moveTo>
                  <a:cubicBezTo>
                    <a:pt x="367208" y="0"/>
                    <a:pt x="674125" y="260736"/>
                    <a:pt x="664889" y="664889"/>
                  </a:cubicBezTo>
                  <a:lnTo>
                    <a:pt x="664889" y="664889"/>
                  </a:lnTo>
                </a:path>
              </a:pathLst>
            </a:custGeom>
            <a:noFill/>
            <a:ln w="38100" cap="rnd" cmpd="sng" algn="ctr">
              <a:solidFill>
                <a:srgbClr val="CACED0"/>
              </a:solidFill>
              <a:prstDash val="solid"/>
              <a:miter lim="800000"/>
            </a:ln>
            <a:effectLst/>
          </p:spPr>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19" name="Isosceles Triangle 7">
              <a:extLst>
                <a:ext uri="{FF2B5EF4-FFF2-40B4-BE49-F238E27FC236}">
                  <a16:creationId xmlns:a16="http://schemas.microsoft.com/office/drawing/2014/main" id="{0F3CB957-662C-36C8-C436-BF122BE786C3}"/>
                </a:ext>
              </a:extLst>
            </p:cNvPr>
            <p:cNvSpPr/>
            <p:nvPr/>
          </p:nvSpPr>
          <p:spPr>
            <a:xfrm rot="5400000">
              <a:off x="6764579" y="1856543"/>
              <a:ext cx="198426" cy="72600"/>
            </a:xfrm>
            <a:custGeom>
              <a:avLst/>
              <a:gdLst>
                <a:gd name="connsiteX0" fmla="*/ 0 w 1079064"/>
                <a:gd name="connsiteY0" fmla="*/ 581889 h 581889"/>
                <a:gd name="connsiteX1" fmla="*/ 539532 w 1079064"/>
                <a:gd name="connsiteY1" fmla="*/ 0 h 581889"/>
                <a:gd name="connsiteX2" fmla="*/ 1079064 w 1079064"/>
                <a:gd name="connsiteY2" fmla="*/ 581889 h 581889"/>
                <a:gd name="connsiteX3" fmla="*/ 0 w 1079064"/>
                <a:gd name="connsiteY3" fmla="*/ 581889 h 581889"/>
                <a:gd name="connsiteX0" fmla="*/ 0 w 1079064"/>
                <a:gd name="connsiteY0" fmla="*/ 581889 h 591462"/>
                <a:gd name="connsiteX1" fmla="*/ 539532 w 1079064"/>
                <a:gd name="connsiteY1" fmla="*/ 0 h 591462"/>
                <a:gd name="connsiteX2" fmla="*/ 1079064 w 1079064"/>
                <a:gd name="connsiteY2" fmla="*/ 581889 h 591462"/>
                <a:gd name="connsiteX3" fmla="*/ 547347 w 1079064"/>
                <a:gd name="connsiteY3" fmla="*/ 591462 h 591462"/>
                <a:gd name="connsiteX4" fmla="*/ 0 w 1079064"/>
                <a:gd name="connsiteY4" fmla="*/ 581889 h 591462"/>
                <a:gd name="connsiteX0" fmla="*/ 547347 w 1079064"/>
                <a:gd name="connsiteY0" fmla="*/ 591462 h 682902"/>
                <a:gd name="connsiteX1" fmla="*/ 0 w 1079064"/>
                <a:gd name="connsiteY1" fmla="*/ 581889 h 682902"/>
                <a:gd name="connsiteX2" fmla="*/ 539532 w 1079064"/>
                <a:gd name="connsiteY2" fmla="*/ 0 h 682902"/>
                <a:gd name="connsiteX3" fmla="*/ 1079064 w 1079064"/>
                <a:gd name="connsiteY3" fmla="*/ 581889 h 682902"/>
                <a:gd name="connsiteX4" fmla="*/ 638787 w 1079064"/>
                <a:gd name="connsiteY4" fmla="*/ 682902 h 682902"/>
                <a:gd name="connsiteX0" fmla="*/ 547347 w 1079064"/>
                <a:gd name="connsiteY0" fmla="*/ 591462 h 591462"/>
                <a:gd name="connsiteX1" fmla="*/ 0 w 1079064"/>
                <a:gd name="connsiteY1" fmla="*/ 581889 h 591462"/>
                <a:gd name="connsiteX2" fmla="*/ 539532 w 1079064"/>
                <a:gd name="connsiteY2" fmla="*/ 0 h 591462"/>
                <a:gd name="connsiteX3" fmla="*/ 1079064 w 1079064"/>
                <a:gd name="connsiteY3" fmla="*/ 581889 h 591462"/>
                <a:gd name="connsiteX0" fmla="*/ 0 w 1079064"/>
                <a:gd name="connsiteY0" fmla="*/ 581889 h 581889"/>
                <a:gd name="connsiteX1" fmla="*/ 539532 w 1079064"/>
                <a:gd name="connsiteY1" fmla="*/ 0 h 581889"/>
                <a:gd name="connsiteX2" fmla="*/ 1079064 w 1079064"/>
                <a:gd name="connsiteY2" fmla="*/ 581889 h 581889"/>
              </a:gdLst>
              <a:ahLst/>
              <a:cxnLst>
                <a:cxn ang="0">
                  <a:pos x="connsiteX0" y="connsiteY0"/>
                </a:cxn>
                <a:cxn ang="0">
                  <a:pos x="connsiteX1" y="connsiteY1"/>
                </a:cxn>
                <a:cxn ang="0">
                  <a:pos x="connsiteX2" y="connsiteY2"/>
                </a:cxn>
              </a:cxnLst>
              <a:rect l="l" t="t" r="r" b="b"/>
              <a:pathLst>
                <a:path w="1079064" h="581889">
                  <a:moveTo>
                    <a:pt x="0" y="581889"/>
                  </a:moveTo>
                  <a:lnTo>
                    <a:pt x="539532" y="0"/>
                  </a:lnTo>
                  <a:lnTo>
                    <a:pt x="1079064" y="581889"/>
                  </a:lnTo>
                </a:path>
              </a:pathLst>
            </a:custGeom>
            <a:noFill/>
            <a:ln w="38100" cap="rnd" cmpd="sng" algn="ctr">
              <a:solidFill>
                <a:srgbClr val="CACED0"/>
              </a:solidFill>
              <a:prstDash val="solid"/>
              <a:round/>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cxnSp>
          <p:nvCxnSpPr>
            <p:cNvPr id="20" name="Straight Connector 19">
              <a:extLst>
                <a:ext uri="{FF2B5EF4-FFF2-40B4-BE49-F238E27FC236}">
                  <a16:creationId xmlns:a16="http://schemas.microsoft.com/office/drawing/2014/main" id="{3C3C654A-E676-7D37-DB32-1030926E441D}"/>
                </a:ext>
              </a:extLst>
            </p:cNvPr>
            <p:cNvCxnSpPr>
              <a:cxnSpLocks/>
            </p:cNvCxnSpPr>
            <p:nvPr/>
          </p:nvCxnSpPr>
          <p:spPr>
            <a:xfrm>
              <a:off x="6574658" y="1886186"/>
              <a:ext cx="309561" cy="0"/>
            </a:xfrm>
            <a:prstGeom prst="line">
              <a:avLst/>
            </a:prstGeom>
            <a:noFill/>
            <a:ln w="38100" cap="flat" cmpd="sng" algn="ctr">
              <a:solidFill>
                <a:srgbClr val="CACED0"/>
              </a:solidFill>
              <a:prstDash val="solid"/>
              <a:miter lim="800000"/>
            </a:ln>
            <a:effectLst/>
          </p:spPr>
        </p:cxnSp>
      </p:grpSp>
      <p:sp>
        <p:nvSpPr>
          <p:cNvPr id="21" name="Rounded Rectangle 69">
            <a:extLst>
              <a:ext uri="{FF2B5EF4-FFF2-40B4-BE49-F238E27FC236}">
                <a16:creationId xmlns:a16="http://schemas.microsoft.com/office/drawing/2014/main" id="{C1F0A8AD-BA84-09E3-7428-6A2B1D5C9D71}"/>
              </a:ext>
            </a:extLst>
          </p:cNvPr>
          <p:cNvSpPr>
            <a:spLocks/>
          </p:cNvSpPr>
          <p:nvPr/>
        </p:nvSpPr>
        <p:spPr>
          <a:xfrm>
            <a:off x="461491" y="1751161"/>
            <a:ext cx="5147733" cy="4028293"/>
          </a:xfrm>
          <a:prstGeom prst="rect">
            <a:avLst/>
          </a:prstGeom>
          <a:noFill/>
          <a:ln w="12700" cap="flat" cmpd="sng" algn="ctr">
            <a:noFill/>
            <a:prstDash val="solid"/>
            <a:miter lim="800000"/>
          </a:ln>
          <a:effectLst/>
        </p:spPr>
        <p:txBody>
          <a:bodyPr rtlCol="0" anchor="t" anchorCtr="0"/>
          <a:lstStyle/>
          <a:p>
            <a:pPr marL="0" marR="0" lvl="0" indent="0" algn="l" defTabSz="914400" rtl="0" eaLnBrk="1" fontAlgn="base" latinLnBrk="0" hangingPunct="1">
              <a:lnSpc>
                <a:spcPct val="100000"/>
              </a:lnSpc>
              <a:spcBef>
                <a:spcPts val="0"/>
              </a:spcBef>
              <a:spcAft>
                <a:spcPts val="600"/>
              </a:spcAft>
              <a:buClrTx/>
              <a:buSzTx/>
              <a:buFontTx/>
              <a:buNone/>
              <a:tabLst/>
              <a:defRPr/>
            </a:pPr>
            <a:r>
              <a:rPr kumimoji="0" lang="ru-RU" sz="1600" b="1" i="0" u="none" strike="noStrike" kern="0" cap="none" spc="0" normalizeH="0" baseline="0" noProof="0" dirty="0">
                <a:ln>
                  <a:noFill/>
                </a:ln>
                <a:solidFill>
                  <a:srgbClr val="00A3E0"/>
                </a:solidFill>
                <a:effectLst/>
                <a:uLnTx/>
                <a:uFillTx/>
                <a:latin typeface="Arial" panose="020B0604020202020204" pitchFamily="34" charset="0"/>
                <a:ea typeface="+mn-ea"/>
                <a:cs typeface="Arial" panose="020B0604020202020204" pitchFamily="34" charset="0"/>
              </a:rPr>
              <a:t>Проспективное, рандомизированное, двойное слепое, плацебо-контролируемое исследование</a:t>
            </a:r>
            <a:endParaRPr kumimoji="0" lang="en-US" sz="1600" b="1" i="0" u="none" strike="noStrike" kern="0" cap="none" spc="0" normalizeH="0" baseline="0" noProof="0" dirty="0">
              <a:ln>
                <a:noFill/>
              </a:ln>
              <a:solidFill>
                <a:srgbClr val="00A3E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ts val="0"/>
              </a:spcBef>
              <a:spcAft>
                <a:spcPts val="300"/>
              </a:spcAft>
              <a:buClrTx/>
              <a:buSzTx/>
              <a:buFontTx/>
              <a:buNone/>
              <a:tabLst/>
              <a:defRPr/>
            </a:pPr>
            <a:r>
              <a:rPr kumimoji="0" lang="ru-RU" sz="14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Пациенты</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с ХОБЛ 40–85 лет, с умеренным ограничением воздушного потока и повышенным риском обострений</a:t>
            </a:r>
          </a:p>
          <a:p>
            <a:pPr marL="0" marR="0" lvl="0" indent="0" algn="l" defTabSz="914400" rtl="0" eaLnBrk="1" fontAlgn="base" latinLnBrk="0" hangingPunct="1">
              <a:lnSpc>
                <a:spcPct val="100000"/>
              </a:lnSpc>
              <a:spcBef>
                <a:spcPts val="0"/>
              </a:spcBef>
              <a:spcAft>
                <a:spcPts val="600"/>
              </a:spcAft>
              <a:buClrTx/>
              <a:buSzTx/>
              <a:buFontTx/>
              <a:buNone/>
              <a:tabLst/>
              <a:defRPr/>
            </a:pPr>
            <a:r>
              <a:rPr kumimoji="0" lang="ru-RU" sz="14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Лечение</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метопролол пролонгированного высвобождения или плацебо</a:t>
            </a:r>
          </a:p>
          <a:p>
            <a:pPr marL="0" marR="0" lvl="0" indent="0" algn="l" defTabSz="914400" rtl="0" eaLnBrk="1" fontAlgn="base" latinLnBrk="0" hangingPunct="1">
              <a:lnSpc>
                <a:spcPct val="100000"/>
              </a:lnSpc>
              <a:spcBef>
                <a:spcPts val="0"/>
              </a:spcBef>
              <a:spcAft>
                <a:spcPts val="600"/>
              </a:spcAft>
              <a:buClrTx/>
              <a:buSzTx/>
              <a:buFontTx/>
              <a:buNone/>
              <a:tabLst/>
              <a:defRPr/>
            </a:pPr>
            <a:r>
              <a:rPr kumimoji="0" lang="ru-RU" sz="14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Первичная конечная точка</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время до первого обострения ХОБЛ в период лечения(336–350 дней)</a:t>
            </a:r>
          </a:p>
          <a:p>
            <a:pPr marL="0" marR="0" lvl="0" indent="0" algn="l" defTabSz="914400" rtl="0" eaLnBrk="1" fontAlgn="base" latinLnBrk="0" hangingPunct="1">
              <a:lnSpc>
                <a:spcPct val="100000"/>
              </a:lnSpc>
              <a:spcBef>
                <a:spcPts val="0"/>
              </a:spcBef>
              <a:spcAft>
                <a:spcPts val="600"/>
              </a:spcAft>
              <a:buClrTx/>
              <a:buSzTx/>
              <a:buFontTx/>
              <a:buNone/>
              <a:tabLst/>
              <a:defRPr/>
            </a:pPr>
            <a:r>
              <a:rPr kumimoji="0" lang="ru-RU" sz="14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Число пациентов</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 532 (51% от запланированного набора; досрочное прекращение из-за отсутствия эффективности и проблем безопасности)</a:t>
            </a:r>
          </a:p>
          <a:p>
            <a:pPr marL="0" marR="0" lvl="0" indent="0" algn="l" defTabSz="914400" rtl="0" eaLnBrk="1" fontAlgn="base" latinLnBrk="0" hangingPunct="1">
              <a:lnSpc>
                <a:spcPct val="100000"/>
              </a:lnSpc>
              <a:spcBef>
                <a:spcPts val="0"/>
              </a:spcBef>
              <a:spcAft>
                <a:spcPts val="600"/>
              </a:spcAft>
              <a:buClrTx/>
              <a:buSzTx/>
              <a:buFontTx/>
              <a:buNone/>
              <a:tabLst/>
              <a:defRPr/>
            </a:pPr>
            <a:r>
              <a:rPr kumimoji="0" lang="ru-RU" sz="14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Результат по первичной конечной точке</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статистически значимых различий между группами по медиане времени до первого обострения ХОБЛ не выявлено.</a:t>
            </a:r>
          </a:p>
          <a:p>
            <a:pPr marL="0" marR="0" lvl="0" indent="0" algn="l" defTabSz="914400" rtl="0" eaLnBrk="1" fontAlgn="base" latinLnBrk="0" hangingPunct="1">
              <a:lnSpc>
                <a:spcPct val="100000"/>
              </a:lnSpc>
              <a:spcBef>
                <a:spcPts val="0"/>
              </a:spcBef>
              <a:spcAft>
                <a:spcPts val="300"/>
              </a:spcAft>
              <a:buClrTx/>
              <a:buSzTx/>
              <a:buFontTx/>
              <a:buNone/>
              <a:tabLst/>
              <a:defRPr/>
            </a:pPr>
            <a:r>
              <a:rPr kumimoji="0" lang="ru-RU" sz="14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Ключевой вывод</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При этом </a:t>
            </a:r>
            <a:r>
              <a:rPr kumimoji="0" lang="ru-RU" sz="1400" b="1" i="0" u="none" strike="noStrike" kern="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м</a:t>
            </a:r>
            <a:r>
              <a:rPr kumimoji="0" lang="ru-RU" sz="1400" b="1" i="0" u="none" strike="noStrike" kern="0" cap="none" spc="0" normalizeH="0" baseline="0" noProof="0" dirty="0" err="1">
                <a:ln>
                  <a:noFill/>
                </a:ln>
                <a:solidFill>
                  <a:srgbClr val="FF0000"/>
                </a:solidFill>
                <a:effectLst/>
                <a:uLnTx/>
                <a:uFillTx/>
                <a:latin typeface="Arial" panose="020B0604020202020204" pitchFamily="34" charset="0"/>
                <a:ea typeface="+mn-ea"/>
                <a:cs typeface="Arial" panose="020B0604020202020204" pitchFamily="34" charset="0"/>
              </a:rPr>
              <a:t>етопролол</a:t>
            </a:r>
            <a:r>
              <a:rPr kumimoji="0" lang="ru-RU" sz="1400" b="1" i="0" u="none" strike="noStrike" kern="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 ассоциировался с почти двукратным риском развития обострений, приводящих к госпитализации (HR 1,91; 95% ДИ 1,29–2,83)</a:t>
            </a:r>
            <a:endParaRPr kumimoji="0" lang="en-US" sz="1400" b="1" i="0" u="none" strike="noStrike" kern="0" cap="none" spc="0" normalizeH="0" baseline="0" noProof="0" dirty="0">
              <a:ln>
                <a:noFill/>
              </a:ln>
              <a:solidFill>
                <a:srgbClr val="FF0000"/>
              </a:solidFill>
              <a:effectLst/>
              <a:uLnTx/>
              <a:uFillTx/>
              <a:latin typeface="Arial" panose="020B0604020202020204"/>
              <a:ea typeface="+mn-ea"/>
              <a:cs typeface="+mn-cs"/>
            </a:endParaRPr>
          </a:p>
        </p:txBody>
      </p:sp>
      <p:sp>
        <p:nvSpPr>
          <p:cNvPr id="22" name="Rounded Rectangle 69">
            <a:extLst>
              <a:ext uri="{FF2B5EF4-FFF2-40B4-BE49-F238E27FC236}">
                <a16:creationId xmlns:a16="http://schemas.microsoft.com/office/drawing/2014/main" id="{2BE4BD3B-EF2C-C7A6-0833-ED69A5AE291E}"/>
              </a:ext>
            </a:extLst>
          </p:cNvPr>
          <p:cNvSpPr>
            <a:spLocks/>
          </p:cNvSpPr>
          <p:nvPr/>
        </p:nvSpPr>
        <p:spPr>
          <a:xfrm>
            <a:off x="6565957" y="1751161"/>
            <a:ext cx="5147733" cy="4028293"/>
          </a:xfrm>
          <a:prstGeom prst="rect">
            <a:avLst/>
          </a:prstGeom>
          <a:noFill/>
          <a:ln w="12700" cap="flat" cmpd="sng" algn="ctr">
            <a:noFill/>
            <a:prstDash val="solid"/>
            <a:miter lim="800000"/>
          </a:ln>
          <a:effectLst/>
        </p:spPr>
        <p:txBody>
          <a:bodyPr rtlCol="0" anchor="t" anchorCtr="0"/>
          <a:lstStyle/>
          <a:p>
            <a:pPr marL="0" marR="0" lvl="0" indent="0" algn="l" defTabSz="914400" rtl="0" eaLnBrk="1" fontAlgn="base" latinLnBrk="0" hangingPunct="1">
              <a:lnSpc>
                <a:spcPct val="100000"/>
              </a:lnSpc>
              <a:spcBef>
                <a:spcPts val="0"/>
              </a:spcBef>
              <a:spcAft>
                <a:spcPts val="600"/>
              </a:spcAft>
              <a:buClrTx/>
              <a:buSzTx/>
              <a:buFontTx/>
              <a:buNone/>
              <a:tabLst/>
              <a:defRPr/>
            </a:pPr>
            <a:r>
              <a:rPr kumimoji="0" lang="ru-RU" sz="1600" b="1" i="0" u="none" strike="noStrike" kern="0" cap="none" spc="0" normalizeH="0" baseline="0" noProof="0" dirty="0">
                <a:ln>
                  <a:noFill/>
                </a:ln>
                <a:solidFill>
                  <a:srgbClr val="005587"/>
                </a:solidFill>
                <a:effectLst/>
                <a:uLnTx/>
                <a:uFillTx/>
                <a:latin typeface="Arial" panose="020B0604020202020204" pitchFamily="34" charset="0"/>
                <a:ea typeface="+mn-ea"/>
                <a:cs typeface="Arial" panose="020B0604020202020204" pitchFamily="34" charset="0"/>
              </a:rPr>
              <a:t>Проспективное, рандомизированное, плацебо-контролируемое исследование</a:t>
            </a:r>
            <a:endParaRPr kumimoji="0" lang="en-US" sz="1600" b="1" i="0" u="none" strike="noStrike" kern="0" cap="none" spc="0" normalizeH="0" baseline="0" noProof="0" dirty="0">
              <a:ln>
                <a:noFill/>
              </a:ln>
              <a:solidFill>
                <a:srgbClr val="005587"/>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ts val="0"/>
              </a:spcBef>
              <a:spcAft>
                <a:spcPts val="600"/>
              </a:spcAft>
              <a:buClrTx/>
              <a:buSzTx/>
              <a:buFontTx/>
              <a:buNone/>
              <a:tabLst/>
              <a:defRPr/>
            </a:pPr>
            <a:r>
              <a:rPr kumimoji="0" lang="ru-RU" sz="14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Пациенты</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с ХОБЛ 40 лет и старше, с умеренным ограничением воздушного потока и повышенным риском обострений</a:t>
            </a:r>
          </a:p>
          <a:p>
            <a:pPr marL="0" marR="0" lvl="0" indent="0" algn="l" defTabSz="914400" rtl="0" eaLnBrk="1" fontAlgn="base" latinLnBrk="0" hangingPunct="1">
              <a:lnSpc>
                <a:spcPct val="100000"/>
              </a:lnSpc>
              <a:spcBef>
                <a:spcPts val="0"/>
              </a:spcBef>
              <a:spcAft>
                <a:spcPts val="600"/>
              </a:spcAft>
              <a:buClrTx/>
              <a:buSzTx/>
              <a:buFontTx/>
              <a:buNone/>
              <a:tabLst/>
              <a:defRPr/>
            </a:pPr>
            <a:r>
              <a:rPr kumimoji="0" lang="ru-RU" sz="14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Лечение</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a:t>
            </a:r>
            <a:r>
              <a:rPr kumimoji="0" lang="ru-RU" sz="1400" b="0" i="0" u="none" strike="noStrike" kern="0" cap="none" spc="0" normalizeH="0" baseline="0" noProof="0" dirty="0" err="1">
                <a:ln>
                  <a:noFill/>
                </a:ln>
                <a:solidFill>
                  <a:srgbClr val="2B3A42"/>
                </a:solidFill>
                <a:effectLst/>
                <a:uLnTx/>
                <a:uFillTx/>
                <a:latin typeface="Arial" panose="020B0604020202020204" pitchFamily="34" charset="0"/>
                <a:ea typeface="+mn-ea"/>
                <a:cs typeface="Arial" panose="020B0604020202020204" pitchFamily="34" charset="0"/>
              </a:rPr>
              <a:t>бисопролол</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или плацебо</a:t>
            </a:r>
          </a:p>
          <a:p>
            <a:pPr marL="0" marR="0" lvl="0" indent="0" algn="l" defTabSz="914400" rtl="0" eaLnBrk="1" fontAlgn="base" latinLnBrk="0" hangingPunct="1">
              <a:lnSpc>
                <a:spcPct val="100000"/>
              </a:lnSpc>
              <a:spcBef>
                <a:spcPts val="0"/>
              </a:spcBef>
              <a:spcAft>
                <a:spcPts val="600"/>
              </a:spcAft>
              <a:buClrTx/>
              <a:buSzTx/>
              <a:buFontTx/>
              <a:buNone/>
              <a:tabLst/>
              <a:defRPr/>
            </a:pPr>
            <a:r>
              <a:rPr kumimoji="0" lang="ru-RU" sz="14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Первичная конечная </a:t>
            </a:r>
            <a:r>
              <a:rPr kumimoji="0" lang="ru-RU" sz="1400" b="1" i="0" u="none" strike="noStrike" kern="0" cap="none" spc="0" normalizeH="0" baseline="0" noProof="0" dirty="0" err="1">
                <a:ln>
                  <a:noFill/>
                </a:ln>
                <a:solidFill>
                  <a:srgbClr val="2B3A42"/>
                </a:solidFill>
                <a:effectLst/>
                <a:uLnTx/>
                <a:uFillTx/>
                <a:latin typeface="Arial" panose="020B0604020202020204" pitchFamily="34" charset="0"/>
                <a:ea typeface="+mn-ea"/>
                <a:cs typeface="Arial" panose="020B0604020202020204" pitchFamily="34" charset="0"/>
              </a:rPr>
              <a:t>точка</a:t>
            </a:r>
            <a:r>
              <a:rPr kumimoji="0" lang="ru-RU" sz="1400" b="0" i="0" u="none" strike="noStrike" kern="0" cap="none" spc="0" normalizeH="0" baseline="0" noProof="0" dirty="0" err="1">
                <a:ln>
                  <a:noFill/>
                </a:ln>
                <a:solidFill>
                  <a:srgbClr val="2B3A42"/>
                </a:solidFill>
                <a:effectLst/>
                <a:uLnTx/>
                <a:uFillTx/>
                <a:latin typeface="Arial" panose="020B0604020202020204" pitchFamily="34" charset="0"/>
                <a:ea typeface="+mn-ea"/>
                <a:cs typeface="Arial" panose="020B0604020202020204" pitchFamily="34" charset="0"/>
              </a:rPr>
              <a:t>:сообщаемое</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пациентом число обострений ХОБЛ, требовавших назначения пероральных глюкокортикостероидов, антибиотиков или их комбинации, в течение 52 недель лечения</a:t>
            </a:r>
          </a:p>
          <a:p>
            <a:pPr marL="0" marR="0" lvl="0" indent="0" algn="l" defTabSz="914400" rtl="0" eaLnBrk="1" fontAlgn="base" latinLnBrk="0" hangingPunct="1">
              <a:lnSpc>
                <a:spcPct val="100000"/>
              </a:lnSpc>
              <a:spcBef>
                <a:spcPts val="0"/>
              </a:spcBef>
              <a:spcAft>
                <a:spcPts val="600"/>
              </a:spcAft>
              <a:buClrTx/>
              <a:buSzTx/>
              <a:buFontTx/>
              <a:buNone/>
              <a:tabLst/>
              <a:defRPr/>
            </a:pPr>
            <a:r>
              <a:rPr kumimoji="0" lang="ru-RU" sz="14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Число пациентов</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 515 (33% от запланированного набора; низкий темп набора в связи с COVID-19)</a:t>
            </a:r>
          </a:p>
          <a:p>
            <a:pPr marL="0" marR="0" lvl="0" indent="0" algn="l" defTabSz="914400" rtl="0" eaLnBrk="1" fontAlgn="base" latinLnBrk="0" hangingPunct="1">
              <a:lnSpc>
                <a:spcPct val="100000"/>
              </a:lnSpc>
              <a:spcBef>
                <a:spcPts val="0"/>
              </a:spcBef>
              <a:spcAft>
                <a:spcPts val="600"/>
              </a:spcAft>
              <a:buClrTx/>
              <a:buSzTx/>
              <a:buFontTx/>
              <a:buNone/>
              <a:tabLst/>
              <a:defRPr/>
            </a:pPr>
            <a:r>
              <a:rPr kumimoji="0" lang="ru-RU" sz="14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Результат по первичной конечной точке</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статистически значимых различий между группами по числу обострений ХОБЛ, сообщаемых пациентами, не выявлено. </a:t>
            </a:r>
          </a:p>
          <a:p>
            <a:pPr marL="0" marR="0" lvl="0" indent="0" algn="l" defTabSz="914400" rtl="0" eaLnBrk="1" fontAlgn="base" latinLnBrk="0" hangingPunct="1">
              <a:lnSpc>
                <a:spcPct val="100000"/>
              </a:lnSpc>
              <a:spcBef>
                <a:spcPts val="0"/>
              </a:spcBef>
              <a:spcAft>
                <a:spcPts val="600"/>
              </a:spcAft>
              <a:buClrTx/>
              <a:buSzTx/>
              <a:buFontTx/>
              <a:buNone/>
              <a:tabLst/>
              <a:defRPr/>
            </a:pPr>
            <a:r>
              <a:rPr kumimoji="0" lang="ru-RU" sz="14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Ключевой вывод</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a:t>
            </a:r>
            <a:r>
              <a:rPr kumimoji="0" lang="ru-RU" sz="1400" b="1" i="0" u="none" strike="noStrike" kern="0" cap="none" spc="0" normalizeH="0" baseline="0" noProof="0" dirty="0" err="1">
                <a:ln>
                  <a:noFill/>
                </a:ln>
                <a:solidFill>
                  <a:srgbClr val="2B3A42"/>
                </a:solidFill>
                <a:effectLst/>
                <a:highlight>
                  <a:srgbClr val="00FF00"/>
                </a:highlight>
                <a:uLnTx/>
                <a:uFillTx/>
                <a:latin typeface="Arial" panose="020B0604020202020204" pitchFamily="34" charset="0"/>
                <a:ea typeface="+mn-ea"/>
                <a:cs typeface="Arial" panose="020B0604020202020204" pitchFamily="34" charset="0"/>
              </a:rPr>
              <a:t>Бисопролол</a:t>
            </a:r>
            <a:r>
              <a:rPr kumimoji="0" lang="ru-RU" sz="1400" b="1" i="0" u="none" strike="noStrike" kern="0" cap="none" spc="0" normalizeH="0" baseline="0" noProof="0" dirty="0">
                <a:ln>
                  <a:noFill/>
                </a:ln>
                <a:solidFill>
                  <a:srgbClr val="2B3A42"/>
                </a:solidFill>
                <a:effectLst/>
                <a:highlight>
                  <a:srgbClr val="00FF00"/>
                </a:highlight>
                <a:uLnTx/>
                <a:uFillTx/>
                <a:latin typeface="Arial" panose="020B0604020202020204" pitchFamily="34" charset="0"/>
                <a:ea typeface="+mn-ea"/>
                <a:cs typeface="Arial" panose="020B0604020202020204" pitchFamily="34" charset="0"/>
              </a:rPr>
              <a:t> не ассоциировался с увеличением частоты нежелательных реакций со стороны дыхательной системы</a:t>
            </a:r>
            <a:endParaRPr kumimoji="0" lang="en-US" sz="1400" b="1" i="0" u="none" strike="noStrike" kern="0" cap="none" spc="0" normalizeH="0" baseline="0" noProof="0" dirty="0">
              <a:ln>
                <a:noFill/>
              </a:ln>
              <a:solidFill>
                <a:srgbClr val="2B3A42"/>
              </a:solidFill>
              <a:effectLst/>
              <a:highlight>
                <a:srgbClr val="00FF00"/>
              </a:highlight>
              <a:uLnTx/>
              <a:uFillTx/>
              <a:latin typeface="Arial" panose="020B0604020202020204"/>
              <a:ea typeface="+mn-ea"/>
              <a:cs typeface="+mn-cs"/>
            </a:endParaRPr>
          </a:p>
        </p:txBody>
      </p:sp>
      <p:sp>
        <p:nvSpPr>
          <p:cNvPr id="23" name="Oval 22">
            <a:extLst>
              <a:ext uri="{FF2B5EF4-FFF2-40B4-BE49-F238E27FC236}">
                <a16:creationId xmlns:a16="http://schemas.microsoft.com/office/drawing/2014/main" id="{9894DB11-10DC-30F2-9F4B-8D0245DBD094}"/>
              </a:ext>
            </a:extLst>
          </p:cNvPr>
          <p:cNvSpPr/>
          <p:nvPr/>
        </p:nvSpPr>
        <p:spPr>
          <a:xfrm>
            <a:off x="11054967" y="1052370"/>
            <a:ext cx="668287" cy="667997"/>
          </a:xfrm>
          <a:prstGeom prst="ellipse">
            <a:avLst/>
          </a:prstGeom>
          <a:solidFill>
            <a:srgbClr val="FFFFFF"/>
          </a:solidFill>
          <a:ln w="12700" cap="rnd" cmpd="sng" algn="ctr">
            <a:solidFill>
              <a:srgbClr val="005587"/>
            </a:solidFill>
            <a:prstDash val="solid"/>
            <a:round/>
          </a:ln>
          <a:effectLst/>
        </p:spPr>
        <p:txBody>
          <a:bodyPr rtlCol="0" anchor="t"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133" b="0" i="0" u="none" strike="noStrike" kern="0" cap="none" spc="0" normalizeH="0" baseline="0" noProof="0" dirty="0" err="1">
              <a:ln>
                <a:noFill/>
              </a:ln>
              <a:solidFill>
                <a:srgbClr val="FFFFFF"/>
              </a:solidFill>
              <a:effectLst/>
              <a:uLnTx/>
              <a:uFillTx/>
              <a:latin typeface="Arial"/>
              <a:ea typeface="+mn-ea"/>
              <a:cs typeface="+mn-cs"/>
            </a:endParaRPr>
          </a:p>
        </p:txBody>
      </p:sp>
      <p:pic>
        <p:nvPicPr>
          <p:cNvPr id="24" name="Graphic 23">
            <a:extLst>
              <a:ext uri="{FF2B5EF4-FFF2-40B4-BE49-F238E27FC236}">
                <a16:creationId xmlns:a16="http://schemas.microsoft.com/office/drawing/2014/main" id="{66C0C44B-DD09-4BC6-4397-1A38F5A5C53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29579" y="1127061"/>
            <a:ext cx="514469" cy="514469"/>
          </a:xfrm>
          <a:prstGeom prst="rect">
            <a:avLst/>
          </a:prstGeom>
        </p:spPr>
      </p:pic>
      <p:sp>
        <p:nvSpPr>
          <p:cNvPr id="25" name="Text Placeholder 1">
            <a:extLst>
              <a:ext uri="{FF2B5EF4-FFF2-40B4-BE49-F238E27FC236}">
                <a16:creationId xmlns:a16="http://schemas.microsoft.com/office/drawing/2014/main" id="{759DC719-A53A-FE06-864E-B81D7A38CD3A}"/>
              </a:ext>
            </a:extLst>
          </p:cNvPr>
          <p:cNvSpPr txBox="1">
            <a:spLocks/>
          </p:cNvSpPr>
          <p:nvPr/>
        </p:nvSpPr>
        <p:spPr>
          <a:xfrm>
            <a:off x="1112806" y="6316327"/>
            <a:ext cx="9746756" cy="22462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800" kern="1200">
                <a:solidFill>
                  <a:srgbClr val="E61E5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AutoNum type="arabicPeriod"/>
              <a:tabLst/>
              <a:defRPr/>
            </a:pPr>
            <a:r>
              <a:rPr kumimoji="0" lang="en-US" sz="700" b="0" i="0" u="none" strike="noStrike" kern="1200" cap="none" spc="0" normalizeH="0" baseline="0" noProof="0" dirty="0">
                <a:ln>
                  <a:noFill/>
                </a:ln>
                <a:solidFill>
                  <a:srgbClr val="2B3A42"/>
                </a:solidFill>
                <a:effectLst/>
                <a:uLnTx/>
                <a:uFillTx/>
                <a:latin typeface="Arial" panose="020B0604020202020204"/>
                <a:ea typeface="+mn-ea"/>
                <a:cs typeface="+mn-cs"/>
              </a:rPr>
              <a:t>Dransfield MT, SP, et al. Metoprolol for the prevention of acute exacerbations of COPD. N Engl J Med. 2019;381(24):2304-2314.</a:t>
            </a: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AutoNum type="arabicPeriod"/>
              <a:tabLst/>
              <a:defRPr/>
            </a:pPr>
            <a:r>
              <a:rPr kumimoji="0" lang="en-US" sz="700" b="0" i="0" u="none" strike="noStrike" kern="1200" cap="none" spc="0" normalizeH="0" baseline="0" noProof="0" dirty="0">
                <a:ln>
                  <a:noFill/>
                </a:ln>
                <a:solidFill>
                  <a:srgbClr val="2B3A42"/>
                </a:solidFill>
                <a:effectLst/>
                <a:uLnTx/>
                <a:uFillTx/>
                <a:latin typeface="Arial" panose="020B0604020202020204"/>
                <a:ea typeface="+mn-ea"/>
                <a:cs typeface="+mn-cs"/>
              </a:rPr>
              <a:t>Devereux G, Cotton S, Nath M, et al. Bisoprolol in patients with chronic obstructive pulmonary disease at high risk of exacerbation: the BICS Randomized Clinical Trial. JAMA. 2024;332(6):462-470.</a:t>
            </a: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AutoNum type="arabicPeriod"/>
              <a:tabLst/>
              <a:defRPr/>
            </a:pPr>
            <a:r>
              <a:rPr kumimoji="0" lang="en-US" sz="700" b="0" i="0" u="none" strike="noStrike" kern="1200" cap="none" spc="0" normalizeH="0" baseline="0" noProof="0" dirty="0" err="1">
                <a:ln>
                  <a:noFill/>
                </a:ln>
                <a:solidFill>
                  <a:srgbClr val="2B3A42"/>
                </a:solidFill>
                <a:effectLst/>
                <a:uLnTx/>
                <a:uFillTx/>
                <a:latin typeface="Arial" panose="020B0604020202020204"/>
                <a:ea typeface="+mn-ea"/>
                <a:cs typeface="+mn-cs"/>
              </a:rPr>
              <a:t>Lipworth</a:t>
            </a:r>
            <a:r>
              <a:rPr kumimoji="0" lang="en-US" sz="700" b="0" i="0" u="none" strike="noStrike" kern="1200" cap="none" spc="0" normalizeH="0" baseline="0" noProof="0" dirty="0">
                <a:ln>
                  <a:noFill/>
                </a:ln>
                <a:solidFill>
                  <a:srgbClr val="2B3A42"/>
                </a:solidFill>
                <a:effectLst/>
                <a:uLnTx/>
                <a:uFillTx/>
                <a:latin typeface="Arial" panose="020B0604020202020204"/>
                <a:ea typeface="+mn-ea"/>
                <a:cs typeface="+mn-cs"/>
              </a:rPr>
              <a:t> BJ, Devereux G. Use of β-Blockers in COPD: The Long and Winding Road. Chest. 2025 Jan;167(1):37-39. </a:t>
            </a:r>
            <a:r>
              <a:rPr kumimoji="0" lang="en-US" sz="700" b="0" i="0" u="none" strike="noStrike" kern="1200" cap="none" spc="0" normalizeH="0" baseline="0" noProof="0" dirty="0" err="1">
                <a:ln>
                  <a:noFill/>
                </a:ln>
                <a:solidFill>
                  <a:srgbClr val="2B3A42"/>
                </a:solidFill>
                <a:effectLst/>
                <a:uLnTx/>
                <a:uFillTx/>
                <a:latin typeface="Arial" panose="020B0604020202020204"/>
                <a:ea typeface="+mn-ea"/>
                <a:cs typeface="+mn-cs"/>
              </a:rPr>
              <a:t>doi</a:t>
            </a:r>
            <a:r>
              <a:rPr kumimoji="0" lang="en-US" sz="700" b="0" i="0" u="none" strike="noStrike" kern="1200" cap="none" spc="0" normalizeH="0" baseline="0" noProof="0" dirty="0">
                <a:ln>
                  <a:noFill/>
                </a:ln>
                <a:solidFill>
                  <a:srgbClr val="2B3A42"/>
                </a:solidFill>
                <a:effectLst/>
                <a:uLnTx/>
                <a:uFillTx/>
                <a:latin typeface="Arial" panose="020B0604020202020204"/>
                <a:ea typeface="+mn-ea"/>
                <a:cs typeface="+mn-cs"/>
              </a:rPr>
              <a:t>: 10.1016/j.chest.2024.07.163. Voelker H, Bhatt </a:t>
            </a:r>
          </a:p>
        </p:txBody>
      </p:sp>
    </p:spTree>
    <p:extLst>
      <p:ext uri="{BB962C8B-B14F-4D97-AF65-F5344CB8AC3E}">
        <p14:creationId xmlns:p14="http://schemas.microsoft.com/office/powerpoint/2010/main" val="2763822162"/>
      </p:ext>
    </p:extLst>
  </p:cSld>
  <p:clrMapOvr>
    <a:masterClrMapping/>
  </p:clrMapOvr>
  <mc:AlternateContent xmlns:mc="http://schemas.openxmlformats.org/markup-compatibility/2006" xmlns:p14="http://schemas.microsoft.com/office/powerpoint/2010/main">
    <mc:Choice Requires="p14">
      <p:transition spd="slow" p14:dur="2000" advTm="118345"/>
    </mc:Choice>
    <mc:Fallback xmlns="">
      <p:transition spd="slow" advTm="118345"/>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E96189-526A-8D02-F5C0-3F57AC9CE25F}"/>
              </a:ext>
            </a:extLst>
          </p:cNvPr>
          <p:cNvSpPr>
            <a:spLocks noGrp="1"/>
          </p:cNvSpPr>
          <p:nvPr>
            <p:ph type="sldNum" sz="quarter" idx="12"/>
          </p:nvPr>
        </p:nvSpPr>
        <p:spPr/>
        <p:txBody>
          <a:bodyPr/>
          <a:lstStyle/>
          <a:p>
            <a:fld id="{E05DA353-F16A-46E9-BF3A-5C7883ED105A}" type="slidenum">
              <a:rPr lang="ru-RU" smtClean="0"/>
              <a:pPr/>
              <a:t>88</a:t>
            </a:fld>
            <a:endParaRPr lang="ru-RU" dirty="0"/>
          </a:p>
        </p:txBody>
      </p:sp>
      <p:sp>
        <p:nvSpPr>
          <p:cNvPr id="3" name="TextBox 2">
            <a:extLst>
              <a:ext uri="{FF2B5EF4-FFF2-40B4-BE49-F238E27FC236}">
                <a16:creationId xmlns:a16="http://schemas.microsoft.com/office/drawing/2014/main" id="{31A2D43C-1975-45C0-D6F2-97BE031AEC40}"/>
              </a:ext>
            </a:extLst>
          </p:cNvPr>
          <p:cNvSpPr txBox="1"/>
          <p:nvPr/>
        </p:nvSpPr>
        <p:spPr>
          <a:xfrm>
            <a:off x="88202" y="2441279"/>
            <a:ext cx="5193638" cy="2554545"/>
          </a:xfrm>
          <a:prstGeom prst="rect">
            <a:avLst/>
          </a:prstGeom>
          <a:noFill/>
        </p:spPr>
        <p:txBody>
          <a:bodyPr wrap="square" rtlCol="0">
            <a:spAutoFit/>
          </a:bodyPr>
          <a:lstStyle/>
          <a:p>
            <a:pPr marL="285750" indent="-285750">
              <a:spcAft>
                <a:spcPts val="600"/>
              </a:spcAft>
              <a:buFont typeface="Wingdings" panose="05000000000000000000" pitchFamily="2" charset="2"/>
              <a:buChar char="Ø"/>
            </a:pPr>
            <a:r>
              <a:rPr lang="ru-RU" sz="1400" dirty="0"/>
              <a:t>280 пациентов с ХОБЛ средне-тяжёлой и тяжёлой степени</a:t>
            </a:r>
          </a:p>
          <a:p>
            <a:pPr marL="285750" indent="-285750">
              <a:spcAft>
                <a:spcPts val="600"/>
              </a:spcAft>
              <a:buFont typeface="Wingdings" panose="05000000000000000000" pitchFamily="2" charset="2"/>
              <a:buChar char="Ø"/>
            </a:pPr>
            <a:r>
              <a:rPr lang="ru-RU" sz="1400" dirty="0" err="1"/>
              <a:t>Бисопролол</a:t>
            </a:r>
            <a:r>
              <a:rPr lang="ru-RU" sz="1400" dirty="0"/>
              <a:t> 1,25–5 мг/</a:t>
            </a:r>
            <a:r>
              <a:rPr lang="ru-RU" sz="1400" dirty="0" err="1"/>
              <a:t>сут</a:t>
            </a:r>
            <a:r>
              <a:rPr lang="ru-RU" sz="1400" dirty="0"/>
              <a:t> </a:t>
            </a:r>
            <a:r>
              <a:rPr lang="ru-RU" sz="1400" dirty="0" err="1"/>
              <a:t>vs</a:t>
            </a:r>
            <a:r>
              <a:rPr lang="ru-RU" sz="1400" dirty="0"/>
              <a:t> плацебо</a:t>
            </a:r>
          </a:p>
          <a:p>
            <a:pPr marL="285750" indent="-285750">
              <a:spcAft>
                <a:spcPts val="600"/>
              </a:spcAft>
              <a:buFont typeface="Wingdings" panose="05000000000000000000" pitchFamily="2" charset="2"/>
              <a:buChar char="Ø"/>
            </a:pPr>
            <a:r>
              <a:rPr lang="ru-RU" sz="1400" dirty="0"/>
              <a:t>24 месяца наблюдения, 22 центра</a:t>
            </a:r>
          </a:p>
          <a:p>
            <a:pPr marL="285750" indent="-285750">
              <a:buFont typeface="Wingdings" panose="05000000000000000000" pitchFamily="2" charset="2"/>
              <a:buChar char="Ø"/>
            </a:pPr>
            <a:r>
              <a:rPr lang="ru-RU" sz="1400" dirty="0"/>
              <a:t>Включены пациенты с СС-показаниями: </a:t>
            </a:r>
          </a:p>
          <a:p>
            <a:pPr marL="266700">
              <a:spcAft>
                <a:spcPts val="600"/>
              </a:spcAft>
            </a:pPr>
            <a:r>
              <a:rPr lang="ru-RU" sz="1400" dirty="0"/>
              <a:t>37% — АГ, 11% — ИБС, 6% — ХСН</a:t>
            </a:r>
          </a:p>
          <a:p>
            <a:pPr marL="285750" indent="-285750">
              <a:buFont typeface="Wingdings" panose="05000000000000000000" pitchFamily="2" charset="2"/>
              <a:buChar char="Ø"/>
            </a:pPr>
            <a:r>
              <a:rPr lang="ru-RU" sz="1400" dirty="0"/>
              <a:t>Первичная конечная точка: иерархический комбинированный исход (</a:t>
            </a:r>
            <a:r>
              <a:rPr lang="ru-RU" sz="1400" dirty="0" err="1"/>
              <a:t>win</a:t>
            </a:r>
            <a:r>
              <a:rPr lang="ru-RU" sz="1400" dirty="0"/>
              <a:t> </a:t>
            </a:r>
            <a:r>
              <a:rPr lang="ru-RU" sz="1400" dirty="0" err="1"/>
              <a:t>ratio</a:t>
            </a:r>
            <a:r>
              <a:rPr lang="ru-RU" sz="1400" dirty="0"/>
              <a:t>): смертность, госпитализации, обострения ХОБЛ, качество жизни, ОФВ₁</a:t>
            </a:r>
          </a:p>
        </p:txBody>
      </p:sp>
      <p:sp>
        <p:nvSpPr>
          <p:cNvPr id="4" name="TextBox 3">
            <a:extLst>
              <a:ext uri="{FF2B5EF4-FFF2-40B4-BE49-F238E27FC236}">
                <a16:creationId xmlns:a16="http://schemas.microsoft.com/office/drawing/2014/main" id="{FE2BA0A6-367C-7959-D55B-0170B9FF9DFB}"/>
              </a:ext>
            </a:extLst>
          </p:cNvPr>
          <p:cNvSpPr txBox="1"/>
          <p:nvPr/>
        </p:nvSpPr>
        <p:spPr>
          <a:xfrm>
            <a:off x="5116738" y="2186766"/>
            <a:ext cx="7011099" cy="738664"/>
          </a:xfrm>
          <a:prstGeom prst="rect">
            <a:avLst/>
          </a:prstGeom>
          <a:noFill/>
        </p:spPr>
        <p:txBody>
          <a:bodyPr wrap="square" rtlCol="0">
            <a:spAutoFit/>
          </a:bodyPr>
          <a:lstStyle/>
          <a:p>
            <a:pPr algn="ctr"/>
            <a:r>
              <a:rPr lang="ru-RU" sz="1400" b="1" dirty="0" err="1"/>
              <a:t>Win</a:t>
            </a:r>
            <a:r>
              <a:rPr lang="ru-RU" sz="1400" b="1" dirty="0"/>
              <a:t> </a:t>
            </a:r>
            <a:r>
              <a:rPr lang="ru-RU" sz="1400" b="1" dirty="0" err="1"/>
              <a:t>ratio</a:t>
            </a:r>
            <a:r>
              <a:rPr lang="ru-RU" sz="1400" b="1" dirty="0"/>
              <a:t> 0,95</a:t>
            </a:r>
          </a:p>
          <a:p>
            <a:pPr algn="ctr"/>
            <a:r>
              <a:rPr lang="ru-RU" sz="1400" b="1" dirty="0"/>
              <a:t>(95% ДИ 0,72–1,25; p=0,72)</a:t>
            </a:r>
          </a:p>
          <a:p>
            <a:pPr algn="ctr"/>
            <a:r>
              <a:rPr lang="ru-RU" sz="1400" b="1" u="sng" dirty="0"/>
              <a:t>Нет различий с плацебо по комбинированной первичной точке</a:t>
            </a:r>
          </a:p>
        </p:txBody>
      </p:sp>
      <p:graphicFrame>
        <p:nvGraphicFramePr>
          <p:cNvPr id="5" name="Table 4">
            <a:extLst>
              <a:ext uri="{FF2B5EF4-FFF2-40B4-BE49-F238E27FC236}">
                <a16:creationId xmlns:a16="http://schemas.microsoft.com/office/drawing/2014/main" id="{A2D90AF0-3402-CACD-43F9-D3FAFDB0189B}"/>
              </a:ext>
            </a:extLst>
          </p:cNvPr>
          <p:cNvGraphicFramePr>
            <a:graphicFrameLocks noGrp="1"/>
          </p:cNvGraphicFramePr>
          <p:nvPr>
            <p:extLst>
              <p:ext uri="{D42A27DB-BD31-4B8C-83A1-F6EECF244321}">
                <p14:modId xmlns:p14="http://schemas.microsoft.com/office/powerpoint/2010/main" val="2466556500"/>
              </p:ext>
            </p:extLst>
          </p:nvPr>
        </p:nvGraphicFramePr>
        <p:xfrm>
          <a:off x="5562287" y="3038439"/>
          <a:ext cx="6120000" cy="2296160"/>
        </p:xfrm>
        <a:graphic>
          <a:graphicData uri="http://schemas.openxmlformats.org/drawingml/2006/table">
            <a:tbl>
              <a:tblPr firstRow="1" bandRow="1">
                <a:tableStyleId>{5C22544A-7EE6-4342-B048-85BDC9FD1C3A}</a:tableStyleId>
              </a:tblPr>
              <a:tblGrid>
                <a:gridCol w="2040000">
                  <a:extLst>
                    <a:ext uri="{9D8B030D-6E8A-4147-A177-3AD203B41FA5}">
                      <a16:colId xmlns:a16="http://schemas.microsoft.com/office/drawing/2014/main" val="3402371116"/>
                    </a:ext>
                  </a:extLst>
                </a:gridCol>
                <a:gridCol w="2040000">
                  <a:extLst>
                    <a:ext uri="{9D8B030D-6E8A-4147-A177-3AD203B41FA5}">
                      <a16:colId xmlns:a16="http://schemas.microsoft.com/office/drawing/2014/main" val="2207859387"/>
                    </a:ext>
                  </a:extLst>
                </a:gridCol>
                <a:gridCol w="2040000">
                  <a:extLst>
                    <a:ext uri="{9D8B030D-6E8A-4147-A177-3AD203B41FA5}">
                      <a16:colId xmlns:a16="http://schemas.microsoft.com/office/drawing/2014/main" val="3240944746"/>
                    </a:ext>
                  </a:extLst>
                </a:gridCol>
              </a:tblGrid>
              <a:tr h="370840">
                <a:tc>
                  <a:txBody>
                    <a:bodyPr/>
                    <a:lstStyle/>
                    <a:p>
                      <a:pPr algn="ctr"/>
                      <a:r>
                        <a:rPr lang="ru-RU" sz="1400" dirty="0">
                          <a:solidFill>
                            <a:schemeClr val="tx1"/>
                          </a:solidFill>
                        </a:rPr>
                        <a:t>Показатель</a:t>
                      </a:r>
                    </a:p>
                  </a:txBody>
                  <a:tcPr/>
                </a:tc>
                <a:tc>
                  <a:txBody>
                    <a:bodyPr/>
                    <a:lstStyle/>
                    <a:p>
                      <a:pPr algn="ctr"/>
                      <a:r>
                        <a:rPr lang="ru-RU" sz="1400" dirty="0" err="1">
                          <a:solidFill>
                            <a:schemeClr val="tx1"/>
                          </a:solidFill>
                        </a:rPr>
                        <a:t>Бисопролол</a:t>
                      </a:r>
                      <a:endParaRPr lang="ru-RU" sz="1400" dirty="0">
                        <a:solidFill>
                          <a:schemeClr val="tx1"/>
                        </a:solidFill>
                      </a:endParaRPr>
                    </a:p>
                  </a:txBody>
                  <a:tcPr/>
                </a:tc>
                <a:tc>
                  <a:txBody>
                    <a:bodyPr/>
                    <a:lstStyle/>
                    <a:p>
                      <a:pPr algn="ctr"/>
                      <a:r>
                        <a:rPr lang="ru-RU" sz="1400" dirty="0">
                          <a:solidFill>
                            <a:schemeClr val="tx1"/>
                          </a:solidFill>
                        </a:rPr>
                        <a:t>Плацебо</a:t>
                      </a:r>
                    </a:p>
                  </a:txBody>
                  <a:tcPr/>
                </a:tc>
                <a:extLst>
                  <a:ext uri="{0D108BD9-81ED-4DB2-BD59-A6C34878D82A}">
                    <a16:rowId xmlns:a16="http://schemas.microsoft.com/office/drawing/2014/main" val="3154292219"/>
                  </a:ext>
                </a:extLst>
              </a:tr>
              <a:tr h="370840">
                <a:tc>
                  <a:txBody>
                    <a:bodyPr/>
                    <a:lstStyle/>
                    <a:p>
                      <a:r>
                        <a:rPr lang="ru-RU" sz="1400" dirty="0"/>
                        <a:t>Смертность</a:t>
                      </a:r>
                      <a:r>
                        <a:rPr lang="en-US" sz="1400" dirty="0"/>
                        <a:t>*</a:t>
                      </a:r>
                      <a:endParaRPr lang="ru-RU" sz="1400" dirty="0"/>
                    </a:p>
                  </a:txBody>
                  <a:tcPr/>
                </a:tc>
                <a:tc>
                  <a:txBody>
                    <a:bodyPr/>
                    <a:lstStyle/>
                    <a:p>
                      <a:pPr algn="ctr"/>
                      <a:r>
                        <a:rPr lang="ru-RU" sz="1400" dirty="0"/>
                        <a:t>10%</a:t>
                      </a:r>
                    </a:p>
                  </a:txBody>
                  <a:tcPr/>
                </a:tc>
                <a:tc>
                  <a:txBody>
                    <a:bodyPr/>
                    <a:lstStyle/>
                    <a:p>
                      <a:pPr algn="ctr"/>
                      <a:r>
                        <a:rPr lang="ru-RU" sz="1400" dirty="0"/>
                        <a:t>8%</a:t>
                      </a:r>
                    </a:p>
                  </a:txBody>
                  <a:tcPr/>
                </a:tc>
                <a:extLst>
                  <a:ext uri="{0D108BD9-81ED-4DB2-BD59-A6C34878D82A}">
                    <a16:rowId xmlns:a16="http://schemas.microsoft.com/office/drawing/2014/main" val="9776870"/>
                  </a:ext>
                </a:extLst>
              </a:tr>
              <a:tr h="370840">
                <a:tc>
                  <a:txBody>
                    <a:bodyPr/>
                    <a:lstStyle/>
                    <a:p>
                      <a:r>
                        <a:rPr lang="ru-RU" sz="1400" dirty="0"/>
                        <a:t>Обострения ХОБЛ/год</a:t>
                      </a:r>
                    </a:p>
                  </a:txBody>
                  <a:tcPr/>
                </a:tc>
                <a:tc>
                  <a:txBody>
                    <a:bodyPr/>
                    <a:lstStyle/>
                    <a:p>
                      <a:pPr algn="ctr"/>
                      <a:r>
                        <a:rPr lang="ru-RU" sz="1400" dirty="0"/>
                        <a:t>0,89</a:t>
                      </a:r>
                    </a:p>
                  </a:txBody>
                  <a:tcPr/>
                </a:tc>
                <a:tc>
                  <a:txBody>
                    <a:bodyPr/>
                    <a:lstStyle/>
                    <a:p>
                      <a:pPr algn="ctr"/>
                      <a:r>
                        <a:rPr lang="ru-RU" sz="1400" dirty="0"/>
                        <a:t>0,95</a:t>
                      </a:r>
                    </a:p>
                  </a:txBody>
                  <a:tcPr/>
                </a:tc>
                <a:extLst>
                  <a:ext uri="{0D108BD9-81ED-4DB2-BD59-A6C34878D82A}">
                    <a16:rowId xmlns:a16="http://schemas.microsoft.com/office/drawing/2014/main" val="1110626047"/>
                  </a:ext>
                </a:extLst>
              </a:tr>
              <a:tr h="370840">
                <a:tc>
                  <a:txBody>
                    <a:bodyPr/>
                    <a:lstStyle/>
                    <a:p>
                      <a:r>
                        <a:rPr lang="ru-RU" sz="1400" dirty="0"/>
                        <a:t>ОФВ₁ от должного на 24 месяце</a:t>
                      </a:r>
                    </a:p>
                  </a:txBody>
                  <a:tcPr/>
                </a:tc>
                <a:tc>
                  <a:txBody>
                    <a:bodyPr/>
                    <a:lstStyle/>
                    <a:p>
                      <a:pPr algn="ctr"/>
                      <a:r>
                        <a:rPr lang="ru-RU" sz="1400" dirty="0"/>
                        <a:t>45,1%</a:t>
                      </a:r>
                    </a:p>
                  </a:txBody>
                  <a:tcPr/>
                </a:tc>
                <a:tc>
                  <a:txBody>
                    <a:bodyPr/>
                    <a:lstStyle/>
                    <a:p>
                      <a:pPr algn="ctr"/>
                      <a:r>
                        <a:rPr lang="ru-RU" sz="1400" dirty="0"/>
                        <a:t>46,5%</a:t>
                      </a:r>
                    </a:p>
                  </a:txBody>
                  <a:tcPr/>
                </a:tc>
                <a:extLst>
                  <a:ext uri="{0D108BD9-81ED-4DB2-BD59-A6C34878D82A}">
                    <a16:rowId xmlns:a16="http://schemas.microsoft.com/office/drawing/2014/main" val="1237909471"/>
                  </a:ext>
                </a:extLst>
              </a:tr>
              <a:tr h="370840">
                <a:tc>
                  <a:txBody>
                    <a:bodyPr/>
                    <a:lstStyle/>
                    <a:p>
                      <a:r>
                        <a:rPr lang="en-US" sz="1400" dirty="0"/>
                        <a:t>MACE</a:t>
                      </a:r>
                      <a:endParaRPr lang="ru-RU" sz="1400" dirty="0"/>
                    </a:p>
                  </a:txBody>
                  <a:tcPr/>
                </a:tc>
                <a:tc gridSpan="2">
                  <a:txBody>
                    <a:bodyPr/>
                    <a:lstStyle/>
                    <a:p>
                      <a:pPr algn="ctr"/>
                      <a:r>
                        <a:rPr lang="ru-RU" sz="1400" dirty="0"/>
                        <a:t>17 (6%) участников — без различий между группами</a:t>
                      </a:r>
                    </a:p>
                  </a:txBody>
                  <a:tcPr/>
                </a:tc>
                <a:tc hMerge="1">
                  <a:txBody>
                    <a:bodyPr/>
                    <a:lstStyle/>
                    <a:p>
                      <a:endParaRPr lang="ru-RU" dirty="0"/>
                    </a:p>
                  </a:txBody>
                  <a:tcPr/>
                </a:tc>
                <a:extLst>
                  <a:ext uri="{0D108BD9-81ED-4DB2-BD59-A6C34878D82A}">
                    <a16:rowId xmlns:a16="http://schemas.microsoft.com/office/drawing/2014/main" val="279265546"/>
                  </a:ext>
                </a:extLst>
              </a:tr>
            </a:tbl>
          </a:graphicData>
        </a:graphic>
      </p:graphicFrame>
      <p:sp>
        <p:nvSpPr>
          <p:cNvPr id="6" name="Google Shape;491;p8">
            <a:extLst>
              <a:ext uri="{FF2B5EF4-FFF2-40B4-BE49-F238E27FC236}">
                <a16:creationId xmlns:a16="http://schemas.microsoft.com/office/drawing/2014/main" id="{7D947C3D-A2B0-41AE-F260-A8C528F0AA29}"/>
              </a:ext>
            </a:extLst>
          </p:cNvPr>
          <p:cNvSpPr txBox="1"/>
          <p:nvPr/>
        </p:nvSpPr>
        <p:spPr>
          <a:xfrm>
            <a:off x="281939" y="358093"/>
            <a:ext cx="10954800" cy="1569620"/>
          </a:xfrm>
          <a:prstGeom prst="rect">
            <a:avLst/>
          </a:prstGeom>
          <a:noFill/>
          <a:ln>
            <a:noFill/>
          </a:ln>
        </p:spPr>
        <p:txBody>
          <a:bodyPr spcFirstLastPara="1" wrap="square" lIns="91425" tIns="45700" rIns="91425" bIns="45700" anchor="t" anchorCtr="0">
            <a:spAutoFit/>
          </a:bodyPr>
          <a:lstStyle/>
          <a:p>
            <a:pPr lvl="0">
              <a:buClr>
                <a:srgbClr val="000000"/>
              </a:buClr>
              <a:buSzPts val="2800"/>
              <a:defRPr/>
            </a:pPr>
            <a:r>
              <a:rPr lang="ru-RU" sz="2800" b="1" dirty="0">
                <a:solidFill>
                  <a:srgbClr val="503291"/>
                </a:solidFill>
                <a:ea typeface="Verdana"/>
                <a:cs typeface="Verdana"/>
                <a:sym typeface="Verdana"/>
              </a:rPr>
              <a:t>Исследование PACE (2026): </a:t>
            </a:r>
            <a:r>
              <a:rPr lang="ru-RU" sz="2800" b="1" dirty="0" err="1">
                <a:solidFill>
                  <a:srgbClr val="503291"/>
                </a:solidFill>
                <a:ea typeface="Verdana"/>
                <a:cs typeface="Verdana"/>
                <a:sym typeface="Verdana"/>
              </a:rPr>
              <a:t>бисопролол</a:t>
            </a:r>
            <a:r>
              <a:rPr lang="ru-RU" sz="2800" b="1" dirty="0">
                <a:solidFill>
                  <a:srgbClr val="503291"/>
                </a:solidFill>
                <a:ea typeface="Verdana"/>
                <a:cs typeface="Verdana"/>
                <a:sym typeface="Verdana"/>
              </a:rPr>
              <a:t> безопасен у пациентов с ХОБЛ </a:t>
            </a:r>
          </a:p>
          <a:p>
            <a:pPr lvl="0">
              <a:buClr>
                <a:srgbClr val="000000"/>
              </a:buClr>
              <a:buSzPts val="2800"/>
              <a:defRPr/>
            </a:pPr>
            <a:r>
              <a:rPr lang="ru-RU" sz="2000" b="1" dirty="0">
                <a:solidFill>
                  <a:srgbClr val="E61E50"/>
                </a:solidFill>
                <a:ea typeface="Verdana"/>
                <a:cs typeface="Verdana"/>
                <a:sym typeface="Verdana"/>
              </a:rPr>
              <a:t>Первое двойное слепое РКИ III фазы по кардиореспираторной безопасности </a:t>
            </a:r>
            <a:r>
              <a:rPr lang="ru-RU" sz="2000" b="1" dirty="0" err="1">
                <a:solidFill>
                  <a:srgbClr val="E61E50"/>
                </a:solidFill>
                <a:ea typeface="Verdana"/>
                <a:cs typeface="Verdana"/>
                <a:sym typeface="Verdana"/>
              </a:rPr>
              <a:t>бисопролола</a:t>
            </a:r>
            <a:r>
              <a:rPr lang="ru-RU" sz="2000" b="1" dirty="0">
                <a:solidFill>
                  <a:srgbClr val="E61E50"/>
                </a:solidFill>
                <a:ea typeface="Verdana"/>
                <a:cs typeface="Verdana"/>
                <a:sym typeface="Verdana"/>
              </a:rPr>
              <a:t> при ХОБЛ (24 месяца)</a:t>
            </a:r>
            <a:endParaRPr kumimoji="0" sz="2000" b="1" i="0" u="none" strike="noStrike" kern="1200" cap="none" spc="0" normalizeH="0" baseline="0" noProof="0" dirty="0">
              <a:ln>
                <a:noFill/>
              </a:ln>
              <a:solidFill>
                <a:srgbClr val="E61E50"/>
              </a:solidFill>
              <a:effectLst/>
              <a:uLnTx/>
              <a:uFillTx/>
              <a:latin typeface="Verdana"/>
              <a:ea typeface="Verdana"/>
              <a:cs typeface="Verdana"/>
              <a:sym typeface="Verdana"/>
            </a:endParaRPr>
          </a:p>
        </p:txBody>
      </p:sp>
      <p:sp>
        <p:nvSpPr>
          <p:cNvPr id="8" name="TextBox 7">
            <a:extLst>
              <a:ext uri="{FF2B5EF4-FFF2-40B4-BE49-F238E27FC236}">
                <a16:creationId xmlns:a16="http://schemas.microsoft.com/office/drawing/2014/main" id="{DFC64DB7-BF85-7389-36A3-02955A935160}"/>
              </a:ext>
            </a:extLst>
          </p:cNvPr>
          <p:cNvSpPr txBox="1"/>
          <p:nvPr/>
        </p:nvSpPr>
        <p:spPr>
          <a:xfrm>
            <a:off x="5554537" y="5628251"/>
            <a:ext cx="6127750" cy="307777"/>
          </a:xfrm>
          <a:prstGeom prst="rect">
            <a:avLst/>
          </a:prstGeom>
          <a:noFill/>
        </p:spPr>
        <p:txBody>
          <a:bodyPr wrap="square">
            <a:spAutoFit/>
          </a:bodyPr>
          <a:lstStyle/>
          <a:p>
            <a:r>
              <a:rPr lang="en-US" sz="1400" dirty="0"/>
              <a:t>*</a:t>
            </a:r>
            <a:r>
              <a:rPr lang="ru-RU" sz="1400" dirty="0"/>
              <a:t>ни одна смерть не была связана с лечением</a:t>
            </a:r>
          </a:p>
        </p:txBody>
      </p:sp>
      <p:sp>
        <p:nvSpPr>
          <p:cNvPr id="10" name="TextBox 9">
            <a:extLst>
              <a:ext uri="{FF2B5EF4-FFF2-40B4-BE49-F238E27FC236}">
                <a16:creationId xmlns:a16="http://schemas.microsoft.com/office/drawing/2014/main" id="{6923C4EF-5146-CB07-356A-7309943D8764}"/>
              </a:ext>
            </a:extLst>
          </p:cNvPr>
          <p:cNvSpPr txBox="1"/>
          <p:nvPr/>
        </p:nvSpPr>
        <p:spPr>
          <a:xfrm>
            <a:off x="492072" y="6432518"/>
            <a:ext cx="11052228" cy="200055"/>
          </a:xfrm>
          <a:prstGeom prst="rect">
            <a:avLst/>
          </a:prstGeom>
          <a:noFill/>
        </p:spPr>
        <p:txBody>
          <a:bodyPr wrap="square">
            <a:spAutoFit/>
          </a:bodyPr>
          <a:lstStyle/>
          <a:p>
            <a:r>
              <a:rPr lang="fr-FR" sz="700" dirty="0"/>
              <a:t>PACE </a:t>
            </a:r>
            <a:r>
              <a:rPr lang="fr-FR" sz="700" dirty="0" err="1"/>
              <a:t>Investigators</a:t>
            </a:r>
            <a:r>
              <a:rPr lang="fr-FR" sz="700" dirty="0"/>
              <a:t>. Lancet </a:t>
            </a:r>
            <a:r>
              <a:rPr lang="fr-FR" sz="700" dirty="0" err="1"/>
              <a:t>Respir</a:t>
            </a:r>
            <a:r>
              <a:rPr lang="fr-FR" sz="700" dirty="0"/>
              <a:t> Med. 2026.</a:t>
            </a:r>
            <a:r>
              <a:rPr lang="ru-RU" sz="700" dirty="0"/>
              <a:t> </a:t>
            </a:r>
            <a:r>
              <a:rPr lang="en-US" sz="700" dirty="0"/>
              <a:t>Published Online</a:t>
            </a:r>
            <a:r>
              <a:rPr lang="ru-RU" sz="700" dirty="0"/>
              <a:t> </a:t>
            </a:r>
            <a:r>
              <a:rPr lang="en-US" sz="700" dirty="0"/>
              <a:t>Jan</a:t>
            </a:r>
            <a:r>
              <a:rPr lang="ru-RU" sz="700" dirty="0"/>
              <a:t>,</a:t>
            </a:r>
            <a:r>
              <a:rPr lang="en-US" sz="700" dirty="0"/>
              <a:t> 21, 2026</a:t>
            </a:r>
            <a:r>
              <a:rPr lang="ru-RU" sz="700" dirty="0"/>
              <a:t>, </a:t>
            </a:r>
            <a:r>
              <a:rPr lang="en-US" sz="700" dirty="0"/>
              <a:t>https://doi.org/10.1016/S2213-2600(25)00390-X</a:t>
            </a:r>
            <a:endParaRPr lang="ru-RU" sz="700" dirty="0"/>
          </a:p>
        </p:txBody>
      </p:sp>
      <p:sp>
        <p:nvSpPr>
          <p:cNvPr id="12" name="TextBox 11">
            <a:extLst>
              <a:ext uri="{FF2B5EF4-FFF2-40B4-BE49-F238E27FC236}">
                <a16:creationId xmlns:a16="http://schemas.microsoft.com/office/drawing/2014/main" id="{46F9A626-54CB-9754-EBAE-B798020275C2}"/>
              </a:ext>
            </a:extLst>
          </p:cNvPr>
          <p:cNvSpPr txBox="1"/>
          <p:nvPr/>
        </p:nvSpPr>
        <p:spPr>
          <a:xfrm>
            <a:off x="281938" y="6088281"/>
            <a:ext cx="10802373" cy="276999"/>
          </a:xfrm>
          <a:prstGeom prst="rect">
            <a:avLst/>
          </a:prstGeom>
          <a:noFill/>
        </p:spPr>
        <p:txBody>
          <a:bodyPr wrap="square">
            <a:spAutoFit/>
          </a:bodyPr>
          <a:lstStyle/>
          <a:p>
            <a:r>
              <a:rPr lang="ru-RU" sz="1200" dirty="0"/>
              <a:t>ОФВ</a:t>
            </a:r>
            <a:r>
              <a:rPr lang="ru-RU" sz="1200" baseline="-25000" dirty="0"/>
              <a:t>1</a:t>
            </a:r>
            <a:r>
              <a:rPr lang="ru-RU" sz="1200" baseline="30000" dirty="0"/>
              <a:t> </a:t>
            </a:r>
            <a:r>
              <a:rPr lang="ru-RU" sz="1200" dirty="0"/>
              <a:t>объем форсированного выдоха, </a:t>
            </a:r>
            <a:r>
              <a:rPr lang="en-US" sz="1200" dirty="0"/>
              <a:t>MACE – </a:t>
            </a:r>
            <a:r>
              <a:rPr lang="ru-RU" sz="1200" dirty="0"/>
              <a:t>большие сердечно-сосудистые события</a:t>
            </a:r>
            <a:endParaRPr lang="ru-RU" sz="1200" baseline="-25000" dirty="0"/>
          </a:p>
        </p:txBody>
      </p:sp>
    </p:spTree>
    <p:extLst>
      <p:ext uri="{BB962C8B-B14F-4D97-AF65-F5344CB8AC3E}">
        <p14:creationId xmlns:p14="http://schemas.microsoft.com/office/powerpoint/2010/main" val="2215765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Бисопролол у пациентов с ХСН и ХБП: </a:t>
            </a:r>
            <a:r>
              <a:rPr kumimoji="0" lang="en-US" sz="22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доказательная</a:t>
            </a:r>
            <a:r>
              <a:rPr kumimoji="0" lang="en-US" sz="2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a:t>
            </a:r>
            <a:r>
              <a:rPr kumimoji="0" lang="en-US" sz="22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база</a:t>
            </a:r>
            <a:endParaRPr kumimoji="0" lang="en-US" sz="2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5" name="Shape 3"/>
          <p:cNvSpPr/>
          <p:nvPr/>
        </p:nvSpPr>
        <p:spPr>
          <a:xfrm>
            <a:off x="457200" y="1554480"/>
            <a:ext cx="11247120" cy="1417320"/>
          </a:xfrm>
          <a:prstGeom prst="rect">
            <a:avLst/>
          </a:prstGeom>
          <a:solidFill>
            <a:srgbClr val="F4F7FA"/>
          </a:solidFill>
          <a:ln w="12700">
            <a:solidFill>
              <a:srgbClr val="F4F7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457200" y="1554480"/>
            <a:ext cx="73152" cy="1417320"/>
          </a:xfrm>
          <a:prstGeom prst="rect">
            <a:avLst/>
          </a:prstGeom>
          <a:solidFill>
            <a:srgbClr val="065A82"/>
          </a:solidFill>
          <a:ln w="12700">
            <a:solidFill>
              <a:srgbClr val="065A8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731520" y="1627632"/>
            <a:ext cx="108813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65A82"/>
                </a:solidFill>
                <a:effectLst/>
                <a:uLnTx/>
                <a:uFillTx/>
                <a:latin typeface="Arial" panose="020B0604020202020204" pitchFamily="34" charset="0"/>
                <a:ea typeface="Calibri" pitchFamily="34" charset="-122"/>
                <a:cs typeface="Arial" panose="020B0604020202020204" pitchFamily="34" charset="0"/>
              </a:rPr>
              <a:t>1. Фармакокинетика бисопролола при нарушении </a:t>
            </a:r>
            <a:r>
              <a:rPr kumimoji="0" lang="en-US" sz="1500" b="1" i="0" u="none" strike="noStrike" kern="1200" cap="none" spc="0" normalizeH="0" baseline="0" noProof="0" dirty="0" err="1">
                <a:ln>
                  <a:noFill/>
                </a:ln>
                <a:solidFill>
                  <a:srgbClr val="065A82"/>
                </a:solidFill>
                <a:effectLst/>
                <a:uLnTx/>
                <a:uFillTx/>
                <a:latin typeface="Arial" panose="020B0604020202020204" pitchFamily="34" charset="0"/>
                <a:ea typeface="Calibri" pitchFamily="34" charset="-122"/>
                <a:cs typeface="Arial" panose="020B0604020202020204" pitchFamily="34" charset="0"/>
              </a:rPr>
              <a:t>функции</a:t>
            </a:r>
            <a:r>
              <a:rPr kumimoji="0" lang="en-US" sz="1500" b="1" i="0" u="none" strike="noStrike" kern="1200" cap="none" spc="0" normalizeH="0" baseline="0" noProof="0" dirty="0">
                <a:ln>
                  <a:noFill/>
                </a:ln>
                <a:solidFill>
                  <a:srgbClr val="065A82"/>
                </a:solidFill>
                <a:effectLst/>
                <a:uLnTx/>
                <a:uFillTx/>
                <a:latin typeface="Arial" panose="020B0604020202020204" pitchFamily="34" charset="0"/>
                <a:ea typeface="Calibri" pitchFamily="34" charset="-122"/>
                <a:cs typeface="Arial" panose="020B0604020202020204" pitchFamily="34" charset="0"/>
              </a:rPr>
              <a:t> почек</a:t>
            </a:r>
            <a:r>
              <a:rPr kumimoji="0" lang="en-US" sz="1500" b="1" i="0" u="none" strike="noStrike" kern="1200" cap="none" spc="0" normalizeH="0" baseline="30000" noProof="0" dirty="0">
                <a:ln>
                  <a:noFill/>
                </a:ln>
                <a:solidFill>
                  <a:srgbClr val="065A82"/>
                </a:solidFill>
                <a:effectLst/>
                <a:uLnTx/>
                <a:uFillTx/>
                <a:latin typeface="Arial" panose="020B0604020202020204" pitchFamily="34" charset="0"/>
                <a:ea typeface="Calibri" pitchFamily="34" charset="-122"/>
                <a:cs typeface="Arial" panose="020B0604020202020204" pitchFamily="34" charset="0"/>
              </a:rPr>
              <a:t>3</a:t>
            </a:r>
            <a:endParaRPr kumimoji="0" lang="en-US" sz="15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 name="Text 6"/>
          <p:cNvSpPr/>
          <p:nvPr/>
        </p:nvSpPr>
        <p:spPr>
          <a:xfrm>
            <a:off x="731520" y="2011680"/>
            <a:ext cx="10881360" cy="4114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Сбалансированный клиренс </a:t>
            </a:r>
            <a:r>
              <a:rPr kumimoji="0" lang="ru-RU" sz="1200" b="0"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(~50% почечная / ~50% печёночная элиминация) — фармакокинетическая особенность </a:t>
            </a:r>
            <a:r>
              <a:rPr kumimoji="0" lang="ru-RU" sz="1200" b="0" i="0" u="none" strike="noStrike" kern="1200" cap="none" spc="0" normalizeH="0" baseline="0" noProof="0" dirty="0" err="1">
                <a:ln>
                  <a:noFill/>
                </a:ln>
                <a:solidFill>
                  <a:srgbClr val="1A1A1A"/>
                </a:solidFill>
                <a:effectLst/>
                <a:uLnTx/>
                <a:uFillTx/>
                <a:latin typeface="Arial" panose="020B0604020202020204" pitchFamily="34" charset="0"/>
                <a:ea typeface="Calibri" pitchFamily="34" charset="-122"/>
                <a:cs typeface="Arial" panose="020B0604020202020204" pitchFamily="34" charset="0"/>
              </a:rPr>
              <a:t>бисопролола</a:t>
            </a:r>
            <a:r>
              <a:rPr kumimoji="0" lang="ru-RU" sz="1200" b="0"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 обеспечивающая предсказуемое поведение препарата при нарушении функции почек</a:t>
            </a:r>
            <a:r>
              <a:rPr kumimoji="0" lang="ru-RU" sz="1200" b="1"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 name="Text 7"/>
          <p:cNvSpPr/>
          <p:nvPr/>
        </p:nvSpPr>
        <p:spPr>
          <a:xfrm>
            <a:off x="731520" y="2423160"/>
            <a:ext cx="10881360"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Отсутствие клинически значимой кумуляции </a:t>
            </a:r>
            <a:r>
              <a:rPr kumimoji="0" lang="ru-RU" sz="1200" b="0" i="0"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даже при тяжёлой почечной дисфункции и терминальной ХБП на гемодиализе; коррекция дозы не требуется при лёгкой/умеренной ХБП, при тяжёлой/терминальной ХБП — не выше 10 мг/</a:t>
            </a:r>
            <a:r>
              <a:rPr kumimoji="0" lang="ru-RU" sz="1200" b="0" i="0" u="none" strike="noStrike" kern="1200" cap="none" spc="0" normalizeH="0" baseline="0" noProof="0" dirty="0" err="1">
                <a:ln>
                  <a:noFill/>
                </a:ln>
                <a:solidFill>
                  <a:prstClr val="black"/>
                </a:solidFill>
                <a:effectLst/>
                <a:uLnTx/>
                <a:uFillTx/>
                <a:latin typeface="Arial" panose="020B0604020202020204" pitchFamily="34" charset="0"/>
                <a:ea typeface="Calibri" pitchFamily="34" charset="-122"/>
                <a:cs typeface="Arial" panose="020B0604020202020204" pitchFamily="34" charset="0"/>
              </a:rPr>
              <a:t>сут</a:t>
            </a:r>
            <a:r>
              <a:rPr kumimoji="0" lang="ru-RU" sz="1200" b="0" i="0"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0" name="Shape 8"/>
          <p:cNvSpPr/>
          <p:nvPr/>
        </p:nvSpPr>
        <p:spPr>
          <a:xfrm>
            <a:off x="457200" y="3108960"/>
            <a:ext cx="5486400" cy="2240280"/>
          </a:xfrm>
          <a:prstGeom prst="rect">
            <a:avLst/>
          </a:prstGeom>
          <a:solidFill>
            <a:srgbClr val="F4F7FA"/>
          </a:solidFill>
          <a:ln w="12700">
            <a:solidFill>
              <a:srgbClr val="F4F7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457200" y="3108960"/>
            <a:ext cx="73152" cy="2240280"/>
          </a:xfrm>
          <a:prstGeom prst="rect">
            <a:avLst/>
          </a:prstGeom>
          <a:solidFill>
            <a:srgbClr val="1C7293"/>
          </a:solidFill>
          <a:ln w="12700">
            <a:solidFill>
              <a:srgbClr val="1C729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731520" y="3182112"/>
            <a:ext cx="51663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C7293"/>
                </a:solidFill>
                <a:effectLst/>
                <a:uLnTx/>
                <a:uFillTx/>
                <a:latin typeface="Arial" panose="020B0604020202020204" pitchFamily="34" charset="0"/>
                <a:ea typeface="Calibri" pitchFamily="34" charset="-122"/>
                <a:cs typeface="Arial" panose="020B0604020202020204" pitchFamily="34" charset="0"/>
              </a:rPr>
              <a:t>2. CIBIS-II (Lancet, 1999)</a:t>
            </a:r>
            <a:r>
              <a:rPr kumimoji="0" lang="en-US" sz="1500" b="1" i="0" u="none" strike="noStrike" kern="1200" cap="none" spc="0" normalizeH="0" baseline="30000" noProof="0" dirty="0">
                <a:ln>
                  <a:noFill/>
                </a:ln>
                <a:solidFill>
                  <a:srgbClr val="1C7293"/>
                </a:solidFill>
                <a:effectLst/>
                <a:uLnTx/>
                <a:uFillTx/>
                <a:latin typeface="Arial" panose="020B0604020202020204" pitchFamily="34" charset="0"/>
                <a:ea typeface="Calibri" pitchFamily="34" charset="-122"/>
                <a:cs typeface="Arial" panose="020B0604020202020204" pitchFamily="34" charset="0"/>
              </a:rPr>
              <a:t>1</a:t>
            </a:r>
            <a:endParaRPr kumimoji="0" lang="en-US" sz="15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 name="Text 11"/>
          <p:cNvSpPr/>
          <p:nvPr/>
        </p:nvSpPr>
        <p:spPr>
          <a:xfrm>
            <a:off x="731520" y="3547872"/>
            <a:ext cx="5166360" cy="3200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n=2647</a:t>
            </a:r>
            <a:r>
              <a:rPr kumimoji="0" lang="en-US" sz="1150" b="0"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 ХСН NYHA III–IV, ФВ ≤35%</a:t>
            </a:r>
            <a:endParaRPr kumimoji="0" lang="en-US" sz="11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4" name="Text 12"/>
          <p:cNvSpPr/>
          <p:nvPr/>
        </p:nvSpPr>
        <p:spPr>
          <a:xfrm>
            <a:off x="731520" y="3886200"/>
            <a:ext cx="173736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065A82"/>
                </a:solidFill>
                <a:effectLst/>
                <a:uLnTx/>
                <a:uFillTx/>
                <a:latin typeface="Calibri" pitchFamily="34" charset="0"/>
                <a:ea typeface="Calibri" pitchFamily="34" charset="-122"/>
                <a:cs typeface="Calibri" pitchFamily="34" charset="-120"/>
              </a:rPr>
              <a:t>↓ 34%</a:t>
            </a:r>
            <a:endParaRPr kumimoji="0" lang="en-US" sz="3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2514600" y="3931920"/>
            <a:ext cx="338328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общая смертность</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ОР 0.66 (95% ДИ 0.54–0.81)</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p&lt;0.0001</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6" name="Text 14"/>
          <p:cNvSpPr/>
          <p:nvPr/>
        </p:nvSpPr>
        <p:spPr>
          <a:xfrm>
            <a:off x="731520" y="4886461"/>
            <a:ext cx="5166360" cy="548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Post-hoc subgroup-анализ показал сохранение эффекта у пациентов с ХБП</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7" name="Shape 15"/>
          <p:cNvSpPr/>
          <p:nvPr/>
        </p:nvSpPr>
        <p:spPr>
          <a:xfrm>
            <a:off x="6217920" y="3108960"/>
            <a:ext cx="5486400" cy="2240280"/>
          </a:xfrm>
          <a:prstGeom prst="rect">
            <a:avLst/>
          </a:prstGeom>
          <a:solidFill>
            <a:srgbClr val="F4F7FA"/>
          </a:solidFill>
          <a:ln w="12700">
            <a:solidFill>
              <a:srgbClr val="F4F7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p:cNvSpPr/>
          <p:nvPr/>
        </p:nvSpPr>
        <p:spPr>
          <a:xfrm>
            <a:off x="6217920" y="3108960"/>
            <a:ext cx="73152" cy="2240280"/>
          </a:xfrm>
          <a:prstGeom prst="rect">
            <a:avLst/>
          </a:prstGeom>
          <a:solidFill>
            <a:srgbClr val="21295C"/>
          </a:solidFill>
          <a:ln w="12700">
            <a:solidFill>
              <a:srgbClr val="21295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p:cNvSpPr/>
          <p:nvPr/>
        </p:nvSpPr>
        <p:spPr>
          <a:xfrm>
            <a:off x="6492240" y="3182112"/>
            <a:ext cx="51663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21295C"/>
                </a:solidFill>
                <a:effectLst/>
                <a:uLnTx/>
                <a:uFillTx/>
                <a:latin typeface="Arial" panose="020B0604020202020204" pitchFamily="34" charset="0"/>
                <a:ea typeface="Calibri" pitchFamily="34" charset="-122"/>
                <a:cs typeface="Arial" panose="020B0604020202020204" pitchFamily="34" charset="0"/>
              </a:rPr>
              <a:t>3. Cochrane Lunney et al., 2020</a:t>
            </a:r>
            <a:r>
              <a:rPr kumimoji="0" lang="en-US" sz="1500" b="1" i="0" u="none" strike="noStrike" kern="1200" cap="none" spc="0" normalizeH="0" baseline="30000" noProof="0" dirty="0">
                <a:ln>
                  <a:noFill/>
                </a:ln>
                <a:solidFill>
                  <a:srgbClr val="21295C"/>
                </a:solidFill>
                <a:effectLst/>
                <a:uLnTx/>
                <a:uFillTx/>
                <a:latin typeface="Arial" panose="020B0604020202020204" pitchFamily="34" charset="0"/>
                <a:ea typeface="Calibri" pitchFamily="34" charset="-122"/>
                <a:cs typeface="Arial" panose="020B0604020202020204" pitchFamily="34" charset="0"/>
              </a:rPr>
              <a:t>2</a:t>
            </a:r>
            <a:endParaRPr kumimoji="0" lang="en-US" sz="15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0" name="Text 18"/>
          <p:cNvSpPr/>
          <p:nvPr/>
        </p:nvSpPr>
        <p:spPr>
          <a:xfrm>
            <a:off x="6492240" y="3547872"/>
            <a:ext cx="5166360" cy="3200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Мета-анализ 4 РКИ, </a:t>
            </a:r>
            <a:r>
              <a:rPr kumimoji="0" lang="en-US" sz="1150" b="1"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n=3136</a:t>
            </a:r>
            <a:r>
              <a:rPr kumimoji="0" lang="en-US" sz="1150" b="0"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 </a:t>
            </a:r>
            <a:r>
              <a:rPr kumimoji="0" lang="en-US" sz="1150" b="1"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ХСН + ХБП</a:t>
            </a:r>
            <a:endParaRPr kumimoji="0" lang="en-US" sz="115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 name="Text 19"/>
          <p:cNvSpPr/>
          <p:nvPr/>
        </p:nvSpPr>
        <p:spPr>
          <a:xfrm>
            <a:off x="6492240" y="3886200"/>
            <a:ext cx="173736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065A82"/>
                </a:solidFill>
                <a:effectLst/>
                <a:uLnTx/>
                <a:uFillTx/>
                <a:latin typeface="Calibri" pitchFamily="34" charset="0"/>
                <a:ea typeface="Calibri" pitchFamily="34" charset="-122"/>
                <a:cs typeface="Calibri" pitchFamily="34" charset="-120"/>
              </a:rPr>
              <a:t>↓ 31%</a:t>
            </a:r>
            <a:endParaRPr kumimoji="0" lang="en-US" sz="3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8275320" y="3931920"/>
            <a:ext cx="338328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смертность от всех причин</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ОР 0.69 (95% ДИ 0.60–0.79)</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I² = 0%; </a:t>
            </a:r>
            <a:r>
              <a:rPr kumimoji="0" lang="ru-RU" sz="1400" b="0"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согласованные результаты по всем 4 РКИ</a:t>
            </a:r>
            <a:r>
              <a:rPr kumimoji="0" lang="en-US" sz="1400" b="0"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 - moderate certainty (GRADE)</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3" name="Text 21"/>
          <p:cNvSpPr/>
          <p:nvPr/>
        </p:nvSpPr>
        <p:spPr>
          <a:xfrm>
            <a:off x="6492240" y="4886461"/>
            <a:ext cx="5166360" cy="548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Терапия β-адреноблокаторами у пациентов с ХСН и сопутствующей ХБП</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9" name="TextBox 28">
            <a:extLst>
              <a:ext uri="{FF2B5EF4-FFF2-40B4-BE49-F238E27FC236}">
                <a16:creationId xmlns:a16="http://schemas.microsoft.com/office/drawing/2014/main" id="{52DA61E3-3A7A-CF11-7058-E7AE84E528ED}"/>
              </a:ext>
            </a:extLst>
          </p:cNvPr>
          <p:cNvSpPr txBox="1"/>
          <p:nvPr/>
        </p:nvSpPr>
        <p:spPr>
          <a:xfrm>
            <a:off x="296349" y="6222817"/>
            <a:ext cx="1097280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1. CIBIS-II Investigators and Committees. The Cardiac Insufficiency Bisoprolol Study II (CIBIS-II): a </a:t>
            </a:r>
            <a:r>
              <a:rPr kumimoji="0" lang="en-US" sz="800" b="0" i="0" u="none" strike="noStrike" kern="1200" cap="none" spc="0" normalizeH="0" baseline="0" noProof="0" dirty="0" err="1">
                <a:ln>
                  <a:noFill/>
                </a:ln>
                <a:solidFill>
                  <a:prstClr val="black"/>
                </a:solidFill>
                <a:effectLst/>
                <a:uLnTx/>
                <a:uFillTx/>
                <a:latin typeface="Calibri" panose="020F0502020204030204"/>
                <a:ea typeface="+mn-ea"/>
                <a:cs typeface="+mn-cs"/>
              </a:rPr>
              <a:t>randomised</a:t>
            </a: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 trial. Lancet 1999;353(9146):9–13. DOI: 10.1016/S0140-6736(98)11181-9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2. Lunney M, et al. Pharmacological interventions for heart failure in people with chronic kidney disease. Cochrane Database Syst Rev 2020;2(2):CD012466. DOI: 10.1002/14651858.CD012466.pub2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3. Payton CD, et al. The single dose pharmacokinetics of bisoprolol (10 mg) in renal insufficiency: the clinical significance of balanced clearance. </a:t>
            </a:r>
            <a:r>
              <a:rPr kumimoji="0" lang="en-US" sz="800" b="0" i="0" u="none" strike="noStrike" kern="1200" cap="none" spc="0" normalizeH="0" baseline="0" noProof="0" dirty="0" err="1">
                <a:ln>
                  <a:noFill/>
                </a:ln>
                <a:solidFill>
                  <a:prstClr val="black"/>
                </a:solidFill>
                <a:effectLst/>
                <a:uLnTx/>
                <a:uFillTx/>
                <a:latin typeface="Calibri" panose="020F0502020204030204"/>
                <a:ea typeface="+mn-ea"/>
                <a:cs typeface="+mn-cs"/>
              </a:rPr>
              <a:t>Eur</a:t>
            </a: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 Heart J 1987;8(Suppl M):15–22. DOI: 10.1093/</a:t>
            </a:r>
            <a:r>
              <a:rPr kumimoji="0" lang="en-US" sz="800" b="0" i="0" u="none" strike="noStrike" kern="1200" cap="none" spc="0" normalizeH="0" baseline="0" noProof="0" dirty="0" err="1">
                <a:ln>
                  <a:noFill/>
                </a:ln>
                <a:solidFill>
                  <a:prstClr val="black"/>
                </a:solidFill>
                <a:effectLst/>
                <a:uLnTx/>
                <a:uFillTx/>
                <a:latin typeface="Calibri" panose="020F0502020204030204"/>
                <a:ea typeface="+mn-ea"/>
                <a:cs typeface="+mn-cs"/>
              </a:rPr>
              <a:t>eurheartj</a:t>
            </a: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/8.suppl_M.15</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Бисопролол у пациентов </a:t>
            </a:r>
            <a:r>
              <a:rPr kumimoji="0" lang="en-US" sz="22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на</a:t>
            </a:r>
            <a:r>
              <a:rPr kumimoji="0" lang="en-US" sz="2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a:t>
            </a:r>
            <a:r>
              <a:rPr kumimoji="0" lang="en-US" sz="22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гемодиализе</a:t>
            </a:r>
            <a:endParaRPr kumimoji="0" lang="en-US" sz="2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3" name="Text 1"/>
          <p:cNvSpPr/>
          <p:nvPr/>
        </p:nvSpPr>
        <p:spPr>
          <a:xfrm>
            <a:off x="457200" y="914400"/>
            <a:ext cx="11247120"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5A6B7A"/>
                </a:solidFill>
                <a:effectLst/>
                <a:uLnTx/>
                <a:uFillTx/>
                <a:latin typeface="Calibri" pitchFamily="34" charset="0"/>
                <a:ea typeface="Calibri" pitchFamily="34" charset="-122"/>
                <a:cs typeface="Calibri" pitchFamily="34" charset="-120"/>
              </a:rPr>
              <a:t>Данные реальной клинической практики при терминальной ХБП</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457200" y="1325880"/>
            <a:ext cx="11247120" cy="0"/>
          </a:xfrm>
          <a:prstGeom prst="line">
            <a:avLst/>
          </a:prstGeom>
          <a:noFill/>
          <a:ln w="9525">
            <a:solidFill>
              <a:srgbClr val="D4DCE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457200" y="1554480"/>
            <a:ext cx="11247120" cy="6400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65A82"/>
                </a:solidFill>
                <a:effectLst/>
                <a:uLnTx/>
                <a:uFillTx/>
                <a:latin typeface="Arial" panose="020B0604020202020204" pitchFamily="34" charset="0"/>
                <a:ea typeface="Calibri" pitchFamily="34" charset="-122"/>
                <a:cs typeface="Arial" panose="020B0604020202020204" pitchFamily="34" charset="0"/>
              </a:rPr>
              <a:t>Wu PH et al., Clinical Kidney Journal 2021</a:t>
            </a:r>
            <a:r>
              <a:rPr kumimoji="0" lang="en-US" sz="1600" b="1" i="0" u="none" strike="noStrike" kern="1200" cap="none" spc="0" normalizeH="0" baseline="30000" noProof="0" dirty="0">
                <a:ln>
                  <a:noFill/>
                </a:ln>
                <a:solidFill>
                  <a:srgbClr val="065A82"/>
                </a:solidFill>
                <a:effectLst/>
                <a:uLnTx/>
                <a:uFillTx/>
                <a:latin typeface="Arial" panose="020B0604020202020204" pitchFamily="34" charset="0"/>
                <a:ea typeface="Calibri" pitchFamily="34" charset="-122"/>
                <a:cs typeface="Arial" panose="020B0604020202020204" pitchFamily="34" charset="0"/>
              </a:rPr>
              <a:t>1</a:t>
            </a:r>
            <a:r>
              <a:rPr kumimoji="0" lang="en-US" sz="1600" b="0"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 — тайваньское когортное исследование, </a:t>
            </a:r>
            <a:r>
              <a:rPr kumimoji="0" lang="en-US" sz="1600" b="1"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n = 20 476</a:t>
            </a:r>
            <a:r>
              <a:rPr kumimoji="0" lang="en-US" sz="1600" b="0"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 пациентов на гемодиализе (бисопролол 9 305 vs карведилол 11 171); 2-летнее наблюдение, propensity score matching.</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 name="Text 4"/>
          <p:cNvSpPr/>
          <p:nvPr/>
        </p:nvSpPr>
        <p:spPr>
          <a:xfrm>
            <a:off x="457200" y="2194560"/>
            <a:ext cx="11247120" cy="228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5A6B7A"/>
                </a:solidFill>
                <a:effectLst/>
                <a:uLnTx/>
                <a:uFillTx/>
                <a:latin typeface="Arial" panose="020B0604020202020204" pitchFamily="34" charset="0"/>
                <a:ea typeface="Calibri" pitchFamily="34" charset="-122"/>
                <a:cs typeface="Arial" panose="020B0604020202020204" pitchFamily="34" charset="0"/>
              </a:rPr>
              <a:t>Ретроспективное когортное исследование</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 name="Shape 5"/>
          <p:cNvSpPr/>
          <p:nvPr/>
        </p:nvSpPr>
        <p:spPr>
          <a:xfrm>
            <a:off x="457200" y="2651760"/>
            <a:ext cx="2697480" cy="1828800"/>
          </a:xfrm>
          <a:prstGeom prst="rect">
            <a:avLst/>
          </a:prstGeom>
          <a:solidFill>
            <a:srgbClr val="F4F7FA"/>
          </a:solidFill>
          <a:ln w="12700">
            <a:solidFill>
              <a:srgbClr val="F4F7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 name="Shape 6"/>
          <p:cNvSpPr/>
          <p:nvPr/>
        </p:nvSpPr>
        <p:spPr>
          <a:xfrm>
            <a:off x="457200" y="2651760"/>
            <a:ext cx="73152" cy="1828800"/>
          </a:xfrm>
          <a:prstGeom prst="rect">
            <a:avLst/>
          </a:prstGeom>
          <a:solidFill>
            <a:srgbClr val="065A82"/>
          </a:solidFill>
          <a:ln w="12700">
            <a:solidFill>
              <a:srgbClr val="065A8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 name="Text 7"/>
          <p:cNvSpPr/>
          <p:nvPr/>
        </p:nvSpPr>
        <p:spPr>
          <a:xfrm>
            <a:off x="621792" y="2788920"/>
            <a:ext cx="246888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065A82"/>
                </a:solidFill>
                <a:effectLst/>
                <a:uLnTx/>
                <a:uFillTx/>
                <a:latin typeface="Calibri" pitchFamily="34" charset="0"/>
                <a:ea typeface="Calibri" pitchFamily="34" charset="-122"/>
                <a:cs typeface="Calibri" pitchFamily="34" charset="-120"/>
              </a:rPr>
              <a:t>↓</a:t>
            </a:r>
            <a:r>
              <a:rPr kumimoji="0" lang="en-US" sz="3800" b="1" i="0" u="none" strike="noStrike" kern="1200" cap="none" spc="0" normalizeH="0" baseline="0" noProof="0" dirty="0">
                <a:ln>
                  <a:noFill/>
                </a:ln>
                <a:solidFill>
                  <a:srgbClr val="065A82"/>
                </a:solidFill>
                <a:effectLst/>
                <a:uLnTx/>
                <a:uFillTx/>
                <a:latin typeface="Calibri Light" panose="020F0302020204030204"/>
                <a:ea typeface="Calibri" pitchFamily="34" charset="-122"/>
                <a:cs typeface="Arial" panose="020B0604020202020204" pitchFamily="34" charset="0"/>
              </a:rPr>
              <a:t> </a:t>
            </a:r>
            <a:r>
              <a:rPr kumimoji="0" lang="en-US" sz="3400" b="1" i="0" u="none" strike="noStrike" kern="1200" cap="none" spc="0" normalizeH="0" baseline="0" noProof="0" dirty="0">
                <a:ln>
                  <a:noFill/>
                </a:ln>
                <a:solidFill>
                  <a:srgbClr val="065A82"/>
                </a:solidFill>
                <a:effectLst/>
                <a:uLnTx/>
                <a:uFillTx/>
                <a:latin typeface="Calibri" pitchFamily="34" charset="0"/>
                <a:ea typeface="Calibri" pitchFamily="34" charset="-122"/>
                <a:cs typeface="Calibri" pitchFamily="34" charset="-120"/>
              </a:rPr>
              <a:t>34%</a:t>
            </a:r>
          </a:p>
        </p:txBody>
      </p:sp>
      <p:sp>
        <p:nvSpPr>
          <p:cNvPr id="10" name="Text 8"/>
          <p:cNvSpPr/>
          <p:nvPr/>
        </p:nvSpPr>
        <p:spPr>
          <a:xfrm>
            <a:off x="621792" y="3611880"/>
            <a:ext cx="2468880" cy="4114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Общая смертность</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1" name="Text 9"/>
          <p:cNvSpPr/>
          <p:nvPr/>
        </p:nvSpPr>
        <p:spPr>
          <a:xfrm>
            <a:off x="621792" y="4023360"/>
            <a:ext cx="2468880"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A6B7A"/>
                </a:solidFill>
                <a:effectLst/>
                <a:uLnTx/>
                <a:uFillTx/>
                <a:latin typeface="Arial" panose="020B0604020202020204" pitchFamily="34" charset="0"/>
                <a:ea typeface="Calibri" pitchFamily="34" charset="-122"/>
                <a:cs typeface="Arial" panose="020B0604020202020204" pitchFamily="34" charset="0"/>
              </a:rPr>
              <a:t>ОР 0.66 (95% ДИ 0.60–0.73)</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2" name="Shape 10"/>
          <p:cNvSpPr/>
          <p:nvPr/>
        </p:nvSpPr>
        <p:spPr>
          <a:xfrm>
            <a:off x="3291840" y="2651760"/>
            <a:ext cx="2697480" cy="1828800"/>
          </a:xfrm>
          <a:prstGeom prst="rect">
            <a:avLst/>
          </a:prstGeom>
          <a:solidFill>
            <a:srgbClr val="F4F7FA"/>
          </a:solidFill>
          <a:ln w="12700">
            <a:solidFill>
              <a:srgbClr val="F4F7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 name="Shape 11"/>
          <p:cNvSpPr/>
          <p:nvPr/>
        </p:nvSpPr>
        <p:spPr>
          <a:xfrm>
            <a:off x="3291840" y="2651760"/>
            <a:ext cx="73152" cy="1828800"/>
          </a:xfrm>
          <a:prstGeom prst="rect">
            <a:avLst/>
          </a:prstGeom>
          <a:solidFill>
            <a:srgbClr val="1C7293"/>
          </a:solidFill>
          <a:ln w="12700">
            <a:solidFill>
              <a:srgbClr val="1C729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4" name="Text 12"/>
          <p:cNvSpPr/>
          <p:nvPr/>
        </p:nvSpPr>
        <p:spPr>
          <a:xfrm>
            <a:off x="3456432" y="2788920"/>
            <a:ext cx="246888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065A82"/>
                </a:solidFill>
                <a:effectLst/>
                <a:uLnTx/>
                <a:uFillTx/>
                <a:latin typeface="Calibri" pitchFamily="34" charset="0"/>
                <a:ea typeface="Calibri" pitchFamily="34" charset="-122"/>
                <a:cs typeface="Calibri" pitchFamily="34" charset="-120"/>
              </a:rPr>
              <a:t>↓ 17%</a:t>
            </a:r>
          </a:p>
        </p:txBody>
      </p:sp>
      <p:sp>
        <p:nvSpPr>
          <p:cNvPr id="15" name="Text 13"/>
          <p:cNvSpPr/>
          <p:nvPr/>
        </p:nvSpPr>
        <p:spPr>
          <a:xfrm>
            <a:off x="3456432" y="3611880"/>
            <a:ext cx="2468880" cy="4114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Госпитализация по СН</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6" name="Text 14"/>
          <p:cNvSpPr/>
          <p:nvPr/>
        </p:nvSpPr>
        <p:spPr>
          <a:xfrm>
            <a:off x="3456432" y="4023360"/>
            <a:ext cx="2468880"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A6B7A"/>
                </a:solidFill>
                <a:effectLst/>
                <a:uLnTx/>
                <a:uFillTx/>
                <a:latin typeface="Arial" panose="020B0604020202020204" pitchFamily="34" charset="0"/>
                <a:ea typeface="Calibri" pitchFamily="34" charset="-122"/>
                <a:cs typeface="Arial" panose="020B0604020202020204" pitchFamily="34" charset="0"/>
              </a:rPr>
              <a:t>ОР 0.83 (95% ДИ 0.77–0.91)</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7" name="Shape 15"/>
          <p:cNvSpPr/>
          <p:nvPr/>
        </p:nvSpPr>
        <p:spPr>
          <a:xfrm>
            <a:off x="6126480" y="2651760"/>
            <a:ext cx="2697480" cy="1828800"/>
          </a:xfrm>
          <a:prstGeom prst="rect">
            <a:avLst/>
          </a:prstGeom>
          <a:solidFill>
            <a:srgbClr val="F4F7FA"/>
          </a:solidFill>
          <a:ln w="12700">
            <a:solidFill>
              <a:srgbClr val="F4F7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8" name="Shape 16"/>
          <p:cNvSpPr/>
          <p:nvPr/>
        </p:nvSpPr>
        <p:spPr>
          <a:xfrm>
            <a:off x="6126480" y="2651760"/>
            <a:ext cx="73152" cy="1828800"/>
          </a:xfrm>
          <a:prstGeom prst="rect">
            <a:avLst/>
          </a:prstGeom>
          <a:solidFill>
            <a:srgbClr val="1C7293"/>
          </a:solidFill>
          <a:ln w="12700">
            <a:solidFill>
              <a:srgbClr val="1C729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9" name="Text 17"/>
          <p:cNvSpPr/>
          <p:nvPr/>
        </p:nvSpPr>
        <p:spPr>
          <a:xfrm>
            <a:off x="6291072" y="2788920"/>
            <a:ext cx="246888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065A82"/>
                </a:solidFill>
                <a:effectLst/>
                <a:uLnTx/>
                <a:uFillTx/>
                <a:latin typeface="Calibri" pitchFamily="34" charset="0"/>
                <a:ea typeface="Calibri" pitchFamily="34" charset="-122"/>
                <a:cs typeface="Calibri" pitchFamily="34" charset="-120"/>
              </a:rPr>
              <a:t>↓ 16%</a:t>
            </a:r>
          </a:p>
        </p:txBody>
      </p:sp>
      <p:sp>
        <p:nvSpPr>
          <p:cNvPr id="20" name="Text 18"/>
          <p:cNvSpPr/>
          <p:nvPr/>
        </p:nvSpPr>
        <p:spPr>
          <a:xfrm>
            <a:off x="6291072" y="3611880"/>
            <a:ext cx="2468880" cy="4114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Ишемический инсульт</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 name="Text 19"/>
          <p:cNvSpPr/>
          <p:nvPr/>
        </p:nvSpPr>
        <p:spPr>
          <a:xfrm>
            <a:off x="6291072" y="4023360"/>
            <a:ext cx="2468880"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A6B7A"/>
                </a:solidFill>
                <a:effectLst/>
                <a:uLnTx/>
                <a:uFillTx/>
                <a:latin typeface="Arial" panose="020B0604020202020204" pitchFamily="34" charset="0"/>
                <a:ea typeface="Calibri" pitchFamily="34" charset="-122"/>
                <a:cs typeface="Arial" panose="020B0604020202020204" pitchFamily="34" charset="0"/>
              </a:rPr>
              <a:t>ОР 0.84 (95% ДИ 0.72–0.97)</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2" name="Shape 20"/>
          <p:cNvSpPr/>
          <p:nvPr/>
        </p:nvSpPr>
        <p:spPr>
          <a:xfrm>
            <a:off x="8961120" y="2651760"/>
            <a:ext cx="2697480" cy="1828800"/>
          </a:xfrm>
          <a:prstGeom prst="rect">
            <a:avLst/>
          </a:prstGeom>
          <a:solidFill>
            <a:srgbClr val="F4F7FA"/>
          </a:solidFill>
          <a:ln w="12700">
            <a:solidFill>
              <a:srgbClr val="F4F7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3" name="Shape 21"/>
          <p:cNvSpPr/>
          <p:nvPr/>
        </p:nvSpPr>
        <p:spPr>
          <a:xfrm>
            <a:off x="8961120" y="2651760"/>
            <a:ext cx="73152" cy="1828800"/>
          </a:xfrm>
          <a:prstGeom prst="rect">
            <a:avLst/>
          </a:prstGeom>
          <a:solidFill>
            <a:srgbClr val="1C7293"/>
          </a:solidFill>
          <a:ln w="12700">
            <a:solidFill>
              <a:srgbClr val="1C729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 name="Text 22"/>
          <p:cNvSpPr/>
          <p:nvPr/>
        </p:nvSpPr>
        <p:spPr>
          <a:xfrm>
            <a:off x="9125712" y="2788920"/>
            <a:ext cx="246888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065A82"/>
                </a:solidFill>
                <a:effectLst/>
                <a:uLnTx/>
                <a:uFillTx/>
                <a:latin typeface="Calibri" pitchFamily="34" charset="0"/>
                <a:ea typeface="Calibri" pitchFamily="34" charset="-122"/>
                <a:cs typeface="Calibri" pitchFamily="34" charset="-120"/>
              </a:rPr>
              <a:t>↓ 15%</a:t>
            </a:r>
          </a:p>
        </p:txBody>
      </p:sp>
      <p:sp>
        <p:nvSpPr>
          <p:cNvPr id="25" name="Text 23"/>
          <p:cNvSpPr/>
          <p:nvPr/>
        </p:nvSpPr>
        <p:spPr>
          <a:xfrm>
            <a:off x="9125712" y="3611880"/>
            <a:ext cx="2468880" cy="4114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MACE</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6" name="Text 24"/>
          <p:cNvSpPr/>
          <p:nvPr/>
        </p:nvSpPr>
        <p:spPr>
          <a:xfrm>
            <a:off x="9125712" y="4023360"/>
            <a:ext cx="2468880"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A6B7A"/>
                </a:solidFill>
                <a:effectLst/>
                <a:uLnTx/>
                <a:uFillTx/>
                <a:latin typeface="Arial" panose="020B0604020202020204" pitchFamily="34" charset="0"/>
                <a:ea typeface="Calibri" pitchFamily="34" charset="-122"/>
                <a:cs typeface="Arial" panose="020B0604020202020204" pitchFamily="34" charset="0"/>
              </a:rPr>
              <a:t>ОР 0.85 (95% ДИ 0.80–0.91)</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7" name="Text 25"/>
          <p:cNvSpPr/>
          <p:nvPr/>
        </p:nvSpPr>
        <p:spPr>
          <a:xfrm>
            <a:off x="457200" y="4617720"/>
            <a:ext cx="11247120"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Различий по риску острого инфаркта миокарда между бисопрололом и карведилолом не выявлено (ОР 1.03; 95% ДИ 0.93–1.15).</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8" name="Shape 26"/>
          <p:cNvSpPr/>
          <p:nvPr/>
        </p:nvSpPr>
        <p:spPr>
          <a:xfrm>
            <a:off x="457200" y="5166360"/>
            <a:ext cx="11247120" cy="1280160"/>
          </a:xfrm>
          <a:prstGeom prst="rect">
            <a:avLst/>
          </a:prstGeom>
          <a:solidFill>
            <a:srgbClr val="F4F7FA"/>
          </a:solidFill>
          <a:ln w="12700">
            <a:solidFill>
              <a:srgbClr val="F4F7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9" name="Shape 27"/>
          <p:cNvSpPr/>
          <p:nvPr/>
        </p:nvSpPr>
        <p:spPr>
          <a:xfrm>
            <a:off x="457200" y="5166360"/>
            <a:ext cx="73152" cy="1280160"/>
          </a:xfrm>
          <a:prstGeom prst="rect">
            <a:avLst/>
          </a:prstGeom>
          <a:solidFill>
            <a:srgbClr val="21295C"/>
          </a:solidFill>
          <a:ln w="12700">
            <a:solidFill>
              <a:srgbClr val="21295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0" name="Text 28"/>
          <p:cNvSpPr/>
          <p:nvPr/>
        </p:nvSpPr>
        <p:spPr>
          <a:xfrm>
            <a:off x="731520" y="5212080"/>
            <a:ext cx="108813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21295C"/>
                </a:solidFill>
                <a:effectLst/>
                <a:uLnTx/>
                <a:uFillTx/>
                <a:latin typeface="Arial" panose="020B0604020202020204" pitchFamily="34" charset="0"/>
                <a:ea typeface="Calibri" pitchFamily="34" charset="-122"/>
                <a:cs typeface="Arial" panose="020B0604020202020204" pitchFamily="34" charset="0"/>
              </a:rPr>
              <a:t>Дозирование бисопролола при нарушении функции почек</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1" name="Text 29"/>
          <p:cNvSpPr/>
          <p:nvPr/>
        </p:nvSpPr>
        <p:spPr>
          <a:xfrm>
            <a:off x="731520" y="5532120"/>
            <a:ext cx="10881360" cy="868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400" b="1"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Стартовая доза: </a:t>
            </a:r>
            <a:r>
              <a:rPr kumimoji="0" lang="en-US" sz="1400" b="1" i="0" u="none" strike="noStrike" kern="1200" cap="none" spc="0" normalizeH="0" baseline="0" noProof="0" dirty="0">
                <a:ln>
                  <a:noFill/>
                </a:ln>
                <a:solidFill>
                  <a:srgbClr val="065A82"/>
                </a:solidFill>
                <a:effectLst/>
                <a:uLnTx/>
                <a:uFillTx/>
                <a:latin typeface="Arial" panose="020B0604020202020204" pitchFamily="34" charset="0"/>
                <a:ea typeface="Calibri" pitchFamily="34" charset="-122"/>
                <a:cs typeface="Arial" panose="020B0604020202020204" pitchFamily="34" charset="0"/>
              </a:rPr>
              <a:t>2.5 мг 1 раз в сутки</a:t>
            </a:r>
            <a:r>
              <a:rPr kumimoji="0" lang="en-US" sz="1400" b="0"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 при почечной или печёночной недостаточности.</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400" b="1"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Максимальная доза: </a:t>
            </a:r>
            <a:r>
              <a:rPr kumimoji="0" lang="en-US" sz="1400" b="1" i="0" u="none" strike="noStrike" kern="1200" cap="none" spc="0" normalizeH="0" baseline="0" noProof="0" dirty="0">
                <a:ln>
                  <a:noFill/>
                </a:ln>
                <a:solidFill>
                  <a:srgbClr val="065A82"/>
                </a:solidFill>
                <a:effectLst/>
                <a:uLnTx/>
                <a:uFillTx/>
                <a:latin typeface="Arial" panose="020B0604020202020204" pitchFamily="34" charset="0"/>
                <a:ea typeface="Calibri" pitchFamily="34" charset="-122"/>
                <a:cs typeface="Arial" panose="020B0604020202020204" pitchFamily="34" charset="0"/>
              </a:rPr>
              <a:t>не более 10 мг/сут</a:t>
            </a:r>
            <a:r>
              <a:rPr kumimoji="0" lang="en-US" sz="1400" b="0"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 при тяжёлой или терминальной ХБП.</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400" b="0" i="1" u="none" strike="noStrike" kern="1200" cap="none" spc="0" normalizeH="0" baseline="0" noProof="0" dirty="0">
                <a:ln>
                  <a:noFill/>
                </a:ln>
                <a:solidFill>
                  <a:srgbClr val="5A6B7A"/>
                </a:solidFill>
                <a:effectLst/>
                <a:uLnTx/>
                <a:uFillTx/>
                <a:latin typeface="Arial" panose="020B0604020202020204" pitchFamily="34" charset="0"/>
                <a:ea typeface="Calibri" pitchFamily="34" charset="-122"/>
                <a:cs typeface="Arial" panose="020B0604020202020204" pitchFamily="34" charset="0"/>
              </a:rPr>
              <a:t>Период полувыведения увеличивается лишь в ~2 раза по сравнению с нормальной функцией почек — нет значимой кумуляции.</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2" name="Text 30"/>
          <p:cNvSpPr/>
          <p:nvPr/>
        </p:nvSpPr>
        <p:spPr>
          <a:xfrm>
            <a:off x="457200" y="6583680"/>
            <a:ext cx="1124712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5.1. Wu PH, et al. Comparative effectiveness of bisoprolol and carvedilol among patients receiving maintenance hemodialysis. Clin Kidney J 2021;14(3):983–990. DOI: 10.1093/</a:t>
            </a:r>
            <a:r>
              <a:rPr kumimoji="0" lang="en-US" sz="800" b="0" i="0" u="none" strike="noStrike" kern="1200" cap="none" spc="0" normalizeH="0" baseline="0" noProof="0" dirty="0" err="1">
                <a:ln>
                  <a:noFill/>
                </a:ln>
                <a:solidFill>
                  <a:prstClr val="black"/>
                </a:solidFill>
                <a:effectLst/>
                <a:uLnTx/>
                <a:uFillTx/>
                <a:latin typeface="Calibri" panose="020F0502020204030204"/>
                <a:ea typeface="+mn-ea"/>
                <a:cs typeface="+mn-cs"/>
              </a:rPr>
              <a:t>ckj</a:t>
            </a: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/sfaa248</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cxnSp>
        <p:nvCxnSpPr>
          <p:cNvPr id="485" name="Google Shape;485;p8"/>
          <p:cNvCxnSpPr/>
          <p:nvPr/>
        </p:nvCxnSpPr>
        <p:spPr>
          <a:xfrm>
            <a:off x="3304277" y="2419217"/>
            <a:ext cx="1663800" cy="0"/>
          </a:xfrm>
          <a:prstGeom prst="straightConnector1">
            <a:avLst/>
          </a:prstGeom>
          <a:noFill/>
          <a:ln w="9525" cap="flat" cmpd="sng">
            <a:solidFill>
              <a:srgbClr val="E61E50"/>
            </a:solidFill>
            <a:prstDash val="solid"/>
            <a:miter lim="800000"/>
            <a:headEnd type="none" w="sm" len="sm"/>
            <a:tailEnd type="triangle" w="med" len="med"/>
          </a:ln>
        </p:spPr>
      </p:cxnSp>
      <p:cxnSp>
        <p:nvCxnSpPr>
          <p:cNvPr id="486" name="Google Shape;486;p8"/>
          <p:cNvCxnSpPr/>
          <p:nvPr/>
        </p:nvCxnSpPr>
        <p:spPr>
          <a:xfrm>
            <a:off x="3494714" y="2615717"/>
            <a:ext cx="1483200" cy="0"/>
          </a:xfrm>
          <a:prstGeom prst="straightConnector1">
            <a:avLst/>
          </a:prstGeom>
          <a:noFill/>
          <a:ln w="9525" cap="flat" cmpd="sng">
            <a:solidFill>
              <a:srgbClr val="E61E50"/>
            </a:solidFill>
            <a:prstDash val="solid"/>
            <a:miter lim="800000"/>
            <a:headEnd type="none" w="sm" len="sm"/>
            <a:tailEnd type="triangle" w="med" len="med"/>
          </a:ln>
        </p:spPr>
      </p:cxnSp>
      <p:cxnSp>
        <p:nvCxnSpPr>
          <p:cNvPr id="487" name="Google Shape;487;p8"/>
          <p:cNvCxnSpPr/>
          <p:nvPr/>
        </p:nvCxnSpPr>
        <p:spPr>
          <a:xfrm>
            <a:off x="3169312" y="2821644"/>
            <a:ext cx="1799700" cy="0"/>
          </a:xfrm>
          <a:prstGeom prst="straightConnector1">
            <a:avLst/>
          </a:prstGeom>
          <a:noFill/>
          <a:ln w="9525" cap="flat" cmpd="sng">
            <a:solidFill>
              <a:srgbClr val="E61E50"/>
            </a:solidFill>
            <a:prstDash val="solid"/>
            <a:miter lim="800000"/>
            <a:headEnd type="triangle" w="med" len="med"/>
            <a:tailEnd type="triangle" w="med" len="med"/>
          </a:ln>
        </p:spPr>
      </p:cxnSp>
      <p:cxnSp>
        <p:nvCxnSpPr>
          <p:cNvPr id="488" name="Google Shape;488;p8"/>
          <p:cNvCxnSpPr/>
          <p:nvPr/>
        </p:nvCxnSpPr>
        <p:spPr>
          <a:xfrm>
            <a:off x="3168206" y="2219900"/>
            <a:ext cx="1799700" cy="0"/>
          </a:xfrm>
          <a:prstGeom prst="straightConnector1">
            <a:avLst/>
          </a:prstGeom>
          <a:noFill/>
          <a:ln w="9525" cap="flat" cmpd="sng">
            <a:solidFill>
              <a:srgbClr val="E61E50"/>
            </a:solidFill>
            <a:prstDash val="solid"/>
            <a:miter lim="800000"/>
            <a:headEnd type="triangle" w="med" len="med"/>
            <a:tailEnd type="triangle" w="med" len="med"/>
          </a:ln>
        </p:spPr>
      </p:cxnSp>
      <p:pic>
        <p:nvPicPr>
          <p:cNvPr id="489" name="Google Shape;489;p8" descr="A colorful pattern with a blue background&#10;&#10;Description automatically generated"/>
          <p:cNvPicPr preferRelativeResize="0"/>
          <p:nvPr/>
        </p:nvPicPr>
        <p:blipFill rotWithShape="1">
          <a:blip r:embed="rId3">
            <a:alphaModFix/>
          </a:blip>
          <a:srcRect r="36301" b="989"/>
          <a:stretch/>
        </p:blipFill>
        <p:spPr>
          <a:xfrm>
            <a:off x="8001000" y="2260075"/>
            <a:ext cx="4190998" cy="4606044"/>
          </a:xfrm>
          <a:prstGeom prst="rect">
            <a:avLst/>
          </a:prstGeom>
          <a:noFill/>
          <a:ln>
            <a:noFill/>
          </a:ln>
        </p:spPr>
      </p:pic>
      <p:pic>
        <p:nvPicPr>
          <p:cNvPr id="490" name="Google Shape;490;p8"/>
          <p:cNvPicPr preferRelativeResize="0"/>
          <p:nvPr/>
        </p:nvPicPr>
        <p:blipFill rotWithShape="1">
          <a:blip r:embed="rId4">
            <a:alphaModFix/>
          </a:blip>
          <a:srcRect/>
          <a:stretch/>
        </p:blipFill>
        <p:spPr>
          <a:xfrm>
            <a:off x="9981299" y="6446739"/>
            <a:ext cx="1729122" cy="276958"/>
          </a:xfrm>
          <a:prstGeom prst="rect">
            <a:avLst/>
          </a:prstGeom>
          <a:noFill/>
          <a:ln>
            <a:noFill/>
          </a:ln>
        </p:spPr>
      </p:pic>
      <p:sp>
        <p:nvSpPr>
          <p:cNvPr id="491" name="Google Shape;491;p8"/>
          <p:cNvSpPr txBox="1"/>
          <p:nvPr/>
        </p:nvSpPr>
        <p:spPr>
          <a:xfrm>
            <a:off x="281939" y="358093"/>
            <a:ext cx="10954800" cy="8310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800"/>
              <a:buFont typeface="Arial"/>
              <a:buNone/>
              <a:tabLst/>
              <a:defRPr/>
            </a:pPr>
            <a:r>
              <a:rPr kumimoji="0" lang="en-US" sz="2800" b="1" i="0" u="none" strike="noStrike" kern="1200" cap="none" spc="0" normalizeH="0" baseline="0" noProof="0" dirty="0" err="1">
                <a:ln>
                  <a:noFill/>
                </a:ln>
                <a:solidFill>
                  <a:srgbClr val="503291"/>
                </a:solidFill>
                <a:effectLst/>
                <a:uLnTx/>
                <a:uFillTx/>
                <a:latin typeface="Verdana"/>
                <a:ea typeface="Verdana"/>
                <a:cs typeface="Verdana"/>
                <a:sym typeface="Verdana"/>
              </a:rPr>
              <a:t>Результаты</a:t>
            </a:r>
            <a:r>
              <a:rPr kumimoji="0" lang="en-US" sz="2800" b="1"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2800" b="1" i="0" u="none" strike="noStrike" kern="1200" cap="none" spc="0" normalizeH="0" baseline="0" noProof="0" dirty="0" err="1">
                <a:ln>
                  <a:noFill/>
                </a:ln>
                <a:solidFill>
                  <a:srgbClr val="503291"/>
                </a:solidFill>
                <a:effectLst/>
                <a:uLnTx/>
                <a:uFillTx/>
                <a:latin typeface="Verdana"/>
                <a:ea typeface="Verdana"/>
                <a:cs typeface="Verdana"/>
                <a:sym typeface="Verdana"/>
              </a:rPr>
              <a:t>по</a:t>
            </a:r>
            <a:r>
              <a:rPr kumimoji="0" lang="en-US" sz="2800" b="1"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2800" b="1" i="0" u="none" strike="noStrike" kern="1200" cap="none" spc="0" normalizeH="0" baseline="0" noProof="0" dirty="0" err="1">
                <a:ln>
                  <a:noFill/>
                </a:ln>
                <a:solidFill>
                  <a:srgbClr val="503291"/>
                </a:solidFill>
                <a:effectLst/>
                <a:uLnTx/>
                <a:uFillTx/>
                <a:latin typeface="Verdana"/>
                <a:ea typeface="Verdana"/>
                <a:cs typeface="Verdana"/>
                <a:sym typeface="Verdana"/>
              </a:rPr>
              <a:t>безопасности</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sz="2000" b="1" i="0" u="none" strike="noStrike" kern="1200" cap="none" spc="0" normalizeH="0" baseline="0" noProof="0" dirty="0" err="1">
                <a:ln>
                  <a:noFill/>
                </a:ln>
                <a:solidFill>
                  <a:srgbClr val="E61E50"/>
                </a:solidFill>
                <a:effectLst/>
                <a:uLnTx/>
                <a:uFillTx/>
                <a:latin typeface="Verdana"/>
                <a:ea typeface="Verdana"/>
                <a:cs typeface="Verdana"/>
                <a:sym typeface="Verdana"/>
              </a:rPr>
              <a:t>Эректильная</a:t>
            </a:r>
            <a:r>
              <a:rPr kumimoji="0" lang="en-US" sz="2000" b="1" i="0" u="none" strike="noStrike" kern="1200" cap="none" spc="0" normalizeH="0" baseline="0" noProof="0" dirty="0">
                <a:ln>
                  <a:noFill/>
                </a:ln>
                <a:solidFill>
                  <a:srgbClr val="E61E50"/>
                </a:solidFill>
                <a:effectLst/>
                <a:uLnTx/>
                <a:uFillTx/>
                <a:latin typeface="Verdana"/>
                <a:ea typeface="Verdana"/>
                <a:cs typeface="Verdana"/>
                <a:sym typeface="Verdana"/>
              </a:rPr>
              <a:t> </a:t>
            </a:r>
            <a:r>
              <a:rPr kumimoji="0" lang="en-US" sz="2000" b="1" i="0" u="none" strike="noStrike" kern="1200" cap="none" spc="0" normalizeH="0" baseline="0" noProof="0" dirty="0" err="1">
                <a:ln>
                  <a:noFill/>
                </a:ln>
                <a:solidFill>
                  <a:srgbClr val="E61E50"/>
                </a:solidFill>
                <a:effectLst/>
                <a:uLnTx/>
                <a:uFillTx/>
                <a:latin typeface="Verdana"/>
                <a:ea typeface="Verdana"/>
                <a:cs typeface="Verdana"/>
                <a:sym typeface="Verdana"/>
              </a:rPr>
              <a:t>дисфункция</a:t>
            </a:r>
            <a:endParaRPr kumimoji="0" sz="2000" b="1" i="0" u="none" strike="noStrike" kern="1200" cap="none" spc="0" normalizeH="0" baseline="0" noProof="0" dirty="0">
              <a:ln>
                <a:noFill/>
              </a:ln>
              <a:solidFill>
                <a:srgbClr val="E61E50"/>
              </a:solidFill>
              <a:effectLst/>
              <a:uLnTx/>
              <a:uFillTx/>
              <a:latin typeface="Verdana"/>
              <a:ea typeface="Verdana"/>
              <a:cs typeface="Verdana"/>
              <a:sym typeface="Verdana"/>
            </a:endParaRPr>
          </a:p>
        </p:txBody>
      </p:sp>
      <p:sp>
        <p:nvSpPr>
          <p:cNvPr id="492" name="Google Shape;492;p8"/>
          <p:cNvSpPr txBox="1"/>
          <p:nvPr/>
        </p:nvSpPr>
        <p:spPr>
          <a:xfrm>
            <a:off x="281939" y="4163267"/>
            <a:ext cx="10808400" cy="523200"/>
          </a:xfrm>
          <a:prstGeom prst="rect">
            <a:avLst/>
          </a:prstGeom>
          <a:noFill/>
          <a:ln>
            <a:noFill/>
          </a:ln>
        </p:spPr>
        <p:txBody>
          <a:bodyPr spcFirstLastPara="1" wrap="square" lIns="91425" tIns="45700" rIns="91425" bIns="45700" anchor="t" anchorCtr="0">
            <a:spAutoFit/>
          </a:bodyPr>
          <a:lstStyle/>
          <a:p>
            <a:pPr marL="285750" marR="0" lvl="0" indent="-285750" algn="l" defTabSz="914400" rtl="0" eaLnBrk="1" fontAlgn="auto" latinLnBrk="0" hangingPunct="1">
              <a:lnSpc>
                <a:spcPct val="100000"/>
              </a:lnSpc>
              <a:spcBef>
                <a:spcPts val="0"/>
              </a:spcBef>
              <a:spcAft>
                <a:spcPts val="0"/>
              </a:spcAft>
              <a:buClr>
                <a:srgbClr val="E61E50"/>
              </a:buClr>
              <a:buSzPts val="1400"/>
              <a:buFont typeface="Arial"/>
              <a:buChar char="•"/>
              <a:tabLst/>
              <a:defRPr/>
            </a:pPr>
            <a:r>
              <a:rPr kumimoji="0" lang="en-US" sz="1400" b="1" i="0" u="none" strike="noStrike" kern="1200" cap="none" spc="0" normalizeH="0" baseline="0" noProof="0" dirty="0" err="1">
                <a:ln>
                  <a:noFill/>
                </a:ln>
                <a:solidFill>
                  <a:srgbClr val="E61E50"/>
                </a:solidFill>
                <a:effectLst/>
                <a:uLnTx/>
                <a:uFillTx/>
                <a:latin typeface="Verdana"/>
                <a:ea typeface="Verdana"/>
                <a:cs typeface="Verdana"/>
                <a:sym typeface="Verdana"/>
              </a:rPr>
              <a:t>Не</a:t>
            </a:r>
            <a:r>
              <a:rPr kumimoji="0" lang="en-US" sz="1400" b="1" i="0" u="none" strike="noStrike" kern="1200" cap="none" spc="0" normalizeH="0" baseline="0" noProof="0" dirty="0">
                <a:ln>
                  <a:noFill/>
                </a:ln>
                <a:solidFill>
                  <a:srgbClr val="E61E5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E61E50"/>
                </a:solidFill>
                <a:effectLst/>
                <a:uLnTx/>
                <a:uFillTx/>
                <a:latin typeface="Verdana"/>
                <a:ea typeface="Verdana"/>
                <a:cs typeface="Verdana"/>
                <a:sym typeface="Verdana"/>
              </a:rPr>
              <a:t>было</a:t>
            </a:r>
            <a:r>
              <a:rPr kumimoji="0" lang="en-US" sz="1400" b="1" i="0" u="none" strike="noStrike" kern="1200" cap="none" spc="0" normalizeH="0" baseline="0" noProof="0" dirty="0">
                <a:ln>
                  <a:noFill/>
                </a:ln>
                <a:solidFill>
                  <a:srgbClr val="E61E5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E61E50"/>
                </a:solidFill>
                <a:effectLst/>
                <a:uLnTx/>
                <a:uFillTx/>
                <a:latin typeface="Verdana"/>
                <a:ea typeface="Verdana"/>
                <a:cs typeface="Verdana"/>
                <a:sym typeface="Verdana"/>
              </a:rPr>
              <a:t>выявлено</a:t>
            </a:r>
            <a:r>
              <a:rPr kumimoji="0" lang="en-US" sz="1400" b="1" i="0" u="none" strike="noStrike" kern="1200" cap="none" spc="0" normalizeH="0" baseline="0" noProof="0" dirty="0">
                <a:ln>
                  <a:noFill/>
                </a:ln>
                <a:solidFill>
                  <a:srgbClr val="E61E5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E61E50"/>
                </a:solidFill>
                <a:effectLst/>
                <a:uLnTx/>
                <a:uFillTx/>
                <a:latin typeface="Verdana"/>
                <a:ea typeface="Verdana"/>
                <a:cs typeface="Verdana"/>
                <a:sym typeface="Verdana"/>
              </a:rPr>
              <a:t>различий</a:t>
            </a:r>
            <a:r>
              <a:rPr kumimoji="0" lang="en-US" sz="1400" b="1" i="0" u="none" strike="noStrike" kern="1200" cap="none" spc="0" normalizeH="0" baseline="0" noProof="0" dirty="0">
                <a:ln>
                  <a:noFill/>
                </a:ln>
                <a:solidFill>
                  <a:srgbClr val="E61E50"/>
                </a:solidFill>
                <a:effectLst/>
                <a:uLnTx/>
                <a:uFillTx/>
                <a:latin typeface="Verdana"/>
                <a:ea typeface="Verdana"/>
                <a:cs typeface="Verdana"/>
                <a:sym typeface="Verdana"/>
              </a:rPr>
              <a:t> в </a:t>
            </a:r>
            <a:r>
              <a:rPr kumimoji="0" lang="en-US" sz="1400" b="1" i="0" u="none" strike="noStrike" kern="1200" cap="none" spc="0" normalizeH="0" baseline="0" noProof="0" dirty="0" err="1">
                <a:ln>
                  <a:noFill/>
                </a:ln>
                <a:solidFill>
                  <a:srgbClr val="E61E50"/>
                </a:solidFill>
                <a:effectLst/>
                <a:uLnTx/>
                <a:uFillTx/>
                <a:latin typeface="Verdana"/>
                <a:ea typeface="Verdana"/>
                <a:cs typeface="Verdana"/>
                <a:sym typeface="Verdana"/>
              </a:rPr>
              <a:t>риске</a:t>
            </a:r>
            <a:r>
              <a:rPr kumimoji="0" lang="en-US" sz="1400" b="1" i="0" u="none" strike="noStrike" kern="1200" cap="none" spc="0" normalizeH="0" baseline="0" noProof="0" dirty="0">
                <a:ln>
                  <a:noFill/>
                </a:ln>
                <a:solidFill>
                  <a:srgbClr val="E61E5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E61E50"/>
                </a:solidFill>
                <a:effectLst/>
                <a:uLnTx/>
                <a:uFillTx/>
                <a:latin typeface="Verdana"/>
                <a:ea typeface="Verdana"/>
                <a:cs typeface="Verdana"/>
                <a:sym typeface="Verdana"/>
              </a:rPr>
              <a:t>развития</a:t>
            </a:r>
            <a:r>
              <a:rPr kumimoji="0" lang="en-US" sz="1400" b="1" i="0" u="none" strike="noStrike" kern="1200" cap="none" spc="0" normalizeH="0" baseline="0" noProof="0" dirty="0">
                <a:ln>
                  <a:noFill/>
                </a:ln>
                <a:solidFill>
                  <a:srgbClr val="E61E5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E61E50"/>
                </a:solidFill>
                <a:effectLst/>
                <a:uLnTx/>
                <a:uFillTx/>
                <a:latin typeface="Verdana"/>
                <a:ea typeface="Verdana"/>
                <a:cs typeface="Verdana"/>
                <a:sym typeface="Verdana"/>
              </a:rPr>
              <a:t>эректильной</a:t>
            </a:r>
            <a:r>
              <a:rPr kumimoji="0" lang="en-US" sz="1400" b="1" i="0" u="none" strike="noStrike" kern="1200" cap="none" spc="0" normalizeH="0" baseline="0" noProof="0" dirty="0">
                <a:ln>
                  <a:noFill/>
                </a:ln>
                <a:solidFill>
                  <a:srgbClr val="E61E5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E61E50"/>
                </a:solidFill>
                <a:effectLst/>
                <a:uLnTx/>
                <a:uFillTx/>
                <a:latin typeface="Verdana"/>
                <a:ea typeface="Verdana"/>
                <a:cs typeface="Verdana"/>
                <a:sym typeface="Verdana"/>
              </a:rPr>
              <a:t>дисфункции</a:t>
            </a:r>
            <a:r>
              <a:rPr kumimoji="0" lang="en-US" sz="1400" b="1" i="0" u="none" strike="noStrike" kern="1200" cap="none" spc="0" normalizeH="0" baseline="0" noProof="0" dirty="0">
                <a:ln>
                  <a:noFill/>
                </a:ln>
                <a:solidFill>
                  <a:srgbClr val="E61E50"/>
                </a:solidFill>
                <a:effectLst/>
                <a:uLnTx/>
                <a:uFillTx/>
                <a:latin typeface="Verdana"/>
                <a:ea typeface="Verdana"/>
                <a:cs typeface="Verdana"/>
                <a:sym typeface="Verdana"/>
              </a:rPr>
              <a:t> в </a:t>
            </a:r>
            <a:r>
              <a:rPr kumimoji="0" lang="en-US" sz="1400" b="1" i="0" u="none" strike="noStrike" kern="1200" cap="none" spc="0" normalizeH="0" baseline="0" noProof="0" dirty="0" err="1">
                <a:ln>
                  <a:noFill/>
                </a:ln>
                <a:solidFill>
                  <a:srgbClr val="E61E50"/>
                </a:solidFill>
                <a:effectLst/>
                <a:uLnTx/>
                <a:uFillTx/>
                <a:latin typeface="Verdana"/>
                <a:ea typeface="Verdana"/>
                <a:cs typeface="Verdana"/>
                <a:sym typeface="Verdana"/>
              </a:rPr>
              <a:t>когорте</a:t>
            </a:r>
            <a:r>
              <a:rPr kumimoji="0" lang="en-US" sz="1400" b="1" i="0" u="none" strike="noStrike" kern="1200" cap="none" spc="0" normalizeH="0" baseline="0" noProof="0" dirty="0">
                <a:ln>
                  <a:noFill/>
                </a:ln>
                <a:solidFill>
                  <a:srgbClr val="E61E5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E61E50"/>
                </a:solidFill>
                <a:effectLst/>
                <a:uLnTx/>
                <a:uFillTx/>
                <a:latin typeface="Verdana"/>
                <a:ea typeface="Verdana"/>
                <a:cs typeface="Verdana"/>
                <a:sym typeface="Verdana"/>
              </a:rPr>
              <a:t>принимавшей</a:t>
            </a:r>
            <a:r>
              <a:rPr kumimoji="0" lang="en-US" sz="1400" b="1" i="0" u="none" strike="noStrike" kern="1200" cap="none" spc="0" normalizeH="0" baseline="0" noProof="0" dirty="0">
                <a:ln>
                  <a:noFill/>
                </a:ln>
                <a:solidFill>
                  <a:srgbClr val="E61E5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E61E50"/>
                </a:solidFill>
                <a:effectLst/>
                <a:uLnTx/>
                <a:uFillTx/>
                <a:latin typeface="Verdana"/>
                <a:ea typeface="Verdana"/>
                <a:cs typeface="Verdana"/>
                <a:sym typeface="Verdana"/>
              </a:rPr>
              <a:t>бисопролол</a:t>
            </a:r>
            <a:r>
              <a:rPr kumimoji="0" lang="en-US" sz="1400" b="1" i="0" u="none" strike="noStrike" kern="1200" cap="none" spc="0" normalizeH="0" baseline="0" noProof="0" dirty="0">
                <a:ln>
                  <a:noFill/>
                </a:ln>
                <a:solidFill>
                  <a:srgbClr val="E61E5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E61E50"/>
                </a:solidFill>
                <a:effectLst/>
                <a:uLnTx/>
                <a:uFillTx/>
                <a:latin typeface="Verdana"/>
                <a:ea typeface="Verdana"/>
                <a:cs typeface="Verdana"/>
                <a:sym typeface="Verdana"/>
              </a:rPr>
              <a:t>по</a:t>
            </a:r>
            <a:r>
              <a:rPr kumimoji="0" lang="en-US" sz="1400" b="1" i="0" u="none" strike="noStrike" kern="1200" cap="none" spc="0" normalizeH="0" baseline="0" noProof="0" dirty="0">
                <a:ln>
                  <a:noFill/>
                </a:ln>
                <a:solidFill>
                  <a:srgbClr val="E61E5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E61E50"/>
                </a:solidFill>
                <a:effectLst/>
                <a:uLnTx/>
                <a:uFillTx/>
                <a:latin typeface="Verdana"/>
                <a:ea typeface="Verdana"/>
                <a:cs typeface="Verdana"/>
                <a:sym typeface="Verdana"/>
              </a:rPr>
              <a:t>сравнению</a:t>
            </a:r>
            <a:r>
              <a:rPr kumimoji="0" lang="en-US" sz="1400" b="1" i="0" u="none" strike="noStrike" kern="1200" cap="none" spc="0" normalizeH="0" baseline="0" noProof="0" dirty="0">
                <a:ln>
                  <a:noFill/>
                </a:ln>
                <a:solidFill>
                  <a:srgbClr val="E61E50"/>
                </a:solidFill>
                <a:effectLst/>
                <a:uLnTx/>
                <a:uFillTx/>
                <a:latin typeface="Verdana"/>
                <a:ea typeface="Verdana"/>
                <a:cs typeface="Verdana"/>
                <a:sym typeface="Verdana"/>
              </a:rPr>
              <a:t> с </a:t>
            </a:r>
            <a:r>
              <a:rPr kumimoji="0" lang="en-US" sz="1400" b="1" i="0" u="none" strike="noStrike" kern="1200" cap="none" spc="0" normalizeH="0" baseline="0" noProof="0" dirty="0" err="1">
                <a:ln>
                  <a:noFill/>
                </a:ln>
                <a:solidFill>
                  <a:srgbClr val="E61E50"/>
                </a:solidFill>
                <a:effectLst/>
                <a:uLnTx/>
                <a:uFillTx/>
                <a:latin typeface="Verdana"/>
                <a:ea typeface="Verdana"/>
                <a:cs typeface="Verdana"/>
                <a:sym typeface="Verdana"/>
              </a:rPr>
              <a:t>другими</a:t>
            </a:r>
            <a:r>
              <a:rPr kumimoji="0" lang="en-US" sz="1400" b="1" i="0" u="none" strike="noStrike" kern="1200" cap="none" spc="0" normalizeH="0" baseline="0" noProof="0" dirty="0">
                <a:ln>
                  <a:noFill/>
                </a:ln>
                <a:solidFill>
                  <a:srgbClr val="E61E5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E61E50"/>
                </a:solidFill>
                <a:effectLst/>
                <a:uLnTx/>
                <a:uFillTx/>
                <a:latin typeface="Verdana"/>
                <a:ea typeface="Verdana"/>
                <a:cs typeface="Verdana"/>
                <a:sym typeface="Verdana"/>
              </a:rPr>
              <a:t>когортами</a:t>
            </a:r>
            <a:r>
              <a:rPr kumimoji="0" lang="en-US" sz="1400" b="1" i="0" u="none" strike="noStrike" kern="1200" cap="none" spc="0" normalizeH="0" baseline="0" noProof="0" dirty="0">
                <a:ln>
                  <a:noFill/>
                </a:ln>
                <a:solidFill>
                  <a:srgbClr val="E61E50"/>
                </a:solidFill>
                <a:effectLst/>
                <a:uLnTx/>
                <a:uFillTx/>
                <a:latin typeface="Verdana"/>
                <a:ea typeface="Verdana"/>
                <a:cs typeface="Verdana"/>
                <a:sym typeface="Verdana"/>
              </a:rPr>
              <a:t> </a:t>
            </a:r>
            <a:endParaRPr kumimoji="0" sz="1400" b="1" i="0" u="none" strike="noStrike" kern="1200" cap="none" spc="0" normalizeH="0" baseline="0" noProof="0" dirty="0">
              <a:ln>
                <a:noFill/>
              </a:ln>
              <a:solidFill>
                <a:srgbClr val="E61E50"/>
              </a:solidFill>
              <a:effectLst/>
              <a:uLnTx/>
              <a:uFillTx/>
              <a:latin typeface="Verdana"/>
              <a:ea typeface="Verdana"/>
              <a:cs typeface="Verdana"/>
              <a:sym typeface="Verdana"/>
            </a:endParaRPr>
          </a:p>
        </p:txBody>
      </p:sp>
      <p:cxnSp>
        <p:nvCxnSpPr>
          <p:cNvPr id="493" name="Google Shape;493;p8"/>
          <p:cNvCxnSpPr/>
          <p:nvPr/>
        </p:nvCxnSpPr>
        <p:spPr>
          <a:xfrm>
            <a:off x="7450310" y="2435450"/>
            <a:ext cx="1663800" cy="0"/>
          </a:xfrm>
          <a:prstGeom prst="straightConnector1">
            <a:avLst/>
          </a:prstGeom>
          <a:noFill/>
          <a:ln w="9525" cap="flat" cmpd="sng">
            <a:solidFill>
              <a:srgbClr val="E61E50"/>
            </a:solidFill>
            <a:prstDash val="solid"/>
            <a:miter lim="800000"/>
            <a:headEnd type="none" w="sm" len="sm"/>
            <a:tailEnd type="triangle" w="med" len="med"/>
          </a:ln>
        </p:spPr>
      </p:cxnSp>
      <p:cxnSp>
        <p:nvCxnSpPr>
          <p:cNvPr id="494" name="Google Shape;494;p8"/>
          <p:cNvCxnSpPr/>
          <p:nvPr/>
        </p:nvCxnSpPr>
        <p:spPr>
          <a:xfrm>
            <a:off x="7241212" y="2234475"/>
            <a:ext cx="1870800" cy="0"/>
          </a:xfrm>
          <a:prstGeom prst="straightConnector1">
            <a:avLst/>
          </a:prstGeom>
          <a:noFill/>
          <a:ln w="9525" cap="flat" cmpd="sng">
            <a:solidFill>
              <a:srgbClr val="E61E50"/>
            </a:solidFill>
            <a:prstDash val="solid"/>
            <a:miter lim="800000"/>
            <a:headEnd type="triangle" w="med" len="med"/>
            <a:tailEnd type="triangle" w="med" len="med"/>
          </a:ln>
        </p:spPr>
      </p:cxnSp>
      <p:cxnSp>
        <p:nvCxnSpPr>
          <p:cNvPr id="495" name="Google Shape;495;p8"/>
          <p:cNvCxnSpPr/>
          <p:nvPr/>
        </p:nvCxnSpPr>
        <p:spPr>
          <a:xfrm>
            <a:off x="7450310" y="2640205"/>
            <a:ext cx="1663800" cy="0"/>
          </a:xfrm>
          <a:prstGeom prst="straightConnector1">
            <a:avLst/>
          </a:prstGeom>
          <a:noFill/>
          <a:ln w="9525" cap="flat" cmpd="sng">
            <a:solidFill>
              <a:srgbClr val="E61E50"/>
            </a:solidFill>
            <a:prstDash val="solid"/>
            <a:miter lim="800000"/>
            <a:headEnd type="none" w="sm" len="sm"/>
            <a:tailEnd type="triangle" w="med" len="med"/>
          </a:ln>
        </p:spPr>
      </p:cxnSp>
      <p:cxnSp>
        <p:nvCxnSpPr>
          <p:cNvPr id="496" name="Google Shape;496;p8"/>
          <p:cNvCxnSpPr/>
          <p:nvPr/>
        </p:nvCxnSpPr>
        <p:spPr>
          <a:xfrm>
            <a:off x="7218766" y="2845774"/>
            <a:ext cx="1870800" cy="0"/>
          </a:xfrm>
          <a:prstGeom prst="straightConnector1">
            <a:avLst/>
          </a:prstGeom>
          <a:noFill/>
          <a:ln w="9525" cap="flat" cmpd="sng">
            <a:solidFill>
              <a:srgbClr val="E61E50"/>
            </a:solidFill>
            <a:prstDash val="solid"/>
            <a:miter lim="800000"/>
            <a:headEnd type="triangle" w="med" len="med"/>
            <a:tailEnd type="triangle" w="med" len="med"/>
          </a:ln>
        </p:spPr>
      </p:cxnSp>
      <p:grpSp>
        <p:nvGrpSpPr>
          <p:cNvPr id="497" name="Google Shape;497;p8"/>
          <p:cNvGrpSpPr/>
          <p:nvPr/>
        </p:nvGrpSpPr>
        <p:grpSpPr>
          <a:xfrm>
            <a:off x="550782" y="1594422"/>
            <a:ext cx="10854448" cy="1708196"/>
            <a:chOff x="539088" y="1486853"/>
            <a:chExt cx="10854448" cy="1708196"/>
          </a:xfrm>
        </p:grpSpPr>
        <p:sp>
          <p:nvSpPr>
            <p:cNvPr id="498" name="Google Shape;498;p8"/>
            <p:cNvSpPr txBox="1"/>
            <p:nvPr/>
          </p:nvSpPr>
          <p:spPr>
            <a:xfrm>
              <a:off x="539088" y="1752205"/>
              <a:ext cx="4320000" cy="1035000"/>
            </a:xfrm>
            <a:prstGeom prst="rect">
              <a:avLst/>
            </a:prstGeom>
            <a:noFill/>
            <a:ln>
              <a:noFill/>
            </a:ln>
          </p:spPr>
          <p:txBody>
            <a:bodyPr spcFirstLastPara="1" wrap="square" lIns="0" tIns="44450" rIns="0" bIns="0" anchor="t" anchorCtr="0">
              <a:spAutoFit/>
            </a:bodyPr>
            <a:lstStyle/>
            <a:p>
              <a:pPr marL="19685"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1200" cap="none" spc="0" normalizeH="0" baseline="0" noProof="0" dirty="0" err="1">
                  <a:ln>
                    <a:noFill/>
                  </a:ln>
                  <a:solidFill>
                    <a:srgbClr val="DD093B"/>
                  </a:solidFill>
                  <a:effectLst/>
                  <a:uLnTx/>
                  <a:uFillTx/>
                  <a:latin typeface="Verdana"/>
                  <a:ea typeface="Verdana"/>
                  <a:cs typeface="Verdana"/>
                  <a:sym typeface="Verdana"/>
                </a:rPr>
                <a:t>Эректильная</a:t>
              </a:r>
              <a:r>
                <a:rPr kumimoji="0" lang="en-US" sz="1100" b="1" i="0" u="none" strike="noStrike" kern="1200" cap="none" spc="0" normalizeH="0" baseline="0" noProof="0" dirty="0">
                  <a:ln>
                    <a:noFill/>
                  </a:ln>
                  <a:solidFill>
                    <a:srgbClr val="DD093B"/>
                  </a:solidFill>
                  <a:effectLst/>
                  <a:uLnTx/>
                  <a:uFillTx/>
                  <a:latin typeface="Verdana"/>
                  <a:ea typeface="Verdana"/>
                  <a:cs typeface="Verdana"/>
                  <a:sym typeface="Verdana"/>
                </a:rPr>
                <a:t> </a:t>
              </a:r>
              <a:r>
                <a:rPr kumimoji="0" lang="en-US" sz="1100" b="1" i="0" u="none" strike="noStrike" kern="1200" cap="none" spc="0" normalizeH="0" baseline="0" noProof="0" dirty="0" err="1">
                  <a:ln>
                    <a:noFill/>
                  </a:ln>
                  <a:solidFill>
                    <a:srgbClr val="DD093B"/>
                  </a:solidFill>
                  <a:effectLst/>
                  <a:uLnTx/>
                  <a:uFillTx/>
                  <a:latin typeface="Verdana"/>
                  <a:ea typeface="Verdana"/>
                  <a:cs typeface="Verdana"/>
                  <a:sym typeface="Verdana"/>
                </a:rPr>
                <a:t>дисфункция</a:t>
              </a:r>
              <a:endParaRPr kumimoji="0" sz="1100" b="1" i="0" u="none" strike="noStrike" kern="1200" cap="none" spc="0" normalizeH="0" baseline="0" noProof="0" dirty="0">
                <a:ln>
                  <a:noFill/>
                </a:ln>
                <a:solidFill>
                  <a:srgbClr val="DD093B"/>
                </a:solidFill>
                <a:effectLst/>
                <a:uLnTx/>
                <a:uFillTx/>
                <a:latin typeface="Verdana"/>
                <a:ea typeface="Verdana"/>
                <a:cs typeface="Verdana"/>
                <a:sym typeface="Verdana"/>
              </a:endParaRPr>
            </a:p>
            <a:p>
              <a:pPr marL="123187" marR="6985" lvl="0" indent="0" algn="l" defTabSz="914400" rtl="0" eaLnBrk="1" fontAlgn="auto" latinLnBrk="0" hangingPunct="1">
                <a:lnSpc>
                  <a:spcPct val="100000"/>
                </a:lnSpc>
                <a:spcBef>
                  <a:spcPts val="400"/>
                </a:spcBef>
                <a:spcAft>
                  <a:spcPts val="0"/>
                </a:spcAft>
                <a:buClr>
                  <a:srgbClr val="265374"/>
                </a:buClr>
                <a:buSzPts val="1100"/>
                <a:buFont typeface="Arial"/>
                <a:buNone/>
                <a:tabLst/>
                <a:defRPr/>
              </a:pPr>
              <a:r>
                <a:rPr kumimoji="0" lang="en-US" sz="900" b="0" i="0" u="none" strike="noStrike" kern="1200" cap="none" spc="0" normalizeH="0" baseline="0" noProof="0" dirty="0" err="1">
                  <a:ln>
                    <a:noFill/>
                  </a:ln>
                  <a:solidFill>
                    <a:srgbClr val="503291"/>
                  </a:solidFill>
                  <a:effectLst/>
                  <a:uLnTx/>
                  <a:uFillTx/>
                  <a:latin typeface="Verdana"/>
                  <a:ea typeface="Verdana"/>
                  <a:cs typeface="Verdana"/>
                  <a:sym typeface="Verdana"/>
                </a:rPr>
                <a:t>Бисопролол</a:t>
              </a:r>
              <a:r>
                <a:rPr kumimoji="0" lang="en-US" sz="9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900" b="0" i="0" u="none" strike="noStrike" kern="1200" cap="none" spc="0" normalizeH="0" baseline="0" noProof="0" dirty="0" err="1">
                  <a:ln>
                    <a:noFill/>
                  </a:ln>
                  <a:solidFill>
                    <a:srgbClr val="503291"/>
                  </a:solidFill>
                  <a:effectLst/>
                  <a:uLnTx/>
                  <a:uFillTx/>
                  <a:latin typeface="Verdana"/>
                  <a:ea typeface="Verdana"/>
                  <a:cs typeface="Verdana"/>
                  <a:sym typeface="Verdana"/>
                </a:rPr>
                <a:t>против</a:t>
              </a:r>
              <a:r>
                <a:rPr kumimoji="0" lang="en-US" sz="9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900" b="0" i="0" u="none" strike="noStrike" kern="1200" cap="none" spc="0" normalizeH="0" baseline="0" noProof="0" dirty="0" err="1">
                  <a:ln>
                    <a:noFill/>
                  </a:ln>
                  <a:solidFill>
                    <a:srgbClr val="503291"/>
                  </a:solidFill>
                  <a:effectLst/>
                  <a:uLnTx/>
                  <a:uFillTx/>
                  <a:latin typeface="Verdana"/>
                  <a:ea typeface="Verdana"/>
                  <a:cs typeface="Verdana"/>
                  <a:sym typeface="Verdana"/>
                </a:rPr>
                <a:t>других</a:t>
              </a:r>
              <a:r>
                <a:rPr kumimoji="0" lang="en-US" sz="9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900" b="0" i="0" u="none" strike="noStrike" kern="1200" cap="none" spc="0" normalizeH="0" baseline="0" noProof="0" dirty="0" err="1">
                  <a:ln>
                    <a:noFill/>
                  </a:ln>
                  <a:solidFill>
                    <a:srgbClr val="503291"/>
                  </a:solidFill>
                  <a:effectLst/>
                  <a:uLnTx/>
                  <a:uFillTx/>
                  <a:latin typeface="Verdana"/>
                  <a:ea typeface="Verdana"/>
                  <a:cs typeface="Verdana"/>
                  <a:sym typeface="Verdana"/>
                </a:rPr>
                <a:t>бета</a:t>
              </a:r>
              <a:r>
                <a:rPr kumimoji="0" lang="en-US" sz="9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900" b="0" i="0" u="none" strike="noStrike" kern="1200" cap="none" spc="0" normalizeH="0" baseline="0" noProof="0" dirty="0" err="1">
                  <a:ln>
                    <a:noFill/>
                  </a:ln>
                  <a:solidFill>
                    <a:srgbClr val="503291"/>
                  </a:solidFill>
                  <a:effectLst/>
                  <a:uLnTx/>
                  <a:uFillTx/>
                  <a:latin typeface="Verdana"/>
                  <a:ea typeface="Verdana"/>
                  <a:cs typeface="Verdana"/>
                  <a:sym typeface="Verdana"/>
                </a:rPr>
                <a:t>блокаторов</a:t>
              </a:r>
              <a:r>
                <a:rPr kumimoji="0" lang="en-US" sz="1000" b="0" i="0" u="none" strike="noStrike" kern="1200" cap="none" spc="0" normalizeH="0" baseline="0" noProof="0" dirty="0">
                  <a:ln>
                    <a:noFill/>
                  </a:ln>
                  <a:solidFill>
                    <a:srgbClr val="503291"/>
                  </a:solidFill>
                  <a:effectLst/>
                  <a:uLnTx/>
                  <a:uFillTx/>
                  <a:latin typeface="Verdana"/>
                  <a:ea typeface="Verdana"/>
                  <a:cs typeface="Verdana"/>
                  <a:sym typeface="Verdana"/>
                </a:rPr>
                <a:t>  </a:t>
              </a:r>
              <a:endParaRPr kumimoji="0" sz="1000" b="0" i="0" u="none" strike="noStrike" kern="1200" cap="none" spc="0" normalizeH="0" baseline="0" noProof="0" dirty="0">
                <a:ln>
                  <a:noFill/>
                </a:ln>
                <a:solidFill>
                  <a:srgbClr val="503291"/>
                </a:solidFill>
                <a:effectLst/>
                <a:uLnTx/>
                <a:uFillTx/>
                <a:latin typeface="Verdana"/>
                <a:ea typeface="Verdana"/>
                <a:cs typeface="Verdana"/>
                <a:sym typeface="Verdana"/>
              </a:endParaRPr>
            </a:p>
            <a:p>
              <a:pPr marL="123187" marR="6985" lvl="0" indent="0" algn="l" defTabSz="914400" rtl="0" eaLnBrk="1" fontAlgn="auto" latinLnBrk="0" hangingPunct="1">
                <a:lnSpc>
                  <a:spcPct val="100000"/>
                </a:lnSpc>
                <a:spcBef>
                  <a:spcPts val="400"/>
                </a:spcBef>
                <a:spcAft>
                  <a:spcPts val="0"/>
                </a:spcAft>
                <a:buClr>
                  <a:srgbClr val="265374"/>
                </a:buClr>
                <a:buSzPts val="1100"/>
                <a:buFont typeface="Arial"/>
                <a:buNone/>
                <a:tabLst/>
                <a:defRPr/>
              </a:pPr>
              <a:r>
                <a:rPr kumimoji="0" lang="en-US" sz="1000" b="0" i="0" u="none" strike="noStrike" kern="1200" cap="none" spc="0" normalizeH="0" baseline="0" noProof="0" dirty="0" err="1">
                  <a:ln>
                    <a:noFill/>
                  </a:ln>
                  <a:solidFill>
                    <a:srgbClr val="503291"/>
                  </a:solidFill>
                  <a:effectLst/>
                  <a:uLnTx/>
                  <a:uFillTx/>
                  <a:latin typeface="Verdana"/>
                  <a:ea typeface="Verdana"/>
                  <a:cs typeface="Verdana"/>
                  <a:sym typeface="Verdana"/>
                </a:rPr>
                <a:t>Бисопролол</a:t>
              </a:r>
              <a:r>
                <a:rPr kumimoji="0" lang="en-US" sz="10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000" b="0" i="0" u="none" strike="noStrike" kern="1200" cap="none" spc="0" normalizeH="0" baseline="0" noProof="0" dirty="0" err="1">
                  <a:ln>
                    <a:noFill/>
                  </a:ln>
                  <a:solidFill>
                    <a:srgbClr val="503291"/>
                  </a:solidFill>
                  <a:effectLst/>
                  <a:uLnTx/>
                  <a:uFillTx/>
                  <a:latin typeface="Verdana"/>
                  <a:ea typeface="Verdana"/>
                  <a:cs typeface="Verdana"/>
                  <a:sym typeface="Verdana"/>
                </a:rPr>
                <a:t>против</a:t>
              </a:r>
              <a:r>
                <a:rPr kumimoji="0" lang="en-US" sz="10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000" b="0" i="0" u="none" strike="noStrike" kern="1200" cap="none" spc="0" normalizeH="0" baseline="0" noProof="0" dirty="0" err="1">
                  <a:ln>
                    <a:noFill/>
                  </a:ln>
                  <a:solidFill>
                    <a:srgbClr val="503291"/>
                  </a:solidFill>
                  <a:effectLst/>
                  <a:uLnTx/>
                  <a:uFillTx/>
                  <a:latin typeface="Verdana"/>
                  <a:ea typeface="Verdana"/>
                  <a:cs typeface="Verdana"/>
                  <a:sym typeface="Verdana"/>
                </a:rPr>
                <a:t>ингибиторов</a:t>
              </a:r>
              <a:r>
                <a:rPr kumimoji="0" lang="en-US" sz="1000" b="0" i="0" u="none" strike="noStrike" kern="1200" cap="none" spc="0" normalizeH="0" baseline="0" noProof="0" dirty="0">
                  <a:ln>
                    <a:noFill/>
                  </a:ln>
                  <a:solidFill>
                    <a:srgbClr val="503291"/>
                  </a:solidFill>
                  <a:effectLst/>
                  <a:uLnTx/>
                  <a:uFillTx/>
                  <a:latin typeface="Verdana"/>
                  <a:ea typeface="Verdana"/>
                  <a:cs typeface="Verdana"/>
                  <a:sym typeface="Verdana"/>
                </a:rPr>
                <a:t> АПФ/АРБ  </a:t>
              </a:r>
              <a:endParaRPr kumimoji="0" sz="1000" b="0" i="0" u="none" strike="noStrike" kern="1200" cap="none" spc="0" normalizeH="0" baseline="0" noProof="0" dirty="0">
                <a:ln>
                  <a:noFill/>
                </a:ln>
                <a:solidFill>
                  <a:srgbClr val="503291"/>
                </a:solidFill>
                <a:effectLst/>
                <a:uLnTx/>
                <a:uFillTx/>
                <a:latin typeface="Verdana"/>
                <a:ea typeface="Verdana"/>
                <a:cs typeface="Verdana"/>
                <a:sym typeface="Verdana"/>
              </a:endParaRPr>
            </a:p>
            <a:p>
              <a:pPr marL="123187" marR="6985" lvl="0" indent="0" algn="l" defTabSz="914400" rtl="0" eaLnBrk="1" fontAlgn="auto" latinLnBrk="0" hangingPunct="1">
                <a:lnSpc>
                  <a:spcPct val="100000"/>
                </a:lnSpc>
                <a:spcBef>
                  <a:spcPts val="400"/>
                </a:spcBef>
                <a:spcAft>
                  <a:spcPts val="0"/>
                </a:spcAft>
                <a:buClr>
                  <a:srgbClr val="265374"/>
                </a:buClr>
                <a:buSzPts val="1100"/>
                <a:buFont typeface="Arial"/>
                <a:buNone/>
                <a:tabLst/>
                <a:defRPr/>
              </a:pPr>
              <a:r>
                <a:rPr kumimoji="0" lang="en-US" sz="1000" b="0" i="0" u="none" strike="noStrike" kern="1200" cap="none" spc="0" normalizeH="0" baseline="0" noProof="0" dirty="0" err="1">
                  <a:ln>
                    <a:noFill/>
                  </a:ln>
                  <a:solidFill>
                    <a:srgbClr val="503291"/>
                  </a:solidFill>
                  <a:effectLst/>
                  <a:uLnTx/>
                  <a:uFillTx/>
                  <a:latin typeface="Verdana"/>
                  <a:ea typeface="Verdana"/>
                  <a:cs typeface="Verdana"/>
                  <a:sym typeface="Verdana"/>
                </a:rPr>
                <a:t>Бисопролол</a:t>
              </a:r>
              <a:r>
                <a:rPr kumimoji="0" lang="en-US" sz="10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000" b="0" i="0" u="none" strike="noStrike" kern="1200" cap="none" spc="0" normalizeH="0" baseline="0" noProof="0" dirty="0" err="1">
                  <a:ln>
                    <a:noFill/>
                  </a:ln>
                  <a:solidFill>
                    <a:srgbClr val="503291"/>
                  </a:solidFill>
                  <a:effectLst/>
                  <a:uLnTx/>
                  <a:uFillTx/>
                  <a:latin typeface="Verdana"/>
                  <a:ea typeface="Verdana"/>
                  <a:cs typeface="Verdana"/>
                  <a:sym typeface="Verdana"/>
                </a:rPr>
                <a:t>против</a:t>
              </a:r>
              <a:r>
                <a:rPr kumimoji="0" lang="en-US" sz="1000" b="0" i="0" u="none" strike="noStrike" kern="1200" cap="none" spc="0" normalizeH="0" baseline="0" noProof="0" dirty="0">
                  <a:ln>
                    <a:noFill/>
                  </a:ln>
                  <a:solidFill>
                    <a:srgbClr val="503291"/>
                  </a:solidFill>
                  <a:effectLst/>
                  <a:uLnTx/>
                  <a:uFillTx/>
                  <a:latin typeface="Verdana"/>
                  <a:ea typeface="Verdana"/>
                  <a:cs typeface="Verdana"/>
                  <a:sym typeface="Verdana"/>
                </a:rPr>
                <a:t> БКК</a:t>
              </a:r>
              <a:endParaRPr kumimoji="0" sz="1000" b="0" i="0" u="none" strike="noStrike" kern="1200" cap="none" spc="0" normalizeH="0" baseline="0" noProof="0" dirty="0">
                <a:ln>
                  <a:noFill/>
                </a:ln>
                <a:solidFill>
                  <a:srgbClr val="503291"/>
                </a:solidFill>
                <a:effectLst/>
                <a:uLnTx/>
                <a:uFillTx/>
                <a:latin typeface="Verdana"/>
                <a:ea typeface="Verdana"/>
                <a:cs typeface="Verdana"/>
                <a:sym typeface="Verdana"/>
              </a:endParaRPr>
            </a:p>
            <a:p>
              <a:pPr marL="123187" marR="0" lvl="0" indent="0" algn="l" defTabSz="914400" rtl="0" eaLnBrk="1" fontAlgn="auto" latinLnBrk="0" hangingPunct="1">
                <a:lnSpc>
                  <a:spcPct val="100000"/>
                </a:lnSpc>
                <a:spcBef>
                  <a:spcPts val="400"/>
                </a:spcBef>
                <a:spcAft>
                  <a:spcPts val="0"/>
                </a:spcAft>
                <a:buClr>
                  <a:srgbClr val="265374"/>
                </a:buClr>
                <a:buSzPts val="1100"/>
                <a:buFont typeface="Arial"/>
                <a:buNone/>
                <a:tabLst/>
                <a:defRPr/>
              </a:pPr>
              <a:r>
                <a:rPr kumimoji="0" lang="en-US" sz="1000" b="0" i="0" u="none" strike="noStrike" kern="1200" cap="none" spc="0" normalizeH="0" baseline="0" noProof="0" dirty="0" err="1">
                  <a:ln>
                    <a:noFill/>
                  </a:ln>
                  <a:solidFill>
                    <a:srgbClr val="503291"/>
                  </a:solidFill>
                  <a:effectLst/>
                  <a:uLnTx/>
                  <a:uFillTx/>
                  <a:latin typeface="Verdana"/>
                  <a:ea typeface="Verdana"/>
                  <a:cs typeface="Verdana"/>
                  <a:sym typeface="Verdana"/>
                </a:rPr>
                <a:t>Бисопролол</a:t>
              </a:r>
              <a:r>
                <a:rPr kumimoji="0" lang="en-US" sz="10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000" b="0" i="0" u="none" strike="noStrike" kern="1200" cap="none" spc="0" normalizeH="0" baseline="0" noProof="0" dirty="0" err="1">
                  <a:ln>
                    <a:noFill/>
                  </a:ln>
                  <a:solidFill>
                    <a:srgbClr val="503291"/>
                  </a:solidFill>
                  <a:effectLst/>
                  <a:uLnTx/>
                  <a:uFillTx/>
                  <a:latin typeface="Verdana"/>
                  <a:ea typeface="Verdana"/>
                  <a:cs typeface="Verdana"/>
                  <a:sym typeface="Verdana"/>
                </a:rPr>
                <a:t>против</a:t>
              </a:r>
              <a:r>
                <a:rPr kumimoji="0" lang="en-US" sz="10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000" b="0" i="0" u="none" strike="noStrike" kern="1200" cap="none" spc="0" normalizeH="0" baseline="0" noProof="0" dirty="0" err="1">
                  <a:ln>
                    <a:noFill/>
                  </a:ln>
                  <a:solidFill>
                    <a:srgbClr val="503291"/>
                  </a:solidFill>
                  <a:effectLst/>
                  <a:uLnTx/>
                  <a:uFillTx/>
                  <a:latin typeface="Verdana"/>
                  <a:ea typeface="Verdana"/>
                  <a:cs typeface="Verdana"/>
                  <a:sym typeface="Verdana"/>
                </a:rPr>
                <a:t>диуретиков</a:t>
              </a:r>
              <a:endParaRPr kumimoji="0" sz="1100" b="0" i="0" u="none" strike="noStrike" kern="1200" cap="none" spc="0" normalizeH="0" baseline="0" noProof="0" dirty="0">
                <a:ln>
                  <a:noFill/>
                </a:ln>
                <a:solidFill>
                  <a:srgbClr val="503291"/>
                </a:solidFill>
                <a:effectLst/>
                <a:uLnTx/>
                <a:uFillTx/>
                <a:latin typeface="Verdana"/>
                <a:ea typeface="Verdana"/>
                <a:cs typeface="Verdana"/>
                <a:sym typeface="Verdana"/>
              </a:endParaRPr>
            </a:p>
          </p:txBody>
        </p:sp>
        <p:sp>
          <p:nvSpPr>
            <p:cNvPr id="499" name="Google Shape;499;p8"/>
            <p:cNvSpPr/>
            <p:nvPr/>
          </p:nvSpPr>
          <p:spPr>
            <a:xfrm>
              <a:off x="3910092" y="1693016"/>
              <a:ext cx="0" cy="1281001"/>
            </a:xfrm>
            <a:custGeom>
              <a:avLst/>
              <a:gdLst/>
              <a:ahLst/>
              <a:cxnLst/>
              <a:rect l="l" t="t" r="r" b="b"/>
              <a:pathLst>
                <a:path w="120000" h="2696845" extrusionOk="0">
                  <a:moveTo>
                    <a:pt x="0" y="0"/>
                  </a:moveTo>
                  <a:lnTo>
                    <a:pt x="0" y="2696540"/>
                  </a:lnTo>
                </a:path>
              </a:pathLst>
            </a:custGeom>
            <a:noFill/>
            <a:ln w="9525"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1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500" name="Google Shape;500;p8"/>
            <p:cNvSpPr txBox="1"/>
            <p:nvPr/>
          </p:nvSpPr>
          <p:spPr>
            <a:xfrm>
              <a:off x="5060446" y="2005134"/>
              <a:ext cx="1413900" cy="863100"/>
            </a:xfrm>
            <a:prstGeom prst="rect">
              <a:avLst/>
            </a:prstGeom>
            <a:noFill/>
            <a:ln>
              <a:noFill/>
            </a:ln>
          </p:spPr>
          <p:txBody>
            <a:bodyPr spcFirstLastPara="1" wrap="square" lIns="0" tIns="31750" rIns="0" bIns="0" anchor="t" anchorCtr="0">
              <a:spAutoFit/>
            </a:bodyPr>
            <a:lstStyle/>
            <a:p>
              <a:pPr marL="123188" marR="6985"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0.86 (0.27, 2.76)</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1.79 (0.61, 5.24)</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2.14 (0.72, 6.31)</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1.28 (0.41, 4.04)</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501" name="Google Shape;501;p8"/>
            <p:cNvSpPr txBox="1"/>
            <p:nvPr/>
          </p:nvSpPr>
          <p:spPr>
            <a:xfrm>
              <a:off x="6589397" y="1996591"/>
              <a:ext cx="496200" cy="863100"/>
            </a:xfrm>
            <a:prstGeom prst="rect">
              <a:avLst/>
            </a:prstGeom>
            <a:noFill/>
            <a:ln>
              <a:noFill/>
            </a:ln>
          </p:spPr>
          <p:txBody>
            <a:bodyPr spcFirstLastPara="1" wrap="square" lIns="0" tIns="31750" rIns="0" bIns="0" anchor="t" anchorCtr="0">
              <a:spAutoFit/>
            </a:bodyPr>
            <a:lstStyle/>
            <a:p>
              <a:pPr marL="123188" marR="6985"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1.60</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2.98</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3.70</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1.88</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502" name="Google Shape;502;p8"/>
            <p:cNvSpPr/>
            <p:nvPr/>
          </p:nvSpPr>
          <p:spPr>
            <a:xfrm>
              <a:off x="7989465" y="1700593"/>
              <a:ext cx="0" cy="1281001"/>
            </a:xfrm>
            <a:custGeom>
              <a:avLst/>
              <a:gdLst/>
              <a:ahLst/>
              <a:cxnLst/>
              <a:rect l="l" t="t" r="r" b="b"/>
              <a:pathLst>
                <a:path w="120000" h="2696845" extrusionOk="0">
                  <a:moveTo>
                    <a:pt x="0" y="0"/>
                  </a:moveTo>
                  <a:lnTo>
                    <a:pt x="0" y="2696527"/>
                  </a:lnTo>
                </a:path>
              </a:pathLst>
            </a:custGeom>
            <a:noFill/>
            <a:ln w="9525"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100" b="0" i="0" u="none" strike="noStrike" kern="1200" cap="none" spc="0" normalizeH="0" baseline="0" noProof="0">
                <a:ln>
                  <a:noFill/>
                </a:ln>
                <a:solidFill>
                  <a:srgbClr val="265374"/>
                </a:solidFill>
                <a:effectLst/>
                <a:uLnTx/>
                <a:uFillTx/>
                <a:latin typeface="Calibri"/>
                <a:ea typeface="Calibri"/>
                <a:cs typeface="Calibri"/>
                <a:sym typeface="Calibri"/>
              </a:endParaRPr>
            </a:p>
          </p:txBody>
        </p:sp>
        <p:grpSp>
          <p:nvGrpSpPr>
            <p:cNvPr id="503" name="Google Shape;503;p8"/>
            <p:cNvGrpSpPr/>
            <p:nvPr/>
          </p:nvGrpSpPr>
          <p:grpSpPr>
            <a:xfrm>
              <a:off x="9270259" y="1996591"/>
              <a:ext cx="1984800" cy="856543"/>
              <a:chOff x="9352143" y="4998329"/>
              <a:chExt cx="1984800" cy="856543"/>
            </a:xfrm>
          </p:grpSpPr>
          <p:sp>
            <p:nvSpPr>
              <p:cNvPr id="504" name="Google Shape;504;p8"/>
              <p:cNvSpPr txBox="1"/>
              <p:nvPr/>
            </p:nvSpPr>
            <p:spPr>
              <a:xfrm>
                <a:off x="9352143" y="4998329"/>
                <a:ext cx="1419600" cy="201300"/>
              </a:xfrm>
              <a:prstGeom prst="rect">
                <a:avLst/>
              </a:prstGeom>
              <a:noFill/>
              <a:ln>
                <a:noFill/>
              </a:ln>
            </p:spPr>
            <p:txBody>
              <a:bodyPr spcFirstLastPara="1" wrap="square" lIns="0" tIns="31750" rIns="0" bIns="0" anchor="t" anchorCtr="0">
                <a:spAutoFit/>
              </a:bodyPr>
              <a:lstStyle/>
              <a:p>
                <a:pPr marL="123188" marR="6985"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0.79 (0.25, 2.55)</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505" name="Google Shape;505;p8"/>
              <p:cNvSpPr txBox="1"/>
              <p:nvPr/>
            </p:nvSpPr>
            <p:spPr>
              <a:xfrm>
                <a:off x="9352143" y="5212272"/>
                <a:ext cx="1984800" cy="642600"/>
              </a:xfrm>
              <a:prstGeom prst="rect">
                <a:avLst/>
              </a:prstGeom>
              <a:noFill/>
              <a:ln>
                <a:noFill/>
              </a:ln>
            </p:spPr>
            <p:txBody>
              <a:bodyPr spcFirstLastPara="1" wrap="square" lIns="0" tIns="31750" rIns="0" bIns="0" anchor="t" anchorCtr="0">
                <a:spAutoFit/>
              </a:bodyPr>
              <a:lstStyle/>
              <a:p>
                <a:pPr marL="123188" marR="6985"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2.30 (0.79, 6.73)</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1.92 (0.65, 5.68)</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0.92 (0.29, 2.90)</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
          <p:nvSpPr>
            <p:cNvPr id="506" name="Google Shape;506;p8"/>
            <p:cNvSpPr txBox="1"/>
            <p:nvPr/>
          </p:nvSpPr>
          <p:spPr>
            <a:xfrm>
              <a:off x="10852078" y="2008754"/>
              <a:ext cx="496200" cy="863100"/>
            </a:xfrm>
            <a:prstGeom prst="rect">
              <a:avLst/>
            </a:prstGeom>
            <a:noFill/>
            <a:ln>
              <a:noFill/>
            </a:ln>
          </p:spPr>
          <p:txBody>
            <a:bodyPr spcFirstLastPara="1" wrap="square" lIns="0" tIns="31750" rIns="0" bIns="0" anchor="t" anchorCtr="0">
              <a:spAutoFit/>
            </a:bodyPr>
            <a:lstStyle/>
            <a:p>
              <a:pPr marL="123188" marR="6985"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1.85</a:t>
              </a:r>
              <a:endParaRPr kumimoji="0" sz="1100" b="0" i="0" u="none" strike="noStrike" kern="1200" cap="none" spc="0" normalizeH="0" baseline="0" noProof="0">
                <a:ln>
                  <a:noFill/>
                </a:ln>
                <a:solidFill>
                  <a:srgbClr val="503291"/>
                </a:solidFill>
                <a:effectLst/>
                <a:uLnTx/>
                <a:uFillTx/>
                <a:latin typeface="Verdana"/>
                <a:ea typeface="Verdana"/>
                <a:cs typeface="Verdana"/>
                <a:sym typeface="Verdana"/>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4.03</a:t>
              </a:r>
              <a:endParaRPr kumimoji="0" sz="1100" b="0" i="0" u="none" strike="noStrike" kern="1200" cap="none" spc="0" normalizeH="0" baseline="0" noProof="0">
                <a:ln>
                  <a:noFill/>
                </a:ln>
                <a:solidFill>
                  <a:srgbClr val="503291"/>
                </a:solidFill>
                <a:effectLst/>
                <a:uLnTx/>
                <a:uFillTx/>
                <a:latin typeface="Verdana"/>
                <a:ea typeface="Verdana"/>
                <a:cs typeface="Verdana"/>
                <a:sym typeface="Verdana"/>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3.25</a:t>
              </a:r>
              <a:endParaRPr kumimoji="0" sz="1100" b="0" i="0" u="none" strike="noStrike" kern="1200" cap="none" spc="0" normalizeH="0" baseline="0" noProof="0">
                <a:ln>
                  <a:noFill/>
                </a:ln>
                <a:solidFill>
                  <a:srgbClr val="503291"/>
                </a:solidFill>
                <a:effectLst/>
                <a:uLnTx/>
                <a:uFillTx/>
                <a:latin typeface="Verdana"/>
                <a:ea typeface="Verdana"/>
                <a:cs typeface="Verdana"/>
                <a:sym typeface="Verdana"/>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1.39</a:t>
              </a:r>
              <a:endParaRPr kumimoji="0" sz="1100" b="0" i="0" u="none" strike="noStrike" kern="1200" cap="none" spc="0" normalizeH="0" baseline="0" noProof="0">
                <a:ln>
                  <a:noFill/>
                </a:ln>
                <a:solidFill>
                  <a:srgbClr val="503291"/>
                </a:solidFill>
                <a:effectLst/>
                <a:uLnTx/>
                <a:uFillTx/>
                <a:latin typeface="Verdana"/>
                <a:ea typeface="Verdana"/>
                <a:cs typeface="Verdana"/>
                <a:sym typeface="Verdana"/>
              </a:endParaRPr>
            </a:p>
          </p:txBody>
        </p:sp>
        <p:grpSp>
          <p:nvGrpSpPr>
            <p:cNvPr id="507" name="Google Shape;507;p8"/>
            <p:cNvGrpSpPr/>
            <p:nvPr/>
          </p:nvGrpSpPr>
          <p:grpSpPr>
            <a:xfrm>
              <a:off x="2893304" y="2973025"/>
              <a:ext cx="2484117" cy="220272"/>
              <a:chOff x="4566601" y="3845712"/>
              <a:chExt cx="1484030" cy="220272"/>
            </a:xfrm>
          </p:grpSpPr>
          <p:sp>
            <p:nvSpPr>
              <p:cNvPr id="508" name="Google Shape;508;p8"/>
              <p:cNvSpPr txBox="1"/>
              <p:nvPr/>
            </p:nvSpPr>
            <p:spPr>
              <a:xfrm>
                <a:off x="4566601" y="3879984"/>
                <a:ext cx="332400" cy="186000"/>
              </a:xfrm>
              <a:prstGeom prst="rect">
                <a:avLst/>
              </a:prstGeom>
              <a:noFill/>
              <a:ln>
                <a:noFill/>
              </a:ln>
            </p:spPr>
            <p:txBody>
              <a:bodyPr spcFirstLastPara="1" wrap="square" lIns="0" tIns="165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E61E50"/>
                    </a:solidFill>
                    <a:effectLst/>
                    <a:uLnTx/>
                    <a:uFillTx/>
                    <a:latin typeface="Verdana"/>
                    <a:ea typeface="Verdana"/>
                    <a:cs typeface="Verdana"/>
                    <a:sym typeface="Verdana"/>
                  </a:rPr>
                  <a:t>0.50</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509" name="Google Shape;509;p8"/>
              <p:cNvSpPr txBox="1"/>
              <p:nvPr/>
            </p:nvSpPr>
            <p:spPr>
              <a:xfrm>
                <a:off x="5083431" y="3878843"/>
                <a:ext cx="967200" cy="186000"/>
              </a:xfrm>
              <a:prstGeom prst="rect">
                <a:avLst/>
              </a:prstGeom>
              <a:noFill/>
              <a:ln>
                <a:noFill/>
              </a:ln>
            </p:spPr>
            <p:txBody>
              <a:bodyPr spcFirstLastPara="1" wrap="square" lIns="0" tIns="165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E61E50"/>
                    </a:solidFill>
                    <a:effectLst/>
                    <a:uLnTx/>
                    <a:uFillTx/>
                    <a:latin typeface="Verdana"/>
                    <a:ea typeface="Verdana"/>
                    <a:cs typeface="Verdana"/>
                    <a:sym typeface="Verdana"/>
                  </a:rPr>
                  <a:t>1.0    1.5    2.0   2.5</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510" name="Google Shape;510;p8"/>
              <p:cNvSpPr/>
              <p:nvPr/>
            </p:nvSpPr>
            <p:spPr>
              <a:xfrm>
                <a:off x="4660900" y="3845724"/>
                <a:ext cx="1237614" cy="0"/>
              </a:xfrm>
              <a:custGeom>
                <a:avLst/>
                <a:gdLst/>
                <a:ahLst/>
                <a:cxnLst/>
                <a:rect l="l" t="t" r="r" b="b"/>
                <a:pathLst>
                  <a:path w="1237614" h="120000" extrusionOk="0">
                    <a:moveTo>
                      <a:pt x="1237488" y="0"/>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1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511" name="Google Shape;511;p8"/>
              <p:cNvSpPr/>
              <p:nvPr/>
            </p:nvSpPr>
            <p:spPr>
              <a:xfrm>
                <a:off x="4663376" y="3845712"/>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1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512" name="Google Shape;512;p8"/>
              <p:cNvSpPr/>
              <p:nvPr/>
            </p:nvSpPr>
            <p:spPr>
              <a:xfrm>
                <a:off x="5174157" y="3845712"/>
                <a:ext cx="0" cy="46354"/>
              </a:xfrm>
              <a:custGeom>
                <a:avLst/>
                <a:gdLst/>
                <a:ahLst/>
                <a:cxnLst/>
                <a:rect l="l" t="t" r="r" b="b"/>
                <a:pathLst>
                  <a:path w="120000" h="46354" extrusionOk="0">
                    <a:moveTo>
                      <a:pt x="0" y="0"/>
                    </a:moveTo>
                    <a:lnTo>
                      <a:pt x="0" y="45923"/>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1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513" name="Google Shape;513;p8"/>
              <p:cNvSpPr/>
              <p:nvPr/>
            </p:nvSpPr>
            <p:spPr>
              <a:xfrm>
                <a:off x="5416562" y="3845712"/>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1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514" name="Google Shape;514;p8"/>
              <p:cNvSpPr/>
              <p:nvPr/>
            </p:nvSpPr>
            <p:spPr>
              <a:xfrm>
                <a:off x="5653773" y="3845712"/>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1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515" name="Google Shape;515;p8"/>
              <p:cNvSpPr/>
              <p:nvPr/>
            </p:nvSpPr>
            <p:spPr>
              <a:xfrm>
                <a:off x="5895695" y="3845712"/>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100" b="0" i="0" u="none" strike="noStrike" kern="1200" cap="none" spc="0" normalizeH="0" baseline="0" noProof="0">
                  <a:ln>
                    <a:noFill/>
                  </a:ln>
                  <a:solidFill>
                    <a:srgbClr val="265374"/>
                  </a:solidFill>
                  <a:effectLst/>
                  <a:uLnTx/>
                  <a:uFillTx/>
                  <a:latin typeface="Verdana"/>
                  <a:ea typeface="Verdana"/>
                  <a:cs typeface="Verdana"/>
                  <a:sym typeface="Verdana"/>
                </a:endParaRPr>
              </a:p>
            </p:txBody>
          </p:sp>
        </p:grpSp>
        <p:grpSp>
          <p:nvGrpSpPr>
            <p:cNvPr id="516" name="Google Shape;516;p8"/>
            <p:cNvGrpSpPr/>
            <p:nvPr/>
          </p:nvGrpSpPr>
          <p:grpSpPr>
            <a:xfrm>
              <a:off x="6976456" y="2974777"/>
              <a:ext cx="2470470" cy="220272"/>
              <a:chOff x="4566601" y="3845712"/>
              <a:chExt cx="1475877" cy="220272"/>
            </a:xfrm>
          </p:grpSpPr>
          <p:sp>
            <p:nvSpPr>
              <p:cNvPr id="517" name="Google Shape;517;p8"/>
              <p:cNvSpPr txBox="1"/>
              <p:nvPr/>
            </p:nvSpPr>
            <p:spPr>
              <a:xfrm>
                <a:off x="4566601" y="3879984"/>
                <a:ext cx="266100" cy="186000"/>
              </a:xfrm>
              <a:prstGeom prst="rect">
                <a:avLst/>
              </a:prstGeom>
              <a:noFill/>
              <a:ln>
                <a:noFill/>
              </a:ln>
            </p:spPr>
            <p:txBody>
              <a:bodyPr spcFirstLastPara="1" wrap="square" lIns="0" tIns="165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E61E50"/>
                    </a:solidFill>
                    <a:effectLst/>
                    <a:uLnTx/>
                    <a:uFillTx/>
                    <a:latin typeface="Verdana"/>
                    <a:ea typeface="Verdana"/>
                    <a:cs typeface="Verdana"/>
                    <a:sym typeface="Verdana"/>
                  </a:rPr>
                  <a:t>0.50</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518" name="Google Shape;518;p8"/>
              <p:cNvSpPr txBox="1"/>
              <p:nvPr/>
            </p:nvSpPr>
            <p:spPr>
              <a:xfrm>
                <a:off x="5075278" y="3878843"/>
                <a:ext cx="967200" cy="186000"/>
              </a:xfrm>
              <a:prstGeom prst="rect">
                <a:avLst/>
              </a:prstGeom>
              <a:noFill/>
              <a:ln>
                <a:noFill/>
              </a:ln>
            </p:spPr>
            <p:txBody>
              <a:bodyPr spcFirstLastPara="1" wrap="square" lIns="0" tIns="165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E61E50"/>
                    </a:solidFill>
                    <a:effectLst/>
                    <a:uLnTx/>
                    <a:uFillTx/>
                    <a:latin typeface="Verdana"/>
                    <a:ea typeface="Verdana"/>
                    <a:cs typeface="Verdana"/>
                    <a:sym typeface="Verdana"/>
                  </a:rPr>
                  <a:t>1.0    1.5    2.0   2.5</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519" name="Google Shape;519;p8"/>
              <p:cNvSpPr/>
              <p:nvPr/>
            </p:nvSpPr>
            <p:spPr>
              <a:xfrm>
                <a:off x="4660900" y="3845724"/>
                <a:ext cx="1237614" cy="0"/>
              </a:xfrm>
              <a:custGeom>
                <a:avLst/>
                <a:gdLst/>
                <a:ahLst/>
                <a:cxnLst/>
                <a:rect l="l" t="t" r="r" b="b"/>
                <a:pathLst>
                  <a:path w="1237614" h="120000" extrusionOk="0">
                    <a:moveTo>
                      <a:pt x="1237488" y="0"/>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1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520" name="Google Shape;520;p8"/>
              <p:cNvSpPr/>
              <p:nvPr/>
            </p:nvSpPr>
            <p:spPr>
              <a:xfrm>
                <a:off x="4663376" y="3845712"/>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1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521" name="Google Shape;521;p8"/>
              <p:cNvSpPr/>
              <p:nvPr/>
            </p:nvSpPr>
            <p:spPr>
              <a:xfrm>
                <a:off x="5174157" y="3845712"/>
                <a:ext cx="0" cy="46354"/>
              </a:xfrm>
              <a:custGeom>
                <a:avLst/>
                <a:gdLst/>
                <a:ahLst/>
                <a:cxnLst/>
                <a:rect l="l" t="t" r="r" b="b"/>
                <a:pathLst>
                  <a:path w="120000" h="46354" extrusionOk="0">
                    <a:moveTo>
                      <a:pt x="0" y="0"/>
                    </a:moveTo>
                    <a:lnTo>
                      <a:pt x="0" y="45923"/>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1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522" name="Google Shape;522;p8"/>
              <p:cNvSpPr/>
              <p:nvPr/>
            </p:nvSpPr>
            <p:spPr>
              <a:xfrm>
                <a:off x="5416562" y="3845712"/>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1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523" name="Google Shape;523;p8"/>
              <p:cNvSpPr/>
              <p:nvPr/>
            </p:nvSpPr>
            <p:spPr>
              <a:xfrm>
                <a:off x="5653773" y="3845712"/>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1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524" name="Google Shape;524;p8"/>
              <p:cNvSpPr/>
              <p:nvPr/>
            </p:nvSpPr>
            <p:spPr>
              <a:xfrm>
                <a:off x="5895695" y="3845712"/>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100" b="0" i="0" u="none" strike="noStrike" kern="1200" cap="none" spc="0" normalizeH="0" baseline="0" noProof="0">
                  <a:ln>
                    <a:noFill/>
                  </a:ln>
                  <a:solidFill>
                    <a:srgbClr val="265374"/>
                  </a:solidFill>
                  <a:effectLst/>
                  <a:uLnTx/>
                  <a:uFillTx/>
                  <a:latin typeface="Verdana"/>
                  <a:ea typeface="Verdana"/>
                  <a:cs typeface="Verdana"/>
                  <a:sym typeface="Verdana"/>
                </a:endParaRPr>
              </a:p>
            </p:txBody>
          </p:sp>
        </p:grpSp>
        <p:sp>
          <p:nvSpPr>
            <p:cNvPr id="525" name="Google Shape;525;p8"/>
            <p:cNvSpPr/>
            <p:nvPr/>
          </p:nvSpPr>
          <p:spPr>
            <a:xfrm>
              <a:off x="5176449" y="1679030"/>
              <a:ext cx="6217087" cy="0"/>
            </a:xfrm>
            <a:custGeom>
              <a:avLst/>
              <a:gdLst/>
              <a:ahLst/>
              <a:cxnLst/>
              <a:rect l="l" t="t" r="r" b="b"/>
              <a:pathLst>
                <a:path w="3527425" h="120000" extrusionOk="0">
                  <a:moveTo>
                    <a:pt x="3526916" y="0"/>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1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526" name="Google Shape;526;p8"/>
            <p:cNvSpPr txBox="1"/>
            <p:nvPr/>
          </p:nvSpPr>
          <p:spPr>
            <a:xfrm>
              <a:off x="558802" y="1486856"/>
              <a:ext cx="2733900" cy="186000"/>
            </a:xfrm>
            <a:prstGeom prst="rect">
              <a:avLst/>
            </a:prstGeom>
            <a:noFill/>
            <a:ln>
              <a:noFill/>
            </a:ln>
          </p:spPr>
          <p:txBody>
            <a:bodyPr spcFirstLastPara="1" wrap="square" lIns="0" tIns="165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ru-RU" sz="1100" b="1" i="0" u="none" strike="noStrike" kern="1200" cap="none" spc="0" normalizeH="0" baseline="0" noProof="0" dirty="0">
                  <a:ln>
                    <a:noFill/>
                  </a:ln>
                  <a:solidFill>
                    <a:srgbClr val="DD0946"/>
                  </a:solidFill>
                  <a:effectLst/>
                  <a:uLnTx/>
                  <a:uFillTx/>
                  <a:latin typeface="Verdana"/>
                  <a:ea typeface="Verdana"/>
                  <a:cs typeface="Verdana"/>
                  <a:sym typeface="Verdana"/>
                </a:rPr>
                <a:t>Событие</a:t>
              </a:r>
              <a:endParaRPr kumimoji="0" sz="1100" b="0" i="0" u="none" strike="noStrike" kern="1200" cap="none" spc="0" normalizeH="0" baseline="0" noProof="0" dirty="0">
                <a:ln>
                  <a:noFill/>
                </a:ln>
                <a:solidFill>
                  <a:srgbClr val="DD0946"/>
                </a:solidFill>
                <a:effectLst/>
                <a:uLnTx/>
                <a:uFillTx/>
                <a:latin typeface="Verdana"/>
                <a:ea typeface="Verdana"/>
                <a:cs typeface="Verdana"/>
                <a:sym typeface="Verdana"/>
              </a:endParaRPr>
            </a:p>
          </p:txBody>
        </p:sp>
        <p:sp>
          <p:nvSpPr>
            <p:cNvPr id="527" name="Google Shape;527;p8"/>
            <p:cNvSpPr txBox="1"/>
            <p:nvPr/>
          </p:nvSpPr>
          <p:spPr>
            <a:xfrm>
              <a:off x="3762452" y="1486853"/>
              <a:ext cx="322200" cy="186000"/>
            </a:xfrm>
            <a:prstGeom prst="rect">
              <a:avLst/>
            </a:prstGeom>
            <a:noFill/>
            <a:ln>
              <a:noFill/>
            </a:ln>
          </p:spPr>
          <p:txBody>
            <a:bodyPr spcFirstLastPara="1" wrap="square" lIns="0" tIns="16500" rIns="0" bIns="0" anchor="t" anchorCtr="0">
              <a:spAutoFit/>
            </a:bodyPr>
            <a:lstStyle/>
            <a:p>
              <a:pPr marL="1270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100" b="0" i="0" u="none" strike="noStrike" kern="1200" cap="none" spc="0" normalizeH="0" baseline="0" noProof="0">
                <a:ln>
                  <a:noFill/>
                </a:ln>
                <a:solidFill>
                  <a:srgbClr val="DD0946"/>
                </a:solidFill>
                <a:effectLst/>
                <a:uLnTx/>
                <a:uFillTx/>
                <a:latin typeface="Verdana"/>
                <a:ea typeface="Verdana"/>
                <a:cs typeface="Verdana"/>
                <a:sym typeface="Verdana"/>
              </a:endParaRPr>
            </a:p>
          </p:txBody>
        </p:sp>
        <p:sp>
          <p:nvSpPr>
            <p:cNvPr id="528" name="Google Shape;528;p8"/>
            <p:cNvSpPr/>
            <p:nvPr/>
          </p:nvSpPr>
          <p:spPr>
            <a:xfrm>
              <a:off x="560759" y="1679017"/>
              <a:ext cx="4390376" cy="0"/>
            </a:xfrm>
            <a:custGeom>
              <a:avLst/>
              <a:gdLst/>
              <a:ahLst/>
              <a:cxnLst/>
              <a:rect l="l" t="t" r="r" b="b"/>
              <a:pathLst>
                <a:path w="2748279" h="120000" extrusionOk="0">
                  <a:moveTo>
                    <a:pt x="2748102" y="0"/>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100" b="0" i="0" u="none" strike="noStrike" kern="1200" cap="none" spc="0" normalizeH="0" baseline="0" noProof="0">
                <a:ln>
                  <a:noFill/>
                </a:ln>
                <a:solidFill>
                  <a:srgbClr val="265374"/>
                </a:solidFill>
                <a:effectLst/>
                <a:uLnTx/>
                <a:uFillTx/>
                <a:latin typeface="Verdana"/>
                <a:ea typeface="Verdana"/>
                <a:cs typeface="Verdana"/>
                <a:sym typeface="Verdana"/>
              </a:endParaRPr>
            </a:p>
          </p:txBody>
        </p:sp>
        <p:pic>
          <p:nvPicPr>
            <p:cNvPr id="529" name="Google Shape;529;p8"/>
            <p:cNvPicPr preferRelativeResize="0"/>
            <p:nvPr/>
          </p:nvPicPr>
          <p:blipFill rotWithShape="1">
            <a:blip r:embed="rId5">
              <a:alphaModFix/>
            </a:blip>
            <a:srcRect/>
            <a:stretch/>
          </p:blipFill>
          <p:spPr>
            <a:xfrm>
              <a:off x="4048928" y="2656580"/>
              <a:ext cx="106201" cy="115954"/>
            </a:xfrm>
            <a:prstGeom prst="rect">
              <a:avLst/>
            </a:prstGeom>
            <a:noFill/>
            <a:ln>
              <a:noFill/>
            </a:ln>
          </p:spPr>
        </p:pic>
        <p:pic>
          <p:nvPicPr>
            <p:cNvPr id="530" name="Google Shape;530;p8"/>
            <p:cNvPicPr preferRelativeResize="0"/>
            <p:nvPr/>
          </p:nvPicPr>
          <p:blipFill rotWithShape="1">
            <a:blip r:embed="rId6">
              <a:alphaModFix/>
            </a:blip>
            <a:srcRect/>
            <a:stretch/>
          </p:blipFill>
          <p:spPr>
            <a:xfrm>
              <a:off x="4434803" y="2251155"/>
              <a:ext cx="106201" cy="115933"/>
            </a:xfrm>
            <a:prstGeom prst="rect">
              <a:avLst/>
            </a:prstGeom>
            <a:noFill/>
            <a:ln>
              <a:noFill/>
            </a:ln>
          </p:spPr>
        </p:pic>
        <p:pic>
          <p:nvPicPr>
            <p:cNvPr id="531" name="Google Shape;531;p8"/>
            <p:cNvPicPr preferRelativeResize="0"/>
            <p:nvPr/>
          </p:nvPicPr>
          <p:blipFill rotWithShape="1">
            <a:blip r:embed="rId7">
              <a:alphaModFix/>
            </a:blip>
            <a:srcRect/>
            <a:stretch/>
          </p:blipFill>
          <p:spPr>
            <a:xfrm>
              <a:off x="4675278" y="2453273"/>
              <a:ext cx="106201" cy="115933"/>
            </a:xfrm>
            <a:prstGeom prst="rect">
              <a:avLst/>
            </a:prstGeom>
            <a:noFill/>
            <a:ln>
              <a:noFill/>
            </a:ln>
          </p:spPr>
        </p:pic>
        <p:pic>
          <p:nvPicPr>
            <p:cNvPr id="532" name="Google Shape;532;p8"/>
            <p:cNvPicPr preferRelativeResize="0"/>
            <p:nvPr/>
          </p:nvPicPr>
          <p:blipFill rotWithShape="1">
            <a:blip r:embed="rId8">
              <a:alphaModFix/>
            </a:blip>
            <a:srcRect/>
            <a:stretch/>
          </p:blipFill>
          <p:spPr>
            <a:xfrm>
              <a:off x="3643340" y="2048516"/>
              <a:ext cx="106201" cy="115933"/>
            </a:xfrm>
            <a:prstGeom prst="rect">
              <a:avLst/>
            </a:prstGeom>
            <a:noFill/>
            <a:ln>
              <a:noFill/>
            </a:ln>
          </p:spPr>
        </p:pic>
        <p:pic>
          <p:nvPicPr>
            <p:cNvPr id="533" name="Google Shape;533;p8"/>
            <p:cNvPicPr preferRelativeResize="0"/>
            <p:nvPr/>
          </p:nvPicPr>
          <p:blipFill rotWithShape="1">
            <a:blip r:embed="rId9">
              <a:alphaModFix/>
            </a:blip>
            <a:srcRect/>
            <a:stretch/>
          </p:blipFill>
          <p:spPr>
            <a:xfrm>
              <a:off x="7618046" y="2070428"/>
              <a:ext cx="109208" cy="115933"/>
            </a:xfrm>
            <a:prstGeom prst="rect">
              <a:avLst/>
            </a:prstGeom>
            <a:noFill/>
            <a:ln>
              <a:noFill/>
            </a:ln>
          </p:spPr>
        </p:pic>
        <p:pic>
          <p:nvPicPr>
            <p:cNvPr id="534" name="Google Shape;534;p8"/>
            <p:cNvPicPr preferRelativeResize="0"/>
            <p:nvPr/>
          </p:nvPicPr>
          <p:blipFill rotWithShape="1">
            <a:blip r:embed="rId10">
              <a:alphaModFix/>
            </a:blip>
            <a:srcRect/>
            <a:stretch/>
          </p:blipFill>
          <p:spPr>
            <a:xfrm>
              <a:off x="8904722" y="2270902"/>
              <a:ext cx="109208" cy="115954"/>
            </a:xfrm>
            <a:prstGeom prst="rect">
              <a:avLst/>
            </a:prstGeom>
            <a:noFill/>
            <a:ln>
              <a:noFill/>
            </a:ln>
          </p:spPr>
        </p:pic>
        <p:pic>
          <p:nvPicPr>
            <p:cNvPr id="535" name="Google Shape;535;p8"/>
            <p:cNvPicPr preferRelativeResize="0"/>
            <p:nvPr/>
          </p:nvPicPr>
          <p:blipFill rotWithShape="1">
            <a:blip r:embed="rId5">
              <a:alphaModFix/>
            </a:blip>
            <a:srcRect/>
            <a:stretch/>
          </p:blipFill>
          <p:spPr>
            <a:xfrm>
              <a:off x="8634692" y="2474916"/>
              <a:ext cx="109208" cy="115933"/>
            </a:xfrm>
            <a:prstGeom prst="rect">
              <a:avLst/>
            </a:prstGeom>
            <a:noFill/>
            <a:ln>
              <a:noFill/>
            </a:ln>
          </p:spPr>
        </p:pic>
        <p:pic>
          <p:nvPicPr>
            <p:cNvPr id="536" name="Google Shape;536;p8"/>
            <p:cNvPicPr preferRelativeResize="0"/>
            <p:nvPr/>
          </p:nvPicPr>
          <p:blipFill rotWithShape="1">
            <a:blip r:embed="rId11">
              <a:alphaModFix/>
            </a:blip>
            <a:srcRect/>
            <a:stretch/>
          </p:blipFill>
          <p:spPr>
            <a:xfrm>
              <a:off x="7824588" y="2678347"/>
              <a:ext cx="109228" cy="115954"/>
            </a:xfrm>
            <a:prstGeom prst="rect">
              <a:avLst/>
            </a:prstGeom>
            <a:noFill/>
            <a:ln>
              <a:noFill/>
            </a:ln>
          </p:spPr>
        </p:pic>
      </p:grpSp>
      <p:sp>
        <p:nvSpPr>
          <p:cNvPr id="537" name="Google Shape;537;p8"/>
          <p:cNvSpPr txBox="1"/>
          <p:nvPr/>
        </p:nvSpPr>
        <p:spPr>
          <a:xfrm>
            <a:off x="281952" y="6227205"/>
            <a:ext cx="7083000" cy="64629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F69AF"/>
              </a:buClr>
              <a:buSzPts val="900"/>
              <a:buFont typeface="Verdana"/>
              <a:buNone/>
              <a:tabLst/>
              <a:defRPr/>
            </a:pP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*The ‘other </a:t>
            </a:r>
            <a:r>
              <a:rPr kumimoji="0" lang="el-GR"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β-</a:t>
            </a: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blockers cohort’ included: Acebutolol, Atenolol, </a:t>
            </a:r>
            <a:r>
              <a:rPr kumimoji="0" lang="en-US" sz="900" b="0" i="0" u="none" strike="noStrike" kern="1200" cap="none" spc="0" normalizeH="0" baseline="0" noProof="0" dirty="0" err="1">
                <a:ln>
                  <a:noFill/>
                </a:ln>
                <a:solidFill>
                  <a:srgbClr val="265374">
                    <a:lumMod val="75000"/>
                    <a:lumOff val="25000"/>
                  </a:srgbClr>
                </a:solidFill>
                <a:effectLst/>
                <a:uLnTx/>
                <a:uFillTx/>
                <a:latin typeface="Verdana"/>
                <a:ea typeface="Verdana"/>
                <a:cs typeface="Verdana"/>
                <a:sym typeface="Verdana"/>
              </a:rPr>
              <a:t>Betaxolol</a:t>
            </a: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 </a:t>
            </a:r>
            <a:r>
              <a:rPr kumimoji="0" lang="en-US" sz="900" b="0" i="0" u="none" strike="noStrike" kern="1200" cap="none" spc="0" normalizeH="0" baseline="0" noProof="0" dirty="0" err="1">
                <a:ln>
                  <a:noFill/>
                </a:ln>
                <a:solidFill>
                  <a:srgbClr val="265374">
                    <a:lumMod val="75000"/>
                    <a:lumOff val="25000"/>
                  </a:srgbClr>
                </a:solidFill>
                <a:effectLst/>
                <a:uLnTx/>
                <a:uFillTx/>
                <a:latin typeface="Verdana"/>
                <a:ea typeface="Verdana"/>
                <a:cs typeface="Verdana"/>
                <a:sym typeface="Verdana"/>
              </a:rPr>
              <a:t>Carteolol</a:t>
            </a: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 Carvedilol, </a:t>
            </a:r>
            <a:r>
              <a:rPr kumimoji="0" lang="en-US" sz="900" b="0" i="0" u="none" strike="noStrike" kern="1200" cap="none" spc="0" normalizeH="0" baseline="0" noProof="0" dirty="0" err="1">
                <a:ln>
                  <a:noFill/>
                </a:ln>
                <a:solidFill>
                  <a:srgbClr val="265374">
                    <a:lumMod val="75000"/>
                    <a:lumOff val="25000"/>
                  </a:srgbClr>
                </a:solidFill>
                <a:effectLst/>
                <a:uLnTx/>
                <a:uFillTx/>
                <a:latin typeface="Verdana"/>
                <a:ea typeface="Verdana"/>
                <a:cs typeface="Verdana"/>
                <a:sym typeface="Verdana"/>
              </a:rPr>
              <a:t>Celiprolol</a:t>
            </a: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 Labetalol, Metoprolol, Nadolol, Nebivolol, Oxprenolol, Pindolol, Propranolol or Timolol.</a:t>
            </a:r>
          </a:p>
          <a:p>
            <a:pPr marL="0" marR="0" lvl="0" indent="0" algn="l" defTabSz="914400" rtl="0" eaLnBrk="1" fontAlgn="auto" latinLnBrk="0" hangingPunct="1">
              <a:lnSpc>
                <a:spcPct val="100000"/>
              </a:lnSpc>
              <a:spcBef>
                <a:spcPts val="0"/>
              </a:spcBef>
              <a:spcAft>
                <a:spcPts val="0"/>
              </a:spcAft>
              <a:buClr>
                <a:srgbClr val="0F69AF"/>
              </a:buClr>
              <a:buSzPts val="900"/>
              <a:buFont typeface="Verdana"/>
              <a:buNone/>
              <a:tabLst/>
              <a:defRPr/>
            </a:pP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Foch, Caroline, et al. "Effectiveness of bisoprolol versus other </a:t>
            </a:r>
            <a:r>
              <a:rPr kumimoji="0" lang="el-GR"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β-</a:t>
            </a: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blockers and other antihypertensive classes: a cohort study in the Clinical Practice Research Datalink." Journal of Comparative Effectiveness Research 11.6 (2022): 423-436.</a:t>
            </a:r>
          </a:p>
        </p:txBody>
      </p:sp>
      <p:sp>
        <p:nvSpPr>
          <p:cNvPr id="538" name="Google Shape;538;p8"/>
          <p:cNvSpPr/>
          <p:nvPr/>
        </p:nvSpPr>
        <p:spPr>
          <a:xfrm>
            <a:off x="3304275" y="3484275"/>
            <a:ext cx="2181000" cy="369300"/>
          </a:xfrm>
          <a:prstGeom prst="rightArrow">
            <a:avLst>
              <a:gd name="adj1" fmla="val 50000"/>
              <a:gd name="adj2" fmla="val 50000"/>
            </a:avLst>
          </a:prstGeom>
          <a:noFill/>
          <a:ln w="19050" cap="flat" cmpd="sng">
            <a:solidFill>
              <a:srgbClr val="E61E50"/>
            </a:solidFill>
            <a:prstDash val="solid"/>
            <a:round/>
            <a:headEnd type="none" w="sm" len="sm"/>
            <a:tailEnd type="none" w="sm" len="sm"/>
          </a:ln>
        </p:spPr>
        <p:txBody>
          <a:bodyPr spcFirstLastPara="1" wrap="square" lIns="0" tIns="16500" rIns="0" bIns="0" anchor="t" anchorCtr="0">
            <a:no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ru-RU" sz="1100" b="0" i="0" u="none" strike="noStrike" kern="1200" cap="none" spc="0" normalizeH="0" baseline="0" noProof="0" dirty="0">
                <a:ln>
                  <a:noFill/>
                </a:ln>
                <a:solidFill>
                  <a:srgbClr val="503291"/>
                </a:solidFill>
                <a:effectLst/>
                <a:uLnTx/>
                <a:uFillTx/>
                <a:latin typeface="Verdana"/>
                <a:ea typeface="Verdana"/>
                <a:cs typeface="Verdana"/>
                <a:sym typeface="Verdana"/>
              </a:rPr>
              <a:t>Б</a:t>
            </a:r>
            <a:r>
              <a:rPr kumimoji="0" lang="en-US" sz="1100" b="0" i="0" u="none" strike="noStrike" kern="1200" cap="none" spc="0" normalizeH="0" baseline="0" noProof="0" dirty="0" err="1">
                <a:ln>
                  <a:noFill/>
                </a:ln>
                <a:solidFill>
                  <a:srgbClr val="503291"/>
                </a:solidFill>
                <a:effectLst/>
                <a:uLnTx/>
                <a:uFillTx/>
                <a:latin typeface="Verdana"/>
                <a:ea typeface="Verdana"/>
                <a:cs typeface="Verdana"/>
                <a:sym typeface="Verdana"/>
              </a:rPr>
              <a:t>исопролол</a:t>
            </a:r>
            <a:r>
              <a:rPr kumimoji="0" lang="ru-RU" sz="1100" b="0" i="0" u="none" strike="noStrike" kern="1200" cap="none" spc="0" normalizeH="0" baseline="0" noProof="0" dirty="0">
                <a:ln>
                  <a:noFill/>
                </a:ln>
                <a:solidFill>
                  <a:srgbClr val="503291"/>
                </a:solidFill>
                <a:effectLst/>
                <a:uLnTx/>
                <a:uFillTx/>
                <a:latin typeface="Verdana"/>
                <a:ea typeface="Verdana"/>
                <a:cs typeface="Verdana"/>
                <a:sym typeface="Verdana"/>
              </a:rPr>
              <a:t> лучше</a:t>
            </a:r>
            <a:endParaRPr kumimoji="0" sz="1100" b="0" i="0" u="none" strike="noStrike" kern="1200" cap="none" spc="0" normalizeH="0" baseline="0" noProof="0" dirty="0">
              <a:ln>
                <a:noFill/>
              </a:ln>
              <a:solidFill>
                <a:srgbClr val="503291"/>
              </a:solidFill>
              <a:effectLst/>
              <a:uLnTx/>
              <a:uFillTx/>
              <a:latin typeface="Verdana"/>
              <a:ea typeface="Verdana"/>
              <a:cs typeface="Verdana"/>
              <a:sym typeface="Verdana"/>
            </a:endParaRPr>
          </a:p>
        </p:txBody>
      </p:sp>
      <p:sp>
        <p:nvSpPr>
          <p:cNvPr id="539" name="Google Shape;539;p8"/>
          <p:cNvSpPr/>
          <p:nvPr/>
        </p:nvSpPr>
        <p:spPr>
          <a:xfrm>
            <a:off x="7923025" y="3447950"/>
            <a:ext cx="2181000" cy="369300"/>
          </a:xfrm>
          <a:prstGeom prst="rightArrow">
            <a:avLst>
              <a:gd name="adj1" fmla="val 50000"/>
              <a:gd name="adj2" fmla="val 50000"/>
            </a:avLst>
          </a:prstGeom>
          <a:noFill/>
          <a:ln w="19050" cap="flat" cmpd="sng">
            <a:solidFill>
              <a:srgbClr val="E61E50"/>
            </a:solidFill>
            <a:prstDash val="solid"/>
            <a:round/>
            <a:headEnd type="none" w="sm" len="sm"/>
            <a:tailEnd type="none" w="sm" len="sm"/>
          </a:ln>
        </p:spPr>
        <p:txBody>
          <a:bodyPr spcFirstLastPara="1" wrap="square" lIns="0" tIns="16500" rIns="0" bIns="0" anchor="t" anchorCtr="0">
            <a:no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ru-RU" sz="1100" b="0" i="0" u="none" strike="noStrike" kern="1200" cap="none" spc="0" normalizeH="0" baseline="0" noProof="0" dirty="0">
                <a:ln>
                  <a:noFill/>
                </a:ln>
                <a:solidFill>
                  <a:srgbClr val="503291"/>
                </a:solidFill>
                <a:effectLst/>
                <a:uLnTx/>
                <a:uFillTx/>
                <a:latin typeface="Verdana"/>
                <a:ea typeface="Verdana"/>
                <a:cs typeface="Verdana"/>
                <a:sym typeface="Verdana"/>
              </a:rPr>
              <a:t>Б</a:t>
            </a:r>
            <a:r>
              <a:rPr kumimoji="0" lang="en-US" sz="1100" b="0" i="0" u="none" strike="noStrike" kern="1200" cap="none" spc="0" normalizeH="0" baseline="0" noProof="0" dirty="0" err="1">
                <a:ln>
                  <a:noFill/>
                </a:ln>
                <a:solidFill>
                  <a:srgbClr val="503291"/>
                </a:solidFill>
                <a:effectLst/>
                <a:uLnTx/>
                <a:uFillTx/>
                <a:latin typeface="Verdana"/>
                <a:ea typeface="Verdana"/>
                <a:cs typeface="Verdana"/>
                <a:sym typeface="Verdana"/>
              </a:rPr>
              <a:t>исопролол</a:t>
            </a:r>
            <a:r>
              <a:rPr kumimoji="0" lang="ru-RU" sz="1100" b="0" i="0" u="none" strike="noStrike" kern="1200" cap="none" spc="0" normalizeH="0" baseline="0" noProof="0" dirty="0">
                <a:ln>
                  <a:noFill/>
                </a:ln>
                <a:solidFill>
                  <a:srgbClr val="503291"/>
                </a:solidFill>
                <a:effectLst/>
                <a:uLnTx/>
                <a:uFillTx/>
                <a:latin typeface="Verdana"/>
                <a:ea typeface="Verdana"/>
                <a:cs typeface="Verdana"/>
                <a:sym typeface="Verdana"/>
              </a:rPr>
              <a:t> лучше</a:t>
            </a:r>
            <a:endParaRPr kumimoji="0" sz="1100" b="0" i="0" u="none" strike="noStrike" kern="1200" cap="none" spc="0" normalizeH="0" baseline="0" noProof="0" dirty="0">
              <a:ln>
                <a:noFill/>
              </a:ln>
              <a:solidFill>
                <a:srgbClr val="503291"/>
              </a:solidFill>
              <a:effectLst/>
              <a:uLnTx/>
              <a:uFillTx/>
              <a:latin typeface="Verdana"/>
              <a:ea typeface="Verdana"/>
              <a:cs typeface="Verdana"/>
              <a:sym typeface="Verdana"/>
            </a:endParaRPr>
          </a:p>
        </p:txBody>
      </p:sp>
      <p:grpSp>
        <p:nvGrpSpPr>
          <p:cNvPr id="540" name="Google Shape;540;p8"/>
          <p:cNvGrpSpPr/>
          <p:nvPr/>
        </p:nvGrpSpPr>
        <p:grpSpPr>
          <a:xfrm>
            <a:off x="3467676" y="1581625"/>
            <a:ext cx="8071248" cy="186009"/>
            <a:chOff x="3762452" y="1468408"/>
            <a:chExt cx="8071248" cy="186009"/>
          </a:xfrm>
        </p:grpSpPr>
        <p:sp>
          <p:nvSpPr>
            <p:cNvPr id="541" name="Google Shape;541;p8"/>
            <p:cNvSpPr txBox="1"/>
            <p:nvPr/>
          </p:nvSpPr>
          <p:spPr>
            <a:xfrm>
              <a:off x="3762452" y="1468417"/>
              <a:ext cx="322200" cy="186000"/>
            </a:xfrm>
            <a:prstGeom prst="rect">
              <a:avLst/>
            </a:prstGeom>
            <a:noFill/>
            <a:ln>
              <a:noFill/>
            </a:ln>
          </p:spPr>
          <p:txBody>
            <a:bodyPr spcFirstLastPara="1" wrap="square" lIns="0" tIns="16500" rIns="0" bIns="0" anchor="t" anchorCtr="0">
              <a:spAutoFit/>
            </a:bodyPr>
            <a:lstStyle/>
            <a:p>
              <a:pPr marL="1270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ru-RU" sz="1100" b="1" i="0" u="none" strike="noStrike" kern="1200" cap="none" spc="0" normalizeH="0" baseline="0" noProof="0" dirty="0">
                  <a:ln>
                    <a:noFill/>
                  </a:ln>
                  <a:solidFill>
                    <a:srgbClr val="E61E50"/>
                  </a:solidFill>
                  <a:effectLst/>
                  <a:uLnTx/>
                  <a:uFillTx/>
                  <a:latin typeface="Verdana"/>
                  <a:ea typeface="Verdana"/>
                  <a:cs typeface="Verdana"/>
                  <a:sym typeface="Verdana"/>
                </a:rPr>
                <a:t>ОР</a:t>
              </a:r>
              <a:endParaRPr kumimoji="0" sz="1100" b="0" i="0" u="none" strike="noStrike" kern="1200" cap="none" spc="0" normalizeH="0" baseline="0" noProof="0" dirty="0">
                <a:ln>
                  <a:noFill/>
                </a:ln>
                <a:solidFill>
                  <a:srgbClr val="E61E50"/>
                </a:solidFill>
                <a:effectLst/>
                <a:uLnTx/>
                <a:uFillTx/>
                <a:latin typeface="Verdana"/>
                <a:ea typeface="Verdana"/>
                <a:cs typeface="Verdana"/>
                <a:sym typeface="Verdana"/>
              </a:endParaRPr>
            </a:p>
          </p:txBody>
        </p:sp>
        <p:sp>
          <p:nvSpPr>
            <p:cNvPr id="542" name="Google Shape;542;p8"/>
            <p:cNvSpPr txBox="1"/>
            <p:nvPr/>
          </p:nvSpPr>
          <p:spPr>
            <a:xfrm>
              <a:off x="4811426" y="1468408"/>
              <a:ext cx="1506900" cy="186000"/>
            </a:xfrm>
            <a:prstGeom prst="rect">
              <a:avLst/>
            </a:prstGeom>
            <a:noFill/>
            <a:ln>
              <a:noFill/>
            </a:ln>
          </p:spPr>
          <p:txBody>
            <a:bodyPr spcFirstLastPara="1" wrap="square" lIns="0" tIns="16500" rIns="0" bIns="0" anchor="t" anchorCtr="0">
              <a:spAutoFit/>
            </a:bodyPr>
            <a:lstStyle/>
            <a:p>
              <a:pPr marL="1270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ru-RU" sz="1100" b="1" i="0" u="none" strike="noStrike" kern="1200" cap="none" spc="0" normalizeH="0" baseline="0" noProof="0" dirty="0">
                  <a:ln>
                    <a:noFill/>
                  </a:ln>
                  <a:solidFill>
                    <a:srgbClr val="E61E50"/>
                  </a:solidFill>
                  <a:effectLst/>
                  <a:uLnTx/>
                  <a:uFillTx/>
                  <a:latin typeface="Verdana"/>
                  <a:ea typeface="Verdana"/>
                  <a:cs typeface="Verdana"/>
                  <a:sym typeface="Verdana"/>
                </a:rPr>
                <a:t>ОР</a:t>
              </a:r>
              <a:r>
                <a:rPr kumimoji="0" lang="en-US" sz="1100" b="1" i="0" u="none" strike="noStrike" kern="1200" cap="none" spc="0" normalizeH="0" baseline="0" noProof="0" dirty="0">
                  <a:ln>
                    <a:noFill/>
                  </a:ln>
                  <a:solidFill>
                    <a:srgbClr val="E61E50"/>
                  </a:solidFill>
                  <a:effectLst/>
                  <a:uLnTx/>
                  <a:uFillTx/>
                  <a:latin typeface="Verdana"/>
                  <a:ea typeface="Verdana"/>
                  <a:cs typeface="Verdana"/>
                  <a:sym typeface="Verdana"/>
                </a:rPr>
                <a:t> (98.75% ДИ)</a:t>
              </a:r>
              <a:endParaRPr kumimoji="0" sz="1100" b="0" i="0" u="none" strike="noStrike" kern="1200" cap="none" spc="0" normalizeH="0" baseline="0" noProof="0" dirty="0">
                <a:ln>
                  <a:noFill/>
                </a:ln>
                <a:solidFill>
                  <a:srgbClr val="E61E50"/>
                </a:solidFill>
                <a:effectLst/>
                <a:uLnTx/>
                <a:uFillTx/>
                <a:latin typeface="Verdana"/>
                <a:ea typeface="Verdana"/>
                <a:cs typeface="Verdana"/>
                <a:sym typeface="Verdana"/>
              </a:endParaRPr>
            </a:p>
          </p:txBody>
        </p:sp>
        <p:sp>
          <p:nvSpPr>
            <p:cNvPr id="543" name="Google Shape;543;p8"/>
            <p:cNvSpPr txBox="1"/>
            <p:nvPr/>
          </p:nvSpPr>
          <p:spPr>
            <a:xfrm>
              <a:off x="6506321" y="1468408"/>
              <a:ext cx="1001400" cy="186000"/>
            </a:xfrm>
            <a:prstGeom prst="rect">
              <a:avLst/>
            </a:prstGeom>
            <a:noFill/>
            <a:ln>
              <a:noFill/>
            </a:ln>
          </p:spPr>
          <p:txBody>
            <a:bodyPr spcFirstLastPara="1" wrap="square" lIns="0" tIns="16500" rIns="0" bIns="0" anchor="t" anchorCtr="0">
              <a:spAutoFit/>
            </a:bodyPr>
            <a:lstStyle/>
            <a:p>
              <a:pPr marL="1270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1200" cap="none" spc="0" normalizeH="0" baseline="0" noProof="0">
                  <a:ln>
                    <a:noFill/>
                  </a:ln>
                  <a:solidFill>
                    <a:srgbClr val="E61E50"/>
                  </a:solidFill>
                  <a:effectLst/>
                  <a:uLnTx/>
                  <a:uFillTx/>
                  <a:latin typeface="Verdana"/>
                  <a:ea typeface="Verdana"/>
                  <a:cs typeface="Verdana"/>
                  <a:sym typeface="Verdana"/>
                </a:rPr>
                <a:t>E-значение</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544" name="Google Shape;544;p8"/>
            <p:cNvSpPr txBox="1"/>
            <p:nvPr/>
          </p:nvSpPr>
          <p:spPr>
            <a:xfrm>
              <a:off x="7795566" y="1468417"/>
              <a:ext cx="445800" cy="186000"/>
            </a:xfrm>
            <a:prstGeom prst="rect">
              <a:avLst/>
            </a:prstGeom>
            <a:noFill/>
            <a:ln>
              <a:noFill/>
            </a:ln>
          </p:spPr>
          <p:txBody>
            <a:bodyPr spcFirstLastPara="1" wrap="square" lIns="0" tIns="16500" rIns="0" bIns="0" anchor="t" anchorCtr="0">
              <a:spAutoFit/>
            </a:bodyPr>
            <a:lstStyle/>
            <a:p>
              <a:pPr marL="12700" marR="0" lvl="0" indent="0" algn="ctr" defTabSz="914400" rtl="0" eaLnBrk="1" fontAlgn="auto" latinLnBrk="0" hangingPunct="1">
                <a:lnSpc>
                  <a:spcPct val="100000"/>
                </a:lnSpc>
                <a:spcBef>
                  <a:spcPts val="0"/>
                </a:spcBef>
                <a:spcAft>
                  <a:spcPts val="0"/>
                </a:spcAft>
                <a:buClr>
                  <a:srgbClr val="265374"/>
                </a:buClr>
                <a:buSzPts val="1100"/>
                <a:buFont typeface="Arial"/>
                <a:buNone/>
                <a:tabLst/>
                <a:defRPr/>
              </a:pPr>
              <a:r>
                <a:rPr kumimoji="0" lang="en-US" sz="1100" b="1" i="0" u="none" strike="noStrike" kern="1200" cap="none" spc="0" normalizeH="0" baseline="0" noProof="0">
                  <a:ln>
                    <a:noFill/>
                  </a:ln>
                  <a:solidFill>
                    <a:srgbClr val="E61E50"/>
                  </a:solidFill>
                  <a:effectLst/>
                  <a:uLnTx/>
                  <a:uFillTx/>
                  <a:latin typeface="Verdana"/>
                  <a:ea typeface="Verdana"/>
                  <a:cs typeface="Verdana"/>
                  <a:sym typeface="Verdana"/>
                </a:rPr>
                <a:t>ОСР</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545" name="Google Shape;545;p8"/>
            <p:cNvSpPr txBox="1"/>
            <p:nvPr/>
          </p:nvSpPr>
          <p:spPr>
            <a:xfrm>
              <a:off x="9134132" y="1468417"/>
              <a:ext cx="1483200" cy="186000"/>
            </a:xfrm>
            <a:prstGeom prst="rect">
              <a:avLst/>
            </a:prstGeom>
            <a:noFill/>
            <a:ln>
              <a:noFill/>
            </a:ln>
          </p:spPr>
          <p:txBody>
            <a:bodyPr spcFirstLastPara="1" wrap="square" lIns="0" tIns="16500" rIns="0" bIns="0" anchor="t" anchorCtr="0">
              <a:spAutoFit/>
            </a:bodyPr>
            <a:lstStyle/>
            <a:p>
              <a:pPr marL="1270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1200" cap="none" spc="0" normalizeH="0" baseline="0" noProof="0">
                  <a:ln>
                    <a:noFill/>
                  </a:ln>
                  <a:solidFill>
                    <a:srgbClr val="E61E50"/>
                  </a:solidFill>
                  <a:effectLst/>
                  <a:uLnTx/>
                  <a:uFillTx/>
                  <a:latin typeface="Verdana"/>
                  <a:ea typeface="Verdana"/>
                  <a:cs typeface="Verdana"/>
                  <a:sym typeface="Verdana"/>
                </a:rPr>
                <a:t>ОСР (98.75% ДИ)</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546" name="Google Shape;546;p8"/>
            <p:cNvSpPr txBox="1"/>
            <p:nvPr/>
          </p:nvSpPr>
          <p:spPr>
            <a:xfrm>
              <a:off x="10727000" y="1468408"/>
              <a:ext cx="1106700" cy="186000"/>
            </a:xfrm>
            <a:prstGeom prst="rect">
              <a:avLst/>
            </a:prstGeom>
            <a:noFill/>
            <a:ln>
              <a:noFill/>
            </a:ln>
          </p:spPr>
          <p:txBody>
            <a:bodyPr spcFirstLastPara="1" wrap="square" lIns="0" tIns="16500" rIns="0" bIns="0" anchor="t" anchorCtr="0">
              <a:spAutoFit/>
            </a:bodyPr>
            <a:lstStyle/>
            <a:p>
              <a:pPr marL="1270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1200" cap="none" spc="0" normalizeH="0" baseline="0" noProof="0">
                  <a:ln>
                    <a:noFill/>
                  </a:ln>
                  <a:solidFill>
                    <a:srgbClr val="E61E50"/>
                  </a:solidFill>
                  <a:effectLst/>
                  <a:uLnTx/>
                  <a:uFillTx/>
                  <a:latin typeface="Verdana"/>
                  <a:ea typeface="Verdana"/>
                  <a:cs typeface="Verdana"/>
                  <a:sym typeface="Verdana"/>
                </a:rPr>
                <a:t>E-значение</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4448D6A-CC83-4107-B112-DD15A180D24C}"/>
              </a:ext>
            </a:extLst>
          </p:cNvPr>
          <p:cNvPicPr>
            <a:picLocks noChangeAspect="1"/>
          </p:cNvPicPr>
          <p:nvPr/>
        </p:nvPicPr>
        <p:blipFill>
          <a:blip r:embed="rId2"/>
          <a:stretch>
            <a:fillRect/>
          </a:stretch>
        </p:blipFill>
        <p:spPr>
          <a:xfrm>
            <a:off x="676275" y="1762188"/>
            <a:ext cx="7348289" cy="4143312"/>
          </a:xfrm>
          <a:prstGeom prst="rect">
            <a:avLst/>
          </a:prstGeom>
        </p:spPr>
      </p:pic>
      <p:sp>
        <p:nvSpPr>
          <p:cNvPr id="5" name="Заголовок 1">
            <a:extLst>
              <a:ext uri="{FF2B5EF4-FFF2-40B4-BE49-F238E27FC236}">
                <a16:creationId xmlns:a16="http://schemas.microsoft.com/office/drawing/2014/main" id="{AE96B185-86D0-48B0-9230-D32C2EF2AEED}"/>
              </a:ext>
            </a:extLst>
          </p:cNvPr>
          <p:cNvSpPr txBox="1">
            <a:spLocks/>
          </p:cNvSpPr>
          <p:nvPr/>
        </p:nvSpPr>
        <p:spPr>
          <a:xfrm>
            <a:off x="1221761" y="490566"/>
            <a:ext cx="9574306" cy="44299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2400" b="1" i="0" u="none" strike="noStrike" kern="1200" cap="none" spc="0" normalizeH="0" baseline="0" noProof="0" dirty="0">
                <a:ln>
                  <a:noFill/>
                </a:ln>
                <a:solidFill>
                  <a:srgbClr val="002060"/>
                </a:solidFill>
                <a:effectLst/>
                <a:uLnTx/>
                <a:uFillTx/>
                <a:latin typeface="Verdana" panose="020B0604030504040204" pitchFamily="34" charset="0"/>
                <a:ea typeface="Verdana" panose="020B0604030504040204" pitchFamily="34" charset="0"/>
                <a:cs typeface="Calibri" panose="020F0502020204030204" pitchFamily="34" charset="0"/>
              </a:rPr>
              <a:t>Селективные бета-блокаторы НЕ повышали риск возникновения эректильной дисфункции</a:t>
            </a:r>
            <a:endParaRPr kumimoji="0" lang="ru-RU" sz="2000" b="0" i="0" u="none" strike="noStrike" kern="1200" cap="none" spc="0" normalizeH="0" baseline="0" noProof="0" dirty="0">
              <a:ln>
                <a:noFill/>
              </a:ln>
              <a:solidFill>
                <a:srgbClr val="002060"/>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78AA0E4A-CFF7-4E74-BACE-4A96FD3C83B9}"/>
              </a:ext>
            </a:extLst>
          </p:cNvPr>
          <p:cNvSpPr txBox="1"/>
          <p:nvPr/>
        </p:nvSpPr>
        <p:spPr>
          <a:xfrm>
            <a:off x="762000" y="3481397"/>
            <a:ext cx="6991350" cy="323850"/>
          </a:xfrm>
          <a:prstGeom prst="rect">
            <a:avLst/>
          </a:prstGeom>
          <a:noFill/>
          <a:ln w="28575">
            <a:solidFill>
              <a:srgbClr val="C0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30B74052-8CBC-45E6-A483-AE1B42B7EB5D}"/>
              </a:ext>
            </a:extLst>
          </p:cNvPr>
          <p:cNvSpPr txBox="1"/>
          <p:nvPr/>
        </p:nvSpPr>
        <p:spPr>
          <a:xfrm>
            <a:off x="676275" y="952500"/>
            <a:ext cx="10877550"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a:t>
            </a: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1000 мужчин, страдающих ССЗ и легкой ЭД либо без нее, в возрасте 55, 65 и 75 лет, проживающих в Финляндии. Оценка проводилась путем анкетирования в 1999 году и через 5 лет. </a:t>
            </a:r>
            <a:b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b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79881793-B81F-41A7-ABC5-E1942FA7B092}"/>
              </a:ext>
            </a:extLst>
          </p:cNvPr>
          <p:cNvSpPr txBox="1"/>
          <p:nvPr/>
        </p:nvSpPr>
        <p:spPr>
          <a:xfrm>
            <a:off x="785812" y="5905500"/>
            <a:ext cx="1065847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200" b="0" i="0" u="none" strike="noStrike" kern="1200" cap="none" spc="0" normalizeH="0" baseline="0" noProof="0" dirty="0">
                <a:ln>
                  <a:noFill/>
                </a:ln>
                <a:solidFill>
                  <a:prstClr val="black"/>
                </a:solidFill>
                <a:effectLst/>
                <a:uLnTx/>
                <a:uFillTx/>
                <a:latin typeface="Calibri" panose="020F0502020204030204"/>
                <a:ea typeface="+mn-ea"/>
                <a:cs typeface="+mn-cs"/>
              </a:rPr>
              <a:t>ББ – бета-блокаторы, БКК - блокаторы кальциевых каналов, БРА - блокаторы рецепторов ангиотензина, ДИ – доверительный интервал</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ru-RU" sz="1200" b="0" i="0" u="none" strike="noStrike" kern="1200" cap="none" spc="0" normalizeH="0" baseline="0" noProof="0" dirty="0">
                <a:ln>
                  <a:noFill/>
                </a:ln>
                <a:solidFill>
                  <a:prstClr val="black"/>
                </a:solidFill>
                <a:effectLst/>
                <a:uLnTx/>
                <a:uFillTx/>
                <a:latin typeface="Calibri" panose="020F0502020204030204"/>
                <a:ea typeface="+mn-ea"/>
                <a:cs typeface="+mn-cs"/>
              </a:rPr>
              <a:t>иАПФ - ингибиторов ангиотензинпревращающего фермента, ОШ – относительные шансы, ЭД – эректильная дисфункция</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Shiri, R., et al. "Cardiovascular drug use and the incidence of erectile dysfunction." </a:t>
            </a:r>
            <a:r>
              <a:rPr kumimoji="0" lang="en-US" sz="1200" b="0" i="1" u="none" strike="noStrike" kern="1200" cap="none" spc="0" normalizeH="0" baseline="0" noProof="0" dirty="0">
                <a:ln>
                  <a:noFill/>
                </a:ln>
                <a:solidFill>
                  <a:srgbClr val="006699"/>
                </a:solidFill>
                <a:effectLst/>
                <a:uLnTx/>
                <a:uFillTx/>
                <a:latin typeface="-apple-system"/>
                <a:ea typeface="+mn-ea"/>
                <a:cs typeface="+mn-cs"/>
                <a:hlinkClick r:id="rId3"/>
              </a:rPr>
              <a:t> International Journal of Impotence Research</a:t>
            </a:r>
            <a:r>
              <a:rPr kumimoji="0" lang="en-US" sz="1200" b="0" i="0" u="none" strike="noStrike" kern="1200" cap="none" spc="0" normalizeH="0" baseline="0" noProof="0" dirty="0">
                <a:ln>
                  <a:noFill/>
                </a:ln>
                <a:solidFill>
                  <a:srgbClr val="222222"/>
                </a:solidFill>
                <a:effectLst/>
                <a:uLnTx/>
                <a:uFillTx/>
                <a:latin typeface="-apple-system"/>
                <a:ea typeface="+mn-ea"/>
                <a:cs typeface="+mn-cs"/>
              </a:rPr>
              <a:t> </a:t>
            </a:r>
            <a:r>
              <a:rPr kumimoji="0" lang="en-US" sz="1200" b="1" i="0" u="none" strike="noStrike" kern="1200" cap="none" spc="0" normalizeH="0" baseline="0" noProof="0" dirty="0">
                <a:ln>
                  <a:noFill/>
                </a:ln>
                <a:solidFill>
                  <a:srgbClr val="222222"/>
                </a:solidFill>
                <a:effectLst/>
                <a:uLnTx/>
                <a:uFillTx/>
                <a:latin typeface="-apple-system"/>
                <a:ea typeface="+mn-ea"/>
                <a:cs typeface="+mn-cs"/>
              </a:rPr>
              <a:t>volume 19</a:t>
            </a:r>
            <a:r>
              <a:rPr kumimoji="0" lang="en-US" sz="1200" b="0" i="0" u="none" strike="noStrike" kern="1200" cap="none" spc="0" normalizeH="0" baseline="0" noProof="0" dirty="0">
                <a:ln>
                  <a:noFill/>
                </a:ln>
                <a:solidFill>
                  <a:srgbClr val="222222"/>
                </a:solidFill>
                <a:effectLst/>
                <a:uLnTx/>
                <a:uFillTx/>
                <a:latin typeface="-apple-system"/>
                <a:ea typeface="+mn-ea"/>
                <a:cs typeface="+mn-cs"/>
              </a:rPr>
              <a:t>, pages208–212 (2007)</a:t>
            </a: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Заголовок 1">
            <a:extLst>
              <a:ext uri="{FF2B5EF4-FFF2-40B4-BE49-F238E27FC236}">
                <a16:creationId xmlns:a16="http://schemas.microsoft.com/office/drawing/2014/main" id="{87AB3D46-B625-460A-A2BD-2BA0084456DC}"/>
              </a:ext>
            </a:extLst>
          </p:cNvPr>
          <p:cNvSpPr txBox="1">
            <a:spLocks/>
          </p:cNvSpPr>
          <p:nvPr/>
        </p:nvSpPr>
        <p:spPr>
          <a:xfrm>
            <a:off x="8724900" y="2390140"/>
            <a:ext cx="2434857" cy="35153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228600" marR="0" lvl="0" indent="-228600" algn="l" defTabSz="914400" rtl="0" eaLnBrk="1" fontAlgn="auto" latinLnBrk="0" hangingPunct="1">
              <a:lnSpc>
                <a:spcPct val="100000"/>
              </a:lnSpc>
              <a:spcBef>
                <a:spcPct val="0"/>
              </a:spcBef>
              <a:spcAft>
                <a:spcPts val="0"/>
              </a:spcAft>
              <a:buClrTx/>
              <a:buSzTx/>
              <a:buFont typeface="Wingdings" panose="05000000000000000000" pitchFamily="2" charset="2"/>
              <a:buChar char="§"/>
              <a:tabLst/>
              <a:defRPr/>
            </a:pPr>
            <a:endParaRPr kumimoji="0" lang="ru-RU" sz="1100" b="0" i="0" u="none" strike="noStrike" kern="1200" cap="none" spc="0" normalizeH="0" baseline="0" noProof="0" dirty="0">
              <a:ln>
                <a:noFill/>
              </a:ln>
              <a:solidFill>
                <a:prstClr val="black"/>
              </a:solidFill>
              <a:effectLst/>
              <a:uLnTx/>
              <a:uFillTx/>
              <a:latin typeface="Calibri" panose="020F0502020204030204"/>
              <a:ea typeface="+mj-ea"/>
              <a:cs typeface="Calibri" panose="020F0502020204030204" pitchFamily="34" charset="0"/>
            </a:endParaRPr>
          </a:p>
        </p:txBody>
      </p:sp>
      <p:sp>
        <p:nvSpPr>
          <p:cNvPr id="10" name="Callout: Left Arrow 9">
            <a:extLst>
              <a:ext uri="{FF2B5EF4-FFF2-40B4-BE49-F238E27FC236}">
                <a16:creationId xmlns:a16="http://schemas.microsoft.com/office/drawing/2014/main" id="{2FD64997-4090-4DB2-B291-6F4605FDF859}"/>
              </a:ext>
            </a:extLst>
          </p:cNvPr>
          <p:cNvSpPr/>
          <p:nvPr/>
        </p:nvSpPr>
        <p:spPr>
          <a:xfrm>
            <a:off x="8225086" y="1762189"/>
            <a:ext cx="3127680" cy="4143312"/>
          </a:xfrm>
          <a:prstGeom prst="leftArrowCallout">
            <a:avLst>
              <a:gd name="adj1" fmla="val 21610"/>
              <a:gd name="adj2" fmla="val 25000"/>
              <a:gd name="adj3" fmla="val 16864"/>
              <a:gd name="adj4" fmla="val 7563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marR="0" lvl="0" indent="-2286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ru-RU" sz="1200" b="0" i="0" u="none" strike="noStrike" kern="1200" cap="none" spc="0" normalizeH="0" baseline="0" noProof="0" dirty="0">
              <a:ln>
                <a:noFill/>
              </a:ln>
              <a:solidFill>
                <a:prstClr val="white"/>
              </a:solidFill>
              <a:effectLst/>
              <a:uLnTx/>
              <a:uFillTx/>
              <a:latin typeface="Calibri" panose="020F0502020204030204"/>
              <a:ea typeface="+mn-ea"/>
              <a:cs typeface="Calibri" panose="020F0502020204030204" pitchFamily="34" charset="0"/>
            </a:endParaRPr>
          </a:p>
          <a:p>
            <a:pPr marL="228600" marR="0" lvl="0" indent="-2286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ru-RU" sz="1200" b="0" i="0" u="none" strike="noStrike" kern="1200" cap="none" spc="0" normalizeH="0" baseline="0" noProof="0" dirty="0">
              <a:ln>
                <a:noFill/>
              </a:ln>
              <a:solidFill>
                <a:prstClr val="white"/>
              </a:solidFill>
              <a:effectLst/>
              <a:uLnTx/>
              <a:uFillTx/>
              <a:latin typeface="Calibri" panose="020F0502020204030204"/>
              <a:ea typeface="+mn-ea"/>
              <a:cs typeface="Calibri" panose="020F0502020204030204" pitchFamily="34" charset="0"/>
            </a:endParaRPr>
          </a:p>
          <a:p>
            <a:pPr marL="228600" marR="0" lvl="0" indent="-2286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ru-RU" sz="1200" b="0" i="0" u="none" strike="noStrike" kern="1200" cap="none" spc="0" normalizeH="0" baseline="0" noProof="0" dirty="0">
              <a:ln>
                <a:noFill/>
              </a:ln>
              <a:solidFill>
                <a:prstClr val="white"/>
              </a:solidFill>
              <a:effectLst/>
              <a:uLnTx/>
              <a:uFillTx/>
              <a:latin typeface="Calibri" panose="020F0502020204030204"/>
              <a:ea typeface="+mn-ea"/>
              <a:cs typeface="Calibri" panose="020F0502020204030204" pitchFamily="34" charset="0"/>
            </a:endParaRPr>
          </a:p>
          <a:p>
            <a:pPr marL="228600" marR="0" lvl="0" indent="-2286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ru-RU" sz="1200" b="0" i="0" u="none" strike="noStrike" kern="1200" cap="none" spc="0" normalizeH="0" baseline="0" noProof="0" dirty="0">
                <a:ln>
                  <a:noFill/>
                </a:ln>
                <a:solidFill>
                  <a:prstClr val="white"/>
                </a:solidFill>
                <a:effectLst/>
                <a:uLnTx/>
                <a:uFillTx/>
                <a:latin typeface="Calibri" panose="020F0502020204030204"/>
                <a:ea typeface="+mn-ea"/>
                <a:cs typeface="Calibri" panose="020F0502020204030204" pitchFamily="34" charset="0"/>
              </a:rPr>
              <a:t>У леченных пациентов с артериальной гипертензией риск возникновения ЭД был выше (ОШ 1.4, 95% ДИ 1.0-2.0).</a:t>
            </a:r>
          </a:p>
          <a:p>
            <a:pPr marL="228600" marR="0" lvl="0" indent="-2286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ru-RU" sz="1200" b="0" i="0" u="none" strike="noStrike" kern="1200" cap="none" spc="0" normalizeH="0" baseline="0" noProof="0" dirty="0">
                <a:ln>
                  <a:noFill/>
                </a:ln>
                <a:solidFill>
                  <a:prstClr val="white"/>
                </a:solidFill>
                <a:effectLst/>
                <a:uLnTx/>
                <a:uFillTx/>
                <a:latin typeface="Calibri" panose="020F0502020204030204"/>
                <a:ea typeface="+mn-ea"/>
                <a:cs typeface="Calibri" panose="020F0502020204030204" pitchFamily="34" charset="0"/>
              </a:rPr>
              <a:t>Терапия БРА (ОШ 2.2, 95%ДИ 1.0-4.7), БКК (ОШ 1.6, 95%ДИ 1.0-2.4), неселективными ББ (ОШ 1.7, 95%ДИ 0.9-3.2) или диуретиками (ОШ 1.3, 95%ДИ 0.7-2.4) связана с повышенным риском возникновения ЭД.</a:t>
            </a:r>
          </a:p>
          <a:p>
            <a:pPr marL="228600" marR="0" lvl="0" indent="-2286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ru-RU" sz="1200" b="0" i="0" u="none" strike="noStrike" kern="1200" cap="none" spc="0" normalizeH="0" baseline="0" noProof="0" dirty="0">
                <a:ln>
                  <a:noFill/>
                </a:ln>
                <a:solidFill>
                  <a:prstClr val="white"/>
                </a:solidFill>
                <a:effectLst/>
                <a:uLnTx/>
                <a:uFillTx/>
                <a:latin typeface="Calibri" panose="020F0502020204030204"/>
                <a:ea typeface="+mn-ea"/>
                <a:cs typeface="Calibri" panose="020F0502020204030204" pitchFamily="34" charset="0"/>
              </a:rPr>
              <a:t>ЭД НЕ ассоциировалась с использованием органических нитратов, иАПФ, селективных ББ, и липидснижаюшей терапии. </a:t>
            </a:r>
            <a:br>
              <a:rPr kumimoji="0" lang="ru-RU" sz="1200" b="0" i="0" u="none" strike="noStrike" kern="1200" cap="none" spc="0" normalizeH="0" baseline="0" noProof="0" dirty="0">
                <a:ln>
                  <a:noFill/>
                </a:ln>
                <a:solidFill>
                  <a:prstClr val="white"/>
                </a:solidFill>
                <a:effectLst/>
                <a:uLnTx/>
                <a:uFillTx/>
                <a:latin typeface="Calibri" panose="020F0502020204030204"/>
                <a:ea typeface="+mn-ea"/>
                <a:cs typeface="Calibri" panose="020F0502020204030204" pitchFamily="34" charset="0"/>
              </a:rPr>
            </a:br>
            <a:endParaRPr kumimoji="0" lang="ru-RU" sz="1200" b="0" i="0" u="none" strike="noStrike" kern="1200" cap="none" spc="0" normalizeH="0" baseline="0" noProof="0" dirty="0">
              <a:ln>
                <a:noFill/>
              </a:ln>
              <a:solidFill>
                <a:prstClr val="white"/>
              </a:solidFill>
              <a:effectLst/>
              <a:uLnTx/>
              <a:uFillTx/>
              <a:latin typeface="Calibri" panose="020F0502020204030204"/>
              <a:ea typeface="+mn-ea"/>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200" b="0" i="0" u="none" strike="noStrike" kern="1200" cap="none" spc="0" normalizeH="0" baseline="0" noProof="0" dirty="0">
                <a:ln>
                  <a:noFill/>
                </a:ln>
                <a:solidFill>
                  <a:prstClr val="white"/>
                </a:solidFill>
                <a:effectLst/>
                <a:uLnTx/>
                <a:uFillTx/>
                <a:latin typeface="Calibri" panose="020F0502020204030204"/>
                <a:ea typeface="+mn-ea"/>
                <a:cs typeface="Calibri" panose="020F0502020204030204" pitchFamily="34" charset="0"/>
              </a:rPr>
              <a:t>Данные были статистически незначимы.</a:t>
            </a:r>
            <a:br>
              <a:rPr kumimoji="0" lang="ru-RU" sz="1200" b="0" i="0" u="none" strike="noStrike" kern="1200" cap="none" spc="0" normalizeH="0" baseline="0" noProof="0" dirty="0">
                <a:ln>
                  <a:noFill/>
                </a:ln>
                <a:solidFill>
                  <a:prstClr val="white"/>
                </a:solidFill>
                <a:effectLst/>
                <a:uLnTx/>
                <a:uFillTx/>
                <a:latin typeface="Calibri" panose="020F0502020204030204"/>
                <a:ea typeface="+mn-ea"/>
                <a:cs typeface="Calibri" panose="020F0502020204030204" pitchFamily="34" charset="0"/>
              </a:rPr>
            </a:br>
            <a:br>
              <a:rPr kumimoji="0" lang="ru-RU" sz="1200" b="0" i="0" u="none" strike="noStrike" kern="1200" cap="none" spc="0" normalizeH="0" baseline="0" noProof="0" dirty="0">
                <a:ln>
                  <a:noFill/>
                </a:ln>
                <a:solidFill>
                  <a:prstClr val="white"/>
                </a:solidFill>
                <a:effectLst/>
                <a:uLnTx/>
                <a:uFillTx/>
                <a:latin typeface="Calibri" panose="020F0502020204030204"/>
                <a:ea typeface="+mn-ea"/>
                <a:cs typeface="Calibri" panose="020F0502020204030204" pitchFamily="34" charset="0"/>
              </a:rPr>
            </a:br>
            <a:r>
              <a:rPr kumimoji="0" lang="ru-RU" sz="1200" b="0" i="0" u="none" strike="noStrike" kern="1200" cap="none" spc="0" normalizeH="0" baseline="0" noProof="0" dirty="0">
                <a:ln>
                  <a:noFill/>
                </a:ln>
                <a:solidFill>
                  <a:prstClr val="white"/>
                </a:solidFill>
                <a:effectLst/>
                <a:uLnTx/>
                <a:uFillTx/>
                <a:latin typeface="Calibri" panose="020F0502020204030204"/>
                <a:ea typeface="+mn-ea"/>
                <a:cs typeface="Calibri" panose="020F0502020204030204" pitchFamily="34" charset="0"/>
              </a:rPr>
              <a:t> </a:t>
            </a:r>
            <a:br>
              <a:rPr kumimoji="0" lang="ru-RU" sz="1200" b="0" i="0" u="none" strike="noStrike" kern="1200" cap="none" spc="0" normalizeH="0" baseline="0" noProof="0" dirty="0">
                <a:ln>
                  <a:noFill/>
                </a:ln>
                <a:solidFill>
                  <a:prstClr val="white"/>
                </a:solidFill>
                <a:effectLst/>
                <a:uLnTx/>
                <a:uFillTx/>
                <a:latin typeface="Calibri" panose="020F0502020204030204"/>
                <a:ea typeface="+mn-ea"/>
                <a:cs typeface="Calibri" panose="020F0502020204030204" pitchFamily="34" charset="0"/>
              </a:rPr>
            </a:br>
            <a:endParaRPr kumimoji="0" lang="ru-RU" sz="1200" b="0" i="0" u="none" strike="noStrike" kern="1200" cap="none" spc="0" normalizeH="0" baseline="0" noProof="0" dirty="0">
              <a:ln>
                <a:noFill/>
              </a:ln>
              <a:solidFill>
                <a:prstClr val="white"/>
              </a:solidFill>
              <a:effectLst/>
              <a:uLnTx/>
              <a:uFillTx/>
              <a:latin typeface="Calibri" panose="020F0502020204030204"/>
              <a:ea typeface="+mn-ea"/>
              <a:cs typeface="Calibri" panose="020F0502020204030204" pitchFamily="34" charset="0"/>
            </a:endParaRPr>
          </a:p>
        </p:txBody>
      </p:sp>
    </p:spTree>
    <p:extLst>
      <p:ext uri="{BB962C8B-B14F-4D97-AF65-F5344CB8AC3E}">
        <p14:creationId xmlns:p14="http://schemas.microsoft.com/office/powerpoint/2010/main" val="1851855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B2E6A-87E1-46B5-9564-86A2DF92F29D}"/>
              </a:ext>
            </a:extLst>
          </p:cNvPr>
          <p:cNvSpPr>
            <a:spLocks noGrp="1"/>
          </p:cNvSpPr>
          <p:nvPr>
            <p:ph type="title"/>
          </p:nvPr>
        </p:nvSpPr>
        <p:spPr>
          <a:xfrm>
            <a:off x="370114" y="89306"/>
            <a:ext cx="11362057" cy="482600"/>
          </a:xfrm>
        </p:spPr>
        <p:txBody>
          <a:bodyPr>
            <a:noAutofit/>
          </a:bodyPr>
          <a:lstStyle/>
          <a:p>
            <a:r>
              <a:rPr lang="ru-RU" sz="2400" b="1" dirty="0">
                <a:solidFill>
                  <a:srgbClr val="002060"/>
                </a:solidFill>
                <a:latin typeface="Verdana" panose="020B0604030504040204" pitchFamily="34" charset="0"/>
                <a:ea typeface="Verdana" panose="020B0604030504040204" pitchFamily="34" charset="0"/>
                <a:cs typeface="Verdana" panose="020B0604030504040204" pitchFamily="34" charset="0"/>
              </a:rPr>
              <a:t>Бета-адреноблокаторы не влияли на частоту эректильной дисфункции у пациентов с АГ</a:t>
            </a:r>
            <a:endParaRPr lang="en-US" sz="2400" b="1" dirty="0">
              <a:solidFill>
                <a:srgbClr val="002060"/>
              </a:solidFill>
              <a:latin typeface="Verdana" panose="020B0604030504040204" pitchFamily="34" charset="0"/>
              <a:ea typeface="Verdana" panose="020B0604030504040204" pitchFamily="34" charset="0"/>
              <a:cs typeface="Verdana" panose="020B0604030504040204" pitchFamily="34" charset="0"/>
            </a:endParaRPr>
          </a:p>
        </p:txBody>
      </p:sp>
      <p:sp>
        <p:nvSpPr>
          <p:cNvPr id="3" name="Content Placeholder 2">
            <a:extLst>
              <a:ext uri="{FF2B5EF4-FFF2-40B4-BE49-F238E27FC236}">
                <a16:creationId xmlns:a16="http://schemas.microsoft.com/office/drawing/2014/main" id="{64D0763B-A441-4106-8F50-005FF2E66713}"/>
              </a:ext>
            </a:extLst>
          </p:cNvPr>
          <p:cNvSpPr>
            <a:spLocks noGrp="1"/>
          </p:cNvSpPr>
          <p:nvPr>
            <p:ph idx="1"/>
          </p:nvPr>
        </p:nvSpPr>
        <p:spPr>
          <a:xfrm>
            <a:off x="525682" y="826422"/>
            <a:ext cx="10515600" cy="684373"/>
          </a:xfrm>
        </p:spPr>
        <p:txBody>
          <a:bodyPr>
            <a:noAutofit/>
          </a:bodyPr>
          <a:lstStyle/>
          <a:p>
            <a:pPr marL="0" indent="0">
              <a:buNone/>
            </a:pPr>
            <a:r>
              <a:rPr lang="ru-RU" sz="1200" dirty="0"/>
              <a:t>Наблюдательное многоцентровое поликлиническое исследование. </a:t>
            </a:r>
            <a:r>
              <a:rPr lang="en-US" sz="1200" dirty="0"/>
              <a:t>N=1</a:t>
            </a:r>
            <a:r>
              <a:rPr lang="ru-RU" sz="1200" dirty="0"/>
              <a:t>007, мужчины &gt; 18 лет, получавшие ББ в течение не менее 6 месяцев, активная половая жизнь. ЭД оценивалась по </a:t>
            </a:r>
            <a:r>
              <a:rPr lang="en-US" sz="1200" dirty="0"/>
              <a:t>IIEF</a:t>
            </a:r>
            <a:r>
              <a:rPr lang="ru-RU" sz="1200" dirty="0"/>
              <a:t>. Средний возраст 57,9 (10,59) года, распространенность любой категории ЭД составила 71,0% (38,1% - легкая, 16,8% - умеренная и 16,1% тяжелая. </a:t>
            </a:r>
          </a:p>
        </p:txBody>
      </p:sp>
      <p:graphicFrame>
        <p:nvGraphicFramePr>
          <p:cNvPr id="5" name="Table 5">
            <a:extLst>
              <a:ext uri="{FF2B5EF4-FFF2-40B4-BE49-F238E27FC236}">
                <a16:creationId xmlns:a16="http://schemas.microsoft.com/office/drawing/2014/main" id="{25729A70-A45D-4D4A-A409-3CF91A01A5CC}"/>
              </a:ext>
            </a:extLst>
          </p:cNvPr>
          <p:cNvGraphicFramePr>
            <a:graphicFrameLocks noGrp="1"/>
          </p:cNvGraphicFramePr>
          <p:nvPr/>
        </p:nvGraphicFramePr>
        <p:xfrm>
          <a:off x="264121" y="1718192"/>
          <a:ext cx="5801824" cy="4570986"/>
        </p:xfrm>
        <a:graphic>
          <a:graphicData uri="http://schemas.openxmlformats.org/drawingml/2006/table">
            <a:tbl>
              <a:tblPr firstRow="1" bandRow="1">
                <a:tableStyleId>{5C22544A-7EE6-4342-B048-85BDC9FD1C3A}</a:tableStyleId>
              </a:tblPr>
              <a:tblGrid>
                <a:gridCol w="2469427">
                  <a:extLst>
                    <a:ext uri="{9D8B030D-6E8A-4147-A177-3AD203B41FA5}">
                      <a16:colId xmlns:a16="http://schemas.microsoft.com/office/drawing/2014/main" val="2312030817"/>
                    </a:ext>
                  </a:extLst>
                </a:gridCol>
                <a:gridCol w="1128501">
                  <a:extLst>
                    <a:ext uri="{9D8B030D-6E8A-4147-A177-3AD203B41FA5}">
                      <a16:colId xmlns:a16="http://schemas.microsoft.com/office/drawing/2014/main" val="1298715935"/>
                    </a:ext>
                  </a:extLst>
                </a:gridCol>
                <a:gridCol w="1101948">
                  <a:extLst>
                    <a:ext uri="{9D8B030D-6E8A-4147-A177-3AD203B41FA5}">
                      <a16:colId xmlns:a16="http://schemas.microsoft.com/office/drawing/2014/main" val="1769451153"/>
                    </a:ext>
                  </a:extLst>
                </a:gridCol>
                <a:gridCol w="1101948">
                  <a:extLst>
                    <a:ext uri="{9D8B030D-6E8A-4147-A177-3AD203B41FA5}">
                      <a16:colId xmlns:a16="http://schemas.microsoft.com/office/drawing/2014/main" val="338536799"/>
                    </a:ext>
                  </a:extLst>
                </a:gridCol>
              </a:tblGrid>
              <a:tr h="288335">
                <a:tc>
                  <a:txBody>
                    <a:bodyPr/>
                    <a:lstStyle/>
                    <a:p>
                      <a:r>
                        <a:rPr lang="ru-RU" sz="1200" dirty="0"/>
                        <a:t>Препарат</a:t>
                      </a:r>
                      <a:endParaRPr lang="en-US" sz="1200" dirty="0"/>
                    </a:p>
                  </a:txBody>
                  <a:tcPr/>
                </a:tc>
                <a:tc>
                  <a:txBody>
                    <a:bodyPr/>
                    <a:lstStyle/>
                    <a:p>
                      <a:r>
                        <a:rPr lang="ru-RU" sz="1200" dirty="0"/>
                        <a:t>ОР</a:t>
                      </a:r>
                      <a:endParaRPr lang="en-US" sz="1200" dirty="0"/>
                    </a:p>
                  </a:txBody>
                  <a:tcPr/>
                </a:tc>
                <a:tc>
                  <a:txBody>
                    <a:bodyPr/>
                    <a:lstStyle/>
                    <a:p>
                      <a:r>
                        <a:rPr lang="ru-RU" sz="1200" dirty="0"/>
                        <a:t>ДИ 95%</a:t>
                      </a:r>
                      <a:endParaRPr lang="en-US" sz="1200" dirty="0"/>
                    </a:p>
                  </a:txBody>
                  <a:tcPr/>
                </a:tc>
                <a:tc>
                  <a:txBody>
                    <a:bodyPr/>
                    <a:lstStyle/>
                    <a:p>
                      <a:r>
                        <a:rPr lang="en-US" sz="1200" dirty="0"/>
                        <a:t> p value</a:t>
                      </a:r>
                    </a:p>
                  </a:txBody>
                  <a:tcPr/>
                </a:tc>
                <a:extLst>
                  <a:ext uri="{0D108BD9-81ED-4DB2-BD59-A6C34878D82A}">
                    <a16:rowId xmlns:a16="http://schemas.microsoft.com/office/drawing/2014/main" val="1661101674"/>
                  </a:ext>
                </a:extLst>
              </a:tr>
              <a:tr h="233985">
                <a:tc>
                  <a:txBody>
                    <a:bodyPr/>
                    <a:lstStyle/>
                    <a:p>
                      <a:r>
                        <a:rPr lang="ru-RU" sz="1200" dirty="0"/>
                        <a:t>Статины</a:t>
                      </a:r>
                      <a:endParaRPr lang="en-US" sz="1200" dirty="0"/>
                    </a:p>
                  </a:txBody>
                  <a:tcPr/>
                </a:tc>
                <a:tc>
                  <a:txBody>
                    <a:bodyPr/>
                    <a:lstStyle/>
                    <a:p>
                      <a:r>
                        <a:rPr lang="ru-RU" sz="1200" dirty="0"/>
                        <a:t>0,71</a:t>
                      </a:r>
                      <a:endParaRPr lang="en-US" sz="1200" dirty="0"/>
                    </a:p>
                  </a:txBody>
                  <a:tcPr/>
                </a:tc>
                <a:tc>
                  <a:txBody>
                    <a:bodyPr/>
                    <a:lstStyle/>
                    <a:p>
                      <a:r>
                        <a:rPr lang="ru-RU" sz="1200" dirty="0"/>
                        <a:t>0,43-1,15</a:t>
                      </a:r>
                      <a:endParaRPr lang="en-US" sz="1200" dirty="0"/>
                    </a:p>
                  </a:txBody>
                  <a:tcPr/>
                </a:tc>
                <a:tc>
                  <a:txBody>
                    <a:bodyPr/>
                    <a:lstStyle/>
                    <a:p>
                      <a:r>
                        <a:rPr lang="ru-RU" sz="1200" dirty="0"/>
                        <a:t>0,16</a:t>
                      </a:r>
                      <a:endParaRPr lang="en-US" sz="1200" dirty="0"/>
                    </a:p>
                  </a:txBody>
                  <a:tcPr/>
                </a:tc>
                <a:extLst>
                  <a:ext uri="{0D108BD9-81ED-4DB2-BD59-A6C34878D82A}">
                    <a16:rowId xmlns:a16="http://schemas.microsoft.com/office/drawing/2014/main" val="2993396145"/>
                  </a:ext>
                </a:extLst>
              </a:tr>
              <a:tr h="233985">
                <a:tc>
                  <a:txBody>
                    <a:bodyPr/>
                    <a:lstStyle/>
                    <a:p>
                      <a:r>
                        <a:rPr lang="ru-RU" sz="1200" dirty="0"/>
                        <a:t>дпБКК</a:t>
                      </a:r>
                      <a:endParaRPr lang="en-US" sz="1200" dirty="0"/>
                    </a:p>
                  </a:txBody>
                  <a:tcPr/>
                </a:tc>
                <a:tc>
                  <a:txBody>
                    <a:bodyPr/>
                    <a:lstStyle/>
                    <a:p>
                      <a:r>
                        <a:rPr lang="ru-RU" sz="1200" dirty="0"/>
                        <a:t>1,76</a:t>
                      </a:r>
                      <a:endParaRPr lang="en-US" sz="1200" dirty="0"/>
                    </a:p>
                  </a:txBody>
                  <a:tcPr/>
                </a:tc>
                <a:tc>
                  <a:txBody>
                    <a:bodyPr/>
                    <a:lstStyle/>
                    <a:p>
                      <a:r>
                        <a:rPr lang="ru-RU" sz="1200" dirty="0"/>
                        <a:t>1,07-2,90</a:t>
                      </a:r>
                      <a:endParaRPr lang="en-US" sz="1200" dirty="0"/>
                    </a:p>
                  </a:txBody>
                  <a:tcPr/>
                </a:tc>
                <a:tc>
                  <a:txBody>
                    <a:bodyPr/>
                    <a:lstStyle/>
                    <a:p>
                      <a:r>
                        <a:rPr lang="ru-RU" sz="1200" dirty="0"/>
                        <a:t>0,03</a:t>
                      </a:r>
                      <a:endParaRPr lang="en-US" sz="1200" dirty="0"/>
                    </a:p>
                  </a:txBody>
                  <a:tcPr/>
                </a:tc>
                <a:extLst>
                  <a:ext uri="{0D108BD9-81ED-4DB2-BD59-A6C34878D82A}">
                    <a16:rowId xmlns:a16="http://schemas.microsoft.com/office/drawing/2014/main" val="875428655"/>
                  </a:ext>
                </a:extLst>
              </a:tr>
              <a:tr h="233985">
                <a:tc>
                  <a:txBody>
                    <a:bodyPr/>
                    <a:lstStyle/>
                    <a:p>
                      <a:r>
                        <a:rPr lang="ru-RU" sz="1200" dirty="0"/>
                        <a:t>ндпБКК</a:t>
                      </a:r>
                      <a:endParaRPr lang="en-US" sz="1200" dirty="0"/>
                    </a:p>
                  </a:txBody>
                  <a:tcPr/>
                </a:tc>
                <a:tc>
                  <a:txBody>
                    <a:bodyPr/>
                    <a:lstStyle/>
                    <a:p>
                      <a:r>
                        <a:rPr lang="ru-RU" sz="1200" dirty="0"/>
                        <a:t>1,13</a:t>
                      </a:r>
                      <a:endParaRPr lang="en-US" sz="1200" dirty="0"/>
                    </a:p>
                  </a:txBody>
                  <a:tcPr/>
                </a:tc>
                <a:tc>
                  <a:txBody>
                    <a:bodyPr/>
                    <a:lstStyle/>
                    <a:p>
                      <a:r>
                        <a:rPr lang="ru-RU" sz="1200" dirty="0"/>
                        <a:t>0,34-3,74</a:t>
                      </a:r>
                      <a:endParaRPr lang="en-US" sz="1200" dirty="0"/>
                    </a:p>
                  </a:txBody>
                  <a:tcPr/>
                </a:tc>
                <a:tc>
                  <a:txBody>
                    <a:bodyPr/>
                    <a:lstStyle/>
                    <a:p>
                      <a:r>
                        <a:rPr lang="ru-RU" sz="1200" dirty="0"/>
                        <a:t>0,85</a:t>
                      </a:r>
                      <a:endParaRPr lang="en-US" sz="1200" dirty="0"/>
                    </a:p>
                  </a:txBody>
                  <a:tcPr/>
                </a:tc>
                <a:extLst>
                  <a:ext uri="{0D108BD9-81ED-4DB2-BD59-A6C34878D82A}">
                    <a16:rowId xmlns:a16="http://schemas.microsoft.com/office/drawing/2014/main" val="4034271140"/>
                  </a:ext>
                </a:extLst>
              </a:tr>
              <a:tr h="233985">
                <a:tc>
                  <a:txBody>
                    <a:bodyPr/>
                    <a:lstStyle/>
                    <a:p>
                      <a:r>
                        <a:rPr lang="ru-RU" sz="1200" dirty="0"/>
                        <a:t>иАПФ</a:t>
                      </a:r>
                      <a:endParaRPr lang="en-US" sz="1200" dirty="0"/>
                    </a:p>
                  </a:txBody>
                  <a:tcPr/>
                </a:tc>
                <a:tc>
                  <a:txBody>
                    <a:bodyPr/>
                    <a:lstStyle/>
                    <a:p>
                      <a:r>
                        <a:rPr lang="ru-RU" sz="1200" dirty="0"/>
                        <a:t>1,10</a:t>
                      </a:r>
                      <a:endParaRPr lang="en-US" sz="1200" dirty="0"/>
                    </a:p>
                  </a:txBody>
                  <a:tcPr/>
                </a:tc>
                <a:tc>
                  <a:txBody>
                    <a:bodyPr/>
                    <a:lstStyle/>
                    <a:p>
                      <a:r>
                        <a:rPr lang="ru-RU" sz="1200" dirty="0"/>
                        <a:t>0,73-1,66</a:t>
                      </a:r>
                      <a:endParaRPr lang="en-US" sz="1200" dirty="0"/>
                    </a:p>
                  </a:txBody>
                  <a:tcPr/>
                </a:tc>
                <a:tc>
                  <a:txBody>
                    <a:bodyPr/>
                    <a:lstStyle/>
                    <a:p>
                      <a:r>
                        <a:rPr lang="ru-RU" sz="1200" dirty="0"/>
                        <a:t>0,66</a:t>
                      </a:r>
                      <a:endParaRPr lang="en-US" sz="1200" dirty="0"/>
                    </a:p>
                  </a:txBody>
                  <a:tcPr/>
                </a:tc>
                <a:extLst>
                  <a:ext uri="{0D108BD9-81ED-4DB2-BD59-A6C34878D82A}">
                    <a16:rowId xmlns:a16="http://schemas.microsoft.com/office/drawing/2014/main" val="460282777"/>
                  </a:ext>
                </a:extLst>
              </a:tr>
              <a:tr h="233985">
                <a:tc>
                  <a:txBody>
                    <a:bodyPr/>
                    <a:lstStyle/>
                    <a:p>
                      <a:r>
                        <a:rPr lang="ru-RU" sz="1200" dirty="0"/>
                        <a:t>БРА</a:t>
                      </a:r>
                      <a:endParaRPr lang="en-US" sz="1200" dirty="0"/>
                    </a:p>
                  </a:txBody>
                  <a:tcPr/>
                </a:tc>
                <a:tc>
                  <a:txBody>
                    <a:bodyPr/>
                    <a:lstStyle/>
                    <a:p>
                      <a:r>
                        <a:rPr lang="ru-RU" sz="1200" dirty="0"/>
                        <a:t>1,35</a:t>
                      </a:r>
                    </a:p>
                  </a:txBody>
                  <a:tcPr/>
                </a:tc>
                <a:tc>
                  <a:txBody>
                    <a:bodyPr/>
                    <a:lstStyle/>
                    <a:p>
                      <a:r>
                        <a:rPr lang="ru-RU" sz="1200" dirty="0"/>
                        <a:t>0,90-2,03</a:t>
                      </a:r>
                      <a:endParaRPr lang="en-US" sz="1200" dirty="0"/>
                    </a:p>
                  </a:txBody>
                  <a:tcPr/>
                </a:tc>
                <a:tc>
                  <a:txBody>
                    <a:bodyPr/>
                    <a:lstStyle/>
                    <a:p>
                      <a:r>
                        <a:rPr lang="ru-RU" sz="1200" dirty="0"/>
                        <a:t>0,15</a:t>
                      </a:r>
                      <a:endParaRPr lang="en-US" sz="1200" dirty="0"/>
                    </a:p>
                  </a:txBody>
                  <a:tcPr/>
                </a:tc>
                <a:extLst>
                  <a:ext uri="{0D108BD9-81ED-4DB2-BD59-A6C34878D82A}">
                    <a16:rowId xmlns:a16="http://schemas.microsoft.com/office/drawing/2014/main" val="2793979109"/>
                  </a:ext>
                </a:extLst>
              </a:tr>
              <a:tr h="233985">
                <a:tc>
                  <a:txBody>
                    <a:bodyPr/>
                    <a:lstStyle/>
                    <a:p>
                      <a:r>
                        <a:rPr lang="ru-RU" sz="1200" dirty="0"/>
                        <a:t>Петлевые диуретики</a:t>
                      </a:r>
                      <a:endParaRPr lang="en-US" sz="1200" dirty="0"/>
                    </a:p>
                  </a:txBody>
                  <a:tcPr/>
                </a:tc>
                <a:tc>
                  <a:txBody>
                    <a:bodyPr/>
                    <a:lstStyle/>
                    <a:p>
                      <a:r>
                        <a:rPr lang="ru-RU" sz="1200" dirty="0"/>
                        <a:t>0,72</a:t>
                      </a:r>
                      <a:endParaRPr lang="en-US" sz="1200" dirty="0"/>
                    </a:p>
                  </a:txBody>
                  <a:tcPr/>
                </a:tc>
                <a:tc>
                  <a:txBody>
                    <a:bodyPr/>
                    <a:lstStyle/>
                    <a:p>
                      <a:r>
                        <a:rPr lang="ru-RU" sz="1200" dirty="0"/>
                        <a:t>0,40-1,30</a:t>
                      </a:r>
                      <a:endParaRPr lang="en-US" sz="1200" dirty="0"/>
                    </a:p>
                  </a:txBody>
                  <a:tcPr/>
                </a:tc>
                <a:tc>
                  <a:txBody>
                    <a:bodyPr/>
                    <a:lstStyle/>
                    <a:p>
                      <a:r>
                        <a:rPr lang="ru-RU" sz="1200" dirty="0"/>
                        <a:t>0,27</a:t>
                      </a:r>
                      <a:endParaRPr lang="en-US" sz="1200" dirty="0"/>
                    </a:p>
                  </a:txBody>
                  <a:tcPr/>
                </a:tc>
                <a:extLst>
                  <a:ext uri="{0D108BD9-81ED-4DB2-BD59-A6C34878D82A}">
                    <a16:rowId xmlns:a16="http://schemas.microsoft.com/office/drawing/2014/main" val="1221255898"/>
                  </a:ext>
                </a:extLst>
              </a:tr>
              <a:tr h="233985">
                <a:tc>
                  <a:txBody>
                    <a:bodyPr/>
                    <a:lstStyle/>
                    <a:p>
                      <a:r>
                        <a:rPr lang="ru-RU" sz="1200" dirty="0"/>
                        <a:t>Тиазидные диуретики</a:t>
                      </a:r>
                      <a:endParaRPr lang="en-US" sz="1200" dirty="0"/>
                    </a:p>
                  </a:txBody>
                  <a:tcPr/>
                </a:tc>
                <a:tc>
                  <a:txBody>
                    <a:bodyPr/>
                    <a:lstStyle/>
                    <a:p>
                      <a:r>
                        <a:rPr lang="ru-RU" sz="1200" dirty="0"/>
                        <a:t>0,89</a:t>
                      </a:r>
                      <a:endParaRPr lang="en-US" sz="1200" dirty="0"/>
                    </a:p>
                  </a:txBody>
                  <a:tcPr/>
                </a:tc>
                <a:tc>
                  <a:txBody>
                    <a:bodyPr/>
                    <a:lstStyle/>
                    <a:p>
                      <a:r>
                        <a:rPr lang="ru-RU" sz="1200" dirty="0"/>
                        <a:t>0,55-1,43</a:t>
                      </a:r>
                      <a:endParaRPr lang="en-US" sz="1200" dirty="0"/>
                    </a:p>
                  </a:txBody>
                  <a:tcPr/>
                </a:tc>
                <a:tc>
                  <a:txBody>
                    <a:bodyPr/>
                    <a:lstStyle/>
                    <a:p>
                      <a:r>
                        <a:rPr lang="ru-RU" sz="1200" dirty="0"/>
                        <a:t>0,62</a:t>
                      </a:r>
                      <a:endParaRPr lang="en-US" sz="1200" dirty="0"/>
                    </a:p>
                  </a:txBody>
                  <a:tcPr/>
                </a:tc>
                <a:extLst>
                  <a:ext uri="{0D108BD9-81ED-4DB2-BD59-A6C34878D82A}">
                    <a16:rowId xmlns:a16="http://schemas.microsoft.com/office/drawing/2014/main" val="2570451453"/>
                  </a:ext>
                </a:extLst>
              </a:tr>
              <a:tr h="233985">
                <a:tc>
                  <a:txBody>
                    <a:bodyPr/>
                    <a:lstStyle/>
                    <a:p>
                      <a:r>
                        <a:rPr lang="ru-RU" sz="1200" dirty="0"/>
                        <a:t>Спиронолактон</a:t>
                      </a:r>
                      <a:endParaRPr lang="en-US" sz="1200" dirty="0"/>
                    </a:p>
                  </a:txBody>
                  <a:tcPr/>
                </a:tc>
                <a:tc>
                  <a:txBody>
                    <a:bodyPr/>
                    <a:lstStyle/>
                    <a:p>
                      <a:r>
                        <a:rPr lang="ru-RU" sz="1200" dirty="0"/>
                        <a:t>1,26</a:t>
                      </a:r>
                      <a:endParaRPr lang="en-US" sz="1200" dirty="0"/>
                    </a:p>
                  </a:txBody>
                  <a:tcPr/>
                </a:tc>
                <a:tc>
                  <a:txBody>
                    <a:bodyPr/>
                    <a:lstStyle/>
                    <a:p>
                      <a:r>
                        <a:rPr lang="ru-RU" sz="1200" dirty="0"/>
                        <a:t>0,39-4,04</a:t>
                      </a:r>
                      <a:endParaRPr lang="en-US" sz="1200" dirty="0"/>
                    </a:p>
                  </a:txBody>
                  <a:tcPr/>
                </a:tc>
                <a:tc>
                  <a:txBody>
                    <a:bodyPr/>
                    <a:lstStyle/>
                    <a:p>
                      <a:r>
                        <a:rPr lang="ru-RU" sz="1200" dirty="0"/>
                        <a:t>0,70</a:t>
                      </a:r>
                      <a:endParaRPr lang="en-US" sz="1200" dirty="0"/>
                    </a:p>
                  </a:txBody>
                  <a:tcPr/>
                </a:tc>
                <a:extLst>
                  <a:ext uri="{0D108BD9-81ED-4DB2-BD59-A6C34878D82A}">
                    <a16:rowId xmlns:a16="http://schemas.microsoft.com/office/drawing/2014/main" val="2382083111"/>
                  </a:ext>
                </a:extLst>
              </a:tr>
              <a:tr h="233985">
                <a:tc>
                  <a:txBody>
                    <a:bodyPr/>
                    <a:lstStyle/>
                    <a:p>
                      <a:r>
                        <a:rPr lang="ru-RU" sz="1200" dirty="0"/>
                        <a:t>Атенолол</a:t>
                      </a:r>
                      <a:endParaRPr lang="en-US" sz="1200" dirty="0"/>
                    </a:p>
                  </a:txBody>
                  <a:tcPr/>
                </a:tc>
                <a:tc>
                  <a:txBody>
                    <a:bodyPr/>
                    <a:lstStyle/>
                    <a:p>
                      <a:r>
                        <a:rPr lang="ru-RU" sz="1200" dirty="0"/>
                        <a:t>0,50</a:t>
                      </a:r>
                      <a:endParaRPr lang="en-US" sz="1200" dirty="0"/>
                    </a:p>
                  </a:txBody>
                  <a:tcPr/>
                </a:tc>
                <a:tc>
                  <a:txBody>
                    <a:bodyPr/>
                    <a:lstStyle/>
                    <a:p>
                      <a:r>
                        <a:rPr lang="ru-RU" sz="1200" dirty="0"/>
                        <a:t>0,16-1,35</a:t>
                      </a:r>
                      <a:endParaRPr lang="en-US" sz="1200" dirty="0"/>
                    </a:p>
                  </a:txBody>
                  <a:tcPr/>
                </a:tc>
                <a:tc>
                  <a:txBody>
                    <a:bodyPr/>
                    <a:lstStyle/>
                    <a:p>
                      <a:r>
                        <a:rPr lang="ru-RU" sz="1200" dirty="0"/>
                        <a:t>0,16</a:t>
                      </a:r>
                      <a:endParaRPr lang="en-US" sz="1200" dirty="0"/>
                    </a:p>
                  </a:txBody>
                  <a:tcPr/>
                </a:tc>
                <a:extLst>
                  <a:ext uri="{0D108BD9-81ED-4DB2-BD59-A6C34878D82A}">
                    <a16:rowId xmlns:a16="http://schemas.microsoft.com/office/drawing/2014/main" val="3178672411"/>
                  </a:ext>
                </a:extLst>
              </a:tr>
              <a:tr h="416677">
                <a:tc>
                  <a:txBody>
                    <a:bodyPr/>
                    <a:lstStyle/>
                    <a:p>
                      <a:r>
                        <a:rPr lang="ru-RU" sz="1200" dirty="0"/>
                        <a:t>Бисопролол</a:t>
                      </a:r>
                      <a:endParaRPr lang="en-US" sz="1200" dirty="0"/>
                    </a:p>
                  </a:txBody>
                  <a:tcPr/>
                </a:tc>
                <a:tc>
                  <a:txBody>
                    <a:bodyPr/>
                    <a:lstStyle/>
                    <a:p>
                      <a:r>
                        <a:rPr lang="ru-RU" sz="1200" dirty="0"/>
                        <a:t>0,53</a:t>
                      </a:r>
                      <a:endParaRPr lang="en-US" sz="1200" dirty="0"/>
                    </a:p>
                  </a:txBody>
                  <a:tcPr/>
                </a:tc>
                <a:tc>
                  <a:txBody>
                    <a:bodyPr/>
                    <a:lstStyle/>
                    <a:p>
                      <a:r>
                        <a:rPr lang="ru-RU" sz="1200" dirty="0"/>
                        <a:t>0,18-1,55</a:t>
                      </a:r>
                      <a:endParaRPr lang="en-US" sz="1200" dirty="0"/>
                    </a:p>
                  </a:txBody>
                  <a:tcPr/>
                </a:tc>
                <a:tc>
                  <a:txBody>
                    <a:bodyPr/>
                    <a:lstStyle/>
                    <a:p>
                      <a:r>
                        <a:rPr lang="ru-RU" sz="1200" dirty="0"/>
                        <a:t>0,25</a:t>
                      </a:r>
                      <a:endParaRPr lang="en-US" sz="1200" dirty="0"/>
                    </a:p>
                  </a:txBody>
                  <a:tcPr/>
                </a:tc>
                <a:extLst>
                  <a:ext uri="{0D108BD9-81ED-4DB2-BD59-A6C34878D82A}">
                    <a16:rowId xmlns:a16="http://schemas.microsoft.com/office/drawing/2014/main" val="231479103"/>
                  </a:ext>
                </a:extLst>
              </a:tr>
              <a:tr h="465698">
                <a:tc>
                  <a:txBody>
                    <a:bodyPr/>
                    <a:lstStyle/>
                    <a:p>
                      <a:r>
                        <a:rPr lang="ru-RU" sz="1200" dirty="0"/>
                        <a:t>Карведилол</a:t>
                      </a:r>
                      <a:endParaRPr lang="en-US" sz="1200" dirty="0"/>
                    </a:p>
                  </a:txBody>
                  <a:tcPr/>
                </a:tc>
                <a:tc>
                  <a:txBody>
                    <a:bodyPr/>
                    <a:lstStyle/>
                    <a:p>
                      <a:r>
                        <a:rPr lang="ru-RU" sz="1200" dirty="0"/>
                        <a:t>0,56</a:t>
                      </a:r>
                      <a:endParaRPr lang="en-US" sz="1200" dirty="0"/>
                    </a:p>
                  </a:txBody>
                  <a:tcPr/>
                </a:tc>
                <a:tc>
                  <a:txBody>
                    <a:bodyPr/>
                    <a:lstStyle/>
                    <a:p>
                      <a:r>
                        <a:rPr lang="ru-RU" sz="1200" dirty="0"/>
                        <a:t>0,18-1,71</a:t>
                      </a:r>
                      <a:endParaRPr lang="en-US" sz="1200" dirty="0"/>
                    </a:p>
                  </a:txBody>
                  <a:tcPr/>
                </a:tc>
                <a:tc>
                  <a:txBody>
                    <a:bodyPr/>
                    <a:lstStyle/>
                    <a:p>
                      <a:r>
                        <a:rPr lang="ru-RU" sz="1200" dirty="0"/>
                        <a:t>0,31</a:t>
                      </a:r>
                      <a:endParaRPr lang="en-US" sz="1200" dirty="0"/>
                    </a:p>
                  </a:txBody>
                  <a:tcPr/>
                </a:tc>
                <a:extLst>
                  <a:ext uri="{0D108BD9-81ED-4DB2-BD59-A6C34878D82A}">
                    <a16:rowId xmlns:a16="http://schemas.microsoft.com/office/drawing/2014/main" val="284397211"/>
                  </a:ext>
                </a:extLst>
              </a:tr>
              <a:tr h="465698">
                <a:tc>
                  <a:txBody>
                    <a:bodyPr/>
                    <a:lstStyle/>
                    <a:p>
                      <a:r>
                        <a:rPr lang="ru-RU" sz="1200" dirty="0"/>
                        <a:t>Небиволол</a:t>
                      </a:r>
                      <a:endParaRPr lang="en-US" sz="1200" dirty="0"/>
                    </a:p>
                  </a:txBody>
                  <a:tcPr/>
                </a:tc>
                <a:tc>
                  <a:txBody>
                    <a:bodyPr/>
                    <a:lstStyle/>
                    <a:p>
                      <a:r>
                        <a:rPr lang="ru-RU" sz="1200" dirty="0"/>
                        <a:t>0,27</a:t>
                      </a:r>
                      <a:endParaRPr lang="en-US" sz="1200" dirty="0"/>
                    </a:p>
                  </a:txBody>
                  <a:tcPr/>
                </a:tc>
                <a:tc>
                  <a:txBody>
                    <a:bodyPr/>
                    <a:lstStyle/>
                    <a:p>
                      <a:r>
                        <a:rPr lang="ru-RU" sz="1200" dirty="0"/>
                        <a:t>0,09-0,78</a:t>
                      </a:r>
                      <a:endParaRPr lang="en-US" sz="1200" dirty="0"/>
                    </a:p>
                  </a:txBody>
                  <a:tcPr/>
                </a:tc>
                <a:tc>
                  <a:txBody>
                    <a:bodyPr/>
                    <a:lstStyle/>
                    <a:p>
                      <a:r>
                        <a:rPr lang="ru-RU" sz="1200" dirty="0"/>
                        <a:t>0,02</a:t>
                      </a:r>
                      <a:endParaRPr lang="en-US" sz="1200" dirty="0"/>
                    </a:p>
                  </a:txBody>
                  <a:tcPr/>
                </a:tc>
                <a:extLst>
                  <a:ext uri="{0D108BD9-81ED-4DB2-BD59-A6C34878D82A}">
                    <a16:rowId xmlns:a16="http://schemas.microsoft.com/office/drawing/2014/main" val="3838682676"/>
                  </a:ext>
                </a:extLst>
              </a:tr>
              <a:tr h="465698">
                <a:tc>
                  <a:txBody>
                    <a:bodyPr/>
                    <a:lstStyle/>
                    <a:p>
                      <a:r>
                        <a:rPr lang="ru-RU" sz="1200" b="1" dirty="0"/>
                        <a:t>Метопролол</a:t>
                      </a:r>
                      <a:endParaRPr lang="en-US" sz="1200" b="1" dirty="0"/>
                    </a:p>
                  </a:txBody>
                  <a:tcPr/>
                </a:tc>
                <a:tc>
                  <a:txBody>
                    <a:bodyPr/>
                    <a:lstStyle/>
                    <a:p>
                      <a:r>
                        <a:rPr lang="ru-RU" sz="1200" dirty="0"/>
                        <a:t>0,90</a:t>
                      </a:r>
                      <a:endParaRPr lang="en-US" sz="1200" dirty="0"/>
                    </a:p>
                  </a:txBody>
                  <a:tcPr/>
                </a:tc>
                <a:tc>
                  <a:txBody>
                    <a:bodyPr/>
                    <a:lstStyle/>
                    <a:p>
                      <a:r>
                        <a:rPr lang="ru-RU" sz="1200" dirty="0"/>
                        <a:t>0,20-4,14</a:t>
                      </a:r>
                      <a:endParaRPr lang="en-US" sz="1200" dirty="0"/>
                    </a:p>
                  </a:txBody>
                  <a:tcPr/>
                </a:tc>
                <a:tc>
                  <a:txBody>
                    <a:bodyPr/>
                    <a:lstStyle/>
                    <a:p>
                      <a:r>
                        <a:rPr lang="ru-RU" sz="1200" dirty="0"/>
                        <a:t>0,89</a:t>
                      </a:r>
                      <a:endParaRPr lang="en-US" sz="1200" dirty="0"/>
                    </a:p>
                  </a:txBody>
                  <a:tcPr/>
                </a:tc>
                <a:extLst>
                  <a:ext uri="{0D108BD9-81ED-4DB2-BD59-A6C34878D82A}">
                    <a16:rowId xmlns:a16="http://schemas.microsoft.com/office/drawing/2014/main" val="3621742094"/>
                  </a:ext>
                </a:extLst>
              </a:tr>
            </a:tbl>
          </a:graphicData>
        </a:graphic>
      </p:graphicFrame>
      <p:pic>
        <p:nvPicPr>
          <p:cNvPr id="9" name="Picture 8" descr="A picture containing object, antenna, sitting, table&#10;&#10;Description automatically generated">
            <a:extLst>
              <a:ext uri="{FF2B5EF4-FFF2-40B4-BE49-F238E27FC236}">
                <a16:creationId xmlns:a16="http://schemas.microsoft.com/office/drawing/2014/main" id="{C247ACB1-582D-45CA-A50D-73C63D7851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6056" y="1407734"/>
            <a:ext cx="2544978" cy="5066638"/>
          </a:xfrm>
          <a:prstGeom prst="rect">
            <a:avLst/>
          </a:prstGeom>
        </p:spPr>
      </p:pic>
      <p:sp>
        <p:nvSpPr>
          <p:cNvPr id="11" name="TextBox 10">
            <a:extLst>
              <a:ext uri="{FF2B5EF4-FFF2-40B4-BE49-F238E27FC236}">
                <a16:creationId xmlns:a16="http://schemas.microsoft.com/office/drawing/2014/main" id="{AC66883D-47E1-4FE8-B426-6907C9518011}"/>
              </a:ext>
            </a:extLst>
          </p:cNvPr>
          <p:cNvSpPr txBox="1"/>
          <p:nvPr/>
        </p:nvSpPr>
        <p:spPr>
          <a:xfrm>
            <a:off x="370114" y="6344968"/>
            <a:ext cx="10515599" cy="552972"/>
          </a:xfrm>
          <a:prstGeom prst="rect">
            <a:avLst/>
          </a:prstGeom>
          <a:noFill/>
        </p:spPr>
        <p:txBody>
          <a:bodyPr wrap="square" rtlCol="0">
            <a:spAutoFit/>
          </a:bodyPr>
          <a:lstStyle/>
          <a:p>
            <a:pPr marL="0" marR="0" lvl="0" indent="0" algn="l" defTabSz="914400" rtl="0" eaLnBrk="1" fontAlgn="auto" latinLnBrk="0" hangingPunct="1">
              <a:lnSpc>
                <a:spcPct val="90000"/>
              </a:lnSpc>
              <a:spcBef>
                <a:spcPts val="100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IIEF - International Index of Erectile Dysfunction (</a:t>
            </a:r>
            <a:r>
              <a:rPr kumimoji="0" lang="ru-RU" sz="800" b="0" i="0" u="none" strike="noStrike" kern="1200" cap="none" spc="0" normalizeH="0" baseline="0" noProof="0" dirty="0">
                <a:ln>
                  <a:noFill/>
                </a:ln>
                <a:solidFill>
                  <a:prstClr val="black"/>
                </a:solidFill>
                <a:effectLst/>
                <a:uLnTx/>
                <a:uFillTx/>
                <a:latin typeface="Calibri" panose="020F0502020204030204"/>
                <a:ea typeface="+mn-ea"/>
                <a:cs typeface="+mn-cs"/>
              </a:rPr>
              <a:t>международный индекс эректильной дисфункции), АГ – артериальная гипертензия, АД – артериальное давление, ББ – бета-блокатор, БРА – блокатор рецепторов к ангиотензину, дпБКК – дигидропиридиновые блокаторы кальциевых каналов, иАПФ – ингибиторы ангиотензинпревращающего фермента, ндпБКК – недигидропиридиновые блокаторы кальциевых каналов, ЭД – эректильная дисфункция</a:t>
            </a:r>
          </a:p>
          <a:p>
            <a:pPr marL="0" marR="0" lvl="0" indent="0" algn="l" defTabSz="914400" rtl="0" eaLnBrk="1" fontAlgn="auto" latinLnBrk="0" hangingPunct="1">
              <a:lnSpc>
                <a:spcPct val="90000"/>
              </a:lnSpc>
              <a:spcBef>
                <a:spcPts val="100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Multicenter Study Cardiovasc </a:t>
            </a:r>
            <a:r>
              <a:rPr kumimoji="0" lang="en-US" sz="800" b="0" i="0" u="none" strike="noStrike" kern="1200" cap="none" spc="0" normalizeH="0" baseline="0" noProof="0" dirty="0" err="1">
                <a:ln>
                  <a:noFill/>
                </a:ln>
                <a:solidFill>
                  <a:prstClr val="black"/>
                </a:solidFill>
                <a:effectLst/>
                <a:uLnTx/>
                <a:uFillTx/>
                <a:latin typeface="Calibri" panose="020F0502020204030204"/>
                <a:ea typeface="+mn-ea"/>
                <a:cs typeface="+mn-cs"/>
              </a:rPr>
              <a:t>Ther</a:t>
            </a: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 Spring 2010;28(1):15-22. </a:t>
            </a:r>
            <a:r>
              <a:rPr kumimoji="0" lang="en-US" sz="800" b="0" i="0" u="none" strike="noStrike" kern="1200" cap="none" spc="0" normalizeH="0" baseline="0" noProof="0" dirty="0" err="1">
                <a:ln>
                  <a:noFill/>
                </a:ln>
                <a:solidFill>
                  <a:prstClr val="black"/>
                </a:solidFill>
                <a:effectLst/>
                <a:uLnTx/>
                <a:uFillTx/>
                <a:latin typeface="Calibri" panose="020F0502020204030204"/>
                <a:ea typeface="+mn-ea"/>
                <a:cs typeface="+mn-cs"/>
              </a:rPr>
              <a:t>doi</a:t>
            </a: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 10.1111/j.1755-5922.2009.00123.x.</a:t>
            </a:r>
          </a:p>
        </p:txBody>
      </p:sp>
      <p:sp>
        <p:nvSpPr>
          <p:cNvPr id="13" name="TextBox 12">
            <a:extLst>
              <a:ext uri="{FF2B5EF4-FFF2-40B4-BE49-F238E27FC236}">
                <a16:creationId xmlns:a16="http://schemas.microsoft.com/office/drawing/2014/main" id="{7AA0C7D9-061A-4F85-8EC4-92F1C4549FB1}"/>
              </a:ext>
            </a:extLst>
          </p:cNvPr>
          <p:cNvSpPr txBox="1"/>
          <p:nvPr/>
        </p:nvSpPr>
        <p:spPr>
          <a:xfrm>
            <a:off x="6235754" y="1428085"/>
            <a:ext cx="269557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200" b="0" i="0" u="none" strike="noStrike" kern="1200" cap="none" spc="0" normalizeH="0" baseline="0" noProof="0" dirty="0">
                <a:ln>
                  <a:noFill/>
                </a:ln>
                <a:solidFill>
                  <a:prstClr val="black"/>
                </a:solidFill>
                <a:effectLst/>
                <a:uLnTx/>
                <a:uFillTx/>
                <a:latin typeface="Calibri" panose="020F0502020204030204"/>
                <a:ea typeface="+mn-ea"/>
                <a:cs typeface="+mn-cs"/>
              </a:rPr>
              <a:t>Ассоциация с ЭД</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Rectangle: Rounded Corners 13">
            <a:extLst>
              <a:ext uri="{FF2B5EF4-FFF2-40B4-BE49-F238E27FC236}">
                <a16:creationId xmlns:a16="http://schemas.microsoft.com/office/drawing/2014/main" id="{977CD3CE-52B7-488D-81E6-256599F928AB}"/>
              </a:ext>
            </a:extLst>
          </p:cNvPr>
          <p:cNvSpPr/>
          <p:nvPr/>
        </p:nvSpPr>
        <p:spPr>
          <a:xfrm>
            <a:off x="168443" y="4186989"/>
            <a:ext cx="7194884" cy="1515980"/>
          </a:xfrm>
          <a:prstGeom prst="round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Callout: Left Arrow 14">
            <a:extLst>
              <a:ext uri="{FF2B5EF4-FFF2-40B4-BE49-F238E27FC236}">
                <a16:creationId xmlns:a16="http://schemas.microsoft.com/office/drawing/2014/main" id="{06227E15-A002-4F11-9AA4-5BEE8E2B6C92}"/>
              </a:ext>
            </a:extLst>
          </p:cNvPr>
          <p:cNvSpPr/>
          <p:nvPr/>
        </p:nvSpPr>
        <p:spPr>
          <a:xfrm>
            <a:off x="8647220" y="1827163"/>
            <a:ext cx="3239980" cy="4353045"/>
          </a:xfrm>
          <a:prstGeom prst="leftArrowCallout">
            <a:avLst>
              <a:gd name="adj1" fmla="val 16566"/>
              <a:gd name="adj2" fmla="val 18188"/>
              <a:gd name="adj3" fmla="val 15593"/>
              <a:gd name="adj4" fmla="val 7651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ru-RU" sz="1600" b="0" i="0" u="none" strike="noStrike" kern="1200" cap="none" spc="0" normalizeH="0" baseline="0" noProof="0" dirty="0">
                <a:ln>
                  <a:noFill/>
                </a:ln>
                <a:solidFill>
                  <a:prstClr val="white"/>
                </a:solidFill>
                <a:effectLst/>
                <a:uLnTx/>
                <a:uFillTx/>
                <a:latin typeface="Calibri" panose="020F0502020204030204"/>
                <a:ea typeface="+mn-ea"/>
                <a:cs typeface="+mn-cs"/>
              </a:rPr>
              <a:t>Многофакторный анализ выявил положительную связь между ЭД и ишемической болезнью сердца, депрессией, сахарным диабетом, фибрилляцией предсердий и терапией дпБКК.</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ru-RU" sz="1600" b="1" i="0" u="none" strike="noStrike" kern="1200" cap="none" spc="0" normalizeH="0" baseline="0" noProof="0" dirty="0">
                <a:ln>
                  <a:noFill/>
                </a:ln>
                <a:solidFill>
                  <a:prstClr val="white"/>
                </a:solidFill>
                <a:effectLst/>
                <a:uLnTx/>
                <a:uFillTx/>
                <a:latin typeface="Calibri" panose="020F0502020204030204"/>
                <a:ea typeface="+mn-ea"/>
                <a:cs typeface="+mn-cs"/>
              </a:rPr>
              <a:t>Бисопролол и прочие бета-блокаторы не влияли на частоту ЭД.</a:t>
            </a:r>
          </a:p>
        </p:txBody>
      </p:sp>
    </p:spTree>
    <p:extLst>
      <p:ext uri="{BB962C8B-B14F-4D97-AF65-F5344CB8AC3E}">
        <p14:creationId xmlns:p14="http://schemas.microsoft.com/office/powerpoint/2010/main" val="2977891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1187"/>
        <p:cNvGrpSpPr/>
        <p:nvPr/>
      </p:nvGrpSpPr>
      <p:grpSpPr>
        <a:xfrm>
          <a:off x="0" y="0"/>
          <a:ext cx="0" cy="0"/>
          <a:chOff x="0" y="0"/>
          <a:chExt cx="0" cy="0"/>
        </a:xfrm>
      </p:grpSpPr>
      <p:sp>
        <p:nvSpPr>
          <p:cNvPr id="1188" name="Google Shape;1188;p48"/>
          <p:cNvSpPr txBox="1">
            <a:spLocks noGrp="1"/>
          </p:cNvSpPr>
          <p:nvPr>
            <p:ph type="ftr" idx="11"/>
          </p:nvPr>
        </p:nvSpPr>
        <p:spPr>
          <a:xfrm>
            <a:off x="355233" y="6477548"/>
            <a:ext cx="9831387" cy="205670"/>
          </a:xfrm>
          <a:prstGeom prst="rect">
            <a:avLst/>
          </a:prstGeom>
          <a:noFill/>
          <a:ln>
            <a:noFill/>
          </a:ln>
        </p:spPr>
        <p:txBody>
          <a:bodyPr spcFirstLastPara="1" wrap="square" lIns="91425" tIns="45700" rIns="91425" bIns="45700" anchor="ctr" anchorCtr="0">
            <a:noAutofit/>
          </a:bodyPr>
          <a:lstStyle/>
          <a:p>
            <a:pPr marL="12067" marR="0" lvl="0" indent="0" algn="l" defTabSz="914400" rtl="0" eaLnBrk="1" fontAlgn="auto" latinLnBrk="0" hangingPunct="1">
              <a:lnSpc>
                <a:spcPct val="100000"/>
              </a:lnSpc>
              <a:spcBef>
                <a:spcPts val="0"/>
              </a:spcBef>
              <a:spcAft>
                <a:spcPts val="0"/>
              </a:spcAft>
              <a:buClrTx/>
              <a:buSzPts val="1400"/>
              <a:buFontTx/>
              <a:buNone/>
              <a:tabLst/>
              <a:defRPr/>
            </a:pPr>
            <a:r>
              <a:rPr kumimoji="0" lang="en-US" sz="600" b="0" i="0" u="none" strike="noStrike" kern="1200" cap="none" spc="0" normalizeH="0" baseline="0" noProof="0">
                <a:ln>
                  <a:noFill/>
                </a:ln>
                <a:solidFill>
                  <a:srgbClr val="FFFFFF">
                    <a:lumMod val="50000"/>
                  </a:srgbClr>
                </a:solidFill>
                <a:effectLst/>
                <a:uLnTx/>
                <a:uFillTx/>
                <a:latin typeface="Verdana"/>
                <a:ea typeface="Verdana"/>
                <a:sym typeface="Verdana"/>
              </a:rPr>
              <a:t>Prisant LM et al. J Clin Hypertens (Greenwich). 1999; 1(1): 22-26.</a:t>
            </a:r>
          </a:p>
          <a:p>
            <a:pPr marL="12067" marR="0" lvl="0" indent="0" algn="l" defTabSz="914400" rtl="0" eaLnBrk="1" fontAlgn="auto" latinLnBrk="0" hangingPunct="1">
              <a:lnSpc>
                <a:spcPct val="100000"/>
              </a:lnSpc>
              <a:spcBef>
                <a:spcPts val="0"/>
              </a:spcBef>
              <a:spcAft>
                <a:spcPts val="0"/>
              </a:spcAft>
              <a:buClrTx/>
              <a:buSzPts val="1400"/>
              <a:buFontTx/>
              <a:buNone/>
              <a:tabLst/>
              <a:defRPr/>
            </a:pPr>
            <a:r>
              <a:rPr kumimoji="0" lang="en-US" sz="600" b="0" i="0" u="none" strike="noStrike" kern="1200" cap="none" spc="0" normalizeH="0" baseline="0" noProof="0">
                <a:ln>
                  <a:noFill/>
                </a:ln>
                <a:solidFill>
                  <a:srgbClr val="FFFFFF">
                    <a:lumMod val="50000"/>
                  </a:srgbClr>
                </a:solidFill>
                <a:effectLst/>
                <a:uLnTx/>
                <a:uFillTx/>
                <a:latin typeface="Verdana"/>
                <a:ea typeface="Verdana"/>
                <a:sym typeface="Verdana"/>
              </a:rPr>
              <a:t>Broekman CP et al. Sex Marital Ther. 1992, 18(4): 325-331.</a:t>
            </a:r>
          </a:p>
          <a:p>
            <a:pPr marL="12067" marR="0" lvl="0" indent="0" algn="l" defTabSz="914400" rtl="0" eaLnBrk="1" fontAlgn="auto" latinLnBrk="0" hangingPunct="1">
              <a:lnSpc>
                <a:spcPct val="100000"/>
              </a:lnSpc>
              <a:spcBef>
                <a:spcPts val="0"/>
              </a:spcBef>
              <a:spcAft>
                <a:spcPts val="0"/>
              </a:spcAft>
              <a:buClrTx/>
              <a:buSzPts val="1400"/>
              <a:buFontTx/>
              <a:buNone/>
              <a:tabLst/>
              <a:defRPr/>
            </a:pPr>
            <a:r>
              <a:rPr kumimoji="0" lang="en-US" sz="600" b="0" i="0" u="none" strike="noStrike" kern="1200" cap="none" spc="0" normalizeH="0" baseline="0" noProof="0">
                <a:ln>
                  <a:noFill/>
                </a:ln>
                <a:solidFill>
                  <a:srgbClr val="FFFFFF">
                    <a:lumMod val="50000"/>
                  </a:srgbClr>
                </a:solidFill>
                <a:effectLst/>
                <a:uLnTx/>
                <a:uFillTx/>
                <a:latin typeface="Verdana"/>
                <a:ea typeface="Verdana"/>
                <a:sym typeface="Verdana"/>
              </a:rPr>
              <a:t>Erdmann E. Eur Heart J Suppls. 2009;11(Suppl A):A21-A25.</a:t>
            </a:r>
            <a:endParaRPr kumimoji="0" lang="en-US" sz="600" b="0" i="0" u="none" strike="noStrike" kern="1200" cap="none" spc="0" normalizeH="0" baseline="0" noProof="0" dirty="0">
              <a:ln>
                <a:noFill/>
              </a:ln>
              <a:solidFill>
                <a:srgbClr val="FFFFFF">
                  <a:lumMod val="50000"/>
                </a:srgbClr>
              </a:solidFill>
              <a:effectLst/>
              <a:uLnTx/>
              <a:uFillTx/>
              <a:latin typeface="Verdana"/>
              <a:ea typeface="Verdana"/>
              <a:sym typeface="Verdana"/>
            </a:endParaRPr>
          </a:p>
        </p:txBody>
      </p:sp>
      <p:sp>
        <p:nvSpPr>
          <p:cNvPr id="1189" name="Google Shape;1189;p48"/>
          <p:cNvSpPr txBox="1">
            <a:spLocks noGrp="1"/>
          </p:cNvSpPr>
          <p:nvPr>
            <p:ph type="body" idx="1"/>
          </p:nvPr>
        </p:nvSpPr>
        <p:spPr>
          <a:xfrm>
            <a:off x="737905" y="237538"/>
            <a:ext cx="10931075" cy="36671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503292"/>
              </a:buClr>
              <a:buSzPts val="2000"/>
              <a:buNone/>
            </a:pPr>
            <a:r>
              <a:rPr lang="en-US" sz="2400" dirty="0" err="1">
                <a:solidFill>
                  <a:srgbClr val="002060"/>
                </a:solidFill>
              </a:rPr>
              <a:t>Бисопролол</a:t>
            </a:r>
            <a:r>
              <a:rPr lang="en-US" sz="2400" dirty="0">
                <a:solidFill>
                  <a:srgbClr val="002060"/>
                </a:solidFill>
              </a:rPr>
              <a:t> </a:t>
            </a:r>
            <a:r>
              <a:rPr lang="en-US" sz="2400" dirty="0" err="1">
                <a:solidFill>
                  <a:srgbClr val="002060"/>
                </a:solidFill>
              </a:rPr>
              <a:t>минимально</a:t>
            </a:r>
            <a:r>
              <a:rPr lang="en-US" sz="2400" dirty="0">
                <a:solidFill>
                  <a:srgbClr val="002060"/>
                </a:solidFill>
              </a:rPr>
              <a:t> </a:t>
            </a:r>
            <a:r>
              <a:rPr lang="en-US" sz="2400" dirty="0" err="1">
                <a:solidFill>
                  <a:srgbClr val="002060"/>
                </a:solidFill>
              </a:rPr>
              <a:t>влиял</a:t>
            </a:r>
            <a:r>
              <a:rPr lang="en-US" sz="2400" dirty="0">
                <a:solidFill>
                  <a:srgbClr val="002060"/>
                </a:solidFill>
              </a:rPr>
              <a:t> </a:t>
            </a:r>
            <a:r>
              <a:rPr lang="ru-RU" sz="2400" dirty="0">
                <a:solidFill>
                  <a:srgbClr val="002060"/>
                </a:solidFill>
              </a:rPr>
              <a:t> </a:t>
            </a:r>
            <a:r>
              <a:rPr lang="en-US" sz="2400" dirty="0" err="1">
                <a:solidFill>
                  <a:srgbClr val="002060"/>
                </a:solidFill>
              </a:rPr>
              <a:t>сексуальную</a:t>
            </a:r>
            <a:r>
              <a:rPr lang="en-US" sz="2400" dirty="0">
                <a:solidFill>
                  <a:srgbClr val="002060"/>
                </a:solidFill>
              </a:rPr>
              <a:t> </a:t>
            </a:r>
            <a:r>
              <a:rPr lang="en-US" sz="2400" dirty="0" err="1">
                <a:solidFill>
                  <a:srgbClr val="002060"/>
                </a:solidFill>
              </a:rPr>
              <a:t>функцию</a:t>
            </a:r>
            <a:r>
              <a:rPr lang="en-US" sz="2400" dirty="0">
                <a:solidFill>
                  <a:srgbClr val="002060"/>
                </a:solidFill>
              </a:rPr>
              <a:t> </a:t>
            </a:r>
            <a:r>
              <a:rPr lang="ru-RU" sz="2400" dirty="0">
                <a:solidFill>
                  <a:srgbClr val="002060"/>
                </a:solidFill>
              </a:rPr>
              <a:t>мужчин</a:t>
            </a:r>
            <a:endParaRPr sz="2400" dirty="0">
              <a:solidFill>
                <a:srgbClr val="002060"/>
              </a:solidFill>
            </a:endParaRPr>
          </a:p>
        </p:txBody>
      </p:sp>
      <p:grpSp>
        <p:nvGrpSpPr>
          <p:cNvPr id="1190" name="Google Shape;1190;p48"/>
          <p:cNvGrpSpPr/>
          <p:nvPr/>
        </p:nvGrpSpPr>
        <p:grpSpPr>
          <a:xfrm>
            <a:off x="11191313" y="463313"/>
            <a:ext cx="373011" cy="373024"/>
            <a:chOff x="8191758" y="5950202"/>
            <a:chExt cx="1866989" cy="1866604"/>
          </a:xfrm>
        </p:grpSpPr>
        <p:sp>
          <p:nvSpPr>
            <p:cNvPr id="1191" name="Google Shape;1191;p48"/>
            <p:cNvSpPr/>
            <p:nvPr/>
          </p:nvSpPr>
          <p:spPr>
            <a:xfrm>
              <a:off x="9301192" y="5950211"/>
              <a:ext cx="757555" cy="757555"/>
            </a:xfrm>
            <a:custGeom>
              <a:avLst/>
              <a:gdLst/>
              <a:ahLst/>
              <a:cxnLst/>
              <a:rect l="l" t="t" r="r" b="b"/>
              <a:pathLst>
                <a:path w="757554" h="757554" extrusionOk="0">
                  <a:moveTo>
                    <a:pt x="0" y="756945"/>
                  </a:moveTo>
                  <a:lnTo>
                    <a:pt x="756958" y="0"/>
                  </a:lnTo>
                </a:path>
              </a:pathLst>
            </a:custGeom>
            <a:noFill/>
            <a:ln w="38075" cap="flat" cmpd="sng">
              <a:solidFill>
                <a:srgbClr val="E2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265374"/>
                </a:buClr>
                <a:buSzPts val="1266"/>
                <a:buFont typeface="Calibri"/>
                <a:buNone/>
                <a:tabLst/>
                <a:defRPr/>
              </a:pPr>
              <a:endParaRPr kumimoji="0" sz="1266" b="0" i="0" u="none" strike="noStrike" kern="1200" cap="none" spc="0" normalizeH="0" baseline="0" noProof="0">
                <a:ln>
                  <a:noFill/>
                </a:ln>
                <a:solidFill>
                  <a:srgbClr val="000000"/>
                </a:solidFill>
                <a:effectLst/>
                <a:uLnTx/>
                <a:uFillTx/>
                <a:latin typeface="Verdana"/>
                <a:ea typeface="Verdana"/>
                <a:cs typeface="Verdana"/>
                <a:sym typeface="Verdana"/>
              </a:endParaRPr>
            </a:p>
          </p:txBody>
        </p:sp>
        <p:sp>
          <p:nvSpPr>
            <p:cNvPr id="1192" name="Google Shape;1192;p48"/>
            <p:cNvSpPr/>
            <p:nvPr/>
          </p:nvSpPr>
          <p:spPr>
            <a:xfrm>
              <a:off x="8191758" y="6518231"/>
              <a:ext cx="1298575" cy="1298575"/>
            </a:xfrm>
            <a:custGeom>
              <a:avLst/>
              <a:gdLst/>
              <a:ahLst/>
              <a:cxnLst/>
              <a:rect l="l" t="t" r="r" b="b"/>
              <a:pathLst>
                <a:path w="1298575" h="1298575" extrusionOk="0">
                  <a:moveTo>
                    <a:pt x="1298359" y="649185"/>
                  </a:moveTo>
                  <a:lnTo>
                    <a:pt x="1296578" y="697631"/>
                  </a:lnTo>
                  <a:lnTo>
                    <a:pt x="1291319" y="745111"/>
                  </a:lnTo>
                  <a:lnTo>
                    <a:pt x="1282708" y="791498"/>
                  </a:lnTo>
                  <a:lnTo>
                    <a:pt x="1270871" y="836668"/>
                  </a:lnTo>
                  <a:lnTo>
                    <a:pt x="1255932" y="880494"/>
                  </a:lnTo>
                  <a:lnTo>
                    <a:pt x="1238017" y="922852"/>
                  </a:lnTo>
                  <a:lnTo>
                    <a:pt x="1217253" y="963615"/>
                  </a:lnTo>
                  <a:lnTo>
                    <a:pt x="1193764" y="1002658"/>
                  </a:lnTo>
                  <a:lnTo>
                    <a:pt x="1167677" y="1039856"/>
                  </a:lnTo>
                  <a:lnTo>
                    <a:pt x="1139116" y="1075083"/>
                  </a:lnTo>
                  <a:lnTo>
                    <a:pt x="1108208" y="1108213"/>
                  </a:lnTo>
                  <a:lnTo>
                    <a:pt x="1075077" y="1139121"/>
                  </a:lnTo>
                  <a:lnTo>
                    <a:pt x="1039850" y="1167681"/>
                  </a:lnTo>
                  <a:lnTo>
                    <a:pt x="1002652" y="1193768"/>
                  </a:lnTo>
                  <a:lnTo>
                    <a:pt x="963609" y="1217256"/>
                  </a:lnTo>
                  <a:lnTo>
                    <a:pt x="922846" y="1238020"/>
                  </a:lnTo>
                  <a:lnTo>
                    <a:pt x="880489" y="1255933"/>
                  </a:lnTo>
                  <a:lnTo>
                    <a:pt x="836663" y="1270872"/>
                  </a:lnTo>
                  <a:lnTo>
                    <a:pt x="791494" y="1282709"/>
                  </a:lnTo>
                  <a:lnTo>
                    <a:pt x="745108" y="1291319"/>
                  </a:lnTo>
                  <a:lnTo>
                    <a:pt x="697630" y="1296578"/>
                  </a:lnTo>
                  <a:lnTo>
                    <a:pt x="649185" y="1298359"/>
                  </a:lnTo>
                  <a:lnTo>
                    <a:pt x="600738" y="1296578"/>
                  </a:lnTo>
                  <a:lnTo>
                    <a:pt x="553257" y="1291319"/>
                  </a:lnTo>
                  <a:lnTo>
                    <a:pt x="506868" y="1282709"/>
                  </a:lnTo>
                  <a:lnTo>
                    <a:pt x="461697" y="1270872"/>
                  </a:lnTo>
                  <a:lnTo>
                    <a:pt x="417870" y="1255933"/>
                  </a:lnTo>
                  <a:lnTo>
                    <a:pt x="375511" y="1238020"/>
                  </a:lnTo>
                  <a:lnTo>
                    <a:pt x="334747" y="1217256"/>
                  </a:lnTo>
                  <a:lnTo>
                    <a:pt x="295703" y="1193768"/>
                  </a:lnTo>
                  <a:lnTo>
                    <a:pt x="258505" y="1167681"/>
                  </a:lnTo>
                  <a:lnTo>
                    <a:pt x="223278" y="1139121"/>
                  </a:lnTo>
                  <a:lnTo>
                    <a:pt x="190147" y="1108213"/>
                  </a:lnTo>
                  <a:lnTo>
                    <a:pt x="159239" y="1075083"/>
                  </a:lnTo>
                  <a:lnTo>
                    <a:pt x="130678" y="1039856"/>
                  </a:lnTo>
                  <a:lnTo>
                    <a:pt x="104591" y="1002658"/>
                  </a:lnTo>
                  <a:lnTo>
                    <a:pt x="81103" y="963615"/>
                  </a:lnTo>
                  <a:lnTo>
                    <a:pt x="60339" y="922852"/>
                  </a:lnTo>
                  <a:lnTo>
                    <a:pt x="42425" y="880494"/>
                  </a:lnTo>
                  <a:lnTo>
                    <a:pt x="27487" y="836668"/>
                  </a:lnTo>
                  <a:lnTo>
                    <a:pt x="15649" y="791498"/>
                  </a:lnTo>
                  <a:lnTo>
                    <a:pt x="7039" y="745111"/>
                  </a:lnTo>
                  <a:lnTo>
                    <a:pt x="1780" y="697631"/>
                  </a:lnTo>
                  <a:lnTo>
                    <a:pt x="0" y="649185"/>
                  </a:lnTo>
                  <a:lnTo>
                    <a:pt x="1780" y="600739"/>
                  </a:lnTo>
                  <a:lnTo>
                    <a:pt x="7039" y="553260"/>
                  </a:lnTo>
                  <a:lnTo>
                    <a:pt x="15649" y="506872"/>
                  </a:lnTo>
                  <a:lnTo>
                    <a:pt x="27487" y="461702"/>
                  </a:lnTo>
                  <a:lnTo>
                    <a:pt x="42425" y="417875"/>
                  </a:lnTo>
                  <a:lnTo>
                    <a:pt x="60339" y="375517"/>
                  </a:lnTo>
                  <a:lnTo>
                    <a:pt x="81103" y="334753"/>
                  </a:lnTo>
                  <a:lnTo>
                    <a:pt x="104591" y="295709"/>
                  </a:lnTo>
                  <a:lnTo>
                    <a:pt x="130678" y="258510"/>
                  </a:lnTo>
                  <a:lnTo>
                    <a:pt x="159239" y="223283"/>
                  </a:lnTo>
                  <a:lnTo>
                    <a:pt x="190147" y="190152"/>
                  </a:lnTo>
                  <a:lnTo>
                    <a:pt x="223278" y="159243"/>
                  </a:lnTo>
                  <a:lnTo>
                    <a:pt x="258505" y="130682"/>
                  </a:lnTo>
                  <a:lnTo>
                    <a:pt x="295703" y="104594"/>
                  </a:lnTo>
                  <a:lnTo>
                    <a:pt x="334747" y="81105"/>
                  </a:lnTo>
                  <a:lnTo>
                    <a:pt x="375511" y="60341"/>
                  </a:lnTo>
                  <a:lnTo>
                    <a:pt x="417870" y="42426"/>
                  </a:lnTo>
                  <a:lnTo>
                    <a:pt x="461697" y="27488"/>
                  </a:lnTo>
                  <a:lnTo>
                    <a:pt x="506868" y="15650"/>
                  </a:lnTo>
                  <a:lnTo>
                    <a:pt x="553257" y="7039"/>
                  </a:lnTo>
                  <a:lnTo>
                    <a:pt x="600738" y="1780"/>
                  </a:lnTo>
                  <a:lnTo>
                    <a:pt x="649185" y="0"/>
                  </a:lnTo>
                  <a:lnTo>
                    <a:pt x="697630" y="1780"/>
                  </a:lnTo>
                  <a:lnTo>
                    <a:pt x="745108" y="7039"/>
                  </a:lnTo>
                  <a:lnTo>
                    <a:pt x="791494" y="15650"/>
                  </a:lnTo>
                  <a:lnTo>
                    <a:pt x="836663" y="27488"/>
                  </a:lnTo>
                  <a:lnTo>
                    <a:pt x="880489" y="42426"/>
                  </a:lnTo>
                  <a:lnTo>
                    <a:pt x="922846" y="60341"/>
                  </a:lnTo>
                  <a:lnTo>
                    <a:pt x="963609" y="81105"/>
                  </a:lnTo>
                  <a:lnTo>
                    <a:pt x="1002652" y="104594"/>
                  </a:lnTo>
                  <a:lnTo>
                    <a:pt x="1039850" y="130682"/>
                  </a:lnTo>
                  <a:lnTo>
                    <a:pt x="1075077" y="159243"/>
                  </a:lnTo>
                  <a:lnTo>
                    <a:pt x="1108208" y="190152"/>
                  </a:lnTo>
                  <a:lnTo>
                    <a:pt x="1139116" y="223283"/>
                  </a:lnTo>
                  <a:lnTo>
                    <a:pt x="1167677" y="258510"/>
                  </a:lnTo>
                  <a:lnTo>
                    <a:pt x="1193764" y="295709"/>
                  </a:lnTo>
                  <a:lnTo>
                    <a:pt x="1217253" y="334753"/>
                  </a:lnTo>
                  <a:lnTo>
                    <a:pt x="1238017" y="375517"/>
                  </a:lnTo>
                  <a:lnTo>
                    <a:pt x="1255932" y="417875"/>
                  </a:lnTo>
                  <a:lnTo>
                    <a:pt x="1270871" y="461702"/>
                  </a:lnTo>
                  <a:lnTo>
                    <a:pt x="1282708" y="506872"/>
                  </a:lnTo>
                  <a:lnTo>
                    <a:pt x="1291319" y="553260"/>
                  </a:lnTo>
                  <a:lnTo>
                    <a:pt x="1296578" y="600739"/>
                  </a:lnTo>
                  <a:lnTo>
                    <a:pt x="1298359" y="649185"/>
                  </a:lnTo>
                  <a:close/>
                </a:path>
              </a:pathLst>
            </a:custGeom>
            <a:noFill/>
            <a:ln w="38100" cap="flat" cmpd="sng">
              <a:solidFill>
                <a:srgbClr val="E2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265374"/>
                </a:buClr>
                <a:buSzPts val="1266"/>
                <a:buFont typeface="Calibri"/>
                <a:buNone/>
                <a:tabLst/>
                <a:defRPr/>
              </a:pPr>
              <a:endParaRPr kumimoji="0" sz="1266" b="0" i="0" u="none" strike="noStrike" kern="1200" cap="none" spc="0" normalizeH="0" baseline="0" noProof="0">
                <a:ln>
                  <a:noFill/>
                </a:ln>
                <a:solidFill>
                  <a:srgbClr val="000000"/>
                </a:solidFill>
                <a:effectLst/>
                <a:uLnTx/>
                <a:uFillTx/>
                <a:latin typeface="Verdana"/>
                <a:ea typeface="Verdana"/>
                <a:cs typeface="Verdana"/>
                <a:sym typeface="Verdana"/>
              </a:endParaRPr>
            </a:p>
          </p:txBody>
        </p:sp>
        <p:sp>
          <p:nvSpPr>
            <p:cNvPr id="1193" name="Google Shape;1193;p48"/>
            <p:cNvSpPr/>
            <p:nvPr/>
          </p:nvSpPr>
          <p:spPr>
            <a:xfrm>
              <a:off x="9490112" y="5950202"/>
              <a:ext cx="568325" cy="568325"/>
            </a:xfrm>
            <a:custGeom>
              <a:avLst/>
              <a:gdLst/>
              <a:ahLst/>
              <a:cxnLst/>
              <a:rect l="l" t="t" r="r" b="b"/>
              <a:pathLst>
                <a:path w="568325" h="568325" extrusionOk="0">
                  <a:moveTo>
                    <a:pt x="568032" y="568032"/>
                  </a:moveTo>
                  <a:lnTo>
                    <a:pt x="568032" y="0"/>
                  </a:lnTo>
                  <a:lnTo>
                    <a:pt x="0" y="0"/>
                  </a:lnTo>
                </a:path>
              </a:pathLst>
            </a:custGeom>
            <a:noFill/>
            <a:ln w="38100" cap="flat" cmpd="sng">
              <a:solidFill>
                <a:srgbClr val="E2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265374"/>
                </a:buClr>
                <a:buSzPts val="1266"/>
                <a:buFont typeface="Calibri"/>
                <a:buNone/>
                <a:tabLst/>
                <a:defRPr/>
              </a:pPr>
              <a:endParaRPr kumimoji="0" sz="1266" b="0" i="0" u="none" strike="noStrike" kern="1200" cap="none" spc="0" normalizeH="0" baseline="0" noProof="0">
                <a:ln>
                  <a:noFill/>
                </a:ln>
                <a:solidFill>
                  <a:srgbClr val="000000"/>
                </a:solidFill>
                <a:effectLst/>
                <a:uLnTx/>
                <a:uFillTx/>
                <a:latin typeface="Verdana"/>
                <a:ea typeface="Verdana"/>
                <a:cs typeface="Verdana"/>
                <a:sym typeface="Verdana"/>
              </a:endParaRPr>
            </a:p>
          </p:txBody>
        </p:sp>
      </p:grpSp>
      <p:pic>
        <p:nvPicPr>
          <p:cNvPr id="1194" name="Google Shape;1194;p48"/>
          <p:cNvPicPr preferRelativeResize="0"/>
          <p:nvPr/>
        </p:nvPicPr>
        <p:blipFill rotWithShape="1">
          <a:blip r:embed="rId3">
            <a:alphaModFix/>
          </a:blip>
          <a:srcRect/>
          <a:stretch/>
        </p:blipFill>
        <p:spPr>
          <a:xfrm>
            <a:off x="917042" y="2653244"/>
            <a:ext cx="5386160" cy="3696703"/>
          </a:xfrm>
          <a:prstGeom prst="rect">
            <a:avLst/>
          </a:prstGeom>
          <a:noFill/>
          <a:ln>
            <a:noFill/>
          </a:ln>
        </p:spPr>
      </p:pic>
      <p:sp>
        <p:nvSpPr>
          <p:cNvPr id="1195" name="Google Shape;1195;p48"/>
          <p:cNvSpPr txBox="1"/>
          <p:nvPr/>
        </p:nvSpPr>
        <p:spPr>
          <a:xfrm>
            <a:off x="994244" y="2149040"/>
            <a:ext cx="5478000" cy="553998"/>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503291"/>
              </a:buClr>
              <a:buSzPts val="1400"/>
              <a:buFont typeface="Verdana"/>
              <a:buNone/>
              <a:tabLst/>
              <a:defRPr/>
            </a:pPr>
            <a:r>
              <a:rPr kumimoji="0" lang="en-US" sz="1200" b="1" i="0" u="none" strike="noStrike" kern="1200" cap="none" spc="0" normalizeH="0" baseline="0" noProof="0" dirty="0" err="1">
                <a:ln>
                  <a:noFill/>
                </a:ln>
                <a:solidFill>
                  <a:srgbClr val="E61E50"/>
                </a:solidFill>
                <a:effectLst/>
                <a:uLnTx/>
                <a:uFillTx/>
                <a:latin typeface="Verdana"/>
                <a:ea typeface="Verdana"/>
                <a:cs typeface="Verdana"/>
                <a:sym typeface="Verdana"/>
              </a:rPr>
              <a:t>Частота</a:t>
            </a:r>
            <a:r>
              <a:rPr kumimoji="0" lang="en-US" sz="1200" b="1" i="0" u="none" strike="noStrike" kern="1200" cap="none" spc="0" normalizeH="0" baseline="0" noProof="0" dirty="0">
                <a:ln>
                  <a:noFill/>
                </a:ln>
                <a:solidFill>
                  <a:srgbClr val="E61E50"/>
                </a:solidFill>
                <a:effectLst/>
                <a:uLnTx/>
                <a:uFillTx/>
                <a:latin typeface="Verdana"/>
                <a:ea typeface="Verdana"/>
                <a:cs typeface="Verdana"/>
                <a:sym typeface="Verdana"/>
              </a:rPr>
              <a:t> </a:t>
            </a:r>
            <a:r>
              <a:rPr kumimoji="0" lang="en-US" sz="1200" b="1" i="0" u="none" strike="noStrike" kern="1200" cap="none" spc="0" normalizeH="0" baseline="0" noProof="0" dirty="0" err="1">
                <a:ln>
                  <a:noFill/>
                </a:ln>
                <a:solidFill>
                  <a:srgbClr val="E61E50"/>
                </a:solidFill>
                <a:effectLst/>
                <a:uLnTx/>
                <a:uFillTx/>
                <a:latin typeface="Verdana"/>
                <a:ea typeface="Verdana"/>
                <a:cs typeface="Verdana"/>
                <a:sym typeface="Verdana"/>
              </a:rPr>
              <a:t>самосообщаемой</a:t>
            </a:r>
            <a:r>
              <a:rPr kumimoji="0" lang="en-US" sz="1200" b="1" i="0" u="none" strike="noStrike" kern="1200" cap="none" spc="0" normalizeH="0" baseline="0" noProof="0" dirty="0">
                <a:ln>
                  <a:noFill/>
                </a:ln>
                <a:solidFill>
                  <a:srgbClr val="E61E50"/>
                </a:solidFill>
                <a:effectLst/>
                <a:uLnTx/>
                <a:uFillTx/>
                <a:latin typeface="Verdana"/>
                <a:ea typeface="Verdana"/>
                <a:cs typeface="Verdana"/>
                <a:sym typeface="Verdana"/>
              </a:rPr>
              <a:t> </a:t>
            </a:r>
            <a:r>
              <a:rPr kumimoji="0" lang="en-US" sz="1200" b="1" i="0" u="none" strike="noStrike" kern="1200" cap="none" spc="0" normalizeH="0" baseline="0" noProof="0" dirty="0" err="1">
                <a:ln>
                  <a:noFill/>
                </a:ln>
                <a:solidFill>
                  <a:srgbClr val="E61E50"/>
                </a:solidFill>
                <a:effectLst/>
                <a:uLnTx/>
                <a:uFillTx/>
                <a:latin typeface="Verdana"/>
                <a:ea typeface="Verdana"/>
                <a:cs typeface="Verdana"/>
                <a:sym typeface="Verdana"/>
              </a:rPr>
              <a:t>сексуальной</a:t>
            </a:r>
            <a:r>
              <a:rPr kumimoji="0" lang="en-US" sz="1200" b="1" i="0" u="none" strike="noStrike" kern="1200" cap="none" spc="0" normalizeH="0" baseline="0" noProof="0" dirty="0">
                <a:ln>
                  <a:noFill/>
                </a:ln>
                <a:solidFill>
                  <a:srgbClr val="E61E50"/>
                </a:solidFill>
                <a:effectLst/>
                <a:uLnTx/>
                <a:uFillTx/>
                <a:latin typeface="Verdana"/>
                <a:ea typeface="Verdana"/>
                <a:cs typeface="Verdana"/>
                <a:sym typeface="Verdana"/>
              </a:rPr>
              <a:t> </a:t>
            </a:r>
            <a:r>
              <a:rPr kumimoji="0" lang="en-US" sz="1200" b="1" i="0" u="none" strike="noStrike" kern="1200" cap="none" spc="0" normalizeH="0" baseline="0" noProof="0" dirty="0" err="1">
                <a:ln>
                  <a:noFill/>
                </a:ln>
                <a:solidFill>
                  <a:srgbClr val="E61E50"/>
                </a:solidFill>
                <a:effectLst/>
                <a:uLnTx/>
                <a:uFillTx/>
                <a:latin typeface="Verdana"/>
                <a:ea typeface="Verdana"/>
                <a:cs typeface="Verdana"/>
                <a:sym typeface="Verdana"/>
              </a:rPr>
              <a:t>дисфункции</a:t>
            </a:r>
            <a:r>
              <a:rPr kumimoji="0" lang="en-US" sz="1200" b="1" i="0" u="none" strike="noStrike" kern="1200" cap="none" spc="0" normalizeH="0" baseline="0" noProof="0" dirty="0">
                <a:ln>
                  <a:noFill/>
                </a:ln>
                <a:solidFill>
                  <a:srgbClr val="E61E50"/>
                </a:solidFill>
                <a:effectLst/>
                <a:uLnTx/>
                <a:uFillTx/>
                <a:latin typeface="Verdana"/>
                <a:ea typeface="Verdana"/>
                <a:cs typeface="Verdana"/>
                <a:sym typeface="Verdana"/>
              </a:rPr>
              <a:t> </a:t>
            </a:r>
            <a:r>
              <a:rPr kumimoji="0" lang="en-US" sz="1200" b="1" i="0" u="none" strike="noStrike" kern="1200" cap="none" spc="0" normalizeH="0" baseline="0" noProof="0" dirty="0" err="1">
                <a:ln>
                  <a:noFill/>
                </a:ln>
                <a:solidFill>
                  <a:srgbClr val="E61E50"/>
                </a:solidFill>
                <a:effectLst/>
                <a:uLnTx/>
                <a:uFillTx/>
                <a:latin typeface="Verdana"/>
                <a:ea typeface="Verdana"/>
                <a:cs typeface="Verdana"/>
                <a:sym typeface="Verdana"/>
              </a:rPr>
              <a:t>среди</a:t>
            </a:r>
            <a:r>
              <a:rPr kumimoji="0" lang="en-US" sz="1200" b="1" i="0" u="none" strike="noStrike" kern="1200" cap="none" spc="0" normalizeH="0" baseline="0" noProof="0" dirty="0">
                <a:ln>
                  <a:noFill/>
                </a:ln>
                <a:solidFill>
                  <a:srgbClr val="E61E50"/>
                </a:solidFill>
                <a:effectLst/>
                <a:uLnTx/>
                <a:uFillTx/>
                <a:latin typeface="Verdana"/>
                <a:ea typeface="Verdana"/>
                <a:cs typeface="Verdana"/>
                <a:sym typeface="Verdana"/>
              </a:rPr>
              <a:t> </a:t>
            </a:r>
            <a:r>
              <a:rPr kumimoji="0" lang="en-US" sz="1200" b="1" i="0" u="none" strike="noStrike" kern="1200" cap="none" spc="0" normalizeH="0" baseline="0" noProof="0" dirty="0" err="1">
                <a:ln>
                  <a:noFill/>
                </a:ln>
                <a:solidFill>
                  <a:srgbClr val="E61E50"/>
                </a:solidFill>
                <a:effectLst/>
                <a:uLnTx/>
                <a:uFillTx/>
                <a:latin typeface="Verdana"/>
                <a:ea typeface="Verdana"/>
                <a:cs typeface="Verdana"/>
                <a:sym typeface="Verdana"/>
              </a:rPr>
              <a:t>мужчин</a:t>
            </a:r>
            <a:r>
              <a:rPr kumimoji="0" lang="en-US" sz="1200" b="1" i="0" u="none" strike="noStrike" kern="1200" cap="none" spc="0" normalizeH="0" baseline="0" noProof="0" dirty="0">
                <a:ln>
                  <a:noFill/>
                </a:ln>
                <a:solidFill>
                  <a:srgbClr val="E61E50"/>
                </a:solidFill>
                <a:effectLst/>
                <a:uLnTx/>
                <a:uFillTx/>
                <a:latin typeface="Verdana"/>
                <a:ea typeface="Verdana"/>
                <a:cs typeface="Verdana"/>
                <a:sym typeface="Verdana"/>
              </a:rPr>
              <a:t>, </a:t>
            </a:r>
            <a:r>
              <a:rPr kumimoji="0" lang="en-US" sz="1200" b="1" i="0" u="none" strike="noStrike" kern="1200" cap="none" spc="0" normalizeH="0" baseline="0" noProof="0" dirty="0" err="1">
                <a:ln>
                  <a:noFill/>
                </a:ln>
                <a:solidFill>
                  <a:srgbClr val="E61E50"/>
                </a:solidFill>
                <a:effectLst/>
                <a:uLnTx/>
                <a:uFillTx/>
                <a:latin typeface="Verdana"/>
                <a:ea typeface="Verdana"/>
                <a:cs typeface="Verdana"/>
                <a:sym typeface="Verdana"/>
              </a:rPr>
              <a:t>принимающих</a:t>
            </a:r>
            <a:r>
              <a:rPr kumimoji="0" lang="en-US" sz="1200" b="1" i="0" u="none" strike="noStrike" kern="1200" cap="none" spc="0" normalizeH="0" baseline="0" noProof="0" dirty="0">
                <a:ln>
                  <a:noFill/>
                </a:ln>
                <a:solidFill>
                  <a:srgbClr val="E61E50"/>
                </a:solidFill>
                <a:effectLst/>
                <a:uLnTx/>
                <a:uFillTx/>
                <a:latin typeface="Verdana"/>
                <a:ea typeface="Verdana"/>
                <a:cs typeface="Verdana"/>
                <a:sym typeface="Verdana"/>
              </a:rPr>
              <a:t> </a:t>
            </a:r>
            <a:r>
              <a:rPr kumimoji="0" lang="en-US" sz="1200" b="1" i="0" u="none" strike="noStrike" kern="1200" cap="none" spc="0" normalizeH="0" baseline="0" noProof="0" dirty="0" err="1">
                <a:ln>
                  <a:noFill/>
                </a:ln>
                <a:solidFill>
                  <a:srgbClr val="E61E50"/>
                </a:solidFill>
                <a:effectLst/>
                <a:uLnTx/>
                <a:uFillTx/>
                <a:latin typeface="Verdana"/>
                <a:ea typeface="Verdana"/>
                <a:cs typeface="Verdana"/>
                <a:sym typeface="Verdana"/>
              </a:rPr>
              <a:t>различные</a:t>
            </a:r>
            <a:r>
              <a:rPr kumimoji="0" lang="en-US" sz="1200" b="1" i="0" u="none" strike="noStrike" kern="1200" cap="none" spc="0" normalizeH="0" baseline="0" noProof="0" dirty="0">
                <a:ln>
                  <a:noFill/>
                </a:ln>
                <a:solidFill>
                  <a:srgbClr val="E61E50"/>
                </a:solidFill>
                <a:effectLst/>
                <a:uLnTx/>
                <a:uFillTx/>
                <a:latin typeface="Verdana"/>
                <a:ea typeface="Verdana"/>
                <a:cs typeface="Verdana"/>
                <a:sym typeface="Verdana"/>
              </a:rPr>
              <a:t> </a:t>
            </a:r>
            <a:r>
              <a:rPr kumimoji="0" lang="en-US" sz="1200" b="1" i="0" u="none" strike="noStrike" kern="1200" cap="none" spc="0" normalizeH="0" baseline="0" noProof="0" dirty="0" err="1">
                <a:ln>
                  <a:noFill/>
                </a:ln>
                <a:solidFill>
                  <a:srgbClr val="E61E50"/>
                </a:solidFill>
                <a:effectLst/>
                <a:uLnTx/>
                <a:uFillTx/>
                <a:latin typeface="Verdana"/>
                <a:ea typeface="Verdana"/>
                <a:cs typeface="Verdana"/>
                <a:sym typeface="Verdana"/>
              </a:rPr>
              <a:t>антигипертензивные</a:t>
            </a:r>
            <a:r>
              <a:rPr kumimoji="0" lang="en-US" sz="1200" b="1" i="0" u="none" strike="noStrike" kern="1200" cap="none" spc="0" normalizeH="0" baseline="0" noProof="0" dirty="0">
                <a:ln>
                  <a:noFill/>
                </a:ln>
                <a:solidFill>
                  <a:srgbClr val="E61E50"/>
                </a:solidFill>
                <a:effectLst/>
                <a:uLnTx/>
                <a:uFillTx/>
                <a:latin typeface="Verdana"/>
                <a:ea typeface="Verdana"/>
                <a:cs typeface="Verdana"/>
                <a:sym typeface="Verdana"/>
              </a:rPr>
              <a:t> препараты¹</a:t>
            </a:r>
            <a:endParaRPr kumimoji="0" sz="1200" b="1" i="0" u="none" strike="noStrike" kern="1200" cap="none" spc="0" normalizeH="0" baseline="0" noProof="0" dirty="0">
              <a:ln>
                <a:noFill/>
              </a:ln>
              <a:solidFill>
                <a:srgbClr val="E61E50"/>
              </a:solidFill>
              <a:effectLst/>
              <a:uLnTx/>
              <a:uFillTx/>
              <a:latin typeface="Verdana"/>
              <a:ea typeface="Verdana"/>
              <a:cs typeface="Verdana"/>
              <a:sym typeface="Verdana"/>
            </a:endParaRPr>
          </a:p>
        </p:txBody>
      </p:sp>
      <p:sp>
        <p:nvSpPr>
          <p:cNvPr id="1196" name="Google Shape;1196;p48"/>
          <p:cNvSpPr txBox="1">
            <a:spLocks noGrp="1"/>
          </p:cNvSpPr>
          <p:nvPr>
            <p:ph type="body" idx="2"/>
          </p:nvPr>
        </p:nvSpPr>
        <p:spPr>
          <a:xfrm>
            <a:off x="771180" y="967984"/>
            <a:ext cx="10897800" cy="1114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503192"/>
              </a:buClr>
              <a:buSzPts val="1200"/>
              <a:buNone/>
            </a:pPr>
            <a:r>
              <a:rPr lang="en-US" sz="1400" b="1" dirty="0" err="1">
                <a:solidFill>
                  <a:schemeClr val="tx1">
                    <a:lumMod val="75000"/>
                    <a:lumOff val="25000"/>
                  </a:schemeClr>
                </a:solidFill>
                <a:latin typeface="Calibri" panose="020F0502020204030204" pitchFamily="34" charset="0"/>
                <a:cs typeface="Calibri" panose="020F0502020204030204" pitchFamily="34" charset="0"/>
              </a:rPr>
              <a:t>Бисопролол</a:t>
            </a:r>
            <a:r>
              <a:rPr lang="en-US" sz="1400" b="1" dirty="0">
                <a:solidFill>
                  <a:schemeClr val="tx1">
                    <a:lumMod val="75000"/>
                    <a:lumOff val="25000"/>
                  </a:schemeClr>
                </a:solidFill>
                <a:latin typeface="Calibri" panose="020F0502020204030204" pitchFamily="34" charset="0"/>
                <a:cs typeface="Calibri" panose="020F0502020204030204" pitchFamily="34" charset="0"/>
              </a:rPr>
              <a:t> </a:t>
            </a:r>
            <a:r>
              <a:rPr lang="en-US" sz="1400" b="1" dirty="0" err="1">
                <a:solidFill>
                  <a:schemeClr val="tx1">
                    <a:lumMod val="75000"/>
                    <a:lumOff val="25000"/>
                  </a:schemeClr>
                </a:solidFill>
                <a:latin typeface="Calibri" panose="020F0502020204030204" pitchFamily="34" charset="0"/>
                <a:cs typeface="Calibri" panose="020F0502020204030204" pitchFamily="34" charset="0"/>
              </a:rPr>
              <a:t>фумарат</a:t>
            </a:r>
            <a:r>
              <a:rPr lang="en-US" sz="1400" b="1" dirty="0">
                <a:solidFill>
                  <a:schemeClr val="tx1">
                    <a:lumMod val="75000"/>
                    <a:lumOff val="25000"/>
                  </a:schemeClr>
                </a:solidFill>
                <a:latin typeface="Calibri" panose="020F0502020204030204" pitchFamily="34" charset="0"/>
                <a:cs typeface="Calibri" panose="020F0502020204030204" pitchFamily="34" charset="0"/>
              </a:rPr>
              <a:t> и </a:t>
            </a:r>
            <a:r>
              <a:rPr lang="en-US" sz="1400" b="1" dirty="0" err="1">
                <a:solidFill>
                  <a:schemeClr val="tx1">
                    <a:lumMod val="75000"/>
                    <a:lumOff val="25000"/>
                  </a:schemeClr>
                </a:solidFill>
                <a:latin typeface="Calibri" panose="020F0502020204030204" pitchFamily="34" charset="0"/>
                <a:cs typeface="Calibri" panose="020F0502020204030204" pitchFamily="34" charset="0"/>
              </a:rPr>
              <a:t>эректильная</a:t>
            </a:r>
            <a:r>
              <a:rPr lang="en-US" sz="1400" b="1" dirty="0">
                <a:solidFill>
                  <a:schemeClr val="tx1">
                    <a:lumMod val="75000"/>
                    <a:lumOff val="25000"/>
                  </a:schemeClr>
                </a:solidFill>
                <a:latin typeface="Calibri" panose="020F0502020204030204" pitchFamily="34" charset="0"/>
                <a:cs typeface="Calibri" panose="020F0502020204030204" pitchFamily="34" charset="0"/>
              </a:rPr>
              <a:t> </a:t>
            </a:r>
            <a:r>
              <a:rPr lang="en-US" sz="1400" b="1" dirty="0" err="1">
                <a:solidFill>
                  <a:schemeClr val="tx1">
                    <a:lumMod val="75000"/>
                    <a:lumOff val="25000"/>
                  </a:schemeClr>
                </a:solidFill>
                <a:latin typeface="Calibri" panose="020F0502020204030204" pitchFamily="34" charset="0"/>
                <a:cs typeface="Calibri" panose="020F0502020204030204" pitchFamily="34" charset="0"/>
              </a:rPr>
              <a:t>дисфункция</a:t>
            </a:r>
            <a:r>
              <a:rPr lang="en-US" sz="1400" b="1" dirty="0">
                <a:solidFill>
                  <a:schemeClr val="tx1">
                    <a:lumMod val="75000"/>
                    <a:lumOff val="25000"/>
                  </a:schemeClr>
                </a:solidFill>
                <a:latin typeface="Calibri" panose="020F0502020204030204" pitchFamily="34" charset="0"/>
                <a:cs typeface="Calibri" panose="020F0502020204030204" pitchFamily="34" charset="0"/>
              </a:rPr>
              <a:t> — </a:t>
            </a:r>
            <a:r>
              <a:rPr lang="en-US" sz="1400" b="1" dirty="0" err="1">
                <a:solidFill>
                  <a:schemeClr val="tx1">
                    <a:lumMod val="75000"/>
                    <a:lumOff val="25000"/>
                  </a:schemeClr>
                </a:solidFill>
                <a:latin typeface="Calibri" panose="020F0502020204030204" pitchFamily="34" charset="0"/>
                <a:cs typeface="Calibri" panose="020F0502020204030204" pitchFamily="34" charset="0"/>
              </a:rPr>
              <a:t>исследование</a:t>
            </a:r>
            <a:r>
              <a:rPr lang="en-US" sz="1400" b="1" dirty="0">
                <a:solidFill>
                  <a:schemeClr val="tx1">
                    <a:lumMod val="75000"/>
                    <a:lumOff val="25000"/>
                  </a:schemeClr>
                </a:solidFill>
                <a:latin typeface="Calibri" panose="020F0502020204030204" pitchFamily="34" charset="0"/>
                <a:cs typeface="Calibri" panose="020F0502020204030204" pitchFamily="34" charset="0"/>
              </a:rPr>
              <a:t> IV </a:t>
            </a:r>
            <a:r>
              <a:rPr lang="en-US" sz="1400" b="1" dirty="0" err="1">
                <a:solidFill>
                  <a:schemeClr val="tx1">
                    <a:lumMod val="75000"/>
                    <a:lumOff val="25000"/>
                  </a:schemeClr>
                </a:solidFill>
                <a:latin typeface="Calibri" panose="020F0502020204030204" pitchFamily="34" charset="0"/>
                <a:cs typeface="Calibri" panose="020F0502020204030204" pitchFamily="34" charset="0"/>
              </a:rPr>
              <a:t>фазы</a:t>
            </a:r>
            <a:r>
              <a:rPr lang="en-US" sz="1400" b="1" dirty="0">
                <a:solidFill>
                  <a:schemeClr val="tx1">
                    <a:lumMod val="75000"/>
                    <a:lumOff val="25000"/>
                  </a:schemeClr>
                </a:solidFill>
                <a:latin typeface="Calibri" panose="020F0502020204030204" pitchFamily="34" charset="0"/>
                <a:cs typeface="Calibri" panose="020F0502020204030204" pitchFamily="34" charset="0"/>
              </a:rPr>
              <a:t> </a:t>
            </a:r>
            <a:r>
              <a:rPr lang="en-US" sz="1400" b="1" dirty="0" err="1">
                <a:solidFill>
                  <a:schemeClr val="tx1">
                    <a:lumMod val="75000"/>
                    <a:lumOff val="25000"/>
                  </a:schemeClr>
                </a:solidFill>
                <a:latin typeface="Calibri" panose="020F0502020204030204" pitchFamily="34" charset="0"/>
                <a:cs typeface="Calibri" panose="020F0502020204030204" pitchFamily="34" charset="0"/>
              </a:rPr>
              <a:t>на</a:t>
            </a:r>
            <a:r>
              <a:rPr lang="en-US" sz="1400" b="1" dirty="0">
                <a:solidFill>
                  <a:schemeClr val="tx1">
                    <a:lumMod val="75000"/>
                    <a:lumOff val="25000"/>
                  </a:schemeClr>
                </a:solidFill>
                <a:latin typeface="Calibri" panose="020F0502020204030204" pitchFamily="34" charset="0"/>
                <a:cs typeface="Calibri" panose="020F0502020204030204" pitchFamily="34" charset="0"/>
              </a:rPr>
              <a:t> </a:t>
            </a:r>
            <a:r>
              <a:rPr lang="en-US" sz="1400" b="1" dirty="0" err="1">
                <a:solidFill>
                  <a:schemeClr val="tx1">
                    <a:lumMod val="75000"/>
                    <a:lumOff val="25000"/>
                  </a:schemeClr>
                </a:solidFill>
                <a:latin typeface="Calibri" panose="020F0502020204030204" pitchFamily="34" charset="0"/>
                <a:cs typeface="Calibri" panose="020F0502020204030204" pitchFamily="34" charset="0"/>
              </a:rPr>
              <a:t>основе</a:t>
            </a:r>
            <a:r>
              <a:rPr lang="en-US" sz="1400" b="1" dirty="0">
                <a:solidFill>
                  <a:schemeClr val="tx1">
                    <a:lumMod val="75000"/>
                    <a:lumOff val="25000"/>
                  </a:schemeClr>
                </a:solidFill>
                <a:latin typeface="Calibri" panose="020F0502020204030204" pitchFamily="34" charset="0"/>
                <a:cs typeface="Calibri" panose="020F0502020204030204" pitchFamily="34" charset="0"/>
              </a:rPr>
              <a:t> </a:t>
            </a:r>
            <a:r>
              <a:rPr lang="en-US" sz="1400" b="1" dirty="0" err="1">
                <a:solidFill>
                  <a:schemeClr val="tx1">
                    <a:lumMod val="75000"/>
                    <a:lumOff val="25000"/>
                  </a:schemeClr>
                </a:solidFill>
                <a:latin typeface="Calibri" panose="020F0502020204030204" pitchFamily="34" charset="0"/>
                <a:cs typeface="Calibri" panose="020F0502020204030204" pitchFamily="34" charset="0"/>
              </a:rPr>
              <a:t>данных</a:t>
            </a:r>
            <a:r>
              <a:rPr lang="en-US" sz="1400" b="1" dirty="0">
                <a:solidFill>
                  <a:schemeClr val="tx1">
                    <a:lumMod val="75000"/>
                    <a:lumOff val="25000"/>
                  </a:schemeClr>
                </a:solidFill>
                <a:latin typeface="Calibri" panose="020F0502020204030204" pitchFamily="34" charset="0"/>
                <a:cs typeface="Calibri" panose="020F0502020204030204" pitchFamily="34" charset="0"/>
              </a:rPr>
              <a:t> FDA</a:t>
            </a:r>
            <a:endParaRPr sz="2000" dirty="0">
              <a:solidFill>
                <a:schemeClr val="tx1">
                  <a:lumMod val="75000"/>
                  <a:lumOff val="25000"/>
                </a:schemeClr>
              </a:solidFill>
              <a:latin typeface="Calibri" panose="020F0502020204030204" pitchFamily="34" charset="0"/>
              <a:cs typeface="Calibri" panose="020F0502020204030204" pitchFamily="34" charset="0"/>
            </a:endParaRPr>
          </a:p>
          <a:p>
            <a:pPr marL="0" lvl="0" indent="0" algn="l" rtl="0">
              <a:lnSpc>
                <a:spcPct val="100000"/>
              </a:lnSpc>
              <a:spcBef>
                <a:spcPts val="0"/>
              </a:spcBef>
              <a:spcAft>
                <a:spcPts val="0"/>
              </a:spcAft>
              <a:buClr>
                <a:srgbClr val="503192"/>
              </a:buClr>
              <a:buSzPts val="900"/>
              <a:buNone/>
            </a:pPr>
            <a:r>
              <a:rPr lang="en-US" sz="1000" dirty="0" err="1">
                <a:solidFill>
                  <a:schemeClr val="tx1">
                    <a:lumMod val="75000"/>
                    <a:lumOff val="25000"/>
                  </a:schemeClr>
                </a:solidFill>
                <a:latin typeface="Calibri" panose="020F0502020204030204" pitchFamily="34" charset="0"/>
                <a:cs typeface="Calibri" panose="020F0502020204030204" pitchFamily="34" charset="0"/>
              </a:rPr>
              <a:t>Эректильная</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дисфункция</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выявляется</a:t>
            </a:r>
            <a:r>
              <a:rPr lang="en-US" sz="1000" dirty="0">
                <a:solidFill>
                  <a:schemeClr val="tx1">
                    <a:lumMod val="75000"/>
                    <a:lumOff val="25000"/>
                  </a:schemeClr>
                </a:solidFill>
                <a:latin typeface="Calibri" panose="020F0502020204030204" pitchFamily="34" charset="0"/>
                <a:cs typeface="Calibri" panose="020F0502020204030204" pitchFamily="34" charset="0"/>
              </a:rPr>
              <a:t> у </a:t>
            </a:r>
            <a:r>
              <a:rPr lang="en-US" sz="1000" dirty="0" err="1">
                <a:solidFill>
                  <a:schemeClr val="tx1">
                    <a:lumMod val="75000"/>
                    <a:lumOff val="25000"/>
                  </a:schemeClr>
                </a:solidFill>
                <a:latin typeface="Calibri" panose="020F0502020204030204" pitchFamily="34" charset="0"/>
                <a:cs typeface="Calibri" panose="020F0502020204030204" pitchFamily="34" charset="0"/>
              </a:rPr>
              <a:t>людей</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принимающих</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бисопролол</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фумарат</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особенно</a:t>
            </a:r>
            <a:r>
              <a:rPr lang="en-US" sz="1000" dirty="0">
                <a:solidFill>
                  <a:schemeClr val="tx1">
                    <a:lumMod val="75000"/>
                    <a:lumOff val="25000"/>
                  </a:schemeClr>
                </a:solidFill>
                <a:latin typeface="Calibri" panose="020F0502020204030204" pitchFamily="34" charset="0"/>
                <a:cs typeface="Calibri" panose="020F0502020204030204" pitchFamily="34" charset="0"/>
              </a:rPr>
              <a:t> у </a:t>
            </a:r>
            <a:r>
              <a:rPr lang="en-US" sz="1000" dirty="0" err="1">
                <a:solidFill>
                  <a:schemeClr val="tx1">
                    <a:lumMod val="75000"/>
                    <a:lumOff val="25000"/>
                  </a:schemeClr>
                </a:solidFill>
                <a:latin typeface="Calibri" panose="020F0502020204030204" pitchFamily="34" charset="0"/>
                <a:cs typeface="Calibri" panose="020F0502020204030204" pitchFamily="34" charset="0"/>
              </a:rPr>
              <a:t>лиц</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старше</a:t>
            </a:r>
            <a:r>
              <a:rPr lang="en-US" sz="1000" dirty="0">
                <a:solidFill>
                  <a:schemeClr val="tx1">
                    <a:lumMod val="75000"/>
                    <a:lumOff val="25000"/>
                  </a:schemeClr>
                </a:solidFill>
                <a:latin typeface="Calibri" panose="020F0502020204030204" pitchFamily="34" charset="0"/>
                <a:cs typeface="Calibri" panose="020F0502020204030204" pitchFamily="34" charset="0"/>
              </a:rPr>
              <a:t> 60 </a:t>
            </a:r>
            <a:r>
              <a:rPr lang="en-US" sz="1000" dirty="0" err="1">
                <a:solidFill>
                  <a:schemeClr val="tx1">
                    <a:lumMod val="75000"/>
                    <a:lumOff val="25000"/>
                  </a:schemeClr>
                </a:solidFill>
                <a:latin typeface="Calibri" panose="020F0502020204030204" pitchFamily="34" charset="0"/>
                <a:cs typeface="Calibri" panose="020F0502020204030204" pitchFamily="34" charset="0"/>
              </a:rPr>
              <a:t>лет</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которые</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принимают</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препарат</a:t>
            </a:r>
            <a:r>
              <a:rPr lang="en-US" sz="1000" dirty="0">
                <a:solidFill>
                  <a:schemeClr val="tx1">
                    <a:lumMod val="75000"/>
                    <a:lumOff val="25000"/>
                  </a:schemeClr>
                </a:solidFill>
                <a:latin typeface="Calibri" panose="020F0502020204030204" pitchFamily="34" charset="0"/>
                <a:cs typeface="Calibri" panose="020F0502020204030204" pitchFamily="34" charset="0"/>
              </a:rPr>
              <a:t> в </a:t>
            </a:r>
            <a:r>
              <a:rPr lang="en-US" sz="1000" dirty="0" err="1">
                <a:solidFill>
                  <a:schemeClr val="tx1">
                    <a:lumMod val="75000"/>
                    <a:lumOff val="25000"/>
                  </a:schemeClr>
                </a:solidFill>
                <a:latin typeface="Calibri" panose="020F0502020204030204" pitchFamily="34" charset="0"/>
                <a:cs typeface="Calibri" panose="020F0502020204030204" pitchFamily="34" charset="0"/>
              </a:rPr>
              <a:t>течение</a:t>
            </a:r>
            <a:r>
              <a:rPr lang="en-US" sz="1000" dirty="0">
                <a:solidFill>
                  <a:schemeClr val="tx1">
                    <a:lumMod val="75000"/>
                    <a:lumOff val="25000"/>
                  </a:schemeClr>
                </a:solidFill>
                <a:latin typeface="Calibri" panose="020F0502020204030204" pitchFamily="34" charset="0"/>
                <a:cs typeface="Calibri" panose="020F0502020204030204" pitchFamily="34" charset="0"/>
              </a:rPr>
              <a:t> 1–6 </a:t>
            </a:r>
            <a:r>
              <a:rPr lang="en-US" sz="1000" dirty="0" err="1">
                <a:solidFill>
                  <a:schemeClr val="tx1">
                    <a:lumMod val="75000"/>
                    <a:lumOff val="25000"/>
                  </a:schemeClr>
                </a:solidFill>
                <a:latin typeface="Calibri" panose="020F0502020204030204" pitchFamily="34" charset="0"/>
                <a:cs typeface="Calibri" panose="020F0502020204030204" pitchFamily="34" charset="0"/>
              </a:rPr>
              <a:t>месяцев</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endParaRPr lang="ru-RU" sz="1000" dirty="0">
              <a:solidFill>
                <a:schemeClr val="tx1">
                  <a:lumMod val="75000"/>
                  <a:lumOff val="25000"/>
                </a:schemeClr>
              </a:solidFill>
              <a:latin typeface="Calibri" panose="020F0502020204030204" pitchFamily="34" charset="0"/>
              <a:cs typeface="Calibri" panose="020F0502020204030204" pitchFamily="34" charset="0"/>
            </a:endParaRPr>
          </a:p>
          <a:p>
            <a:pPr marL="0" lvl="0" indent="0" algn="l" rtl="0">
              <a:lnSpc>
                <a:spcPct val="100000"/>
              </a:lnSpc>
              <a:spcBef>
                <a:spcPts val="0"/>
              </a:spcBef>
              <a:spcAft>
                <a:spcPts val="0"/>
              </a:spcAft>
              <a:buClr>
                <a:srgbClr val="503192"/>
              </a:buClr>
              <a:buSzPts val="900"/>
              <a:buNone/>
            </a:pPr>
            <a:r>
              <a:rPr lang="en-US" sz="1000" dirty="0" err="1">
                <a:solidFill>
                  <a:schemeClr val="tx1">
                    <a:lumMod val="75000"/>
                    <a:lumOff val="25000"/>
                  </a:schemeClr>
                </a:solidFill>
                <a:latin typeface="Calibri" panose="020F0502020204030204" pitchFamily="34" charset="0"/>
                <a:cs typeface="Calibri" panose="020F0502020204030204" pitchFamily="34" charset="0"/>
              </a:rPr>
              <a:t>Исследование</a:t>
            </a:r>
            <a:r>
              <a:rPr lang="en-US" sz="1000" dirty="0">
                <a:solidFill>
                  <a:schemeClr val="tx1">
                    <a:lumMod val="75000"/>
                    <a:lumOff val="25000"/>
                  </a:schemeClr>
                </a:solidFill>
                <a:latin typeface="Calibri" panose="020F0502020204030204" pitchFamily="34" charset="0"/>
                <a:cs typeface="Calibri" panose="020F0502020204030204" pitchFamily="34" charset="0"/>
              </a:rPr>
              <a:t> IV </a:t>
            </a:r>
            <a:r>
              <a:rPr lang="en-US" sz="1000" dirty="0" err="1">
                <a:solidFill>
                  <a:schemeClr val="tx1">
                    <a:lumMod val="75000"/>
                    <a:lumOff val="25000"/>
                  </a:schemeClr>
                </a:solidFill>
                <a:latin typeface="Calibri" panose="020F0502020204030204" pitchFamily="34" charset="0"/>
                <a:cs typeface="Calibri" panose="020F0502020204030204" pitchFamily="34" charset="0"/>
              </a:rPr>
              <a:t>фазы</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анализирует</a:t>
            </a:r>
            <a:r>
              <a:rPr lang="en-US" sz="1000" dirty="0">
                <a:solidFill>
                  <a:schemeClr val="tx1">
                    <a:lumMod val="75000"/>
                    <a:lumOff val="25000"/>
                  </a:schemeClr>
                </a:solidFill>
                <a:latin typeface="Calibri" panose="020F0502020204030204" pitchFamily="34" charset="0"/>
                <a:cs typeface="Calibri" panose="020F0502020204030204" pitchFamily="34" charset="0"/>
              </a:rPr>
              <a:t>, у </a:t>
            </a:r>
            <a:r>
              <a:rPr lang="en-US" sz="1000" dirty="0" err="1">
                <a:solidFill>
                  <a:schemeClr val="tx1">
                    <a:lumMod val="75000"/>
                    <a:lumOff val="25000"/>
                  </a:schemeClr>
                </a:solidFill>
                <a:latin typeface="Calibri" panose="020F0502020204030204" pitchFamily="34" charset="0"/>
                <a:cs typeface="Calibri" panose="020F0502020204030204" pitchFamily="34" charset="0"/>
              </a:rPr>
              <a:t>каких</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людей</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принимающих</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бисопролол</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фумарат</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возникает</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эректильная</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дисфункция</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endParaRPr lang="ru-RU" sz="1000" dirty="0">
              <a:solidFill>
                <a:schemeClr val="tx1">
                  <a:lumMod val="75000"/>
                  <a:lumOff val="25000"/>
                </a:schemeClr>
              </a:solidFill>
              <a:latin typeface="Calibri" panose="020F0502020204030204" pitchFamily="34" charset="0"/>
              <a:cs typeface="Calibri" panose="020F0502020204030204" pitchFamily="34" charset="0"/>
            </a:endParaRPr>
          </a:p>
          <a:p>
            <a:pPr marL="0" lvl="0" indent="0" algn="l" rtl="0">
              <a:lnSpc>
                <a:spcPct val="100000"/>
              </a:lnSpc>
              <a:spcBef>
                <a:spcPts val="0"/>
              </a:spcBef>
              <a:spcAft>
                <a:spcPts val="0"/>
              </a:spcAft>
              <a:buClr>
                <a:srgbClr val="503192"/>
              </a:buClr>
              <a:buSzPts val="900"/>
              <a:buNone/>
            </a:pPr>
            <a:r>
              <a:rPr lang="en-US" sz="1000" dirty="0" err="1">
                <a:solidFill>
                  <a:schemeClr val="tx1">
                    <a:lumMod val="75000"/>
                    <a:lumOff val="25000"/>
                  </a:schemeClr>
                </a:solidFill>
                <a:latin typeface="Calibri" panose="020F0502020204030204" pitchFamily="34" charset="0"/>
                <a:cs typeface="Calibri" panose="020F0502020204030204" pitchFamily="34" charset="0"/>
              </a:rPr>
              <a:t>Оно</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создано</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eHealthMe</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на</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основе</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отчетов</a:t>
            </a:r>
            <a:r>
              <a:rPr lang="en-US" sz="1000" dirty="0">
                <a:solidFill>
                  <a:schemeClr val="tx1">
                    <a:lumMod val="75000"/>
                    <a:lumOff val="25000"/>
                  </a:schemeClr>
                </a:solidFill>
                <a:latin typeface="Calibri" panose="020F0502020204030204" pitchFamily="34" charset="0"/>
                <a:cs typeface="Calibri" panose="020F0502020204030204" pitchFamily="34" charset="0"/>
              </a:rPr>
              <a:t> 31 059 </a:t>
            </a:r>
            <a:r>
              <a:rPr lang="en-US" sz="1000" dirty="0" err="1">
                <a:solidFill>
                  <a:schemeClr val="tx1">
                    <a:lumMod val="75000"/>
                    <a:lumOff val="25000"/>
                  </a:schemeClr>
                </a:solidFill>
                <a:latin typeface="Calibri" panose="020F0502020204030204" pitchFamily="34" charset="0"/>
                <a:cs typeface="Calibri" panose="020F0502020204030204" pitchFamily="34" charset="0"/>
              </a:rPr>
              <a:t>человек</a:t>
            </a:r>
            <a:r>
              <a:rPr lang="en-US" sz="1000" dirty="0">
                <a:solidFill>
                  <a:schemeClr val="tx1">
                    <a:lumMod val="75000"/>
                    <a:lumOff val="25000"/>
                  </a:schemeClr>
                </a:solidFill>
                <a:latin typeface="Calibri" panose="020F0502020204030204" pitchFamily="34" charset="0"/>
                <a:cs typeface="Calibri" panose="020F0502020204030204" pitchFamily="34" charset="0"/>
              </a:rPr>
              <a:t>, у </a:t>
            </a:r>
            <a:r>
              <a:rPr lang="en-US" sz="1000" dirty="0" err="1">
                <a:solidFill>
                  <a:schemeClr val="tx1">
                    <a:lumMod val="75000"/>
                    <a:lumOff val="25000"/>
                  </a:schemeClr>
                </a:solidFill>
                <a:latin typeface="Calibri" panose="020F0502020204030204" pitchFamily="34" charset="0"/>
                <a:cs typeface="Calibri" panose="020F0502020204030204" pitchFamily="34" charset="0"/>
              </a:rPr>
              <a:t>которых</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были</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зарегистрированы</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побочные</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эффекты</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при</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приеме</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бисопролола</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предоставленных</a:t>
            </a:r>
            <a:r>
              <a:rPr lang="en-US" sz="1000" dirty="0">
                <a:solidFill>
                  <a:schemeClr val="tx1">
                    <a:lumMod val="75000"/>
                    <a:lumOff val="25000"/>
                  </a:schemeClr>
                </a:solidFill>
                <a:latin typeface="Calibri" panose="020F0502020204030204" pitchFamily="34" charset="0"/>
                <a:cs typeface="Calibri" panose="020F0502020204030204" pitchFamily="34" charset="0"/>
              </a:rPr>
              <a:t> FDA, и </a:t>
            </a:r>
            <a:r>
              <a:rPr lang="en-US" sz="1000" dirty="0" err="1">
                <a:solidFill>
                  <a:schemeClr val="tx1">
                    <a:lumMod val="75000"/>
                    <a:lumOff val="25000"/>
                  </a:schemeClr>
                </a:solidFill>
                <a:latin typeface="Calibri" panose="020F0502020204030204" pitchFamily="34" charset="0"/>
                <a:cs typeface="Calibri" panose="020F0502020204030204" pitchFamily="34" charset="0"/>
              </a:rPr>
              <a:t>регулярно</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обновляется</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Вы</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можете</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использовать</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результаты</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исследования</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как</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дополнительное</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мнение</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для</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принятия</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решений</a:t>
            </a:r>
            <a:r>
              <a:rPr lang="en-US" sz="1000" dirty="0">
                <a:solidFill>
                  <a:schemeClr val="tx1">
                    <a:lumMod val="75000"/>
                    <a:lumOff val="25000"/>
                  </a:schemeClr>
                </a:solidFill>
                <a:latin typeface="Calibri" panose="020F0502020204030204" pitchFamily="34" charset="0"/>
                <a:cs typeface="Calibri" panose="020F0502020204030204" pitchFamily="34" charset="0"/>
              </a:rPr>
              <a:t> о </a:t>
            </a:r>
            <a:r>
              <a:rPr lang="en-US" sz="1000" dirty="0" err="1">
                <a:solidFill>
                  <a:schemeClr val="tx1">
                    <a:lumMod val="75000"/>
                    <a:lumOff val="25000"/>
                  </a:schemeClr>
                </a:solidFill>
                <a:latin typeface="Calibri" panose="020F0502020204030204" pitchFamily="34" charset="0"/>
                <a:cs typeface="Calibri" panose="020F0502020204030204" pitchFamily="34" charset="0"/>
              </a:rPr>
              <a:t>здоровье</a:t>
            </a:r>
            <a:r>
              <a:rPr lang="ru-RU"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Наши</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оригинальные</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исследования</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были</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упомянуты</a:t>
            </a:r>
            <a:r>
              <a:rPr lang="en-US" sz="1000" dirty="0">
                <a:solidFill>
                  <a:schemeClr val="tx1">
                    <a:lumMod val="75000"/>
                    <a:lumOff val="25000"/>
                  </a:schemeClr>
                </a:solidFill>
                <a:latin typeface="Calibri" panose="020F0502020204030204" pitchFamily="34" charset="0"/>
                <a:cs typeface="Calibri" panose="020F0502020204030204" pitchFamily="34" charset="0"/>
              </a:rPr>
              <a:t> в </a:t>
            </a:r>
            <a:r>
              <a:rPr lang="en-US" sz="1000" dirty="0" err="1">
                <a:solidFill>
                  <a:schemeClr val="tx1">
                    <a:lumMod val="75000"/>
                    <a:lumOff val="25000"/>
                  </a:schemeClr>
                </a:solidFill>
                <a:latin typeface="Calibri" panose="020F0502020204030204" pitchFamily="34" charset="0"/>
                <a:cs typeface="Calibri" panose="020F0502020204030204" pitchFamily="34" charset="0"/>
              </a:rPr>
              <a:t>более</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чем</a:t>
            </a:r>
            <a:r>
              <a:rPr lang="en-US" sz="1000" dirty="0">
                <a:solidFill>
                  <a:schemeClr val="tx1">
                    <a:lumMod val="75000"/>
                    <a:lumOff val="25000"/>
                  </a:schemeClr>
                </a:solidFill>
                <a:latin typeface="Calibri" panose="020F0502020204030204" pitchFamily="34" charset="0"/>
                <a:cs typeface="Calibri" panose="020F0502020204030204" pitchFamily="34" charset="0"/>
              </a:rPr>
              <a:t> 600 </a:t>
            </a:r>
            <a:r>
              <a:rPr lang="en-US" sz="1000" dirty="0" err="1">
                <a:solidFill>
                  <a:schemeClr val="tx1">
                    <a:lumMod val="75000"/>
                    <a:lumOff val="25000"/>
                  </a:schemeClr>
                </a:solidFill>
                <a:latin typeface="Calibri" panose="020F0502020204030204" pitchFamily="34" charset="0"/>
                <a:cs typeface="Calibri" panose="020F0502020204030204" pitchFamily="34" charset="0"/>
              </a:rPr>
              <a:t>медицинских</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публикациях</a:t>
            </a:r>
            <a:r>
              <a:rPr lang="en-US" sz="1000" dirty="0">
                <a:solidFill>
                  <a:schemeClr val="tx1">
                    <a:lumMod val="75000"/>
                    <a:lumOff val="25000"/>
                  </a:schemeClr>
                </a:solidFill>
                <a:latin typeface="Calibri" panose="020F0502020204030204" pitchFamily="34" charset="0"/>
                <a:cs typeface="Calibri" panose="020F0502020204030204" pitchFamily="34" charset="0"/>
              </a:rPr>
              <a:t>, </a:t>
            </a:r>
            <a:r>
              <a:rPr lang="en-US" sz="1000" dirty="0" err="1">
                <a:solidFill>
                  <a:schemeClr val="tx1">
                    <a:lumMod val="75000"/>
                    <a:lumOff val="25000"/>
                  </a:schemeClr>
                </a:solidFill>
                <a:latin typeface="Calibri" panose="020F0502020204030204" pitchFamily="34" charset="0"/>
                <a:cs typeface="Calibri" panose="020F0502020204030204" pitchFamily="34" charset="0"/>
              </a:rPr>
              <a:t>включая</a:t>
            </a:r>
            <a:r>
              <a:rPr lang="en-US" sz="1000" dirty="0">
                <a:solidFill>
                  <a:schemeClr val="tx1">
                    <a:lumMod val="75000"/>
                    <a:lumOff val="25000"/>
                  </a:schemeClr>
                </a:solidFill>
                <a:latin typeface="Calibri" panose="020F0502020204030204" pitchFamily="34" charset="0"/>
                <a:cs typeface="Calibri" panose="020F0502020204030204" pitchFamily="34" charset="0"/>
              </a:rPr>
              <a:t> The Lancet, Mayo Clinic Proceedings и Nature.</a:t>
            </a:r>
            <a:endParaRPr sz="1000"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1197" name="Google Shape;1197;p48"/>
          <p:cNvSpPr/>
          <p:nvPr/>
        </p:nvSpPr>
        <p:spPr>
          <a:xfrm rot="-5400000">
            <a:off x="-713489" y="4132274"/>
            <a:ext cx="3261533" cy="338554"/>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120828"/>
              </a:buClr>
              <a:buSzPts val="1100"/>
              <a:buFont typeface="Arial"/>
              <a:buNone/>
              <a:tabLst/>
              <a:defRPr/>
            </a:pPr>
            <a:r>
              <a:rPr kumimoji="0" lang="en-US" sz="1000" b="0" i="0" u="none" strike="noStrike" kern="1200" cap="none" spc="0" normalizeH="0" baseline="0" noProof="0" dirty="0" err="1">
                <a:ln>
                  <a:noFill/>
                </a:ln>
                <a:solidFill>
                  <a:srgbClr val="265374">
                    <a:lumMod val="75000"/>
                    <a:lumOff val="25000"/>
                  </a:srgbClr>
                </a:solidFill>
                <a:effectLst/>
                <a:uLnTx/>
                <a:uFillTx/>
                <a:latin typeface="Calibri" panose="020F0502020204030204" pitchFamily="34" charset="0"/>
                <a:ea typeface="Verdana"/>
                <a:cs typeface="Calibri" panose="020F0502020204030204" pitchFamily="34" charset="0"/>
                <a:sym typeface="Verdana"/>
              </a:rPr>
              <a:t>Распространенность</a:t>
            </a:r>
            <a:r>
              <a:rPr kumimoji="0" lang="en-US" sz="1000" b="0" i="0" u="none" strike="noStrike" kern="1200" cap="none" spc="0" normalizeH="0" baseline="0" noProof="0" dirty="0">
                <a:ln>
                  <a:noFill/>
                </a:ln>
                <a:solidFill>
                  <a:srgbClr val="265374">
                    <a:lumMod val="75000"/>
                    <a:lumOff val="25000"/>
                  </a:srgbClr>
                </a:solidFill>
                <a:effectLst/>
                <a:uLnTx/>
                <a:uFillTx/>
                <a:latin typeface="Calibri" panose="020F0502020204030204" pitchFamily="34" charset="0"/>
                <a:ea typeface="Verdana"/>
                <a:cs typeface="Calibri" panose="020F0502020204030204" pitchFamily="34" charset="0"/>
                <a:sym typeface="Verdana"/>
              </a:rPr>
              <a:t> </a:t>
            </a:r>
            <a:r>
              <a:rPr kumimoji="0" lang="en-US" sz="1000" b="0" i="0" u="none" strike="noStrike" kern="1200" cap="none" spc="0" normalizeH="0" baseline="0" noProof="0" dirty="0" err="1">
                <a:ln>
                  <a:noFill/>
                </a:ln>
                <a:solidFill>
                  <a:srgbClr val="265374">
                    <a:lumMod val="75000"/>
                    <a:lumOff val="25000"/>
                  </a:srgbClr>
                </a:solidFill>
                <a:effectLst/>
                <a:uLnTx/>
                <a:uFillTx/>
                <a:latin typeface="Calibri" panose="020F0502020204030204" pitchFamily="34" charset="0"/>
                <a:ea typeface="Verdana"/>
                <a:cs typeface="Calibri" panose="020F0502020204030204" pitchFamily="34" charset="0"/>
                <a:sym typeface="Verdana"/>
              </a:rPr>
              <a:t>общей</a:t>
            </a:r>
            <a:r>
              <a:rPr kumimoji="0" lang="en-US" sz="1000" b="0" i="0" u="none" strike="noStrike" kern="1200" cap="none" spc="0" normalizeH="0" baseline="0" noProof="0" dirty="0">
                <a:ln>
                  <a:noFill/>
                </a:ln>
                <a:solidFill>
                  <a:srgbClr val="265374">
                    <a:lumMod val="75000"/>
                    <a:lumOff val="25000"/>
                  </a:srgbClr>
                </a:solidFill>
                <a:effectLst/>
                <a:uLnTx/>
                <a:uFillTx/>
                <a:latin typeface="Calibri" panose="020F0502020204030204" pitchFamily="34" charset="0"/>
                <a:ea typeface="Verdana"/>
                <a:cs typeface="Calibri" panose="020F0502020204030204" pitchFamily="34" charset="0"/>
                <a:sym typeface="Verdana"/>
              </a:rPr>
              <a:t> </a:t>
            </a:r>
            <a:r>
              <a:rPr kumimoji="0" lang="en-US" sz="1000" b="0" i="0" u="none" strike="noStrike" kern="1200" cap="none" spc="0" normalizeH="0" baseline="0" noProof="0" dirty="0" err="1">
                <a:ln>
                  <a:noFill/>
                </a:ln>
                <a:solidFill>
                  <a:srgbClr val="265374">
                    <a:lumMod val="75000"/>
                    <a:lumOff val="25000"/>
                  </a:srgbClr>
                </a:solidFill>
                <a:effectLst/>
                <a:uLnTx/>
                <a:uFillTx/>
                <a:latin typeface="Calibri" panose="020F0502020204030204" pitchFamily="34" charset="0"/>
                <a:ea typeface="Verdana"/>
                <a:cs typeface="Calibri" panose="020F0502020204030204" pitchFamily="34" charset="0"/>
                <a:sym typeface="Verdana"/>
              </a:rPr>
              <a:t>сексуальной</a:t>
            </a:r>
            <a:r>
              <a:rPr kumimoji="0" lang="en-US" sz="1000" b="0" i="0" u="none" strike="noStrike" kern="1200" cap="none" spc="0" normalizeH="0" baseline="0" noProof="0" dirty="0">
                <a:ln>
                  <a:noFill/>
                </a:ln>
                <a:solidFill>
                  <a:srgbClr val="265374">
                    <a:lumMod val="75000"/>
                    <a:lumOff val="25000"/>
                  </a:srgbClr>
                </a:solidFill>
                <a:effectLst/>
                <a:uLnTx/>
                <a:uFillTx/>
                <a:latin typeface="Calibri" panose="020F0502020204030204" pitchFamily="34" charset="0"/>
                <a:ea typeface="Verdana"/>
                <a:cs typeface="Calibri" panose="020F0502020204030204" pitchFamily="34" charset="0"/>
                <a:sym typeface="Verdana"/>
              </a:rPr>
              <a:t> </a:t>
            </a:r>
            <a:r>
              <a:rPr kumimoji="0" lang="en-US" sz="1000" b="0" i="0" u="none" strike="noStrike" kern="1200" cap="none" spc="0" normalizeH="0" baseline="0" noProof="0" dirty="0" err="1">
                <a:ln>
                  <a:noFill/>
                </a:ln>
                <a:solidFill>
                  <a:srgbClr val="265374">
                    <a:lumMod val="75000"/>
                    <a:lumOff val="25000"/>
                  </a:srgbClr>
                </a:solidFill>
                <a:effectLst/>
                <a:uLnTx/>
                <a:uFillTx/>
                <a:latin typeface="Calibri" panose="020F0502020204030204" pitchFamily="34" charset="0"/>
                <a:ea typeface="Verdana"/>
                <a:cs typeface="Calibri" panose="020F0502020204030204" pitchFamily="34" charset="0"/>
                <a:sym typeface="Verdana"/>
              </a:rPr>
              <a:t>дисфункции</a:t>
            </a:r>
            <a:r>
              <a:rPr kumimoji="0" lang="en-US" sz="1000" b="0" i="0" u="none" strike="noStrike" kern="1200" cap="none" spc="0" normalizeH="0" baseline="0" noProof="0" dirty="0">
                <a:ln>
                  <a:noFill/>
                </a:ln>
                <a:solidFill>
                  <a:srgbClr val="265374">
                    <a:lumMod val="75000"/>
                    <a:lumOff val="25000"/>
                  </a:srgbClr>
                </a:solidFill>
                <a:effectLst/>
                <a:uLnTx/>
                <a:uFillTx/>
                <a:latin typeface="Calibri" panose="020F0502020204030204" pitchFamily="34" charset="0"/>
                <a:ea typeface="Verdana"/>
                <a:cs typeface="Calibri" panose="020F0502020204030204" pitchFamily="34" charset="0"/>
                <a:sym typeface="Verdana"/>
              </a:rPr>
              <a:t> (%) </a:t>
            </a:r>
            <a:endParaRPr kumimoji="0" sz="1000" b="0" i="0" u="none" strike="noStrike" kern="1200" cap="none" spc="0" normalizeH="0" baseline="0" noProof="0" dirty="0">
              <a:ln>
                <a:noFill/>
              </a:ln>
              <a:solidFill>
                <a:srgbClr val="265374">
                  <a:lumMod val="75000"/>
                  <a:lumOff val="25000"/>
                </a:srgbClr>
              </a:solidFill>
              <a:effectLst/>
              <a:uLnTx/>
              <a:uFillTx/>
              <a:latin typeface="Calibri" panose="020F0502020204030204" pitchFamily="34" charset="0"/>
              <a:ea typeface="+mn-ea"/>
              <a:cs typeface="Calibri" panose="020F0502020204030204" pitchFamily="34" charset="0"/>
            </a:endParaRPr>
          </a:p>
        </p:txBody>
      </p:sp>
      <p:sp>
        <p:nvSpPr>
          <p:cNvPr id="1198" name="Google Shape;1198;p48"/>
          <p:cNvSpPr txBox="1"/>
          <p:nvPr/>
        </p:nvSpPr>
        <p:spPr>
          <a:xfrm>
            <a:off x="6719205" y="3244243"/>
            <a:ext cx="2577196" cy="301527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503192"/>
              </a:buClr>
              <a:buSzPts val="1200"/>
              <a:buFont typeface="Verdana"/>
              <a:buNone/>
              <a:tabLst/>
              <a:defRPr/>
            </a:pPr>
            <a:r>
              <a:rPr kumimoji="0" lang="en-US" sz="1200" b="1" i="0" u="none" strike="noStrike" kern="1200" cap="none" spc="0" normalizeH="0" baseline="0" noProof="0" dirty="0" err="1">
                <a:ln>
                  <a:noFill/>
                </a:ln>
                <a:solidFill>
                  <a:srgbClr val="503192"/>
                </a:solidFill>
                <a:effectLst/>
                <a:uLnTx/>
                <a:uFillTx/>
                <a:latin typeface="Verdana" panose="020B0604030504040204" pitchFamily="34" charset="0"/>
                <a:ea typeface="Verdana" panose="020B0604030504040204" pitchFamily="34" charset="0"/>
                <a:cs typeface="Verdana"/>
                <a:sym typeface="Verdana"/>
              </a:rPr>
              <a:t>Время</a:t>
            </a:r>
            <a:r>
              <a:rPr kumimoji="0" lang="en-US" sz="1200" b="1" i="0" u="none" strike="noStrike" kern="1200" cap="none" spc="0" normalizeH="0" baseline="0" noProof="0" dirty="0">
                <a:ln>
                  <a:noFill/>
                </a:ln>
                <a:solidFill>
                  <a:srgbClr val="503192"/>
                </a:solidFill>
                <a:effectLst/>
                <a:uLnTx/>
                <a:uFillTx/>
                <a:latin typeface="Verdana" panose="020B0604030504040204" pitchFamily="34" charset="0"/>
                <a:ea typeface="Verdana" panose="020B0604030504040204" pitchFamily="34" charset="0"/>
                <a:cs typeface="Verdana"/>
                <a:sym typeface="Verdana"/>
              </a:rPr>
              <a:t> </a:t>
            </a:r>
            <a:r>
              <a:rPr kumimoji="0" lang="en-US" sz="1200" b="1" i="0" u="none" strike="noStrike" kern="1200" cap="none" spc="0" normalizeH="0" baseline="0" noProof="0" dirty="0" err="1">
                <a:ln>
                  <a:noFill/>
                </a:ln>
                <a:solidFill>
                  <a:srgbClr val="503192"/>
                </a:solidFill>
                <a:effectLst/>
                <a:uLnTx/>
                <a:uFillTx/>
                <a:latin typeface="Verdana" panose="020B0604030504040204" pitchFamily="34" charset="0"/>
                <a:ea typeface="Verdana" panose="020B0604030504040204" pitchFamily="34" charset="0"/>
                <a:cs typeface="Verdana"/>
                <a:sym typeface="Verdana"/>
              </a:rPr>
              <a:t>возникновения</a:t>
            </a:r>
            <a:r>
              <a:rPr kumimoji="0" lang="en-US" sz="1200" b="1" i="0" u="none" strike="noStrike" kern="1200" cap="none" spc="0" normalizeH="0" baseline="0" noProof="0" dirty="0">
                <a:ln>
                  <a:noFill/>
                </a:ln>
                <a:solidFill>
                  <a:srgbClr val="503192"/>
                </a:solidFill>
                <a:effectLst/>
                <a:uLnTx/>
                <a:uFillTx/>
                <a:latin typeface="Verdana" panose="020B0604030504040204" pitchFamily="34" charset="0"/>
                <a:ea typeface="Verdana" panose="020B0604030504040204" pitchFamily="34" charset="0"/>
                <a:cs typeface="Verdana"/>
                <a:sym typeface="Verdana"/>
              </a:rPr>
              <a:t> </a:t>
            </a:r>
            <a:r>
              <a:rPr kumimoji="0" lang="en-US" sz="1200" b="1" i="0" u="none" strike="noStrike" kern="1200" cap="none" spc="0" normalizeH="0" baseline="0" noProof="0" dirty="0" err="1">
                <a:ln>
                  <a:noFill/>
                </a:ln>
                <a:solidFill>
                  <a:srgbClr val="503192"/>
                </a:solidFill>
                <a:effectLst/>
                <a:uLnTx/>
                <a:uFillTx/>
                <a:latin typeface="Verdana" panose="020B0604030504040204" pitchFamily="34" charset="0"/>
                <a:ea typeface="Verdana" panose="020B0604030504040204" pitchFamily="34" charset="0"/>
                <a:cs typeface="Calibri" panose="020F0502020204030204" pitchFamily="34" charset="0"/>
                <a:sym typeface="Verdana"/>
              </a:rPr>
              <a:t>эректильной</a:t>
            </a:r>
            <a:r>
              <a:rPr kumimoji="0" lang="en-US" sz="1200" b="1" i="0" u="none" strike="noStrike" kern="1200" cap="none" spc="0" normalizeH="0" baseline="0" noProof="0" dirty="0">
                <a:ln>
                  <a:noFill/>
                </a:ln>
                <a:solidFill>
                  <a:srgbClr val="503192"/>
                </a:solidFill>
                <a:effectLst/>
                <a:uLnTx/>
                <a:uFillTx/>
                <a:latin typeface="Verdana" panose="020B0604030504040204" pitchFamily="34" charset="0"/>
                <a:ea typeface="Verdana" panose="020B0604030504040204" pitchFamily="34" charset="0"/>
                <a:cs typeface="Verdana"/>
                <a:sym typeface="Verdana"/>
              </a:rPr>
              <a:t> </a:t>
            </a:r>
            <a:r>
              <a:rPr kumimoji="0" lang="en-US" sz="1200" b="1" i="0" u="none" strike="noStrike" kern="1200" cap="none" spc="0" normalizeH="0" baseline="0" noProof="0" dirty="0" err="1">
                <a:ln>
                  <a:noFill/>
                </a:ln>
                <a:solidFill>
                  <a:srgbClr val="503192"/>
                </a:solidFill>
                <a:effectLst/>
                <a:uLnTx/>
                <a:uFillTx/>
                <a:latin typeface="Verdana" panose="020B0604030504040204" pitchFamily="34" charset="0"/>
                <a:ea typeface="Verdana" panose="020B0604030504040204" pitchFamily="34" charset="0"/>
                <a:cs typeface="Verdana"/>
                <a:sym typeface="Verdana"/>
              </a:rPr>
              <a:t>дисфункции</a:t>
            </a:r>
            <a:br>
              <a:rPr kumimoji="0" lang="en-US" sz="1200" b="1" i="0" u="none" strike="noStrike" kern="1200" cap="none" spc="0" normalizeH="0" baseline="0" noProof="0" dirty="0">
                <a:ln>
                  <a:noFill/>
                </a:ln>
                <a:solidFill>
                  <a:srgbClr val="503192"/>
                </a:solidFill>
                <a:effectLst/>
                <a:uLnTx/>
                <a:uFillTx/>
                <a:latin typeface="Verdana" panose="020B0604030504040204" pitchFamily="34" charset="0"/>
                <a:ea typeface="Verdana" panose="020B0604030504040204" pitchFamily="34" charset="0"/>
                <a:cs typeface="Verdana"/>
                <a:sym typeface="Verdana"/>
              </a:rPr>
            </a:br>
            <a:r>
              <a:rPr kumimoji="0" lang="en-US" sz="1200" b="1" i="0" u="none" strike="noStrike" kern="1200" cap="none" spc="0" normalizeH="0" baseline="0" noProof="0" dirty="0">
                <a:ln>
                  <a:noFill/>
                </a:ln>
                <a:solidFill>
                  <a:srgbClr val="503192"/>
                </a:solidFill>
                <a:effectLst/>
                <a:uLnTx/>
                <a:uFillTx/>
                <a:latin typeface="Verdana" panose="020B0604030504040204" pitchFamily="34" charset="0"/>
                <a:ea typeface="Verdana" panose="020B0604030504040204" pitchFamily="34" charset="0"/>
                <a:cs typeface="Verdana"/>
                <a:sym typeface="Verdana"/>
              </a:rPr>
              <a:t>с </a:t>
            </a:r>
            <a:r>
              <a:rPr kumimoji="0" lang="en-US" sz="1200" b="1" i="0" u="none" strike="noStrike" kern="1200" cap="none" spc="0" normalizeH="0" baseline="0" noProof="0" dirty="0" err="1">
                <a:ln>
                  <a:noFill/>
                </a:ln>
                <a:solidFill>
                  <a:srgbClr val="503192"/>
                </a:solidFill>
                <a:effectLst/>
                <a:uLnTx/>
                <a:uFillTx/>
                <a:latin typeface="Verdana" panose="020B0604030504040204" pitchFamily="34" charset="0"/>
                <a:ea typeface="Verdana" panose="020B0604030504040204" pitchFamily="34" charset="0"/>
                <a:cs typeface="Verdana"/>
                <a:sym typeface="Verdana"/>
              </a:rPr>
              <a:t>момента</a:t>
            </a:r>
            <a:r>
              <a:rPr kumimoji="0" lang="en-US" sz="1200" b="1" i="0" u="none" strike="noStrike" kern="1200" cap="none" spc="0" normalizeH="0" baseline="0" noProof="0" dirty="0">
                <a:ln>
                  <a:noFill/>
                </a:ln>
                <a:solidFill>
                  <a:srgbClr val="503192"/>
                </a:solidFill>
                <a:effectLst/>
                <a:uLnTx/>
                <a:uFillTx/>
                <a:latin typeface="Verdana" panose="020B0604030504040204" pitchFamily="34" charset="0"/>
                <a:ea typeface="Verdana" panose="020B0604030504040204" pitchFamily="34" charset="0"/>
                <a:cs typeface="Verdana"/>
                <a:sym typeface="Verdana"/>
              </a:rPr>
              <a:t> </a:t>
            </a:r>
            <a:r>
              <a:rPr kumimoji="0" lang="en-US" sz="1200" b="1" i="0" u="none" strike="noStrike" kern="1200" cap="none" spc="0" normalizeH="0" baseline="0" noProof="0" dirty="0" err="1">
                <a:ln>
                  <a:noFill/>
                </a:ln>
                <a:solidFill>
                  <a:srgbClr val="503192"/>
                </a:solidFill>
                <a:effectLst/>
                <a:uLnTx/>
                <a:uFillTx/>
                <a:latin typeface="Verdana" panose="020B0604030504040204" pitchFamily="34" charset="0"/>
                <a:ea typeface="Verdana" panose="020B0604030504040204" pitchFamily="34" charset="0"/>
                <a:cs typeface="Verdana"/>
                <a:sym typeface="Verdana"/>
              </a:rPr>
              <a:t>начала</a:t>
            </a:r>
            <a:r>
              <a:rPr kumimoji="0" lang="en-US" sz="1200" b="1" i="0" u="none" strike="noStrike" kern="1200" cap="none" spc="0" normalizeH="0" baseline="0" noProof="0" dirty="0">
                <a:ln>
                  <a:noFill/>
                </a:ln>
                <a:solidFill>
                  <a:srgbClr val="503192"/>
                </a:solidFill>
                <a:effectLst/>
                <a:uLnTx/>
                <a:uFillTx/>
                <a:latin typeface="Verdana" panose="020B0604030504040204" pitchFamily="34" charset="0"/>
                <a:ea typeface="Verdana" panose="020B0604030504040204" pitchFamily="34" charset="0"/>
                <a:cs typeface="Verdana"/>
                <a:sym typeface="Verdana"/>
              </a:rPr>
              <a:t> </a:t>
            </a:r>
            <a:r>
              <a:rPr kumimoji="0" lang="en-US" sz="1200" b="1" i="0" u="none" strike="noStrike" kern="1200" cap="none" spc="0" normalizeH="0" baseline="0" noProof="0" dirty="0" err="1">
                <a:ln>
                  <a:noFill/>
                </a:ln>
                <a:solidFill>
                  <a:srgbClr val="503192"/>
                </a:solidFill>
                <a:effectLst/>
                <a:uLnTx/>
                <a:uFillTx/>
                <a:latin typeface="Verdana" panose="020B0604030504040204" pitchFamily="34" charset="0"/>
                <a:ea typeface="Verdana" panose="020B0604030504040204" pitchFamily="34" charset="0"/>
                <a:cs typeface="Verdana"/>
                <a:sym typeface="Verdana"/>
              </a:rPr>
              <a:t>терапии</a:t>
            </a:r>
            <a:r>
              <a:rPr kumimoji="0" lang="en-US" sz="1200" b="1" i="0" u="none" strike="noStrike" kern="1200" cap="none" spc="0" normalizeH="0" baseline="0" noProof="0" dirty="0">
                <a:ln>
                  <a:noFill/>
                </a:ln>
                <a:solidFill>
                  <a:srgbClr val="503192"/>
                </a:solidFill>
                <a:effectLst/>
                <a:uLnTx/>
                <a:uFillTx/>
                <a:latin typeface="Verdana"/>
                <a:ea typeface="Verdana"/>
                <a:cs typeface="Verdana"/>
                <a:sym typeface="Verdana"/>
              </a:rPr>
              <a:t>:</a:t>
            </a:r>
            <a:endParaRPr kumimoji="0" sz="1800" b="0" i="0" u="none" strike="noStrike" kern="1200" cap="none" spc="0" normalizeH="0" baseline="0" noProof="0" dirty="0">
              <a:ln>
                <a:noFill/>
              </a:ln>
              <a:solidFill>
                <a:srgbClr val="265374"/>
              </a:solidFill>
              <a:effectLst/>
              <a:uLnTx/>
              <a:uFillTx/>
              <a:latin typeface="Verdana"/>
              <a:ea typeface="+mn-ea"/>
              <a:cs typeface="+mn-cs"/>
            </a:endParaRPr>
          </a:p>
          <a:p>
            <a:pPr marL="228600" marR="0" lvl="0" indent="-228600" algn="l" defTabSz="914400" rtl="0" eaLnBrk="1" fontAlgn="auto" latinLnBrk="0" hangingPunct="1">
              <a:lnSpc>
                <a:spcPct val="100000"/>
              </a:lnSpc>
              <a:spcBef>
                <a:spcPts val="1000"/>
              </a:spcBef>
              <a:spcAft>
                <a:spcPts val="0"/>
              </a:spcAft>
              <a:buClr>
                <a:srgbClr val="503192"/>
              </a:buClr>
              <a:buSzPts val="1200"/>
              <a:buFont typeface="Verdana"/>
              <a:buChar char="•"/>
              <a:tabLst/>
              <a:defRPr/>
            </a:pPr>
            <a:r>
              <a:rPr kumimoji="0" lang="en-US" sz="1200" b="0" i="0" u="none" strike="noStrike" kern="1200" cap="none" spc="0" normalizeH="0" baseline="0" noProof="0" dirty="0">
                <a:ln>
                  <a:noFill/>
                </a:ln>
                <a:solidFill>
                  <a:srgbClr val="265374">
                    <a:lumMod val="75000"/>
                    <a:lumOff val="25000"/>
                  </a:srgbClr>
                </a:solidFill>
                <a:effectLst/>
                <a:uLnTx/>
                <a:uFillTx/>
                <a:latin typeface="Calibri" panose="020F0502020204030204" pitchFamily="34" charset="0"/>
                <a:ea typeface="Verdana"/>
                <a:cs typeface="Calibri" panose="020F0502020204030204" pitchFamily="34" charset="0"/>
                <a:sym typeface="Verdana"/>
              </a:rPr>
              <a:t>&lt; 1 </a:t>
            </a:r>
            <a:r>
              <a:rPr kumimoji="0" lang="en-US" sz="1200" b="0" i="0" u="none" strike="noStrike" kern="1200" cap="none" spc="0" normalizeH="0" baseline="0" noProof="0" dirty="0" err="1">
                <a:ln>
                  <a:noFill/>
                </a:ln>
                <a:solidFill>
                  <a:srgbClr val="265374">
                    <a:lumMod val="75000"/>
                    <a:lumOff val="25000"/>
                  </a:srgbClr>
                </a:solidFill>
                <a:effectLst/>
                <a:uLnTx/>
                <a:uFillTx/>
                <a:latin typeface="Calibri" panose="020F0502020204030204" pitchFamily="34" charset="0"/>
                <a:ea typeface="Verdana"/>
                <a:cs typeface="Calibri" panose="020F0502020204030204" pitchFamily="34" charset="0"/>
                <a:sym typeface="Verdana"/>
              </a:rPr>
              <a:t>месяца</a:t>
            </a:r>
            <a:r>
              <a:rPr kumimoji="0" lang="en-US" sz="1200" b="0" i="0" u="none" strike="noStrike" kern="1200" cap="none" spc="0" normalizeH="0" baseline="0" noProof="0" dirty="0">
                <a:ln>
                  <a:noFill/>
                </a:ln>
                <a:solidFill>
                  <a:srgbClr val="265374">
                    <a:lumMod val="75000"/>
                    <a:lumOff val="25000"/>
                  </a:srgbClr>
                </a:solidFill>
                <a:effectLst/>
                <a:uLnTx/>
                <a:uFillTx/>
                <a:latin typeface="Calibri" panose="020F0502020204030204" pitchFamily="34" charset="0"/>
                <a:ea typeface="Verdana"/>
                <a:cs typeface="Calibri" panose="020F0502020204030204" pitchFamily="34" charset="0"/>
                <a:sym typeface="Verdana"/>
              </a:rPr>
              <a:t>: 0.0%</a:t>
            </a:r>
            <a:endParaRPr kumimoji="0" sz="1800" b="0" i="0" u="none" strike="noStrike" kern="1200" cap="none" spc="0" normalizeH="0" baseline="0" noProof="0" dirty="0">
              <a:ln>
                <a:noFill/>
              </a:ln>
              <a:solidFill>
                <a:srgbClr val="265374">
                  <a:lumMod val="75000"/>
                  <a:lumOff val="25000"/>
                </a:srgbClr>
              </a:solidFill>
              <a:effectLst/>
              <a:uLnTx/>
              <a:uFillTx/>
              <a:latin typeface="Calibri" panose="020F0502020204030204" pitchFamily="34" charset="0"/>
              <a:ea typeface="+mn-ea"/>
              <a:cs typeface="Calibri" panose="020F0502020204030204" pitchFamily="34" charset="0"/>
            </a:endParaRPr>
          </a:p>
          <a:p>
            <a:pPr marL="228600" marR="0" lvl="0" indent="-228600" algn="l" defTabSz="914400" rtl="0" eaLnBrk="1" fontAlgn="auto" latinLnBrk="0" hangingPunct="1">
              <a:lnSpc>
                <a:spcPct val="100000"/>
              </a:lnSpc>
              <a:spcBef>
                <a:spcPts val="1000"/>
              </a:spcBef>
              <a:spcAft>
                <a:spcPts val="0"/>
              </a:spcAft>
              <a:buClr>
                <a:srgbClr val="503192"/>
              </a:buClr>
              <a:buSzPts val="1200"/>
              <a:buFont typeface="Verdana"/>
              <a:buChar char="•"/>
              <a:tabLst/>
              <a:defRPr/>
            </a:pPr>
            <a:r>
              <a:rPr kumimoji="0" lang="en-US" sz="1200" b="1" i="0" u="none" strike="noStrike" kern="1200" cap="none" spc="0" normalizeH="0" baseline="0" noProof="0" dirty="0">
                <a:ln>
                  <a:noFill/>
                </a:ln>
                <a:solidFill>
                  <a:srgbClr val="265374">
                    <a:lumMod val="75000"/>
                    <a:lumOff val="25000"/>
                  </a:srgbClr>
                </a:solidFill>
                <a:effectLst/>
                <a:uLnTx/>
                <a:uFillTx/>
                <a:latin typeface="Calibri" panose="020F0502020204030204" pitchFamily="34" charset="0"/>
                <a:ea typeface="Verdana"/>
                <a:cs typeface="Calibri" panose="020F0502020204030204" pitchFamily="34" charset="0"/>
                <a:sym typeface="Verdana"/>
              </a:rPr>
              <a:t>1-6 </a:t>
            </a:r>
            <a:r>
              <a:rPr kumimoji="0" lang="en-US" sz="1200" b="1" i="0" u="none" strike="noStrike" kern="1200" cap="none" spc="0" normalizeH="0" baseline="0" noProof="0" dirty="0" err="1">
                <a:ln>
                  <a:noFill/>
                </a:ln>
                <a:solidFill>
                  <a:srgbClr val="265374">
                    <a:lumMod val="75000"/>
                    <a:lumOff val="25000"/>
                  </a:srgbClr>
                </a:solidFill>
                <a:effectLst/>
                <a:uLnTx/>
                <a:uFillTx/>
                <a:latin typeface="Calibri" panose="020F0502020204030204" pitchFamily="34" charset="0"/>
                <a:ea typeface="Verdana"/>
                <a:cs typeface="Calibri" panose="020F0502020204030204" pitchFamily="34" charset="0"/>
                <a:sym typeface="Verdana"/>
              </a:rPr>
              <a:t>месяцев</a:t>
            </a:r>
            <a:r>
              <a:rPr kumimoji="0" lang="en-US" sz="1200" b="1" i="0" u="none" strike="noStrike" kern="1200" cap="none" spc="0" normalizeH="0" baseline="0" noProof="0" dirty="0">
                <a:ln>
                  <a:noFill/>
                </a:ln>
                <a:solidFill>
                  <a:srgbClr val="265374">
                    <a:lumMod val="75000"/>
                    <a:lumOff val="25000"/>
                  </a:srgbClr>
                </a:solidFill>
                <a:effectLst/>
                <a:uLnTx/>
                <a:uFillTx/>
                <a:latin typeface="Calibri" panose="020F0502020204030204" pitchFamily="34" charset="0"/>
                <a:ea typeface="Verdana"/>
                <a:cs typeface="Calibri" panose="020F0502020204030204" pitchFamily="34" charset="0"/>
                <a:sym typeface="Verdana"/>
              </a:rPr>
              <a:t>: 50%</a:t>
            </a:r>
            <a:endParaRPr kumimoji="0" sz="1800" b="0" i="0" u="none" strike="noStrike" kern="1200" cap="none" spc="0" normalizeH="0" baseline="0" noProof="0" dirty="0">
              <a:ln>
                <a:noFill/>
              </a:ln>
              <a:solidFill>
                <a:srgbClr val="265374">
                  <a:lumMod val="75000"/>
                  <a:lumOff val="25000"/>
                </a:srgbClr>
              </a:solidFill>
              <a:effectLst/>
              <a:uLnTx/>
              <a:uFillTx/>
              <a:latin typeface="Calibri" panose="020F0502020204030204" pitchFamily="34" charset="0"/>
              <a:ea typeface="+mn-ea"/>
              <a:cs typeface="Calibri" panose="020F0502020204030204" pitchFamily="34" charset="0"/>
            </a:endParaRPr>
          </a:p>
          <a:p>
            <a:pPr marL="228600" marR="0" lvl="0" indent="-228600" algn="l" defTabSz="914400" rtl="0" eaLnBrk="1" fontAlgn="auto" latinLnBrk="0" hangingPunct="1">
              <a:lnSpc>
                <a:spcPct val="100000"/>
              </a:lnSpc>
              <a:spcBef>
                <a:spcPts val="1000"/>
              </a:spcBef>
              <a:spcAft>
                <a:spcPts val="0"/>
              </a:spcAft>
              <a:buClr>
                <a:srgbClr val="503192"/>
              </a:buClr>
              <a:buSzPts val="1200"/>
              <a:buFont typeface="Verdana"/>
              <a:buChar char="•"/>
              <a:tabLst/>
              <a:defRPr/>
            </a:pPr>
            <a:r>
              <a:rPr kumimoji="0" lang="en-US" sz="1200" b="0" i="0" u="none" strike="noStrike" kern="1200" cap="none" spc="0" normalizeH="0" baseline="0" noProof="0" dirty="0">
                <a:ln>
                  <a:noFill/>
                </a:ln>
                <a:solidFill>
                  <a:srgbClr val="265374">
                    <a:lumMod val="75000"/>
                    <a:lumOff val="25000"/>
                  </a:srgbClr>
                </a:solidFill>
                <a:effectLst/>
                <a:uLnTx/>
                <a:uFillTx/>
                <a:latin typeface="Calibri" panose="020F0502020204030204" pitchFamily="34" charset="0"/>
                <a:ea typeface="Verdana"/>
                <a:cs typeface="Calibri" panose="020F0502020204030204" pitchFamily="34" charset="0"/>
                <a:sym typeface="Verdana"/>
              </a:rPr>
              <a:t>6-12 </a:t>
            </a:r>
            <a:r>
              <a:rPr kumimoji="0" lang="en-US" sz="1200" b="0" i="0" u="none" strike="noStrike" kern="1200" cap="none" spc="0" normalizeH="0" baseline="0" noProof="0" dirty="0" err="1">
                <a:ln>
                  <a:noFill/>
                </a:ln>
                <a:solidFill>
                  <a:srgbClr val="265374">
                    <a:lumMod val="75000"/>
                    <a:lumOff val="25000"/>
                  </a:srgbClr>
                </a:solidFill>
                <a:effectLst/>
                <a:uLnTx/>
                <a:uFillTx/>
                <a:latin typeface="Calibri" panose="020F0502020204030204" pitchFamily="34" charset="0"/>
                <a:ea typeface="Verdana"/>
                <a:cs typeface="Calibri" panose="020F0502020204030204" pitchFamily="34" charset="0"/>
                <a:sym typeface="Verdana"/>
              </a:rPr>
              <a:t>месяцев</a:t>
            </a:r>
            <a:r>
              <a:rPr kumimoji="0" lang="en-US" sz="1200" b="0" i="0" u="none" strike="noStrike" kern="1200" cap="none" spc="0" normalizeH="0" baseline="0" noProof="0" dirty="0">
                <a:ln>
                  <a:noFill/>
                </a:ln>
                <a:solidFill>
                  <a:srgbClr val="265374">
                    <a:lumMod val="75000"/>
                    <a:lumOff val="25000"/>
                  </a:srgbClr>
                </a:solidFill>
                <a:effectLst/>
                <a:uLnTx/>
                <a:uFillTx/>
                <a:latin typeface="Calibri" panose="020F0502020204030204" pitchFamily="34" charset="0"/>
                <a:ea typeface="Verdana"/>
                <a:cs typeface="Calibri" panose="020F0502020204030204" pitchFamily="34" charset="0"/>
                <a:sym typeface="Verdana"/>
              </a:rPr>
              <a:t>: 0.0%</a:t>
            </a:r>
            <a:endParaRPr kumimoji="0" sz="1800" b="0" i="0" u="none" strike="noStrike" kern="1200" cap="none" spc="0" normalizeH="0" baseline="0" noProof="0" dirty="0">
              <a:ln>
                <a:noFill/>
              </a:ln>
              <a:solidFill>
                <a:srgbClr val="265374">
                  <a:lumMod val="75000"/>
                  <a:lumOff val="25000"/>
                </a:srgbClr>
              </a:solidFill>
              <a:effectLst/>
              <a:uLnTx/>
              <a:uFillTx/>
              <a:latin typeface="Calibri" panose="020F0502020204030204" pitchFamily="34" charset="0"/>
              <a:ea typeface="+mn-ea"/>
              <a:cs typeface="Calibri" panose="020F0502020204030204" pitchFamily="34" charset="0"/>
            </a:endParaRPr>
          </a:p>
          <a:p>
            <a:pPr marL="228600" marR="0" lvl="0" indent="-228600" algn="l" defTabSz="914400" rtl="0" eaLnBrk="1" fontAlgn="auto" latinLnBrk="0" hangingPunct="1">
              <a:lnSpc>
                <a:spcPct val="100000"/>
              </a:lnSpc>
              <a:spcBef>
                <a:spcPts val="1000"/>
              </a:spcBef>
              <a:spcAft>
                <a:spcPts val="0"/>
              </a:spcAft>
              <a:buClr>
                <a:srgbClr val="503192"/>
              </a:buClr>
              <a:buSzPts val="1200"/>
              <a:buFont typeface="Verdana"/>
              <a:buChar char="•"/>
              <a:tabLst/>
              <a:defRPr/>
            </a:pPr>
            <a:r>
              <a:rPr kumimoji="0" lang="en-US" sz="1200" b="0" i="0" u="none" strike="noStrike" kern="1200" cap="none" spc="0" normalizeH="0" baseline="0" noProof="0" dirty="0">
                <a:ln>
                  <a:noFill/>
                </a:ln>
                <a:solidFill>
                  <a:srgbClr val="265374">
                    <a:lumMod val="75000"/>
                    <a:lumOff val="25000"/>
                  </a:srgbClr>
                </a:solidFill>
                <a:effectLst/>
                <a:uLnTx/>
                <a:uFillTx/>
                <a:latin typeface="Calibri" panose="020F0502020204030204" pitchFamily="34" charset="0"/>
                <a:ea typeface="Verdana"/>
                <a:cs typeface="Calibri" panose="020F0502020204030204" pitchFamily="34" charset="0"/>
                <a:sym typeface="Verdana"/>
              </a:rPr>
              <a:t>1-2 </a:t>
            </a:r>
            <a:r>
              <a:rPr kumimoji="0" lang="en-US" sz="1200" b="0" i="0" u="none" strike="noStrike" kern="1200" cap="none" spc="0" normalizeH="0" baseline="0" noProof="0" dirty="0" err="1">
                <a:ln>
                  <a:noFill/>
                </a:ln>
                <a:solidFill>
                  <a:srgbClr val="265374">
                    <a:lumMod val="75000"/>
                    <a:lumOff val="25000"/>
                  </a:srgbClr>
                </a:solidFill>
                <a:effectLst/>
                <a:uLnTx/>
                <a:uFillTx/>
                <a:latin typeface="Calibri" panose="020F0502020204030204" pitchFamily="34" charset="0"/>
                <a:ea typeface="Verdana"/>
                <a:cs typeface="Calibri" panose="020F0502020204030204" pitchFamily="34" charset="0"/>
                <a:sym typeface="Verdana"/>
              </a:rPr>
              <a:t>лет</a:t>
            </a:r>
            <a:r>
              <a:rPr kumimoji="0" lang="en-US" sz="1200" b="0" i="0" u="none" strike="noStrike" kern="1200" cap="none" spc="0" normalizeH="0" baseline="0" noProof="0" dirty="0">
                <a:ln>
                  <a:noFill/>
                </a:ln>
                <a:solidFill>
                  <a:srgbClr val="265374">
                    <a:lumMod val="75000"/>
                    <a:lumOff val="25000"/>
                  </a:srgbClr>
                </a:solidFill>
                <a:effectLst/>
                <a:uLnTx/>
                <a:uFillTx/>
                <a:latin typeface="Calibri" panose="020F0502020204030204" pitchFamily="34" charset="0"/>
                <a:ea typeface="Verdana"/>
                <a:cs typeface="Calibri" panose="020F0502020204030204" pitchFamily="34" charset="0"/>
                <a:sym typeface="Verdana"/>
              </a:rPr>
              <a:t>: 25%</a:t>
            </a:r>
            <a:endParaRPr kumimoji="0" sz="1800" b="0" i="0" u="none" strike="noStrike" kern="1200" cap="none" spc="0" normalizeH="0" baseline="0" noProof="0" dirty="0">
              <a:ln>
                <a:noFill/>
              </a:ln>
              <a:solidFill>
                <a:srgbClr val="265374">
                  <a:lumMod val="75000"/>
                  <a:lumOff val="25000"/>
                </a:srgbClr>
              </a:solidFill>
              <a:effectLst/>
              <a:uLnTx/>
              <a:uFillTx/>
              <a:latin typeface="Calibri" panose="020F0502020204030204" pitchFamily="34" charset="0"/>
              <a:ea typeface="+mn-ea"/>
              <a:cs typeface="Calibri" panose="020F0502020204030204" pitchFamily="34" charset="0"/>
            </a:endParaRPr>
          </a:p>
          <a:p>
            <a:pPr marL="228600" marR="0" lvl="0" indent="-228600" algn="l" defTabSz="914400" rtl="0" eaLnBrk="1" fontAlgn="auto" latinLnBrk="0" hangingPunct="1">
              <a:lnSpc>
                <a:spcPct val="100000"/>
              </a:lnSpc>
              <a:spcBef>
                <a:spcPts val="1000"/>
              </a:spcBef>
              <a:spcAft>
                <a:spcPts val="0"/>
              </a:spcAft>
              <a:buClr>
                <a:srgbClr val="503192"/>
              </a:buClr>
              <a:buSzPts val="1200"/>
              <a:buFont typeface="Verdana"/>
              <a:buChar char="•"/>
              <a:tabLst/>
              <a:defRPr/>
            </a:pPr>
            <a:r>
              <a:rPr kumimoji="0" lang="en-US" sz="1200" b="0" i="0" u="none" strike="noStrike" kern="1200" cap="none" spc="0" normalizeH="0" baseline="0" noProof="0" dirty="0">
                <a:ln>
                  <a:noFill/>
                </a:ln>
                <a:solidFill>
                  <a:srgbClr val="265374">
                    <a:lumMod val="75000"/>
                    <a:lumOff val="25000"/>
                  </a:srgbClr>
                </a:solidFill>
                <a:effectLst/>
                <a:uLnTx/>
                <a:uFillTx/>
                <a:latin typeface="Calibri" panose="020F0502020204030204" pitchFamily="34" charset="0"/>
                <a:ea typeface="Verdana"/>
                <a:cs typeface="Calibri" panose="020F0502020204030204" pitchFamily="34" charset="0"/>
                <a:sym typeface="Verdana"/>
              </a:rPr>
              <a:t>2-5 </a:t>
            </a:r>
            <a:r>
              <a:rPr kumimoji="0" lang="en-US" sz="1200" b="0" i="0" u="none" strike="noStrike" kern="1200" cap="none" spc="0" normalizeH="0" baseline="0" noProof="0" dirty="0" err="1">
                <a:ln>
                  <a:noFill/>
                </a:ln>
                <a:solidFill>
                  <a:srgbClr val="265374">
                    <a:lumMod val="75000"/>
                    <a:lumOff val="25000"/>
                  </a:srgbClr>
                </a:solidFill>
                <a:effectLst/>
                <a:uLnTx/>
                <a:uFillTx/>
                <a:latin typeface="Calibri" panose="020F0502020204030204" pitchFamily="34" charset="0"/>
                <a:ea typeface="Verdana"/>
                <a:cs typeface="Calibri" panose="020F0502020204030204" pitchFamily="34" charset="0"/>
                <a:sym typeface="Verdana"/>
              </a:rPr>
              <a:t>лет</a:t>
            </a:r>
            <a:r>
              <a:rPr kumimoji="0" lang="en-US" sz="1200" b="0" i="0" u="none" strike="noStrike" kern="1200" cap="none" spc="0" normalizeH="0" baseline="0" noProof="0" dirty="0">
                <a:ln>
                  <a:noFill/>
                </a:ln>
                <a:solidFill>
                  <a:srgbClr val="265374">
                    <a:lumMod val="75000"/>
                    <a:lumOff val="25000"/>
                  </a:srgbClr>
                </a:solidFill>
                <a:effectLst/>
                <a:uLnTx/>
                <a:uFillTx/>
                <a:latin typeface="Calibri" panose="020F0502020204030204" pitchFamily="34" charset="0"/>
                <a:ea typeface="Verdana"/>
                <a:cs typeface="Calibri" panose="020F0502020204030204" pitchFamily="34" charset="0"/>
                <a:sym typeface="Verdana"/>
              </a:rPr>
              <a:t>: 25%</a:t>
            </a:r>
            <a:endParaRPr kumimoji="0" sz="1800" b="0" i="0" u="none" strike="noStrike" kern="1200" cap="none" spc="0" normalizeH="0" baseline="0" noProof="0" dirty="0">
              <a:ln>
                <a:noFill/>
              </a:ln>
              <a:solidFill>
                <a:srgbClr val="265374">
                  <a:lumMod val="75000"/>
                  <a:lumOff val="25000"/>
                </a:srgbClr>
              </a:solidFill>
              <a:effectLst/>
              <a:uLnTx/>
              <a:uFillTx/>
              <a:latin typeface="Calibri" panose="020F0502020204030204" pitchFamily="34" charset="0"/>
              <a:ea typeface="+mn-ea"/>
              <a:cs typeface="Calibri" panose="020F0502020204030204" pitchFamily="34" charset="0"/>
            </a:endParaRPr>
          </a:p>
          <a:p>
            <a:pPr marL="228600" marR="0" lvl="0" indent="-228600" algn="l" defTabSz="914400" rtl="0" eaLnBrk="1" fontAlgn="auto" latinLnBrk="0" hangingPunct="1">
              <a:lnSpc>
                <a:spcPct val="100000"/>
              </a:lnSpc>
              <a:spcBef>
                <a:spcPts val="1000"/>
              </a:spcBef>
              <a:spcAft>
                <a:spcPts val="0"/>
              </a:spcAft>
              <a:buClr>
                <a:srgbClr val="503192"/>
              </a:buClr>
              <a:buSzPts val="1200"/>
              <a:buFont typeface="Verdana"/>
              <a:buChar char="•"/>
              <a:tabLst/>
              <a:defRPr/>
            </a:pPr>
            <a:r>
              <a:rPr kumimoji="0" lang="en-US" sz="1200" b="0" i="0" u="none" strike="noStrike" kern="1200" cap="none" spc="0" normalizeH="0" baseline="0" noProof="0" dirty="0">
                <a:ln>
                  <a:noFill/>
                </a:ln>
                <a:solidFill>
                  <a:srgbClr val="265374">
                    <a:lumMod val="75000"/>
                    <a:lumOff val="25000"/>
                  </a:srgbClr>
                </a:solidFill>
                <a:effectLst/>
                <a:uLnTx/>
                <a:uFillTx/>
                <a:latin typeface="Calibri" panose="020F0502020204030204" pitchFamily="34" charset="0"/>
                <a:ea typeface="Verdana"/>
                <a:cs typeface="Calibri" panose="020F0502020204030204" pitchFamily="34" charset="0"/>
                <a:sym typeface="Verdana"/>
              </a:rPr>
              <a:t>5-10 </a:t>
            </a:r>
            <a:r>
              <a:rPr kumimoji="0" lang="en-US" sz="1200" b="0" i="0" u="none" strike="noStrike" kern="1200" cap="none" spc="0" normalizeH="0" baseline="0" noProof="0" dirty="0" err="1">
                <a:ln>
                  <a:noFill/>
                </a:ln>
                <a:solidFill>
                  <a:srgbClr val="265374">
                    <a:lumMod val="75000"/>
                    <a:lumOff val="25000"/>
                  </a:srgbClr>
                </a:solidFill>
                <a:effectLst/>
                <a:uLnTx/>
                <a:uFillTx/>
                <a:latin typeface="Calibri" panose="020F0502020204030204" pitchFamily="34" charset="0"/>
                <a:ea typeface="Verdana"/>
                <a:cs typeface="Calibri" panose="020F0502020204030204" pitchFamily="34" charset="0"/>
                <a:sym typeface="Verdana"/>
              </a:rPr>
              <a:t>лет</a:t>
            </a:r>
            <a:r>
              <a:rPr kumimoji="0" lang="en-US" sz="1200" b="0" i="0" u="none" strike="noStrike" kern="1200" cap="none" spc="0" normalizeH="0" baseline="0" noProof="0" dirty="0">
                <a:ln>
                  <a:noFill/>
                </a:ln>
                <a:solidFill>
                  <a:srgbClr val="265374">
                    <a:lumMod val="75000"/>
                    <a:lumOff val="25000"/>
                  </a:srgbClr>
                </a:solidFill>
                <a:effectLst/>
                <a:uLnTx/>
                <a:uFillTx/>
                <a:latin typeface="Calibri" panose="020F0502020204030204" pitchFamily="34" charset="0"/>
                <a:ea typeface="Verdana"/>
                <a:cs typeface="Calibri" panose="020F0502020204030204" pitchFamily="34" charset="0"/>
                <a:sym typeface="Verdana"/>
              </a:rPr>
              <a:t>: 0.0%</a:t>
            </a:r>
            <a:endParaRPr kumimoji="0" sz="1800" b="0" i="0" u="none" strike="noStrike" kern="1200" cap="none" spc="0" normalizeH="0" baseline="0" noProof="0" dirty="0">
              <a:ln>
                <a:noFill/>
              </a:ln>
              <a:solidFill>
                <a:srgbClr val="265374">
                  <a:lumMod val="75000"/>
                  <a:lumOff val="25000"/>
                </a:srgbClr>
              </a:solidFill>
              <a:effectLst/>
              <a:uLnTx/>
              <a:uFillTx/>
              <a:latin typeface="Calibri" panose="020F0502020204030204" pitchFamily="34" charset="0"/>
              <a:ea typeface="+mn-ea"/>
              <a:cs typeface="Calibri" panose="020F0502020204030204" pitchFamily="34" charset="0"/>
            </a:endParaRPr>
          </a:p>
          <a:p>
            <a:pPr marL="228600" marR="0" lvl="0" indent="-228600" algn="l" defTabSz="914400" rtl="0" eaLnBrk="1" fontAlgn="auto" latinLnBrk="0" hangingPunct="1">
              <a:lnSpc>
                <a:spcPct val="100000"/>
              </a:lnSpc>
              <a:spcBef>
                <a:spcPts val="1000"/>
              </a:spcBef>
              <a:spcAft>
                <a:spcPts val="0"/>
              </a:spcAft>
              <a:buClr>
                <a:srgbClr val="503192"/>
              </a:buClr>
              <a:buSzPts val="1200"/>
              <a:buFont typeface="Verdana"/>
              <a:buChar char="•"/>
              <a:tabLst/>
              <a:defRPr/>
            </a:pPr>
            <a:r>
              <a:rPr kumimoji="0" lang="en-US" sz="1200" b="0" i="0" u="none" strike="noStrike" kern="1200" cap="none" spc="0" normalizeH="0" baseline="0" noProof="0" dirty="0">
                <a:ln>
                  <a:noFill/>
                </a:ln>
                <a:solidFill>
                  <a:srgbClr val="265374">
                    <a:lumMod val="75000"/>
                    <a:lumOff val="25000"/>
                  </a:srgbClr>
                </a:solidFill>
                <a:effectLst/>
                <a:uLnTx/>
                <a:uFillTx/>
                <a:latin typeface="Calibri" panose="020F0502020204030204" pitchFamily="34" charset="0"/>
                <a:ea typeface="Verdana"/>
                <a:cs typeface="Calibri" panose="020F0502020204030204" pitchFamily="34" charset="0"/>
                <a:sym typeface="Verdana"/>
              </a:rPr>
              <a:t>10+ </a:t>
            </a:r>
            <a:r>
              <a:rPr kumimoji="0" lang="en-US" sz="1200" b="0" i="0" u="none" strike="noStrike" kern="1200" cap="none" spc="0" normalizeH="0" baseline="0" noProof="0" dirty="0" err="1">
                <a:ln>
                  <a:noFill/>
                </a:ln>
                <a:solidFill>
                  <a:srgbClr val="265374">
                    <a:lumMod val="75000"/>
                    <a:lumOff val="25000"/>
                  </a:srgbClr>
                </a:solidFill>
                <a:effectLst/>
                <a:uLnTx/>
                <a:uFillTx/>
                <a:latin typeface="Calibri" panose="020F0502020204030204" pitchFamily="34" charset="0"/>
                <a:ea typeface="Verdana"/>
                <a:cs typeface="Calibri" panose="020F0502020204030204" pitchFamily="34" charset="0"/>
                <a:sym typeface="Verdana"/>
              </a:rPr>
              <a:t>лет</a:t>
            </a:r>
            <a:r>
              <a:rPr kumimoji="0" lang="en-US" sz="1200" b="0" i="0" u="none" strike="noStrike" kern="1200" cap="none" spc="0" normalizeH="0" baseline="0" noProof="0" dirty="0">
                <a:ln>
                  <a:noFill/>
                </a:ln>
                <a:solidFill>
                  <a:srgbClr val="265374">
                    <a:lumMod val="75000"/>
                    <a:lumOff val="25000"/>
                  </a:srgbClr>
                </a:solidFill>
                <a:effectLst/>
                <a:uLnTx/>
                <a:uFillTx/>
                <a:latin typeface="Calibri" panose="020F0502020204030204" pitchFamily="34" charset="0"/>
                <a:ea typeface="Verdana"/>
                <a:cs typeface="Calibri" panose="020F0502020204030204" pitchFamily="34" charset="0"/>
                <a:sym typeface="Verdana"/>
              </a:rPr>
              <a:t>: 0.0%</a:t>
            </a:r>
            <a:endParaRPr kumimoji="0" sz="1800" b="0" i="0" u="none" strike="noStrike" kern="1200" cap="none" spc="0" normalizeH="0" baseline="0" noProof="0" dirty="0">
              <a:ln>
                <a:noFill/>
              </a:ln>
              <a:solidFill>
                <a:srgbClr val="265374">
                  <a:lumMod val="75000"/>
                  <a:lumOff val="25000"/>
                </a:srgbClr>
              </a:solidFill>
              <a:effectLst/>
              <a:uLnTx/>
              <a:uFillTx/>
              <a:latin typeface="Calibri" panose="020F0502020204030204" pitchFamily="34" charset="0"/>
              <a:ea typeface="+mn-ea"/>
              <a:cs typeface="Calibri" panose="020F0502020204030204" pitchFamily="34" charset="0"/>
            </a:endParaRPr>
          </a:p>
        </p:txBody>
      </p:sp>
      <p:sp>
        <p:nvSpPr>
          <p:cNvPr id="1199" name="Google Shape;1199;p48"/>
          <p:cNvSpPr txBox="1"/>
          <p:nvPr/>
        </p:nvSpPr>
        <p:spPr>
          <a:xfrm>
            <a:off x="9154770" y="3241277"/>
            <a:ext cx="2774950" cy="30721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503192"/>
              </a:buClr>
              <a:buSzPts val="1200"/>
              <a:buFont typeface="Verdana"/>
              <a:buNone/>
              <a:tabLst/>
              <a:defRPr/>
            </a:pPr>
            <a:r>
              <a:rPr kumimoji="0" lang="en-US" sz="1200" b="1" i="0" u="none" strike="noStrike" kern="1200" cap="none" spc="0" normalizeH="0" baseline="0" noProof="0" dirty="0" err="1">
                <a:ln>
                  <a:noFill/>
                </a:ln>
                <a:solidFill>
                  <a:srgbClr val="503192"/>
                </a:solidFill>
                <a:effectLst/>
                <a:uLnTx/>
                <a:uFillTx/>
                <a:latin typeface="Verdana"/>
                <a:ea typeface="Verdana"/>
                <a:cs typeface="Verdana"/>
                <a:sym typeface="Verdana"/>
              </a:rPr>
              <a:t>Возраст</a:t>
            </a:r>
            <a:r>
              <a:rPr kumimoji="0" lang="en-US" sz="1200" b="1" i="0" u="none" strike="noStrike" kern="1200" cap="none" spc="0" normalizeH="0" baseline="0" noProof="0" dirty="0">
                <a:ln>
                  <a:noFill/>
                </a:ln>
                <a:solidFill>
                  <a:srgbClr val="503192"/>
                </a:solidFill>
                <a:effectLst/>
                <a:uLnTx/>
                <a:uFillTx/>
                <a:latin typeface="Verdana"/>
                <a:ea typeface="Verdana"/>
                <a:cs typeface="Verdana"/>
                <a:sym typeface="Verdana"/>
              </a:rPr>
              <a:t> пациентов, </a:t>
            </a:r>
            <a:r>
              <a:rPr kumimoji="0" lang="en-US" sz="1200" b="1" i="0" u="none" strike="noStrike" kern="1200" cap="none" spc="0" normalizeH="0" baseline="0" noProof="0" dirty="0" err="1">
                <a:ln>
                  <a:noFill/>
                </a:ln>
                <a:solidFill>
                  <a:srgbClr val="503192"/>
                </a:solidFill>
                <a:effectLst/>
                <a:uLnTx/>
                <a:uFillTx/>
                <a:latin typeface="Verdana"/>
                <a:ea typeface="Verdana"/>
                <a:cs typeface="Verdana"/>
                <a:sym typeface="Verdana"/>
              </a:rPr>
              <a:t>сообщивших</a:t>
            </a:r>
            <a:r>
              <a:rPr kumimoji="0" lang="en-US" sz="1200" b="1" i="0" u="none" strike="noStrike" kern="1200" cap="none" spc="0" normalizeH="0" baseline="0" noProof="0" dirty="0">
                <a:ln>
                  <a:noFill/>
                </a:ln>
                <a:solidFill>
                  <a:srgbClr val="503192"/>
                </a:solidFill>
                <a:effectLst/>
                <a:uLnTx/>
                <a:uFillTx/>
                <a:latin typeface="Verdana"/>
                <a:ea typeface="Verdana"/>
                <a:cs typeface="Verdana"/>
                <a:sym typeface="Verdana"/>
              </a:rPr>
              <a:t> </a:t>
            </a:r>
            <a:r>
              <a:rPr kumimoji="0" lang="en-US" sz="1200" b="1" i="0" u="none" strike="noStrike" kern="1200" cap="none" spc="0" normalizeH="0" baseline="0" noProof="0" dirty="0" err="1">
                <a:ln>
                  <a:noFill/>
                </a:ln>
                <a:solidFill>
                  <a:srgbClr val="503192"/>
                </a:solidFill>
                <a:effectLst/>
                <a:uLnTx/>
                <a:uFillTx/>
                <a:latin typeface="Verdana"/>
                <a:ea typeface="Verdana"/>
                <a:cs typeface="Verdana"/>
                <a:sym typeface="Verdana"/>
              </a:rPr>
              <a:t>об</a:t>
            </a:r>
            <a:r>
              <a:rPr kumimoji="0" lang="en-US" sz="1200" b="1" i="0" u="none" strike="noStrike" kern="1200" cap="none" spc="0" normalizeH="0" baseline="0" noProof="0" dirty="0">
                <a:ln>
                  <a:noFill/>
                </a:ln>
                <a:solidFill>
                  <a:srgbClr val="503192"/>
                </a:solidFill>
                <a:effectLst/>
                <a:uLnTx/>
                <a:uFillTx/>
                <a:latin typeface="Verdana"/>
                <a:ea typeface="Verdana"/>
                <a:cs typeface="Verdana"/>
                <a:sym typeface="Verdana"/>
              </a:rPr>
              <a:t> </a:t>
            </a:r>
            <a:r>
              <a:rPr kumimoji="0" lang="en-US" sz="1200" b="1" i="0" u="none" strike="noStrike" kern="1200" cap="none" spc="0" normalizeH="0" baseline="0" noProof="0" dirty="0" err="1">
                <a:ln>
                  <a:noFill/>
                </a:ln>
                <a:solidFill>
                  <a:srgbClr val="503192"/>
                </a:solidFill>
                <a:effectLst/>
                <a:uLnTx/>
                <a:uFillTx/>
                <a:latin typeface="Verdana"/>
                <a:ea typeface="Verdana"/>
                <a:cs typeface="Verdana"/>
                <a:sym typeface="Verdana"/>
              </a:rPr>
              <a:t>эректильной</a:t>
            </a:r>
            <a:r>
              <a:rPr kumimoji="0" lang="en-US" sz="1200" b="1" i="0" u="none" strike="noStrike" kern="1200" cap="none" spc="0" normalizeH="0" baseline="0" noProof="0" dirty="0">
                <a:ln>
                  <a:noFill/>
                </a:ln>
                <a:solidFill>
                  <a:srgbClr val="503192"/>
                </a:solidFill>
                <a:effectLst/>
                <a:uLnTx/>
                <a:uFillTx/>
                <a:latin typeface="Verdana"/>
                <a:ea typeface="Verdana"/>
                <a:cs typeface="Verdana"/>
                <a:sym typeface="Verdana"/>
              </a:rPr>
              <a:t> </a:t>
            </a:r>
            <a:r>
              <a:rPr kumimoji="0" lang="en-US" sz="1200" b="1" i="0" u="none" strike="noStrike" kern="1200" cap="none" spc="0" normalizeH="0" baseline="0" noProof="0" dirty="0" err="1">
                <a:ln>
                  <a:noFill/>
                </a:ln>
                <a:solidFill>
                  <a:srgbClr val="503192"/>
                </a:solidFill>
                <a:effectLst/>
                <a:uLnTx/>
                <a:uFillTx/>
                <a:latin typeface="Verdana"/>
                <a:ea typeface="Verdana"/>
                <a:cs typeface="Verdana"/>
                <a:sym typeface="Verdana"/>
              </a:rPr>
              <a:t>дисфункции</a:t>
            </a:r>
            <a:endParaRPr kumimoji="0" sz="1800" b="0" i="0" u="none" strike="noStrike" kern="1200" cap="none" spc="0" normalizeH="0" baseline="0" noProof="0" dirty="0">
              <a:ln>
                <a:noFill/>
              </a:ln>
              <a:solidFill>
                <a:srgbClr val="265374"/>
              </a:solidFill>
              <a:effectLst/>
              <a:uLnTx/>
              <a:uFillTx/>
              <a:latin typeface="Verdana"/>
              <a:ea typeface="+mn-ea"/>
              <a:cs typeface="+mn-cs"/>
            </a:endParaRPr>
          </a:p>
          <a:p>
            <a:pPr marL="228600" marR="0" lvl="0" indent="-228600" algn="l" defTabSz="914400" rtl="0" eaLnBrk="1" fontAlgn="auto" latinLnBrk="0" hangingPunct="1">
              <a:lnSpc>
                <a:spcPct val="100000"/>
              </a:lnSpc>
              <a:spcBef>
                <a:spcPts val="1000"/>
              </a:spcBef>
              <a:spcAft>
                <a:spcPts val="0"/>
              </a:spcAft>
              <a:buClr>
                <a:srgbClr val="503192"/>
              </a:buClr>
              <a:buSzPts val="1200"/>
              <a:buFont typeface="Verdana"/>
              <a:buChar char="•"/>
              <a:tabLst/>
              <a:defRPr/>
            </a:pPr>
            <a:r>
              <a:rPr kumimoji="0" lang="en-US" sz="1200" b="0" i="0" u="none" strike="noStrike" kern="1200" cap="none" spc="0" normalizeH="0" baseline="0" noProof="0" dirty="0">
                <a:ln>
                  <a:noFill/>
                </a:ln>
                <a:solidFill>
                  <a:srgbClr val="265374">
                    <a:lumMod val="75000"/>
                    <a:lumOff val="25000"/>
                  </a:srgbClr>
                </a:solidFill>
                <a:effectLst/>
                <a:uLnTx/>
                <a:uFillTx/>
                <a:latin typeface="Calibri" panose="020F0502020204030204" pitchFamily="34" charset="0"/>
                <a:ea typeface="Verdana"/>
                <a:cs typeface="Calibri" panose="020F0502020204030204" pitchFamily="34" charset="0"/>
                <a:sym typeface="Verdana"/>
              </a:rPr>
              <a:t>0-1: 0.0%</a:t>
            </a:r>
            <a:endParaRPr kumimoji="0" sz="1800" b="0" i="0" u="none" strike="noStrike" kern="1200" cap="none" spc="0" normalizeH="0" baseline="0" noProof="0" dirty="0">
              <a:ln>
                <a:noFill/>
              </a:ln>
              <a:solidFill>
                <a:srgbClr val="265374">
                  <a:lumMod val="75000"/>
                  <a:lumOff val="25000"/>
                </a:srgbClr>
              </a:solidFill>
              <a:effectLst/>
              <a:uLnTx/>
              <a:uFillTx/>
              <a:latin typeface="Calibri" panose="020F0502020204030204" pitchFamily="34" charset="0"/>
              <a:ea typeface="+mn-ea"/>
              <a:cs typeface="Calibri" panose="020F0502020204030204" pitchFamily="34" charset="0"/>
            </a:endParaRPr>
          </a:p>
          <a:p>
            <a:pPr marL="228600" marR="0" lvl="0" indent="-228600" algn="l" defTabSz="914400" rtl="0" eaLnBrk="1" fontAlgn="auto" latinLnBrk="0" hangingPunct="1">
              <a:lnSpc>
                <a:spcPct val="100000"/>
              </a:lnSpc>
              <a:spcBef>
                <a:spcPts val="1000"/>
              </a:spcBef>
              <a:spcAft>
                <a:spcPts val="0"/>
              </a:spcAft>
              <a:buClr>
                <a:srgbClr val="503192"/>
              </a:buClr>
              <a:buSzPts val="1200"/>
              <a:buFont typeface="Verdana"/>
              <a:buChar char="•"/>
              <a:tabLst/>
              <a:defRPr/>
            </a:pPr>
            <a:r>
              <a:rPr kumimoji="0" lang="en-US" sz="1200" b="0" i="0" u="none" strike="noStrike" kern="1200" cap="none" spc="0" normalizeH="0" baseline="0" noProof="0" dirty="0">
                <a:ln>
                  <a:noFill/>
                </a:ln>
                <a:solidFill>
                  <a:srgbClr val="265374">
                    <a:lumMod val="75000"/>
                    <a:lumOff val="25000"/>
                  </a:srgbClr>
                </a:solidFill>
                <a:effectLst/>
                <a:uLnTx/>
                <a:uFillTx/>
                <a:latin typeface="Calibri" panose="020F0502020204030204" pitchFamily="34" charset="0"/>
                <a:ea typeface="Verdana"/>
                <a:cs typeface="Calibri" panose="020F0502020204030204" pitchFamily="34" charset="0"/>
                <a:sym typeface="Verdana"/>
              </a:rPr>
              <a:t>2-9: 0.0%</a:t>
            </a:r>
            <a:endParaRPr kumimoji="0" sz="1800" b="0" i="0" u="none" strike="noStrike" kern="1200" cap="none" spc="0" normalizeH="0" baseline="0" noProof="0" dirty="0">
              <a:ln>
                <a:noFill/>
              </a:ln>
              <a:solidFill>
                <a:srgbClr val="265374">
                  <a:lumMod val="75000"/>
                  <a:lumOff val="25000"/>
                </a:srgbClr>
              </a:solidFill>
              <a:effectLst/>
              <a:uLnTx/>
              <a:uFillTx/>
              <a:latin typeface="Calibri" panose="020F0502020204030204" pitchFamily="34" charset="0"/>
              <a:ea typeface="+mn-ea"/>
              <a:cs typeface="Calibri" panose="020F0502020204030204" pitchFamily="34" charset="0"/>
            </a:endParaRPr>
          </a:p>
          <a:p>
            <a:pPr marL="228600" marR="0" lvl="0" indent="-228600" algn="l" defTabSz="914400" rtl="0" eaLnBrk="1" fontAlgn="auto" latinLnBrk="0" hangingPunct="1">
              <a:lnSpc>
                <a:spcPct val="100000"/>
              </a:lnSpc>
              <a:spcBef>
                <a:spcPts val="1000"/>
              </a:spcBef>
              <a:spcAft>
                <a:spcPts val="0"/>
              </a:spcAft>
              <a:buClr>
                <a:srgbClr val="503192"/>
              </a:buClr>
              <a:buSzPts val="1200"/>
              <a:buFont typeface="Verdana"/>
              <a:buChar char="•"/>
              <a:tabLst/>
              <a:defRPr/>
            </a:pPr>
            <a:r>
              <a:rPr kumimoji="0" lang="en-US" sz="1200" b="0" i="0" u="none" strike="noStrike" kern="1200" cap="none" spc="0" normalizeH="0" baseline="0" noProof="0" dirty="0">
                <a:ln>
                  <a:noFill/>
                </a:ln>
                <a:solidFill>
                  <a:srgbClr val="265374">
                    <a:lumMod val="75000"/>
                    <a:lumOff val="25000"/>
                  </a:srgbClr>
                </a:solidFill>
                <a:effectLst/>
                <a:uLnTx/>
                <a:uFillTx/>
                <a:latin typeface="Calibri" panose="020F0502020204030204" pitchFamily="34" charset="0"/>
                <a:ea typeface="Verdana"/>
                <a:cs typeface="Calibri" panose="020F0502020204030204" pitchFamily="34" charset="0"/>
                <a:sym typeface="Verdana"/>
              </a:rPr>
              <a:t>10-19: 0.0%</a:t>
            </a:r>
            <a:endParaRPr kumimoji="0" sz="1800" b="0" i="0" u="none" strike="noStrike" kern="1200" cap="none" spc="0" normalizeH="0" baseline="0" noProof="0" dirty="0">
              <a:ln>
                <a:noFill/>
              </a:ln>
              <a:solidFill>
                <a:srgbClr val="265374">
                  <a:lumMod val="75000"/>
                  <a:lumOff val="25000"/>
                </a:srgbClr>
              </a:solidFill>
              <a:effectLst/>
              <a:uLnTx/>
              <a:uFillTx/>
              <a:latin typeface="Calibri" panose="020F0502020204030204" pitchFamily="34" charset="0"/>
              <a:ea typeface="+mn-ea"/>
              <a:cs typeface="Calibri" panose="020F0502020204030204" pitchFamily="34" charset="0"/>
            </a:endParaRPr>
          </a:p>
          <a:p>
            <a:pPr marL="228600" marR="0" lvl="0" indent="-228600" algn="l" defTabSz="914400" rtl="0" eaLnBrk="1" fontAlgn="auto" latinLnBrk="0" hangingPunct="1">
              <a:lnSpc>
                <a:spcPct val="100000"/>
              </a:lnSpc>
              <a:spcBef>
                <a:spcPts val="1000"/>
              </a:spcBef>
              <a:spcAft>
                <a:spcPts val="0"/>
              </a:spcAft>
              <a:buClr>
                <a:srgbClr val="503192"/>
              </a:buClr>
              <a:buSzPts val="1200"/>
              <a:buFont typeface="Verdana"/>
              <a:buChar char="•"/>
              <a:tabLst/>
              <a:defRPr/>
            </a:pPr>
            <a:r>
              <a:rPr kumimoji="0" lang="en-US" sz="1200" b="0" i="0" u="none" strike="noStrike" kern="1200" cap="none" spc="0" normalizeH="0" baseline="0" noProof="0" dirty="0">
                <a:ln>
                  <a:noFill/>
                </a:ln>
                <a:solidFill>
                  <a:srgbClr val="265374">
                    <a:lumMod val="75000"/>
                    <a:lumOff val="25000"/>
                  </a:srgbClr>
                </a:solidFill>
                <a:effectLst/>
                <a:uLnTx/>
                <a:uFillTx/>
                <a:latin typeface="Calibri" panose="020F0502020204030204" pitchFamily="34" charset="0"/>
                <a:ea typeface="Verdana"/>
                <a:cs typeface="Calibri" panose="020F0502020204030204" pitchFamily="34" charset="0"/>
                <a:sym typeface="Verdana"/>
              </a:rPr>
              <a:t>20-29: 0.0%</a:t>
            </a:r>
            <a:endParaRPr kumimoji="0" sz="1800" b="0" i="0" u="none" strike="noStrike" kern="1200" cap="none" spc="0" normalizeH="0" baseline="0" noProof="0" dirty="0">
              <a:ln>
                <a:noFill/>
              </a:ln>
              <a:solidFill>
                <a:srgbClr val="265374">
                  <a:lumMod val="75000"/>
                  <a:lumOff val="25000"/>
                </a:srgbClr>
              </a:solidFill>
              <a:effectLst/>
              <a:uLnTx/>
              <a:uFillTx/>
              <a:latin typeface="Calibri" panose="020F0502020204030204" pitchFamily="34" charset="0"/>
              <a:ea typeface="+mn-ea"/>
              <a:cs typeface="Calibri" panose="020F0502020204030204" pitchFamily="34" charset="0"/>
            </a:endParaRPr>
          </a:p>
          <a:p>
            <a:pPr marL="228600" marR="0" lvl="0" indent="-228600" algn="l" defTabSz="914400" rtl="0" eaLnBrk="1" fontAlgn="auto" latinLnBrk="0" hangingPunct="1">
              <a:lnSpc>
                <a:spcPct val="100000"/>
              </a:lnSpc>
              <a:spcBef>
                <a:spcPts val="1000"/>
              </a:spcBef>
              <a:spcAft>
                <a:spcPts val="0"/>
              </a:spcAft>
              <a:buClr>
                <a:srgbClr val="503192"/>
              </a:buClr>
              <a:buSzPts val="1200"/>
              <a:buFont typeface="Verdana"/>
              <a:buChar char="•"/>
              <a:tabLst/>
              <a:defRPr/>
            </a:pPr>
            <a:r>
              <a:rPr kumimoji="0" lang="en-US" sz="1200" b="0" i="0" u="none" strike="noStrike" kern="1200" cap="none" spc="0" normalizeH="0" baseline="0" noProof="0" dirty="0">
                <a:ln>
                  <a:noFill/>
                </a:ln>
                <a:solidFill>
                  <a:srgbClr val="265374">
                    <a:lumMod val="75000"/>
                    <a:lumOff val="25000"/>
                  </a:srgbClr>
                </a:solidFill>
                <a:effectLst/>
                <a:uLnTx/>
                <a:uFillTx/>
                <a:latin typeface="Calibri" panose="020F0502020204030204" pitchFamily="34" charset="0"/>
                <a:ea typeface="Verdana"/>
                <a:cs typeface="Calibri" panose="020F0502020204030204" pitchFamily="34" charset="0"/>
                <a:sym typeface="Verdana"/>
              </a:rPr>
              <a:t>30-39: 5.36%</a:t>
            </a:r>
            <a:endParaRPr kumimoji="0" sz="1800" b="0" i="0" u="none" strike="noStrike" kern="1200" cap="none" spc="0" normalizeH="0" baseline="0" noProof="0" dirty="0">
              <a:ln>
                <a:noFill/>
              </a:ln>
              <a:solidFill>
                <a:srgbClr val="265374">
                  <a:lumMod val="75000"/>
                  <a:lumOff val="25000"/>
                </a:srgbClr>
              </a:solidFill>
              <a:effectLst/>
              <a:uLnTx/>
              <a:uFillTx/>
              <a:latin typeface="Calibri" panose="020F0502020204030204" pitchFamily="34" charset="0"/>
              <a:ea typeface="+mn-ea"/>
              <a:cs typeface="Calibri" panose="020F0502020204030204" pitchFamily="34" charset="0"/>
            </a:endParaRPr>
          </a:p>
          <a:p>
            <a:pPr marL="228600" marR="0" lvl="0" indent="-228600" algn="l" defTabSz="914400" rtl="0" eaLnBrk="1" fontAlgn="auto" latinLnBrk="0" hangingPunct="1">
              <a:lnSpc>
                <a:spcPct val="100000"/>
              </a:lnSpc>
              <a:spcBef>
                <a:spcPts val="1000"/>
              </a:spcBef>
              <a:spcAft>
                <a:spcPts val="0"/>
              </a:spcAft>
              <a:buClr>
                <a:srgbClr val="503192"/>
              </a:buClr>
              <a:buSzPts val="1200"/>
              <a:buFont typeface="Verdana"/>
              <a:buChar char="•"/>
              <a:tabLst/>
              <a:defRPr/>
            </a:pPr>
            <a:r>
              <a:rPr kumimoji="0" lang="en-US" sz="1200" b="0" i="0" u="none" strike="noStrike" kern="1200" cap="none" spc="0" normalizeH="0" baseline="0" noProof="0" dirty="0">
                <a:ln>
                  <a:noFill/>
                </a:ln>
                <a:solidFill>
                  <a:srgbClr val="265374">
                    <a:lumMod val="75000"/>
                    <a:lumOff val="25000"/>
                  </a:srgbClr>
                </a:solidFill>
                <a:effectLst/>
                <a:uLnTx/>
                <a:uFillTx/>
                <a:latin typeface="Calibri" panose="020F0502020204030204" pitchFamily="34" charset="0"/>
                <a:ea typeface="Verdana"/>
                <a:cs typeface="Calibri" panose="020F0502020204030204" pitchFamily="34" charset="0"/>
                <a:sym typeface="Verdana"/>
              </a:rPr>
              <a:t>40-49: 14.29%</a:t>
            </a:r>
            <a:endParaRPr kumimoji="0" sz="1800" b="0" i="0" u="none" strike="noStrike" kern="1200" cap="none" spc="0" normalizeH="0" baseline="0" noProof="0" dirty="0">
              <a:ln>
                <a:noFill/>
              </a:ln>
              <a:solidFill>
                <a:srgbClr val="265374">
                  <a:lumMod val="75000"/>
                  <a:lumOff val="25000"/>
                </a:srgbClr>
              </a:solidFill>
              <a:effectLst/>
              <a:uLnTx/>
              <a:uFillTx/>
              <a:latin typeface="Calibri" panose="020F0502020204030204" pitchFamily="34" charset="0"/>
              <a:ea typeface="+mn-ea"/>
              <a:cs typeface="Calibri" panose="020F0502020204030204" pitchFamily="34" charset="0"/>
            </a:endParaRPr>
          </a:p>
          <a:p>
            <a:pPr marL="228600" marR="0" lvl="0" indent="-228600" algn="l" defTabSz="914400" rtl="0" eaLnBrk="1" fontAlgn="auto" latinLnBrk="0" hangingPunct="1">
              <a:lnSpc>
                <a:spcPct val="100000"/>
              </a:lnSpc>
              <a:spcBef>
                <a:spcPts val="1000"/>
              </a:spcBef>
              <a:spcAft>
                <a:spcPts val="0"/>
              </a:spcAft>
              <a:buClr>
                <a:srgbClr val="503192"/>
              </a:buClr>
              <a:buSzPts val="1200"/>
              <a:buFont typeface="Verdana"/>
              <a:buChar char="•"/>
              <a:tabLst/>
              <a:defRPr/>
            </a:pPr>
            <a:r>
              <a:rPr kumimoji="0" lang="en-US" sz="1200" b="1" i="0" u="none" strike="noStrike" kern="1200" cap="none" spc="0" normalizeH="0" baseline="0" noProof="0" dirty="0">
                <a:ln>
                  <a:noFill/>
                </a:ln>
                <a:solidFill>
                  <a:srgbClr val="265374">
                    <a:lumMod val="75000"/>
                    <a:lumOff val="25000"/>
                  </a:srgbClr>
                </a:solidFill>
                <a:effectLst/>
                <a:uLnTx/>
                <a:uFillTx/>
                <a:latin typeface="Calibri" panose="020F0502020204030204" pitchFamily="34" charset="0"/>
                <a:ea typeface="Verdana"/>
                <a:cs typeface="Calibri" panose="020F0502020204030204" pitchFamily="34" charset="0"/>
                <a:sym typeface="Verdana"/>
              </a:rPr>
              <a:t>50-59: 33.93%</a:t>
            </a:r>
            <a:endParaRPr kumimoji="0" sz="1800" b="0" i="0" u="none" strike="noStrike" kern="1200" cap="none" spc="0" normalizeH="0" baseline="0" noProof="0" dirty="0">
              <a:ln>
                <a:noFill/>
              </a:ln>
              <a:solidFill>
                <a:srgbClr val="265374">
                  <a:lumMod val="75000"/>
                  <a:lumOff val="25000"/>
                </a:srgbClr>
              </a:solidFill>
              <a:effectLst/>
              <a:uLnTx/>
              <a:uFillTx/>
              <a:latin typeface="Calibri" panose="020F0502020204030204" pitchFamily="34" charset="0"/>
              <a:ea typeface="+mn-ea"/>
              <a:cs typeface="Calibri" panose="020F0502020204030204" pitchFamily="34" charset="0"/>
            </a:endParaRPr>
          </a:p>
          <a:p>
            <a:pPr marL="228600" marR="0" lvl="0" indent="-228600" algn="l" defTabSz="914400" rtl="0" eaLnBrk="1" fontAlgn="auto" latinLnBrk="0" hangingPunct="1">
              <a:lnSpc>
                <a:spcPct val="100000"/>
              </a:lnSpc>
              <a:spcBef>
                <a:spcPts val="1000"/>
              </a:spcBef>
              <a:spcAft>
                <a:spcPts val="0"/>
              </a:spcAft>
              <a:buClr>
                <a:srgbClr val="503192"/>
              </a:buClr>
              <a:buSzPts val="1200"/>
              <a:buFont typeface="Verdana"/>
              <a:buChar char="•"/>
              <a:tabLst/>
              <a:defRPr/>
            </a:pPr>
            <a:r>
              <a:rPr kumimoji="0" lang="en-US" sz="1200" b="1" i="0" u="none" strike="noStrike" kern="1200" cap="none" spc="0" normalizeH="0" baseline="0" noProof="0" dirty="0">
                <a:ln>
                  <a:noFill/>
                </a:ln>
                <a:solidFill>
                  <a:srgbClr val="265374">
                    <a:lumMod val="75000"/>
                    <a:lumOff val="25000"/>
                  </a:srgbClr>
                </a:solidFill>
                <a:effectLst/>
                <a:uLnTx/>
                <a:uFillTx/>
                <a:latin typeface="Calibri" panose="020F0502020204030204" pitchFamily="34" charset="0"/>
                <a:ea typeface="Verdana"/>
                <a:cs typeface="Calibri" panose="020F0502020204030204" pitchFamily="34" charset="0"/>
                <a:sym typeface="Verdana"/>
              </a:rPr>
              <a:t>60+: 46.43%</a:t>
            </a:r>
            <a:endParaRPr kumimoji="0" sz="1800" b="0" i="0" u="none" strike="noStrike" kern="1200" cap="none" spc="0" normalizeH="0" baseline="0" noProof="0" dirty="0">
              <a:ln>
                <a:noFill/>
              </a:ln>
              <a:solidFill>
                <a:srgbClr val="265374">
                  <a:lumMod val="75000"/>
                  <a:lumOff val="25000"/>
                </a:srgbClr>
              </a:solidFill>
              <a:effectLst/>
              <a:uLnTx/>
              <a:uFillTx/>
              <a:latin typeface="Calibri" panose="020F0502020204030204" pitchFamily="34" charset="0"/>
              <a:ea typeface="+mn-ea"/>
              <a:cs typeface="Calibri" panose="020F0502020204030204" pitchFamily="34" charset="0"/>
            </a:endParaRPr>
          </a:p>
        </p:txBody>
      </p:sp>
      <p:sp>
        <p:nvSpPr>
          <p:cNvPr id="1200" name="Google Shape;1200;p48"/>
          <p:cNvSpPr/>
          <p:nvPr/>
        </p:nvSpPr>
        <p:spPr>
          <a:xfrm>
            <a:off x="6788766" y="2185219"/>
            <a:ext cx="5028096" cy="936050"/>
          </a:xfrm>
          <a:prstGeom prst="roundRect">
            <a:avLst>
              <a:gd name="adj" fmla="val 13149"/>
            </a:avLst>
          </a:prstGeom>
          <a:noFill/>
          <a:ln w="28575">
            <a:solidFill>
              <a:srgbClr val="97D5D0"/>
            </a:solid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srgbClr val="323F48"/>
                </a:solidFill>
                <a:effectLst/>
                <a:uLnTx/>
                <a:uFillTx/>
                <a:latin typeface="Calibri"/>
                <a:ea typeface="Calibri"/>
                <a:cs typeface="Calibri"/>
                <a:sym typeface="Calibri"/>
              </a:rPr>
              <a:t>На</a:t>
            </a:r>
            <a:r>
              <a:rPr kumimoji="0" lang="en-US" sz="1200" b="0" i="0" u="none" strike="noStrike" kern="1200" cap="none" spc="0" normalizeH="0" baseline="0" noProof="0" dirty="0">
                <a:ln>
                  <a:noFill/>
                </a:ln>
                <a:solidFill>
                  <a:srgbClr val="323F48"/>
                </a:solidFill>
                <a:effectLst/>
                <a:uLnTx/>
                <a:uFillTx/>
                <a:latin typeface="Calibri"/>
                <a:ea typeface="Calibri"/>
                <a:cs typeface="Calibri"/>
                <a:sym typeface="Calibri"/>
              </a:rPr>
              <a:t> 8 </a:t>
            </a:r>
            <a:r>
              <a:rPr kumimoji="0" lang="en-US" sz="1200" b="0" i="0" u="none" strike="noStrike" kern="1200" cap="none" spc="0" normalizeH="0" baseline="0" noProof="0" dirty="0" err="1">
                <a:ln>
                  <a:noFill/>
                </a:ln>
                <a:solidFill>
                  <a:srgbClr val="323F48"/>
                </a:solidFill>
                <a:effectLst/>
                <a:uLnTx/>
                <a:uFillTx/>
                <a:latin typeface="Calibri"/>
                <a:ea typeface="Calibri"/>
                <a:cs typeface="Calibri"/>
                <a:sym typeface="Calibri"/>
              </a:rPr>
              <a:t>января</a:t>
            </a:r>
            <a:r>
              <a:rPr kumimoji="0" lang="en-US" sz="1200" b="0" i="0" u="none" strike="noStrike" kern="1200" cap="none" spc="0" normalizeH="0" baseline="0" noProof="0" dirty="0">
                <a:ln>
                  <a:noFill/>
                </a:ln>
                <a:solidFill>
                  <a:srgbClr val="323F48"/>
                </a:solidFill>
                <a:effectLst/>
                <a:uLnTx/>
                <a:uFillTx/>
                <a:latin typeface="Calibri"/>
                <a:ea typeface="Calibri"/>
                <a:cs typeface="Calibri"/>
                <a:sym typeface="Calibri"/>
              </a:rPr>
              <a:t> 2023 </a:t>
            </a:r>
            <a:r>
              <a:rPr kumimoji="0" lang="en-US" sz="1200" b="0" i="0" u="none" strike="noStrike" kern="1200" cap="none" spc="0" normalizeH="0" baseline="0" noProof="0" dirty="0" err="1">
                <a:ln>
                  <a:noFill/>
                </a:ln>
                <a:solidFill>
                  <a:srgbClr val="323F48"/>
                </a:solidFill>
                <a:effectLst/>
                <a:uLnTx/>
                <a:uFillTx/>
                <a:latin typeface="Calibri"/>
                <a:ea typeface="Calibri"/>
                <a:cs typeface="Calibri"/>
                <a:sym typeface="Calibri"/>
              </a:rPr>
              <a:t>года</a:t>
            </a:r>
            <a:r>
              <a:rPr kumimoji="0" lang="en-US" sz="1200" b="0" i="0" u="none" strike="noStrike" kern="1200" cap="none" spc="0" normalizeH="0" baseline="0" noProof="0" dirty="0">
                <a:ln>
                  <a:noFill/>
                </a:ln>
                <a:solidFill>
                  <a:srgbClr val="323F48"/>
                </a:solidFill>
                <a:effectLst/>
                <a:uLnTx/>
                <a:uFillTx/>
                <a:latin typeface="Calibri"/>
                <a:ea typeface="Calibri"/>
                <a:cs typeface="Calibri"/>
                <a:sym typeface="Calibri"/>
              </a:rPr>
              <a:t> </a:t>
            </a:r>
            <a:r>
              <a:rPr kumimoji="0" lang="en-US" sz="1200" b="1" i="0" u="none" strike="noStrike" kern="1200" cap="none" spc="0" normalizeH="0" baseline="0" noProof="0" dirty="0">
                <a:ln>
                  <a:noFill/>
                </a:ln>
                <a:solidFill>
                  <a:srgbClr val="323F48"/>
                </a:solidFill>
                <a:effectLst/>
                <a:uLnTx/>
                <a:uFillTx/>
                <a:latin typeface="Calibri"/>
                <a:ea typeface="Calibri"/>
                <a:cs typeface="Calibri"/>
                <a:sym typeface="Calibri"/>
              </a:rPr>
              <a:t>31 059</a:t>
            </a:r>
            <a:r>
              <a:rPr kumimoji="0" lang="en-US" sz="1200" b="0" i="0" u="none" strike="noStrike" kern="1200" cap="none" spc="0" normalizeH="0" baseline="0" noProof="0" dirty="0">
                <a:ln>
                  <a:noFill/>
                </a:ln>
                <a:solidFill>
                  <a:srgbClr val="323F48"/>
                </a:solidFill>
                <a:effectLst/>
                <a:uLnTx/>
                <a:uFillTx/>
                <a:latin typeface="Calibri"/>
                <a:ea typeface="Calibri"/>
                <a:cs typeface="Calibri"/>
                <a:sym typeface="Calibri"/>
              </a:rPr>
              <a:t> </a:t>
            </a:r>
            <a:r>
              <a:rPr kumimoji="0" lang="en-US" sz="1200" b="0" i="0" u="none" strike="noStrike" kern="1200" cap="none" spc="0" normalizeH="0" baseline="0" noProof="0" dirty="0" err="1">
                <a:ln>
                  <a:noFill/>
                </a:ln>
                <a:solidFill>
                  <a:srgbClr val="323F48"/>
                </a:solidFill>
                <a:effectLst/>
                <a:uLnTx/>
                <a:uFillTx/>
                <a:latin typeface="Calibri"/>
                <a:ea typeface="Calibri"/>
                <a:cs typeface="Calibri"/>
                <a:sym typeface="Calibri"/>
              </a:rPr>
              <a:t>человек</a:t>
            </a:r>
            <a:r>
              <a:rPr kumimoji="0" lang="en-US" sz="1200" b="0" i="0" u="none" strike="noStrike" kern="1200" cap="none" spc="0" normalizeH="0" baseline="0" noProof="0" dirty="0">
                <a:ln>
                  <a:noFill/>
                </a:ln>
                <a:solidFill>
                  <a:srgbClr val="323F48"/>
                </a:solidFill>
                <a:effectLst/>
                <a:uLnTx/>
                <a:uFillTx/>
                <a:latin typeface="Calibri"/>
                <a:ea typeface="Calibri"/>
                <a:cs typeface="Calibri"/>
                <a:sym typeface="Calibri"/>
              </a:rPr>
              <a:t> </a:t>
            </a:r>
            <a:r>
              <a:rPr kumimoji="0" lang="en-US" sz="1200" b="0" i="0" u="none" strike="noStrike" kern="1200" cap="none" spc="0" normalizeH="0" baseline="0" noProof="0" dirty="0" err="1">
                <a:ln>
                  <a:noFill/>
                </a:ln>
                <a:solidFill>
                  <a:srgbClr val="323F48"/>
                </a:solidFill>
                <a:effectLst/>
                <a:uLnTx/>
                <a:uFillTx/>
                <a:latin typeface="Calibri"/>
                <a:ea typeface="Calibri"/>
                <a:cs typeface="Calibri"/>
                <a:sym typeface="Calibri"/>
              </a:rPr>
              <a:t>сообщили</a:t>
            </a:r>
            <a:r>
              <a:rPr kumimoji="0" lang="en-US" sz="1200" b="0" i="0" u="none" strike="noStrike" kern="1200" cap="none" spc="0" normalizeH="0" baseline="0" noProof="0" dirty="0">
                <a:ln>
                  <a:noFill/>
                </a:ln>
                <a:solidFill>
                  <a:srgbClr val="323F48"/>
                </a:solidFill>
                <a:effectLst/>
                <a:uLnTx/>
                <a:uFillTx/>
                <a:latin typeface="Calibri"/>
                <a:ea typeface="Calibri"/>
                <a:cs typeface="Calibri"/>
                <a:sym typeface="Calibri"/>
              </a:rPr>
              <a:t> о </a:t>
            </a:r>
            <a:r>
              <a:rPr kumimoji="0" lang="en-US" sz="1200" b="0" i="0" u="none" strike="noStrike" kern="1200" cap="none" spc="0" normalizeH="0" baseline="0" noProof="0" dirty="0" err="1">
                <a:ln>
                  <a:noFill/>
                </a:ln>
                <a:solidFill>
                  <a:srgbClr val="323F48"/>
                </a:solidFill>
                <a:effectLst/>
                <a:uLnTx/>
                <a:uFillTx/>
                <a:latin typeface="Calibri"/>
                <a:ea typeface="Calibri"/>
                <a:cs typeface="Calibri"/>
                <a:sym typeface="Calibri"/>
              </a:rPr>
              <a:t>наличии</a:t>
            </a:r>
            <a:r>
              <a:rPr kumimoji="0" lang="en-US" sz="1200" b="0" i="0" u="none" strike="noStrike" kern="1200" cap="none" spc="0" normalizeH="0" baseline="0" noProof="0" dirty="0">
                <a:ln>
                  <a:noFill/>
                </a:ln>
                <a:solidFill>
                  <a:srgbClr val="323F48"/>
                </a:solidFill>
                <a:effectLst/>
                <a:uLnTx/>
                <a:uFillTx/>
                <a:latin typeface="Calibri"/>
                <a:ea typeface="Calibri"/>
                <a:cs typeface="Calibri"/>
                <a:sym typeface="Calibri"/>
              </a:rPr>
              <a:t> </a:t>
            </a:r>
            <a:r>
              <a:rPr kumimoji="0" lang="en-US" sz="1200" b="0" i="0" u="none" strike="noStrike" kern="1200" cap="none" spc="0" normalizeH="0" baseline="0" noProof="0" dirty="0" err="1">
                <a:ln>
                  <a:noFill/>
                </a:ln>
                <a:solidFill>
                  <a:srgbClr val="323F48"/>
                </a:solidFill>
                <a:effectLst/>
                <a:uLnTx/>
                <a:uFillTx/>
                <a:latin typeface="Calibri"/>
                <a:ea typeface="Calibri"/>
                <a:cs typeface="Calibri"/>
                <a:sym typeface="Calibri"/>
              </a:rPr>
              <a:t>побочных</a:t>
            </a:r>
            <a:r>
              <a:rPr kumimoji="0" lang="en-US" sz="1200" b="0" i="0" u="none" strike="noStrike" kern="1200" cap="none" spc="0" normalizeH="0" baseline="0" noProof="0" dirty="0">
                <a:ln>
                  <a:noFill/>
                </a:ln>
                <a:solidFill>
                  <a:srgbClr val="323F48"/>
                </a:solidFill>
                <a:effectLst/>
                <a:uLnTx/>
                <a:uFillTx/>
                <a:latin typeface="Calibri"/>
                <a:ea typeface="Calibri"/>
                <a:cs typeface="Calibri"/>
                <a:sym typeface="Calibri"/>
              </a:rPr>
              <a:t> </a:t>
            </a:r>
            <a:r>
              <a:rPr kumimoji="0" lang="en-US" sz="1200" b="0" i="0" u="none" strike="noStrike" kern="1200" cap="none" spc="0" normalizeH="0" baseline="0" noProof="0" dirty="0" err="1">
                <a:ln>
                  <a:noFill/>
                </a:ln>
                <a:solidFill>
                  <a:srgbClr val="323F48"/>
                </a:solidFill>
                <a:effectLst/>
                <a:uLnTx/>
                <a:uFillTx/>
                <a:latin typeface="Calibri"/>
                <a:ea typeface="Calibri"/>
                <a:cs typeface="Calibri"/>
                <a:sym typeface="Calibri"/>
              </a:rPr>
              <a:t>эффектов</a:t>
            </a:r>
            <a:r>
              <a:rPr kumimoji="0" lang="en-US" sz="1200" b="0" i="0" u="none" strike="noStrike" kern="1200" cap="none" spc="0" normalizeH="0" baseline="0" noProof="0" dirty="0">
                <a:ln>
                  <a:noFill/>
                </a:ln>
                <a:solidFill>
                  <a:srgbClr val="323F48"/>
                </a:solidFill>
                <a:effectLst/>
                <a:uLnTx/>
                <a:uFillTx/>
                <a:latin typeface="Calibri"/>
                <a:ea typeface="Calibri"/>
                <a:cs typeface="Calibri"/>
                <a:sym typeface="Calibri"/>
              </a:rPr>
              <a:t> </a:t>
            </a:r>
            <a:r>
              <a:rPr kumimoji="0" lang="en-US" sz="1200" b="0" i="0" u="none" strike="noStrike" kern="1200" cap="none" spc="0" normalizeH="0" baseline="0" noProof="0" dirty="0" err="1">
                <a:ln>
                  <a:noFill/>
                </a:ln>
                <a:solidFill>
                  <a:srgbClr val="323F48"/>
                </a:solidFill>
                <a:effectLst/>
                <a:uLnTx/>
                <a:uFillTx/>
                <a:latin typeface="Calibri"/>
                <a:ea typeface="Calibri"/>
                <a:cs typeface="Calibri"/>
                <a:sym typeface="Calibri"/>
              </a:rPr>
              <a:t>при</a:t>
            </a:r>
            <a:r>
              <a:rPr kumimoji="0" lang="en-US" sz="1200" b="0" i="0" u="none" strike="noStrike" kern="1200" cap="none" spc="0" normalizeH="0" baseline="0" noProof="0" dirty="0">
                <a:ln>
                  <a:noFill/>
                </a:ln>
                <a:solidFill>
                  <a:srgbClr val="323F48"/>
                </a:solidFill>
                <a:effectLst/>
                <a:uLnTx/>
                <a:uFillTx/>
                <a:latin typeface="Calibri"/>
                <a:ea typeface="Calibri"/>
                <a:cs typeface="Calibri"/>
                <a:sym typeface="Calibri"/>
              </a:rPr>
              <a:t> </a:t>
            </a:r>
            <a:r>
              <a:rPr kumimoji="0" lang="en-US" sz="1200" b="0" i="0" u="none" strike="noStrike" kern="1200" cap="none" spc="0" normalizeH="0" baseline="0" noProof="0" dirty="0" err="1">
                <a:ln>
                  <a:noFill/>
                </a:ln>
                <a:solidFill>
                  <a:srgbClr val="323F48"/>
                </a:solidFill>
                <a:effectLst/>
                <a:uLnTx/>
                <a:uFillTx/>
                <a:latin typeface="Calibri"/>
                <a:ea typeface="Calibri"/>
                <a:cs typeface="Calibri"/>
                <a:sym typeface="Calibri"/>
              </a:rPr>
              <a:t>приеме</a:t>
            </a:r>
            <a:r>
              <a:rPr kumimoji="0" lang="en-US" sz="1200" b="0" i="0" u="none" strike="noStrike" kern="1200" cap="none" spc="0" normalizeH="0" baseline="0" noProof="0" dirty="0">
                <a:ln>
                  <a:noFill/>
                </a:ln>
                <a:solidFill>
                  <a:srgbClr val="323F48"/>
                </a:solidFill>
                <a:effectLst/>
                <a:uLnTx/>
                <a:uFillTx/>
                <a:latin typeface="Calibri"/>
                <a:ea typeface="Calibri"/>
                <a:cs typeface="Calibri"/>
                <a:sym typeface="Calibri"/>
              </a:rPr>
              <a:t> </a:t>
            </a:r>
            <a:r>
              <a:rPr kumimoji="0" lang="en-US" sz="1200" b="0" i="0" u="none" strike="noStrike" kern="1200" cap="none" spc="0" normalizeH="0" baseline="0" noProof="0" dirty="0" err="1">
                <a:ln>
                  <a:noFill/>
                </a:ln>
                <a:solidFill>
                  <a:srgbClr val="323F48"/>
                </a:solidFill>
                <a:effectLst/>
                <a:uLnTx/>
                <a:uFillTx/>
                <a:latin typeface="Calibri"/>
                <a:ea typeface="Calibri"/>
                <a:cs typeface="Calibri"/>
                <a:sym typeface="Calibri"/>
              </a:rPr>
              <a:t>бисопролола</a:t>
            </a:r>
            <a:r>
              <a:rPr kumimoji="0" lang="en-US" sz="1200" b="0" i="0" u="none" strike="noStrike" kern="1200" cap="none" spc="0" normalizeH="0" baseline="0" noProof="0" dirty="0">
                <a:ln>
                  <a:noFill/>
                </a:ln>
                <a:solidFill>
                  <a:srgbClr val="323F48"/>
                </a:solidFill>
                <a:effectLst/>
                <a:uLnTx/>
                <a:uFillTx/>
                <a:latin typeface="Calibri"/>
                <a:ea typeface="Calibri"/>
                <a:cs typeface="Calibri"/>
                <a:sym typeface="Calibri"/>
              </a:rPr>
              <a:t> </a:t>
            </a:r>
            <a:r>
              <a:rPr kumimoji="0" lang="en-US" sz="1200" b="0" i="0" u="none" strike="noStrike" kern="1200" cap="none" spc="0" normalizeH="0" baseline="0" noProof="0" dirty="0" err="1">
                <a:ln>
                  <a:noFill/>
                </a:ln>
                <a:solidFill>
                  <a:srgbClr val="323F48"/>
                </a:solidFill>
                <a:effectLst/>
                <a:uLnTx/>
                <a:uFillTx/>
                <a:latin typeface="Calibri"/>
                <a:ea typeface="Calibri"/>
                <a:cs typeface="Calibri"/>
                <a:sym typeface="Calibri"/>
              </a:rPr>
              <a:t>фумарата</a:t>
            </a:r>
            <a:r>
              <a:rPr kumimoji="0" lang="en-US" sz="1200" b="0" i="0" u="none" strike="noStrike" kern="1200" cap="none" spc="0" normalizeH="0" baseline="0" noProof="0" dirty="0">
                <a:ln>
                  <a:noFill/>
                </a:ln>
                <a:solidFill>
                  <a:srgbClr val="323F48"/>
                </a:solidFill>
                <a:effectLst/>
                <a:uLnTx/>
                <a:uFillTx/>
                <a:latin typeface="Calibri"/>
                <a:ea typeface="Calibri"/>
                <a:cs typeface="Calibri"/>
                <a:sym typeface="Calibri"/>
              </a:rPr>
              <a:t>. </a:t>
            </a:r>
            <a:endParaRPr kumimoji="0" sz="1200" b="0" i="0" u="none" strike="noStrike" kern="1200" cap="none" spc="0" normalizeH="0" baseline="0" noProof="0" dirty="0">
              <a:ln>
                <a:noFill/>
              </a:ln>
              <a:solidFill>
                <a:srgbClr val="323F48"/>
              </a:solidFill>
              <a:effectLst/>
              <a:uLnTx/>
              <a:uFillTx/>
              <a:latin typeface="Calibri"/>
              <a:ea typeface="Calibri"/>
              <a:cs typeface="Calibri"/>
              <a:sym typeface="Calibri"/>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srgbClr val="323F48"/>
                </a:solidFill>
                <a:effectLst/>
                <a:uLnTx/>
                <a:uFillTx/>
                <a:latin typeface="Calibri"/>
                <a:ea typeface="Calibri"/>
                <a:cs typeface="Calibri"/>
                <a:sym typeface="Calibri"/>
              </a:rPr>
              <a:t>Среди</a:t>
            </a:r>
            <a:r>
              <a:rPr kumimoji="0" lang="en-US" sz="1200" b="0" i="0" u="none" strike="noStrike" kern="1200" cap="none" spc="0" normalizeH="0" baseline="0" noProof="0" dirty="0">
                <a:ln>
                  <a:noFill/>
                </a:ln>
                <a:solidFill>
                  <a:srgbClr val="323F48"/>
                </a:solidFill>
                <a:effectLst/>
                <a:uLnTx/>
                <a:uFillTx/>
                <a:latin typeface="Calibri"/>
                <a:ea typeface="Calibri"/>
                <a:cs typeface="Calibri"/>
                <a:sym typeface="Calibri"/>
              </a:rPr>
              <a:t> </a:t>
            </a:r>
            <a:r>
              <a:rPr kumimoji="0" lang="en-US" sz="1200" b="0" i="0" u="none" strike="noStrike" kern="1200" cap="none" spc="0" normalizeH="0" baseline="0" noProof="0" dirty="0" err="1">
                <a:ln>
                  <a:noFill/>
                </a:ln>
                <a:solidFill>
                  <a:srgbClr val="323F48"/>
                </a:solidFill>
                <a:effectLst/>
                <a:uLnTx/>
                <a:uFillTx/>
                <a:latin typeface="Calibri"/>
                <a:ea typeface="Calibri"/>
                <a:cs typeface="Calibri"/>
                <a:sym typeface="Calibri"/>
              </a:rPr>
              <a:t>них</a:t>
            </a:r>
            <a:r>
              <a:rPr kumimoji="0" lang="en-US" sz="1200" b="0" i="0" u="none" strike="noStrike" kern="1200" cap="none" spc="0" normalizeH="0" baseline="0" noProof="0" dirty="0">
                <a:ln>
                  <a:noFill/>
                </a:ln>
                <a:solidFill>
                  <a:srgbClr val="323F48"/>
                </a:solidFill>
                <a:effectLst/>
                <a:uLnTx/>
                <a:uFillTx/>
                <a:latin typeface="Calibri"/>
                <a:ea typeface="Calibri"/>
                <a:cs typeface="Calibri"/>
                <a:sym typeface="Calibri"/>
              </a:rPr>
              <a:t> у </a:t>
            </a:r>
            <a:r>
              <a:rPr kumimoji="0" lang="en-US" sz="1200" b="1" i="0" u="none" strike="noStrike" kern="1200" cap="none" spc="0" normalizeH="0" baseline="0" noProof="0" dirty="0">
                <a:ln>
                  <a:noFill/>
                </a:ln>
                <a:solidFill>
                  <a:srgbClr val="323F48"/>
                </a:solidFill>
                <a:effectLst/>
                <a:uLnTx/>
                <a:uFillTx/>
                <a:latin typeface="Calibri"/>
                <a:ea typeface="Calibri"/>
                <a:cs typeface="Calibri"/>
                <a:sym typeface="Calibri"/>
              </a:rPr>
              <a:t>75</a:t>
            </a:r>
            <a:r>
              <a:rPr kumimoji="0" lang="en-US" sz="1200" b="0" i="0" u="none" strike="noStrike" kern="1200" cap="none" spc="0" normalizeH="0" baseline="0" noProof="0" dirty="0">
                <a:ln>
                  <a:noFill/>
                </a:ln>
                <a:solidFill>
                  <a:srgbClr val="323F48"/>
                </a:solidFill>
                <a:effectLst/>
                <a:uLnTx/>
                <a:uFillTx/>
                <a:latin typeface="Calibri"/>
                <a:ea typeface="Calibri"/>
                <a:cs typeface="Calibri"/>
                <a:sym typeface="Calibri"/>
              </a:rPr>
              <a:t> </a:t>
            </a:r>
            <a:r>
              <a:rPr kumimoji="0" lang="en-US" sz="1200" b="0" i="0" u="none" strike="noStrike" kern="1200" cap="none" spc="0" normalizeH="0" baseline="0" noProof="0" dirty="0" err="1">
                <a:ln>
                  <a:noFill/>
                </a:ln>
                <a:solidFill>
                  <a:srgbClr val="323F48"/>
                </a:solidFill>
                <a:effectLst/>
                <a:uLnTx/>
                <a:uFillTx/>
                <a:latin typeface="Calibri"/>
                <a:ea typeface="Calibri"/>
                <a:cs typeface="Calibri"/>
                <a:sym typeface="Calibri"/>
              </a:rPr>
              <a:t>человек</a:t>
            </a:r>
            <a:r>
              <a:rPr kumimoji="0" lang="en-US" sz="1200" b="0" i="0" u="none" strike="noStrike" kern="1200" cap="none" spc="0" normalizeH="0" baseline="0" noProof="0" dirty="0">
                <a:ln>
                  <a:noFill/>
                </a:ln>
                <a:solidFill>
                  <a:srgbClr val="323F48"/>
                </a:solidFill>
                <a:effectLst/>
                <a:uLnTx/>
                <a:uFillTx/>
                <a:latin typeface="Calibri"/>
                <a:ea typeface="Calibri"/>
                <a:cs typeface="Calibri"/>
                <a:sym typeface="Calibri"/>
              </a:rPr>
              <a:t> (0,24%) </a:t>
            </a:r>
            <a:r>
              <a:rPr kumimoji="0" lang="en-US" sz="1200" b="0" i="0" u="none" strike="noStrike" kern="1200" cap="none" spc="0" normalizeH="0" baseline="0" noProof="0" dirty="0" err="1">
                <a:ln>
                  <a:noFill/>
                </a:ln>
                <a:solidFill>
                  <a:srgbClr val="323F48"/>
                </a:solidFill>
                <a:effectLst/>
                <a:uLnTx/>
                <a:uFillTx/>
                <a:latin typeface="Calibri"/>
                <a:ea typeface="Calibri"/>
                <a:cs typeface="Calibri"/>
                <a:sym typeface="Calibri"/>
              </a:rPr>
              <a:t>была</a:t>
            </a:r>
            <a:r>
              <a:rPr kumimoji="0" lang="en-US" sz="1200" b="0" i="0" u="none" strike="noStrike" kern="1200" cap="none" spc="0" normalizeH="0" baseline="0" noProof="0" dirty="0">
                <a:ln>
                  <a:noFill/>
                </a:ln>
                <a:solidFill>
                  <a:srgbClr val="323F48"/>
                </a:solidFill>
                <a:effectLst/>
                <a:uLnTx/>
                <a:uFillTx/>
                <a:latin typeface="Calibri"/>
                <a:ea typeface="Calibri"/>
                <a:cs typeface="Calibri"/>
                <a:sym typeface="Calibri"/>
              </a:rPr>
              <a:t> </a:t>
            </a:r>
            <a:r>
              <a:rPr kumimoji="0" lang="en-US" sz="1200" b="0" i="0" u="none" strike="noStrike" kern="1200" cap="none" spc="0" normalizeH="0" baseline="0" noProof="0" dirty="0" err="1">
                <a:ln>
                  <a:noFill/>
                </a:ln>
                <a:solidFill>
                  <a:srgbClr val="323F48"/>
                </a:solidFill>
                <a:effectLst/>
                <a:uLnTx/>
                <a:uFillTx/>
                <a:latin typeface="Calibri"/>
                <a:ea typeface="Calibri"/>
                <a:cs typeface="Calibri"/>
                <a:sym typeface="Calibri"/>
              </a:rPr>
              <a:t>зарегистрирована</a:t>
            </a:r>
            <a:r>
              <a:rPr kumimoji="0" lang="en-US" sz="1200" b="0" i="0" u="none" strike="noStrike" kern="1200" cap="none" spc="0" normalizeH="0" baseline="0" noProof="0" dirty="0">
                <a:ln>
                  <a:noFill/>
                </a:ln>
                <a:solidFill>
                  <a:srgbClr val="323F48"/>
                </a:solidFill>
                <a:effectLst/>
                <a:uLnTx/>
                <a:uFillTx/>
                <a:latin typeface="Calibri"/>
                <a:ea typeface="Calibri"/>
                <a:cs typeface="Calibri"/>
                <a:sym typeface="Calibri"/>
              </a:rPr>
              <a:t> </a:t>
            </a:r>
            <a:r>
              <a:rPr kumimoji="0" lang="en-US" sz="1200" b="0" i="0" u="none" strike="noStrike" kern="1200" cap="none" spc="0" normalizeH="0" baseline="0" noProof="0" dirty="0" err="1">
                <a:ln>
                  <a:noFill/>
                </a:ln>
                <a:solidFill>
                  <a:srgbClr val="323F48"/>
                </a:solidFill>
                <a:effectLst/>
                <a:uLnTx/>
                <a:uFillTx/>
                <a:latin typeface="Calibri"/>
                <a:ea typeface="Calibri"/>
                <a:cs typeface="Calibri"/>
                <a:sym typeface="Calibri"/>
              </a:rPr>
              <a:t>эректильная</a:t>
            </a:r>
            <a:r>
              <a:rPr kumimoji="0" lang="en-US" sz="1200" b="0" i="0" u="none" strike="noStrike" kern="1200" cap="none" spc="0" normalizeH="0" baseline="0" noProof="0" dirty="0">
                <a:ln>
                  <a:noFill/>
                </a:ln>
                <a:solidFill>
                  <a:srgbClr val="323F48"/>
                </a:solidFill>
                <a:effectLst/>
                <a:uLnTx/>
                <a:uFillTx/>
                <a:latin typeface="Calibri"/>
                <a:ea typeface="Calibri"/>
                <a:cs typeface="Calibri"/>
                <a:sym typeface="Calibri"/>
              </a:rPr>
              <a:t> </a:t>
            </a:r>
            <a:r>
              <a:rPr kumimoji="0" lang="en-US" sz="1200" b="0" i="0" u="none" strike="noStrike" kern="1200" cap="none" spc="0" normalizeH="0" baseline="0" noProof="0" dirty="0" err="1">
                <a:ln>
                  <a:noFill/>
                </a:ln>
                <a:solidFill>
                  <a:srgbClr val="323F48"/>
                </a:solidFill>
                <a:effectLst/>
                <a:uLnTx/>
                <a:uFillTx/>
                <a:latin typeface="Calibri"/>
                <a:ea typeface="Calibri"/>
                <a:cs typeface="Calibri"/>
                <a:sym typeface="Calibri"/>
              </a:rPr>
              <a:t>дисфункция</a:t>
            </a:r>
            <a:r>
              <a:rPr kumimoji="0" lang="en-US" sz="1200" b="0" i="0" u="none" strike="noStrike" kern="1200" cap="none" spc="0" normalizeH="0" baseline="0" noProof="0" dirty="0">
                <a:ln>
                  <a:noFill/>
                </a:ln>
                <a:solidFill>
                  <a:srgbClr val="323F48"/>
                </a:solidFill>
                <a:effectLst/>
                <a:uLnTx/>
                <a:uFillTx/>
                <a:latin typeface="Calibri"/>
                <a:ea typeface="Calibri"/>
                <a:cs typeface="Calibri"/>
                <a:sym typeface="Calibri"/>
              </a:rPr>
              <a:t>.</a:t>
            </a:r>
            <a:endParaRPr kumimoji="0" sz="1800" b="0" i="0" u="none" strike="noStrike" kern="1200" cap="none" spc="0" normalizeH="0" baseline="0" noProof="0" dirty="0">
              <a:ln>
                <a:noFill/>
              </a:ln>
              <a:solidFill>
                <a:srgbClr val="265374"/>
              </a:solidFill>
              <a:effectLst/>
              <a:uLnTx/>
              <a:uFillTx/>
              <a:latin typeface="Verdana"/>
              <a:ea typeface="+mn-ea"/>
              <a:cs typeface="+mn-cs"/>
            </a:endParaRPr>
          </a:p>
        </p:txBody>
      </p:sp>
    </p:spTree>
    <p:extLst>
      <p:ext uri="{BB962C8B-B14F-4D97-AF65-F5344CB8AC3E}">
        <p14:creationId xmlns:p14="http://schemas.microsoft.com/office/powerpoint/2010/main" val="143889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623888" y="860458"/>
            <a:ext cx="11038599" cy="523220"/>
          </a:xfrm>
          <a:prstGeom prst="rect">
            <a:avLst/>
          </a:prstGeom>
        </p:spPr>
        <p:txBody>
          <a:bodyPr wrap="square">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400" b="0" i="0" u="none" strike="noStrike" kern="1200" cap="none" spc="0" normalizeH="0" baseline="0" noProof="0" dirty="0">
                <a:ln>
                  <a:noFill/>
                </a:ln>
                <a:solidFill>
                  <a:prstClr val="black"/>
                </a:solidFill>
                <a:effectLst/>
                <a:uLnTx/>
                <a:uFillTx/>
                <a:latin typeface="Arial"/>
                <a:ea typeface="+mn-ea"/>
                <a:cs typeface="+mn-cs"/>
              </a:rPr>
              <a:t>После 2-месячной </a:t>
            </a:r>
            <a:r>
              <a:rPr kumimoji="0" lang="ru-RU" sz="1400" b="0" i="0" u="none" strike="noStrike" kern="1200" cap="none" spc="0" normalizeH="0" baseline="0" noProof="0" dirty="0" err="1">
                <a:ln>
                  <a:noFill/>
                </a:ln>
                <a:solidFill>
                  <a:prstClr val="black"/>
                </a:solidFill>
                <a:effectLst/>
                <a:uLnTx/>
                <a:uFillTx/>
                <a:latin typeface="Arial"/>
                <a:ea typeface="+mn-ea"/>
                <a:cs typeface="+mn-cs"/>
              </a:rPr>
              <a:t>монотерапии</a:t>
            </a:r>
            <a:r>
              <a:rPr kumimoji="0" lang="ru-RU" sz="1400" b="0" i="0" u="none" strike="noStrike" kern="1200" cap="none" spc="0" normalizeH="0" baseline="0" noProof="0" dirty="0">
                <a:ln>
                  <a:noFill/>
                </a:ln>
                <a:solidFill>
                  <a:prstClr val="black"/>
                </a:solidFill>
                <a:effectLst/>
                <a:uLnTx/>
                <a:uFillTx/>
                <a:latin typeface="Arial"/>
                <a:ea typeface="+mn-ea"/>
                <a:cs typeface="+mn-cs"/>
              </a:rPr>
              <a:t> всеми изучаемыми препаратами, включая </a:t>
            </a:r>
            <a:r>
              <a:rPr kumimoji="0" lang="ru-RU" sz="1400" b="0" i="0" u="none" strike="noStrike" kern="1200" cap="none" spc="0" normalizeH="0" baseline="0" noProof="0" dirty="0" err="1">
                <a:ln>
                  <a:noFill/>
                </a:ln>
                <a:solidFill>
                  <a:prstClr val="black"/>
                </a:solidFill>
                <a:effectLst/>
                <a:uLnTx/>
                <a:uFillTx/>
                <a:latin typeface="Arial"/>
                <a:ea typeface="+mn-ea"/>
                <a:cs typeface="+mn-cs"/>
              </a:rPr>
              <a:t>бисопролол</a:t>
            </a:r>
            <a:r>
              <a:rPr kumimoji="0" lang="ru-RU" sz="1400" b="0" i="0" u="none" strike="noStrike" kern="1200" cap="none" spc="0" normalizeH="0" baseline="0" noProof="0" dirty="0">
                <a:ln>
                  <a:noFill/>
                </a:ln>
                <a:solidFill>
                  <a:prstClr val="black"/>
                </a:solidFill>
                <a:effectLst/>
                <a:uLnTx/>
                <a:uFillTx/>
                <a:latin typeface="Arial"/>
                <a:ea typeface="+mn-ea"/>
                <a:cs typeface="+mn-cs"/>
              </a:rPr>
              <a:t>, отмечено высоко достоверное улучшение таких параметров, как  потребность, эякуляция, длительность и частота, вплоть до их полной нормализации. </a:t>
            </a:r>
            <a:r>
              <a:rPr kumimoji="0" lang="ru-RU" sz="1400" b="0" i="0" u="none" strike="noStrike" kern="1200" cap="none" spc="0" normalizeH="0" baseline="30000" noProof="0" dirty="0">
                <a:ln>
                  <a:noFill/>
                </a:ln>
                <a:solidFill>
                  <a:prstClr val="black"/>
                </a:solidFill>
                <a:effectLst/>
                <a:uLnTx/>
                <a:uFillTx/>
                <a:latin typeface="Arial"/>
                <a:ea typeface="+mn-ea"/>
                <a:cs typeface="+mn-cs"/>
              </a:rPr>
              <a:t>[1</a:t>
            </a:r>
            <a:r>
              <a:rPr kumimoji="0" lang="ru-RU" sz="1600" b="0" i="0" u="none" strike="noStrike" kern="1200" cap="none" spc="0" normalizeH="0" baseline="30000" noProof="0" dirty="0">
                <a:ln>
                  <a:noFill/>
                </a:ln>
                <a:solidFill>
                  <a:prstClr val="black"/>
                </a:solidFill>
                <a:effectLst/>
                <a:uLnTx/>
                <a:uFillTx/>
                <a:latin typeface="Arial"/>
                <a:ea typeface="+mn-ea"/>
                <a:cs typeface="+mn-cs"/>
              </a:rPr>
              <a:t>]</a:t>
            </a:r>
          </a:p>
        </p:txBody>
      </p:sp>
      <p:sp>
        <p:nvSpPr>
          <p:cNvPr id="16" name="Прямоугольник 15">
            <a:extLst>
              <a:ext uri="{FF2B5EF4-FFF2-40B4-BE49-F238E27FC236}">
                <a16:creationId xmlns:a16="http://schemas.microsoft.com/office/drawing/2014/main" id="{799F8F96-B0D3-7147-A421-D5877494077E}"/>
              </a:ext>
            </a:extLst>
          </p:cNvPr>
          <p:cNvSpPr/>
          <p:nvPr/>
        </p:nvSpPr>
        <p:spPr>
          <a:xfrm>
            <a:off x="551145" y="6107421"/>
            <a:ext cx="10692485" cy="46166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dirty="0">
                <a:ln>
                  <a:noFill/>
                </a:ln>
                <a:solidFill>
                  <a:prstClr val="black"/>
                </a:solidFill>
                <a:effectLst/>
                <a:uLnTx/>
                <a:uFillTx/>
                <a:latin typeface="Arial"/>
                <a:ea typeface="+mn-ea"/>
                <a:cs typeface="+mn-cs"/>
              </a:rPr>
              <a:t>Таблица 1. Результаты статистической обработки данных анкетирования после 2 месячной </a:t>
            </a:r>
            <a:r>
              <a:rPr kumimoji="0" lang="ru-RU" sz="1200" b="1" i="0" u="none" strike="noStrike" kern="1200" cap="none" spc="0" normalizeH="0" baseline="0" noProof="0" dirty="0" err="1">
                <a:ln>
                  <a:noFill/>
                </a:ln>
                <a:solidFill>
                  <a:prstClr val="black"/>
                </a:solidFill>
                <a:effectLst/>
                <a:uLnTx/>
                <a:uFillTx/>
                <a:latin typeface="Arial"/>
                <a:ea typeface="+mn-ea"/>
                <a:cs typeface="+mn-cs"/>
              </a:rPr>
              <a:t>монотерапии</a:t>
            </a:r>
            <a:r>
              <a:rPr kumimoji="0" lang="ru-RU" sz="1200" b="1" i="0" u="none" strike="noStrike" kern="1200" cap="none" spc="0" normalizeH="0" baseline="0" noProof="0" dirty="0">
                <a:ln>
                  <a:noFill/>
                </a:ln>
                <a:solidFill>
                  <a:prstClr val="black"/>
                </a:solidFill>
                <a:effectLst/>
                <a:uLnTx/>
                <a:uFillTx/>
                <a:latin typeface="Arial"/>
                <a:ea typeface="+mn-ea"/>
                <a:cs typeface="+mn-cs"/>
              </a:rPr>
              <a:t> </a:t>
            </a:r>
            <a:r>
              <a:rPr kumimoji="0" lang="ru-RU" sz="1200" b="1" i="0" u="none" strike="noStrike" kern="1200" cap="none" spc="0" normalizeH="0" baseline="0" noProof="0" dirty="0" err="1">
                <a:ln>
                  <a:noFill/>
                </a:ln>
                <a:solidFill>
                  <a:prstClr val="black"/>
                </a:solidFill>
                <a:effectLst/>
                <a:uLnTx/>
                <a:uFillTx/>
                <a:latin typeface="Arial"/>
                <a:ea typeface="+mn-ea"/>
                <a:cs typeface="+mn-cs"/>
              </a:rPr>
              <a:t>бисопрололом</a:t>
            </a:r>
            <a:r>
              <a:rPr kumimoji="0" lang="ru-RU" sz="1200" b="1" i="0" u="none" strike="noStrike" kern="1200" cap="none" spc="0" normalizeH="0" baseline="0" noProof="0" dirty="0">
                <a:ln>
                  <a:noFill/>
                </a:ln>
                <a:solidFill>
                  <a:prstClr val="black"/>
                </a:solidFill>
                <a:effectLst/>
                <a:uLnTx/>
                <a:uFillTx/>
                <a:latin typeface="Arial"/>
                <a:ea typeface="+mn-ea"/>
                <a:cs typeface="+mn-cs"/>
              </a:rPr>
              <a:t>, </a:t>
            </a:r>
            <a:r>
              <a:rPr kumimoji="0" lang="ru-RU" sz="1200" b="1" i="0" u="none" strike="noStrike" kern="1200" cap="none" spc="0" normalizeH="0" baseline="0" noProof="0" dirty="0" err="1">
                <a:ln>
                  <a:noFill/>
                </a:ln>
                <a:solidFill>
                  <a:prstClr val="black"/>
                </a:solidFill>
                <a:effectLst/>
                <a:uLnTx/>
                <a:uFillTx/>
                <a:latin typeface="Arial"/>
                <a:ea typeface="+mn-ea"/>
                <a:cs typeface="+mn-cs"/>
              </a:rPr>
              <a:t>небивололом</a:t>
            </a:r>
            <a:r>
              <a:rPr kumimoji="0" lang="ru-RU" sz="1200" b="1" i="0" u="none" strike="noStrike" kern="1200" cap="none" spc="0" normalizeH="0" baseline="0" noProof="0" dirty="0">
                <a:ln>
                  <a:noFill/>
                </a:ln>
                <a:solidFill>
                  <a:prstClr val="black"/>
                </a:solidFill>
                <a:effectLst/>
                <a:uLnTx/>
                <a:uFillTx/>
                <a:latin typeface="Arial"/>
                <a:ea typeface="+mn-ea"/>
                <a:cs typeface="+mn-cs"/>
              </a:rPr>
              <a:t>, </a:t>
            </a:r>
            <a:r>
              <a:rPr kumimoji="0" lang="ru-RU" sz="1200" b="1" i="0" u="none" strike="noStrike" kern="1200" cap="none" spc="0" normalizeH="0" baseline="0" noProof="0" dirty="0" err="1">
                <a:ln>
                  <a:noFill/>
                </a:ln>
                <a:solidFill>
                  <a:prstClr val="black"/>
                </a:solidFill>
                <a:effectLst/>
                <a:uLnTx/>
                <a:uFillTx/>
                <a:latin typeface="Arial"/>
                <a:ea typeface="+mn-ea"/>
                <a:cs typeface="+mn-cs"/>
              </a:rPr>
              <a:t>карведилолом</a:t>
            </a:r>
            <a:r>
              <a:rPr kumimoji="0" lang="ru-RU" sz="1200" b="1" i="0" u="none" strike="noStrike" kern="1200" cap="none" spc="0" normalizeH="0" baseline="0" noProof="0" dirty="0">
                <a:ln>
                  <a:noFill/>
                </a:ln>
                <a:solidFill>
                  <a:prstClr val="black"/>
                </a:solidFill>
                <a:effectLst/>
                <a:uLnTx/>
                <a:uFillTx/>
                <a:latin typeface="Arial"/>
                <a:ea typeface="+mn-ea"/>
                <a:cs typeface="+mn-cs"/>
              </a:rPr>
              <a:t> </a:t>
            </a:r>
            <a:endParaRPr kumimoji="0" lang="ru-RU" sz="1200" b="1" i="0" u="none" strike="noStrike" kern="1200" cap="none" spc="0" normalizeH="0" baseline="30000" noProof="0" dirty="0">
              <a:ln>
                <a:noFill/>
              </a:ln>
              <a:solidFill>
                <a:prstClr val="black"/>
              </a:solidFill>
              <a:effectLst/>
              <a:uLnTx/>
              <a:uFillTx/>
              <a:latin typeface="Arial"/>
              <a:ea typeface="+mn-ea"/>
              <a:cs typeface="+mn-cs"/>
            </a:endParaRPr>
          </a:p>
        </p:txBody>
      </p:sp>
      <p:pic>
        <p:nvPicPr>
          <p:cNvPr id="18" name="Рисунок 17">
            <a:extLst>
              <a:ext uri="{FF2B5EF4-FFF2-40B4-BE49-F238E27FC236}">
                <a16:creationId xmlns:a16="http://schemas.microsoft.com/office/drawing/2014/main" id="{458D4EED-52F2-0D43-AB5E-1BFC3A77A8B3}"/>
              </a:ext>
            </a:extLst>
          </p:cNvPr>
          <p:cNvPicPr>
            <a:picLocks noChangeAspect="1"/>
          </p:cNvPicPr>
          <p:nvPr/>
        </p:nvPicPr>
        <p:blipFill rotWithShape="1">
          <a:blip r:embed="rId3">
            <a:extLst>
              <a:ext uri="{28A0092B-C50C-407E-A947-70E740481C1C}">
                <a14:useLocalDpi xmlns:a14="http://schemas.microsoft.com/office/drawing/2010/main" val="0"/>
              </a:ext>
            </a:extLst>
          </a:blip>
          <a:srcRect l="4659" t="8394" r="4521" b="21333"/>
          <a:stretch/>
        </p:blipFill>
        <p:spPr>
          <a:xfrm>
            <a:off x="1031409" y="1559925"/>
            <a:ext cx="10196098" cy="4437617"/>
          </a:xfrm>
          <a:prstGeom prst="rect">
            <a:avLst/>
          </a:prstGeom>
        </p:spPr>
      </p:pic>
      <p:sp>
        <p:nvSpPr>
          <p:cNvPr id="6" name="Прямоугольник 5">
            <a:extLst>
              <a:ext uri="{FF2B5EF4-FFF2-40B4-BE49-F238E27FC236}">
                <a16:creationId xmlns:a16="http://schemas.microsoft.com/office/drawing/2014/main" id="{B14F3B26-F699-4741-9F2F-6A3DEA88B86F}"/>
              </a:ext>
            </a:extLst>
          </p:cNvPr>
          <p:cNvSpPr/>
          <p:nvPr/>
        </p:nvSpPr>
        <p:spPr>
          <a:xfrm>
            <a:off x="551145" y="6569086"/>
            <a:ext cx="11287760" cy="24622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1. </a:t>
            </a:r>
            <a:r>
              <a:rPr kumimoji="0" lang="en-US" sz="1000" b="0" i="0" u="none" strike="noStrike" kern="1200" cap="none" spc="0" normalizeH="0" baseline="0" noProof="0" dirty="0" err="1">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Mustafaev</a:t>
            </a:r>
            <a:r>
              <a:rPr kumimoji="0" lang="en-US" sz="10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II et al. Effect of Monotherapy With </a:t>
            </a:r>
            <a:r>
              <a:rPr kumimoji="0" lang="en-US" sz="1000" b="0" i="0" u="none" strike="noStrike" kern="1200" cap="none" spc="0" normalizeH="0" baseline="0" noProof="0" dirty="0" err="1">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Nebivolol</a:t>
            </a:r>
            <a:r>
              <a:rPr kumimoji="0" lang="en-US" sz="10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err="1">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Bisoprolol</a:t>
            </a:r>
            <a:r>
              <a:rPr kumimoji="0" lang="en-US" sz="10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Carvedilol on the State of Vegetative Nervous System and Sexual Function in Men With Arterial Hypertension. </a:t>
            </a:r>
            <a:r>
              <a:rPr kumimoji="0" lang="en-US" sz="1000" b="0" i="0" u="none" strike="noStrike" kern="1200" cap="none" spc="0" normalizeH="0" baseline="0" noProof="0" dirty="0" err="1">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Kardiologiia</a:t>
            </a:r>
            <a:r>
              <a:rPr kumimoji="0" lang="en-US" sz="10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2013;53(2):48-54.</a:t>
            </a:r>
            <a:endParaRPr kumimoji="0" lang="ru-RU" sz="1000" b="0" i="0" u="none" strike="noStrike" kern="1200" cap="none" spc="0" normalizeH="0" baseline="0" noProof="0" dirty="0">
              <a:ln>
                <a:noFill/>
              </a:ln>
              <a:solidFill>
                <a:prstClr val="black"/>
              </a:solidFill>
              <a:effectLst/>
              <a:uLnTx/>
              <a:uFillTx/>
              <a:latin typeface="Arial"/>
              <a:ea typeface="+mn-ea"/>
              <a:cs typeface="+mn-cs"/>
            </a:endParaRPr>
          </a:p>
        </p:txBody>
      </p:sp>
      <p:sp>
        <p:nvSpPr>
          <p:cNvPr id="9" name="Google Shape;1189;p48">
            <a:extLst>
              <a:ext uri="{FF2B5EF4-FFF2-40B4-BE49-F238E27FC236}">
                <a16:creationId xmlns:a16="http://schemas.microsoft.com/office/drawing/2014/main" id="{653BF92F-345F-B4B2-FCE1-F82755DB6D16}"/>
              </a:ext>
            </a:extLst>
          </p:cNvPr>
          <p:cNvSpPr txBox="1">
            <a:spLocks/>
          </p:cNvSpPr>
          <p:nvPr/>
        </p:nvSpPr>
        <p:spPr>
          <a:xfrm>
            <a:off x="551145" y="247525"/>
            <a:ext cx="10931075" cy="366712"/>
          </a:xfrm>
          <a:prstGeom prst="rect">
            <a:avLst/>
          </a:prstGeom>
          <a:noFill/>
          <a:ln>
            <a:noFill/>
          </a:ln>
        </p:spPr>
        <p:txBody>
          <a:bodyPr spcFirstLastPara="1" vert="horz" wrap="square" lIns="91425" tIns="45700" rIns="91425" bIns="45700" rtlCol="0" anchor="t" anchorCtr="0">
            <a:noAutofit/>
          </a:bodyPr>
          <a:lstStyle>
            <a:lvl1pPr marL="457200" lvl="0" indent="-228600" algn="l" defTabSz="914400" rtl="0" eaLnBrk="1" latinLnBrk="0" hangingPunct="1">
              <a:lnSpc>
                <a:spcPct val="90000"/>
              </a:lnSpc>
              <a:spcBef>
                <a:spcPts val="1000"/>
              </a:spcBef>
              <a:spcAft>
                <a:spcPts val="0"/>
              </a:spcAft>
              <a:buClr>
                <a:srgbClr val="503292"/>
              </a:buClr>
              <a:buSzPts val="2000"/>
              <a:buFont typeface="Arial" panose="020B0604020202020204" pitchFamily="34" charset="0"/>
              <a:buNone/>
              <a:defRPr sz="2000" b="1" kern="1200">
                <a:solidFill>
                  <a:srgbClr val="503292"/>
                </a:solidFill>
                <a:latin typeface="Verdana"/>
                <a:ea typeface="Verdana"/>
                <a:cs typeface="Verdana"/>
                <a:sym typeface="Verdana"/>
              </a:defRPr>
            </a:lvl1pPr>
            <a:lvl2pPr marL="914400" lvl="1"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2400" kern="1200">
                <a:solidFill>
                  <a:schemeClr val="tx1"/>
                </a:solidFill>
                <a:latin typeface="+mn-lt"/>
                <a:ea typeface="+mn-ea"/>
                <a:cs typeface="+mn-cs"/>
              </a:defRPr>
            </a:lvl2pPr>
            <a:lvl3pPr marL="1371600" lvl="2"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2000" kern="1200">
                <a:solidFill>
                  <a:schemeClr val="tx1"/>
                </a:solidFill>
                <a:latin typeface="+mn-lt"/>
                <a:ea typeface="+mn-ea"/>
                <a:cs typeface="+mn-cs"/>
              </a:defRPr>
            </a:lvl3pPr>
            <a:lvl4pPr marL="1828800" lvl="3"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
                <a:srgbClr val="503292"/>
              </a:buClr>
              <a:buSzPts val="2000"/>
              <a:buFont typeface="Arial" panose="020B0604020202020204" pitchFamily="34" charset="0"/>
              <a:buNone/>
              <a:tabLst/>
              <a:defRPr/>
            </a:pPr>
            <a:r>
              <a:rPr kumimoji="0" lang="ru-RU" sz="2400" b="1" i="0" u="none" strike="noStrike" kern="1200" cap="none" spc="0" normalizeH="0" baseline="0" noProof="0" dirty="0">
                <a:ln>
                  <a:noFill/>
                </a:ln>
                <a:solidFill>
                  <a:srgbClr val="002060"/>
                </a:solidFill>
                <a:effectLst/>
                <a:uLnTx/>
                <a:uFillTx/>
                <a:latin typeface="Verdana"/>
                <a:ea typeface="Verdana"/>
                <a:sym typeface="Verdana"/>
              </a:rPr>
              <a:t>ББ улучшали  сексуальную функцию мужчин</a:t>
            </a:r>
          </a:p>
        </p:txBody>
      </p:sp>
    </p:spTree>
    <p:extLst>
      <p:ext uri="{BB962C8B-B14F-4D97-AF65-F5344CB8AC3E}">
        <p14:creationId xmlns:p14="http://schemas.microsoft.com/office/powerpoint/2010/main" val="108980116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90E84-8080-39A4-D1EA-E5E053278A68}"/>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2CF72908-0D61-88BA-8120-CA6681C1085C}"/>
              </a:ext>
            </a:extLst>
          </p:cNvPr>
          <p:cNvSpPr txBox="1"/>
          <p:nvPr/>
        </p:nvSpPr>
        <p:spPr>
          <a:xfrm>
            <a:off x="1211766" y="2521059"/>
            <a:ext cx="9768468" cy="181588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2800" b="1" i="0" u="none" strike="noStrike" kern="1200" cap="none" spc="0" normalizeH="0" baseline="0" noProof="0" dirty="0" err="1">
                <a:ln>
                  <a:noFill/>
                </a:ln>
                <a:solidFill>
                  <a:prstClr val="black"/>
                </a:solidFill>
                <a:effectLst/>
                <a:uLnTx/>
                <a:uFillTx/>
                <a:latin typeface="Calibri" panose="020F0502020204030204"/>
                <a:ea typeface="+mn-ea"/>
                <a:cs typeface="+mn-cs"/>
              </a:rPr>
              <a:t>Бисопролол</a:t>
            </a:r>
            <a:r>
              <a:rPr kumimoji="0" lang="ru-RU" sz="2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ru-RU" sz="2800" b="1" i="0" u="none" strike="noStrike" kern="1200" cap="none" spc="0" normalizeH="0" baseline="0" noProof="0" dirty="0" err="1">
                <a:ln>
                  <a:noFill/>
                </a:ln>
                <a:solidFill>
                  <a:prstClr val="black"/>
                </a:solidFill>
                <a:effectLst/>
                <a:uLnTx/>
                <a:uFillTx/>
                <a:latin typeface="Calibri" panose="020F0502020204030204"/>
                <a:ea typeface="+mn-ea"/>
                <a:cs typeface="+mn-cs"/>
              </a:rPr>
              <a:t>Конкор</a:t>
            </a:r>
            <a:r>
              <a:rPr kumimoji="0" lang="ru-RU" sz="2800" b="1" i="0" u="none" strike="noStrike" kern="1200" cap="none" spc="0" normalizeH="0" baseline="0" noProof="0" dirty="0">
                <a:ln>
                  <a:noFill/>
                </a:ln>
                <a:solidFill>
                  <a:prstClr val="black"/>
                </a:solidFill>
                <a:effectLst/>
                <a:uLnTx/>
                <a:uFillTx/>
                <a:latin typeface="Calibri" panose="020F0502020204030204"/>
                <a:ea typeface="+mn-ea"/>
                <a:cs typeface="+mn-cs"/>
              </a:rPr>
              <a:t>®) сохраняет благоприятный профиль безопасности по всем ключевым параметрам: гликемия, липиды, ожирение, бронхиальная обструкция, заболевания периферических артерий, эректильная функция</a:t>
            </a:r>
            <a:endParaRPr kumimoji="0" lang="ru-RU"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Rectangle: Diagonal Corners Snipped 1">
            <a:extLst>
              <a:ext uri="{FF2B5EF4-FFF2-40B4-BE49-F238E27FC236}">
                <a16:creationId xmlns:a16="http://schemas.microsoft.com/office/drawing/2014/main" id="{B0493A1D-7CEF-18C2-7D3B-BC51A26ED340}"/>
              </a:ext>
            </a:extLst>
          </p:cNvPr>
          <p:cNvSpPr/>
          <p:nvPr/>
        </p:nvSpPr>
        <p:spPr>
          <a:xfrm>
            <a:off x="135265" y="54164"/>
            <a:ext cx="3220999" cy="400614"/>
          </a:xfrm>
          <a:prstGeom prst="snip2Diag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b="1" i="1" dirty="0">
                <a:latin typeface="Verdana" panose="020B0604030504040204" pitchFamily="34" charset="0"/>
                <a:ea typeface="Verdana" panose="020B0604030504040204" pitchFamily="34" charset="0"/>
              </a:rPr>
              <a:t>Главное из блока</a:t>
            </a:r>
          </a:p>
        </p:txBody>
      </p:sp>
    </p:spTree>
    <p:extLst>
      <p:ext uri="{BB962C8B-B14F-4D97-AF65-F5344CB8AC3E}">
        <p14:creationId xmlns:p14="http://schemas.microsoft.com/office/powerpoint/2010/main" val="242098268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4F222B98-D1B8-36DC-B2E6-3690A8406A98}"/>
              </a:ext>
            </a:extLst>
          </p:cNvPr>
          <p:cNvSpPr>
            <a:spLocks noGrp="1"/>
          </p:cNvSpPr>
          <p:nvPr>
            <p:ph type="title"/>
          </p:nvPr>
        </p:nvSpPr>
        <p:spPr>
          <a:xfrm>
            <a:off x="537913" y="365431"/>
            <a:ext cx="10944225" cy="325952"/>
          </a:xfrm>
        </p:spPr>
        <p:txBody>
          <a:bodyPr>
            <a:noAutofit/>
          </a:bodyPr>
          <a:lstStyle/>
          <a:p>
            <a:r>
              <a:rPr lang="ru-RU" sz="2400" b="1" dirty="0">
                <a:latin typeface="Arial" panose="020B0604020202020204" pitchFamily="34" charset="0"/>
                <a:cs typeface="Arial" panose="020B0604020202020204" pitchFamily="34" charset="0"/>
              </a:rPr>
              <a:t>ОБЩАЯ ХАРАКТЕРИСТИКА ЛЕКАРСТВЕННОГО ПРЕПАРАТА </a:t>
            </a:r>
            <a:endParaRPr lang="en-US" sz="2400" b="1"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5C815AC9-FE16-1D18-402A-EB458C6BFCBE}"/>
              </a:ext>
            </a:extLst>
          </p:cNvPr>
          <p:cNvSpPr txBox="1"/>
          <p:nvPr/>
        </p:nvSpPr>
        <p:spPr>
          <a:xfrm>
            <a:off x="3421978" y="5853791"/>
            <a:ext cx="2479651"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err="1">
                <a:ln>
                  <a:noFill/>
                </a:ln>
                <a:solidFill>
                  <a:prstClr val="black"/>
                </a:solidFill>
                <a:effectLst/>
                <a:uLnTx/>
                <a:uFillTx/>
                <a:latin typeface="Aptos" panose="02110004020202020204"/>
                <a:ea typeface="+mn-ea"/>
                <a:cs typeface="+mn-cs"/>
              </a:rPr>
              <a:t>Конкор</a:t>
            </a:r>
            <a:r>
              <a:rPr lang="ru-RU" dirty="0">
                <a:solidFill>
                  <a:prstClr val="black"/>
                </a:solidFill>
                <a:latin typeface="Aptos" panose="02110004020202020204"/>
              </a:rPr>
              <a:t> </a:t>
            </a:r>
            <a:r>
              <a:rPr kumimoji="0" lang="ru-RU" sz="1800" b="0" i="0" u="none" strike="noStrike" kern="1200" cap="none" spc="0" normalizeH="0" baseline="0" noProof="0" dirty="0">
                <a:ln>
                  <a:noFill/>
                </a:ln>
                <a:solidFill>
                  <a:prstClr val="black"/>
                </a:solidFill>
                <a:effectLst/>
                <a:uLnTx/>
                <a:uFillTx/>
                <a:latin typeface="Aptos" panose="02110004020202020204"/>
                <a:ea typeface="+mn-ea"/>
                <a:cs typeface="+mn-cs"/>
              </a:rPr>
              <a:t>АМ</a:t>
            </a:r>
          </a:p>
          <a:p>
            <a:pPr lvl="0">
              <a:defRPr/>
            </a:pPr>
            <a:r>
              <a:rPr lang="ru-RU" dirty="0">
                <a:solidFill>
                  <a:srgbClr val="323F48"/>
                </a:solidFill>
                <a:latin typeface="Calibri" panose="020F0502020204030204" pitchFamily="34" charset="0"/>
                <a:cs typeface="Calibri" panose="020F0502020204030204" pitchFamily="34" charset="0"/>
              </a:rPr>
              <a:t>ЛП-№(012650)-(РГ-</a:t>
            </a:r>
            <a:r>
              <a:rPr lang="en-US" dirty="0">
                <a:solidFill>
                  <a:srgbClr val="323F48"/>
                </a:solidFill>
                <a:latin typeface="Calibri" panose="020F0502020204030204" pitchFamily="34" charset="0"/>
                <a:cs typeface="Calibri" panose="020F0502020204030204" pitchFamily="34" charset="0"/>
              </a:rPr>
              <a:t>RU)</a:t>
            </a:r>
            <a:endParaRPr kumimoji="0" lang="ru-RU"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9" name="TextBox 8">
            <a:extLst>
              <a:ext uri="{FF2B5EF4-FFF2-40B4-BE49-F238E27FC236}">
                <a16:creationId xmlns:a16="http://schemas.microsoft.com/office/drawing/2014/main" id="{04ED82F8-641F-F22D-DA95-68A0EA391A52}"/>
              </a:ext>
            </a:extLst>
          </p:cNvPr>
          <p:cNvSpPr txBox="1"/>
          <p:nvPr/>
        </p:nvSpPr>
        <p:spPr>
          <a:xfrm>
            <a:off x="9025731" y="5853791"/>
            <a:ext cx="2939527"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err="1">
                <a:ln>
                  <a:noFill/>
                </a:ln>
                <a:solidFill>
                  <a:prstClr val="black"/>
                </a:solidFill>
                <a:effectLst/>
                <a:uLnTx/>
                <a:uFillTx/>
                <a:latin typeface="Aptos" panose="02110004020202020204"/>
                <a:ea typeface="+mn-ea"/>
                <a:cs typeface="+mn-cs"/>
              </a:rPr>
              <a:t>Конкор</a:t>
            </a:r>
            <a:r>
              <a:rPr lang="ru-RU" dirty="0">
                <a:solidFill>
                  <a:prstClr val="black"/>
                </a:solidFill>
                <a:latin typeface="Aptos" panose="02110004020202020204"/>
              </a:rPr>
              <a:t> </a:t>
            </a:r>
            <a:r>
              <a:rPr kumimoji="0" lang="ru-RU" sz="1800" b="0" i="0" u="none" strike="noStrike" kern="1200" cap="none" spc="0" normalizeH="0" baseline="0" noProof="0" dirty="0">
                <a:ln>
                  <a:noFill/>
                </a:ln>
                <a:solidFill>
                  <a:prstClr val="black"/>
                </a:solidFill>
                <a:effectLst/>
                <a:uLnTx/>
                <a:uFillTx/>
                <a:latin typeface="Aptos" panose="02110004020202020204"/>
                <a:ea typeface="+mn-ea"/>
                <a:cs typeface="+mn-cs"/>
              </a:rPr>
              <a:t>НСТ</a:t>
            </a:r>
          </a:p>
          <a:p>
            <a:pPr>
              <a:defRPr/>
            </a:pPr>
            <a:r>
              <a:rPr lang="ru-RU" dirty="0">
                <a:solidFill>
                  <a:srgbClr val="323F48"/>
                </a:solidFill>
                <a:latin typeface="Calibri" panose="020F0502020204030204" pitchFamily="34" charset="0"/>
                <a:cs typeface="Calibri" panose="020F0502020204030204" pitchFamily="34" charset="0"/>
              </a:rPr>
              <a:t>ЛП-№(011609)-(РГ-</a:t>
            </a:r>
            <a:r>
              <a:rPr lang="en-US" dirty="0">
                <a:solidFill>
                  <a:srgbClr val="323F48"/>
                </a:solidFill>
                <a:latin typeface="Calibri" panose="020F0502020204030204" pitchFamily="34" charset="0"/>
                <a:cs typeface="Calibri" panose="020F0502020204030204" pitchFamily="34" charset="0"/>
              </a:rPr>
              <a:t>RU)</a:t>
            </a:r>
            <a:endParaRPr lang="ru-RU" dirty="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pic>
        <p:nvPicPr>
          <p:cNvPr id="1026" name="Picture 2">
            <a:extLst>
              <a:ext uri="{FF2B5EF4-FFF2-40B4-BE49-F238E27FC236}">
                <a16:creationId xmlns:a16="http://schemas.microsoft.com/office/drawing/2014/main" id="{C1FC5066-0D1C-3A61-A5F2-26ADD4B414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19593" y="4047101"/>
            <a:ext cx="2282492" cy="228249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3E69B2D1-BB2F-BD5F-6ED5-912AC1C915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862" y="3924203"/>
            <a:ext cx="2479651" cy="2479651"/>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3987E093-F6CC-9D8E-6555-5E2D3838DA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9862" y="1080407"/>
            <a:ext cx="2555852" cy="2555852"/>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7A11E068-69FD-ED54-14EA-B421E78C70E3}"/>
              </a:ext>
            </a:extLst>
          </p:cNvPr>
          <p:cNvSpPr txBox="1"/>
          <p:nvPr/>
        </p:nvSpPr>
        <p:spPr>
          <a:xfrm>
            <a:off x="3421978" y="2922963"/>
            <a:ext cx="2674021"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err="1">
                <a:ln>
                  <a:noFill/>
                </a:ln>
                <a:solidFill>
                  <a:prstClr val="black"/>
                </a:solidFill>
                <a:effectLst/>
                <a:uLnTx/>
                <a:uFillTx/>
                <a:latin typeface="Aptos" panose="02110004020202020204"/>
                <a:ea typeface="+mn-ea"/>
                <a:cs typeface="+mn-cs"/>
              </a:rPr>
              <a:t>Конкор</a:t>
            </a:r>
            <a:r>
              <a:rPr lang="ru-RU" dirty="0">
                <a:solidFill>
                  <a:prstClr val="black"/>
                </a:solidFill>
                <a:latin typeface="Aptos" panose="02110004020202020204"/>
              </a:rPr>
              <a:t> </a:t>
            </a:r>
            <a:r>
              <a:rPr kumimoji="0" lang="ru-RU" sz="1800" b="0" i="0" u="none" strike="noStrike" kern="1200" cap="none" spc="0" normalizeH="0" baseline="0" noProof="0" dirty="0">
                <a:ln>
                  <a:noFill/>
                </a:ln>
                <a:solidFill>
                  <a:prstClr val="black"/>
                </a:solidFill>
                <a:effectLst/>
                <a:uLnTx/>
                <a:uFillTx/>
                <a:latin typeface="Aptos" panose="02110004020202020204"/>
                <a:ea typeface="+mn-ea"/>
                <a:cs typeface="+mn-cs"/>
              </a:rPr>
              <a:t>Кор</a:t>
            </a:r>
          </a:p>
          <a:p>
            <a:pPr>
              <a:defRPr/>
            </a:pPr>
            <a:r>
              <a:rPr lang="ru-RU" dirty="0">
                <a:solidFill>
                  <a:srgbClr val="323F48"/>
                </a:solidFill>
                <a:latin typeface="Calibri" panose="020F0502020204030204" pitchFamily="34" charset="0"/>
                <a:cs typeface="Calibri" panose="020F0502020204030204" pitchFamily="34" charset="0"/>
              </a:rPr>
              <a:t>ЛП-№(004360)-(РГ-</a:t>
            </a:r>
            <a:r>
              <a:rPr lang="en-US" dirty="0">
                <a:solidFill>
                  <a:srgbClr val="323F48"/>
                </a:solidFill>
                <a:latin typeface="Calibri" panose="020F0502020204030204" pitchFamily="34" charset="0"/>
                <a:cs typeface="Calibri" panose="020F0502020204030204" pitchFamily="34" charset="0"/>
              </a:rPr>
              <a:t>RU)</a:t>
            </a:r>
            <a:endParaRPr lang="ru-RU" dirty="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pic>
        <p:nvPicPr>
          <p:cNvPr id="1034" name="Picture 10">
            <a:extLst>
              <a:ext uri="{FF2B5EF4-FFF2-40B4-BE49-F238E27FC236}">
                <a16:creationId xmlns:a16="http://schemas.microsoft.com/office/drawing/2014/main" id="{FD1FA759-B59D-CD71-6561-74B7225B528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19593" y="1080407"/>
            <a:ext cx="2756573" cy="2756573"/>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226B8991-842F-40E4-BF8D-E15887CC0333}"/>
              </a:ext>
            </a:extLst>
          </p:cNvPr>
          <p:cNvSpPr txBox="1"/>
          <p:nvPr/>
        </p:nvSpPr>
        <p:spPr>
          <a:xfrm>
            <a:off x="9402558" y="2922963"/>
            <a:ext cx="2562701"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err="1">
                <a:ln>
                  <a:noFill/>
                </a:ln>
                <a:solidFill>
                  <a:prstClr val="black"/>
                </a:solidFill>
                <a:effectLst/>
                <a:uLnTx/>
                <a:uFillTx/>
                <a:latin typeface="Aptos" panose="02110004020202020204"/>
                <a:ea typeface="+mn-ea"/>
                <a:cs typeface="+mn-cs"/>
              </a:rPr>
              <a:t>Конкор</a:t>
            </a:r>
            <a:endParaRPr kumimoji="0" lang="ru-RU"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a:defRPr/>
            </a:pPr>
            <a:r>
              <a:rPr lang="ru-RU" dirty="0">
                <a:solidFill>
                  <a:srgbClr val="323F48"/>
                </a:solidFill>
                <a:latin typeface="Calibri" panose="020F0502020204030204" pitchFamily="34" charset="0"/>
                <a:cs typeface="Calibri" panose="020F0502020204030204" pitchFamily="34" charset="0"/>
              </a:rPr>
              <a:t>ЛП-№(003852)-(РГ-</a:t>
            </a:r>
            <a:r>
              <a:rPr lang="en-US" dirty="0">
                <a:solidFill>
                  <a:srgbClr val="323F48"/>
                </a:solidFill>
                <a:latin typeface="Calibri" panose="020F0502020204030204" pitchFamily="34" charset="0"/>
                <a:cs typeface="Calibri" panose="020F0502020204030204" pitchFamily="34" charset="0"/>
              </a:rPr>
              <a:t>RU)</a:t>
            </a:r>
            <a:endParaRPr lang="ru-RU" dirty="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8371006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MIO_MST_COLOR_1" val="0,0,0,Dunkel 1"/>
  <p:tag name="MIO_MST_COLOR_2" val="255,255,255,Hell 1"/>
  <p:tag name="MIO_MST_COLOR_3" val="235,60,150,Dunkel 2"/>
  <p:tag name="MIO_MST_COLOR_4" val="45,190,205,Hell 2"/>
  <p:tag name="MIO_MST_COLOR_5" val="80,50,145,Akzent 1"/>
  <p:tag name="MIO_MST_COLOR_6" val="15,105,175,Akzent 2"/>
  <p:tag name="MIO_MST_COLOR_7" val="165,205,80,Akzent 3"/>
  <p:tag name="MIO_MST_COLOR_8" val="255,200,50,Akzent 4"/>
  <p:tag name="MIO_MST_COLOR_9" val="235,60,150,Akzent 5"/>
  <p:tag name="MIO_MST_COLOR_10" val="20,155,95,Akzent 6"/>
  <p:tag name="MIO_MST_COLOR_11" val="80,50,145,"/>
  <p:tag name="MIO_MST_COLOR_12" val="80,50,145,"/>
  <p:tag name="MIO_PRESI_FIRST_SLIDENUMBER" val="1"/>
  <p:tag name="MIO_FALLBACK_LAYOUT" val="3"/>
  <p:tag name="MIO_SHOW_DATE" val="False"/>
  <p:tag name="MIO_SHOW_FOOTER" val="True"/>
  <p:tag name="MIO_SHOW_PAGENUMBER" val="True"/>
  <p:tag name="MIO_AVOID_BLANK_LAYOUT" val="False"/>
  <p:tag name="MIO_CD_LAYOUT_VALID_AREA" val="False"/>
  <p:tag name="MIO_NUMBER_OF_VALID_LAYOUTS" val="33"/>
  <p:tag name="MIO_HDS" val="True"/>
  <p:tag name="MIO_EK" val="2529"/>
  <p:tag name="MIO_EKGUID" val="4d6beffb-5246-420c-a6d6-d9569b8f0fc9"/>
  <p:tag name="MIO_UPDATE" val="True"/>
  <p:tag name="MIO_VERSION" val="17.02.2017 15:54:53"/>
  <p:tag name="MIO_DBID" val="218709A9-2117-4AF1-A1EA-309C9A305E58"/>
  <p:tag name="MIO_LASTDOWNLOADED" val="24.02.2017 16:22:02"/>
  <p:tag name="MIO_OBJECTNAME" val="Merck EN"/>
  <p:tag name="MIO_LASTEDITORNAME" val="Michaela Kapalla"/>
</p:tagLst>
</file>

<file path=ppt/tags/tag3.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4.xml><?xml version="1.0" encoding="utf-8"?>
<p:tagLst xmlns:a="http://schemas.openxmlformats.org/drawingml/2006/main" xmlns:r="http://schemas.openxmlformats.org/officeDocument/2006/relationships" xmlns:p="http://schemas.openxmlformats.org/presentationml/2006/main">
  <p:tag name="MIO_FALLBACK_LAYOUT" val="3"/>
  <p:tag name="MIO_SHOW_DATE" val="False"/>
  <p:tag name="MIO_SHOW_FOOTER" val="True"/>
  <p:tag name="MIO_SHOW_PAGENUMBER" val="True"/>
  <p:tag name="MIO_AVOID_BLANK_LAYOUT" val="True"/>
  <p:tag name="MIO_CD_LAYOUT_VALID_AREA" val="False"/>
  <p:tag name="MIO_NUMBER_OF_VALID_LAYOUTS" val="33"/>
  <p:tag name="MIO_HDS" val="True"/>
  <p:tag name="MIO_EK" val="2529"/>
  <p:tag name="MIO_EKGUID" val="4d6beffb-5246-420c-a6d6-d9569b8f0fc9"/>
  <p:tag name="MIO_UPDATE" val="True"/>
  <p:tag name="MIO_VERSION" val="17.02.2017 15:53:25"/>
  <p:tag name="MIO_DBID" val="218709A9-2117-4AF1-A1EA-309C9A305E58"/>
  <p:tag name="MIO_LASTDOWNLOADED" val="17.02.2017 15:53:25"/>
  <p:tag name="MIO_OBJECTNAME" val="Merck EN"/>
  <p:tag name="MIO_LASTEDITORNAME" val="Michaela Kapalla"/>
  <p:tag name="MIO_CDID" val="102a9723-2449-4cb9-a00f-91adf1e6ccc0"/>
  <p:tag name="MIO_PRESI_FIRST_SLIDENUMBER" val="1"/>
</p:tagLst>
</file>

<file path=ppt/tags/tag5.xml><?xml version="1.0" encoding="utf-8"?>
<p:tagLst xmlns:a="http://schemas.openxmlformats.org/drawingml/2006/main" xmlns:r="http://schemas.openxmlformats.org/officeDocument/2006/relationships" xmlns:p="http://schemas.openxmlformats.org/presentationml/2006/main">
  <p:tag name="MIO_EK" val="2529"/>
  <p:tag name="MIO_FALLBACK_LAYOUT" val="11"/>
  <p:tag name="MIO_SHOW_DATE" val="False"/>
  <p:tag name="MIO_SHOW_FOOTER" val="True"/>
  <p:tag name="MIO_SHOW_PAGENUMBER" val="True"/>
  <p:tag name="MIO_AVOID_BLANK_LAYOUT" val="True"/>
  <p:tag name="MIO_CD_LAYOUT_VALID_AREA" val="False"/>
  <p:tag name="MIO_NUMBER_OF_VALID_LAYOUTS" val="55"/>
  <p:tag name="MIO_HDS" val="True"/>
  <p:tag name="MIO_SKIPVERSION" val="01.01.0001 00:00:00"/>
  <p:tag name="MIO_EKGUID" val="62d91e3d-a864-4e27-99bd-341907070b79"/>
  <p:tag name="MIO_UPDATE" val="True"/>
  <p:tag name="MIO_VERSION" val="15.11.2021 14:49:02"/>
  <p:tag name="MIO_DBID" val="218709A9-2117-4AF1-A1EA-309C9A305E58"/>
  <p:tag name="MIO_LASTDOWNLOADED" val="15.11.2021 14:49:02"/>
  <p:tag name="MIO_OBJECTNAME" val="Master | Color 1"/>
  <p:tag name="MIO_LASTEDITORNAME" val="Jan Bellwinkel"/>
  <p:tag name="MIO_CDID" val="102a9723-2449-4cb9-a00f-91adf1e6ccc0"/>
  <p:tag name="MIO_PRESI_FIRST_SLIDENUMBER" val="1"/>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25.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26.xml><?xml version="1.0" encoding="utf-8"?>
<p:tagLst xmlns:a="http://schemas.openxmlformats.org/drawingml/2006/main" xmlns:r="http://schemas.openxmlformats.org/officeDocument/2006/relationships" xmlns:p="http://schemas.openxmlformats.org/presentationml/2006/main">
  <p:tag name="VCT-RADIUS" val="10"/>
</p:tagLst>
</file>

<file path=ppt/tags/tag27.xml><?xml version="1.0" encoding="utf-8"?>
<p:tagLst xmlns:a="http://schemas.openxmlformats.org/drawingml/2006/main" xmlns:r="http://schemas.openxmlformats.org/officeDocument/2006/relationships" xmlns:p="http://schemas.openxmlformats.org/presentationml/2006/main">
  <p:tag name="VCT-RADIUS" val="10"/>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VCT-RADIUS" val="10"/>
</p:tagLst>
</file>

<file path=ppt/tags/tag30.xml><?xml version="1.0" encoding="utf-8"?>
<p:tagLst xmlns:a="http://schemas.openxmlformats.org/drawingml/2006/main" xmlns:r="http://schemas.openxmlformats.org/officeDocument/2006/relationships" xmlns:p="http://schemas.openxmlformats.org/presentationml/2006/main">
  <p:tag name="VCT-RADIUS" val="10"/>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VCT-RADIUS" val="10"/>
</p:tagLst>
</file>

<file path=ppt/tags/tag33.xml><?xml version="1.0" encoding="utf-8"?>
<p:tagLst xmlns:a="http://schemas.openxmlformats.org/drawingml/2006/main" xmlns:r="http://schemas.openxmlformats.org/officeDocument/2006/relationships" xmlns:p="http://schemas.openxmlformats.org/presentationml/2006/main">
  <p:tag name="VCT-RADIUS" val="10"/>
</p:tagLst>
</file>

<file path=ppt/tags/tag34.xml><?xml version="1.0" encoding="utf-8"?>
<p:tagLst xmlns:a="http://schemas.openxmlformats.org/drawingml/2006/main" xmlns:r="http://schemas.openxmlformats.org/officeDocument/2006/relationships" xmlns:p="http://schemas.openxmlformats.org/presentationml/2006/main">
  <p:tag name="VCT-RADIUS" val="10"/>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VCT-RADIUS" val="10"/>
</p:tagLst>
</file>

<file path=ppt/tags/tag37.xml><?xml version="1.0" encoding="utf-8"?>
<p:tagLst xmlns:a="http://schemas.openxmlformats.org/drawingml/2006/main" xmlns:r="http://schemas.openxmlformats.org/officeDocument/2006/relationships" xmlns:p="http://schemas.openxmlformats.org/presentationml/2006/main">
  <p:tag name="VCT-RADIUS" val="10"/>
</p:tagLst>
</file>

<file path=ppt/tags/tag38.xml><?xml version="1.0" encoding="utf-8"?>
<p:tagLst xmlns:a="http://schemas.openxmlformats.org/drawingml/2006/main" xmlns:r="http://schemas.openxmlformats.org/officeDocument/2006/relationships" xmlns:p="http://schemas.openxmlformats.org/presentationml/2006/main">
  <p:tag name="VCT-RADIUS" val="10"/>
</p:tagLst>
</file>

<file path=ppt/tags/tag39.xml><?xml version="1.0" encoding="utf-8"?>
<p:tagLst xmlns:a="http://schemas.openxmlformats.org/drawingml/2006/main" xmlns:r="http://schemas.openxmlformats.org/officeDocument/2006/relationships" xmlns:p="http://schemas.openxmlformats.org/presentationml/2006/main">
  <p:tag name="VCT-RADIUS" val="10"/>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VCT-RADIUS" val="10"/>
</p:tagLst>
</file>

<file path=ppt/tags/tag43.xml><?xml version="1.0" encoding="utf-8"?>
<p:tagLst xmlns:a="http://schemas.openxmlformats.org/drawingml/2006/main" xmlns:r="http://schemas.openxmlformats.org/officeDocument/2006/relationships" xmlns:p="http://schemas.openxmlformats.org/presentationml/2006/main">
  <p:tag name="VCT-RADIUS" val="10"/>
</p:tagLst>
</file>

<file path=ppt/tags/tag44.xml><?xml version="1.0" encoding="utf-8"?>
<p:tagLst xmlns:a="http://schemas.openxmlformats.org/drawingml/2006/main" xmlns:r="http://schemas.openxmlformats.org/officeDocument/2006/relationships" xmlns:p="http://schemas.openxmlformats.org/presentationml/2006/main">
  <p:tag name="VCT-RADIUS" val="10"/>
</p:tagLst>
</file>

<file path=ppt/tags/tag45.xml><?xml version="1.0" encoding="utf-8"?>
<p:tagLst xmlns:a="http://schemas.openxmlformats.org/drawingml/2006/main" xmlns:r="http://schemas.openxmlformats.org/officeDocument/2006/relationships" xmlns:p="http://schemas.openxmlformats.org/presentationml/2006/main">
  <p:tag name="VCT-RADIUS" val="10"/>
</p:tagLst>
</file>

<file path=ppt/tags/tag46.xml><?xml version="1.0" encoding="utf-8"?>
<p:tagLst xmlns:a="http://schemas.openxmlformats.org/drawingml/2006/main" xmlns:r="http://schemas.openxmlformats.org/officeDocument/2006/relationships" xmlns:p="http://schemas.openxmlformats.org/presentationml/2006/main">
  <p:tag name="VCT-RADIUS" val="10"/>
</p:tagLst>
</file>

<file path=ppt/tags/tag47.xml><?xml version="1.0" encoding="utf-8"?>
<p:tagLst xmlns:a="http://schemas.openxmlformats.org/drawingml/2006/main" xmlns:r="http://schemas.openxmlformats.org/officeDocument/2006/relationships" xmlns:p="http://schemas.openxmlformats.org/presentationml/2006/main">
  <p:tag name="VCT-RADIUS" val="10"/>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VCT-RADIUS" val="10"/>
</p:tagLst>
</file>

<file path=ppt/tags/tag50.xml><?xml version="1.0" encoding="utf-8"?>
<p:tagLst xmlns:a="http://schemas.openxmlformats.org/drawingml/2006/main" xmlns:r="http://schemas.openxmlformats.org/officeDocument/2006/relationships" xmlns:p="http://schemas.openxmlformats.org/presentationml/2006/main">
  <p:tag name="VCT-RADIUS" val="10"/>
</p:tagLst>
</file>

<file path=ppt/tags/tag51.xml><?xml version="1.0" encoding="utf-8"?>
<p:tagLst xmlns:a="http://schemas.openxmlformats.org/drawingml/2006/main" xmlns:r="http://schemas.openxmlformats.org/officeDocument/2006/relationships" xmlns:p="http://schemas.openxmlformats.org/presentationml/2006/main">
  <p:tag name="VCT-RADIUS" val="10"/>
</p:tagLst>
</file>

<file path=ppt/tags/tag52.xml><?xml version="1.0" encoding="utf-8"?>
<p:tagLst xmlns:a="http://schemas.openxmlformats.org/drawingml/2006/main" xmlns:r="http://schemas.openxmlformats.org/officeDocument/2006/relationships" xmlns:p="http://schemas.openxmlformats.org/presentationml/2006/main">
  <p:tag name="VCT-RADIUS" val="10"/>
</p:tagLst>
</file>

<file path=ppt/tags/tag53.xml><?xml version="1.0" encoding="utf-8"?>
<p:tagLst xmlns:a="http://schemas.openxmlformats.org/drawingml/2006/main" xmlns:r="http://schemas.openxmlformats.org/officeDocument/2006/relationships" xmlns:p="http://schemas.openxmlformats.org/presentationml/2006/main">
  <p:tag name="VCT-RADIUS" val="10"/>
</p:tagLst>
</file>

<file path=ppt/tags/tag54.xml><?xml version="1.0" encoding="utf-8"?>
<p:tagLst xmlns:a="http://schemas.openxmlformats.org/drawingml/2006/main" xmlns:r="http://schemas.openxmlformats.org/officeDocument/2006/relationships" xmlns:p="http://schemas.openxmlformats.org/presentationml/2006/main">
  <p:tag name="VCT-RADIUS" val="10"/>
</p:tagLst>
</file>

<file path=ppt/tags/tag55.xml><?xml version="1.0" encoding="utf-8"?>
<p:tagLst xmlns:a="http://schemas.openxmlformats.org/drawingml/2006/main" xmlns:r="http://schemas.openxmlformats.org/officeDocument/2006/relationships" xmlns:p="http://schemas.openxmlformats.org/presentationml/2006/main">
  <p:tag name="VCT-RADIUS" val="10"/>
</p:tagLst>
</file>

<file path=ppt/tags/tag56.xml><?xml version="1.0" encoding="utf-8"?>
<p:tagLst xmlns:a="http://schemas.openxmlformats.org/drawingml/2006/main" xmlns:r="http://schemas.openxmlformats.org/officeDocument/2006/relationships" xmlns:p="http://schemas.openxmlformats.org/presentationml/2006/main">
  <p:tag name="VCT-RADIUS" val="10"/>
</p:tagLst>
</file>

<file path=ppt/tags/tag57.xml><?xml version="1.0" encoding="utf-8"?>
<p:tagLst xmlns:a="http://schemas.openxmlformats.org/drawingml/2006/main" xmlns:r="http://schemas.openxmlformats.org/officeDocument/2006/relationships" xmlns:p="http://schemas.openxmlformats.org/presentationml/2006/main">
  <p:tag name="VCT-RADIUS" val="10"/>
</p:tagLst>
</file>

<file path=ppt/tags/tag58.xml><?xml version="1.0" encoding="utf-8"?>
<p:tagLst xmlns:a="http://schemas.openxmlformats.org/drawingml/2006/main" xmlns:r="http://schemas.openxmlformats.org/officeDocument/2006/relationships" xmlns:p="http://schemas.openxmlformats.org/presentationml/2006/main">
  <p:tag name="VCT-RADIUS" val="10"/>
</p:tagLst>
</file>

<file path=ppt/tags/tag59.xml><?xml version="1.0" encoding="utf-8"?>
<p:tagLst xmlns:a="http://schemas.openxmlformats.org/drawingml/2006/main" xmlns:r="http://schemas.openxmlformats.org/officeDocument/2006/relationships" xmlns:p="http://schemas.openxmlformats.org/presentationml/2006/main">
  <p:tag name="VCT-RADIUS" val="10"/>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VCT-RADIUS" val="10"/>
</p:tagLst>
</file>

<file path=ppt/tags/tag62.xml><?xml version="1.0" encoding="utf-8"?>
<p:tagLst xmlns:a="http://schemas.openxmlformats.org/drawingml/2006/main" xmlns:r="http://schemas.openxmlformats.org/officeDocument/2006/relationships" xmlns:p="http://schemas.openxmlformats.org/presentationml/2006/main">
  <p:tag name="VCT-RADIUS" val="10"/>
</p:tagLst>
</file>

<file path=ppt/tags/tag63.xml><?xml version="1.0" encoding="utf-8"?>
<p:tagLst xmlns:a="http://schemas.openxmlformats.org/drawingml/2006/main" xmlns:r="http://schemas.openxmlformats.org/officeDocument/2006/relationships" xmlns:p="http://schemas.openxmlformats.org/presentationml/2006/main">
  <p:tag name="VCT-RADIUS" val="10"/>
</p:tagLst>
</file>

<file path=ppt/tags/tag64.xml><?xml version="1.0" encoding="utf-8"?>
<p:tagLst xmlns:a="http://schemas.openxmlformats.org/drawingml/2006/main" xmlns:r="http://schemas.openxmlformats.org/officeDocument/2006/relationships" xmlns:p="http://schemas.openxmlformats.org/presentationml/2006/main">
  <p:tag name="VCT-RADIUS" val="10"/>
</p:tagLst>
</file>

<file path=ppt/tags/tag65.xml><?xml version="1.0" encoding="utf-8"?>
<p:tagLst xmlns:a="http://schemas.openxmlformats.org/drawingml/2006/main" xmlns:r="http://schemas.openxmlformats.org/officeDocument/2006/relationships" xmlns:p="http://schemas.openxmlformats.org/presentationml/2006/main">
  <p:tag name="VCT-RADIUS" val="10"/>
</p:tagLst>
</file>

<file path=ppt/tags/tag66.xml><?xml version="1.0" encoding="utf-8"?>
<p:tagLst xmlns:a="http://schemas.openxmlformats.org/drawingml/2006/main" xmlns:r="http://schemas.openxmlformats.org/officeDocument/2006/relationships" xmlns:p="http://schemas.openxmlformats.org/presentationml/2006/main">
  <p:tag name="VCT-RADIUS" val="10"/>
</p:tagLst>
</file>

<file path=ppt/tags/tag67.xml><?xml version="1.0" encoding="utf-8"?>
<p:tagLst xmlns:a="http://schemas.openxmlformats.org/drawingml/2006/main" xmlns:r="http://schemas.openxmlformats.org/officeDocument/2006/relationships" xmlns:p="http://schemas.openxmlformats.org/presentationml/2006/main">
  <p:tag name="VCT-RADIUS" val="10"/>
</p:tagLst>
</file>

<file path=ppt/tags/tag68.xml><?xml version="1.0" encoding="utf-8"?>
<p:tagLst xmlns:a="http://schemas.openxmlformats.org/drawingml/2006/main" xmlns:r="http://schemas.openxmlformats.org/officeDocument/2006/relationships" xmlns:p="http://schemas.openxmlformats.org/presentationml/2006/main">
  <p:tag name="VCT-RADIUS" val="10"/>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VCT-RADIUS" val="10"/>
</p:tagLst>
</file>

<file path=ppt/tags/tag71.xml><?xml version="1.0" encoding="utf-8"?>
<p:tagLst xmlns:a="http://schemas.openxmlformats.org/drawingml/2006/main" xmlns:r="http://schemas.openxmlformats.org/officeDocument/2006/relationships" xmlns:p="http://schemas.openxmlformats.org/presentationml/2006/main">
  <p:tag name="VCT-RADIUS" val="10"/>
</p:tagLst>
</file>

<file path=ppt/tags/tag72.xml><?xml version="1.0" encoding="utf-8"?>
<p:tagLst xmlns:a="http://schemas.openxmlformats.org/drawingml/2006/main" xmlns:r="http://schemas.openxmlformats.org/officeDocument/2006/relationships" xmlns:p="http://schemas.openxmlformats.org/presentationml/2006/main">
  <p:tag name="VCT-RADIUS" val="10"/>
</p:tagLst>
</file>

<file path=ppt/tags/tag73.xml><?xml version="1.0" encoding="utf-8"?>
<p:tagLst xmlns:a="http://schemas.openxmlformats.org/drawingml/2006/main" xmlns:r="http://schemas.openxmlformats.org/officeDocument/2006/relationships" xmlns:p="http://schemas.openxmlformats.org/presentationml/2006/main">
  <p:tag name="VCT-RADIUS" val="10"/>
</p:tagLst>
</file>

<file path=ppt/tags/tag74.xml><?xml version="1.0" encoding="utf-8"?>
<p:tagLst xmlns:a="http://schemas.openxmlformats.org/drawingml/2006/main" xmlns:r="http://schemas.openxmlformats.org/officeDocument/2006/relationships" xmlns:p="http://schemas.openxmlformats.org/presentationml/2006/main">
  <p:tag name="VCT-RADIUS" val="10"/>
</p:tagLst>
</file>

<file path=ppt/tags/tag75.xml><?xml version="1.0" encoding="utf-8"?>
<p:tagLst xmlns:a="http://schemas.openxmlformats.org/drawingml/2006/main" xmlns:r="http://schemas.openxmlformats.org/officeDocument/2006/relationships" xmlns:p="http://schemas.openxmlformats.org/presentationml/2006/main">
  <p:tag name="VCT-RADIUS" val="10"/>
</p:tagLst>
</file>

<file path=ppt/tags/tag7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7.xml><?xml version="1.0" encoding="utf-8"?>
<p:tagLst xmlns:a="http://schemas.openxmlformats.org/drawingml/2006/main" xmlns:r="http://schemas.openxmlformats.org/officeDocument/2006/relationships" xmlns:p="http://schemas.openxmlformats.org/presentationml/2006/main">
  <p:tag name="MIO_GUID" val="38520943-9002-4e5a-8a01-b2603a3a020e"/>
  <p:tag name="MIO_EKGUID" val="1631d6f8-ae17-4749-bac2-05f5fb2f340a"/>
  <p:tag name="MIO_UPDATE" val="True"/>
  <p:tag name="MIO_VERSION" val="15.11.2021 13:56:23"/>
  <p:tag name="MIO_DBID" val="218709a9-2117-4af1-a1ea-309c9a305e58"/>
  <p:tag name="MIO_LASTDOWNLOADED" val="05.08.2024 14:46:48"/>
  <p:tag name="MIO_OBJECTNAME" val="Title of presentation (3)"/>
  <p:tag name="MIO_LASTEDITORNAME" val="Jan Bellwinkel"/>
</p:tagLst>
</file>

<file path=ppt/tags/tag78.xml><?xml version="1.0" encoding="utf-8"?>
<p:tagLst xmlns:a="http://schemas.openxmlformats.org/drawingml/2006/main" xmlns:r="http://schemas.openxmlformats.org/officeDocument/2006/relationships" xmlns:p="http://schemas.openxmlformats.org/presentationml/2006/main">
  <p:tag name="MIO_GUID" val="d6759f0e-b63e-44f7-ba05-958f2d59da33"/>
  <p:tag name="MIO_EKGUID" val="fcadf20e-0c34-4fe7-8e3e-6a4ca08190a0"/>
  <p:tag name="MIO_UPDATE" val="True"/>
  <p:tag name="MIO_VERSION" val="15.11.2021 13:58:04"/>
  <p:tag name="MIO_DBID" val="218709a9-2117-4af1-a1ea-309c9a305e58"/>
  <p:tag name="MIO_LASTDOWNLOADED" val="05.08.2024 14:47:08"/>
  <p:tag name="MIO_OBJECTNAME" val="Standard slides"/>
  <p:tag name="MIO_LASTEDITORNAME" val="Jan Bellwinkel"/>
</p:tagLst>
</file>

<file path=ppt/tags/tag79.xml><?xml version="1.0" encoding="utf-8"?>
<p:tagLst xmlns:a="http://schemas.openxmlformats.org/drawingml/2006/main" xmlns:r="http://schemas.openxmlformats.org/officeDocument/2006/relationships" xmlns:p="http://schemas.openxmlformats.org/presentationml/2006/main">
  <p:tag name="MIO_GUID" val="d6759f0e-b63e-44f7-ba05-958f2d59da33"/>
  <p:tag name="MIO_EKGUID" val="fcadf20e-0c34-4fe7-8e3e-6a4ca08190a0"/>
  <p:tag name="MIO_UPDATE" val="True"/>
  <p:tag name="MIO_VERSION" val="15.11.2021 13:58:04"/>
  <p:tag name="MIO_DBID" val="218709a9-2117-4af1-a1ea-309c9a305e58"/>
  <p:tag name="MIO_LASTDOWNLOADED" val="05.08.2024 14:47:08"/>
  <p:tag name="MIO_OBJECTNAME" val="Standard slides"/>
  <p:tag name="MIO_LASTEDITORNAME" val="Jan Bellwinkel"/>
</p:tagLst>
</file>

<file path=ppt/tags/tag80.xml><?xml version="1.0" encoding="utf-8"?>
<p:tagLst xmlns:a="http://schemas.openxmlformats.org/drawingml/2006/main" xmlns:r="http://schemas.openxmlformats.org/officeDocument/2006/relationships" xmlns:p="http://schemas.openxmlformats.org/presentationml/2006/main">
  <p:tag name="MIO_GUID" val="d6759f0e-b63e-44f7-ba05-958f2d59da33"/>
  <p:tag name="MIO_EKGUID" val="fcadf20e-0c34-4fe7-8e3e-6a4ca08190a0"/>
  <p:tag name="MIO_UPDATE" val="True"/>
  <p:tag name="MIO_VERSION" val="15.11.2021 13:58:04"/>
  <p:tag name="MIO_DBID" val="218709a9-2117-4af1-a1ea-309c9a305e58"/>
  <p:tag name="MIO_LASTDOWNLOADED" val="05.08.2024 14:47:08"/>
  <p:tag name="MIO_OBJECTNAME" val="Standard slides"/>
  <p:tag name="MIO_LASTEDITORNAME" val="Jan Bellwinkel"/>
</p:tagLst>
</file>

<file path=ppt/tags/tag81.xml><?xml version="1.0" encoding="utf-8"?>
<p:tagLst xmlns:a="http://schemas.openxmlformats.org/drawingml/2006/main" xmlns:r="http://schemas.openxmlformats.org/officeDocument/2006/relationships" xmlns:p="http://schemas.openxmlformats.org/presentationml/2006/main">
  <p:tag name="MIO_GUID" val="f717f3bc-49aa-440e-8e4c-8880a4a395b5"/>
  <p:tag name="MIO_EK" val="2423"/>
  <p:tag name="MIO_UPDATE" val="True"/>
  <p:tag name="MIO_VERSION" val="13.10.2015 14:02:46"/>
  <p:tag name="MIO_DBID" val="218709A9-2117-4AF1-A1EA-309C9A305E57"/>
  <p:tag name="MIO_LASTDOWNLOADED" val="04.11.2015 15:03:05"/>
  <p:tag name="MIO_OBJECTNAME" val="Bar chart"/>
  <p:tag name="MIO_LASTEDITORNAME" val="(Brigitte Schneider)"/>
  <p:tag name="MIO_EK_DESIGN" val="2155"/>
  <p:tag name="MIO_VERSION_DESIGN" val="22.09.2015 11:37:56"/>
  <p:tag name="MIO_DBID_DESIGN" val="218709A9-2117-4AF1-A1EA-309C9A305E57"/>
  <p:tag name="PPSNARRATIONPROPS" val="J:\VISMEDIA\PROJEKTE\AKTUELL\Merck-Approval\2017-HYP-Toolkit\SSML\speech_s42_20170822063426498.mp3"/>
  <p:tag name="HTML_SHAPEINFO" val="&lt;SlideThumbPath val=&quot;Folie74.PNG&quot;/&gt;"/>
  <p:tag name="PPSNARRATION" val="42,1801182160,H:\EXTERN-Achat\Projekte\Merck\Merck-Approval\2017-HYP-Toolkit\RESULT\Internal use documents\2017-08-28 Train the Trainer Slides Sympathetic Overdrive, Hypertension and Beta Blockers (V2 24.3.16)_pptx\Media.ppcx"/>
</p:tagLst>
</file>

<file path=ppt/tags/tag82.xml><?xml version="1.0" encoding="utf-8"?>
<p:tagLst xmlns:a="http://schemas.openxmlformats.org/drawingml/2006/main" xmlns:r="http://schemas.openxmlformats.org/officeDocument/2006/relationships" xmlns:p="http://schemas.openxmlformats.org/presentationml/2006/main">
  <p:tag name="MIO_GUID" val="d6759f0e-b63e-44f7-ba05-958f2d59da33"/>
  <p:tag name="MIO_EKGUID" val="fcadf20e-0c34-4fe7-8e3e-6a4ca08190a0"/>
  <p:tag name="MIO_UPDATE" val="True"/>
  <p:tag name="MIO_VERSION" val="15.11.2021 13:58:04"/>
  <p:tag name="MIO_DBID" val="218709a9-2117-4af1-a1ea-309c9a305e58"/>
  <p:tag name="MIO_LASTDOWNLOADED" val="05.08.2024 14:47:08"/>
  <p:tag name="MIO_OBJECTNAME" val="Standard slides"/>
  <p:tag name="MIO_LASTEDITORNAME" val="Jan Bellwinkel"/>
</p:tagLst>
</file>

<file path=ppt/tags/tag83.xml><?xml version="1.0" encoding="utf-8"?>
<p:tagLst xmlns:a="http://schemas.openxmlformats.org/drawingml/2006/main" xmlns:r="http://schemas.openxmlformats.org/officeDocument/2006/relationships" xmlns:p="http://schemas.openxmlformats.org/presentationml/2006/main">
  <p:tag name="MIO_GUID" val="d6759f0e-b63e-44f7-ba05-958f2d59da33"/>
  <p:tag name="MIO_EKGUID" val="fcadf20e-0c34-4fe7-8e3e-6a4ca08190a0"/>
  <p:tag name="MIO_UPDATE" val="True"/>
  <p:tag name="MIO_VERSION" val="15.11.2021 13:58:04"/>
  <p:tag name="MIO_DBID" val="218709a9-2117-4af1-a1ea-309c9a305e58"/>
  <p:tag name="MIO_LASTDOWNLOADED" val="05.08.2024 14:47:08"/>
  <p:tag name="MIO_OBJECTNAME" val="Standard slides"/>
  <p:tag name="MIO_LASTEDITORNAME" val="Jan Bellwinkel"/>
</p:tagLst>
</file>

<file path=ppt/tags/tag84.xml><?xml version="1.0" encoding="utf-8"?>
<p:tagLst xmlns:a="http://schemas.openxmlformats.org/drawingml/2006/main" xmlns:r="http://schemas.openxmlformats.org/officeDocument/2006/relationships" xmlns:p="http://schemas.openxmlformats.org/presentationml/2006/main">
  <p:tag name="PPSNARRATIONPROPS" val="J:\VISMEDIA\PROJEKTE\AKTUELL\Merck2016-08-CADToolkit\Projekt-KQ\RESULT\SSML\speech_s37_20170810092624903.mp3"/>
  <p:tag name="HTML_SHAPEINFO" val="&lt;SlideThumbPath val=&quot;Folie67.PNG&quot;/&gt;"/>
  <p:tag name="PPSNARRATION" val="37,1489139651,C:\Users\Klaus-Jürgen Quast\Desktop\20170822 Train the Trainer Slides Sympathetic Overdrive, CHD and Beta Blockers_pptx\Media.ppcx"/>
</p:tagLst>
</file>

<file path=ppt/tags/tag8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H:\EXTERN-Achat\Projekte\Merck\Merck2016\Merck2016-07-CADToolkit\Merck2016-CADToolkit Hdrv\Projekt-KQ\RESULT Publish\data\asimages\{D6B27CF8-EBE0-42D1-AB43-3FB0FEE847BE}_67.png&quot;/&gt;&lt;left val=&quot;144&quot;/&gt;&lt;top val=&quot;482&quot;/&gt;&lt;width val=&quot;721&quot;/&gt;&lt;height val=&quot;30&quot;/&gt;&lt;hasText val=&quot;1&quot;/&gt;&lt;/Image&gt;&lt;/ThreeDShapeInfo&gt;"/>
  <p:tag name="PRESENTER_SHAPETEXTINFO" val="&lt;ShapeTextInfo&gt;&lt;TableIndex row=&quot;-1&quot; col=&quot;-1&quot;&gt;&lt;linesCount val=&quot;1&quot;/&gt;&lt;lineCharCount val=&quot;85&quot;/&gt;&lt;/TableIndex&gt;&lt;/ShapeTextInfo&gt;"/>
</p:tagLst>
</file>

<file path=ppt/tags/tag86.xml><?xml version="1.0" encoding="utf-8"?>
<p:tagLst xmlns:a="http://schemas.openxmlformats.org/drawingml/2006/main" xmlns:r="http://schemas.openxmlformats.org/officeDocument/2006/relationships" xmlns:p="http://schemas.openxmlformats.org/presentationml/2006/main">
  <p:tag name="VCTCREATESHAPEHANDLED" val="0"/>
  <p:tag name="HTML_AUTOSHAPE_INFO" val="&lt;ThreeDShapeInfo&gt;&lt;uuid val=&quot;{028AD7C3-6C97-4F50-BC6C-27517A71C286}&quot;/&gt;&lt;isInvalidForFieldText val=&quot;1&quot;/&gt;&lt;Image&gt;&lt;filename val=&quot;H:\EXTERN-Achat\Projekte\Merck\Merck2016\Merck2016-07-CADToolkit\Merck2016-CADToolkit Hdrv\Projekt-KQ\RESULT Publish\data\asimages\{028AD7C3-6C97-4F50-BC6C-27517A71C286}_67_S.png&quot;/&gt;&lt;left val=&quot;703&quot;/&gt;&lt;top val=&quot;195&quot;/&gt;&lt;width val=&quot;203&quot;/&gt;&lt;height val=&quot;105&quot;/&gt;&lt;hasText val=&quot;0&quot;/&gt;&lt;/Image&gt;&lt;Image&gt;&lt;filename val=&quot;H:\EXTERN-Achat\Projekte\Merck\Merck2016\Merck2016-07-CADToolkit\Merck2016-CADToolkit Hdrv\Projekt-KQ\RESULT Publish\data\asimages\{028AD7C3-6C97-4F50-BC6C-27517A71C286}_67_T.png&quot;/&gt;&lt;left val=&quot;703&quot;/&gt;&lt;top val=&quot;195&quot;/&gt;&lt;width val=&quot;203&quot;/&gt;&lt;height val=&quot;105&quot;/&gt;&lt;hasText val=&quot;1&quot;/&gt;&lt;/Image&gt;&lt;/ThreeDShapeInfo&gt;"/>
  <p:tag name="PRESENTER_SHAPETEXTINFO" val="&lt;ShapeTextInfo&gt;&lt;TableIndex row=&quot;-1&quot; col=&quot;-1&quot;&gt;&lt;linesCount val=&quot;2&quot;/&gt;&lt;lineCharCount val=&quot;17&quot;/&gt;&lt;lineCharCount val=&quot;17&quot;/&gt;&lt;/TableIndex&gt;&lt;/ShapeTextInfo&gt;"/>
</p:tagLst>
</file>

<file path=ppt/tags/tag8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H:\EXTERN-Achat\Projekte\Merck\Merck2016\Merck2016-07-CADToolkit\Merck2016-CADToolkit Hdrv\Projekt-KQ\RESULT Publish\data\asimages\{84104ED0-D4EB-4CA3-A972-4B1E69733492}_67.png&quot;/&gt;&lt;left val=&quot;39&quot;/&gt;&lt;top val=&quot;80&quot;/&gt;&lt;width val=&quot;928&quot;/&gt;&lt;height val=&quot;64&quot;/&gt;&lt;hasText val=&quot;1&quot;/&gt;&lt;/Image&gt;&lt;/ThreeDShapeInfo&gt;"/>
  <p:tag name="PRESENTER_SHAPETEXTINFO" val="&lt;ShapeTextInfo&gt;&lt;TableIndex row=&quot;-1&quot; col=&quot;-1&quot;&gt;&lt;linesCount val=&quot;3&quot;/&gt;&lt;lineCharCount val=&quot;14&quot;/&gt;&lt;lineCharCount val=&quot;113&quot;/&gt;&lt;lineCharCount val=&quot;82&quot;/&gt;&lt;/TableIndex&gt;&lt;/ShapeTextInfo&gt;"/>
</p:tagLst>
</file>

<file path=ppt/tags/tag8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H:\EXTERN-Achat\Projekte\Merck\Merck2016\Merck2016-07-CADToolkit\Merck2016-CADToolkit Hdrv\Projekt-KQ\RESULT Publish\data\asimages\{E3618538-373C-4F85-802E-11050A8935C8}_67.png&quot;/&gt;&lt;left val=&quot;35&quot;/&gt;&lt;top val=&quot;21&quot;/&gt;&lt;width val=&quot;874&quot;/&gt;&lt;height val=&quot;67&quot;/&gt;&lt;hasText val=&quot;1&quot;/&gt;&lt;/Image&gt;&lt;/ThreeDShapeInfo&gt;"/>
  <p:tag name="PRESENTER_SHAPETEXTINFO" val="&lt;ShapeTextInfo&gt;&lt;TableIndex row=&quot;-1&quot; col=&quot;-1&quot;&gt;&lt;linesCount val=&quot;2&quot;/&gt;&lt;lineCharCount val=&quot;67&quot;/&gt;&lt;lineCharCount val=&quot;16&quot;/&gt;&lt;/TableIndex&gt;&lt;/ShapeTextInfo&gt;"/>
</p:tagLst>
</file>

<file path=ppt/tags/tag8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H:\EXTERN-Achat\Projekte\Merck\Merck2016\Merck2016-07-CADToolkit\Merck2016-CADToolkit Hdrv\Projekt-KQ\RESULT Publish\data\asimages\{50D0AB17-E41E-4023-87EA-C6D10F8C8758}_67.png&quot;/&gt;&lt;left val=&quot;50&quot;/&gt;&lt;top val=&quot;145&quot;/&gt;&lt;width val=&quot;717&quot;/&gt;&lt;height val=&quot;336&quot;/&gt;&lt;hasText val=&quot;1&quot;/&gt;&lt;/Image&gt;&lt;/ThreeDShapeInfo&gt;"/>
</p:tagLst>
</file>

<file path=ppt/tags/tag90.xml><?xml version="1.0" encoding="utf-8"?>
<p:tagLst xmlns:a="http://schemas.openxmlformats.org/drawingml/2006/main" xmlns:r="http://schemas.openxmlformats.org/officeDocument/2006/relationships" xmlns:p="http://schemas.openxmlformats.org/presentationml/2006/main">
  <p:tag name="HTML_AUTOSHAPE_INFO" val="&lt;ThreeDShapeInfo&gt;&lt;uuid val=&quot;{00CD458E-5E10-4BF0-B8C8-5E9F73B5CBF5}&quot;/&gt;&lt;isInvalidForFieldText val=&quot;1&quot;/&gt;&lt;Image&gt;&lt;filename val=&quot;H:\EXTERN-Achat\Projekte\Merck\Merck2016\Merck2016-07-CADToolkit\Merck2016-CADToolkit Hdrv\Projekt-KQ\RESULT Publish\data\asimages\{00CD458E-5E10-4BF0-B8C8-5E9F73B5CBF5}_67_S.png&quot;/&gt;&lt;left val=&quot;182&quot;/&gt;&lt;top val=&quot;314&quot;/&gt;&lt;width val=&quot;560&quot;/&gt;&lt;height val=&quot;105&quot;/&gt;&lt;hasText val=&quot;0&quot;/&gt;&lt;/Image&gt;&lt;Image&gt;&lt;filename val=&quot;H:\EXTERN-Achat\Projekte\Merck\Merck2016\Merck2016-07-CADToolkit\Merck2016-CADToolkit Hdrv\Projekt-KQ\RESULT Publish\data\asimages\{00CD458E-5E10-4BF0-B8C8-5E9F73B5CBF5}_67_T.png&quot;/&gt;&lt;left val=&quot;182&quot;/&gt;&lt;top val=&quot;315&quot;/&gt;&lt;width val=&quot;560&quot;/&gt;&lt;height val=&quot;102&quot;/&gt;&lt;hasText val=&quot;1&quot;/&gt;&lt;/Image&gt;&lt;/ThreeDShapeInfo&gt;"/>
  <p:tag name="PRESENTER_SHAPETEXTINFO" val="&lt;ShapeTextInfo&gt;&lt;TableIndex row=&quot;-1&quot; col=&quot;-1&quot;&gt;&lt;linesCount val=&quot;0&quot;/&gt;&lt;/TableIndex&gt;&lt;/ShapeTextInfo&gt;"/>
</p:tagLst>
</file>

<file path=ppt/tags/tag91.xml><?xml version="1.0" encoding="utf-8"?>
<p:tagLst xmlns:a="http://schemas.openxmlformats.org/drawingml/2006/main" xmlns:r="http://schemas.openxmlformats.org/officeDocument/2006/relationships" xmlns:p="http://schemas.openxmlformats.org/presentationml/2006/main">
  <p:tag name="HTML_AUTOSHAPE_INFO" val="&lt;ThreeDShapeInfo&gt;&lt;uuid val=&quot;{4172561A-2B98-499A-9B4D-8B6B6DCE926D}&quot;/&gt;&lt;isInvalidForFieldText val=&quot;1&quot;/&gt;&lt;Image&gt;&lt;filename val=&quot;H:\EXTERN-Achat\Projekte\Merck\Merck2016\Merck2016-07-CADToolkit\Merck2016-CADToolkit Hdrv\Projekt-KQ\RESULT Publish\data\asimages\{4172561A-2B98-499A-9B4D-8B6B6DCE926D}_67_S.png&quot;/&gt;&lt;left val=&quot;182&quot;/&gt;&lt;top val=&quot;315&quot;/&gt;&lt;width val=&quot;560&quot;/&gt;&lt;height val=&quot;102&quot;/&gt;&lt;hasText val=&quot;0&quot;/&gt;&lt;/Image&gt;&lt;Image&gt;&lt;filename val=&quot;H:\EXTERN-Achat\Projekte\Merck\Merck2016\Merck2016-07-CADToolkit\Merck2016-CADToolkit Hdrv\Projekt-KQ\RESULT Publish\data\asimages\{4172561A-2B98-499A-9B4D-8B6B6DCE926D}_67_T.png&quot;/&gt;&lt;left val=&quot;182&quot;/&gt;&lt;top val=&quot;315&quot;/&gt;&lt;width val=&quot;560&quot;/&gt;&lt;height val=&quot;102&quot;/&gt;&lt;hasText val=&quot;1&quot;/&gt;&lt;/Image&gt;&lt;/ThreeDShapeInfo&gt;"/>
  <p:tag name="PRESENTER_SHAPETEXTINFO" val="&lt;ShapeTextInfo&gt;&lt;TableIndex row=&quot;-1&quot; col=&quot;-1&quot;&gt;&lt;linesCount val=&quot;0&quot;/&gt;&lt;/TableIndex&gt;&lt;/ShapeTextInfo&gt;"/>
</p:tagLst>
</file>

<file path=ppt/tags/tag92.xml><?xml version="1.0" encoding="utf-8"?>
<p:tagLst xmlns:a="http://schemas.openxmlformats.org/drawingml/2006/main" xmlns:r="http://schemas.openxmlformats.org/officeDocument/2006/relationships" xmlns:p="http://schemas.openxmlformats.org/presentationml/2006/main">
  <p:tag name="HTML_AUTOSHAPE_INFO" val="&lt;ThreeDShapeInfo&gt;&lt;uuid val=&quot;{04FC062F-70CD-4BCC-BF71-E2994099E930}&quot;/&gt;&lt;isInvalidForFieldText val=&quot;1&quot;/&gt;&lt;Image&gt;&lt;filename val=&quot;H:\EXTERN-Achat\Projekte\Merck\Merck2016\Merck2016-07-CADToolkit\Merck2016-CADToolkit Hdrv\Projekt-KQ\RESULT Publish\data\asimages\{04FC062F-70CD-4BCC-BF71-E2994099E930}_67_S.png&quot;/&gt;&lt;left val=&quot;150&quot;/&gt;&lt;top val=&quot;166&quot;/&gt;&lt;width val=&quot;593&quot;/&gt;&lt;height val=&quot;245&quot;/&gt;&lt;hasText val=&quot;0&quot;/&gt;&lt;/Image&gt;&lt;Image&gt;&lt;filename val=&quot;H:\EXTERN-Achat\Projekte\Merck\Merck2016\Merck2016-07-CADToolkit\Merck2016-CADToolkit Hdrv\Projekt-KQ\RESULT Publish\data\asimages\{04FC062F-70CD-4BCC-BF71-E2994099E930}_67_T.png&quot;/&gt;&lt;left val=&quot;150&quot;/&gt;&lt;top val=&quot;168&quot;/&gt;&lt;width val=&quot;593&quot;/&gt;&lt;height val=&quot;243&quot;/&gt;&lt;hasText val=&quot;1&quot;/&gt;&lt;/Image&gt;&lt;/ThreeDShapeInfo&gt;"/>
  <p:tag name="PRESENTER_SHAPETEXTINFO" val="&lt;ShapeTextInfo&gt;&lt;TableIndex row=&quot;-1&quot; col=&quot;-1&quot;&gt;&lt;linesCount val=&quot;0&quot;/&gt;&lt;/TableIndex&gt;&lt;/ShapeTextInfo&gt;"/>
</p:tagLst>
</file>

<file path=ppt/tags/tag9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H:\EXTERN-Achat\Projekte\Merck\Merck2016\Merck2016-07-CADToolkit\Merck2016-CADToolkit Hdrv\Projekt-KQ\RESULT Publish\data\asimages\{4E9DE2F1-0067-4999-922E-69287F4D2C2E}_67.png&quot;/&gt;&lt;left val=&quot;153&quot;/&gt;&lt;top val=&quot;175&quot;/&gt;&lt;width val=&quot;217&quot;/&gt;&lt;height val=&quot;60&quot;/&gt;&lt;hasText val=&quot;1&quot;/&gt;&lt;/Image&gt;&lt;/ThreeDShapeInfo&gt;"/>
  <p:tag name="PRESENTER_SHAPETEXTINFO" val="&lt;ShapeTextInfo&gt;&lt;TableIndex row=&quot;-1&quot; col=&quot;-1&quot;&gt;&lt;linesCount val=&quot;2&quot;/&gt;&lt;lineCharCount val=&quot;22&quot;/&gt;&lt;lineCharCount val=&quot;11&quot;/&gt;&lt;/TableIndex&gt;&lt;/ShapeTextInfo&gt;"/>
</p:tagLst>
</file>

<file path=ppt/tags/tag9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H:\EXTERN-Achat\Projekte\Merck\Merck2016\Merck2016-07-CADToolkit\Merck2016-CADToolkit Hdrv\Projekt-KQ\RESULT Publish\data\asimages\{12DB8B65-0C83-4D48-AB6B-E68B1A615333}_67.png&quot;/&gt;&lt;left val=&quot;590&quot;/&gt;&lt;top val=&quot;156&quot;/&gt;&lt;width val=&quot;144&quot;/&gt;&lt;height val=&quot;35&quot;/&gt;&lt;hasText val=&quot;1&quot;/&gt;&lt;/Image&gt;&lt;/ThreeDShapeInfo&gt;"/>
  <p:tag name="PRESENTER_SHAPETEXTINFO" val="&lt;ShapeTextInfo&gt;&lt;TableIndex row=&quot;-1&quot; col=&quot;-1&quot;&gt;&lt;linesCount val=&quot;1&quot;/&gt;&lt;lineCharCount val=&quot;13&quot;/&gt;&lt;/TableIndex&gt;&lt;/ShapeTextInfo&gt;"/>
</p:tagLst>
</file>

<file path=ppt/tags/tag9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H:\EXTERN-Achat\Projekte\Merck\Merck2016\Merck2016-07-CADToolkit\Merck2016-CADToolkit Hdrv\Projekt-KQ\RESULT Publish\data\asimages\{460E306A-A786-4883-A776-5B09C8FA46E4}_67.png&quot;/&gt;&lt;left val=&quot;589&quot;/&gt;&lt;top val=&quot;331&quot;/&gt;&lt;width val=&quot;123&quot;/&gt;&lt;height val=&quot;35&quot;/&gt;&lt;hasText val=&quot;1&quot;/&gt;&lt;/Image&gt;&lt;/ThreeDShapeInfo&gt;"/>
  <p:tag name="PRESENTER_SHAPETEXTINFO" val="&lt;ShapeTextInfo&gt;&lt;TableIndex row=&quot;-1&quot; col=&quot;-1&quot;&gt;&lt;linesCount val=&quot;1&quot;/&gt;&lt;lineCharCount val=&quot;10&quot;/&gt;&lt;/TableIndex&gt;&lt;/ShapeTextInfo&gt;"/>
</p:tagLst>
</file>

<file path=ppt/tags/tag9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9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H:\VISMEDIA\PROJEKTE\AKTUELL\Merck2016-07-SlidekitIntegration\Projekt-JH\Result\data\asimages\{16EEC225-F89F-4A1E-B832-26201DD364E7}_55.png&quot;/&gt;&lt;left val=&quot;100&quot;/&gt;&lt;top val=&quot;117&quot;/&gt;&lt;width val=&quot;588&quot;/&gt;&lt;height val=&quot;327&quot;/&gt;&lt;hasText val=&quot;1&quot;/&gt;&lt;/Image&gt;&lt;/ThreeDShapeInfo&gt;"/>
</p:tagLst>
</file>

<file path=ppt/tags/tag9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10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10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10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10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1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5&quot;/&gt;&lt;lineCharCount val=&quot;24&quot;/&gt;&lt;/TableIndex&gt;&lt;/ShapeTextInfo&gt;"/>
</p:tagLst>
</file>

<file path=ppt/tags/tag1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6&quot;/&gt;&lt;/TableIndex&gt;&lt;/ShapeTextInfo&gt;"/>
</p:tagLst>
</file>

<file path=ppt/tags/tag1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1.xml><?xml version="1.0" encoding="utf-8"?>
<p:tagLst xmlns:a="http://schemas.openxmlformats.org/drawingml/2006/main" xmlns:r="http://schemas.openxmlformats.org/officeDocument/2006/relationships" xmlns:p="http://schemas.openxmlformats.org/presentationml/2006/main">
  <p:tag name="PPSNARRATIONPROPS" val="J:\VISMEDIA\PROJEKTE\AKTUELL\Merck2016-08-CADToolkit\Projekt-KQ\RESULT\SSML\speech_s63_20170817095931681.mp3"/>
  <p:tag name="HTML_SHAPEINFO" val="&lt;SlideThumbPath val=&quot;Folie101.PNG&quot;/&gt;"/>
  <p:tag name="PPSNARRATION" val="63,1489139651,C:\Users\Klaus-Jürgen Quast\Desktop\20170822 Train the Trainer Slides Sympathetic Overdrive, CHD and Beta Blockers_pptx\Media.ppcx"/>
</p:tagLst>
</file>

<file path=ppt/tags/tag12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H:\EXTERN-Achat\Projekte\Merck\Merck2016\Merck2016-07-CADToolkit\Merck2016-CADToolkit Hdrv\Projekt-KQ\RESULT Publish\data\asimages\{AF62DC77-1580-475A-93A5-92E96C14BDF9}_101.png&quot;/&gt;&lt;left val=&quot;39&quot;/&gt;&lt;top val=&quot;53&quot;/&gt;&lt;width val=&quot;849&quot;/&gt;&lt;height val=&quot;64&quot;/&gt;&lt;hasText val=&quot;1&quot;/&gt;&lt;/Image&gt;&lt;/ThreeDShapeInfo&gt;"/>
  <p:tag name="PRESENTER_SHAPETEXTINFO" val="&lt;ShapeTextInfo&gt;&lt;TableIndex row=&quot;-1&quot; col=&quot;-1&quot;&gt;&lt;linesCount val=&quot;3&quot;/&gt;&lt;lineCharCount val=&quot;48&quot;/&gt;&lt;lineCharCount val=&quot;99&quot;/&gt;&lt;lineCharCount val=&quot;53&quot;/&gt;&lt;/TableIndex&gt;&lt;/ShapeTextInfo&gt;"/>
</p:tagLst>
</file>

<file path=ppt/tags/tag123.xml><?xml version="1.0" encoding="utf-8"?>
<p:tagLst xmlns:a="http://schemas.openxmlformats.org/drawingml/2006/main" xmlns:r="http://schemas.openxmlformats.org/officeDocument/2006/relationships" xmlns:p="http://schemas.openxmlformats.org/presentationml/2006/main">
  <p:tag name="HTML_AUTOSHAPE_INFO" val="&lt;ThreeDShapeInfo&gt;&lt;uuid val=&quot;{F57E209A-C25E-42BC-8443-B83179356522}&quot;/&gt;&lt;isInvalidForFieldText val=&quot;1&quot;/&gt;&lt;Image&gt;&lt;filename val=&quot;H:\EXTERN-Achat\Projekte\Merck\Merck2016\Merck2016-07-CADToolkit\Merck2016-CADToolkit Hdrv\Projekt-KQ\RESULT Publish\data\asimages\{F57E209A-C25E-42BC-8443-B83179356522}_101_S.png&quot;/&gt;&lt;left val=&quot;253&quot;/&gt;&lt;top val=&quot;429&quot;/&gt;&lt;width val=&quot;165&quot;/&gt;&lt;height val=&quot;33&quot;/&gt;&lt;hasText val=&quot;0&quot;/&gt;&lt;/Image&gt;&lt;Image&gt;&lt;filename val=&quot;H:\EXTERN-Achat\Projekte\Merck\Merck2016\Merck2016-07-CADToolkit\Merck2016-CADToolkit Hdrv\Projekt-KQ\RESULT Publish\data\asimages\{F57E209A-C25E-42BC-8443-B83179356522}_101_T.png&quot;/&gt;&lt;left val=&quot;253&quot;/&gt;&lt;top val=&quot;429&quot;/&gt;&lt;width val=&quot;165&quot;/&gt;&lt;height val=&quot;33&quot;/&gt;&lt;hasText val=&quot;1&quot;/&gt;&lt;/Image&gt;&lt;/ThreeDShapeInfo&gt;"/>
  <p:tag name="PRESENTER_SHAPETEXTINFO" val="&lt;ShapeTextInfo&gt;&lt;TableIndex row=&quot;-1&quot; col=&quot;-1&quot;&gt;&lt;linesCount val=&quot;0&quot;/&gt;&lt;/TableIndex&gt;&lt;/ShapeTextInfo&gt;"/>
</p:tagLst>
</file>

<file path=ppt/tags/tag12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H:\EXTERN-Achat\Projekte\Merck\Merck2016\Merck2016-07-CADToolkit\Merck2016-CADToolkit Hdrv\Projekt-KQ\RESULT Publish\data\asimages\{D2B83F29-5767-41D0-B0A8-A46368EF7D8A}_101.png&quot;/&gt;&lt;left val=&quot;67&quot;/&gt;&lt;top val=&quot;481&quot;/&gt;&lt;width val=&quot;539&quot;/&gt;&lt;height val=&quot;22&quot;/&gt;&lt;hasText val=&quot;1&quot;/&gt;&lt;/Image&gt;&lt;/ThreeDShapeInfo&gt;"/>
  <p:tag name="PRESENTER_SHAPETEXTINFO" val="&lt;ShapeTextInfo&gt;&lt;TableIndex row=&quot;-1&quot; col=&quot;-1&quot;&gt;&lt;linesCount val=&quot;1&quot;/&gt;&lt;lineCharCount val=&quot;106&quot;/&gt;&lt;/TableIndex&gt;&lt;/ShapeTextInfo&gt;"/>
</p:tagLst>
</file>

<file path=ppt/tags/tag12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H:\EXTERN-Achat\Projekte\Merck\Merck2016\Merck2016-07-CADToolkit\Merck2016-CADToolkit Hdrv\Projekt-KQ\RESULT Publish\data\asimages\{73BAAE01-350D-41B6-A29D-A2CC541B3844}_101.png&quot;/&gt;&lt;left val=&quot;35&quot;/&gt;&lt;top val=&quot;20&quot;/&gt;&lt;width val=&quot;874&quot;/&gt;&lt;height val=&quot;43&quot;/&gt;&lt;hasText val=&quot;1&quot;/&gt;&lt;/Image&gt;&lt;/ThreeDShapeInfo&gt;"/>
  <p:tag name="PRESENTER_SHAPETEXTINFO" val="&lt;ShapeTextInfo&gt;&lt;TableIndex row=&quot;-1&quot; col=&quot;-1&quot;&gt;&lt;linesCount val=&quot;1&quot;/&gt;&lt;lineCharCount val=&quot;72&quot;/&gt;&lt;/TableIndex&gt;&lt;/ShapeTextInfo&gt;"/>
</p:tagLst>
</file>

<file path=ppt/tags/tag126.xml><?xml version="1.0" encoding="utf-8"?>
<p:tagLst xmlns:a="http://schemas.openxmlformats.org/drawingml/2006/main" xmlns:r="http://schemas.openxmlformats.org/officeDocument/2006/relationships" xmlns:p="http://schemas.openxmlformats.org/presentationml/2006/main">
  <p:tag name="HTML_AUTOSHAPE_INFO" val="&lt;ThreeDShapeInfo&gt;&lt;uuid val=&quot;{805DD76C-BD4C-47F9-B2BA-C95ED3B59DC3}&quot;/&gt;&lt;isInvalidForFieldText val=&quot;1&quot;/&gt;&lt;Image&gt;&lt;filename val=&quot;H:\EXTERN-Achat\Projekte\Merck\Merck2016\Merck2016-07-CADToolkit\Merck2016-CADToolkit Hdrv\Projekt-KQ\RESULT Publish\data\asimages\{805DD76C-BD4C-47F9-B2BA-C95ED3B59DC3}_101_S.png&quot;/&gt;&lt;left val=&quot;156&quot;/&gt;&lt;top val=&quot;131&quot;/&gt;&lt;width val=&quot;591&quot;/&gt;&lt;height val=&quot;141&quot;/&gt;&lt;hasText val=&quot;0&quot;/&gt;&lt;/Image&gt;&lt;Image&gt;&lt;filename val=&quot;H:\EXTERN-Achat\Projekte\Merck\Merck2016\Merck2016-07-CADToolkit\Merck2016-CADToolkit Hdrv\Projekt-KQ\RESULT Publish\data\asimages\{805DD76C-BD4C-47F9-B2BA-C95ED3B59DC3}_101_T.png&quot;/&gt;&lt;left val=&quot;156&quot;/&gt;&lt;top val=&quot;131&quot;/&gt;&lt;width val=&quot;591&quot;/&gt;&lt;height val=&quot;141&quot;/&gt;&lt;hasText val=&quot;1&quot;/&gt;&lt;/Image&gt;&lt;/ThreeDShapeInfo&gt;"/>
  <p:tag name="PRESENTER_SHAPETEXTINFO" val="&lt;ShapeTextInfo&gt;&lt;TableIndex row=&quot;-1&quot; col=&quot;-1&quot;&gt;&lt;linesCount val=&quot;0&quot;/&gt;&lt;/TableIndex&gt;&lt;/ShapeTextInfo&gt;"/>
</p:tagLst>
</file>

<file path=ppt/tags/tag127.xml><?xml version="1.0" encoding="utf-8"?>
<p:tagLst xmlns:a="http://schemas.openxmlformats.org/drawingml/2006/main" xmlns:r="http://schemas.openxmlformats.org/officeDocument/2006/relationships" xmlns:p="http://schemas.openxmlformats.org/presentationml/2006/main">
  <p:tag name="HTML_AUTOSHAPE_INFO" val="&lt;ThreeDShapeInfo&gt;&lt;uuid val=&quot;{3DEBD711-EE67-402C-A0DB-3BF48B94334F}&quot;/&gt;&lt;isInvalidForFieldText val=&quot;1&quot;/&gt;&lt;Image&gt;&lt;filename val=&quot;H:\EXTERN-Achat\Projekte\Merck\Merck2016\Merck2016-07-CADToolkit\Merck2016-CADToolkit Hdrv\Projekt-KQ\RESULT Publish\data\asimages\{3DEBD711-EE67-402C-A0DB-3BF48B94334F}_101_S.png&quot;/&gt;&lt;left val=&quot;156&quot;/&gt;&lt;top val=&quot;133&quot;/&gt;&lt;width val=&quot;591&quot;/&gt;&lt;height val=&quot;89&quot;/&gt;&lt;hasText val=&quot;0&quot;/&gt;&lt;/Image&gt;&lt;Image&gt;&lt;filename val=&quot;H:\EXTERN-Achat\Projekte\Merck\Merck2016\Merck2016-07-CADToolkit\Merck2016-CADToolkit Hdrv\Projekt-KQ\RESULT Publish\data\asimages\{3DEBD711-EE67-402C-A0DB-3BF48B94334F}_101_T.png&quot;/&gt;&lt;left val=&quot;156&quot;/&gt;&lt;top val=&quot;133&quot;/&gt;&lt;width val=&quot;591&quot;/&gt;&lt;height val=&quot;89&quot;/&gt;&lt;hasText val=&quot;1&quot;/&gt;&lt;/Image&gt;&lt;/ThreeDShapeInfo&gt;"/>
  <p:tag name="PRESENTER_SHAPETEXTINFO" val="&lt;ShapeTextInfo&gt;&lt;TableIndex row=&quot;-1&quot; col=&quot;-1&quot;&gt;&lt;linesCount val=&quot;0&quot;/&gt;&lt;/TableIndex&gt;&lt;/ShapeTextInfo&gt;"/>
</p:tagLst>
</file>

<file path=ppt/tags/tag12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H:\EXTERN-Achat\Projekte\Merck\Merck2016\Merck2016-07-CADToolkit\Merck2016-CADToolkit Hdrv\Projekt-KQ\RESULT Publish\data\asimages\{2D30D956-2D0B-4804-91C5-C42E65D05D5A}_101.png&quot;/&gt;&lt;left val=&quot;416&quot;/&gt;&lt;top val=&quot;147&quot;/&gt;&lt;width val=&quot;161&quot;/&gt;&lt;height val=&quot;30&quot;/&gt;&lt;hasText val=&quot;1&quot;/&gt;&lt;/Image&gt;&lt;/ThreeDShapeInfo&gt;"/>
  <p:tag name="PRESENTER_SHAPETEXTINFO" val="&lt;ShapeTextInfo&gt;&lt;TableIndex row=&quot;-1&quot; col=&quot;-1&quot;&gt;&lt;linesCount val=&quot;1&quot;/&gt;&lt;lineCharCount val=&quot;20&quot;/&gt;&lt;/TableIndex&gt;&lt;/ShapeTextInfo&gt;"/>
</p:tagLst>
</file>

<file path=ppt/tags/tag12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H:\EXTERN-Achat\Projekte\Merck\Merck2016\Merck2016-07-CADToolkit\Merck2016-CADToolkit Hdrv\Projekt-KQ\RESULT Publish\data\asimages\{414805F5-D0C4-47AF-914A-E14CF2DBE2E8}_101.png&quot;/&gt;&lt;left val=&quot;308&quot;/&gt;&lt;top val=&quot;212&quot;/&gt;&lt;width val=&quot;189&quot;/&gt;&lt;height val=&quot;30&quot;/&gt;&lt;hasText val=&quot;1&quot;/&gt;&lt;/Image&gt;&lt;/ThreeDShapeInfo&gt;"/>
  <p:tag name="PRESENTER_SHAPETEXTINFO" val="&lt;ShapeTextInfo&gt;&lt;TableIndex row=&quot;-1&quot; col=&quot;-1&quot;&gt;&lt;linesCount val=&quot;1&quot;/&gt;&lt;lineCharCount val=&quot;25&quot;/&gt;&lt;/TableIndex&gt;&lt;/ShapeTextInfo&gt;"/>
</p:tagLst>
</file>

<file path=ppt/tags/tag13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H:\EXTERN-Achat\Projekte\Merck\Merck2016\Merck2016-07-CADToolkit\Merck2016-CADToolkit Hdrv\Projekt-KQ\RESULT Publish\data\asimages\{D0EFAC0C-2557-4589-A184-EE01B9B8D304}_101.png&quot;/&gt;&lt;left val=&quot;582&quot;/&gt;&lt;top val=&quot;337&quot;/&gt;&lt;width val=&quot;187&quot;/&gt;&lt;height val=&quot;30&quot;/&gt;&lt;hasText val=&quot;1&quot;/&gt;&lt;/Image&gt;&lt;/ThreeDShapeInfo&gt;"/>
  <p:tag name="PRESENTER_SHAPETEXTINFO" val="&lt;ShapeTextInfo&gt;&lt;TableIndex row=&quot;-1&quot; col=&quot;-1&quot;&gt;&lt;linesCount val=&quot;1&quot;/&gt;&lt;lineCharCount val=&quot;22&quot;/&gt;&lt;/TableIndex&gt;&lt;/ShapeTextInfo&gt;"/>
</p:tagLst>
</file>

<file path=ppt/tags/tag131.xml><?xml version="1.0" encoding="utf-8"?>
<p:tagLst xmlns:a="http://schemas.openxmlformats.org/drawingml/2006/main" xmlns:r="http://schemas.openxmlformats.org/officeDocument/2006/relationships" xmlns:p="http://schemas.openxmlformats.org/presentationml/2006/main">
  <p:tag name="PRESENTER_SHAPEINFO" val="&lt;ThreeDShapeInfo&gt;&lt;uuid val=&quot;{DA0D49B5-DF8D-4F79-AE1A-91C17F1FF665}&quot;/&gt;&lt;isInvalidForFieldText val=&quot;0&quot;/&gt;&lt;Image&gt;&lt;filename val=&quot;H:\EXTERN-Achat\Projekte\Merck\Merck2016\Merck2016-07-CADToolkit\Merck2016-CADToolkit Hdrv\Projekt-KQ\RESULT Publish\data\asimages\{DA0D49B5-DF8D-4F79-AE1A-91C17F1FF665}_101.png&quot;/&gt;&lt;left val=&quot;49&quot;/&gt;&lt;top val=&quot;114&quot;/&gt;&lt;width val=&quot;729&quot;/&gt;&lt;height val=&quot;293&quot;/&gt;&lt;hasText val=&quot;1&quot;/&gt;&lt;/Image&gt;&lt;/ThreeDShapeInfo&gt;"/>
</p:tagLst>
</file>

<file path=ppt/tags/tag132.xml><?xml version="1.0" encoding="utf-8"?>
<p:tagLst xmlns:a="http://schemas.openxmlformats.org/drawingml/2006/main" xmlns:r="http://schemas.openxmlformats.org/officeDocument/2006/relationships" xmlns:p="http://schemas.openxmlformats.org/presentationml/2006/main">
  <p:tag name="VCTCREATESHAPEHANDLED" val="0"/>
  <p:tag name="VCT-RADIUS" val="15"/>
  <p:tag name="PRESENTER_SHAPETEXTINFO" val="&lt;ShapeTextInfo&gt;&lt;TableIndex row=&quot;-1&quot; col=&quot;-1&quot;&gt;&lt;linesCount val=&quot;0&quot;/&gt;&lt;/TableIndex&gt;&lt;/ShapeTextInfo&gt;"/>
</p:tagLst>
</file>

<file path=ppt/tags/tag13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H:\EXTERN-Achat\Projekte\Merck\Merck2016\Merck2016-07-CADToolkit\Merck2016-CADToolkit Hdrv\Projekt-KQ\RESULT Publish\data\asimages\{A97F5240-E1E8-4139-85D4-138DA8203EFB}_101.png&quot;/&gt;&lt;left val=&quot;767&quot;/&gt;&lt;top val=&quot;154&quot;/&gt;&lt;width val=&quot;133&quot;/&gt;&lt;height val=&quot;180&quot;/&gt;&lt;hasText val=&quot;1&quot;/&gt;&lt;/Image&gt;&lt;/ThreeDShapeInfo&gt;"/>
  <p:tag name="PRESENTER_SHAPETEXTINFO" val="&lt;ShapeTextInfo&gt;&lt;TableIndex row=&quot;-1&quot; col=&quot;-1&quot;&gt;&lt;linesCount val=&quot;7&quot;/&gt;&lt;lineCharCount val=&quot;13&quot;/&gt;&lt;lineCharCount val=&quot;1&quot;/&gt;&lt;lineCharCount val=&quot;2&quot;/&gt;&lt;lineCharCount val=&quot;1&quot;/&gt;&lt;lineCharCount val=&quot;2&quot;/&gt;&lt;lineCharCount val=&quot;1&quot;/&gt;&lt;lineCharCount val=&quot;9&quot;/&gt;&lt;/TableIndex&gt;&lt;/ShapeTextInfo&gt;"/>
</p:tagLst>
</file>

<file path=ppt/tags/tag13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H:\EXTERN-Achat\Projekte\Merck\Merck2016\Merck2016-07-CADToolkit\Merck2016-CADToolkit Hdrv\Projekt-KQ\RESULT Publish\data\asimages\{7797EBE0-36FE-4AD7-A970-7340E2329462}_101.png&quot;/&gt;&lt;left val=&quot;797&quot;/&gt;&lt;top val=&quot;204&quot;/&gt;&lt;width val=&quot;84&quot;/&gt;&lt;height val=&quot;34&quot;/&gt;&lt;hasText val=&quot;1&quot;/&gt;&lt;/Image&gt;&lt;/ThreeDShapeInfo&gt;"/>
  <p:tag name="PRESENTER_SHAPETEXTINFO" val="&lt;ShapeTextInfo&gt;&lt;TableIndex row=&quot;-1&quot; col=&quot;-1&quot;&gt;&lt;linesCount val=&quot;1&quot;/&gt;&lt;lineCharCount val=&quot;6&quot;/&gt;&lt;/TableIndex&gt;&lt;/ShapeTextInfo&gt;"/>
</p:tagLst>
</file>

<file path=ppt/tags/tag13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H:\EXTERN-Achat\Projekte\Merck\Merck2016\Merck2016-07-CADToolkit\Merck2016-CADToolkit Hdrv\Projekt-KQ\RESULT Publish\data\asimages\{580F11B8-50F9-4E56-BDB4-A161B7090DC8}_101.png&quot;/&gt;&lt;left val=&quot;800&quot;/&gt;&lt;top val=&quot;254&quot;/&gt;&lt;width val=&quot;83&quot;/&gt;&lt;height val=&quot;34&quot;/&gt;&lt;hasText val=&quot;1&quot;/&gt;&lt;/Image&gt;&lt;/ThreeDShapeInfo&gt;"/>
  <p:tag name="PRESENTER_SHAPETEXTINFO" val="&lt;ShapeTextInfo&gt;&lt;TableIndex row=&quot;-1&quot; col=&quot;-1&quot;&gt;&lt;linesCount val=&quot;1&quot;/&gt;&lt;lineCharCount val=&quot;6&quot;/&gt;&lt;/TableIndex&gt;&lt;/ShapeTextInfo&gt;"/>
</p:tagLst>
</file>

<file path=ppt/tags/tag1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5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6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6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H:\VISMEDIA\PROJEKTE\AKTUELL\Merck2016-07-SlidekitIntegration\Projekt-JH\Result\data\asimages\{16EEC225-F89F-4A1E-B832-26201DD364E7}_55.png&quot;/&gt;&lt;left val=&quot;100&quot;/&gt;&lt;top val=&quot;117&quot;/&gt;&lt;width val=&quot;588&quot;/&gt;&lt;height val=&quot;327&quot;/&gt;&lt;hasText val=&quot;1&quot;/&gt;&lt;/Image&gt;&lt;/ThreeDShapeInfo&gt;"/>
</p:tagLst>
</file>

<file path=ppt/tags/tag16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6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1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6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22&quot;/&gt;&lt;lineCharCount val=&quot;44&quot;/&gt;&lt;lineCharCount val=&quot;35&quot;/&gt;&lt;/TableIndex&gt;&lt;/ShapeTextInfo&gt;"/>
</p:tagLst>
</file>

<file path=ppt/tags/tag1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quot;/&gt;&lt;/TableIndex&gt;&lt;/ShapeTextInfo&gt;"/>
</p:tagLst>
</file>

<file path=ppt/tags/tag17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74.xml><?xml version="1.0" encoding="utf-8"?>
<p:tagLst xmlns:a="http://schemas.openxmlformats.org/drawingml/2006/main" xmlns:r="http://schemas.openxmlformats.org/officeDocument/2006/relationships" xmlns:p="http://schemas.openxmlformats.org/presentationml/2006/main">
  <p:tag name="MIO_GUID" val="d6759f0e-b63e-44f7-ba05-958f2d59da33"/>
  <p:tag name="MIO_EKGUID" val="fcadf20e-0c34-4fe7-8e3e-6a4ca08190a0"/>
  <p:tag name="MIO_UPDATE" val="True"/>
  <p:tag name="MIO_VERSION" val="15.11.2021 13:58:04"/>
  <p:tag name="MIO_DBID" val="218709a9-2117-4af1-a1ea-309c9a305e58"/>
  <p:tag name="MIO_LASTDOWNLOADED" val="05.08.2024 14:47:08"/>
  <p:tag name="MIO_OBJECTNAME" val="Standard slides"/>
  <p:tag name="MIO_LASTEDITORNAME" val="Jan Bellwinkel"/>
</p:tagLst>
</file>

<file path=ppt/tags/tag175.xml><?xml version="1.0" encoding="utf-8"?>
<p:tagLst xmlns:a="http://schemas.openxmlformats.org/drawingml/2006/main" xmlns:r="http://schemas.openxmlformats.org/officeDocument/2006/relationships" xmlns:p="http://schemas.openxmlformats.org/presentationml/2006/main">
  <p:tag name="MIO_GUID" val="d6759f0e-b63e-44f7-ba05-958f2d59da33"/>
  <p:tag name="MIO_EKGUID" val="fcadf20e-0c34-4fe7-8e3e-6a4ca08190a0"/>
  <p:tag name="MIO_UPDATE" val="True"/>
  <p:tag name="MIO_VERSION" val="15.11.2021 13:58:04"/>
  <p:tag name="MIO_DBID" val="218709a9-2117-4af1-a1ea-309c9a305e58"/>
  <p:tag name="MIO_LASTDOWNLOADED" val="05.08.2024 14:47:08"/>
  <p:tag name="MIO_OBJECTNAME" val="Standard slides"/>
  <p:tag name="MIO_LASTEDITORNAME" val="Jan Bellwinkel"/>
</p:tagLst>
</file>

<file path=ppt/tags/tag176.xml><?xml version="1.0" encoding="utf-8"?>
<p:tagLst xmlns:a="http://schemas.openxmlformats.org/drawingml/2006/main" xmlns:r="http://schemas.openxmlformats.org/officeDocument/2006/relationships" xmlns:p="http://schemas.openxmlformats.org/presentationml/2006/main">
  <p:tag name="MIO_GUID" val="d6759f0e-b63e-44f7-ba05-958f2d59da33"/>
  <p:tag name="MIO_EKGUID" val="fcadf20e-0c34-4fe7-8e3e-6a4ca08190a0"/>
  <p:tag name="MIO_UPDATE" val="True"/>
  <p:tag name="MIO_VERSION" val="15.11.2021 13:58:04"/>
  <p:tag name="MIO_DBID" val="218709a9-2117-4af1-a1ea-309c9a305e58"/>
  <p:tag name="MIO_LASTDOWNLOADED" val="05.08.2024 14:47:08"/>
  <p:tag name="MIO_OBJECTNAME" val="Standard slides"/>
  <p:tag name="MIO_LASTEDITORNAME" val="Jan Bellwinkel"/>
</p:tagLst>
</file>

<file path=ppt/tags/tag17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7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17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18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18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1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1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1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18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18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18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18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19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19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19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19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19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19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19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9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9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9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0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0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0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0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0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0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0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0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0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0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2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2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2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2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2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2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2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2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2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2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2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2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2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2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2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2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2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3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49.xml><?xml version="1.0" encoding="utf-8"?>
<p:tagLst xmlns:a="http://schemas.openxmlformats.org/drawingml/2006/main" xmlns:r="http://schemas.openxmlformats.org/officeDocument/2006/relationships" xmlns:p="http://schemas.openxmlformats.org/presentationml/2006/main">
  <p:tag name="MIO_GUID" val="d6759f0e-b63e-44f7-ba05-958f2d59da33"/>
  <p:tag name="MIO_EKGUID" val="fcadf20e-0c34-4fe7-8e3e-6a4ca08190a0"/>
  <p:tag name="MIO_UPDATE" val="True"/>
  <p:tag name="MIO_VERSION" val="15.11.2021 13:58:04"/>
  <p:tag name="MIO_DBID" val="218709a9-2117-4af1-a1ea-309c9a305e58"/>
  <p:tag name="MIO_LASTDOWNLOADED" val="05.08.2024 14:47:08"/>
  <p:tag name="MIO_OBJECTNAME" val="Standard slides"/>
  <p:tag name="MIO_LASTEDITORNAME" val="Jan Bellwinkel"/>
</p:tagLst>
</file>

<file path=ppt/tags/tag250.xml><?xml version="1.0" encoding="utf-8"?>
<p:tagLst xmlns:a="http://schemas.openxmlformats.org/drawingml/2006/main" xmlns:r="http://schemas.openxmlformats.org/officeDocument/2006/relationships" xmlns:p="http://schemas.openxmlformats.org/presentationml/2006/main">
  <p:tag name="RESIZE" val="Yes"/>
</p:tagLst>
</file>

<file path=ppt/tags/tag251.xml><?xml version="1.0" encoding="utf-8"?>
<p:tagLst xmlns:a="http://schemas.openxmlformats.org/drawingml/2006/main" xmlns:r="http://schemas.openxmlformats.org/officeDocument/2006/relationships" xmlns:p="http://schemas.openxmlformats.org/presentationml/2006/main">
  <p:tag name="MIO_GUID" val="d6759f0e-b63e-44f7-ba05-958f2d59da33"/>
  <p:tag name="MIO_EKGUID" val="fcadf20e-0c34-4fe7-8e3e-6a4ca08190a0"/>
  <p:tag name="MIO_UPDATE" val="True"/>
  <p:tag name="MIO_VERSION" val="15.11.2021 13:58:04"/>
  <p:tag name="MIO_DBID" val="218709a9-2117-4af1-a1ea-309c9a305e58"/>
  <p:tag name="MIO_LASTDOWNLOADED" val="05.08.2024 14:47:08"/>
  <p:tag name="MIO_OBJECTNAME" val="Standard slides"/>
  <p:tag name="MIO_LASTEDITORNAME" val="Jan Bellwinkel"/>
</p:tagLst>
</file>

<file path=ppt/tags/tag252.xml><?xml version="1.0" encoding="utf-8"?>
<p:tagLst xmlns:a="http://schemas.openxmlformats.org/drawingml/2006/main" xmlns:r="http://schemas.openxmlformats.org/officeDocument/2006/relationships" xmlns:p="http://schemas.openxmlformats.org/presentationml/2006/main">
  <p:tag name="MIO_GUID" val="d6759f0e-b63e-44f7-ba05-958f2d59da33"/>
  <p:tag name="MIO_EKGUID" val="fcadf20e-0c34-4fe7-8e3e-6a4ca08190a0"/>
  <p:tag name="MIO_UPDATE" val="True"/>
  <p:tag name="MIO_VERSION" val="15.11.2021 13:58:04"/>
  <p:tag name="MIO_DBID" val="218709a9-2117-4af1-a1ea-309c9a305e58"/>
  <p:tag name="MIO_LASTDOWNLOADED" val="05.08.2024 14:47:08"/>
  <p:tag name="MIO_OBJECTNAME" val="Standard slides"/>
  <p:tag name="MIO_LASTEDITORNAME" val="Jan Bellwinkel"/>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Специальное оформление">
  <a:themeElements>
    <a:clrScheme name="конкор">
      <a:dk1>
        <a:srgbClr val="265374"/>
      </a:dk1>
      <a:lt1>
        <a:srgbClr val="FFFFFF"/>
      </a:lt1>
      <a:dk2>
        <a:srgbClr val="323F48"/>
      </a:dk2>
      <a:lt2>
        <a:srgbClr val="28BECD"/>
      </a:lt2>
      <a:accent1>
        <a:srgbClr val="73C8B3"/>
      </a:accent1>
      <a:accent2>
        <a:srgbClr val="398ACB"/>
      </a:accent2>
      <a:accent3>
        <a:srgbClr val="C1D82E"/>
      </a:accent3>
      <a:accent4>
        <a:srgbClr val="BDDFEB"/>
      </a:accent4>
      <a:accent5>
        <a:srgbClr val="EC736A"/>
      </a:accent5>
      <a:accent6>
        <a:srgbClr val="52328F"/>
      </a:accent6>
      <a:hlink>
        <a:srgbClr val="0068B0"/>
      </a:hlink>
      <a:folHlink>
        <a:srgbClr val="73C8B3"/>
      </a:folHlink>
    </a:clrScheme>
    <a:fontScheme name="Другая 1">
      <a:majorFont>
        <a:latin typeface="Verdana"/>
        <a:ea typeface=""/>
        <a:cs typeface=""/>
      </a:majorFont>
      <a:minorFont>
        <a:latin typeface="Verdana"/>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w="9525">
          <a:noFill/>
          <a:prstDash val="solid"/>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75000"/>
            </a:schemeClr>
          </a:solidFill>
          <a:tailEnd type="non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2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Merck Site Management">
  <a:themeElements>
    <a:clrScheme name="Merck neu">
      <a:dk1>
        <a:srgbClr val="000000"/>
      </a:dk1>
      <a:lt1>
        <a:srgbClr val="FFFFFF"/>
      </a:lt1>
      <a:dk2>
        <a:srgbClr val="EB3C96"/>
      </a:dk2>
      <a:lt2>
        <a:srgbClr val="2DBECD"/>
      </a:lt2>
      <a:accent1>
        <a:srgbClr val="503291"/>
      </a:accent1>
      <a:accent2>
        <a:srgbClr val="0F69AF"/>
      </a:accent2>
      <a:accent3>
        <a:srgbClr val="A5CD50"/>
      </a:accent3>
      <a:accent4>
        <a:srgbClr val="FFC832"/>
      </a:accent4>
      <a:accent5>
        <a:srgbClr val="EB3C96"/>
      </a:accent5>
      <a:accent6>
        <a:srgbClr val="149B5F"/>
      </a:accent6>
      <a:hlink>
        <a:srgbClr val="503291"/>
      </a:hlink>
      <a:folHlink>
        <a:srgbClr val="503291"/>
      </a:folHlink>
    </a:clrScheme>
    <a:fontScheme name="Merck">
      <a:majorFont>
        <a:latin typeface="Verdana"/>
        <a:ea typeface=""/>
        <a:cs typeface=""/>
      </a:majorFont>
      <a:minorFont>
        <a:latin typeface="Verdana"/>
        <a:ea typeface=""/>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accent1"/>
        </a:solidFill>
        <a:ln w="9525" cap="flat" cmpd="sng" algn="ctr">
          <a:noFill/>
          <a:prstDash val="solid"/>
        </a:ln>
        <a:effectLst/>
      </a:spPr>
      <a:bodyPr rtlCol="0" anchor="ctr" anchorCtr="0"/>
      <a:lstStyle>
        <a:defPPr marL="0" indent="0" algn="ctr">
          <a:spcBef>
            <a:spcPts val="300"/>
          </a:spcBef>
          <a:spcAft>
            <a:spcPts val="300"/>
          </a:spcAft>
          <a:buClr>
            <a:schemeClr val="bg1"/>
          </a:buClr>
          <a:buSzPct val="100000"/>
          <a:buFont typeface="Arial" panose="020B0604020202020204" pitchFamily="34" charset="0"/>
          <a:buNone/>
          <a:defRPr sz="1600" kern="0" dirty="0" err="1" smtClean="0">
            <a:solidFill>
              <a:srgbClr val="FFFFFF"/>
            </a:solidFill>
            <a:latin typeface="Verdana"/>
          </a:defRPr>
        </a:defPPr>
      </a:lstStyle>
    </a:spDef>
    <a:lnDef>
      <a:spPr>
        <a:ln w="952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R="0" algn="l" defTabSz="914400" rtl="0" eaLnBrk="1" fontAlgn="auto" latinLnBrk="0" hangingPunct="1">
          <a:lnSpc>
            <a:spcPct val="100000"/>
          </a:lnSpc>
          <a:spcBef>
            <a:spcPts val="300"/>
          </a:spcBef>
          <a:spcAft>
            <a:spcPts val="300"/>
          </a:spcAft>
          <a:buClr>
            <a:schemeClr val="accent1"/>
          </a:buClr>
          <a:buSzTx/>
          <a:tabLst/>
          <a:defRPr kumimoji="0" sz="1600" b="0" i="0" u="none" strike="noStrike" kern="1200" cap="none" spc="0" normalizeH="0" baseline="0" noProof="0" dirty="0" err="1" smtClean="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defRPr>
        </a:defPPr>
      </a:lstStyle>
    </a:txDef>
  </a:objectDefaults>
  <a:extraClrSchemeLst/>
  <a:custClrLst>
    <a:custClr name="Rich Purple">
      <a:srgbClr val="503291"/>
    </a:custClr>
    <a:custClr name="Vibrant Magenta">
      <a:srgbClr val="EB3C96"/>
    </a:custClr>
    <a:custClr name="Sensitive Pink">
      <a:srgbClr val="E1C3CD"/>
    </a:custClr>
    <a:custClr>
      <a:srgbClr val="FFFFFF"/>
    </a:custClr>
    <a:custClr>
      <a:srgbClr val="FFFFFF"/>
    </a:custClr>
    <a:custClr>
      <a:srgbClr val="FFFFFF"/>
    </a:custClr>
    <a:custClr>
      <a:srgbClr val="FFFFFF"/>
    </a:custClr>
    <a:custClr>
      <a:srgbClr val="FFFFFF"/>
    </a:custClr>
    <a:custClr>
      <a:srgbClr val="FFFFFF"/>
    </a:custClr>
    <a:custClr>
      <a:srgbClr val="FFFFFF"/>
    </a:custClr>
    <a:custClr name="Rich Blue">
      <a:srgbClr val="0F69AF"/>
    </a:custClr>
    <a:custClr name="Vibrant Cyan">
      <a:srgbClr val="2DBECD"/>
    </a:custClr>
    <a:custClr name="Sensitive Blue">
      <a:srgbClr val="96D7D2"/>
    </a:custClr>
    <a:custClr>
      <a:srgbClr val="FFFFFF"/>
    </a:custClr>
    <a:custClr>
      <a:srgbClr val="FFFFFF"/>
    </a:custClr>
    <a:custClr>
      <a:srgbClr val="FFFFFF"/>
    </a:custClr>
    <a:custClr>
      <a:srgbClr val="FFFFFF"/>
    </a:custClr>
    <a:custClr>
      <a:srgbClr val="FFFFFF"/>
    </a:custClr>
    <a:custClr>
      <a:srgbClr val="FFFFFF"/>
    </a:custClr>
    <a:custClr>
      <a:srgbClr val="FFFFFF"/>
    </a:custClr>
    <a:custClr name="Rich Green">
      <a:srgbClr val="149B5F"/>
    </a:custClr>
    <a:custClr name="Vibrant Green">
      <a:srgbClr val="A5CD50"/>
    </a:custClr>
    <a:custClr name="Sensitive Green">
      <a:srgbClr val="B4DC96"/>
    </a:custClr>
    <a:custClr>
      <a:srgbClr val="FFFFFF"/>
    </a:custClr>
    <a:custClr>
      <a:srgbClr val="FFFFFF"/>
    </a:custClr>
    <a:custClr>
      <a:srgbClr val="FFFFFF"/>
    </a:custClr>
    <a:custClr>
      <a:srgbClr val="FFFFFF"/>
    </a:custClr>
    <a:custClr>
      <a:srgbClr val="FFFFFF"/>
    </a:custClr>
    <a:custClr>
      <a:srgbClr val="FFFFFF"/>
    </a:custClr>
    <a:custClr>
      <a:srgbClr val="FFFFFF"/>
    </a:custClr>
    <a:custClr name="Rich Red">
      <a:srgbClr val="E61E50"/>
    </a:custClr>
    <a:custClr name="Vibrant Yellow">
      <a:srgbClr val="FFC832"/>
    </a:custClr>
    <a:custClr name="Sensitive Yellow">
      <a:srgbClr val="FFDCB9"/>
    </a:custClr>
    <a:custClr>
      <a:srgbClr val="FFFFFF"/>
    </a:custClr>
    <a:custClr>
      <a:srgbClr val="FFFFFF"/>
    </a:custClr>
    <a:custClr>
      <a:srgbClr val="FFFFFF"/>
    </a:custClr>
    <a:custClr>
      <a:srgbClr val="FFFFFF"/>
    </a:custClr>
    <a:custClr>
      <a:srgbClr val="FFFFFF"/>
    </a:custClr>
    <a:custClr>
      <a:srgbClr val="FFFFFF"/>
    </a:custClr>
    <a:custClr>
      <a:srgbClr val="FFFFFF"/>
    </a:custClr>
  </a:custClrLst>
  <a:extLst>
    <a:ext uri="{05A4C25C-085E-4340-85A3-A5531E510DB2}">
      <thm15:themeFamily xmlns:thm15="http://schemas.microsoft.com/office/thememl/2012/main" name="Merck_Synthetic.potx" id="{86390D52-C63A-4911-959C-A5AB26D2F058}" vid="{814B0B62-417C-4855-BBCD-925CAB229E61}"/>
    </a:ext>
  </a:extLst>
</a:theme>
</file>

<file path=ppt/theme/theme6.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IQVIA Master Brand">
    <a:dk1>
      <a:srgbClr val="2B3A42"/>
    </a:dk1>
    <a:lt1>
      <a:srgbClr val="FFFFFF"/>
    </a:lt1>
    <a:dk2>
      <a:srgbClr val="606B71"/>
    </a:dk2>
    <a:lt2>
      <a:srgbClr val="F3F3F3"/>
    </a:lt2>
    <a:accent1>
      <a:srgbClr val="00A3E0"/>
    </a:accent1>
    <a:accent2>
      <a:srgbClr val="005587"/>
    </a:accent2>
    <a:accent3>
      <a:srgbClr val="43B02A"/>
    </a:accent3>
    <a:accent4>
      <a:srgbClr val="027123"/>
    </a:accent4>
    <a:accent5>
      <a:srgbClr val="00BFB3"/>
    </a:accent5>
    <a:accent6>
      <a:srgbClr val="F0B323"/>
    </a:accent6>
    <a:hlink>
      <a:srgbClr val="00A3E0"/>
    </a:hlink>
    <a:folHlink>
      <a:srgbClr val="0055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IQVIA Master Brand">
    <a:dk1>
      <a:srgbClr val="2B3A42"/>
    </a:dk1>
    <a:lt1>
      <a:srgbClr val="FFFFFF"/>
    </a:lt1>
    <a:dk2>
      <a:srgbClr val="606B71"/>
    </a:dk2>
    <a:lt2>
      <a:srgbClr val="F3F3F3"/>
    </a:lt2>
    <a:accent1>
      <a:srgbClr val="00A3E0"/>
    </a:accent1>
    <a:accent2>
      <a:srgbClr val="005587"/>
    </a:accent2>
    <a:accent3>
      <a:srgbClr val="43B02A"/>
    </a:accent3>
    <a:accent4>
      <a:srgbClr val="027123"/>
    </a:accent4>
    <a:accent5>
      <a:srgbClr val="00BFB3"/>
    </a:accent5>
    <a:accent6>
      <a:srgbClr val="F0B323"/>
    </a:accent6>
    <a:hlink>
      <a:srgbClr val="00A3E0"/>
    </a:hlink>
    <a:folHlink>
      <a:srgbClr val="0055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IQVIA Master Brand">
    <a:dk1>
      <a:srgbClr val="2B3A42"/>
    </a:dk1>
    <a:lt1>
      <a:srgbClr val="FFFFFF"/>
    </a:lt1>
    <a:dk2>
      <a:srgbClr val="606B71"/>
    </a:dk2>
    <a:lt2>
      <a:srgbClr val="F3F3F3"/>
    </a:lt2>
    <a:accent1>
      <a:srgbClr val="00A3E0"/>
    </a:accent1>
    <a:accent2>
      <a:srgbClr val="005587"/>
    </a:accent2>
    <a:accent3>
      <a:srgbClr val="43B02A"/>
    </a:accent3>
    <a:accent4>
      <a:srgbClr val="027123"/>
    </a:accent4>
    <a:accent5>
      <a:srgbClr val="00BFB3"/>
    </a:accent5>
    <a:accent6>
      <a:srgbClr val="F0B323"/>
    </a:accent6>
    <a:hlink>
      <a:srgbClr val="00A3E0"/>
    </a:hlink>
    <a:folHlink>
      <a:srgbClr val="0055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Merck neu">
    <a:dk1>
      <a:srgbClr val="000000"/>
    </a:dk1>
    <a:lt1>
      <a:srgbClr val="FFFFFF"/>
    </a:lt1>
    <a:dk2>
      <a:srgbClr val="EB3C96"/>
    </a:dk2>
    <a:lt2>
      <a:srgbClr val="2DBECD"/>
    </a:lt2>
    <a:accent1>
      <a:srgbClr val="503291"/>
    </a:accent1>
    <a:accent2>
      <a:srgbClr val="0F69AF"/>
    </a:accent2>
    <a:accent3>
      <a:srgbClr val="A5CD50"/>
    </a:accent3>
    <a:accent4>
      <a:srgbClr val="FFC832"/>
    </a:accent4>
    <a:accent5>
      <a:srgbClr val="EB3C96"/>
    </a:accent5>
    <a:accent6>
      <a:srgbClr val="149B5F"/>
    </a:accent6>
    <a:hlink>
      <a:srgbClr val="503291"/>
    </a:hlink>
    <a:folHlink>
      <a:srgbClr val="5032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5.xml><?xml version="1.0" encoding="utf-8"?>
<a:themeOverride xmlns:a="http://schemas.openxmlformats.org/drawingml/2006/main">
  <a:clrScheme name="Конкор АМ">
    <a:dk1>
      <a:srgbClr val="265374"/>
    </a:dk1>
    <a:lt1>
      <a:srgbClr val="FFFFFF"/>
    </a:lt1>
    <a:dk2>
      <a:srgbClr val="323F48"/>
    </a:dk2>
    <a:lt2>
      <a:srgbClr val="28BECD"/>
    </a:lt2>
    <a:accent1>
      <a:srgbClr val="73C8B3"/>
    </a:accent1>
    <a:accent2>
      <a:srgbClr val="398ACB"/>
    </a:accent2>
    <a:accent3>
      <a:srgbClr val="C1D82E"/>
    </a:accent3>
    <a:accent4>
      <a:srgbClr val="73C8B3"/>
    </a:accent4>
    <a:accent5>
      <a:srgbClr val="EC736A"/>
    </a:accent5>
    <a:accent6>
      <a:srgbClr val="52328F"/>
    </a:accent6>
    <a:hlink>
      <a:srgbClr val="0068B0"/>
    </a:hlink>
    <a:folHlink>
      <a:srgbClr val="73C8B3"/>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11357</TotalTime>
  <Words>20143</Words>
  <Application>Microsoft Office PowerPoint</Application>
  <PresentationFormat>Widescreen</PresentationFormat>
  <Paragraphs>2006</Paragraphs>
  <Slides>97</Slides>
  <Notes>61</Notes>
  <HiddenSlides>0</HiddenSlides>
  <MMClips>0</MMClips>
  <ScaleCrop>false</ScaleCrop>
  <HeadingPairs>
    <vt:vector size="8" baseType="variant">
      <vt:variant>
        <vt:lpstr>Fonts Used</vt:lpstr>
      </vt:variant>
      <vt:variant>
        <vt:i4>16</vt:i4>
      </vt:variant>
      <vt:variant>
        <vt:lpstr>Theme</vt:lpstr>
      </vt:variant>
      <vt:variant>
        <vt:i4>6</vt:i4>
      </vt:variant>
      <vt:variant>
        <vt:lpstr>Embedded OLE Servers</vt:lpstr>
      </vt:variant>
      <vt:variant>
        <vt:i4>1</vt:i4>
      </vt:variant>
      <vt:variant>
        <vt:lpstr>Slide Titles</vt:lpstr>
      </vt:variant>
      <vt:variant>
        <vt:i4>97</vt:i4>
      </vt:variant>
    </vt:vector>
  </HeadingPairs>
  <TitlesOfParts>
    <vt:vector size="120" baseType="lpstr">
      <vt:lpstr>-apple-system</vt:lpstr>
      <vt:lpstr>Aptos</vt:lpstr>
      <vt:lpstr>Aptos Display</vt:lpstr>
      <vt:lpstr>Arial</vt:lpstr>
      <vt:lpstr>Arial</vt:lpstr>
      <vt:lpstr>Arial (Headings)</vt:lpstr>
      <vt:lpstr>Arial Narrow</vt:lpstr>
      <vt:lpstr>Calibri</vt:lpstr>
      <vt:lpstr>Calibri Light</vt:lpstr>
      <vt:lpstr>Georgia</vt:lpstr>
      <vt:lpstr>Merck</vt:lpstr>
      <vt:lpstr>Montserrat</vt:lpstr>
      <vt:lpstr>Open Sans</vt:lpstr>
      <vt:lpstr>Symbol</vt:lpstr>
      <vt:lpstr>Verdana</vt:lpstr>
      <vt:lpstr>Wingdings</vt:lpstr>
      <vt:lpstr>Office Theme</vt:lpstr>
      <vt:lpstr>Специальное оформление</vt:lpstr>
      <vt:lpstr>1_Office Theme</vt:lpstr>
      <vt:lpstr>2_Office Theme</vt:lpstr>
      <vt:lpstr>Merck Site Management</vt:lpstr>
      <vt:lpstr>Тема Office</vt:lpstr>
      <vt:lpstr>think-cell Slide</vt:lpstr>
      <vt:lpstr>Конкор® АМ в современной кардиологии</vt:lpstr>
      <vt:lpstr>PowerPoint Presentation</vt:lpstr>
      <vt:lpstr>Ишемическая болезнь сердца: определение, формы, подходы к лечению</vt:lpstr>
      <vt:lpstr>PowerPoint Presentation</vt:lpstr>
      <vt:lpstr>PowerPoint Presentation</vt:lpstr>
      <vt:lpstr>PowerPoint Presentation</vt:lpstr>
      <vt:lpstr>Разнообразие клинических форм хронического коронарного синдрома (ХКС)  (ESC 2024)</vt:lpstr>
      <vt:lpstr>Различные механизмы развития ишемии миокарда</vt:lpstr>
      <vt:lpstr>PowerPoint Presentation</vt:lpstr>
      <vt:lpstr>PowerPoint Presentation</vt:lpstr>
      <vt:lpstr>PowerPoint Presentation</vt:lpstr>
      <vt:lpstr>PowerPoint Presentation</vt:lpstr>
      <vt:lpstr>Оптимальная Медикаментозная Терапия</vt:lpstr>
      <vt:lpstr>PowerPoint Presentation</vt:lpstr>
      <vt:lpstr>PowerPoint Presentation</vt:lpstr>
      <vt:lpstr>PowerPoint Presentation</vt:lpstr>
      <vt:lpstr>PowerPoint Presentation</vt:lpstr>
      <vt:lpstr>Место бисопролола (Конкора®) среди бета-блокаторов</vt:lpstr>
      <vt:lpstr>PowerPoint Presentation</vt:lpstr>
      <vt:lpstr>PowerPoint Presentation</vt:lpstr>
      <vt:lpstr>PowerPoint Presentation</vt:lpstr>
      <vt:lpstr>PowerPoint Presentation</vt:lpstr>
      <vt:lpstr>PowerPoint Presentation</vt:lpstr>
      <vt:lpstr>Оптимальная медикаментозная терапия в эпоху реваскуляризации</vt:lpstr>
      <vt:lpstr>PowerPoint Presentation</vt:lpstr>
      <vt:lpstr>PowerPoint Presentation</vt:lpstr>
      <vt:lpstr>PowerPoint Presentation</vt:lpstr>
      <vt:lpstr>PowerPoint Presentation</vt:lpstr>
      <vt:lpstr>PowerPoint Presentation</vt:lpstr>
      <vt:lpstr>Комбинация Бета-блокаторов и ДГП−БКК в терапии стабильной стенокардии</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Контроль vs иллюзия контроля Почему раздельная терапия создаёт опасную иллюзию, а фиксированная комбинация (FDC) обеспечивает реальное управление результатом</vt:lpstr>
      <vt:lpstr>PowerPoint Presentation</vt:lpstr>
      <vt:lpstr>PowerPoint Presentation</vt:lpstr>
      <vt:lpstr>PowerPoint Presentation</vt:lpstr>
      <vt:lpstr>PowerPoint Presentation</vt:lpstr>
      <vt:lpstr>PowerPoint Presentation</vt:lpstr>
      <vt:lpstr>PowerPoint Presentation</vt:lpstr>
      <vt:lpstr>Конкор® АМ при АГ в сочетании с ИБС</vt:lpstr>
      <vt:lpstr>PowerPoint Presentation</vt:lpstr>
      <vt:lpstr>PowerPoint Presentation</vt:lpstr>
      <vt:lpstr>PowerPoint Presentation</vt:lpstr>
      <vt:lpstr>PowerPoint Presentation</vt:lpstr>
      <vt:lpstr>PowerPoint Presentation</vt:lpstr>
      <vt:lpstr>PowerPoint Presentation</vt:lpstr>
      <vt:lpstr>От нескольких таблеток к одной: что показывает доказательная база</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Конкор® АМ vs свободная комбинация: что показывают данные реальной практики</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Время приёма антигипертензивных препаратов не влияет на сердечно-сосудистые исходы</vt:lpstr>
      <vt:lpstr>PowerPoint Presentation</vt:lpstr>
      <vt:lpstr>PowerPoint Presentation</vt:lpstr>
      <vt:lpstr>Безопасность бисопролола — основа безопасности Конкор® АМ что показывают современные данные</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Бета-адреноблокаторы не влияли на частоту эректильной дисфункции у пациентов с АГ</vt:lpstr>
      <vt:lpstr>PowerPoint Presentation</vt:lpstr>
      <vt:lpstr>PowerPoint Presentation</vt:lpstr>
      <vt:lpstr>PowerPoint Presentation</vt:lpstr>
      <vt:lpstr>ОБЩАЯ ХАРАКТЕРИСТИКА ЛЕКАРСТВЕННОГО ПРЕПАРАТА </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Стабильная стенокардия и АГ: переход на FDC β-блокатор + амлодипин</dc:title>
  <dc:subject>PptxGenJS Presentation</dc:subject>
  <dc:creator>Федеральный медицинский советник</dc:creator>
  <cp:lastModifiedBy>Evgeny Aronov</cp:lastModifiedBy>
  <cp:revision>3</cp:revision>
  <dcterms:created xsi:type="dcterms:W3CDTF">2026-04-20T11:04:30Z</dcterms:created>
  <dcterms:modified xsi:type="dcterms:W3CDTF">2026-05-14T10:45:18Z</dcterms:modified>
</cp:coreProperties>
</file>